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7.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721" r:id="rId5"/>
  </p:sldMasterIdLst>
  <p:notesMasterIdLst>
    <p:notesMasterId r:id="rId15"/>
  </p:notesMasterIdLst>
  <p:handoutMasterIdLst>
    <p:handoutMasterId r:id="rId16"/>
  </p:handoutMasterIdLst>
  <p:sldIdLst>
    <p:sldId id="256" r:id="rId14"/>
    <p:sldId id="257" r:id="rId13"/>
    <p:sldId id="258" r:id="rId12"/>
    <p:sldId id="259" r:id="rId11"/>
    <p:sldId id="260" r:id="rId10"/>
    <p:sldId id="261" r:id="rId9"/>
    <p:sldId id="262" r:id="rId8"/>
    <p:sldId id="263" r:id="rId7"/>
    <p:sldId id="264" r:id="rId6"/>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Lst>
  <p:sldSz cx="12192000" cy="6858000"/>
  <p:notesSz cx="6858000" cy="9144000"/>
  <p:embeddedFontLst>
    <p:embeddedFont>
      <p:font typeface="BIB Bold" pitchFamily="2" charset="0"/>
      <p:bold r:id="rId17"/>
    </p:embeddedFont>
    <p:embeddedFont>
      <p:font typeface="Noto Sans" panose="020B0502040504020204" pitchFamily="34" charset="0"/>
      <p:regular r:id="rId18"/>
      <p:bold r:id="rId19"/>
      <p:italic r:id="rId20"/>
      <p:boldItalic r:id="rId21"/>
    </p:embeddedFont>
    <p:embeddedFont>
      <p:font typeface="Wingdings 2" panose="05020102010507070707" pitchFamily="18" charset="2"/>
      <p:regular r:id="rId22"/>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18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1B07DC-C3CC-47CA-AD8D-FF5E712E5755}" v="3" dt="2026-10-13T16:07:12.77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84" d="100"/>
          <a:sy n="84" d="100"/>
        </p:scale>
        <p:origin x="30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7.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slide" Target="slides/slide2.xml"/><Relationship Id="rId14" Type="http://schemas.openxmlformats.org/officeDocument/2006/relationships/slide" Target="slides/slide1.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Philippe Blanc" userId="bfe797f3-9247-4e8f-9dc0-9aa8c7e93265" providerId="ADAL" clId="{1FEAF087-CEF1-49E2-9732-D466B1B5B3C4}"/>
    <pc:docChg chg="undo redo custSel mod addSld delSld modSld sldOrd modMainMaster">
      <pc:chgData name="Jean-Philippe Blanc" userId="bfe797f3-9247-4e8f-9dc0-9aa8c7e93265" providerId="ADAL" clId="{1FEAF087-CEF1-49E2-9732-D466B1B5B3C4}" dt="2026-10-13T16:10:53.835" v="1544" actId="478"/>
      <pc:docMkLst>
        <pc:docMk/>
      </pc:docMkLst>
      <pc:sldChg chg="addSp delSp modSp add mod chgLayout">
        <pc:chgData name="Jean-Philippe Blanc" userId="bfe797f3-9247-4e8f-9dc0-9aa8c7e93265" providerId="ADAL" clId="{1FEAF087-CEF1-49E2-9732-D466B1B5B3C4}" dt="2026-10-13T16:10:31.823" v="1542" actId="20577"/>
        <pc:sldMkLst>
          <pc:docMk/>
          <pc:sldMk cId="2790508723" sldId="266"/>
        </pc:sldMkLst>
        <pc:spChg chg="mod">
          <ac:chgData name="Jean-Philippe Blanc" userId="bfe797f3-9247-4e8f-9dc0-9aa8c7e93265" providerId="ADAL" clId="{1FEAF087-CEF1-49E2-9732-D466B1B5B3C4}" dt="2026-10-13T16:10:31.823" v="1542" actId="20577"/>
          <ac:spMkLst>
            <pc:docMk/>
            <pc:sldMk cId="2790508723" sldId="266"/>
            <ac:spMk id="2" creationId="{411BA43A-D0A3-AA8F-3F5C-9168A17B4FB9}"/>
          </ac:spMkLst>
        </pc:spChg>
        <pc:spChg chg="add del mod">
          <ac:chgData name="Jean-Philippe Blanc" userId="bfe797f3-9247-4e8f-9dc0-9aa8c7e93265" providerId="ADAL" clId="{1FEAF087-CEF1-49E2-9732-D466B1B5B3C4}" dt="2026-10-13T16:03:54.241" v="1523" actId="478"/>
          <ac:spMkLst>
            <pc:docMk/>
            <pc:sldMk cId="2790508723" sldId="266"/>
            <ac:spMk id="3" creationId="{C021EF60-7079-960F-5B8C-A0FCEEECF8E1}"/>
          </ac:spMkLst>
        </pc:spChg>
        <pc:spChg chg="add del mod">
          <ac:chgData name="Jean-Philippe Blanc" userId="bfe797f3-9247-4e8f-9dc0-9aa8c7e93265" providerId="ADAL" clId="{1FEAF087-CEF1-49E2-9732-D466B1B5B3C4}" dt="2026-10-13T16:06:14.060" v="1530" actId="478"/>
          <ac:spMkLst>
            <pc:docMk/>
            <pc:sldMk cId="2790508723" sldId="266"/>
            <ac:spMk id="4" creationId="{3B0F3B3F-0D1F-C6FE-CABF-7507A320F688}"/>
          </ac:spMkLst>
        </pc:spChg>
        <pc:spChg chg="add del mod">
          <ac:chgData name="Jean-Philippe Blanc" userId="bfe797f3-9247-4e8f-9dc0-9aa8c7e93265" providerId="ADAL" clId="{1FEAF087-CEF1-49E2-9732-D466B1B5B3C4}" dt="2026-10-13T16:07:15.762" v="1532" actId="478"/>
          <ac:spMkLst>
            <pc:docMk/>
            <pc:sldMk cId="2790508723" sldId="266"/>
            <ac:spMk id="6" creationId="{8B5365C5-3660-6B9E-49F6-C374D622B455}"/>
          </ac:spMkLst>
        </pc:spChg>
      </pc:sldChg>
      <pc:sldMasterChg chg="delSp modSp mod modSldLayout">
        <pc:chgData name="Jean-Philippe Blanc" userId="bfe797f3-9247-4e8f-9dc0-9aa8c7e93265" providerId="ADAL" clId="{1FEAF087-CEF1-49E2-9732-D466B1B5B3C4}" dt="2026-10-13T16:10:53.835" v="1544" actId="478"/>
        <pc:sldMasterMkLst>
          <pc:docMk/>
          <pc:sldMasterMk cId="1661907989" sldId="2147483648"/>
        </pc:sldMasterMkLst>
        <pc:spChg chg="mod">
          <ac:chgData name="Jean-Philippe Blanc" userId="bfe797f3-9247-4e8f-9dc0-9aa8c7e93265" providerId="ADAL" clId="{1FEAF087-CEF1-49E2-9732-D466B1B5B3C4}" dt="2026-09-23T08:07:44.844" v="1518" actId="20577"/>
          <ac:spMkLst>
            <pc:docMk/>
            <pc:sldMasterMk cId="1661907989" sldId="2147483648"/>
            <ac:spMk id="5" creationId="{86F1F5F3-542A-123D-A9C5-FA330C3A5BB2}"/>
          </ac:spMkLst>
        </pc:spChg>
        <pc:picChg chg="del">
          <ac:chgData name="Jean-Philippe Blanc" userId="bfe797f3-9247-4e8f-9dc0-9aa8c7e93265" providerId="ADAL" clId="{1FEAF087-CEF1-49E2-9732-D466B1B5B3C4}" dt="2026-10-13T16:10:42.705" v="1543" actId="478"/>
          <ac:picMkLst>
            <pc:docMk/>
            <pc:sldMasterMk cId="1661907989" sldId="2147483648"/>
            <ac:picMk id="4" creationId="{428104B1-6232-1BC8-897A-C1E58951CC4C}"/>
          </ac:picMkLst>
        </pc:picChg>
        <pc:sldLayoutChg chg="delSp mod">
          <pc:chgData name="Jean-Philippe Blanc" userId="bfe797f3-9247-4e8f-9dc0-9aa8c7e93265" providerId="ADAL" clId="{1FEAF087-CEF1-49E2-9732-D466B1B5B3C4}" dt="2026-10-13T16:10:53.835" v="1544" actId="478"/>
          <pc:sldLayoutMkLst>
            <pc:docMk/>
            <pc:sldMasterMk cId="1661907989" sldId="2147483648"/>
            <pc:sldLayoutMk cId="2676015306" sldId="2147483708"/>
          </pc:sldLayoutMkLst>
          <pc:picChg chg="del">
            <ac:chgData name="Jean-Philippe Blanc" userId="bfe797f3-9247-4e8f-9dc0-9aa8c7e93265" providerId="ADAL" clId="{1FEAF087-CEF1-49E2-9732-D466B1B5B3C4}" dt="2026-10-13T16:10:53.835" v="1544" actId="478"/>
            <ac:picMkLst>
              <pc:docMk/>
              <pc:sldMasterMk cId="1661907989" sldId="2147483648"/>
              <pc:sldLayoutMk cId="2676015306" sldId="2147483708"/>
              <ac:picMk id="3" creationId="{E66DABC7-156D-793E-16D8-7A773EDDD678}"/>
            </ac:picMkLst>
          </pc:pic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ECAC16D-3317-6163-79AB-84D30DE2AB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latin typeface="Noto Sans" panose="020B0502040504020204" pitchFamily="34" charset="0"/>
            </a:endParaRPr>
          </a:p>
        </p:txBody>
      </p:sp>
      <p:sp>
        <p:nvSpPr>
          <p:cNvPr id="3" name="Espace réservé de la date 2">
            <a:extLst>
              <a:ext uri="{FF2B5EF4-FFF2-40B4-BE49-F238E27FC236}">
                <a16:creationId xmlns:a16="http://schemas.microsoft.com/office/drawing/2014/main" id="{31EC3255-4D18-CB49-E41B-7429D083503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EFF13D-14A5-3E45-BBBB-8BB410B026E0}" type="datetimeFigureOut">
              <a:rPr lang="fr-FR" smtClean="0">
                <a:latin typeface="Noto Sans" panose="020B0502040504020204" pitchFamily="34" charset="0"/>
              </a:rPr>
              <a:t>13/10/2026</a:t>
            </a:fld>
            <a:endParaRPr lang="fr-FR">
              <a:latin typeface="Noto Sans" panose="020B0502040504020204" pitchFamily="34" charset="0"/>
            </a:endParaRPr>
          </a:p>
        </p:txBody>
      </p:sp>
      <p:sp>
        <p:nvSpPr>
          <p:cNvPr id="4" name="Espace réservé du pied de page 3">
            <a:extLst>
              <a:ext uri="{FF2B5EF4-FFF2-40B4-BE49-F238E27FC236}">
                <a16:creationId xmlns:a16="http://schemas.microsoft.com/office/drawing/2014/main" id="{95E4A220-FB14-7490-7701-13CEC80CF6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latin typeface="Noto Sans" panose="020B0502040504020204" pitchFamily="34" charset="0"/>
            </a:endParaRPr>
          </a:p>
        </p:txBody>
      </p:sp>
      <p:sp>
        <p:nvSpPr>
          <p:cNvPr id="5" name="Espace réservé du numéro de diapositive 4">
            <a:extLst>
              <a:ext uri="{FF2B5EF4-FFF2-40B4-BE49-F238E27FC236}">
                <a16:creationId xmlns:a16="http://schemas.microsoft.com/office/drawing/2014/main" id="{FB0FE802-F655-437A-CFBE-665310DE5BB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C47AF4-B698-3B41-B989-6D71669F6A24}" type="slidenum">
              <a:rPr lang="fr-FR" smtClean="0">
                <a:latin typeface="Noto Sans" panose="020B0502040504020204" pitchFamily="34" charset="0"/>
              </a:rPr>
              <a:t>‹N°›</a:t>
            </a:fld>
            <a:endParaRPr lang="fr-FR">
              <a:latin typeface="Noto Sans" panose="020B0502040504020204" pitchFamily="34" charset="0"/>
            </a:endParaRPr>
          </a:p>
        </p:txBody>
      </p:sp>
    </p:spTree>
    <p:extLst>
      <p:ext uri="{BB962C8B-B14F-4D97-AF65-F5344CB8AC3E}">
        <p14:creationId xmlns:p14="http://schemas.microsoft.com/office/powerpoint/2010/main" val="2043936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Noto Sans" panose="020B0502040504020204" pitchFamily="34" charset="0"/>
              </a:defRPr>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Noto Sans" panose="020B0502040504020204" pitchFamily="34" charset="0"/>
              </a:defRPr>
            </a:lvl1pPr>
          </a:lstStyle>
          <a:p>
            <a:fld id="{E95F1E99-57A0-419B-A4A1-6FBC63AFABF0}" type="datetimeFigureOut">
              <a:rPr lang="fr-FR" smtClean="0"/>
              <a:pPr/>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Noto Sans" panose="020B0502040504020204" pitchFamily="34" charset="0"/>
              </a:defRPr>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Noto Sans" panose="020B0502040504020204" pitchFamily="34" charset="0"/>
              </a:defRPr>
            </a:lvl1pPr>
          </a:lstStyle>
          <a:p>
            <a:fld id="{906D87BA-670F-4477-A6D6-3F426B52D6DE}" type="slidenum">
              <a:rPr lang="fr-FR" smtClean="0"/>
              <a:pPr/>
              <a:t>‹N°›</a:t>
            </a:fld>
            <a:endParaRPr lang="fr-FR"/>
          </a:p>
        </p:txBody>
      </p:sp>
    </p:spTree>
    <p:extLst>
      <p:ext uri="{BB962C8B-B14F-4D97-AF65-F5344CB8AC3E}">
        <p14:creationId xmlns:p14="http://schemas.microsoft.com/office/powerpoint/2010/main" val="1173039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Noto Sans" panose="020B0502040504020204" pitchFamily="34" charset="0"/>
        <a:ea typeface="+mn-ea"/>
        <a:cs typeface="+mn-cs"/>
      </a:defRPr>
    </a:lvl1pPr>
    <a:lvl2pPr marL="457200" algn="l" defTabSz="914400" rtl="0" eaLnBrk="1" latinLnBrk="0" hangingPunct="1">
      <a:defRPr sz="1200" b="0" i="0" kern="1200">
        <a:solidFill>
          <a:schemeClr val="tx1"/>
        </a:solidFill>
        <a:latin typeface="Noto Sans" panose="020B0502040504020204" pitchFamily="34" charset="0"/>
        <a:ea typeface="+mn-ea"/>
        <a:cs typeface="+mn-cs"/>
      </a:defRPr>
    </a:lvl2pPr>
    <a:lvl3pPr marL="914400" algn="l" defTabSz="914400" rtl="0" eaLnBrk="1" latinLnBrk="0" hangingPunct="1">
      <a:defRPr sz="1200" b="0" i="0" kern="1200">
        <a:solidFill>
          <a:schemeClr val="tx1"/>
        </a:solidFill>
        <a:latin typeface="Noto Sans" panose="020B0502040504020204" pitchFamily="34" charset="0"/>
        <a:ea typeface="+mn-ea"/>
        <a:cs typeface="+mn-cs"/>
      </a:defRPr>
    </a:lvl3pPr>
    <a:lvl4pPr marL="1371600" algn="l" defTabSz="914400" rtl="0" eaLnBrk="1" latinLnBrk="0" hangingPunct="1">
      <a:defRPr sz="1200" b="0" i="0" kern="1200">
        <a:solidFill>
          <a:schemeClr val="tx1"/>
        </a:solidFill>
        <a:latin typeface="Noto Sans" panose="020B0502040504020204" pitchFamily="34" charset="0"/>
        <a:ea typeface="+mn-ea"/>
        <a:cs typeface="+mn-cs"/>
      </a:defRPr>
    </a:lvl4pPr>
    <a:lvl5pPr marL="1828800" algn="l" defTabSz="914400" rtl="0" eaLnBrk="1" latinLnBrk="0" hangingPunct="1">
      <a:defRPr sz="1200" b="0" i="0" kern="1200">
        <a:solidFill>
          <a:schemeClr val="tx1"/>
        </a:solidFill>
        <a:latin typeface="Noto Sans" panose="020B050204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calmly and with pride. The title sums up the promise: quality is not inspected at the end, it is decided at every second of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Personalised for Hyundai: connect with their product from the very start. Same message as the Tucson 2027 leaflet (Primacy 5 Energy 235/45 R20, code 5759, CAI 514126A). The sentence at the bottom bridges to the rest: everything they will see applies to the tires on their Tucson.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Curiosity hook: ask the question and wait two seconds. A question opens the listener's mind far more than a statement. Then: 'Today it does. Let us show you how.'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principle: first the traditional model, which the customer knows well; then ours. No criticism of anyone: the contrast speaks for itself and anchors the perceived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Mental map of the whole presentation. The brain remembers a simple, circular structure better: See, Understand, Decide, Anticipate. At the centre, IQF: the whole system works to protect our quality indicator. Tools for each step: Gocator laser profilers (see), PI System and PI Vision (understand), R4P (decide), Dataiku and AI (anticipate).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step of the cycle: See. Keeping the four-verb structure throughout helps the customer follow and remember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Gocator 3D laser profilers (LMI): up to 5,000 profiles per second and micron-level repeatability depending on the model. On the MAC: 8 stations, 16 sensors, 1 PLC and 4 PCs. Explain the colour map: each colour is a height; an abnormal relief stands out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an NST splice is measured on the BNS line: the profiler generates a 3D map of the splice (1), a measurement section is drawn across the splice (2) and the resulting profile (3) quantifies it. On the BNS62 screen these measurements are monitored continuously: overlap, height, offset and splice quality.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MAC4 screen (March 2026). Each column is a machine station (GI, RFI, NC1, BT, TT, PS, BJ, PT, FE...), with its edge position (trusquín), width, diameter and splice measurements. The colour code distinguishes watch and control limits, and the '100 % measured' indicator confirms every tire is measured.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BNS62 screen (March 2026). At the top, the alert rule and colour code (1). Each block is a station with centring, width and splice (2). From the screen itself you can access IQF, images and alert history (3). On the KM, splice height, quality and offset are monitored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step: Understand. Data alone is useless; what matters is reading it in time and making sure the right person knows.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numbers on the real screen. Full transparency: this is the screen our teams use. The median of the last 20 measurements filters noise and shows the trend; tolerances and the theoretical value are always visible.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chart as a story: the trend rises and crosses the tolerance (1): the alert fires and reaches the owner's phone. Action is taken and the trend comes back (2). Alert rule: median of the last 20 measurements out of tolerance on MAC; of the last 10 on BNS. Alerts go to the right team: process (CARE) or maintenance (TECH).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Traceability: in PI Vision you select a station and retrieve the image of every product with its date and time; the alert history logs station, type, start, end and duration. This archive of images and data is also the foundation on which we will train 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Climax of the presentation. From here the message changes: we don't just see and understand; the system decides and acts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Metaphor: R4P is like having our best process technician watching every tire, on every shift, without getting tired. Its rules capture expert knowledge and apply 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clear options, from gentlest to firmest. Alert and adjust run today, block is in testing; automatic segregation is the next phase according to the R4P design itself. Being transparent strengthens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case in four steps on the real screen (MAC6, P17, January 2026). 1: the edge position (trusquín) reaches the lower limit. 2: R4P activates the ODM correction. 3: the measurement returns to the theoretical value. 4: when the correction is deactivated, the measurement drifts again. That contrast is the best proof that the correction 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slide to sell R4P. Illustrative diagram (not real data): each circle is a tire leaving the machine. Without R4P, from the moment drift starts until someone sees the alert, reaches the machine and adjusts it, tires keep being built off target. With R4P, the rule acts as soon as the measurement deviates and production is back on target immediately. Every minute R4P saves means tires that never leave their theoretical value. And the rules are the same on every shift, with every decision logged in PI.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step, the future: looking ahead builds enthusiasm and trust (future pacing). The customer also buys into where we are heading.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Dataiku is an advanced analytics and data science platform. It lets us combine PI System measurement data, images and quality results (IQF) in a single flow, and look for the patterns that repeat before a quality issue or a drift. Most valuable: it is used by our own process and quality technicians and engineers, not only data specialists. What we find becomes new rules, alerts and process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Flow screen from a Dataiku project dedicated to quality characteristic CQ 38.1 (green zone). Read it from left to right. 1) Sources: the PI plugin (red icons) reads each machine station's measurements directly from PI System (for example FE, PT and BJ). 2) Preparation recipes (yellow brush icons): clean and organise the data automatically, always the same way. 3) Time-series and join recipes: align the measurements of the different stations in time and combine them. 4) The serial number: links all measurements to the identity of each tire. 5) 'Cocción Prensa C11' zone: curing press data is added, so each tire has its complete history, from building to curing. The result is a table ready to search for patterns (which conditions appear before a drift or a quality issue) and to cross with IQF. The whole flow re-runs automatically when new data arrives (Build), with no manual work. The project has 154 items.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AI does not replace measurement. Measurements are always made with the laser profilers and their dimensions and tolerances (width, edge position, centring, splice). AI works on those same images to detect product characteristics that cannot be expressed as a dimension: surface roughness and texture, possible foreign matter, poorly dispersed rubber and other product aspects. It is trained on images of good product and flags anything out of the ordinary. The foundation already exists: thousands of real images archived in PI. Status: under study.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technical part with the full cycle, the same as at the start (repetition = recall). Every turn adds knowledge: what we discover with Dataiku and AI becomes new R4P rules and a better IQF. It is a living system that learns.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about people, without overstating: the system replaces no one, it gives each role what it needs to act. Operator: real-time status of their station. Process (CARE) and maintenance (TECH) technicians: alerts on screen and on mobile. Engineering and quality: technical analysis screens to study trends and improve the rules and IQF.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Memorable close: repeat the four verbs. Leave a silence at the end. This is the sentence we want them to remember.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BIB blan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58C5386-B22E-4EF0-CD35-6B11AFE3447E}"/>
              </a:ext>
            </a:extLst>
          </p:cNvPr>
          <p:cNvSpPr>
            <a:spLocks noGrp="1"/>
          </p:cNvSpPr>
          <p:nvPr>
            <p:ph type="ctrTitle" hasCustomPrompt="1"/>
          </p:nvPr>
        </p:nvSpPr>
        <p:spPr>
          <a:xfrm>
            <a:off x="1524000" y="2135928"/>
            <a:ext cx="9144000" cy="1437536"/>
          </a:xfrm>
          <a:prstGeom prst="rect">
            <a:avLst/>
          </a:prstGeom>
        </p:spPr>
        <p:txBody>
          <a:bodyPr anchor="ctr"/>
          <a:lstStyle>
            <a:lvl1pPr algn="ctr">
              <a:defRPr sz="5000" b="1" i="0">
                <a:solidFill>
                  <a:schemeClr val="tx1"/>
                </a:solidFill>
                <a:latin typeface="BIB Bold" pitchFamily="2" charset="77"/>
                <a:ea typeface="BIB Bold" pitchFamily="2" charset="77"/>
                <a:cs typeface="Noto Sans" panose="020B0502040504020204" pitchFamily="34" charset="0"/>
              </a:defRPr>
            </a:lvl1pPr>
          </a:lstStyle>
          <a:p>
            <a:r>
              <a:rPr lang="en-US"/>
              <a:t>Presentation title goes here</a:t>
            </a:r>
            <a:endParaRPr lang="fr-FR"/>
          </a:p>
        </p:txBody>
      </p:sp>
      <p:sp>
        <p:nvSpPr>
          <p:cNvPr id="5" name="Espace réservé de la date 8">
            <a:extLst>
              <a:ext uri="{FF2B5EF4-FFF2-40B4-BE49-F238E27FC236}">
                <a16:creationId xmlns:a16="http://schemas.microsoft.com/office/drawing/2014/main" id="{5EC3A3D2-37F3-265A-1F76-4C31F35F07AA}"/>
              </a:ext>
            </a:extLst>
          </p:cNvPr>
          <p:cNvSpPr>
            <a:spLocks noGrp="1"/>
          </p:cNvSpPr>
          <p:nvPr>
            <p:ph type="dt" sz="half" idx="10"/>
          </p:nvPr>
        </p:nvSpPr>
        <p:spPr>
          <a:xfrm>
            <a:off x="4445888" y="3835253"/>
            <a:ext cx="3319272" cy="248135"/>
          </a:xfrm>
          <a:prstGeom prst="rect">
            <a:avLst/>
          </a:prstGeom>
        </p:spPr>
        <p:txBody>
          <a:bodyPr lIns="0" tIns="0" rIns="0" bIns="0" anchor="ctr"/>
          <a:lstStyle>
            <a:lvl1pPr>
              <a:defRPr sz="2000" b="1" i="0" cap="none" spc="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stStyle>
          <a:p>
            <a:pPr algn="ctr"/>
            <a:endParaRPr lang="fr-FR" sz="2000"/>
          </a:p>
        </p:txBody>
      </p:sp>
    </p:spTree>
    <p:extLst>
      <p:ext uri="{BB962C8B-B14F-4D97-AF65-F5344CB8AC3E}">
        <p14:creationId xmlns:p14="http://schemas.microsoft.com/office/powerpoint/2010/main" val="295692552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ection M Blanc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260000" y="3312000"/>
            <a:ext cx="5292000" cy="1296000"/>
          </a:xfrm>
          <a:prstGeom prst="rect">
            <a:avLst/>
          </a:prstGeom>
        </p:spPr>
        <p:txBody>
          <a:bodyPr anchor="ctr"/>
          <a:lstStyle>
            <a:lvl1pPr algn="l">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
        <p:nvSpPr>
          <p:cNvPr id="7" name="Espace réservé du texte 19">
            <a:extLst>
              <a:ext uri="{FF2B5EF4-FFF2-40B4-BE49-F238E27FC236}">
                <a16:creationId xmlns:a16="http://schemas.microsoft.com/office/drawing/2014/main" id="{AB14BB6A-E49B-6C77-8DD2-2B5DAF55A4AF}"/>
              </a:ext>
            </a:extLst>
          </p:cNvPr>
          <p:cNvSpPr>
            <a:spLocks noGrp="1"/>
          </p:cNvSpPr>
          <p:nvPr>
            <p:ph type="body" sz="quarter" idx="13" hasCustomPrompt="1"/>
          </p:nvPr>
        </p:nvSpPr>
        <p:spPr>
          <a:xfrm>
            <a:off x="1260000" y="1620000"/>
            <a:ext cx="5292000" cy="1584000"/>
          </a:xfrm>
          <a:prstGeom prst="rect">
            <a:avLst/>
          </a:prstGeom>
        </p:spPr>
        <p:txBody>
          <a:bodyPr anchor="ctr" anchorCtr="0"/>
          <a:lstStyle>
            <a:lvl1pPr>
              <a:lnSpc>
                <a:spcPct val="100000"/>
              </a:lnSpc>
              <a:defRPr lang="fr-FR" sz="10000" b="1" i="0" kern="1200">
                <a:solidFill>
                  <a:schemeClr val="tx1"/>
                </a:solidFill>
                <a:latin typeface="BIB Bold" pitchFamily="2" charset="77"/>
                <a:ea typeface="BIB Bold" pitchFamily="2" charset="77"/>
                <a:cs typeface="Noto Sans" panose="020B0502040504020204" pitchFamily="34" charset="0"/>
              </a:defRPr>
            </a:lvl1pPr>
          </a:lstStyle>
          <a:p>
            <a:pPr lvl="0"/>
            <a:r>
              <a:rPr lang="fr-FR"/>
              <a:t>01</a:t>
            </a:r>
          </a:p>
        </p:txBody>
      </p:sp>
    </p:spTree>
    <p:extLst>
      <p:ext uri="{BB962C8B-B14F-4D97-AF65-F5344CB8AC3E}">
        <p14:creationId xmlns:p14="http://schemas.microsoft.com/office/powerpoint/2010/main" val="232041652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vider Section M Blanc02">
    <p:bg>
      <p:bgPr>
        <a:blipFill>
          <a:blip r:embed="rId2"/>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260000" y="3312000"/>
            <a:ext cx="5292000" cy="1296000"/>
          </a:xfrm>
          <a:prstGeom prst="rect">
            <a:avLst/>
          </a:prstGeom>
        </p:spPr>
        <p:txBody>
          <a:bodyPr anchor="ctr"/>
          <a:lstStyle>
            <a:lvl1pPr algn="l">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
        <p:nvSpPr>
          <p:cNvPr id="7" name="Espace réservé du texte 19">
            <a:extLst>
              <a:ext uri="{FF2B5EF4-FFF2-40B4-BE49-F238E27FC236}">
                <a16:creationId xmlns:a16="http://schemas.microsoft.com/office/drawing/2014/main" id="{AB14BB6A-E49B-6C77-8DD2-2B5DAF55A4AF}"/>
              </a:ext>
            </a:extLst>
          </p:cNvPr>
          <p:cNvSpPr>
            <a:spLocks noGrp="1"/>
          </p:cNvSpPr>
          <p:nvPr>
            <p:ph type="body" sz="quarter" idx="13" hasCustomPrompt="1"/>
          </p:nvPr>
        </p:nvSpPr>
        <p:spPr>
          <a:xfrm>
            <a:off x="1260000" y="1620000"/>
            <a:ext cx="5292000" cy="1584000"/>
          </a:xfrm>
          <a:prstGeom prst="rect">
            <a:avLst/>
          </a:prstGeom>
        </p:spPr>
        <p:txBody>
          <a:bodyPr anchor="ctr" anchorCtr="0"/>
          <a:lstStyle>
            <a:lvl1pPr>
              <a:lnSpc>
                <a:spcPct val="100000"/>
              </a:lnSpc>
              <a:defRPr lang="fr-FR" sz="10000" b="1" i="0" kern="1200">
                <a:solidFill>
                  <a:schemeClr val="tx1"/>
                </a:solidFill>
                <a:latin typeface="BIB Bold" pitchFamily="2" charset="77"/>
                <a:ea typeface="BIB Bold" pitchFamily="2" charset="77"/>
                <a:cs typeface="Noto Sans" panose="020B0502040504020204" pitchFamily="34" charset="0"/>
              </a:defRPr>
            </a:lvl1pPr>
          </a:lstStyle>
          <a:p>
            <a:pPr lvl="0"/>
            <a:r>
              <a:rPr lang="fr-FR"/>
              <a:t>01</a:t>
            </a:r>
          </a:p>
        </p:txBody>
      </p:sp>
    </p:spTree>
    <p:extLst>
      <p:ext uri="{BB962C8B-B14F-4D97-AF65-F5344CB8AC3E}">
        <p14:creationId xmlns:p14="http://schemas.microsoft.com/office/powerpoint/2010/main" val="63886088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Divider Sub-section M Blanc0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344F89EF-3A4A-52CD-589D-0447DC54C10C}"/>
              </a:ext>
            </a:extLst>
          </p:cNvPr>
          <p:cNvSpPr>
            <a:spLocks noGrp="1"/>
          </p:cNvSpPr>
          <p:nvPr>
            <p:ph type="ctrTitle" hasCustomPrompt="1"/>
          </p:nvPr>
        </p:nvSpPr>
        <p:spPr>
          <a:xfrm>
            <a:off x="1695122" y="2610577"/>
            <a:ext cx="8801756" cy="1466645"/>
          </a:xfrm>
          <a:prstGeom prst="rect">
            <a:avLst/>
          </a:prstGeom>
        </p:spPr>
        <p:txBody>
          <a:bodyPr anchor="ctr"/>
          <a:lstStyle>
            <a:lvl1pPr algn="ctr">
              <a:lnSpc>
                <a:spcPct val="80000"/>
              </a:lnSpc>
              <a:defRPr sz="5000" b="1" i="0">
                <a:solidFill>
                  <a:schemeClr val="tx1"/>
                </a:solidFill>
                <a:latin typeface="BIB Bold" pitchFamily="2" charset="77"/>
                <a:ea typeface="BIB Bold" pitchFamily="2" charset="77"/>
                <a:cs typeface="Noto Sans" panose="020B0502040504020204" pitchFamily="34" charset="0"/>
              </a:defRPr>
            </a:lvl1pPr>
          </a:lstStyle>
          <a:p>
            <a:r>
              <a:rPr lang="en-US"/>
              <a:t>Section title</a:t>
            </a:r>
            <a:br>
              <a:rPr lang="en-US"/>
            </a:br>
            <a:r>
              <a:rPr lang="en-US"/>
              <a:t>area goes here</a:t>
            </a:r>
          </a:p>
        </p:txBody>
      </p:sp>
    </p:spTree>
    <p:extLst>
      <p:ext uri="{BB962C8B-B14F-4D97-AF65-F5344CB8AC3E}">
        <p14:creationId xmlns:p14="http://schemas.microsoft.com/office/powerpoint/2010/main" val="3192548427"/>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batim blanc">
    <p:bg>
      <p:bgPr>
        <a:solidFill>
          <a:schemeClr val="tx2"/>
        </a:solidFill>
        <a:effectLst/>
      </p:bgPr>
    </p:bg>
    <p:spTree>
      <p:nvGrpSpPr>
        <p:cNvPr id="1" name=""/>
        <p:cNvGrpSpPr/>
        <p:nvPr/>
      </p:nvGrpSpPr>
      <p:grpSpPr>
        <a:xfrm>
          <a:off x="0" y="0"/>
          <a:ext cx="0" cy="0"/>
          <a:chOff x="0" y="0"/>
          <a:chExt cx="0" cy="0"/>
        </a:xfrm>
      </p:grpSpPr>
      <p:sp>
        <p:nvSpPr>
          <p:cNvPr id="5" name="Espace réservé pour une image  13">
            <a:extLst>
              <a:ext uri="{FF2B5EF4-FFF2-40B4-BE49-F238E27FC236}">
                <a16:creationId xmlns:a16="http://schemas.microsoft.com/office/drawing/2014/main" id="{E0398857-47A6-BC77-CCF4-26FB0F62EC4C}"/>
              </a:ext>
            </a:extLst>
          </p:cNvPr>
          <p:cNvSpPr>
            <a:spLocks noGrp="1"/>
          </p:cNvSpPr>
          <p:nvPr>
            <p:ph type="pic" sz="quarter" idx="20"/>
          </p:nvPr>
        </p:nvSpPr>
        <p:spPr>
          <a:xfrm>
            <a:off x="13959" y="808654"/>
            <a:ext cx="5846321" cy="6049345"/>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bg1"/>
          </a:solidFill>
        </p:spPr>
        <p:txBody>
          <a:bodyPr wrap="square">
            <a:noAutofit/>
          </a:bodyPr>
          <a:lstStyle>
            <a:lvl1pPr>
              <a:defRPr>
                <a:solidFill>
                  <a:schemeClr val="tx1"/>
                </a:solidFill>
              </a:defRPr>
            </a:lvl1pPr>
          </a:lstStyle>
          <a:p>
            <a:r>
              <a:rPr lang="fr-FR"/>
              <a:t>Cliquez sur l'icône pour ajouter une image</a:t>
            </a:r>
          </a:p>
        </p:txBody>
      </p:sp>
      <p:sp>
        <p:nvSpPr>
          <p:cNvPr id="20" name="Espace réservé du texte 6">
            <a:extLst>
              <a:ext uri="{FF2B5EF4-FFF2-40B4-BE49-F238E27FC236}">
                <a16:creationId xmlns:a16="http://schemas.microsoft.com/office/drawing/2014/main" id="{BA68ED0E-A51E-344D-E9A9-65E6751B8174}"/>
              </a:ext>
            </a:extLst>
          </p:cNvPr>
          <p:cNvSpPr>
            <a:spLocks noGrp="1"/>
          </p:cNvSpPr>
          <p:nvPr>
            <p:ph type="body" sz="quarter" idx="15" hasCustomPrompt="1"/>
          </p:nvPr>
        </p:nvSpPr>
        <p:spPr>
          <a:xfrm>
            <a:off x="6349535" y="5148894"/>
            <a:ext cx="2376747" cy="602752"/>
          </a:xfrm>
          <a:prstGeom prst="rect">
            <a:avLst/>
          </a:prstGeom>
        </p:spPr>
        <p:txBody>
          <a:bodyPr anchor="ctr"/>
          <a:lstStyle>
            <a:lvl1pPr>
              <a:lnSpc>
                <a:spcPct val="130000"/>
              </a:lnSpc>
              <a:defRPr sz="1800" b="1">
                <a:solidFill>
                  <a:schemeClr val="tx1"/>
                </a:solidFill>
              </a:defRPr>
            </a:lvl1pPr>
            <a:lvl2pPr marL="0" indent="0">
              <a:lnSpc>
                <a:spcPct val="130000"/>
              </a:lnSpc>
              <a:buNone/>
              <a:defRPr sz="800" b="1" cap="none" baseline="0">
                <a:solidFill>
                  <a:schemeClr val="tx1"/>
                </a:solidFill>
              </a:defRPr>
            </a:lvl2pPr>
            <a:lvl3pPr>
              <a:defRPr sz="1400"/>
            </a:lvl3pPr>
            <a:lvl4pPr>
              <a:defRPr sz="1600"/>
            </a:lvl4pPr>
            <a:lvl5pPr>
              <a:defRPr sz="1400"/>
            </a:lvl5pPr>
          </a:lstStyle>
          <a:p>
            <a:pPr lvl="0"/>
            <a:r>
              <a:rPr lang="en-US" noProof="0"/>
              <a:t>Surname Name</a:t>
            </a:r>
          </a:p>
          <a:p>
            <a:pPr lvl="1"/>
            <a:r>
              <a:rPr lang="en-US" noProof="0"/>
              <a:t>Job position title</a:t>
            </a:r>
          </a:p>
        </p:txBody>
      </p:sp>
      <p:sp>
        <p:nvSpPr>
          <p:cNvPr id="21" name="Espace réservé du texte 6">
            <a:extLst>
              <a:ext uri="{FF2B5EF4-FFF2-40B4-BE49-F238E27FC236}">
                <a16:creationId xmlns:a16="http://schemas.microsoft.com/office/drawing/2014/main" id="{F1B2FFEB-A337-D03E-C05A-287A7BEE508B}"/>
              </a:ext>
            </a:extLst>
          </p:cNvPr>
          <p:cNvSpPr>
            <a:spLocks noGrp="1"/>
          </p:cNvSpPr>
          <p:nvPr>
            <p:ph type="body" sz="quarter" idx="16" hasCustomPrompt="1"/>
          </p:nvPr>
        </p:nvSpPr>
        <p:spPr>
          <a:xfrm>
            <a:off x="6349536" y="1423906"/>
            <a:ext cx="5210004" cy="3159583"/>
          </a:xfrm>
          <a:prstGeom prst="rect">
            <a:avLst/>
          </a:prstGeom>
        </p:spPr>
        <p:txBody>
          <a:bodyPr anchor="ctr"/>
          <a:lstStyle>
            <a:lvl1pPr>
              <a:lnSpc>
                <a:spcPct val="132000"/>
              </a:lnSpc>
              <a:defRPr sz="2250" b="1">
                <a:solidFill>
                  <a:schemeClr val="tx1"/>
                </a:solidFill>
              </a:defRPr>
            </a:lvl1pPr>
            <a:lvl2pPr>
              <a:lnSpc>
                <a:spcPct val="130000"/>
              </a:lnSpc>
              <a:buNone/>
              <a:defRPr sz="2400" b="1">
                <a:solidFill>
                  <a:schemeClr val="tx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endParaRPr lang="en-US" noProof="0"/>
          </a:p>
          <a:p>
            <a:pPr lvl="0"/>
            <a:r>
              <a:rPr lang="en-US" noProof="0"/>
              <a:t>qui </a:t>
            </a:r>
            <a:r>
              <a:rPr lang="en-US" noProof="0" err="1"/>
              <a:t>blanditiis</a:t>
            </a:r>
            <a:r>
              <a:rPr lang="en-US" noProof="0"/>
              <a:t> </a:t>
            </a:r>
            <a:r>
              <a:rPr lang="en-US" noProof="0" err="1"/>
              <a:t>qraesentium</a:t>
            </a:r>
            <a:endParaRPr lang="en-US" noProof="0"/>
          </a:p>
          <a:p>
            <a:pPr lvl="0"/>
            <a:r>
              <a:rPr lang="en-US" noProof="0" err="1"/>
              <a:t>volubtatum</a:t>
            </a:r>
            <a:r>
              <a:rPr lang="en-US" noProof="0"/>
              <a:t> </a:t>
            </a:r>
            <a:r>
              <a:rPr lang="en-US" noProof="0" err="1"/>
              <a:t>deleniti</a:t>
            </a:r>
            <a:r>
              <a:rPr lang="en-US" noProof="0"/>
              <a:t> </a:t>
            </a:r>
            <a:r>
              <a:rPr lang="en-US" noProof="0" err="1"/>
              <a:t>atque</a:t>
            </a:r>
            <a:endParaRPr lang="en-US" noProof="0"/>
          </a:p>
          <a:p>
            <a:pPr lvl="0"/>
            <a:r>
              <a:rPr lang="en-US" noProof="0" err="1"/>
              <a:t>corrubti</a:t>
            </a:r>
            <a:r>
              <a:rPr lang="en-US" noProof="0"/>
              <a:t> quos </a:t>
            </a:r>
            <a:r>
              <a:rPr lang="en-US" noProof="0" err="1"/>
              <a:t>dolores</a:t>
            </a:r>
            <a:r>
              <a:rPr lang="en-US" noProof="0"/>
              <a:t> et </a:t>
            </a:r>
            <a:r>
              <a:rPr lang="en-US" noProof="0" err="1"/>
              <a:t>quas</a:t>
            </a:r>
            <a:endParaRPr lang="en-US" noProof="0"/>
          </a:p>
          <a:p>
            <a:pPr lvl="0"/>
            <a:r>
              <a:rPr lang="en-US" noProof="0" err="1"/>
              <a:t>molestias</a:t>
            </a:r>
            <a:r>
              <a:rPr lang="en-US" noProof="0"/>
              <a:t> </a:t>
            </a:r>
            <a:r>
              <a:rPr lang="en-US" noProof="0" err="1"/>
              <a:t>exceburi</a:t>
            </a:r>
            <a:r>
              <a:rPr lang="en-US" noProof="0"/>
              <a:t> </a:t>
            </a:r>
            <a:r>
              <a:rPr lang="en-US" noProof="0" err="1"/>
              <a:t>sint</a:t>
            </a:r>
            <a:r>
              <a:rPr lang="en-US" noProof="0"/>
              <a:t> </a:t>
            </a:r>
            <a:r>
              <a:rPr lang="en-US" noProof="0" err="1"/>
              <a:t>occaecati</a:t>
            </a:r>
            <a:endParaRPr lang="en-US" noProof="0"/>
          </a:p>
          <a:p>
            <a:pPr lvl="0"/>
            <a:r>
              <a:rPr lang="en-US" noProof="0" err="1"/>
              <a:t>cuqiditate</a:t>
            </a:r>
            <a:r>
              <a:rPr lang="en-US" noProof="0"/>
              <a:t> non </a:t>
            </a:r>
            <a:r>
              <a:rPr lang="en-US" noProof="0" err="1"/>
              <a:t>rovident</a:t>
            </a:r>
            <a:r>
              <a:rPr lang="en-US" noProof="0"/>
              <a:t>.“</a:t>
            </a:r>
          </a:p>
        </p:txBody>
      </p:sp>
    </p:spTree>
    <p:extLst>
      <p:ext uri="{BB962C8B-B14F-4D97-AF65-F5344CB8AC3E}">
        <p14:creationId xmlns:p14="http://schemas.microsoft.com/office/powerpoint/2010/main" val="197595896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08000" y="360000"/>
            <a:ext cx="10927080" cy="401392"/>
          </a:xfrm>
          <a:prstGeom prst="rect">
            <a:avLst/>
          </a:prstGeom>
        </p:spPr>
        <p:txBody>
          <a:bodyPr anchor="ctr" anchorCtr="0"/>
          <a:lstStyle>
            <a:lvl1pPr>
              <a:lnSpc>
                <a:spcPct val="100000"/>
              </a:lnSpc>
              <a:defRPr b="1" i="0">
                <a:solidFill>
                  <a:schemeClr val="tx1"/>
                </a:solidFill>
                <a:latin typeface="BIB Bold" pitchFamily="2" charset="77"/>
                <a:ea typeface="BIB Bold" pitchFamily="2" charset="77"/>
              </a:defRPr>
            </a:lvl1pPr>
          </a:lstStyle>
          <a:p>
            <a:r>
              <a:rPr lang="en-US" noProof="0"/>
              <a:t>Summary</a:t>
            </a:r>
          </a:p>
        </p:txBody>
      </p:sp>
      <p:sp>
        <p:nvSpPr>
          <p:cNvPr id="3" name="Espace réservé du texte 5">
            <a:extLst>
              <a:ext uri="{FF2B5EF4-FFF2-40B4-BE49-F238E27FC236}">
                <a16:creationId xmlns:a16="http://schemas.microsoft.com/office/drawing/2014/main" id="{7A0F2825-084B-2493-1A31-04D7359E9B97}"/>
              </a:ext>
            </a:extLst>
          </p:cNvPr>
          <p:cNvSpPr>
            <a:spLocks noGrp="1"/>
          </p:cNvSpPr>
          <p:nvPr>
            <p:ph type="body" sz="quarter" idx="15" hasCustomPrompt="1"/>
          </p:nvPr>
        </p:nvSpPr>
        <p:spPr>
          <a:xfrm>
            <a:off x="638555" y="132374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01.	Lorem ipsum</a:t>
            </a:r>
          </a:p>
        </p:txBody>
      </p:sp>
      <p:sp>
        <p:nvSpPr>
          <p:cNvPr id="12" name="Espace réservé du texte 5">
            <a:extLst>
              <a:ext uri="{FF2B5EF4-FFF2-40B4-BE49-F238E27FC236}">
                <a16:creationId xmlns:a16="http://schemas.microsoft.com/office/drawing/2014/main" id="{550E8014-1295-55B0-8620-1C66C62C2754}"/>
              </a:ext>
            </a:extLst>
          </p:cNvPr>
          <p:cNvSpPr>
            <a:spLocks noGrp="1"/>
          </p:cNvSpPr>
          <p:nvPr>
            <p:ph type="body" sz="quarter" idx="26" hasCustomPrompt="1"/>
          </p:nvPr>
        </p:nvSpPr>
        <p:spPr>
          <a:xfrm>
            <a:off x="638555" y="236268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02. 	Lorem ipsum</a:t>
            </a:r>
          </a:p>
        </p:txBody>
      </p:sp>
      <p:sp>
        <p:nvSpPr>
          <p:cNvPr id="14" name="Espace réservé du texte 5">
            <a:extLst>
              <a:ext uri="{FF2B5EF4-FFF2-40B4-BE49-F238E27FC236}">
                <a16:creationId xmlns:a16="http://schemas.microsoft.com/office/drawing/2014/main" id="{9DC0F654-539F-699F-D8C7-4F527A774B0C}"/>
              </a:ext>
            </a:extLst>
          </p:cNvPr>
          <p:cNvSpPr>
            <a:spLocks noGrp="1"/>
          </p:cNvSpPr>
          <p:nvPr>
            <p:ph type="body" sz="quarter" idx="27" hasCustomPrompt="1"/>
          </p:nvPr>
        </p:nvSpPr>
        <p:spPr>
          <a:xfrm>
            <a:off x="638555" y="340162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03. 	Lorem ipsum</a:t>
            </a:r>
          </a:p>
        </p:txBody>
      </p:sp>
      <p:sp>
        <p:nvSpPr>
          <p:cNvPr id="15" name="Espace réservé du texte 5">
            <a:extLst>
              <a:ext uri="{FF2B5EF4-FFF2-40B4-BE49-F238E27FC236}">
                <a16:creationId xmlns:a16="http://schemas.microsoft.com/office/drawing/2014/main" id="{577C2632-758C-2385-2183-669614EF96FB}"/>
              </a:ext>
            </a:extLst>
          </p:cNvPr>
          <p:cNvSpPr>
            <a:spLocks noGrp="1"/>
          </p:cNvSpPr>
          <p:nvPr>
            <p:ph type="body" sz="quarter" idx="28" hasCustomPrompt="1"/>
          </p:nvPr>
        </p:nvSpPr>
        <p:spPr>
          <a:xfrm>
            <a:off x="638555" y="4440565"/>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04. 	Lorem ipsum</a:t>
            </a:r>
          </a:p>
        </p:txBody>
      </p:sp>
      <p:sp>
        <p:nvSpPr>
          <p:cNvPr id="16" name="Espace réservé du texte 5">
            <a:extLst>
              <a:ext uri="{FF2B5EF4-FFF2-40B4-BE49-F238E27FC236}">
                <a16:creationId xmlns:a16="http://schemas.microsoft.com/office/drawing/2014/main" id="{EDF54662-BF44-A3D6-ADBB-6528E709ED73}"/>
              </a:ext>
            </a:extLst>
          </p:cNvPr>
          <p:cNvSpPr>
            <a:spLocks noGrp="1"/>
          </p:cNvSpPr>
          <p:nvPr>
            <p:ph type="body" sz="quarter" idx="29" hasCustomPrompt="1"/>
          </p:nvPr>
        </p:nvSpPr>
        <p:spPr>
          <a:xfrm>
            <a:off x="638555" y="5479506"/>
            <a:ext cx="9648000" cy="684000"/>
          </a:xfrm>
          <a:prstGeom prst="rect">
            <a:avLst/>
          </a:prstGeom>
        </p:spPr>
        <p:txBody>
          <a:bodyPr anchor="ctr"/>
          <a:lstStyle>
            <a:lvl1pPr>
              <a:lnSpc>
                <a:spcPct val="100000"/>
              </a:lnSpc>
              <a:tabLst>
                <a:tab pos="625475" algn="l"/>
              </a:tabLst>
              <a:defRPr sz="2000" cap="none" baseline="0">
                <a:solidFill>
                  <a:schemeClr val="tx1"/>
                </a:solidFill>
              </a:defRPr>
            </a:lvl1pPr>
          </a:lstStyle>
          <a:p>
            <a:r>
              <a:rPr lang="en-US"/>
              <a:t>05. 	Lorem ipsum</a:t>
            </a:r>
          </a:p>
        </p:txBody>
      </p:sp>
    </p:spTree>
    <p:extLst>
      <p:ext uri="{BB962C8B-B14F-4D97-AF65-F5344CB8AC3E}">
        <p14:creationId xmlns:p14="http://schemas.microsoft.com/office/powerpoint/2010/main" val="150694380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1483"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3" name="Espace réservé du contenu 21">
            <a:extLst>
              <a:ext uri="{FF2B5EF4-FFF2-40B4-BE49-F238E27FC236}">
                <a16:creationId xmlns:a16="http://schemas.microsoft.com/office/drawing/2014/main" id="{2DDB60FB-25BF-F084-B639-7F01E4BD47D6}"/>
              </a:ext>
            </a:extLst>
          </p:cNvPr>
          <p:cNvSpPr>
            <a:spLocks noGrp="1"/>
          </p:cNvSpPr>
          <p:nvPr>
            <p:ph sz="quarter" idx="10" hasCustomPrompt="1"/>
          </p:nvPr>
        </p:nvSpPr>
        <p:spPr>
          <a:xfrm>
            <a:off x="360218" y="1099127"/>
            <a:ext cx="10926618" cy="5085773"/>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8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24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4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2941921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lang="en-US" b="1" i="0" noProof="0">
                <a:solidFill>
                  <a:schemeClr val="tx1"/>
                </a:solidFill>
                <a:latin typeface="BIB Bold" pitchFamily="2" charset="77"/>
                <a:ea typeface="BIB Bold" pitchFamily="2" charset="77"/>
              </a:defRPr>
            </a:lvl1pPr>
          </a:lstStyle>
          <a:p>
            <a:pPr lvl="0"/>
            <a:r>
              <a:rPr lang="en-US" noProof="0"/>
              <a:t>Slide title goes here</a:t>
            </a:r>
          </a:p>
        </p:txBody>
      </p:sp>
      <p:sp>
        <p:nvSpPr>
          <p:cNvPr id="5" name="Espace réservé du contenu 21">
            <a:extLst>
              <a:ext uri="{FF2B5EF4-FFF2-40B4-BE49-F238E27FC236}">
                <a16:creationId xmlns:a16="http://schemas.microsoft.com/office/drawing/2014/main" id="{49D3C753-CBBA-1BE4-5597-8536982D929E}"/>
              </a:ext>
            </a:extLst>
          </p:cNvPr>
          <p:cNvSpPr>
            <a:spLocks noGrp="1"/>
          </p:cNvSpPr>
          <p:nvPr>
            <p:ph sz="quarter" idx="18" hasCustomPrompt="1"/>
          </p:nvPr>
        </p:nvSpPr>
        <p:spPr>
          <a:xfrm>
            <a:off x="530491" y="1311566"/>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6" name="Espace réservé du contenu 21">
            <a:extLst>
              <a:ext uri="{FF2B5EF4-FFF2-40B4-BE49-F238E27FC236}">
                <a16:creationId xmlns:a16="http://schemas.microsoft.com/office/drawing/2014/main" id="{E13D816A-96A5-E740-3879-F5E9E4452568}"/>
              </a:ext>
            </a:extLst>
          </p:cNvPr>
          <p:cNvSpPr>
            <a:spLocks noGrp="1"/>
          </p:cNvSpPr>
          <p:nvPr>
            <p:ph sz="quarter" idx="19" hasCustomPrompt="1"/>
          </p:nvPr>
        </p:nvSpPr>
        <p:spPr>
          <a:xfrm>
            <a:off x="6096000" y="1311566"/>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488570142"/>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sual + Text 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4" name="Espace réservé pour une image  13">
            <a:extLst>
              <a:ext uri="{FF2B5EF4-FFF2-40B4-BE49-F238E27FC236}">
                <a16:creationId xmlns:a16="http://schemas.microsoft.com/office/drawing/2014/main" id="{38D86220-0F72-0664-415F-63D7A504E8B3}"/>
              </a:ext>
            </a:extLst>
          </p:cNvPr>
          <p:cNvSpPr>
            <a:spLocks noGrp="1"/>
          </p:cNvSpPr>
          <p:nvPr>
            <p:ph type="pic" sz="quarter" idx="16"/>
          </p:nvPr>
        </p:nvSpPr>
        <p:spPr>
          <a:xfrm>
            <a:off x="0" y="1493753"/>
            <a:ext cx="5267326" cy="4932263"/>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4" name="Espace réservé du contenu 21">
            <a:extLst>
              <a:ext uri="{FF2B5EF4-FFF2-40B4-BE49-F238E27FC236}">
                <a16:creationId xmlns:a16="http://schemas.microsoft.com/office/drawing/2014/main" id="{A336A960-9509-378A-2C7C-48F4B9A84083}"/>
              </a:ext>
            </a:extLst>
          </p:cNvPr>
          <p:cNvSpPr>
            <a:spLocks noGrp="1"/>
          </p:cNvSpPr>
          <p:nvPr>
            <p:ph sz="quarter" idx="19" hasCustomPrompt="1"/>
          </p:nvPr>
        </p:nvSpPr>
        <p:spPr>
          <a:xfrm>
            <a:off x="6096000" y="1565340"/>
            <a:ext cx="5184000" cy="478908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69860586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sual + Text 2">
    <p:spTree>
      <p:nvGrpSpPr>
        <p:cNvPr id="1" name=""/>
        <p:cNvGrpSpPr/>
        <p:nvPr/>
      </p:nvGrpSpPr>
      <p:grpSpPr>
        <a:xfrm>
          <a:off x="0" y="0"/>
          <a:ext cx="0" cy="0"/>
          <a:chOff x="0" y="0"/>
          <a:chExt cx="0" cy="0"/>
        </a:xfrm>
      </p:grpSpPr>
      <p:sp>
        <p:nvSpPr>
          <p:cNvPr id="4" name="Espace réservé pour une image  13">
            <a:extLst>
              <a:ext uri="{FF2B5EF4-FFF2-40B4-BE49-F238E27FC236}">
                <a16:creationId xmlns:a16="http://schemas.microsoft.com/office/drawing/2014/main" id="{BD2AFEDC-3367-5D56-E0FE-3D809EBFD1FE}"/>
              </a:ext>
            </a:extLst>
          </p:cNvPr>
          <p:cNvSpPr>
            <a:spLocks noGrp="1"/>
          </p:cNvSpPr>
          <p:nvPr>
            <p:ph type="pic" sz="quarter" idx="19"/>
          </p:nvPr>
        </p:nvSpPr>
        <p:spPr>
          <a:xfrm>
            <a:off x="0" y="892645"/>
            <a:ext cx="6791324" cy="5591175"/>
          </a:xfrm>
          <a:custGeom>
            <a:avLst/>
            <a:gdLst>
              <a:gd name="csX0" fmla="*/ 0 w 5267326"/>
              <a:gd name="csY0" fmla="*/ 0 h 4310676"/>
              <a:gd name="csX1" fmla="*/ 5103650 w 5267326"/>
              <a:gd name="csY1" fmla="*/ 0 h 4310676"/>
              <a:gd name="csX2" fmla="*/ 5267326 w 5267326"/>
              <a:gd name="csY2" fmla="*/ 163676 h 4310676"/>
              <a:gd name="csX3" fmla="*/ 5267326 w 5267326"/>
              <a:gd name="csY3" fmla="*/ 4147000 h 4310676"/>
              <a:gd name="csX4" fmla="*/ 5103650 w 5267326"/>
              <a:gd name="csY4" fmla="*/ 4310676 h 4310676"/>
              <a:gd name="csX5" fmla="*/ 0 w 5267326"/>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5267326" h="4310676">
                <a:moveTo>
                  <a:pt x="0" y="0"/>
                </a:moveTo>
                <a:lnTo>
                  <a:pt x="5103650" y="0"/>
                </a:lnTo>
                <a:cubicBezTo>
                  <a:pt x="5194046" y="0"/>
                  <a:pt x="5267326" y="73280"/>
                  <a:pt x="5267326" y="163676"/>
                </a:cubicBezTo>
                <a:lnTo>
                  <a:pt x="5267326" y="4147000"/>
                </a:lnTo>
                <a:cubicBezTo>
                  <a:pt x="5267326" y="4237396"/>
                  <a:pt x="5194046" y="4310676"/>
                  <a:pt x="5103650"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7294607" y="1080000"/>
            <a:ext cx="4140000"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5" name="Espace réservé du contenu 21">
            <a:extLst>
              <a:ext uri="{FF2B5EF4-FFF2-40B4-BE49-F238E27FC236}">
                <a16:creationId xmlns:a16="http://schemas.microsoft.com/office/drawing/2014/main" id="{8646DCE0-7C18-7D05-005E-626BBFA8988F}"/>
              </a:ext>
            </a:extLst>
          </p:cNvPr>
          <p:cNvSpPr>
            <a:spLocks noGrp="1"/>
          </p:cNvSpPr>
          <p:nvPr>
            <p:ph sz="quarter" idx="20" hasCustomPrompt="1"/>
          </p:nvPr>
        </p:nvSpPr>
        <p:spPr>
          <a:xfrm>
            <a:off x="7294607" y="201599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51854146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sual + Text 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5" name="Espace réservé pour une image  14">
            <a:extLst>
              <a:ext uri="{FF2B5EF4-FFF2-40B4-BE49-F238E27FC236}">
                <a16:creationId xmlns:a16="http://schemas.microsoft.com/office/drawing/2014/main" id="{E71099F0-9837-CDC2-D13B-2C145F712980}"/>
              </a:ext>
            </a:extLst>
          </p:cNvPr>
          <p:cNvSpPr>
            <a:spLocks noGrp="1"/>
          </p:cNvSpPr>
          <p:nvPr>
            <p:ph type="pic" sz="quarter" idx="17"/>
          </p:nvPr>
        </p:nvSpPr>
        <p:spPr>
          <a:xfrm>
            <a:off x="1" y="1864966"/>
            <a:ext cx="3781889" cy="4310676"/>
          </a:xfrm>
          <a:custGeom>
            <a:avLst/>
            <a:gdLst>
              <a:gd name="csX0" fmla="*/ 0 w 3781889"/>
              <a:gd name="csY0" fmla="*/ 0 h 4310676"/>
              <a:gd name="csX1" fmla="*/ 3618213 w 3781889"/>
              <a:gd name="csY1" fmla="*/ 0 h 4310676"/>
              <a:gd name="csX2" fmla="*/ 3781889 w 3781889"/>
              <a:gd name="csY2" fmla="*/ 163676 h 4310676"/>
              <a:gd name="csX3" fmla="*/ 3781889 w 3781889"/>
              <a:gd name="csY3" fmla="*/ 4147000 h 4310676"/>
              <a:gd name="csX4" fmla="*/ 3618213 w 3781889"/>
              <a:gd name="csY4" fmla="*/ 4310676 h 4310676"/>
              <a:gd name="csX5" fmla="*/ 0 w 3781889"/>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3781889" h="4310676">
                <a:moveTo>
                  <a:pt x="0" y="0"/>
                </a:moveTo>
                <a:lnTo>
                  <a:pt x="3618213" y="0"/>
                </a:lnTo>
                <a:cubicBezTo>
                  <a:pt x="3708609" y="0"/>
                  <a:pt x="3781889" y="73280"/>
                  <a:pt x="3781889" y="163676"/>
                </a:cubicBezTo>
                <a:lnTo>
                  <a:pt x="3781889" y="4147000"/>
                </a:lnTo>
                <a:cubicBezTo>
                  <a:pt x="3781889" y="4237396"/>
                  <a:pt x="3708609" y="4310676"/>
                  <a:pt x="3618213"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5" name="Espace réservé du contenu 21">
            <a:extLst>
              <a:ext uri="{FF2B5EF4-FFF2-40B4-BE49-F238E27FC236}">
                <a16:creationId xmlns:a16="http://schemas.microsoft.com/office/drawing/2014/main" id="{B81135C6-4BEB-3A5B-7DD9-F906638A24FC}"/>
              </a:ext>
            </a:extLst>
          </p:cNvPr>
          <p:cNvSpPr>
            <a:spLocks noGrp="1"/>
          </p:cNvSpPr>
          <p:nvPr>
            <p:ph sz="quarter" idx="20" hasCustomPrompt="1"/>
          </p:nvPr>
        </p:nvSpPr>
        <p:spPr>
          <a:xfrm>
            <a:off x="8135569"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6" name="Espace réservé du contenu 21">
            <a:extLst>
              <a:ext uri="{FF2B5EF4-FFF2-40B4-BE49-F238E27FC236}">
                <a16:creationId xmlns:a16="http://schemas.microsoft.com/office/drawing/2014/main" id="{EECB0F45-13C5-5462-45E9-532F2CFB8E31}"/>
              </a:ext>
            </a:extLst>
          </p:cNvPr>
          <p:cNvSpPr>
            <a:spLocks noGrp="1"/>
          </p:cNvSpPr>
          <p:nvPr>
            <p:ph sz="quarter" idx="19" hasCustomPrompt="1"/>
          </p:nvPr>
        </p:nvSpPr>
        <p:spPr>
          <a:xfrm>
            <a:off x="4056432"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17299357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sual + Text 4">
    <p:spTree>
      <p:nvGrpSpPr>
        <p:cNvPr id="1" name=""/>
        <p:cNvGrpSpPr/>
        <p:nvPr/>
      </p:nvGrpSpPr>
      <p:grpSpPr>
        <a:xfrm>
          <a:off x="0" y="0"/>
          <a:ext cx="0" cy="0"/>
          <a:chOff x="0" y="0"/>
          <a:chExt cx="0" cy="0"/>
        </a:xfrm>
      </p:grpSpPr>
      <p:sp>
        <p:nvSpPr>
          <p:cNvPr id="6" name="Espace réservé pour une image  14">
            <a:extLst>
              <a:ext uri="{FF2B5EF4-FFF2-40B4-BE49-F238E27FC236}">
                <a16:creationId xmlns:a16="http://schemas.microsoft.com/office/drawing/2014/main" id="{62714481-AE65-C9EB-969B-5C94FD60DB2A}"/>
              </a:ext>
            </a:extLst>
          </p:cNvPr>
          <p:cNvSpPr>
            <a:spLocks noGrp="1"/>
          </p:cNvSpPr>
          <p:nvPr>
            <p:ph type="pic" sz="quarter" idx="17"/>
          </p:nvPr>
        </p:nvSpPr>
        <p:spPr>
          <a:xfrm>
            <a:off x="1" y="1073019"/>
            <a:ext cx="3781889" cy="5417781"/>
          </a:xfrm>
          <a:custGeom>
            <a:avLst/>
            <a:gdLst>
              <a:gd name="csX0" fmla="*/ 0 w 3781889"/>
              <a:gd name="csY0" fmla="*/ 0 h 4310676"/>
              <a:gd name="csX1" fmla="*/ 3618213 w 3781889"/>
              <a:gd name="csY1" fmla="*/ 0 h 4310676"/>
              <a:gd name="csX2" fmla="*/ 3781889 w 3781889"/>
              <a:gd name="csY2" fmla="*/ 163676 h 4310676"/>
              <a:gd name="csX3" fmla="*/ 3781889 w 3781889"/>
              <a:gd name="csY3" fmla="*/ 4147000 h 4310676"/>
              <a:gd name="csX4" fmla="*/ 3618213 w 3781889"/>
              <a:gd name="csY4" fmla="*/ 4310676 h 4310676"/>
              <a:gd name="csX5" fmla="*/ 0 w 3781889"/>
              <a:gd name="csY5" fmla="*/ 4310676 h 4310676"/>
            </a:gdLst>
            <a:ahLst/>
            <a:cxnLst>
              <a:cxn ang="0">
                <a:pos x="csX0" y="csY0"/>
              </a:cxn>
              <a:cxn ang="0">
                <a:pos x="csX1" y="csY1"/>
              </a:cxn>
              <a:cxn ang="0">
                <a:pos x="csX2" y="csY2"/>
              </a:cxn>
              <a:cxn ang="0">
                <a:pos x="csX3" y="csY3"/>
              </a:cxn>
              <a:cxn ang="0">
                <a:pos x="csX4" y="csY4"/>
              </a:cxn>
              <a:cxn ang="0">
                <a:pos x="csX5" y="csY5"/>
              </a:cxn>
            </a:cxnLst>
            <a:rect l="l" t="t" r="r" b="b"/>
            <a:pathLst>
              <a:path w="3781889" h="4310676">
                <a:moveTo>
                  <a:pt x="0" y="0"/>
                </a:moveTo>
                <a:lnTo>
                  <a:pt x="3618213" y="0"/>
                </a:lnTo>
                <a:cubicBezTo>
                  <a:pt x="3708609" y="0"/>
                  <a:pt x="3781889" y="73280"/>
                  <a:pt x="3781889" y="163676"/>
                </a:cubicBezTo>
                <a:lnTo>
                  <a:pt x="3781889" y="4147000"/>
                </a:lnTo>
                <a:cubicBezTo>
                  <a:pt x="3781889" y="4237396"/>
                  <a:pt x="3708609" y="4310676"/>
                  <a:pt x="3618213" y="4310676"/>
                </a:cubicBezTo>
                <a:lnTo>
                  <a:pt x="0" y="4310676"/>
                </a:lnTo>
                <a:close/>
              </a:path>
            </a:pathLst>
          </a:custGeom>
          <a:solidFill>
            <a:schemeClr val="tx2"/>
          </a:solidFill>
        </p:spPr>
        <p:txBody>
          <a:bodyPr wrap="square">
            <a:noAutofit/>
          </a:bodyPr>
          <a:lstStyle>
            <a:lvl1pPr>
              <a:defRPr>
                <a:solidFill>
                  <a:schemeClr val="tx1"/>
                </a:solidFill>
              </a:defRPr>
            </a:lvl1pPr>
          </a:lstStyle>
          <a:p>
            <a:r>
              <a:rPr lang="fr-FR"/>
              <a:t>Cliquez sur l'icône pour ajouter une image</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4423629" y="1080000"/>
            <a:ext cx="7135911"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5" name="Espace réservé du contenu 21">
            <a:extLst>
              <a:ext uri="{FF2B5EF4-FFF2-40B4-BE49-F238E27FC236}">
                <a16:creationId xmlns:a16="http://schemas.microsoft.com/office/drawing/2014/main" id="{ACB96E86-3B5E-003B-A3CE-73E5418678CE}"/>
              </a:ext>
            </a:extLst>
          </p:cNvPr>
          <p:cNvSpPr>
            <a:spLocks noGrp="1"/>
          </p:cNvSpPr>
          <p:nvPr>
            <p:ph sz="quarter" idx="20" hasCustomPrompt="1"/>
          </p:nvPr>
        </p:nvSpPr>
        <p:spPr>
          <a:xfrm>
            <a:off x="8135569"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
        <p:nvSpPr>
          <p:cNvPr id="7" name="Espace réservé du contenu 21">
            <a:extLst>
              <a:ext uri="{FF2B5EF4-FFF2-40B4-BE49-F238E27FC236}">
                <a16:creationId xmlns:a16="http://schemas.microsoft.com/office/drawing/2014/main" id="{B166E82B-13AC-1530-9631-5C2B76D83634}"/>
              </a:ext>
            </a:extLst>
          </p:cNvPr>
          <p:cNvSpPr>
            <a:spLocks noGrp="1"/>
          </p:cNvSpPr>
          <p:nvPr>
            <p:ph sz="quarter" idx="19" hasCustomPrompt="1"/>
          </p:nvPr>
        </p:nvSpPr>
        <p:spPr>
          <a:xfrm>
            <a:off x="4056432" y="2233649"/>
            <a:ext cx="3678715" cy="3469134"/>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04190789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Visual + Tex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612000" y="1080000"/>
            <a:ext cx="4109146"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7" name="Espace réservé pour une image  6">
            <a:extLst>
              <a:ext uri="{FF2B5EF4-FFF2-40B4-BE49-F238E27FC236}">
                <a16:creationId xmlns:a16="http://schemas.microsoft.com/office/drawing/2014/main" id="{7A658696-2E74-4E57-BD82-619448BE6B79}"/>
              </a:ext>
            </a:extLst>
          </p:cNvPr>
          <p:cNvSpPr>
            <a:spLocks noGrp="1"/>
          </p:cNvSpPr>
          <p:nvPr>
            <p:ph type="pic" sz="quarter" idx="16"/>
          </p:nvPr>
        </p:nvSpPr>
        <p:spPr>
          <a:xfrm>
            <a:off x="5448300" y="1426037"/>
            <a:ext cx="3022600" cy="2950693"/>
          </a:xfrm>
          <a:prstGeom prst="roundRect">
            <a:avLst>
              <a:gd name="adj" fmla="val 849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8" name="Espace réservé pour une image  6">
            <a:extLst>
              <a:ext uri="{FF2B5EF4-FFF2-40B4-BE49-F238E27FC236}">
                <a16:creationId xmlns:a16="http://schemas.microsoft.com/office/drawing/2014/main" id="{679013FC-C826-EE0C-4256-11DAFBCE9641}"/>
              </a:ext>
            </a:extLst>
          </p:cNvPr>
          <p:cNvSpPr>
            <a:spLocks noGrp="1"/>
          </p:cNvSpPr>
          <p:nvPr>
            <p:ph type="pic" sz="quarter" idx="17"/>
          </p:nvPr>
        </p:nvSpPr>
        <p:spPr>
          <a:xfrm>
            <a:off x="8676640" y="2009204"/>
            <a:ext cx="3022600" cy="3802626"/>
          </a:xfrm>
          <a:prstGeom prst="roundRect">
            <a:avLst>
              <a:gd name="adj" fmla="val 5941"/>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9" name="Espace réservé pour une image  6">
            <a:extLst>
              <a:ext uri="{FF2B5EF4-FFF2-40B4-BE49-F238E27FC236}">
                <a16:creationId xmlns:a16="http://schemas.microsoft.com/office/drawing/2014/main" id="{2117B659-0B50-19FD-08E3-150DACC4F7DD}"/>
              </a:ext>
            </a:extLst>
          </p:cNvPr>
          <p:cNvSpPr>
            <a:spLocks noGrp="1"/>
          </p:cNvSpPr>
          <p:nvPr>
            <p:ph type="pic" sz="quarter" idx="18"/>
          </p:nvPr>
        </p:nvSpPr>
        <p:spPr>
          <a:xfrm>
            <a:off x="5448300" y="4522780"/>
            <a:ext cx="3022600" cy="1873872"/>
          </a:xfrm>
          <a:prstGeom prst="roundRect">
            <a:avLst>
              <a:gd name="adj" fmla="val 1178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4" name="Espace réservé du contenu 21">
            <a:extLst>
              <a:ext uri="{FF2B5EF4-FFF2-40B4-BE49-F238E27FC236}">
                <a16:creationId xmlns:a16="http://schemas.microsoft.com/office/drawing/2014/main" id="{9F465F94-35CF-4426-B66E-461015B7F733}"/>
              </a:ext>
            </a:extLst>
          </p:cNvPr>
          <p:cNvSpPr>
            <a:spLocks noGrp="1"/>
          </p:cNvSpPr>
          <p:nvPr>
            <p:ph sz="quarter" idx="20" hasCustomPrompt="1"/>
          </p:nvPr>
        </p:nvSpPr>
        <p:spPr>
          <a:xfrm>
            <a:off x="612000" y="207695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84649776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Visuals + Text A">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1152000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632460"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7" name="Espace réservé pour une image  6">
            <a:extLst>
              <a:ext uri="{FF2B5EF4-FFF2-40B4-BE49-F238E27FC236}">
                <a16:creationId xmlns:a16="http://schemas.microsoft.com/office/drawing/2014/main" id="{7A658696-2E74-4E57-BD82-619448BE6B79}"/>
              </a:ext>
            </a:extLst>
          </p:cNvPr>
          <p:cNvSpPr>
            <a:spLocks noGrp="1"/>
          </p:cNvSpPr>
          <p:nvPr>
            <p:ph type="pic" sz="quarter" idx="16"/>
          </p:nvPr>
        </p:nvSpPr>
        <p:spPr>
          <a:xfrm>
            <a:off x="632460"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6" name="Espace réservé pour une image  6">
            <a:extLst>
              <a:ext uri="{FF2B5EF4-FFF2-40B4-BE49-F238E27FC236}">
                <a16:creationId xmlns:a16="http://schemas.microsoft.com/office/drawing/2014/main" id="{14D4E751-7C5E-25E9-DBDD-6B0250F52699}"/>
              </a:ext>
            </a:extLst>
          </p:cNvPr>
          <p:cNvSpPr>
            <a:spLocks noGrp="1"/>
          </p:cNvSpPr>
          <p:nvPr>
            <p:ph type="pic" sz="quarter" idx="17"/>
          </p:nvPr>
        </p:nvSpPr>
        <p:spPr>
          <a:xfrm>
            <a:off x="3434715"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2" name="Espace réservé pour une image  6">
            <a:extLst>
              <a:ext uri="{FF2B5EF4-FFF2-40B4-BE49-F238E27FC236}">
                <a16:creationId xmlns:a16="http://schemas.microsoft.com/office/drawing/2014/main" id="{6D10E79C-A409-A977-1062-EEE5D94B51D1}"/>
              </a:ext>
            </a:extLst>
          </p:cNvPr>
          <p:cNvSpPr>
            <a:spLocks noGrp="1"/>
          </p:cNvSpPr>
          <p:nvPr>
            <p:ph type="pic" sz="quarter" idx="18"/>
          </p:nvPr>
        </p:nvSpPr>
        <p:spPr>
          <a:xfrm>
            <a:off x="6236970"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4" name="Espace réservé pour une image  6">
            <a:extLst>
              <a:ext uri="{FF2B5EF4-FFF2-40B4-BE49-F238E27FC236}">
                <a16:creationId xmlns:a16="http://schemas.microsoft.com/office/drawing/2014/main" id="{50E25C96-C4F7-3B75-4233-A5061239E558}"/>
              </a:ext>
            </a:extLst>
          </p:cNvPr>
          <p:cNvSpPr>
            <a:spLocks noGrp="1"/>
          </p:cNvSpPr>
          <p:nvPr>
            <p:ph type="pic" sz="quarter" idx="19"/>
          </p:nvPr>
        </p:nvSpPr>
        <p:spPr>
          <a:xfrm>
            <a:off x="9039225" y="1443008"/>
            <a:ext cx="2520315" cy="2442135"/>
          </a:xfrm>
          <a:prstGeom prst="roundRect">
            <a:avLst>
              <a:gd name="adj" fmla="val 10837"/>
            </a:avLst>
          </a:prstGeom>
          <a:solidFill>
            <a:schemeClr val="tx2"/>
          </a:solidFill>
        </p:spPr>
        <p:txBody>
          <a:bodyPr>
            <a:noAutofit/>
          </a:bodyPr>
          <a:lstStyle>
            <a:lvl1pPr>
              <a:defRPr>
                <a:solidFill>
                  <a:schemeClr val="tx1"/>
                </a:solidFill>
              </a:defRPr>
            </a:lvl1pPr>
          </a:lstStyle>
          <a:p>
            <a:r>
              <a:rPr lang="fr-FR"/>
              <a:t>Cliquez sur l'icône pour ajouter une image</a:t>
            </a:r>
          </a:p>
        </p:txBody>
      </p:sp>
      <p:sp>
        <p:nvSpPr>
          <p:cNvPr id="15" name="Espace réservé du texte 6">
            <a:extLst>
              <a:ext uri="{FF2B5EF4-FFF2-40B4-BE49-F238E27FC236}">
                <a16:creationId xmlns:a16="http://schemas.microsoft.com/office/drawing/2014/main" id="{DD2DBD3F-BE73-3D2A-31B6-A6A7EF44998C}"/>
              </a:ext>
            </a:extLst>
          </p:cNvPr>
          <p:cNvSpPr>
            <a:spLocks noGrp="1"/>
          </p:cNvSpPr>
          <p:nvPr>
            <p:ph type="body" sz="quarter" idx="20" hasCustomPrompt="1"/>
          </p:nvPr>
        </p:nvSpPr>
        <p:spPr>
          <a:xfrm>
            <a:off x="3434715"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16" name="Espace réservé du texte 6">
            <a:extLst>
              <a:ext uri="{FF2B5EF4-FFF2-40B4-BE49-F238E27FC236}">
                <a16:creationId xmlns:a16="http://schemas.microsoft.com/office/drawing/2014/main" id="{169C0102-A8AC-EAE6-CD00-A9EF08F586AA}"/>
              </a:ext>
            </a:extLst>
          </p:cNvPr>
          <p:cNvSpPr>
            <a:spLocks noGrp="1"/>
          </p:cNvSpPr>
          <p:nvPr>
            <p:ph type="body" sz="quarter" idx="21" hasCustomPrompt="1"/>
          </p:nvPr>
        </p:nvSpPr>
        <p:spPr>
          <a:xfrm>
            <a:off x="6236970"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
        <p:nvSpPr>
          <p:cNvPr id="17" name="Espace réservé du texte 6">
            <a:extLst>
              <a:ext uri="{FF2B5EF4-FFF2-40B4-BE49-F238E27FC236}">
                <a16:creationId xmlns:a16="http://schemas.microsoft.com/office/drawing/2014/main" id="{2EE8B1CF-0EB8-E1AD-576B-7E63241A7D12}"/>
              </a:ext>
            </a:extLst>
          </p:cNvPr>
          <p:cNvSpPr>
            <a:spLocks noGrp="1"/>
          </p:cNvSpPr>
          <p:nvPr>
            <p:ph type="body" sz="quarter" idx="22" hasCustomPrompt="1"/>
          </p:nvPr>
        </p:nvSpPr>
        <p:spPr>
          <a:xfrm>
            <a:off x="9039225" y="4459236"/>
            <a:ext cx="2376747" cy="1322221"/>
          </a:xfrm>
          <a:prstGeom prst="rect">
            <a:avLst/>
          </a:prstGeom>
        </p:spPr>
        <p:txBody>
          <a:bodyPr/>
          <a:lstStyle>
            <a:lvl1pPr>
              <a:lnSpc>
                <a:spcPts val="2050"/>
              </a:lnSpc>
              <a:defRPr sz="1300">
                <a:solidFill>
                  <a:schemeClr val="tx1"/>
                </a:solidFill>
              </a:defRPr>
            </a:lvl1pPr>
            <a:lvl2pPr>
              <a:lnSpc>
                <a:spcPct val="130000"/>
              </a:lnSpc>
              <a:buNone/>
              <a:defRPr sz="1500" b="1">
                <a:solidFill>
                  <a:schemeClr val="tx2"/>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a:t>
            </a:r>
          </a:p>
          <a:p>
            <a:pPr lvl="0"/>
            <a:r>
              <a:rPr lang="en-US" noProof="0" err="1"/>
              <a:t>iusto</a:t>
            </a:r>
            <a:r>
              <a:rPr lang="en-US" noProof="0"/>
              <a:t> </a:t>
            </a:r>
            <a:r>
              <a:rPr lang="en-US" noProof="0" err="1"/>
              <a:t>odio</a:t>
            </a:r>
            <a:r>
              <a:rPr lang="en-US" noProof="0"/>
              <a:t> </a:t>
            </a:r>
            <a:r>
              <a:rPr lang="en-US" noProof="0" err="1"/>
              <a:t>dignissimos</a:t>
            </a:r>
            <a:r>
              <a:rPr lang="en-US" noProof="0"/>
              <a:t> </a:t>
            </a:r>
            <a:r>
              <a:rPr lang="en-US" noProof="0" err="1"/>
              <a:t>ducimus</a:t>
            </a:r>
            <a:r>
              <a:rPr lang="en-US" noProof="0"/>
              <a:t> qui </a:t>
            </a:r>
            <a:r>
              <a:rPr lang="en-US" noProof="0" err="1"/>
              <a:t>blanditiis</a:t>
            </a:r>
            <a:r>
              <a:rPr lang="en-US" noProof="0"/>
              <a:t> </a:t>
            </a:r>
            <a:r>
              <a:rPr lang="en-US" noProof="0" err="1"/>
              <a:t>praesentium</a:t>
            </a:r>
            <a:r>
              <a:rPr lang="en-US" noProof="0"/>
              <a:t> </a:t>
            </a:r>
            <a:r>
              <a:rPr lang="en-US" noProof="0" err="1"/>
              <a:t>voluptatum</a:t>
            </a:r>
            <a:r>
              <a:rPr lang="en-US" noProof="0"/>
              <a:t> </a:t>
            </a:r>
            <a:r>
              <a:rPr lang="en-US" noProof="0" err="1"/>
              <a:t>deleniti</a:t>
            </a:r>
            <a:r>
              <a:rPr lang="en-US" noProof="0"/>
              <a:t> </a:t>
            </a:r>
            <a:r>
              <a:rPr lang="en-US" noProof="0" err="1"/>
              <a:t>atque</a:t>
            </a:r>
            <a:r>
              <a:rPr lang="en-US" noProof="0"/>
              <a:t> </a:t>
            </a:r>
            <a:r>
              <a:rPr lang="en-US" noProof="0" err="1"/>
              <a:t>corrupti</a:t>
            </a:r>
            <a:endParaRPr lang="en-US" noProof="0"/>
          </a:p>
        </p:txBody>
      </p:sp>
    </p:spTree>
    <p:extLst>
      <p:ext uri="{BB962C8B-B14F-4D97-AF65-F5344CB8AC3E}">
        <p14:creationId xmlns:p14="http://schemas.microsoft.com/office/powerpoint/2010/main" val="215463447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FB16D5F-0340-4E2D-1799-F5DDD324DC69}"/>
              </a:ext>
            </a:extLst>
          </p:cNvPr>
          <p:cNvSpPr/>
          <p:nvPr userDrawn="1"/>
        </p:nvSpPr>
        <p:spPr>
          <a:xfrm>
            <a:off x="8401454" y="0"/>
            <a:ext cx="379054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80000" y="216000"/>
            <a:ext cx="7495540"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1321435" y="233548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8" name="Espace réservé du texte 6">
            <a:extLst>
              <a:ext uri="{FF2B5EF4-FFF2-40B4-BE49-F238E27FC236}">
                <a16:creationId xmlns:a16="http://schemas.microsoft.com/office/drawing/2014/main" id="{61577EF3-BD1A-E151-920A-053FD62AF65E}"/>
              </a:ext>
            </a:extLst>
          </p:cNvPr>
          <p:cNvSpPr>
            <a:spLocks noGrp="1"/>
          </p:cNvSpPr>
          <p:nvPr>
            <p:ph type="body" sz="quarter" idx="16" hasCustomPrompt="1"/>
          </p:nvPr>
        </p:nvSpPr>
        <p:spPr>
          <a:xfrm>
            <a:off x="1321435" y="3754714"/>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9" name="Espace réservé du texte 6">
            <a:extLst>
              <a:ext uri="{FF2B5EF4-FFF2-40B4-BE49-F238E27FC236}">
                <a16:creationId xmlns:a16="http://schemas.microsoft.com/office/drawing/2014/main" id="{67D2B0E9-A896-70A2-9EA0-756EE7FCC616}"/>
              </a:ext>
            </a:extLst>
          </p:cNvPr>
          <p:cNvSpPr>
            <a:spLocks noGrp="1"/>
          </p:cNvSpPr>
          <p:nvPr>
            <p:ph type="body" sz="quarter" idx="17" hasCustomPrompt="1"/>
          </p:nvPr>
        </p:nvSpPr>
        <p:spPr>
          <a:xfrm>
            <a:off x="1321435" y="517393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fr-FR"/>
              <a:t>At </a:t>
            </a:r>
            <a:r>
              <a:rPr lang="fr-FR" err="1"/>
              <a:t>vero</a:t>
            </a:r>
            <a:r>
              <a:rPr lang="fr-FR"/>
              <a:t> </a:t>
            </a:r>
            <a:r>
              <a:rPr lang="fr-FR" err="1"/>
              <a:t>eos</a:t>
            </a:r>
            <a:r>
              <a:rPr lang="fr-FR"/>
              <a:t> et </a:t>
            </a:r>
            <a:r>
              <a:rPr lang="fr-FR" err="1"/>
              <a:t>accusamus</a:t>
            </a:r>
            <a:r>
              <a:rPr lang="fr-FR"/>
              <a:t> et </a:t>
            </a:r>
            <a:r>
              <a:rPr lang="fr-FR" err="1"/>
              <a:t>iusto</a:t>
            </a:r>
            <a:endParaRPr lang="fr-FR"/>
          </a:p>
          <a:p>
            <a:pPr lvl="1"/>
            <a:r>
              <a:rPr lang="fr-FR" err="1"/>
              <a:t>odio</a:t>
            </a:r>
            <a:r>
              <a:rPr lang="fr-FR"/>
              <a:t> </a:t>
            </a:r>
            <a:r>
              <a:rPr lang="fr-FR" err="1"/>
              <a:t>dignissimos</a:t>
            </a:r>
            <a:endParaRPr lang="fr-FR"/>
          </a:p>
          <a:p>
            <a:pPr lvl="0"/>
            <a:r>
              <a:rPr lang="fr-FR" err="1"/>
              <a:t>Cupiditate</a:t>
            </a:r>
            <a:r>
              <a:rPr lang="fr-FR"/>
              <a:t> non provident </a:t>
            </a:r>
            <a:r>
              <a:rPr lang="fr-FR" err="1"/>
              <a:t>similique</a:t>
            </a:r>
            <a:r>
              <a:rPr lang="fr-FR"/>
              <a:t> </a:t>
            </a:r>
            <a:r>
              <a:rPr lang="fr-FR" err="1"/>
              <a:t>sunt</a:t>
            </a:r>
            <a:r>
              <a:rPr lang="fr-FR"/>
              <a:t> in </a:t>
            </a:r>
            <a:r>
              <a:rPr lang="fr-FR" err="1"/>
              <a:t>atque</a:t>
            </a:r>
            <a:r>
              <a:rPr lang="fr-FR"/>
              <a:t> </a:t>
            </a:r>
            <a:r>
              <a:rPr lang="fr-FR" err="1"/>
              <a:t>corrupti</a:t>
            </a:r>
            <a:r>
              <a:rPr lang="fr-FR"/>
              <a:t> quo.</a:t>
            </a:r>
          </a:p>
        </p:txBody>
      </p:sp>
      <p:sp>
        <p:nvSpPr>
          <p:cNvPr id="13" name="Espace réservé du texte 6">
            <a:extLst>
              <a:ext uri="{FF2B5EF4-FFF2-40B4-BE49-F238E27FC236}">
                <a16:creationId xmlns:a16="http://schemas.microsoft.com/office/drawing/2014/main" id="{0F5F9F93-9C0C-4EDD-762A-6EE308002700}"/>
              </a:ext>
            </a:extLst>
          </p:cNvPr>
          <p:cNvSpPr>
            <a:spLocks noGrp="1"/>
          </p:cNvSpPr>
          <p:nvPr>
            <p:ph type="body" sz="quarter" idx="18" hasCustomPrompt="1"/>
          </p:nvPr>
        </p:nvSpPr>
        <p:spPr>
          <a:xfrm>
            <a:off x="5198110" y="233548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18" name="Espace réservé du texte 6">
            <a:extLst>
              <a:ext uri="{FF2B5EF4-FFF2-40B4-BE49-F238E27FC236}">
                <a16:creationId xmlns:a16="http://schemas.microsoft.com/office/drawing/2014/main" id="{05C56971-27A6-1F8B-715C-25E414D52A65}"/>
              </a:ext>
            </a:extLst>
          </p:cNvPr>
          <p:cNvSpPr>
            <a:spLocks noGrp="1"/>
          </p:cNvSpPr>
          <p:nvPr>
            <p:ph type="body" sz="quarter" idx="19" hasCustomPrompt="1"/>
          </p:nvPr>
        </p:nvSpPr>
        <p:spPr>
          <a:xfrm>
            <a:off x="5198110" y="3754714"/>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19" name="Espace réservé du texte 6">
            <a:extLst>
              <a:ext uri="{FF2B5EF4-FFF2-40B4-BE49-F238E27FC236}">
                <a16:creationId xmlns:a16="http://schemas.microsoft.com/office/drawing/2014/main" id="{1D61F0A1-5B50-86BF-A3AB-F5616C65D201}"/>
              </a:ext>
            </a:extLst>
          </p:cNvPr>
          <p:cNvSpPr>
            <a:spLocks noGrp="1"/>
          </p:cNvSpPr>
          <p:nvPr>
            <p:ph type="body" sz="quarter" idx="20" hasCustomPrompt="1"/>
          </p:nvPr>
        </p:nvSpPr>
        <p:spPr>
          <a:xfrm>
            <a:off x="5198110" y="5173939"/>
            <a:ext cx="2742565" cy="942822"/>
          </a:xfrm>
          <a:prstGeom prst="rect">
            <a:avLst/>
          </a:prstGeom>
        </p:spPr>
        <p:txBody>
          <a:bodyPr anchor="ctr"/>
          <a:lstStyle>
            <a:lvl1pPr>
              <a:lnSpc>
                <a:spcPct val="130000"/>
              </a:lnSpc>
              <a:defRPr sz="1200">
                <a:solidFill>
                  <a:schemeClr val="tx1"/>
                </a:solidFill>
              </a:defRPr>
            </a:lvl1pPr>
            <a:lvl2pPr>
              <a:lnSpc>
                <a:spcPct val="130000"/>
              </a:lnSpc>
              <a:buNone/>
              <a:defRPr sz="1200" b="1">
                <a:solidFill>
                  <a:schemeClr val="tx1"/>
                </a:solidFill>
              </a:defRPr>
            </a:lvl2pPr>
            <a:lvl3pPr>
              <a:defRPr sz="1400"/>
            </a:lvl3pPr>
            <a:lvl4pPr>
              <a:defRPr sz="1600"/>
            </a:lvl4pPr>
            <a:lvl5pPr>
              <a:defRPr sz="1400"/>
            </a:lvl5pPr>
          </a:lstStyle>
          <a:p>
            <a:pPr lvl="1"/>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1"/>
            <a:r>
              <a:rPr lang="en-US" noProof="0" err="1"/>
              <a:t>odio</a:t>
            </a:r>
            <a:r>
              <a:rPr lang="en-US" noProof="0"/>
              <a:t> </a:t>
            </a:r>
            <a:r>
              <a:rPr lang="en-US" noProof="0" err="1"/>
              <a:t>dignissimos</a:t>
            </a:r>
            <a:endParaRPr lang="en-US" noProof="0"/>
          </a:p>
          <a:p>
            <a:pPr lvl="0"/>
            <a:r>
              <a:rPr lang="en-US" noProof="0" err="1"/>
              <a:t>Cupiditate</a:t>
            </a:r>
            <a:r>
              <a:rPr lang="en-US" noProof="0"/>
              <a:t> non provident </a:t>
            </a:r>
            <a:r>
              <a:rPr lang="en-US" noProof="0" err="1"/>
              <a:t>similique</a:t>
            </a:r>
            <a:r>
              <a:rPr lang="en-US" noProof="0"/>
              <a:t> sunt in </a:t>
            </a:r>
            <a:r>
              <a:rPr lang="en-US" noProof="0" err="1"/>
              <a:t>atque</a:t>
            </a:r>
            <a:r>
              <a:rPr lang="en-US" noProof="0"/>
              <a:t> </a:t>
            </a:r>
            <a:r>
              <a:rPr lang="en-US" noProof="0" err="1"/>
              <a:t>corrupti</a:t>
            </a:r>
            <a:r>
              <a:rPr lang="en-US" noProof="0"/>
              <a:t> quo.</a:t>
            </a:r>
          </a:p>
        </p:txBody>
      </p:sp>
      <p:sp>
        <p:nvSpPr>
          <p:cNvPr id="28" name="Espace réservé du texte 6">
            <a:extLst>
              <a:ext uri="{FF2B5EF4-FFF2-40B4-BE49-F238E27FC236}">
                <a16:creationId xmlns:a16="http://schemas.microsoft.com/office/drawing/2014/main" id="{998AAA20-1769-6CE2-E1BA-4BA811757931}"/>
              </a:ext>
            </a:extLst>
          </p:cNvPr>
          <p:cNvSpPr>
            <a:spLocks noGrp="1"/>
          </p:cNvSpPr>
          <p:nvPr>
            <p:ph type="body" sz="quarter" idx="27" hasCustomPrompt="1"/>
          </p:nvPr>
        </p:nvSpPr>
        <p:spPr>
          <a:xfrm>
            <a:off x="9259986" y="1860998"/>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29" name="Espace réservé du texte 6">
            <a:extLst>
              <a:ext uri="{FF2B5EF4-FFF2-40B4-BE49-F238E27FC236}">
                <a16:creationId xmlns:a16="http://schemas.microsoft.com/office/drawing/2014/main" id="{995E18CF-AA07-4B51-4793-01EAB13C5E8A}"/>
              </a:ext>
            </a:extLst>
          </p:cNvPr>
          <p:cNvSpPr>
            <a:spLocks noGrp="1"/>
          </p:cNvSpPr>
          <p:nvPr>
            <p:ph type="body" sz="quarter" idx="28" hasCustomPrompt="1"/>
          </p:nvPr>
        </p:nvSpPr>
        <p:spPr>
          <a:xfrm>
            <a:off x="9259986" y="1080000"/>
            <a:ext cx="2297174" cy="815608"/>
          </a:xfrm>
          <a:prstGeom prst="rect">
            <a:avLst/>
          </a:prstGeom>
        </p:spPr>
        <p:txBody>
          <a:bodyPr/>
          <a:lstStyle>
            <a:lvl1pPr>
              <a:lnSpc>
                <a:spcPct val="108000"/>
              </a:lnSpc>
              <a:defRPr sz="5000" b="1" i="0">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r>
              <a:rPr lang="fr-FR"/>
              <a:t>68%</a:t>
            </a:r>
          </a:p>
        </p:txBody>
      </p:sp>
      <p:sp>
        <p:nvSpPr>
          <p:cNvPr id="30" name="Espace réservé du texte 6">
            <a:extLst>
              <a:ext uri="{FF2B5EF4-FFF2-40B4-BE49-F238E27FC236}">
                <a16:creationId xmlns:a16="http://schemas.microsoft.com/office/drawing/2014/main" id="{5BA03CC0-9860-9A9F-5E4B-9465835697BF}"/>
              </a:ext>
            </a:extLst>
          </p:cNvPr>
          <p:cNvSpPr>
            <a:spLocks noGrp="1"/>
          </p:cNvSpPr>
          <p:nvPr>
            <p:ph type="body" sz="quarter" idx="29" hasCustomPrompt="1"/>
          </p:nvPr>
        </p:nvSpPr>
        <p:spPr>
          <a:xfrm>
            <a:off x="9259986" y="3502159"/>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31" name="Espace réservé du texte 6">
            <a:extLst>
              <a:ext uri="{FF2B5EF4-FFF2-40B4-BE49-F238E27FC236}">
                <a16:creationId xmlns:a16="http://schemas.microsoft.com/office/drawing/2014/main" id="{1F5A4B34-AA02-3874-2A0D-5D23927808FF}"/>
              </a:ext>
            </a:extLst>
          </p:cNvPr>
          <p:cNvSpPr>
            <a:spLocks noGrp="1"/>
          </p:cNvSpPr>
          <p:nvPr>
            <p:ph type="body" sz="quarter" idx="30" hasCustomPrompt="1"/>
          </p:nvPr>
        </p:nvSpPr>
        <p:spPr>
          <a:xfrm>
            <a:off x="9259986" y="2721161"/>
            <a:ext cx="2297174" cy="815608"/>
          </a:xfrm>
          <a:prstGeom prst="rect">
            <a:avLst/>
          </a:prstGeom>
        </p:spPr>
        <p:txBody>
          <a:bodyPr/>
          <a:lstStyle>
            <a:lvl1pPr>
              <a:lnSpc>
                <a:spcPct val="108000"/>
              </a:lnSpc>
              <a:defRPr lang="fr-FR" sz="5000" b="1">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lnSpc>
                <a:spcPct val="108000"/>
              </a:lnSpc>
            </a:pPr>
            <a:r>
              <a:rPr lang="fr-FR"/>
              <a:t>340K</a:t>
            </a:r>
          </a:p>
        </p:txBody>
      </p:sp>
      <p:sp>
        <p:nvSpPr>
          <p:cNvPr id="32" name="Espace réservé du texte 6">
            <a:extLst>
              <a:ext uri="{FF2B5EF4-FFF2-40B4-BE49-F238E27FC236}">
                <a16:creationId xmlns:a16="http://schemas.microsoft.com/office/drawing/2014/main" id="{26106A90-2951-D72B-C2AC-C792A153EFBA}"/>
              </a:ext>
            </a:extLst>
          </p:cNvPr>
          <p:cNvSpPr>
            <a:spLocks noGrp="1"/>
          </p:cNvSpPr>
          <p:nvPr>
            <p:ph type="body" sz="quarter" idx="31" hasCustomPrompt="1"/>
          </p:nvPr>
        </p:nvSpPr>
        <p:spPr>
          <a:xfrm>
            <a:off x="9259986" y="5143320"/>
            <a:ext cx="2297174" cy="652029"/>
          </a:xfrm>
          <a:prstGeom prst="rect">
            <a:avLst/>
          </a:prstGeom>
        </p:spPr>
        <p:txBody>
          <a:bodyPr/>
          <a:lstStyle>
            <a:lvl1pPr>
              <a:lnSpc>
                <a:spcPct val="108000"/>
              </a:lnSpc>
              <a:defRPr sz="1050">
                <a:solidFill>
                  <a:schemeClr val="tx1"/>
                </a:solidFill>
              </a:defRPr>
            </a:lvl1pPr>
            <a:lvl2pPr>
              <a:lnSpc>
                <a:spcPct val="130000"/>
              </a:lnSpc>
              <a:buNone/>
              <a:defRPr sz="1200" b="1">
                <a:solidFill>
                  <a:schemeClr val="bg1"/>
                </a:solidFill>
              </a:defRPr>
            </a:lvl2pPr>
            <a:lvl3pPr>
              <a:defRPr sz="1400"/>
            </a:lvl3pPr>
            <a:lvl4pPr>
              <a:defRPr sz="1600"/>
            </a:lvl4pPr>
            <a:lvl5pPr>
              <a:defRPr sz="1400"/>
            </a:lvl5pPr>
          </a:lstStyle>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br>
              <a:rPr lang="en-US" noProof="0"/>
            </a:br>
            <a:r>
              <a:rPr lang="en-US" noProof="0" err="1"/>
              <a:t>odio</a:t>
            </a:r>
            <a:r>
              <a:rPr lang="en-US" noProof="0"/>
              <a:t> </a:t>
            </a:r>
            <a:r>
              <a:rPr lang="en-US" noProof="0" err="1"/>
              <a:t>dignissimos</a:t>
            </a:r>
            <a:r>
              <a:rPr lang="en-US" noProof="0"/>
              <a:t> </a:t>
            </a:r>
            <a:r>
              <a:rPr lang="en-US" noProof="0" err="1"/>
              <a:t>ducimus</a:t>
            </a:r>
            <a:r>
              <a:rPr lang="en-US" noProof="0"/>
              <a:t> qui </a:t>
            </a:r>
            <a:br>
              <a:rPr lang="en-US" noProof="0"/>
            </a:br>
            <a:r>
              <a:rPr lang="en-US" noProof="0" err="1"/>
              <a:t>blanditiis</a:t>
            </a:r>
            <a:endParaRPr lang="en-US" noProof="0"/>
          </a:p>
        </p:txBody>
      </p:sp>
      <p:sp>
        <p:nvSpPr>
          <p:cNvPr id="33" name="Espace réservé du texte 6">
            <a:extLst>
              <a:ext uri="{FF2B5EF4-FFF2-40B4-BE49-F238E27FC236}">
                <a16:creationId xmlns:a16="http://schemas.microsoft.com/office/drawing/2014/main" id="{C299F6DC-7981-F98E-9E14-9E6F07622076}"/>
              </a:ext>
            </a:extLst>
          </p:cNvPr>
          <p:cNvSpPr>
            <a:spLocks noGrp="1"/>
          </p:cNvSpPr>
          <p:nvPr>
            <p:ph type="body" sz="quarter" idx="32" hasCustomPrompt="1"/>
          </p:nvPr>
        </p:nvSpPr>
        <p:spPr>
          <a:xfrm>
            <a:off x="9259986" y="4362322"/>
            <a:ext cx="2297174" cy="815608"/>
          </a:xfrm>
          <a:prstGeom prst="rect">
            <a:avLst/>
          </a:prstGeom>
        </p:spPr>
        <p:txBody>
          <a:bodyPr/>
          <a:lstStyle>
            <a:lvl1pPr>
              <a:lnSpc>
                <a:spcPct val="108000"/>
              </a:lnSpc>
              <a:defRPr lang="fr-FR" sz="5000" b="1">
                <a:solidFill>
                  <a:schemeClr val="tx1"/>
                </a:solidFill>
                <a:latin typeface="BIB Bold" pitchFamily="2" charset="77"/>
                <a:ea typeface="BIB Bold" pitchFamily="2" charset="77"/>
              </a:defRPr>
            </a:lvl1pPr>
            <a:lvl2pPr>
              <a:lnSpc>
                <a:spcPct val="130000"/>
              </a:lnSpc>
              <a:buNone/>
              <a:defRPr sz="1200" b="1">
                <a:solidFill>
                  <a:schemeClr val="bg1"/>
                </a:solidFill>
              </a:defRPr>
            </a:lvl2pPr>
            <a:lvl3pPr>
              <a:defRPr sz="1400"/>
            </a:lvl3pPr>
            <a:lvl4pPr>
              <a:defRPr sz="1600"/>
            </a:lvl4pPr>
            <a:lvl5pPr>
              <a:defRPr sz="1400"/>
            </a:lvl5pPr>
          </a:lstStyle>
          <a:p>
            <a:pPr lvl="0">
              <a:lnSpc>
                <a:spcPct val="108000"/>
              </a:lnSpc>
            </a:pPr>
            <a:r>
              <a:rPr lang="fr-FR"/>
              <a:t>+12</a:t>
            </a:r>
          </a:p>
        </p:txBody>
      </p:sp>
      <p:sp>
        <p:nvSpPr>
          <p:cNvPr id="5" name="Espace réservé du texte 4">
            <a:extLst>
              <a:ext uri="{FF2B5EF4-FFF2-40B4-BE49-F238E27FC236}">
                <a16:creationId xmlns:a16="http://schemas.microsoft.com/office/drawing/2014/main" id="{27517065-FEFB-CDFB-3BE2-0346E62F9B90}"/>
              </a:ext>
            </a:extLst>
          </p:cNvPr>
          <p:cNvSpPr>
            <a:spLocks noGrp="1" noChangeAspect="1"/>
          </p:cNvSpPr>
          <p:nvPr>
            <p:ph type="body" sz="quarter" idx="33" hasCustomPrompt="1"/>
          </p:nvPr>
        </p:nvSpPr>
        <p:spPr>
          <a:xfrm>
            <a:off x="617555" y="2335489"/>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01</a:t>
            </a:r>
          </a:p>
        </p:txBody>
      </p:sp>
      <p:sp>
        <p:nvSpPr>
          <p:cNvPr id="12" name="Espace réservé du texte 4">
            <a:extLst>
              <a:ext uri="{FF2B5EF4-FFF2-40B4-BE49-F238E27FC236}">
                <a16:creationId xmlns:a16="http://schemas.microsoft.com/office/drawing/2014/main" id="{46649769-AC35-E8D8-3208-AC65A3FD2875}"/>
              </a:ext>
            </a:extLst>
          </p:cNvPr>
          <p:cNvSpPr>
            <a:spLocks noGrp="1" noChangeAspect="1"/>
          </p:cNvSpPr>
          <p:nvPr>
            <p:ph type="body" sz="quarter" idx="34" hasCustomPrompt="1"/>
          </p:nvPr>
        </p:nvSpPr>
        <p:spPr>
          <a:xfrm>
            <a:off x="617555" y="3750074"/>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02</a:t>
            </a:r>
          </a:p>
        </p:txBody>
      </p:sp>
      <p:sp>
        <p:nvSpPr>
          <p:cNvPr id="14" name="Espace réservé du texte 4">
            <a:extLst>
              <a:ext uri="{FF2B5EF4-FFF2-40B4-BE49-F238E27FC236}">
                <a16:creationId xmlns:a16="http://schemas.microsoft.com/office/drawing/2014/main" id="{1D96914E-5509-9C31-49E3-A73B6BC07A01}"/>
              </a:ext>
            </a:extLst>
          </p:cNvPr>
          <p:cNvSpPr>
            <a:spLocks noGrp="1" noChangeAspect="1"/>
          </p:cNvSpPr>
          <p:nvPr>
            <p:ph type="body" sz="quarter" idx="35" hasCustomPrompt="1"/>
          </p:nvPr>
        </p:nvSpPr>
        <p:spPr>
          <a:xfrm>
            <a:off x="617555" y="5141212"/>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03</a:t>
            </a:r>
          </a:p>
        </p:txBody>
      </p:sp>
      <p:sp>
        <p:nvSpPr>
          <p:cNvPr id="15" name="Espace réservé du texte 4">
            <a:extLst>
              <a:ext uri="{FF2B5EF4-FFF2-40B4-BE49-F238E27FC236}">
                <a16:creationId xmlns:a16="http://schemas.microsoft.com/office/drawing/2014/main" id="{551E3F1B-F73E-E791-C138-004D7A0FC5A7}"/>
              </a:ext>
            </a:extLst>
          </p:cNvPr>
          <p:cNvSpPr>
            <a:spLocks noGrp="1" noChangeAspect="1"/>
          </p:cNvSpPr>
          <p:nvPr>
            <p:ph type="body" sz="quarter" idx="36" hasCustomPrompt="1"/>
          </p:nvPr>
        </p:nvSpPr>
        <p:spPr>
          <a:xfrm>
            <a:off x="4493986" y="3750074"/>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05</a:t>
            </a:r>
          </a:p>
        </p:txBody>
      </p:sp>
      <p:sp>
        <p:nvSpPr>
          <p:cNvPr id="16" name="Espace réservé du texte 4">
            <a:extLst>
              <a:ext uri="{FF2B5EF4-FFF2-40B4-BE49-F238E27FC236}">
                <a16:creationId xmlns:a16="http://schemas.microsoft.com/office/drawing/2014/main" id="{2EAAD242-0768-81F1-27F5-F81444A14B9C}"/>
              </a:ext>
            </a:extLst>
          </p:cNvPr>
          <p:cNvSpPr>
            <a:spLocks noGrp="1" noChangeAspect="1"/>
          </p:cNvSpPr>
          <p:nvPr>
            <p:ph type="body" sz="quarter" idx="37" hasCustomPrompt="1"/>
          </p:nvPr>
        </p:nvSpPr>
        <p:spPr>
          <a:xfrm>
            <a:off x="4493986" y="5141212"/>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06</a:t>
            </a:r>
          </a:p>
        </p:txBody>
      </p:sp>
      <p:sp>
        <p:nvSpPr>
          <p:cNvPr id="17" name="Espace réservé du texte 4">
            <a:extLst>
              <a:ext uri="{FF2B5EF4-FFF2-40B4-BE49-F238E27FC236}">
                <a16:creationId xmlns:a16="http://schemas.microsoft.com/office/drawing/2014/main" id="{F4965C12-60D0-6BDC-0D43-CBD49787F39C}"/>
              </a:ext>
            </a:extLst>
          </p:cNvPr>
          <p:cNvSpPr>
            <a:spLocks noGrp="1" noChangeAspect="1"/>
          </p:cNvSpPr>
          <p:nvPr>
            <p:ph type="body" sz="quarter" idx="38" hasCustomPrompt="1"/>
          </p:nvPr>
        </p:nvSpPr>
        <p:spPr>
          <a:xfrm>
            <a:off x="4493986" y="2334513"/>
            <a:ext cx="540000" cy="540000"/>
          </a:xfrm>
          <a:prstGeom prst="ellipse">
            <a:avLst/>
          </a:prstGeom>
          <a:ln>
            <a:solidFill>
              <a:schemeClr val="bg2">
                <a:lumMod val="75000"/>
              </a:schemeClr>
            </a:solidFill>
          </a:ln>
        </p:spPr>
        <p:txBody>
          <a:bodyPr bIns="36000" anchor="ctr" anchorCtr="1">
            <a:noAutofit/>
          </a:bodyPr>
          <a:lstStyle>
            <a:lvl1pPr>
              <a:lnSpc>
                <a:spcPct val="100000"/>
              </a:lnSpc>
              <a:defRPr sz="1200" b="1" i="0">
                <a:solidFill>
                  <a:schemeClr val="tx1"/>
                </a:solidFill>
                <a:latin typeface="Noto Sans" panose="020B0502040504020204" pitchFamily="34" charset="0"/>
              </a:defRPr>
            </a:lvl1pPr>
          </a:lstStyle>
          <a:p>
            <a:pPr lvl="0"/>
            <a:r>
              <a:rPr lang="fr-FR"/>
              <a:t>04</a:t>
            </a:r>
          </a:p>
        </p:txBody>
      </p:sp>
      <p:sp>
        <p:nvSpPr>
          <p:cNvPr id="6" name="Espace réservé du numéro de diapositive 9">
            <a:extLst>
              <a:ext uri="{FF2B5EF4-FFF2-40B4-BE49-F238E27FC236}">
                <a16:creationId xmlns:a16="http://schemas.microsoft.com/office/drawing/2014/main" id="{CF07BC90-FF9B-7DA2-520D-E9613B677064}"/>
              </a:ext>
            </a:extLst>
          </p:cNvPr>
          <p:cNvSpPr txBox="1">
            <a:spLocks/>
          </p:cNvSpPr>
          <p:nvPr userDrawn="1"/>
        </p:nvSpPr>
        <p:spPr>
          <a:xfrm>
            <a:off x="11433549" y="59500"/>
            <a:ext cx="655320" cy="140772"/>
          </a:xfrm>
          <a:prstGeom prst="rect">
            <a:avLst/>
          </a:prstGeom>
        </p:spPr>
        <p:txBody>
          <a:bodyPr vert="horz" lIns="0" tIns="0" rIns="0" bIns="0" rtlCol="0" anchor="b" anchorCtr="0"/>
          <a:lstStyle>
            <a:defPPr>
              <a:defRPr lang="fr-FR"/>
            </a:defPPr>
            <a:lvl1pPr marL="0" algn="r" defTabSz="914400" rtl="0" eaLnBrk="1" latinLnBrk="0" hangingPunct="1">
              <a:defRPr sz="800" b="0" i="0" kern="120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02FCC5-D9F5-4D7B-BFB9-EC55662C97B3}" type="slidenum">
              <a:rPr lang="fr-FR" sz="1000" smtClean="0">
                <a:solidFill>
                  <a:schemeClr val="tx1"/>
                </a:solidFill>
              </a:rPr>
              <a:pPr/>
              <a:t>‹N°›</a:t>
            </a:fld>
            <a:endParaRPr lang="fr-FR" sz="1000">
              <a:solidFill>
                <a:schemeClr val="tx1"/>
              </a:solidFill>
            </a:endParaRPr>
          </a:p>
        </p:txBody>
      </p:sp>
    </p:spTree>
    <p:extLst>
      <p:ext uri="{BB962C8B-B14F-4D97-AF65-F5344CB8AC3E}">
        <p14:creationId xmlns:p14="http://schemas.microsoft.com/office/powerpoint/2010/main" val="267601530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1">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B3EBBFBD-260C-E260-0488-4C508E7D85DC}"/>
              </a:ext>
            </a:extLst>
          </p:cNvPr>
          <p:cNvSpPr>
            <a:spLocks noGrp="1"/>
          </p:cNvSpPr>
          <p:nvPr>
            <p:ph type="body" sz="quarter" idx="26" hasCustomPrompt="1"/>
          </p:nvPr>
        </p:nvSpPr>
        <p:spPr>
          <a:xfrm>
            <a:off x="148590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7" name="Espace réservé du texte 6">
            <a:extLst>
              <a:ext uri="{FF2B5EF4-FFF2-40B4-BE49-F238E27FC236}">
                <a16:creationId xmlns:a16="http://schemas.microsoft.com/office/drawing/2014/main" id="{CFA096FF-FD8C-8144-7409-733E9B001ABD}"/>
              </a:ext>
            </a:extLst>
          </p:cNvPr>
          <p:cNvSpPr>
            <a:spLocks noGrp="1"/>
          </p:cNvSpPr>
          <p:nvPr>
            <p:ph type="body" sz="quarter" idx="27" hasCustomPrompt="1"/>
          </p:nvPr>
        </p:nvSpPr>
        <p:spPr>
          <a:xfrm>
            <a:off x="515112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12" name="Espace réservé du texte 11">
            <a:extLst>
              <a:ext uri="{FF2B5EF4-FFF2-40B4-BE49-F238E27FC236}">
                <a16:creationId xmlns:a16="http://schemas.microsoft.com/office/drawing/2014/main" id="{E0AF85DB-E28C-9C5C-33A0-6618E0EFBC86}"/>
              </a:ext>
            </a:extLst>
          </p:cNvPr>
          <p:cNvSpPr>
            <a:spLocks noGrp="1"/>
          </p:cNvSpPr>
          <p:nvPr>
            <p:ph type="body" sz="quarter" idx="28" hasCustomPrompt="1"/>
          </p:nvPr>
        </p:nvSpPr>
        <p:spPr>
          <a:xfrm>
            <a:off x="8816340" y="2095122"/>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wrap="square">
            <a:noAutofit/>
          </a:bodyPr>
          <a:lstStyle>
            <a:lvl1pPr>
              <a:defRPr sz="100">
                <a:noFill/>
              </a:defRPr>
            </a:lvl1pPr>
          </a:lstStyle>
          <a:p>
            <a:pPr lvl="0"/>
            <a:r>
              <a:rPr lang="fr-FR"/>
              <a:t>.</a:t>
            </a:r>
          </a:p>
        </p:txBody>
      </p:sp>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648000" y="360000"/>
            <a:ext cx="10927080" cy="792000"/>
          </a:xfrm>
          <a:prstGeom prst="rect">
            <a:avLst/>
          </a:prstGeom>
        </p:spPr>
        <p:txBody>
          <a:bodyPr anchor="ctr" anchorCtr="0"/>
          <a:lstStyle>
            <a:lvl1pPr algn="ctr">
              <a:defRPr b="1" i="0">
                <a:solidFill>
                  <a:schemeClr val="tx1"/>
                </a:solidFill>
                <a:latin typeface="BIB Bold" pitchFamily="2" charset="77"/>
                <a:ea typeface="BIB Bold" pitchFamily="2" charset="77"/>
              </a:defRPr>
            </a:lvl1pPr>
          </a:lstStyle>
          <a:p>
            <a:r>
              <a:rPr lang="en-US" noProof="0"/>
              <a:t>Slide title goes here</a:t>
            </a:r>
          </a:p>
        </p:txBody>
      </p:sp>
      <p:sp>
        <p:nvSpPr>
          <p:cNvPr id="4" name="Espace réservé du texte 6">
            <a:extLst>
              <a:ext uri="{FF2B5EF4-FFF2-40B4-BE49-F238E27FC236}">
                <a16:creationId xmlns:a16="http://schemas.microsoft.com/office/drawing/2014/main" id="{9A12FD6F-ACFC-FC57-1A16-D015D7611B56}"/>
              </a:ext>
            </a:extLst>
          </p:cNvPr>
          <p:cNvSpPr>
            <a:spLocks noGrp="1"/>
          </p:cNvSpPr>
          <p:nvPr>
            <p:ph type="body" sz="quarter" idx="15" hasCustomPrompt="1"/>
          </p:nvPr>
        </p:nvSpPr>
        <p:spPr>
          <a:xfrm>
            <a:off x="2164400" y="2902178"/>
            <a:ext cx="532197" cy="271485"/>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2026</a:t>
            </a:r>
          </a:p>
        </p:txBody>
      </p:sp>
      <p:sp>
        <p:nvSpPr>
          <p:cNvPr id="22" name="Espace réservé du texte 6">
            <a:extLst>
              <a:ext uri="{FF2B5EF4-FFF2-40B4-BE49-F238E27FC236}">
                <a16:creationId xmlns:a16="http://schemas.microsoft.com/office/drawing/2014/main" id="{B221FF67-9761-014D-D68D-FD20BB6F93B8}"/>
              </a:ext>
            </a:extLst>
          </p:cNvPr>
          <p:cNvSpPr>
            <a:spLocks noGrp="1"/>
          </p:cNvSpPr>
          <p:nvPr>
            <p:ph type="body" sz="quarter" idx="24" hasCustomPrompt="1"/>
          </p:nvPr>
        </p:nvSpPr>
        <p:spPr>
          <a:xfrm>
            <a:off x="5476158" y="2768237"/>
            <a:ext cx="1239121" cy="542969"/>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err="1"/>
              <a:t>Mid</a:t>
            </a:r>
            <a:r>
              <a:rPr lang="fr-FR"/>
              <a:t> March</a:t>
            </a:r>
            <a:br>
              <a:rPr lang="fr-FR"/>
            </a:br>
            <a:r>
              <a:rPr lang="fr-FR"/>
              <a:t>2026</a:t>
            </a:r>
          </a:p>
        </p:txBody>
      </p:sp>
      <p:sp>
        <p:nvSpPr>
          <p:cNvPr id="23" name="Espace réservé du texte 6">
            <a:extLst>
              <a:ext uri="{FF2B5EF4-FFF2-40B4-BE49-F238E27FC236}">
                <a16:creationId xmlns:a16="http://schemas.microsoft.com/office/drawing/2014/main" id="{F07623E5-1089-D23A-BDB0-427C737F0ACE}"/>
              </a:ext>
            </a:extLst>
          </p:cNvPr>
          <p:cNvSpPr>
            <a:spLocks noGrp="1"/>
          </p:cNvSpPr>
          <p:nvPr>
            <p:ph type="body" sz="quarter" idx="25" hasCustomPrompt="1"/>
          </p:nvPr>
        </p:nvSpPr>
        <p:spPr>
          <a:xfrm>
            <a:off x="9436331" y="2768237"/>
            <a:ext cx="649217" cy="542969"/>
          </a:xfrm>
          <a:prstGeom prst="rect">
            <a:avLst/>
          </a:prstGeom>
        </p:spPr>
        <p:txBody>
          <a:bodyPr wrap="none" anchor="ctr"/>
          <a:lstStyle>
            <a:lvl1pPr algn="ctr">
              <a:lnSpc>
                <a:spcPct val="98000"/>
              </a:lnSpc>
              <a:defRPr sz="1800" b="1" i="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err="1"/>
              <a:t>After</a:t>
            </a:r>
            <a:br>
              <a:rPr lang="fr-FR"/>
            </a:br>
            <a:r>
              <a:rPr lang="fr-FR"/>
              <a:t>lunch</a:t>
            </a:r>
          </a:p>
        </p:txBody>
      </p:sp>
      <p:sp>
        <p:nvSpPr>
          <p:cNvPr id="13" name="Espace réservé du texte 12">
            <a:extLst>
              <a:ext uri="{FF2B5EF4-FFF2-40B4-BE49-F238E27FC236}">
                <a16:creationId xmlns:a16="http://schemas.microsoft.com/office/drawing/2014/main" id="{64547393-B5A0-E24E-3654-4947E64856E4}"/>
              </a:ext>
            </a:extLst>
          </p:cNvPr>
          <p:cNvSpPr>
            <a:spLocks noGrp="1"/>
          </p:cNvSpPr>
          <p:nvPr>
            <p:ph type="body" sz="quarter" idx="29"/>
          </p:nvPr>
        </p:nvSpPr>
        <p:spPr>
          <a:xfrm>
            <a:off x="1115605" y="4735948"/>
            <a:ext cx="2629406" cy="514308"/>
          </a:xfrm>
          <a:prstGeom prst="rect">
            <a:avLst/>
          </a:prstGeom>
        </p:spPr>
        <p:txBody>
          <a:bodyPr anchor="ctr"/>
          <a:lstStyle>
            <a:lvl1pPr algn="ctr">
              <a:defRPr>
                <a:solidFill>
                  <a:schemeClr val="tx1"/>
                </a:solidFill>
              </a:defRPr>
            </a:lvl1pPr>
          </a:lstStyle>
          <a:p>
            <a:pPr lvl="0"/>
            <a:r>
              <a:rPr lang="en-US" noProof="0" err="1"/>
              <a:t>Cliquez</a:t>
            </a:r>
            <a:r>
              <a:rPr lang="en-US" noProof="0"/>
              <a:t> pour modifier les styles du </a:t>
            </a:r>
            <a:r>
              <a:rPr lang="en-US" noProof="0" err="1"/>
              <a:t>texte</a:t>
            </a:r>
            <a:r>
              <a:rPr lang="en-US" noProof="0"/>
              <a:t> du masque</a:t>
            </a:r>
          </a:p>
        </p:txBody>
      </p:sp>
      <p:sp>
        <p:nvSpPr>
          <p:cNvPr id="14" name="Espace réservé du texte 12">
            <a:extLst>
              <a:ext uri="{FF2B5EF4-FFF2-40B4-BE49-F238E27FC236}">
                <a16:creationId xmlns:a16="http://schemas.microsoft.com/office/drawing/2014/main" id="{56E665B9-26DE-AF37-4EF3-F781E8B96665}"/>
              </a:ext>
            </a:extLst>
          </p:cNvPr>
          <p:cNvSpPr>
            <a:spLocks noGrp="1"/>
          </p:cNvSpPr>
          <p:nvPr>
            <p:ph type="body" sz="quarter" idx="30"/>
          </p:nvPr>
        </p:nvSpPr>
        <p:spPr>
          <a:xfrm>
            <a:off x="4781297" y="4735948"/>
            <a:ext cx="2629406" cy="514308"/>
          </a:xfrm>
          <a:prstGeom prst="rect">
            <a:avLst/>
          </a:prstGeom>
        </p:spPr>
        <p:txBody>
          <a:bodyPr anchor="ctr"/>
          <a:lstStyle>
            <a:lvl1pPr algn="ctr">
              <a:defRPr>
                <a:solidFill>
                  <a:schemeClr val="tx1"/>
                </a:solidFill>
              </a:defRPr>
            </a:lvl1pPr>
          </a:lstStyle>
          <a:p>
            <a:pPr lvl="0"/>
            <a:r>
              <a:rPr lang="en-US" noProof="0"/>
              <a:t>Cliquez pour modifier les styles du </a:t>
            </a:r>
            <a:r>
              <a:rPr lang="en-US" noProof="0" err="1"/>
              <a:t>texte</a:t>
            </a:r>
            <a:r>
              <a:rPr lang="en-US" noProof="0"/>
              <a:t> du masque</a:t>
            </a:r>
          </a:p>
        </p:txBody>
      </p:sp>
      <p:sp>
        <p:nvSpPr>
          <p:cNvPr id="15" name="Espace réservé du texte 12">
            <a:extLst>
              <a:ext uri="{FF2B5EF4-FFF2-40B4-BE49-F238E27FC236}">
                <a16:creationId xmlns:a16="http://schemas.microsoft.com/office/drawing/2014/main" id="{36FE1990-D2CD-D7D3-777E-B97EE3BB9C99}"/>
              </a:ext>
            </a:extLst>
          </p:cNvPr>
          <p:cNvSpPr>
            <a:spLocks noGrp="1"/>
          </p:cNvSpPr>
          <p:nvPr>
            <p:ph type="body" sz="quarter" idx="31"/>
          </p:nvPr>
        </p:nvSpPr>
        <p:spPr>
          <a:xfrm>
            <a:off x="8447180" y="4735948"/>
            <a:ext cx="2629406" cy="514308"/>
          </a:xfrm>
          <a:prstGeom prst="rect">
            <a:avLst/>
          </a:prstGeom>
        </p:spPr>
        <p:txBody>
          <a:bodyPr anchor="ctr"/>
          <a:lstStyle>
            <a:lvl1pPr algn="ctr">
              <a:defRPr>
                <a:solidFill>
                  <a:schemeClr val="tx1"/>
                </a:solidFill>
              </a:defRPr>
            </a:lvl1pPr>
          </a:lstStyle>
          <a:p>
            <a:pPr lvl="0"/>
            <a:r>
              <a:rPr lang="en-US" noProof="0"/>
              <a:t>Cliquez pour modifier les styles du </a:t>
            </a:r>
            <a:r>
              <a:rPr lang="en-US" noProof="0" err="1"/>
              <a:t>texte</a:t>
            </a:r>
            <a:r>
              <a:rPr lang="en-US" noProof="0"/>
              <a:t> du masque</a:t>
            </a:r>
          </a:p>
        </p:txBody>
      </p:sp>
    </p:spTree>
    <p:extLst>
      <p:ext uri="{BB962C8B-B14F-4D97-AF65-F5344CB8AC3E}">
        <p14:creationId xmlns:p14="http://schemas.microsoft.com/office/powerpoint/2010/main" val="257674096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aphic 2">
    <p:bg>
      <p:bgPr>
        <a:solidFill>
          <a:schemeClr val="tx2"/>
        </a:solidFill>
        <a:effectLst/>
      </p:bgPr>
    </p:bg>
    <p:spTree>
      <p:nvGrpSpPr>
        <p:cNvPr id="1" name=""/>
        <p:cNvGrpSpPr/>
        <p:nvPr/>
      </p:nvGrpSpPr>
      <p:grpSpPr>
        <a:xfrm>
          <a:off x="0" y="0"/>
          <a:ext cx="0" cy="0"/>
          <a:chOff x="0" y="0"/>
          <a:chExt cx="0" cy="0"/>
        </a:xfrm>
      </p:grpSpPr>
      <p:sp>
        <p:nvSpPr>
          <p:cNvPr id="15" name="Rectangle : avec coins arrondis en haut 14">
            <a:extLst>
              <a:ext uri="{FF2B5EF4-FFF2-40B4-BE49-F238E27FC236}">
                <a16:creationId xmlns:a16="http://schemas.microsoft.com/office/drawing/2014/main" id="{5C52CB01-68CD-AB89-702B-67BE969AC074}"/>
              </a:ext>
            </a:extLst>
          </p:cNvPr>
          <p:cNvSpPr/>
          <p:nvPr userDrawn="1"/>
        </p:nvSpPr>
        <p:spPr>
          <a:xfrm rot="5400000" flipH="1">
            <a:off x="704205" y="372171"/>
            <a:ext cx="5385194" cy="6800852"/>
          </a:xfrm>
          <a:prstGeom prst="round2SameRect">
            <a:avLst>
              <a:gd name="adj1" fmla="val 4252"/>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7400211" y="1079998"/>
            <a:ext cx="4109146" cy="792000"/>
          </a:xfrm>
          <a:prstGeom prst="rect">
            <a:avLst/>
          </a:prstGeom>
        </p:spPr>
        <p:txBody>
          <a:bodyPr anchor="t"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7" name="Espace réservé du graphique 16">
            <a:extLst>
              <a:ext uri="{FF2B5EF4-FFF2-40B4-BE49-F238E27FC236}">
                <a16:creationId xmlns:a16="http://schemas.microsoft.com/office/drawing/2014/main" id="{91BB286C-F08D-D93D-616D-87FD23F2AFD3}"/>
              </a:ext>
            </a:extLst>
          </p:cNvPr>
          <p:cNvSpPr>
            <a:spLocks noGrp="1"/>
          </p:cNvSpPr>
          <p:nvPr>
            <p:ph type="chart" sz="quarter" idx="34"/>
          </p:nvPr>
        </p:nvSpPr>
        <p:spPr>
          <a:xfrm>
            <a:off x="599360" y="1952625"/>
            <a:ext cx="5457825" cy="371833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4" name="Espace réservé du contenu 21">
            <a:extLst>
              <a:ext uri="{FF2B5EF4-FFF2-40B4-BE49-F238E27FC236}">
                <a16:creationId xmlns:a16="http://schemas.microsoft.com/office/drawing/2014/main" id="{95F99727-6BE8-A252-B941-48C177991CDC}"/>
              </a:ext>
            </a:extLst>
          </p:cNvPr>
          <p:cNvSpPr>
            <a:spLocks noGrp="1"/>
          </p:cNvSpPr>
          <p:nvPr>
            <p:ph sz="quarter" idx="20" hasCustomPrompt="1"/>
          </p:nvPr>
        </p:nvSpPr>
        <p:spPr>
          <a:xfrm>
            <a:off x="7402980" y="2015992"/>
            <a:ext cx="4140000" cy="4467828"/>
          </a:xfrm>
          <a:prstGeom prst="rect">
            <a:avLst/>
          </a:prstGeom>
        </p:spPr>
        <p:txBody>
          <a:bodyPr/>
          <a:lstStyle>
            <a:lvl1pPr marL="271463" indent="-271463">
              <a:lnSpc>
                <a:spcPct val="100000"/>
              </a:lnSpc>
              <a:spcBef>
                <a:spcPts val="600"/>
              </a:spcBef>
              <a:buSzPct val="100000"/>
              <a:buFont typeface="Arial" panose="020B0604020202020204" pitchFamily="34" charset="0"/>
              <a:buChar char="•"/>
              <a:defRPr sz="2000" b="0">
                <a:solidFill>
                  <a:schemeClr val="tx1"/>
                </a:solidFill>
                <a:latin typeface="Noto Sans" panose="020B0502040504020204" pitchFamily="34" charset="0"/>
                <a:ea typeface="Noto Sans" panose="020B0502040504020204" pitchFamily="34" charset="0"/>
                <a:cs typeface="Noto Sans" panose="020B0502040504020204" pitchFamily="34" charset="0"/>
              </a:defRPr>
            </a:lvl1pPr>
            <a:lvl2pPr marL="630238" indent="-271463">
              <a:lnSpc>
                <a:spcPct val="100000"/>
              </a:lnSpc>
              <a:spcBef>
                <a:spcPts val="600"/>
              </a:spcBef>
              <a:buClr>
                <a:schemeClr val="tx1"/>
              </a:buClr>
              <a:buSzPct val="100000"/>
              <a:buFont typeface="Arial" panose="020B0604020202020204" pitchFamily="34" charset="0"/>
              <a:buChar char="•"/>
              <a:tabLst/>
              <a:defRPr sz="1800" b="0">
                <a:solidFill>
                  <a:schemeClr val="tx1"/>
                </a:solidFill>
                <a:latin typeface="Noto Sans" panose="020B0502040504020204" pitchFamily="34" charset="0"/>
                <a:ea typeface="Noto Sans" panose="020B0502040504020204" pitchFamily="34" charset="0"/>
                <a:cs typeface="Noto Sans" panose="020B0502040504020204" pitchFamily="34" charset="0"/>
              </a:defRPr>
            </a:lvl2pPr>
            <a:lvl3pPr marL="989013" indent="-271463">
              <a:lnSpc>
                <a:spcPct val="100000"/>
              </a:lnSpc>
              <a:spcBef>
                <a:spcPts val="600"/>
              </a:spcBef>
              <a:buSzPct val="100000"/>
              <a:buFont typeface="Arial" panose="020B0604020202020204" pitchFamily="34" charset="0"/>
              <a:buChar char="•"/>
              <a:defRPr sz="1600" b="0">
                <a:solidFill>
                  <a:schemeClr val="tx1"/>
                </a:solidFill>
                <a:latin typeface="Noto Sans" panose="020B0502040504020204" pitchFamily="34" charset="0"/>
                <a:ea typeface="Noto Sans" panose="020B0502040504020204" pitchFamily="34" charset="0"/>
                <a:cs typeface="Noto Sans" panose="020B0502040504020204" pitchFamily="34" charset="0"/>
              </a:defRPr>
            </a:lvl3pPr>
            <a:lvl4pPr marL="1347788" indent="-271463">
              <a:lnSpc>
                <a:spcPct val="100000"/>
              </a:lnSpc>
              <a:spcBef>
                <a:spcPts val="600"/>
              </a:spcBef>
              <a:buSzPct val="100000"/>
              <a:buFont typeface="Arial" panose="020B0604020202020204" pitchFamily="34" charset="0"/>
              <a:buChar char="•"/>
              <a:defRPr sz="1200" b="0">
                <a:solidFill>
                  <a:schemeClr val="tx1"/>
                </a:solidFill>
                <a:latin typeface="Noto Sans" panose="020B0502040504020204" pitchFamily="34" charset="0"/>
                <a:ea typeface="Noto Sans" panose="020B0502040504020204" pitchFamily="34" charset="0"/>
                <a:cs typeface="Noto Sans" panose="020B0502040504020204" pitchFamily="34" charset="0"/>
              </a:defRPr>
            </a:lvl4pPr>
            <a:lvl5pPr marL="1700213" indent="-263525">
              <a:lnSpc>
                <a:spcPct val="100000"/>
              </a:lnSpc>
              <a:spcBef>
                <a:spcPts val="600"/>
              </a:spcBef>
              <a:buSzPct val="100000"/>
              <a:buFont typeface="Arial" panose="020B0604020202020204" pitchFamily="34" charset="0"/>
              <a:buChar char="•"/>
              <a:defRPr sz="1100" b="0">
                <a:solidFill>
                  <a:schemeClr val="tx1"/>
                </a:solidFill>
                <a:latin typeface="Noto Sans" panose="020B0502040504020204" pitchFamily="34" charset="0"/>
                <a:ea typeface="Noto Sans" panose="020B0502040504020204" pitchFamily="34" charset="0"/>
                <a:cs typeface="Noto Sans" panose="020B0502040504020204" pitchFamily="34" charset="0"/>
              </a:defRPr>
            </a:lvl5pPr>
          </a:lstStyle>
          <a:p>
            <a:pPr lvl="0"/>
            <a:r>
              <a:rPr lang="en-US" noProof="0"/>
              <a:t>Level 1</a:t>
            </a:r>
          </a:p>
          <a:p>
            <a:pPr lvl="1"/>
            <a:r>
              <a:rPr lang="en-US" noProof="0"/>
              <a:t>Level 2</a:t>
            </a:r>
          </a:p>
          <a:p>
            <a:pPr lvl="2"/>
            <a:r>
              <a:rPr lang="en-US" noProof="0"/>
              <a:t>Level 3</a:t>
            </a:r>
          </a:p>
          <a:p>
            <a:pPr lvl="3"/>
            <a:r>
              <a:rPr lang="en-US" noProof="0"/>
              <a:t>Level 4</a:t>
            </a:r>
          </a:p>
          <a:p>
            <a:pPr lvl="4"/>
            <a:r>
              <a:rPr lang="en-US" noProof="0"/>
              <a:t>Level 5</a:t>
            </a:r>
          </a:p>
        </p:txBody>
      </p:sp>
    </p:spTree>
    <p:extLst>
      <p:ext uri="{BB962C8B-B14F-4D97-AF65-F5344CB8AC3E}">
        <p14:creationId xmlns:p14="http://schemas.microsoft.com/office/powerpoint/2010/main" val="387898412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raphic 3">
    <p:bg>
      <p:bgPr>
        <a:solidFill>
          <a:schemeClr val="tx2"/>
        </a:solidFill>
        <a:effectLst/>
      </p:bgPr>
    </p:bg>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180000" y="216000"/>
            <a:ext cx="11448582" cy="792000"/>
          </a:xfrm>
          <a:prstGeom prst="rect">
            <a:avLst/>
          </a:prstGeom>
        </p:spPr>
        <p:txBody>
          <a:bodyPr anchor="ctr" anchorCtr="0"/>
          <a:lstStyle>
            <a:lvl1pPr>
              <a:defRPr b="1" i="0">
                <a:solidFill>
                  <a:schemeClr val="tx1"/>
                </a:solidFill>
                <a:latin typeface="BIB Bold" pitchFamily="2" charset="77"/>
                <a:ea typeface="BIB Bold" pitchFamily="2" charset="77"/>
              </a:defRPr>
            </a:lvl1pPr>
          </a:lstStyle>
          <a:p>
            <a:r>
              <a:rPr lang="en-US" noProof="0"/>
              <a:t>Slide title goes here</a:t>
            </a:r>
          </a:p>
        </p:txBody>
      </p:sp>
      <p:sp>
        <p:nvSpPr>
          <p:cNvPr id="14" name="Espace réservé du texte 6">
            <a:extLst>
              <a:ext uri="{FF2B5EF4-FFF2-40B4-BE49-F238E27FC236}">
                <a16:creationId xmlns:a16="http://schemas.microsoft.com/office/drawing/2014/main" id="{952406A3-8253-08A2-EA27-71722845D8B7}"/>
              </a:ext>
            </a:extLst>
          </p:cNvPr>
          <p:cNvSpPr>
            <a:spLocks noGrp="1"/>
          </p:cNvSpPr>
          <p:nvPr>
            <p:ph type="body" sz="quarter" idx="33" hasCustomPrompt="1"/>
          </p:nvPr>
        </p:nvSpPr>
        <p:spPr>
          <a:xfrm>
            <a:off x="632460" y="1290915"/>
            <a:ext cx="4109146" cy="1458112"/>
          </a:xfrm>
          <a:prstGeom prst="rect">
            <a:avLst/>
          </a:prstGeom>
        </p:spPr>
        <p:txBody>
          <a:bodyPr/>
          <a:lstStyle>
            <a:lvl1pPr>
              <a:defRPr>
                <a:solidFill>
                  <a:schemeClr val="tx1"/>
                </a:solidFill>
              </a:defRPr>
            </a:lvl1pPr>
            <a:lvl3pPr>
              <a:defRPr>
                <a:solidFill>
                  <a:schemeClr val="tx1"/>
                </a:solidFill>
              </a:defRPr>
            </a:lvl3pPr>
          </a:lstStyle>
          <a:p>
            <a:pPr lvl="2"/>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br>
              <a:rPr lang="en-US" noProof="0"/>
            </a:br>
            <a:r>
              <a:rPr lang="en-US" noProof="0" err="1"/>
              <a:t>dignissimos</a:t>
            </a:r>
            <a:r>
              <a:rPr lang="en-US" noProof="0"/>
              <a:t> </a:t>
            </a:r>
            <a:r>
              <a:rPr lang="en-US" noProof="0" err="1"/>
              <a:t>ducimus</a:t>
            </a:r>
            <a:endParaRPr lang="en-US" noProof="0"/>
          </a:p>
          <a:p>
            <a:pPr lvl="0"/>
            <a:r>
              <a:rPr lang="en-US" noProof="0" err="1"/>
              <a:t>Atque</a:t>
            </a:r>
            <a:r>
              <a:rPr lang="en-US" noProof="0"/>
              <a:t> </a:t>
            </a:r>
            <a:r>
              <a:rPr lang="en-US" noProof="0" err="1"/>
              <a:t>corrupti</a:t>
            </a:r>
            <a:r>
              <a:rPr lang="en-US" noProof="0"/>
              <a:t> quos </a:t>
            </a:r>
            <a:r>
              <a:rPr lang="en-US" noProof="0" err="1"/>
              <a:t>dolores</a:t>
            </a:r>
            <a:r>
              <a:rPr lang="en-US" noProof="0"/>
              <a:t> et </a:t>
            </a:r>
            <a:r>
              <a:rPr lang="en-US" noProof="0" err="1"/>
              <a:t>quas</a:t>
            </a:r>
            <a:r>
              <a:rPr lang="en-US" noProof="0"/>
              <a:t> </a:t>
            </a:r>
            <a:r>
              <a:rPr lang="en-US" noProof="0" err="1"/>
              <a:t>molestias</a:t>
            </a:r>
            <a:endParaRPr lang="en-US" noProof="0"/>
          </a:p>
          <a:p>
            <a:pPr lvl="0"/>
            <a:r>
              <a:rPr lang="en-US" noProof="0" err="1"/>
              <a:t>excepturi</a:t>
            </a:r>
            <a:r>
              <a:rPr lang="en-US" noProof="0"/>
              <a:t> </a:t>
            </a:r>
            <a:r>
              <a:rPr lang="en-US" noProof="0" err="1"/>
              <a:t>sint</a:t>
            </a:r>
            <a:r>
              <a:rPr lang="en-US" noProof="0"/>
              <a:t> </a:t>
            </a:r>
            <a:r>
              <a:rPr lang="en-US" noProof="0" err="1"/>
              <a:t>occaecati</a:t>
            </a:r>
            <a:r>
              <a:rPr lang="en-US" noProof="0"/>
              <a:t> </a:t>
            </a:r>
            <a:r>
              <a:rPr lang="en-US" noProof="0" err="1"/>
              <a:t>cupiditate</a:t>
            </a:r>
            <a:r>
              <a:rPr lang="en-US" noProof="0"/>
              <a:t>.</a:t>
            </a:r>
          </a:p>
        </p:txBody>
      </p:sp>
      <p:sp>
        <p:nvSpPr>
          <p:cNvPr id="4" name="Rectangle : coins arrondis 3">
            <a:extLst>
              <a:ext uri="{FF2B5EF4-FFF2-40B4-BE49-F238E27FC236}">
                <a16:creationId xmlns:a16="http://schemas.microsoft.com/office/drawing/2014/main" id="{4982F281-A02E-BF68-4FD0-F80ED0ED5A57}"/>
              </a:ext>
            </a:extLst>
          </p:cNvPr>
          <p:cNvSpPr/>
          <p:nvPr userDrawn="1"/>
        </p:nvSpPr>
        <p:spPr>
          <a:xfrm>
            <a:off x="632460" y="2989657"/>
            <a:ext cx="4977766" cy="3014910"/>
          </a:xfrm>
          <a:prstGeom prst="roundRect">
            <a:avLst>
              <a:gd name="adj" fmla="val 706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7" name="Rectangle : coins arrondis 6">
            <a:extLst>
              <a:ext uri="{FF2B5EF4-FFF2-40B4-BE49-F238E27FC236}">
                <a16:creationId xmlns:a16="http://schemas.microsoft.com/office/drawing/2014/main" id="{1B03A333-F564-EAB5-B2CE-772701102667}"/>
              </a:ext>
            </a:extLst>
          </p:cNvPr>
          <p:cNvSpPr/>
          <p:nvPr userDrawn="1"/>
        </p:nvSpPr>
        <p:spPr>
          <a:xfrm>
            <a:off x="6327457" y="2989657"/>
            <a:ext cx="4977766" cy="3014910"/>
          </a:xfrm>
          <a:prstGeom prst="roundRect">
            <a:avLst>
              <a:gd name="adj" fmla="val 706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0" i="0">
              <a:latin typeface="Noto Sans" panose="020B0502040504020204" pitchFamily="34" charset="0"/>
            </a:endParaRPr>
          </a:p>
        </p:txBody>
      </p:sp>
      <p:sp>
        <p:nvSpPr>
          <p:cNvPr id="17" name="Espace réservé du graphique 16">
            <a:extLst>
              <a:ext uri="{FF2B5EF4-FFF2-40B4-BE49-F238E27FC236}">
                <a16:creationId xmlns:a16="http://schemas.microsoft.com/office/drawing/2014/main" id="{91BB286C-F08D-D93D-616D-87FD23F2AFD3}"/>
              </a:ext>
            </a:extLst>
          </p:cNvPr>
          <p:cNvSpPr>
            <a:spLocks noGrp="1"/>
          </p:cNvSpPr>
          <p:nvPr>
            <p:ph type="chart" sz="quarter" idx="34"/>
          </p:nvPr>
        </p:nvSpPr>
        <p:spPr>
          <a:xfrm>
            <a:off x="6547009" y="3230287"/>
            <a:ext cx="4538663" cy="253365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8" name="Espace réservé du graphique 16">
            <a:extLst>
              <a:ext uri="{FF2B5EF4-FFF2-40B4-BE49-F238E27FC236}">
                <a16:creationId xmlns:a16="http://schemas.microsoft.com/office/drawing/2014/main" id="{11782412-9D27-9024-31DD-854DC81C6C36}"/>
              </a:ext>
            </a:extLst>
          </p:cNvPr>
          <p:cNvSpPr>
            <a:spLocks noGrp="1"/>
          </p:cNvSpPr>
          <p:nvPr>
            <p:ph type="chart" sz="quarter" idx="35"/>
          </p:nvPr>
        </p:nvSpPr>
        <p:spPr>
          <a:xfrm>
            <a:off x="852011" y="3230287"/>
            <a:ext cx="4538663" cy="2533650"/>
          </a:xfrm>
          <a:prstGeom prst="rect">
            <a:avLst/>
          </a:prstGeom>
        </p:spPr>
        <p:txBody>
          <a:bodyPr>
            <a:noAutofit/>
          </a:bodyPr>
          <a:lstStyle>
            <a:lvl1pPr>
              <a:defRPr>
                <a:solidFill>
                  <a:schemeClr val="tx1"/>
                </a:solidFill>
              </a:defRPr>
            </a:lvl1pPr>
          </a:lstStyle>
          <a:p>
            <a:r>
              <a:rPr lang="fr-FR"/>
              <a:t>Cliquez sur l'icône pour ajouter un graphique</a:t>
            </a:r>
          </a:p>
        </p:txBody>
      </p:sp>
      <p:sp>
        <p:nvSpPr>
          <p:cNvPr id="9" name="Espace réservé du texte 6">
            <a:extLst>
              <a:ext uri="{FF2B5EF4-FFF2-40B4-BE49-F238E27FC236}">
                <a16:creationId xmlns:a16="http://schemas.microsoft.com/office/drawing/2014/main" id="{1FAEB83E-8101-68E7-A024-B078E7A4B90D}"/>
              </a:ext>
            </a:extLst>
          </p:cNvPr>
          <p:cNvSpPr>
            <a:spLocks noGrp="1"/>
          </p:cNvSpPr>
          <p:nvPr>
            <p:ph type="body" sz="quarter" idx="36" hasCustomPrompt="1"/>
          </p:nvPr>
        </p:nvSpPr>
        <p:spPr>
          <a:xfrm>
            <a:off x="6327457" y="1290915"/>
            <a:ext cx="4109146" cy="1458112"/>
          </a:xfrm>
          <a:prstGeom prst="rect">
            <a:avLst/>
          </a:prstGeom>
        </p:spPr>
        <p:txBody>
          <a:bodyPr/>
          <a:lstStyle>
            <a:lvl1pPr>
              <a:defRPr>
                <a:solidFill>
                  <a:schemeClr val="tx1"/>
                </a:solidFill>
              </a:defRPr>
            </a:lvl1pPr>
            <a:lvl3pPr>
              <a:defRPr>
                <a:solidFill>
                  <a:schemeClr val="tx1"/>
                </a:solidFill>
              </a:defRPr>
            </a:lvl3pPr>
          </a:lstStyle>
          <a:p>
            <a:pPr lvl="2"/>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br>
              <a:rPr lang="en-US" noProof="0"/>
            </a:br>
            <a:r>
              <a:rPr lang="en-US" noProof="0" err="1"/>
              <a:t>dignissimos</a:t>
            </a:r>
            <a:r>
              <a:rPr lang="en-US" noProof="0"/>
              <a:t> </a:t>
            </a:r>
            <a:r>
              <a:rPr lang="en-US" noProof="0" err="1"/>
              <a:t>ducimus</a:t>
            </a:r>
            <a:endParaRPr lang="en-US" noProof="0"/>
          </a:p>
          <a:p>
            <a:pPr lvl="0"/>
            <a:r>
              <a:rPr lang="en-US" noProof="0" err="1"/>
              <a:t>Atque</a:t>
            </a:r>
            <a:r>
              <a:rPr lang="en-US" noProof="0"/>
              <a:t> </a:t>
            </a:r>
            <a:r>
              <a:rPr lang="en-US" noProof="0" err="1"/>
              <a:t>corrupti</a:t>
            </a:r>
            <a:r>
              <a:rPr lang="en-US" noProof="0"/>
              <a:t> quos </a:t>
            </a:r>
            <a:r>
              <a:rPr lang="en-US" noProof="0" err="1"/>
              <a:t>dolores</a:t>
            </a:r>
            <a:r>
              <a:rPr lang="en-US" noProof="0"/>
              <a:t> et </a:t>
            </a:r>
            <a:r>
              <a:rPr lang="en-US" noProof="0" err="1"/>
              <a:t>quas</a:t>
            </a:r>
            <a:r>
              <a:rPr lang="en-US" noProof="0"/>
              <a:t> </a:t>
            </a:r>
            <a:r>
              <a:rPr lang="en-US" noProof="0" err="1"/>
              <a:t>molestias</a:t>
            </a:r>
            <a:endParaRPr lang="en-US" noProof="0"/>
          </a:p>
          <a:p>
            <a:pPr lvl="0"/>
            <a:r>
              <a:rPr lang="en-US" noProof="0" err="1"/>
              <a:t>excepturi</a:t>
            </a:r>
            <a:r>
              <a:rPr lang="en-US" noProof="0"/>
              <a:t> </a:t>
            </a:r>
            <a:r>
              <a:rPr lang="en-US" noProof="0" err="1"/>
              <a:t>sint</a:t>
            </a:r>
            <a:r>
              <a:rPr lang="en-US" noProof="0"/>
              <a:t> </a:t>
            </a:r>
            <a:r>
              <a:rPr lang="en-US" noProof="0" err="1"/>
              <a:t>occaecati</a:t>
            </a:r>
            <a:r>
              <a:rPr lang="en-US" noProof="0"/>
              <a:t> </a:t>
            </a:r>
            <a:r>
              <a:rPr lang="en-US" noProof="0" err="1"/>
              <a:t>cupiditate</a:t>
            </a:r>
            <a:r>
              <a:rPr lang="en-US" noProof="0"/>
              <a:t>.</a:t>
            </a:r>
          </a:p>
        </p:txBody>
      </p:sp>
    </p:spTree>
    <p:extLst>
      <p:ext uri="{BB962C8B-B14F-4D97-AF65-F5344CB8AC3E}">
        <p14:creationId xmlns:p14="http://schemas.microsoft.com/office/powerpoint/2010/main" val="86822229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phic 4">
    <p:spTree>
      <p:nvGrpSpPr>
        <p:cNvPr id="1" name=""/>
        <p:cNvGrpSpPr/>
        <p:nvPr/>
      </p:nvGrpSpPr>
      <p:grpSpPr>
        <a:xfrm>
          <a:off x="0" y="0"/>
          <a:ext cx="0" cy="0"/>
          <a:chOff x="0" y="0"/>
          <a:chExt cx="0" cy="0"/>
        </a:xfrm>
      </p:grpSpPr>
      <p:sp>
        <p:nvSpPr>
          <p:cNvPr id="20" name="Espace réservé du graphique 13">
            <a:extLst>
              <a:ext uri="{FF2B5EF4-FFF2-40B4-BE49-F238E27FC236}">
                <a16:creationId xmlns:a16="http://schemas.microsoft.com/office/drawing/2014/main" id="{7A08DA17-BF78-5436-10CB-D26246C0F245}"/>
              </a:ext>
            </a:extLst>
          </p:cNvPr>
          <p:cNvSpPr>
            <a:spLocks noGrp="1"/>
          </p:cNvSpPr>
          <p:nvPr>
            <p:ph type="chart" sz="quarter" idx="23" hasCustomPrompt="1"/>
          </p:nvPr>
        </p:nvSpPr>
        <p:spPr>
          <a:xfrm>
            <a:off x="632460" y="1570182"/>
            <a:ext cx="10686329" cy="4970285"/>
          </a:xfrm>
          <a:prstGeom prst="roundRect">
            <a:avLst>
              <a:gd name="adj" fmla="val 5022"/>
            </a:avLst>
          </a:prstGeom>
          <a:solidFill>
            <a:schemeClr val="tx2"/>
          </a:solidFill>
          <a:ln w="12700">
            <a:noFill/>
          </a:ln>
        </p:spPr>
        <p:txBody>
          <a:bodyPr anchor="ctr">
            <a:noAutofit/>
          </a:bodyPr>
          <a:lstStyle>
            <a:lvl1pPr algn="ctr">
              <a:defRPr/>
            </a:lvl1pPr>
          </a:lstStyle>
          <a:p>
            <a:r>
              <a:rPr lang="en-US" err="1"/>
              <a:t>Grafico</a:t>
            </a:r>
            <a:r>
              <a:rPr lang="en-US"/>
              <a:t> qui</a:t>
            </a:r>
          </a:p>
        </p:txBody>
      </p:sp>
      <p:sp>
        <p:nvSpPr>
          <p:cNvPr id="3" name="Titre 1">
            <a:extLst>
              <a:ext uri="{FF2B5EF4-FFF2-40B4-BE49-F238E27FC236}">
                <a16:creationId xmlns:a16="http://schemas.microsoft.com/office/drawing/2014/main" id="{1A3C6B45-4FE9-1A6D-FB8E-FE57AE8A684F}"/>
              </a:ext>
            </a:extLst>
          </p:cNvPr>
          <p:cNvSpPr>
            <a:spLocks noGrp="1"/>
          </p:cNvSpPr>
          <p:nvPr>
            <p:ph type="title" hasCustomPrompt="1"/>
          </p:nvPr>
        </p:nvSpPr>
        <p:spPr>
          <a:xfrm>
            <a:off x="180000" y="216000"/>
            <a:ext cx="11457818" cy="792000"/>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Slide title goes here</a:t>
            </a:r>
          </a:p>
        </p:txBody>
      </p:sp>
      <p:sp>
        <p:nvSpPr>
          <p:cNvPr id="2" name="Espace réservé du texte 4">
            <a:extLst>
              <a:ext uri="{FF2B5EF4-FFF2-40B4-BE49-F238E27FC236}">
                <a16:creationId xmlns:a16="http://schemas.microsoft.com/office/drawing/2014/main" id="{A567939E-190D-CCBC-7856-18048B119E76}"/>
              </a:ext>
            </a:extLst>
          </p:cNvPr>
          <p:cNvSpPr>
            <a:spLocks noGrp="1"/>
          </p:cNvSpPr>
          <p:nvPr>
            <p:ph type="body" sz="quarter" idx="31" hasCustomPrompt="1"/>
          </p:nvPr>
        </p:nvSpPr>
        <p:spPr>
          <a:xfrm>
            <a:off x="8459866" y="2286000"/>
            <a:ext cx="1879601" cy="148310"/>
          </a:xfrm>
          <a:prstGeom prst="rect">
            <a:avLst/>
          </a:prstGeom>
        </p:spPr>
        <p:txBody>
          <a:bodyPr/>
          <a:lstStyle>
            <a:lvl1pPr algn="r">
              <a:lnSpc>
                <a:spcPct val="112000"/>
              </a:lnSpc>
              <a:defRPr sz="900" b="1" spc="0" baseline="0">
                <a:solidFill>
                  <a:schemeClr val="tx1"/>
                </a:solidFill>
              </a:defRPr>
            </a:lvl1pPr>
            <a:lvl2pPr>
              <a:lnSpc>
                <a:spcPct val="112000"/>
              </a:lnSpc>
              <a:defRPr sz="1100"/>
            </a:lvl2pPr>
            <a:lvl3pPr>
              <a:lnSpc>
                <a:spcPct val="112000"/>
              </a:lnSpc>
              <a:defRPr sz="1100"/>
            </a:lvl3pPr>
            <a:lvl4pPr>
              <a:lnSpc>
                <a:spcPct val="112000"/>
              </a:lnSpc>
              <a:defRPr sz="1100"/>
            </a:lvl4pPr>
            <a:lvl5pPr>
              <a:lnSpc>
                <a:spcPct val="112000"/>
              </a:lnSpc>
              <a:defRPr sz="1500" b="0"/>
            </a:lvl5pPr>
          </a:lstStyle>
          <a:p>
            <a:pPr lvl="0"/>
            <a:r>
              <a:rPr lang="fr-FR"/>
              <a:t>Nome 1 </a:t>
            </a:r>
          </a:p>
        </p:txBody>
      </p:sp>
      <p:sp>
        <p:nvSpPr>
          <p:cNvPr id="5" name="Espace réservé du texte 4">
            <a:extLst>
              <a:ext uri="{FF2B5EF4-FFF2-40B4-BE49-F238E27FC236}">
                <a16:creationId xmlns:a16="http://schemas.microsoft.com/office/drawing/2014/main" id="{F6304BE4-2AD0-E1E2-3F40-2882555CBA9F}"/>
              </a:ext>
            </a:extLst>
          </p:cNvPr>
          <p:cNvSpPr>
            <a:spLocks noGrp="1"/>
          </p:cNvSpPr>
          <p:nvPr>
            <p:ph type="body" sz="quarter" idx="32" hasCustomPrompt="1"/>
          </p:nvPr>
        </p:nvSpPr>
        <p:spPr>
          <a:xfrm>
            <a:off x="8459866" y="2588408"/>
            <a:ext cx="1879601" cy="148310"/>
          </a:xfrm>
          <a:prstGeom prst="rect">
            <a:avLst/>
          </a:prstGeom>
        </p:spPr>
        <p:txBody>
          <a:bodyPr/>
          <a:lstStyle>
            <a:lvl1pPr algn="r">
              <a:lnSpc>
                <a:spcPct val="112000"/>
              </a:lnSpc>
              <a:defRPr sz="900" b="1" spc="0" baseline="0">
                <a:solidFill>
                  <a:schemeClr val="tx1">
                    <a:lumMod val="60000"/>
                    <a:lumOff val="40000"/>
                  </a:schemeClr>
                </a:solidFill>
              </a:defRPr>
            </a:lvl1pPr>
            <a:lvl2pPr>
              <a:lnSpc>
                <a:spcPct val="112000"/>
              </a:lnSpc>
              <a:defRPr sz="1100"/>
            </a:lvl2pPr>
            <a:lvl3pPr>
              <a:lnSpc>
                <a:spcPct val="112000"/>
              </a:lnSpc>
              <a:defRPr sz="1100"/>
            </a:lvl3pPr>
            <a:lvl4pPr>
              <a:lnSpc>
                <a:spcPct val="112000"/>
              </a:lnSpc>
              <a:defRPr sz="1100"/>
            </a:lvl4pPr>
            <a:lvl5pPr>
              <a:lnSpc>
                <a:spcPct val="112000"/>
              </a:lnSpc>
              <a:defRPr sz="1500" b="0"/>
            </a:lvl5pPr>
          </a:lstStyle>
          <a:p>
            <a:pPr lvl="0"/>
            <a:r>
              <a:rPr lang="fr-FR"/>
              <a:t>Nome 2 </a:t>
            </a:r>
          </a:p>
        </p:txBody>
      </p:sp>
      <p:sp>
        <p:nvSpPr>
          <p:cNvPr id="12" name="Espace réservé du texte 2">
            <a:extLst>
              <a:ext uri="{FF2B5EF4-FFF2-40B4-BE49-F238E27FC236}">
                <a16:creationId xmlns:a16="http://schemas.microsoft.com/office/drawing/2014/main" id="{5ABAF4C4-3DB0-9B87-C0D9-091BE0DF4D07}"/>
              </a:ext>
            </a:extLst>
          </p:cNvPr>
          <p:cNvSpPr>
            <a:spLocks noGrp="1"/>
          </p:cNvSpPr>
          <p:nvPr>
            <p:ph type="body" sz="quarter" idx="33"/>
          </p:nvPr>
        </p:nvSpPr>
        <p:spPr>
          <a:xfrm>
            <a:off x="10411172" y="2360348"/>
            <a:ext cx="720000" cy="36000"/>
          </a:xfrm>
          <a:prstGeom prst="rect">
            <a:avLst/>
          </a:prstGeom>
          <a:solidFill>
            <a:schemeClr val="tx1"/>
          </a:solidFill>
        </p:spPr>
        <p:txBody>
          <a:bodyPr>
            <a:noAutofit/>
          </a:bodyPr>
          <a:lstStyle>
            <a:lvl1pPr>
              <a:defRPr sz="100">
                <a:noFill/>
              </a:defRPr>
            </a:lvl1pPr>
            <a:lvl2pPr>
              <a:defRPr sz="100">
                <a:noFill/>
              </a:defRPr>
            </a:lvl2pPr>
            <a:lvl3pPr>
              <a:defRPr sz="100">
                <a:noFill/>
              </a:defRPr>
            </a:lvl3pPr>
            <a:lvl4pPr>
              <a:defRPr sz="100">
                <a:noFill/>
              </a:defRPr>
            </a:lvl4pPr>
            <a:lvl5pPr>
              <a:defRPr sz="100">
                <a:no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Espace réservé du texte 2">
            <a:extLst>
              <a:ext uri="{FF2B5EF4-FFF2-40B4-BE49-F238E27FC236}">
                <a16:creationId xmlns:a16="http://schemas.microsoft.com/office/drawing/2014/main" id="{5BA1DFD3-5FAA-7F28-7E51-0044303B1C58}"/>
              </a:ext>
            </a:extLst>
          </p:cNvPr>
          <p:cNvSpPr>
            <a:spLocks noGrp="1"/>
          </p:cNvSpPr>
          <p:nvPr>
            <p:ph type="body" sz="quarter" idx="34"/>
          </p:nvPr>
        </p:nvSpPr>
        <p:spPr>
          <a:xfrm>
            <a:off x="10411171" y="2662756"/>
            <a:ext cx="720000" cy="36000"/>
          </a:xfrm>
          <a:prstGeom prst="rect">
            <a:avLst/>
          </a:prstGeom>
          <a:solidFill>
            <a:schemeClr val="tx1">
              <a:lumMod val="60000"/>
              <a:lumOff val="40000"/>
            </a:schemeClr>
          </a:solidFill>
        </p:spPr>
        <p:txBody>
          <a:bodyPr>
            <a:noAutofit/>
          </a:bodyPr>
          <a:lstStyle>
            <a:lvl1pPr>
              <a:defRPr sz="100">
                <a:noFill/>
              </a:defRPr>
            </a:lvl1pPr>
            <a:lvl2pPr>
              <a:defRPr sz="100">
                <a:noFill/>
              </a:defRPr>
            </a:lvl2pPr>
            <a:lvl3pPr>
              <a:defRPr sz="100">
                <a:noFill/>
              </a:defRPr>
            </a:lvl3pPr>
            <a:lvl4pPr>
              <a:defRPr sz="100">
                <a:noFill/>
              </a:defRPr>
            </a:lvl4pPr>
            <a:lvl5pPr>
              <a:defRPr sz="100">
                <a:no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Espace réservé du texte 4">
            <a:extLst>
              <a:ext uri="{FF2B5EF4-FFF2-40B4-BE49-F238E27FC236}">
                <a16:creationId xmlns:a16="http://schemas.microsoft.com/office/drawing/2014/main" id="{1583AF0A-492C-DC97-1C6B-BFD6832EB290}"/>
              </a:ext>
            </a:extLst>
          </p:cNvPr>
          <p:cNvSpPr>
            <a:spLocks noGrp="1"/>
          </p:cNvSpPr>
          <p:nvPr>
            <p:ph type="body" sz="quarter" idx="36" hasCustomPrompt="1"/>
          </p:nvPr>
        </p:nvSpPr>
        <p:spPr>
          <a:xfrm>
            <a:off x="1146553" y="2321708"/>
            <a:ext cx="2653191" cy="249684"/>
          </a:xfrm>
          <a:prstGeom prst="rect">
            <a:avLst/>
          </a:prstGeom>
        </p:spPr>
        <p:txBody>
          <a:bodyPr anchor="ctr"/>
          <a:lstStyle>
            <a:lvl1pPr algn="l">
              <a:lnSpc>
                <a:spcPct val="90000"/>
              </a:lnSpc>
              <a:defRPr sz="800" b="0" i="0" spc="0" baseline="0">
                <a:solidFill>
                  <a:schemeClr val="tx1"/>
                </a:solidFill>
                <a:latin typeface="Noto Sans" panose="020B0502040504020204" pitchFamily="34" charset="0"/>
              </a:defRPr>
            </a:lvl1pPr>
            <a:lvl2pPr marL="0" indent="0">
              <a:lnSpc>
                <a:spcPct val="112000"/>
              </a:lnSpc>
              <a:buNone/>
              <a:defRPr sz="800" b="0" i="0" spc="0" baseline="0">
                <a:solidFill>
                  <a:schemeClr val="tx1"/>
                </a:solidFill>
                <a:latin typeface="Noto Sans" panose="020B0502040504020204" pitchFamily="34" charset="0"/>
                <a:cs typeface="Poppins" pitchFamily="2" charset="77"/>
              </a:defRPr>
            </a:lvl2pPr>
            <a:lvl3pPr>
              <a:lnSpc>
                <a:spcPct val="112000"/>
              </a:lnSpc>
              <a:defRPr sz="1100"/>
            </a:lvl3pPr>
            <a:lvl4pPr>
              <a:lnSpc>
                <a:spcPct val="112000"/>
              </a:lnSpc>
              <a:defRPr sz="1100"/>
            </a:lvl4pPr>
            <a:lvl5pPr>
              <a:lnSpc>
                <a:spcPct val="112000"/>
              </a:lnSpc>
              <a:defRPr sz="1500" b="0"/>
            </a:lvl5pPr>
          </a:lstStyle>
          <a:p>
            <a:pPr lvl="1"/>
            <a:r>
              <a:rPr lang="en-US"/>
              <a:t>Graphic title lorem ipsum dolor </a:t>
            </a:r>
          </a:p>
          <a:p>
            <a:pPr lvl="0"/>
            <a:r>
              <a:rPr lang="en-US"/>
              <a:t>Source Lorem Ipsum 2015 - 2023</a:t>
            </a:r>
            <a:endParaRPr lang="fr-FR"/>
          </a:p>
        </p:txBody>
      </p:sp>
      <p:sp>
        <p:nvSpPr>
          <p:cNvPr id="16" name="Espace réservé du texte 27">
            <a:extLst>
              <a:ext uri="{FF2B5EF4-FFF2-40B4-BE49-F238E27FC236}">
                <a16:creationId xmlns:a16="http://schemas.microsoft.com/office/drawing/2014/main" id="{32D65CCD-3725-FE94-A77A-BD7476F3C683}"/>
              </a:ext>
            </a:extLst>
          </p:cNvPr>
          <p:cNvSpPr>
            <a:spLocks noGrp="1"/>
          </p:cNvSpPr>
          <p:nvPr>
            <p:ph type="body" sz="quarter" idx="37" hasCustomPrompt="1"/>
          </p:nvPr>
        </p:nvSpPr>
        <p:spPr>
          <a:xfrm>
            <a:off x="5234588"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tx1"/>
          </a:solidFill>
          <a:ln>
            <a:solidFill>
              <a:schemeClr val="bg1"/>
            </a:solidFill>
          </a:ln>
        </p:spPr>
        <p:txBody>
          <a:bodyPr wrap="square" bIns="144000" anchor="ctr">
            <a:noAutofit/>
          </a:bodyPr>
          <a:lstStyle>
            <a:lvl1pPr algn="ctr">
              <a:defRPr sz="800" b="1">
                <a:solidFill>
                  <a:schemeClr val="bg1"/>
                </a:solidFill>
              </a:defRPr>
            </a:lvl1pPr>
          </a:lstStyle>
          <a:p>
            <a:pPr lvl="0"/>
            <a:r>
              <a:rPr lang="fr-FR"/>
              <a:t>+15%</a:t>
            </a:r>
            <a:endParaRPr lang="en-US"/>
          </a:p>
        </p:txBody>
      </p:sp>
      <p:sp>
        <p:nvSpPr>
          <p:cNvPr id="18" name="Espace réservé du texte 27">
            <a:extLst>
              <a:ext uri="{FF2B5EF4-FFF2-40B4-BE49-F238E27FC236}">
                <a16:creationId xmlns:a16="http://schemas.microsoft.com/office/drawing/2014/main" id="{1EAD528B-C67B-4F0E-3248-51721FB02100}"/>
              </a:ext>
            </a:extLst>
          </p:cNvPr>
          <p:cNvSpPr>
            <a:spLocks noGrp="1"/>
          </p:cNvSpPr>
          <p:nvPr>
            <p:ph type="body" sz="quarter" idx="38" hasCustomPrompt="1"/>
          </p:nvPr>
        </p:nvSpPr>
        <p:spPr>
          <a:xfrm>
            <a:off x="5823875"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accent1"/>
          </a:solidFill>
        </p:spPr>
        <p:txBody>
          <a:bodyPr wrap="square" bIns="144000" anchor="ctr">
            <a:noAutofit/>
          </a:bodyPr>
          <a:lstStyle>
            <a:lvl1pPr algn="ctr">
              <a:defRPr sz="800" b="1">
                <a:solidFill>
                  <a:schemeClr val="tx1"/>
                </a:solidFill>
              </a:defRPr>
            </a:lvl1pPr>
          </a:lstStyle>
          <a:p>
            <a:pPr lvl="0"/>
            <a:r>
              <a:rPr lang="fr-FR"/>
              <a:t>+15%</a:t>
            </a:r>
            <a:endParaRPr lang="en-US"/>
          </a:p>
        </p:txBody>
      </p:sp>
      <p:sp>
        <p:nvSpPr>
          <p:cNvPr id="19" name="Espace réservé du texte 27">
            <a:extLst>
              <a:ext uri="{FF2B5EF4-FFF2-40B4-BE49-F238E27FC236}">
                <a16:creationId xmlns:a16="http://schemas.microsoft.com/office/drawing/2014/main" id="{EA557414-518C-491E-16E3-941B8BD7AF91}"/>
              </a:ext>
            </a:extLst>
          </p:cNvPr>
          <p:cNvSpPr>
            <a:spLocks noGrp="1"/>
          </p:cNvSpPr>
          <p:nvPr>
            <p:ph type="body" sz="quarter" idx="39" hasCustomPrompt="1"/>
          </p:nvPr>
        </p:nvSpPr>
        <p:spPr>
          <a:xfrm>
            <a:off x="6413162" y="2117306"/>
            <a:ext cx="507085" cy="279042"/>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bg1"/>
          </a:solidFill>
        </p:spPr>
        <p:txBody>
          <a:bodyPr wrap="square" bIns="144000" anchor="ctr">
            <a:noAutofit/>
          </a:bodyPr>
          <a:lstStyle>
            <a:lvl1pPr algn="ctr">
              <a:defRPr sz="800" b="1">
                <a:solidFill>
                  <a:schemeClr val="tx1"/>
                </a:solidFill>
              </a:defRPr>
            </a:lvl1pPr>
          </a:lstStyle>
          <a:p>
            <a:pPr lvl="0"/>
            <a:r>
              <a:rPr lang="fr-FR"/>
              <a:t>+15%</a:t>
            </a:r>
            <a:endParaRPr lang="en-US"/>
          </a:p>
        </p:txBody>
      </p:sp>
    </p:spTree>
    <p:extLst>
      <p:ext uri="{BB962C8B-B14F-4D97-AF65-F5344CB8AC3E}">
        <p14:creationId xmlns:p14="http://schemas.microsoft.com/office/powerpoint/2010/main" val="134469978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 1">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F247F3-C6DB-F2C5-E3D2-58FED5E05CD9}"/>
              </a:ext>
            </a:extLst>
          </p:cNvPr>
          <p:cNvSpPr>
            <a:spLocks noGrp="1"/>
          </p:cNvSpPr>
          <p:nvPr>
            <p:ph type="title" hasCustomPrompt="1"/>
          </p:nvPr>
        </p:nvSpPr>
        <p:spPr>
          <a:xfrm>
            <a:off x="648000" y="360000"/>
            <a:ext cx="10927080" cy="792000"/>
          </a:xfrm>
          <a:prstGeom prst="rect">
            <a:avLst/>
          </a:prstGeom>
        </p:spPr>
        <p:txBody>
          <a:bodyPr anchor="ctr" anchorCtr="0"/>
          <a:lstStyle>
            <a:lvl1pPr algn="ctr">
              <a:lnSpc>
                <a:spcPct val="100000"/>
              </a:lnSpc>
              <a:defRPr lang="en-US" noProof="0">
                <a:solidFill>
                  <a:schemeClr val="tx1"/>
                </a:solidFill>
                <a:ea typeface="BIB Bold" pitchFamily="2" charset="77"/>
              </a:defRPr>
            </a:lvl1pPr>
          </a:lstStyle>
          <a:p>
            <a:pPr lvl="0"/>
            <a:r>
              <a:rPr lang="en-US" noProof="0"/>
              <a:t>Slide title goes here</a:t>
            </a:r>
          </a:p>
        </p:txBody>
      </p:sp>
      <p:sp>
        <p:nvSpPr>
          <p:cNvPr id="8" name="Espace réservé du tableau 7">
            <a:extLst>
              <a:ext uri="{FF2B5EF4-FFF2-40B4-BE49-F238E27FC236}">
                <a16:creationId xmlns:a16="http://schemas.microsoft.com/office/drawing/2014/main" id="{10765B26-B3F4-FD5B-DD69-50508C87826A}"/>
              </a:ext>
            </a:extLst>
          </p:cNvPr>
          <p:cNvSpPr>
            <a:spLocks noGrp="1"/>
          </p:cNvSpPr>
          <p:nvPr>
            <p:ph type="tbl" sz="quarter" idx="13"/>
          </p:nvPr>
        </p:nvSpPr>
        <p:spPr>
          <a:xfrm>
            <a:off x="692150" y="1191490"/>
            <a:ext cx="10552499" cy="5280935"/>
          </a:xfrm>
          <a:prstGeom prst="rect">
            <a:avLst/>
          </a:prstGeom>
        </p:spPr>
        <p:txBody>
          <a:bodyPr>
            <a:noAutofit/>
          </a:bodyPr>
          <a:lstStyle>
            <a:lvl1pPr>
              <a:defRPr>
                <a:solidFill>
                  <a:schemeClr val="tx1"/>
                </a:solidFill>
              </a:defRPr>
            </a:lvl1pPr>
          </a:lstStyle>
          <a:p>
            <a:r>
              <a:rPr lang="fr-FR"/>
              <a:t>Cliquez sur l'icône pour ajouter un tableau</a:t>
            </a:r>
          </a:p>
        </p:txBody>
      </p:sp>
    </p:spTree>
    <p:extLst>
      <p:ext uri="{BB962C8B-B14F-4D97-AF65-F5344CB8AC3E}">
        <p14:creationId xmlns:p14="http://schemas.microsoft.com/office/powerpoint/2010/main" val="208246496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fographics Timeline">
    <p:bg>
      <p:bgPr>
        <a:solidFill>
          <a:schemeClr val="tx2"/>
        </a:solidFill>
        <a:effectLst/>
      </p:bgPr>
    </p:bg>
    <p:spTree>
      <p:nvGrpSpPr>
        <p:cNvPr id="1" name=""/>
        <p:cNvGrpSpPr/>
        <p:nvPr/>
      </p:nvGrpSpPr>
      <p:grpSpPr>
        <a:xfrm>
          <a:off x="0" y="0"/>
          <a:ext cx="0" cy="0"/>
          <a:chOff x="0" y="0"/>
          <a:chExt cx="0" cy="0"/>
        </a:xfrm>
      </p:grpSpPr>
      <p:sp>
        <p:nvSpPr>
          <p:cNvPr id="48" name="Espace réservé du texte 47">
            <a:extLst>
              <a:ext uri="{FF2B5EF4-FFF2-40B4-BE49-F238E27FC236}">
                <a16:creationId xmlns:a16="http://schemas.microsoft.com/office/drawing/2014/main" id="{B61A74FE-E20C-59E8-3463-CAB6540360A8}"/>
              </a:ext>
            </a:extLst>
          </p:cNvPr>
          <p:cNvSpPr>
            <a:spLocks noGrp="1"/>
          </p:cNvSpPr>
          <p:nvPr>
            <p:ph type="body" sz="quarter" idx="37" hasCustomPrompt="1"/>
          </p:nvPr>
        </p:nvSpPr>
        <p:spPr>
          <a:xfrm>
            <a:off x="-6000" y="4106332"/>
            <a:ext cx="12204000" cy="3600"/>
          </a:xfrm>
          <a:custGeom>
            <a:avLst/>
            <a:gdLst>
              <a:gd name="csX0" fmla="*/ 0 w 12204000"/>
              <a:gd name="csY0" fmla="*/ 0 h 3600"/>
              <a:gd name="csX1" fmla="*/ 12204000 w 12204000"/>
              <a:gd name="csY1" fmla="*/ 0 h 3600"/>
              <a:gd name="csX2" fmla="*/ 12204000 w 12204000"/>
              <a:gd name="csY2" fmla="*/ 3600 h 3600"/>
              <a:gd name="csX3" fmla="*/ 0 w 12204000"/>
              <a:gd name="csY3" fmla="*/ 3600 h 3600"/>
            </a:gdLst>
            <a:ahLst/>
            <a:cxnLst>
              <a:cxn ang="0">
                <a:pos x="csX0" y="csY0"/>
              </a:cxn>
              <a:cxn ang="0">
                <a:pos x="csX1" y="csY1"/>
              </a:cxn>
              <a:cxn ang="0">
                <a:pos x="csX2" y="csY2"/>
              </a:cxn>
              <a:cxn ang="0">
                <a:pos x="csX3" y="csY3"/>
              </a:cxn>
            </a:cxnLst>
            <a:rect l="l" t="t" r="r" b="b"/>
            <a:pathLst>
              <a:path w="12204000" h="3600">
                <a:moveTo>
                  <a:pt x="0" y="0"/>
                </a:moveTo>
                <a:lnTo>
                  <a:pt x="12204000" y="0"/>
                </a:lnTo>
                <a:lnTo>
                  <a:pt x="12204000" y="3600"/>
                </a:lnTo>
                <a:lnTo>
                  <a:pt x="0" y="3600"/>
                </a:lnTo>
                <a:close/>
              </a:path>
            </a:pathLst>
          </a:custGeom>
          <a:noFill/>
          <a:ln w="127">
            <a:solidFill>
              <a:schemeClr val="bg1">
                <a:lumMod val="85000"/>
              </a:schemeClr>
            </a:solidFill>
          </a:ln>
        </p:spPr>
        <p:txBody>
          <a:bodyPr wrap="square">
            <a:noAutofit/>
          </a:bodyPr>
          <a:lstStyle>
            <a:lvl1pPr>
              <a:defRPr sz="100">
                <a:solidFill>
                  <a:schemeClr val="tx1"/>
                </a:solidFill>
              </a:defRPr>
            </a:lvl1pPr>
          </a:lstStyle>
          <a:p>
            <a:pPr lvl="0"/>
            <a:r>
              <a:rPr lang="fr-FR"/>
              <a:t>.</a:t>
            </a:r>
          </a:p>
        </p:txBody>
      </p:sp>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79998" y="216000"/>
            <a:ext cx="11700000" cy="792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16" name="Espace réservé du texte 6">
            <a:extLst>
              <a:ext uri="{FF2B5EF4-FFF2-40B4-BE49-F238E27FC236}">
                <a16:creationId xmlns:a16="http://schemas.microsoft.com/office/drawing/2014/main" id="{5266264E-4760-7BEE-EF6F-7B52001DB9F4}"/>
              </a:ext>
            </a:extLst>
          </p:cNvPr>
          <p:cNvSpPr>
            <a:spLocks noGrp="1"/>
          </p:cNvSpPr>
          <p:nvPr>
            <p:ph type="body" sz="quarter" idx="15" hasCustomPrompt="1"/>
          </p:nvPr>
        </p:nvSpPr>
        <p:spPr>
          <a:xfrm>
            <a:off x="3181860" y="4266218"/>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2026</a:t>
            </a:r>
          </a:p>
        </p:txBody>
      </p:sp>
      <p:sp>
        <p:nvSpPr>
          <p:cNvPr id="17" name="Espace réservé du texte 6">
            <a:extLst>
              <a:ext uri="{FF2B5EF4-FFF2-40B4-BE49-F238E27FC236}">
                <a16:creationId xmlns:a16="http://schemas.microsoft.com/office/drawing/2014/main" id="{CE637B09-0470-599C-A04E-CF1AEDC110D3}"/>
              </a:ext>
            </a:extLst>
          </p:cNvPr>
          <p:cNvSpPr>
            <a:spLocks noGrp="1"/>
          </p:cNvSpPr>
          <p:nvPr>
            <p:ph type="body" sz="quarter" idx="22" hasCustomPrompt="1"/>
          </p:nvPr>
        </p:nvSpPr>
        <p:spPr>
          <a:xfrm>
            <a:off x="1047084" y="3357551"/>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2025</a:t>
            </a:r>
          </a:p>
        </p:txBody>
      </p:sp>
      <p:sp>
        <p:nvSpPr>
          <p:cNvPr id="24" name="Espace réservé du texte 6">
            <a:extLst>
              <a:ext uri="{FF2B5EF4-FFF2-40B4-BE49-F238E27FC236}">
                <a16:creationId xmlns:a16="http://schemas.microsoft.com/office/drawing/2014/main" id="{E44C1189-9CD7-6B39-9D53-90B5736DCB99}"/>
              </a:ext>
            </a:extLst>
          </p:cNvPr>
          <p:cNvSpPr>
            <a:spLocks noGrp="1"/>
          </p:cNvSpPr>
          <p:nvPr>
            <p:ph type="body" sz="quarter" idx="23" hasCustomPrompt="1"/>
          </p:nvPr>
        </p:nvSpPr>
        <p:spPr>
          <a:xfrm>
            <a:off x="7429627" y="4269121"/>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2028</a:t>
            </a:r>
          </a:p>
        </p:txBody>
      </p:sp>
      <p:sp>
        <p:nvSpPr>
          <p:cNvPr id="25" name="Espace réservé du texte 6">
            <a:extLst>
              <a:ext uri="{FF2B5EF4-FFF2-40B4-BE49-F238E27FC236}">
                <a16:creationId xmlns:a16="http://schemas.microsoft.com/office/drawing/2014/main" id="{D8028AC2-4BD9-BB1F-EC2C-A59E7B5C29D6}"/>
              </a:ext>
            </a:extLst>
          </p:cNvPr>
          <p:cNvSpPr>
            <a:spLocks noGrp="1"/>
          </p:cNvSpPr>
          <p:nvPr>
            <p:ph type="body" sz="quarter" idx="24" hasCustomPrompt="1"/>
          </p:nvPr>
        </p:nvSpPr>
        <p:spPr>
          <a:xfrm>
            <a:off x="9618061" y="3354720"/>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2029</a:t>
            </a:r>
          </a:p>
        </p:txBody>
      </p:sp>
      <p:sp>
        <p:nvSpPr>
          <p:cNvPr id="37" name="Espace réservé du texte 6">
            <a:extLst>
              <a:ext uri="{FF2B5EF4-FFF2-40B4-BE49-F238E27FC236}">
                <a16:creationId xmlns:a16="http://schemas.microsoft.com/office/drawing/2014/main" id="{9AD44220-44EB-07B2-5BA4-2BAC7B020BA9}"/>
              </a:ext>
            </a:extLst>
          </p:cNvPr>
          <p:cNvSpPr>
            <a:spLocks noGrp="1"/>
          </p:cNvSpPr>
          <p:nvPr>
            <p:ph type="body" sz="quarter" idx="32" hasCustomPrompt="1"/>
          </p:nvPr>
        </p:nvSpPr>
        <p:spPr>
          <a:xfrm>
            <a:off x="5296649" y="3348158"/>
            <a:ext cx="1109279" cy="542906"/>
          </a:xfrm>
          <a:prstGeom prst="rect">
            <a:avLst/>
          </a:prstGeom>
        </p:spPr>
        <p:txBody>
          <a:bodyPr wrap="none" anchor="ctr"/>
          <a:lstStyle>
            <a:lvl1pPr algn="ctr">
              <a:lnSpc>
                <a:spcPct val="98000"/>
              </a:lnSpc>
              <a:defRPr sz="3600" b="1" i="0" spc="100" baseline="0">
                <a:solidFill>
                  <a:schemeClr val="tx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2027</a:t>
            </a:r>
          </a:p>
        </p:txBody>
      </p:sp>
      <p:sp>
        <p:nvSpPr>
          <p:cNvPr id="46" name="Espace réservé du texte 45">
            <a:extLst>
              <a:ext uri="{FF2B5EF4-FFF2-40B4-BE49-F238E27FC236}">
                <a16:creationId xmlns:a16="http://schemas.microsoft.com/office/drawing/2014/main" id="{420A1472-3348-5EE8-1AF8-E6B29549B0C1}"/>
              </a:ext>
            </a:extLst>
          </p:cNvPr>
          <p:cNvSpPr>
            <a:spLocks noGrp="1"/>
          </p:cNvSpPr>
          <p:nvPr>
            <p:ph type="body" sz="quarter" idx="18" hasCustomPrompt="1"/>
          </p:nvPr>
        </p:nvSpPr>
        <p:spPr>
          <a:xfrm>
            <a:off x="1557113"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5" name="Espace réservé du texte 44">
            <a:extLst>
              <a:ext uri="{FF2B5EF4-FFF2-40B4-BE49-F238E27FC236}">
                <a16:creationId xmlns:a16="http://schemas.microsoft.com/office/drawing/2014/main" id="{885645DE-32DB-02B1-E307-BB3E34213583}"/>
              </a:ext>
            </a:extLst>
          </p:cNvPr>
          <p:cNvSpPr>
            <a:spLocks noGrp="1"/>
          </p:cNvSpPr>
          <p:nvPr>
            <p:ph type="body" sz="quarter" idx="34" hasCustomPrompt="1"/>
          </p:nvPr>
        </p:nvSpPr>
        <p:spPr>
          <a:xfrm>
            <a:off x="3697476"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4" name="Espace réservé du texte 43">
            <a:extLst>
              <a:ext uri="{FF2B5EF4-FFF2-40B4-BE49-F238E27FC236}">
                <a16:creationId xmlns:a16="http://schemas.microsoft.com/office/drawing/2014/main" id="{DC43DEB3-B57B-CD2C-3E48-D04BB9C672AA}"/>
              </a:ext>
            </a:extLst>
          </p:cNvPr>
          <p:cNvSpPr>
            <a:spLocks noGrp="1"/>
          </p:cNvSpPr>
          <p:nvPr>
            <p:ph type="body" sz="quarter" idx="35" hasCustomPrompt="1"/>
          </p:nvPr>
        </p:nvSpPr>
        <p:spPr>
          <a:xfrm>
            <a:off x="7978202"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vert="horz" wrap="square" lIns="0" tIns="0" rIns="0" bIns="0" rtlCol="0">
            <a:noAutofit/>
          </a:bodyPr>
          <a:lstStyle>
            <a:lvl1pPr>
              <a:defRPr lang="fr-FR" sz="100">
                <a:solidFill>
                  <a:schemeClr val="tx1"/>
                </a:solidFill>
              </a:defRPr>
            </a:lvl1pPr>
          </a:lstStyle>
          <a:p>
            <a:pPr lvl="0"/>
            <a:r>
              <a:rPr lang="fr-FR"/>
              <a:t>.</a:t>
            </a:r>
          </a:p>
        </p:txBody>
      </p:sp>
      <p:sp>
        <p:nvSpPr>
          <p:cNvPr id="43" name="Espace réservé du texte 42">
            <a:extLst>
              <a:ext uri="{FF2B5EF4-FFF2-40B4-BE49-F238E27FC236}">
                <a16:creationId xmlns:a16="http://schemas.microsoft.com/office/drawing/2014/main" id="{243EDC04-7054-D840-973D-1E7E7023BB9E}"/>
              </a:ext>
            </a:extLst>
          </p:cNvPr>
          <p:cNvSpPr>
            <a:spLocks noGrp="1"/>
          </p:cNvSpPr>
          <p:nvPr>
            <p:ph type="body" sz="quarter" idx="36" hasCustomPrompt="1"/>
          </p:nvPr>
        </p:nvSpPr>
        <p:spPr>
          <a:xfrm>
            <a:off x="10118566" y="4055798"/>
            <a:ext cx="108268" cy="108268"/>
          </a:xfrm>
          <a:custGeom>
            <a:avLst/>
            <a:gdLst>
              <a:gd name="csX0" fmla="*/ 54134 w 108268"/>
              <a:gd name="csY0" fmla="*/ 0 h 108268"/>
              <a:gd name="csX1" fmla="*/ 108268 w 108268"/>
              <a:gd name="csY1" fmla="*/ 54134 h 108268"/>
              <a:gd name="csX2" fmla="*/ 54134 w 108268"/>
              <a:gd name="csY2" fmla="*/ 108268 h 108268"/>
              <a:gd name="csX3" fmla="*/ 0 w 108268"/>
              <a:gd name="csY3" fmla="*/ 54134 h 108268"/>
              <a:gd name="csX4" fmla="*/ 54134 w 108268"/>
              <a:gd name="csY4" fmla="*/ 0 h 108268"/>
            </a:gdLst>
            <a:ahLst/>
            <a:cxnLst>
              <a:cxn ang="0">
                <a:pos x="csX0" y="csY0"/>
              </a:cxn>
              <a:cxn ang="0">
                <a:pos x="csX1" y="csY1"/>
              </a:cxn>
              <a:cxn ang="0">
                <a:pos x="csX2" y="csY2"/>
              </a:cxn>
              <a:cxn ang="0">
                <a:pos x="csX3" y="csY3"/>
              </a:cxn>
              <a:cxn ang="0">
                <a:pos x="csX4" y="csY4"/>
              </a:cxn>
            </a:cxnLst>
            <a:rect l="l" t="t" r="r" b="b"/>
            <a:pathLst>
              <a:path w="108268" h="108268">
                <a:moveTo>
                  <a:pt x="54134" y="0"/>
                </a:moveTo>
                <a:cubicBezTo>
                  <a:pt x="84031" y="0"/>
                  <a:pt x="108268" y="24237"/>
                  <a:pt x="108268" y="54134"/>
                </a:cubicBezTo>
                <a:cubicBezTo>
                  <a:pt x="108268" y="84031"/>
                  <a:pt x="84031" y="108268"/>
                  <a:pt x="54134" y="108268"/>
                </a:cubicBezTo>
                <a:cubicBezTo>
                  <a:pt x="24237" y="108268"/>
                  <a:pt x="0" y="84031"/>
                  <a:pt x="0" y="54134"/>
                </a:cubicBezTo>
                <a:cubicBezTo>
                  <a:pt x="0" y="24237"/>
                  <a:pt x="24237" y="0"/>
                  <a:pt x="54134" y="0"/>
                </a:cubicBezTo>
                <a:close/>
              </a:path>
            </a:pathLst>
          </a:custGeom>
          <a:solidFill>
            <a:schemeClr val="tx1"/>
          </a:solidFill>
          <a:ln>
            <a:solidFill>
              <a:srgbClr val="061866"/>
            </a:solidFill>
          </a:ln>
        </p:spPr>
        <p:txBody>
          <a:bodyPr wrap="square">
            <a:noAutofit/>
          </a:bodyPr>
          <a:lstStyle>
            <a:lvl1pPr>
              <a:defRPr sz="100">
                <a:solidFill>
                  <a:schemeClr val="tx1"/>
                </a:solidFill>
              </a:defRPr>
            </a:lvl1pPr>
          </a:lstStyle>
          <a:p>
            <a:pPr lvl="0"/>
            <a:r>
              <a:rPr lang="fr-FR"/>
              <a:t>.</a:t>
            </a:r>
          </a:p>
        </p:txBody>
      </p:sp>
      <p:sp>
        <p:nvSpPr>
          <p:cNvPr id="4" name="Espace réservé du texte 42">
            <a:extLst>
              <a:ext uri="{FF2B5EF4-FFF2-40B4-BE49-F238E27FC236}">
                <a16:creationId xmlns:a16="http://schemas.microsoft.com/office/drawing/2014/main" id="{5085F8A1-4DAF-EC21-BD9C-2573AAEFC21F}"/>
              </a:ext>
            </a:extLst>
          </p:cNvPr>
          <p:cNvSpPr>
            <a:spLocks noGrp="1" noChangeAspect="1"/>
          </p:cNvSpPr>
          <p:nvPr>
            <p:ph type="body" sz="quarter" idx="39" hasCustomPrompt="1"/>
          </p:nvPr>
        </p:nvSpPr>
        <p:spPr>
          <a:xfrm>
            <a:off x="5749614" y="3989445"/>
            <a:ext cx="257422" cy="257422"/>
          </a:xfrm>
          <a:prstGeom prst="ellipse">
            <a:avLst/>
          </a:prstGeom>
          <a:solidFill>
            <a:schemeClr val="accent1"/>
          </a:solidFill>
        </p:spPr>
        <p:txBody>
          <a:bodyPr>
            <a:noAutofit/>
          </a:bodyPr>
          <a:lstStyle>
            <a:lvl1pPr>
              <a:defRPr sz="100">
                <a:solidFill>
                  <a:schemeClr val="tx1"/>
                </a:solidFill>
              </a:defRPr>
            </a:lvl1pPr>
          </a:lstStyle>
          <a:p>
            <a:pPr lvl="0"/>
            <a:r>
              <a:rPr lang="fr-FR"/>
              <a:t>.</a:t>
            </a:r>
          </a:p>
        </p:txBody>
      </p:sp>
      <p:sp>
        <p:nvSpPr>
          <p:cNvPr id="49" name="Espace réservé du texte 42">
            <a:extLst>
              <a:ext uri="{FF2B5EF4-FFF2-40B4-BE49-F238E27FC236}">
                <a16:creationId xmlns:a16="http://schemas.microsoft.com/office/drawing/2014/main" id="{F42FF11C-1DD9-5ACC-DF51-308D6B019C6F}"/>
              </a:ext>
            </a:extLst>
          </p:cNvPr>
          <p:cNvSpPr>
            <a:spLocks noGrp="1" noChangeAspect="1"/>
          </p:cNvSpPr>
          <p:nvPr>
            <p:ph type="body" sz="quarter" idx="38" hasCustomPrompt="1"/>
          </p:nvPr>
        </p:nvSpPr>
        <p:spPr>
          <a:xfrm>
            <a:off x="5777936" y="4017767"/>
            <a:ext cx="200778" cy="200778"/>
          </a:xfrm>
          <a:prstGeom prst="ellipse">
            <a:avLst/>
          </a:prstGeom>
          <a:blipFill>
            <a:blip r:embed="rId2"/>
            <a:stretch>
              <a:fillRect/>
            </a:stretch>
          </a:blipFill>
        </p:spPr>
        <p:txBody>
          <a:bodyPr>
            <a:noAutofit/>
          </a:bodyPr>
          <a:lstStyle>
            <a:lvl1pPr>
              <a:defRPr sz="100">
                <a:solidFill>
                  <a:schemeClr val="tx1"/>
                </a:solidFill>
              </a:defRPr>
            </a:lvl1pPr>
          </a:lstStyle>
          <a:p>
            <a:pPr lvl="0"/>
            <a:r>
              <a:rPr lang="fr-FR"/>
              <a:t>.</a:t>
            </a:r>
          </a:p>
        </p:txBody>
      </p:sp>
      <p:sp>
        <p:nvSpPr>
          <p:cNvPr id="8" name="Espace réservé du texte 7">
            <a:extLst>
              <a:ext uri="{FF2B5EF4-FFF2-40B4-BE49-F238E27FC236}">
                <a16:creationId xmlns:a16="http://schemas.microsoft.com/office/drawing/2014/main" id="{85E538C0-0C95-2B6C-F7E6-C3653A086792}"/>
              </a:ext>
            </a:extLst>
          </p:cNvPr>
          <p:cNvSpPr>
            <a:spLocks noGrp="1"/>
          </p:cNvSpPr>
          <p:nvPr>
            <p:ph type="body" sz="quarter" idx="40" hasCustomPrompt="1"/>
          </p:nvPr>
        </p:nvSpPr>
        <p:spPr>
          <a:xfrm>
            <a:off x="3181860" y="3102788"/>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9" name="Espace réservé du texte 7">
            <a:extLst>
              <a:ext uri="{FF2B5EF4-FFF2-40B4-BE49-F238E27FC236}">
                <a16:creationId xmlns:a16="http://schemas.microsoft.com/office/drawing/2014/main" id="{A5C22E42-30E3-5C6F-71D1-E749B90313CC}"/>
              </a:ext>
            </a:extLst>
          </p:cNvPr>
          <p:cNvSpPr>
            <a:spLocks noGrp="1"/>
          </p:cNvSpPr>
          <p:nvPr>
            <p:ph type="body" sz="quarter" idx="41" hasCustomPrompt="1"/>
          </p:nvPr>
        </p:nvSpPr>
        <p:spPr>
          <a:xfrm>
            <a:off x="1047084"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2" name="Espace réservé du texte 7">
            <a:extLst>
              <a:ext uri="{FF2B5EF4-FFF2-40B4-BE49-F238E27FC236}">
                <a16:creationId xmlns:a16="http://schemas.microsoft.com/office/drawing/2014/main" id="{F380B936-9450-AD9C-86F2-08D40E226155}"/>
              </a:ext>
            </a:extLst>
          </p:cNvPr>
          <p:cNvSpPr>
            <a:spLocks noGrp="1"/>
          </p:cNvSpPr>
          <p:nvPr>
            <p:ph type="body" sz="quarter" idx="42" hasCustomPrompt="1"/>
          </p:nvPr>
        </p:nvSpPr>
        <p:spPr>
          <a:xfrm>
            <a:off x="5295403"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3" name="Espace réservé du texte 7">
            <a:extLst>
              <a:ext uri="{FF2B5EF4-FFF2-40B4-BE49-F238E27FC236}">
                <a16:creationId xmlns:a16="http://schemas.microsoft.com/office/drawing/2014/main" id="{9627BF53-F9E5-9638-4C3E-249D86B20283}"/>
              </a:ext>
            </a:extLst>
          </p:cNvPr>
          <p:cNvSpPr>
            <a:spLocks noGrp="1"/>
          </p:cNvSpPr>
          <p:nvPr>
            <p:ph type="body" sz="quarter" idx="43" hasCustomPrompt="1"/>
          </p:nvPr>
        </p:nvSpPr>
        <p:spPr>
          <a:xfrm>
            <a:off x="7430179" y="3102788"/>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
        <p:nvSpPr>
          <p:cNvPr id="14" name="Espace réservé du texte 7">
            <a:extLst>
              <a:ext uri="{FF2B5EF4-FFF2-40B4-BE49-F238E27FC236}">
                <a16:creationId xmlns:a16="http://schemas.microsoft.com/office/drawing/2014/main" id="{4357B693-B038-4B19-CD6B-9ACE0641219C}"/>
              </a:ext>
            </a:extLst>
          </p:cNvPr>
          <p:cNvSpPr>
            <a:spLocks noGrp="1"/>
          </p:cNvSpPr>
          <p:nvPr>
            <p:ph type="body" sz="quarter" idx="44" hasCustomPrompt="1"/>
          </p:nvPr>
        </p:nvSpPr>
        <p:spPr>
          <a:xfrm>
            <a:off x="9616550" y="4601551"/>
            <a:ext cx="1699594" cy="745506"/>
          </a:xfrm>
          <a:prstGeom prst="rect">
            <a:avLst/>
          </a:prstGeom>
        </p:spPr>
        <p:txBody>
          <a:bodyPr anchor="ctr"/>
          <a:lstStyle>
            <a:lvl1pPr>
              <a:lnSpc>
                <a:spcPct val="100000"/>
              </a:lnSpc>
              <a:buFontTx/>
              <a:buNone/>
              <a:defRPr sz="1100">
                <a:solidFill>
                  <a:schemeClr val="tx1"/>
                </a:solidFill>
              </a:defRPr>
            </a:lvl1pPr>
            <a:lvl2pPr marL="0" indent="0">
              <a:lnSpc>
                <a:spcPct val="100000"/>
              </a:lnSpc>
              <a:buFontTx/>
              <a:buNone/>
              <a:defRPr sz="1100">
                <a:solidFill>
                  <a:schemeClr val="tx1"/>
                </a:solidFill>
              </a:defRPr>
            </a:lvl2pPr>
          </a:lstStyle>
          <a:p>
            <a:pPr lvl="1"/>
            <a:r>
              <a:rPr lang="en-US" noProof="0"/>
              <a:t>Lorem ipsum 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r>
              <a:rPr lang="en-US" noProof="0"/>
              <a:t> </a:t>
            </a:r>
            <a:r>
              <a:rPr lang="en-US" noProof="0" err="1"/>
              <a:t>odio</a:t>
            </a:r>
            <a:r>
              <a:rPr lang="en-US" noProof="0"/>
              <a:t> </a:t>
            </a:r>
            <a:r>
              <a:rPr lang="en-US" noProof="0" err="1"/>
              <a:t>dignissimos</a:t>
            </a:r>
            <a:endParaRPr lang="en-US" noProof="0"/>
          </a:p>
          <a:p>
            <a:pPr lvl="0"/>
            <a:r>
              <a:rPr lang="en-US" noProof="0" err="1"/>
              <a:t>ducimus</a:t>
            </a:r>
            <a:r>
              <a:rPr lang="en-US" noProof="0"/>
              <a:t> qui </a:t>
            </a:r>
            <a:r>
              <a:rPr lang="en-US" noProof="0" err="1"/>
              <a:t>blanditiis</a:t>
            </a:r>
            <a:endParaRPr lang="en-US" noProof="0"/>
          </a:p>
        </p:txBody>
      </p:sp>
    </p:spTree>
    <p:extLst>
      <p:ext uri="{BB962C8B-B14F-4D97-AF65-F5344CB8AC3E}">
        <p14:creationId xmlns:p14="http://schemas.microsoft.com/office/powerpoint/2010/main" val="26302251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fographics Maps1">
    <p:bg>
      <p:bgPr>
        <a:solidFill>
          <a:schemeClr val="tx2"/>
        </a:solidFill>
        <a:effectLst/>
      </p:bgPr>
    </p:bg>
    <p:spTree>
      <p:nvGrpSpPr>
        <p:cNvPr id="1" name=""/>
        <p:cNvGrpSpPr/>
        <p:nvPr/>
      </p:nvGrpSpPr>
      <p:grpSpPr>
        <a:xfrm>
          <a:off x="0" y="0"/>
          <a:ext cx="0" cy="0"/>
          <a:chOff x="0" y="0"/>
          <a:chExt cx="0" cy="0"/>
        </a:xfrm>
      </p:grpSpPr>
      <p:pic>
        <p:nvPicPr>
          <p:cNvPr id="2" name="Image 1" descr="Une image contenant carte, noir et blanc, noir, monochrome&#10;&#10;Le contenu généré par l’IA peut être incorrect.">
            <a:extLst>
              <a:ext uri="{FF2B5EF4-FFF2-40B4-BE49-F238E27FC236}">
                <a16:creationId xmlns:a16="http://schemas.microsoft.com/office/drawing/2014/main" id="{E69F19A2-AB8E-B17F-8349-FA1F43EC58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56800" y="1976400"/>
            <a:ext cx="8678400" cy="4881600"/>
          </a:xfrm>
          <a:prstGeom prst="rect">
            <a:avLst/>
          </a:prstGeom>
          <a:effectLst>
            <a:outerShdw blurRad="63500" sx="102000" sy="102000" algn="ctr" rotWithShape="0">
              <a:prstClr val="black">
                <a:alpha val="7845"/>
              </a:prstClr>
            </a:outerShdw>
          </a:effectLst>
        </p:spPr>
      </p:pic>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79999" y="216000"/>
            <a:ext cx="11700000" cy="792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14" name="Espace réservé du texte 13">
            <a:extLst>
              <a:ext uri="{FF2B5EF4-FFF2-40B4-BE49-F238E27FC236}">
                <a16:creationId xmlns:a16="http://schemas.microsoft.com/office/drawing/2014/main" id="{14DEF00B-7AF3-D07A-0BC3-86938DBE663E}"/>
              </a:ext>
            </a:extLst>
          </p:cNvPr>
          <p:cNvSpPr>
            <a:spLocks noGrp="1" noChangeAspect="1"/>
          </p:cNvSpPr>
          <p:nvPr>
            <p:ph type="body" sz="quarter" idx="23" hasCustomPrompt="1"/>
          </p:nvPr>
        </p:nvSpPr>
        <p:spPr>
          <a:xfrm>
            <a:off x="8732045" y="4486274"/>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26%</a:t>
            </a:r>
          </a:p>
        </p:txBody>
      </p:sp>
      <p:sp>
        <p:nvSpPr>
          <p:cNvPr id="18" name="Espace réservé du texte 17">
            <a:extLst>
              <a:ext uri="{FF2B5EF4-FFF2-40B4-BE49-F238E27FC236}">
                <a16:creationId xmlns:a16="http://schemas.microsoft.com/office/drawing/2014/main" id="{8415B657-503C-9FA8-299D-5614216DC96C}"/>
              </a:ext>
            </a:extLst>
          </p:cNvPr>
          <p:cNvSpPr>
            <a:spLocks noGrp="1" noChangeAspect="1"/>
          </p:cNvSpPr>
          <p:nvPr>
            <p:ph type="body" sz="quarter" idx="24" hasCustomPrompt="1"/>
          </p:nvPr>
        </p:nvSpPr>
        <p:spPr>
          <a:xfrm>
            <a:off x="5706905" y="2125595"/>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45%</a:t>
            </a:r>
          </a:p>
        </p:txBody>
      </p:sp>
      <p:sp>
        <p:nvSpPr>
          <p:cNvPr id="20" name="Espace réservé du texte 19">
            <a:extLst>
              <a:ext uri="{FF2B5EF4-FFF2-40B4-BE49-F238E27FC236}">
                <a16:creationId xmlns:a16="http://schemas.microsoft.com/office/drawing/2014/main" id="{7EE84898-98F8-1C84-54A6-71265B30F841}"/>
              </a:ext>
            </a:extLst>
          </p:cNvPr>
          <p:cNvSpPr>
            <a:spLocks noGrp="1" noChangeAspect="1"/>
          </p:cNvSpPr>
          <p:nvPr>
            <p:ph type="body" sz="quarter" idx="25" hasCustomPrompt="1"/>
          </p:nvPr>
        </p:nvSpPr>
        <p:spPr>
          <a:xfrm>
            <a:off x="2994185" y="1844246"/>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rgbClr val="FFFF00"/>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59%</a:t>
            </a:r>
          </a:p>
        </p:txBody>
      </p:sp>
    </p:spTree>
    <p:extLst>
      <p:ext uri="{BB962C8B-B14F-4D97-AF65-F5344CB8AC3E}">
        <p14:creationId xmlns:p14="http://schemas.microsoft.com/office/powerpoint/2010/main" val="111592812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fographics Map2">
    <p:bg>
      <p:bgPr>
        <a:solidFill>
          <a:schemeClr val="tx2"/>
        </a:solidFill>
        <a:effectLst/>
      </p:bgPr>
    </p:bg>
    <p:spTree>
      <p:nvGrpSpPr>
        <p:cNvPr id="1" name=""/>
        <p:cNvGrpSpPr/>
        <p:nvPr/>
      </p:nvGrpSpPr>
      <p:grpSpPr>
        <a:xfrm>
          <a:off x="0" y="0"/>
          <a:ext cx="0" cy="0"/>
          <a:chOff x="0" y="0"/>
          <a:chExt cx="0" cy="0"/>
        </a:xfrm>
      </p:grpSpPr>
      <p:pic>
        <p:nvPicPr>
          <p:cNvPr id="2" name="Image 1" descr="Une image contenant carte, noir et blanc, noir, monochrome&#10;&#10;Le contenu généré par l’IA peut être incorrect.">
            <a:extLst>
              <a:ext uri="{FF2B5EF4-FFF2-40B4-BE49-F238E27FC236}">
                <a16:creationId xmlns:a16="http://schemas.microsoft.com/office/drawing/2014/main" id="{10D01433-92DC-D389-9DEE-8CEF5ECED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56800" y="1969420"/>
            <a:ext cx="8678400" cy="4881600"/>
          </a:xfrm>
          <a:prstGeom prst="rect">
            <a:avLst/>
          </a:prstGeom>
          <a:effectLst>
            <a:outerShdw blurRad="63500" sx="102000" sy="102000" algn="ctr" rotWithShape="0">
              <a:prstClr val="black">
                <a:alpha val="7845"/>
              </a:prstClr>
            </a:outerShdw>
          </a:effectLst>
        </p:spPr>
      </p:pic>
      <p:sp>
        <p:nvSpPr>
          <p:cNvPr id="6" name="Titre 1">
            <a:extLst>
              <a:ext uri="{FF2B5EF4-FFF2-40B4-BE49-F238E27FC236}">
                <a16:creationId xmlns:a16="http://schemas.microsoft.com/office/drawing/2014/main" id="{7E5E9D72-A851-0EF0-6808-BE9A88AC52D7}"/>
              </a:ext>
            </a:extLst>
          </p:cNvPr>
          <p:cNvSpPr>
            <a:spLocks noGrp="1"/>
          </p:cNvSpPr>
          <p:nvPr>
            <p:ph type="title" hasCustomPrompt="1"/>
          </p:nvPr>
        </p:nvSpPr>
        <p:spPr>
          <a:xfrm>
            <a:off x="180000" y="216000"/>
            <a:ext cx="11700000" cy="756000"/>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Slide title goes here</a:t>
            </a:r>
          </a:p>
        </p:txBody>
      </p:sp>
      <p:sp>
        <p:nvSpPr>
          <p:cNvPr id="16" name="Espace réservé du texte 6">
            <a:extLst>
              <a:ext uri="{FF2B5EF4-FFF2-40B4-BE49-F238E27FC236}">
                <a16:creationId xmlns:a16="http://schemas.microsoft.com/office/drawing/2014/main" id="{2B6AE8AE-6FFF-169A-5E3A-C4C2C812CFC2}"/>
              </a:ext>
            </a:extLst>
          </p:cNvPr>
          <p:cNvSpPr>
            <a:spLocks noGrp="1" noChangeAspect="1"/>
          </p:cNvSpPr>
          <p:nvPr>
            <p:ph type="body" sz="quarter" idx="28" hasCustomPrompt="1"/>
          </p:nvPr>
        </p:nvSpPr>
        <p:spPr>
          <a:xfrm>
            <a:off x="10124356" y="2761299"/>
            <a:ext cx="419498" cy="41949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17" name="Espace réservé du texte 6">
            <a:extLst>
              <a:ext uri="{FF2B5EF4-FFF2-40B4-BE49-F238E27FC236}">
                <a16:creationId xmlns:a16="http://schemas.microsoft.com/office/drawing/2014/main" id="{F684E266-EA62-D298-BAB4-36A8D09EA459}"/>
              </a:ext>
            </a:extLst>
          </p:cNvPr>
          <p:cNvSpPr>
            <a:spLocks noGrp="1" noChangeAspect="1"/>
          </p:cNvSpPr>
          <p:nvPr>
            <p:ph type="body" sz="quarter" idx="29" hasCustomPrompt="1"/>
          </p:nvPr>
        </p:nvSpPr>
        <p:spPr>
          <a:xfrm>
            <a:off x="3778025" y="6032227"/>
            <a:ext cx="533128" cy="53312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19" name="Espace réservé du texte 6">
            <a:extLst>
              <a:ext uri="{FF2B5EF4-FFF2-40B4-BE49-F238E27FC236}">
                <a16:creationId xmlns:a16="http://schemas.microsoft.com/office/drawing/2014/main" id="{D2C3D591-63AB-1B94-8B66-468A663F73BF}"/>
              </a:ext>
            </a:extLst>
          </p:cNvPr>
          <p:cNvSpPr>
            <a:spLocks noGrp="1" noChangeAspect="1"/>
          </p:cNvSpPr>
          <p:nvPr>
            <p:ph type="body" sz="quarter" idx="30" hasCustomPrompt="1"/>
          </p:nvPr>
        </p:nvSpPr>
        <p:spPr>
          <a:xfrm>
            <a:off x="4196425" y="5557747"/>
            <a:ext cx="363669" cy="363669"/>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1" name="Espace réservé du texte 6">
            <a:extLst>
              <a:ext uri="{FF2B5EF4-FFF2-40B4-BE49-F238E27FC236}">
                <a16:creationId xmlns:a16="http://schemas.microsoft.com/office/drawing/2014/main" id="{643879A4-C816-D63B-3B24-1FCA12ACCD90}"/>
              </a:ext>
            </a:extLst>
          </p:cNvPr>
          <p:cNvSpPr>
            <a:spLocks noGrp="1" noChangeAspect="1"/>
          </p:cNvSpPr>
          <p:nvPr>
            <p:ph type="body" sz="quarter" idx="31" hasCustomPrompt="1"/>
          </p:nvPr>
        </p:nvSpPr>
        <p:spPr>
          <a:xfrm>
            <a:off x="4064247" y="5105045"/>
            <a:ext cx="523363" cy="523363"/>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accent3"/>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2" name="Espace réservé du texte 6">
            <a:extLst>
              <a:ext uri="{FF2B5EF4-FFF2-40B4-BE49-F238E27FC236}">
                <a16:creationId xmlns:a16="http://schemas.microsoft.com/office/drawing/2014/main" id="{16AAAEDE-0FD0-A39E-9857-58CD4D09042C}"/>
              </a:ext>
            </a:extLst>
          </p:cNvPr>
          <p:cNvSpPr>
            <a:spLocks noGrp="1" noChangeAspect="1"/>
          </p:cNvSpPr>
          <p:nvPr>
            <p:ph type="body" sz="quarter" idx="32" hasCustomPrompt="1"/>
          </p:nvPr>
        </p:nvSpPr>
        <p:spPr>
          <a:xfrm>
            <a:off x="3624358" y="4735793"/>
            <a:ext cx="992190" cy="99218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3" name="Espace réservé du texte 6">
            <a:extLst>
              <a:ext uri="{FF2B5EF4-FFF2-40B4-BE49-F238E27FC236}">
                <a16:creationId xmlns:a16="http://schemas.microsoft.com/office/drawing/2014/main" id="{1B2E6BA1-BBDC-78F4-E0CA-F8DB182C0437}"/>
              </a:ext>
            </a:extLst>
          </p:cNvPr>
          <p:cNvSpPr>
            <a:spLocks noGrp="1" noChangeAspect="1"/>
          </p:cNvSpPr>
          <p:nvPr>
            <p:ph type="body" sz="quarter" idx="33" hasCustomPrompt="1"/>
          </p:nvPr>
        </p:nvSpPr>
        <p:spPr>
          <a:xfrm>
            <a:off x="1736141" y="2625568"/>
            <a:ext cx="751046" cy="75104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4" name="Espace réservé du texte 6">
            <a:extLst>
              <a:ext uri="{FF2B5EF4-FFF2-40B4-BE49-F238E27FC236}">
                <a16:creationId xmlns:a16="http://schemas.microsoft.com/office/drawing/2014/main" id="{48F7F9C3-7F4F-1F53-1FDF-422740C306A4}"/>
              </a:ext>
            </a:extLst>
          </p:cNvPr>
          <p:cNvSpPr>
            <a:spLocks noGrp="1" noChangeAspect="1"/>
          </p:cNvSpPr>
          <p:nvPr>
            <p:ph type="body" sz="quarter" idx="34" hasCustomPrompt="1"/>
          </p:nvPr>
        </p:nvSpPr>
        <p:spPr>
          <a:xfrm>
            <a:off x="2824304" y="3461087"/>
            <a:ext cx="556082" cy="556082"/>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accent3"/>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5" name="Espace réservé du texte 6">
            <a:extLst>
              <a:ext uri="{FF2B5EF4-FFF2-40B4-BE49-F238E27FC236}">
                <a16:creationId xmlns:a16="http://schemas.microsoft.com/office/drawing/2014/main" id="{FBBB5E23-A783-034F-420F-76427845605B}"/>
              </a:ext>
            </a:extLst>
          </p:cNvPr>
          <p:cNvSpPr>
            <a:spLocks noGrp="1" noChangeAspect="1"/>
          </p:cNvSpPr>
          <p:nvPr>
            <p:ph type="body" sz="quarter" idx="35" hasCustomPrompt="1"/>
          </p:nvPr>
        </p:nvSpPr>
        <p:spPr>
          <a:xfrm>
            <a:off x="2265972" y="2605628"/>
            <a:ext cx="1394106" cy="139410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6" name="Espace réservé du texte 6">
            <a:extLst>
              <a:ext uri="{FF2B5EF4-FFF2-40B4-BE49-F238E27FC236}">
                <a16:creationId xmlns:a16="http://schemas.microsoft.com/office/drawing/2014/main" id="{6467BBF4-8E01-DC25-1EAF-BFE434B5538D}"/>
              </a:ext>
            </a:extLst>
          </p:cNvPr>
          <p:cNvSpPr>
            <a:spLocks noGrp="1" noChangeAspect="1"/>
          </p:cNvSpPr>
          <p:nvPr>
            <p:ph type="body" sz="quarter" idx="36" hasCustomPrompt="1"/>
          </p:nvPr>
        </p:nvSpPr>
        <p:spPr>
          <a:xfrm>
            <a:off x="4283268" y="1754482"/>
            <a:ext cx="1313660" cy="131366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7" name="Espace réservé du texte 6">
            <a:extLst>
              <a:ext uri="{FF2B5EF4-FFF2-40B4-BE49-F238E27FC236}">
                <a16:creationId xmlns:a16="http://schemas.microsoft.com/office/drawing/2014/main" id="{E0CDB4BC-9CAA-9AC5-CD68-70395AE199A0}"/>
              </a:ext>
            </a:extLst>
          </p:cNvPr>
          <p:cNvSpPr>
            <a:spLocks noGrp="1" noChangeAspect="1"/>
          </p:cNvSpPr>
          <p:nvPr>
            <p:ph type="body" sz="quarter" idx="37" hasCustomPrompt="1"/>
          </p:nvPr>
        </p:nvSpPr>
        <p:spPr>
          <a:xfrm>
            <a:off x="8447124" y="4693018"/>
            <a:ext cx="557120" cy="55712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8" name="Espace réservé du texte 6">
            <a:extLst>
              <a:ext uri="{FF2B5EF4-FFF2-40B4-BE49-F238E27FC236}">
                <a16:creationId xmlns:a16="http://schemas.microsoft.com/office/drawing/2014/main" id="{8B81A459-F70D-19A8-68D8-0C5576B77804}"/>
              </a:ext>
            </a:extLst>
          </p:cNvPr>
          <p:cNvSpPr>
            <a:spLocks noGrp="1" noChangeAspect="1"/>
          </p:cNvSpPr>
          <p:nvPr>
            <p:ph type="body" sz="quarter" idx="38" hasCustomPrompt="1"/>
          </p:nvPr>
        </p:nvSpPr>
        <p:spPr>
          <a:xfrm>
            <a:off x="8635243" y="3442614"/>
            <a:ext cx="557120" cy="55712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29" name="Espace réservé du texte 6">
            <a:extLst>
              <a:ext uri="{FF2B5EF4-FFF2-40B4-BE49-F238E27FC236}">
                <a16:creationId xmlns:a16="http://schemas.microsoft.com/office/drawing/2014/main" id="{443487D2-DA64-EE37-0491-7A1178B88F0F}"/>
              </a:ext>
            </a:extLst>
          </p:cNvPr>
          <p:cNvSpPr>
            <a:spLocks noGrp="1" noChangeAspect="1"/>
          </p:cNvSpPr>
          <p:nvPr>
            <p:ph type="body" sz="quarter" idx="39" hasCustomPrompt="1"/>
          </p:nvPr>
        </p:nvSpPr>
        <p:spPr>
          <a:xfrm>
            <a:off x="7295336" y="3597986"/>
            <a:ext cx="750908" cy="750908"/>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0" name="Espace réservé du texte 6">
            <a:extLst>
              <a:ext uri="{FF2B5EF4-FFF2-40B4-BE49-F238E27FC236}">
                <a16:creationId xmlns:a16="http://schemas.microsoft.com/office/drawing/2014/main" id="{DA8A03B9-B9F5-AA84-56B9-1750EEB474D5}"/>
              </a:ext>
            </a:extLst>
          </p:cNvPr>
          <p:cNvSpPr>
            <a:spLocks noGrp="1" noChangeAspect="1"/>
          </p:cNvSpPr>
          <p:nvPr>
            <p:ph type="body" sz="quarter" idx="40" hasCustomPrompt="1"/>
          </p:nvPr>
        </p:nvSpPr>
        <p:spPr>
          <a:xfrm>
            <a:off x="6607660" y="2333317"/>
            <a:ext cx="1335686" cy="1335686"/>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1" name="Espace réservé du texte 6">
            <a:extLst>
              <a:ext uri="{FF2B5EF4-FFF2-40B4-BE49-F238E27FC236}">
                <a16:creationId xmlns:a16="http://schemas.microsoft.com/office/drawing/2014/main" id="{C0B13D7E-8264-BC79-1064-DBA7F5203A08}"/>
              </a:ext>
            </a:extLst>
          </p:cNvPr>
          <p:cNvSpPr>
            <a:spLocks noGrp="1" noChangeAspect="1"/>
          </p:cNvSpPr>
          <p:nvPr>
            <p:ph type="body" sz="quarter" idx="41" hasCustomPrompt="1"/>
          </p:nvPr>
        </p:nvSpPr>
        <p:spPr>
          <a:xfrm>
            <a:off x="7174421" y="2161911"/>
            <a:ext cx="1991010" cy="199101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
        <p:nvSpPr>
          <p:cNvPr id="32" name="Espace réservé du texte 6">
            <a:extLst>
              <a:ext uri="{FF2B5EF4-FFF2-40B4-BE49-F238E27FC236}">
                <a16:creationId xmlns:a16="http://schemas.microsoft.com/office/drawing/2014/main" id="{E7335BAC-B5C9-2369-4AC1-4A222A876942}"/>
              </a:ext>
            </a:extLst>
          </p:cNvPr>
          <p:cNvSpPr>
            <a:spLocks noGrp="1" noChangeAspect="1"/>
          </p:cNvSpPr>
          <p:nvPr>
            <p:ph type="body" sz="quarter" idx="42" hasCustomPrompt="1"/>
          </p:nvPr>
        </p:nvSpPr>
        <p:spPr>
          <a:xfrm>
            <a:off x="9791359" y="2785992"/>
            <a:ext cx="564300" cy="564300"/>
          </a:xfrm>
          <a:prstGeom prst="ellipse">
            <a:avLst/>
          </a:prstGeom>
          <a:blipFill>
            <a:blip>
              <a:extLst>
                <a:ext uri="{96DAC541-7B7A-43D3-8B79-37D633B846F1}">
                  <asvg:svgBlip xmlns:asvg="http://schemas.microsoft.com/office/drawing/2016/SVG/main" r:embed="rId3"/>
                </a:ext>
              </a:extLst>
            </a:blip>
            <a:stretch>
              <a:fillRect/>
            </a:stretch>
          </a:blipFill>
          <a:ln w="127">
            <a:solidFill>
              <a:schemeClr val="bg2">
                <a:lumMod val="90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solidFill>
                  <a:schemeClr val="tx1"/>
                </a:solidFill>
              </a:defRPr>
            </a:lvl2pPr>
            <a:lvl3pPr>
              <a:defRPr sz="1400"/>
            </a:lvl3pPr>
            <a:lvl4pPr>
              <a:defRPr sz="1600"/>
            </a:lvl4pPr>
            <a:lvl5pPr>
              <a:defRPr sz="1400"/>
            </a:lvl5pPr>
          </a:lstStyle>
          <a:p>
            <a:pPr lvl="1">
              <a:lnSpc>
                <a:spcPct val="130000"/>
              </a:lnSpc>
              <a:buNone/>
            </a:pPr>
            <a:r>
              <a:rPr lang="fr-FR"/>
              <a:t>,</a:t>
            </a:r>
          </a:p>
        </p:txBody>
      </p:sp>
    </p:spTree>
    <p:extLst>
      <p:ext uri="{BB962C8B-B14F-4D97-AF65-F5344CB8AC3E}">
        <p14:creationId xmlns:p14="http://schemas.microsoft.com/office/powerpoint/2010/main" val="4078884635"/>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tems 3column">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F105DC-86B6-C4EA-0C20-24AAF3FC6F85}"/>
              </a:ext>
            </a:extLst>
          </p:cNvPr>
          <p:cNvSpPr>
            <a:spLocks noGrp="1"/>
          </p:cNvSpPr>
          <p:nvPr>
            <p:ph type="title" hasCustomPrompt="1"/>
          </p:nvPr>
        </p:nvSpPr>
        <p:spPr>
          <a:xfrm>
            <a:off x="179999" y="216000"/>
            <a:ext cx="11700000" cy="756000"/>
          </a:xfrm>
          <a:prstGeom prst="rect">
            <a:avLst/>
          </a:prstGeom>
        </p:spPr>
        <p:txBody>
          <a:bodyPr anchor="ctr" anchorCtr="0"/>
          <a:lstStyle>
            <a:lvl1pPr>
              <a:lnSpc>
                <a:spcPct val="100000"/>
              </a:lnSpc>
              <a:defRPr lang="en-US" noProof="0">
                <a:solidFill>
                  <a:schemeClr val="tx1"/>
                </a:solidFill>
                <a:ea typeface="BIB Bold" pitchFamily="2" charset="77"/>
              </a:defRPr>
            </a:lvl1pPr>
          </a:lstStyle>
          <a:p>
            <a:pPr lvl="0"/>
            <a:r>
              <a:rPr lang="en-US" noProof="0"/>
              <a:t>Slide title goes here</a:t>
            </a:r>
          </a:p>
        </p:txBody>
      </p:sp>
      <p:sp>
        <p:nvSpPr>
          <p:cNvPr id="6" name="Espace réservé du texte 6">
            <a:extLst>
              <a:ext uri="{FF2B5EF4-FFF2-40B4-BE49-F238E27FC236}">
                <a16:creationId xmlns:a16="http://schemas.microsoft.com/office/drawing/2014/main" id="{D7AAF01A-0D03-C089-B506-73E8783171D3}"/>
              </a:ext>
            </a:extLst>
          </p:cNvPr>
          <p:cNvSpPr>
            <a:spLocks noGrp="1"/>
          </p:cNvSpPr>
          <p:nvPr>
            <p:ph type="body" sz="quarter" idx="15" hasCustomPrompt="1"/>
          </p:nvPr>
        </p:nvSpPr>
        <p:spPr>
          <a:xfrm>
            <a:off x="632459"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sz="1300">
                <a:solidFill>
                  <a:schemeClr val="tx1"/>
                </a:solidFill>
              </a:defRPr>
            </a:lvl1pPr>
            <a:lvl2pPr marL="0" indent="0" algn="ctr">
              <a:lnSpc>
                <a:spcPct val="130000"/>
              </a:lnSpc>
              <a:buNone/>
              <a:defRPr sz="1300" b="0">
                <a:solidFill>
                  <a:schemeClr val="tx1"/>
                </a:solidFill>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
        <p:nvSpPr>
          <p:cNvPr id="7" name="Espace réservé du texte 6">
            <a:extLst>
              <a:ext uri="{FF2B5EF4-FFF2-40B4-BE49-F238E27FC236}">
                <a16:creationId xmlns:a16="http://schemas.microsoft.com/office/drawing/2014/main" id="{26D10DA6-DB34-C847-321C-96D9EEA5FB7E}"/>
              </a:ext>
            </a:extLst>
          </p:cNvPr>
          <p:cNvSpPr>
            <a:spLocks noGrp="1"/>
          </p:cNvSpPr>
          <p:nvPr>
            <p:ph type="body" sz="quarter" idx="16" hasCustomPrompt="1"/>
          </p:nvPr>
        </p:nvSpPr>
        <p:spPr>
          <a:xfrm>
            <a:off x="4309543"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lang="fr-FR" sz="1300" b="0" i="0" kern="1200">
                <a:solidFill>
                  <a:schemeClr val="tx1"/>
                </a:solidFill>
                <a:latin typeface="Noto Sans" panose="020B0502040504020204" pitchFamily="34" charset="0"/>
                <a:ea typeface="+mn-ea"/>
                <a:cs typeface="+mn-cs"/>
              </a:defRPr>
            </a:lvl1pPr>
            <a:lvl2pPr marL="0" indent="0" algn="ctr">
              <a:lnSpc>
                <a:spcPct val="130000"/>
              </a:lnSpc>
              <a:buNone/>
              <a:defRPr lang="fr-FR" sz="1300" b="0" i="0" kern="1200">
                <a:solidFill>
                  <a:schemeClr val="tx1"/>
                </a:solidFill>
                <a:latin typeface="Noto Sans" panose="020B0502040504020204" pitchFamily="34" charset="0"/>
                <a:ea typeface="+mn-ea"/>
                <a:cs typeface="+mn-cs"/>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
        <p:nvSpPr>
          <p:cNvPr id="8" name="Espace réservé du texte 6">
            <a:extLst>
              <a:ext uri="{FF2B5EF4-FFF2-40B4-BE49-F238E27FC236}">
                <a16:creationId xmlns:a16="http://schemas.microsoft.com/office/drawing/2014/main" id="{13AD6045-B8B0-076D-1BE9-2A5FC8F2CC3C}"/>
              </a:ext>
            </a:extLst>
          </p:cNvPr>
          <p:cNvSpPr>
            <a:spLocks noGrp="1"/>
          </p:cNvSpPr>
          <p:nvPr>
            <p:ph type="body" sz="quarter" idx="17" hasCustomPrompt="1"/>
          </p:nvPr>
        </p:nvSpPr>
        <p:spPr>
          <a:xfrm>
            <a:off x="7986627" y="1431636"/>
            <a:ext cx="3285491" cy="4797714"/>
          </a:xfrm>
          <a:prstGeom prst="roundRect">
            <a:avLst>
              <a:gd name="adj" fmla="val 7970"/>
            </a:avLst>
          </a:prstGeom>
          <a:solidFill>
            <a:schemeClr val="bg1"/>
          </a:solidFill>
          <a:ln>
            <a:noFill/>
          </a:ln>
        </p:spPr>
        <p:txBody>
          <a:bodyPr lIns="36000" tIns="1008000" rIns="36000">
            <a:noAutofit/>
          </a:bodyPr>
          <a:lstStyle>
            <a:lvl1pPr algn="ctr">
              <a:lnSpc>
                <a:spcPct val="130000"/>
              </a:lnSpc>
              <a:defRPr lang="fr-FR" sz="1300" b="0" i="0" kern="1200">
                <a:solidFill>
                  <a:schemeClr val="tx1"/>
                </a:solidFill>
                <a:latin typeface="Noto Sans" panose="020B0502040504020204" pitchFamily="34" charset="0"/>
                <a:ea typeface="+mn-ea"/>
                <a:cs typeface="+mn-cs"/>
              </a:defRPr>
            </a:lvl1pPr>
            <a:lvl2pPr marL="0" indent="0" algn="ctr">
              <a:lnSpc>
                <a:spcPct val="130000"/>
              </a:lnSpc>
              <a:buNone/>
              <a:defRPr lang="fr-FR" sz="1300" b="0" i="0" kern="1200">
                <a:solidFill>
                  <a:schemeClr val="tx1"/>
                </a:solidFill>
                <a:latin typeface="Noto Sans" panose="020B0502040504020204" pitchFamily="34" charset="0"/>
                <a:ea typeface="+mn-ea"/>
                <a:cs typeface="+mn-cs"/>
              </a:defRPr>
            </a:lvl2pPr>
            <a:lvl3pPr>
              <a:defRPr sz="1400"/>
            </a:lvl3pPr>
            <a:lvl4pPr>
              <a:defRPr sz="1600"/>
            </a:lvl4pPr>
            <a:lvl5pPr>
              <a:defRPr sz="1400"/>
            </a:lvl5pPr>
          </a:lstStyle>
          <a:p>
            <a:pPr lvl="1"/>
            <a:r>
              <a:rPr lang="en-US" noProof="0"/>
              <a:t>Nam libero tempore</a:t>
            </a:r>
          </a:p>
          <a:p>
            <a:pPr lvl="0"/>
            <a:r>
              <a:rPr lang="en-US" noProof="0"/>
              <a:t>At </a:t>
            </a:r>
            <a:r>
              <a:rPr lang="en-US" noProof="0" err="1"/>
              <a:t>vero</a:t>
            </a:r>
            <a:r>
              <a:rPr lang="en-US" noProof="0"/>
              <a:t> </a:t>
            </a:r>
            <a:r>
              <a:rPr lang="en-US" noProof="0" err="1"/>
              <a:t>eos</a:t>
            </a:r>
            <a:r>
              <a:rPr lang="en-US" noProof="0"/>
              <a:t> et </a:t>
            </a:r>
            <a:r>
              <a:rPr lang="en-US" noProof="0" err="1"/>
              <a:t>accusamus</a:t>
            </a:r>
            <a:r>
              <a:rPr lang="en-US" noProof="0"/>
              <a:t> et </a:t>
            </a:r>
            <a:r>
              <a:rPr lang="en-US" noProof="0" err="1"/>
              <a:t>iusto</a:t>
            </a:r>
            <a:endParaRPr lang="en-US" noProof="0"/>
          </a:p>
          <a:p>
            <a:pPr lvl="0"/>
            <a:r>
              <a:rPr lang="en-US" noProof="0" err="1"/>
              <a:t>odio</a:t>
            </a:r>
            <a:r>
              <a:rPr lang="en-US" noProof="0"/>
              <a:t> </a:t>
            </a:r>
            <a:r>
              <a:rPr lang="en-US" noProof="0" err="1"/>
              <a:t>dignissimos</a:t>
            </a:r>
            <a:r>
              <a:rPr lang="en-US" noProof="0"/>
              <a:t> </a:t>
            </a:r>
            <a:r>
              <a:rPr lang="en-US" noProof="0" err="1"/>
              <a:t>ducimus</a:t>
            </a:r>
            <a:r>
              <a:rPr lang="en-US" noProof="0"/>
              <a:t> qui</a:t>
            </a:r>
          </a:p>
          <a:p>
            <a:pPr lvl="0"/>
            <a:r>
              <a:rPr lang="en-US" noProof="0" err="1"/>
              <a:t>blanditiis</a:t>
            </a:r>
            <a:r>
              <a:rPr lang="en-US" noProof="0"/>
              <a:t> </a:t>
            </a:r>
            <a:r>
              <a:rPr lang="en-US" noProof="0" err="1"/>
              <a:t>praesentium</a:t>
            </a:r>
            <a:r>
              <a:rPr lang="en-US" noProof="0"/>
              <a:t> </a:t>
            </a:r>
            <a:r>
              <a:rPr lang="en-US" noProof="0" err="1"/>
              <a:t>voluptatum</a:t>
            </a:r>
            <a:endParaRPr lang="en-US" noProof="0"/>
          </a:p>
        </p:txBody>
      </p:sp>
    </p:spTree>
    <p:extLst>
      <p:ext uri="{BB962C8B-B14F-4D97-AF65-F5344CB8AC3E}">
        <p14:creationId xmlns:p14="http://schemas.microsoft.com/office/powerpoint/2010/main" val="168724696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mpty Off White">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87172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ack Cover">
    <p:bg>
      <p:bgPr>
        <a:solidFill>
          <a:schemeClr val="tx2"/>
        </a:solidFill>
        <a:effectLst/>
      </p:bgPr>
    </p:bg>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B2E35CFC-1AA8-0B9F-E1D0-FA40A1F68D8E}"/>
              </a:ext>
            </a:extLst>
          </p:cNvPr>
          <p:cNvSpPr txBox="1"/>
          <p:nvPr userDrawn="1"/>
        </p:nvSpPr>
        <p:spPr>
          <a:xfrm>
            <a:off x="3048000" y="6363096"/>
            <a:ext cx="6096000" cy="200055"/>
          </a:xfrm>
          <a:prstGeom prst="rect">
            <a:avLst/>
          </a:prstGeom>
          <a:noFill/>
        </p:spPr>
        <p:txBody>
          <a:bodyPr wrap="square" anchor="b" anchorCtr="0">
            <a:spAutoFit/>
          </a:bodyPr>
          <a:lstStyle/>
          <a:p>
            <a:pPr algn="ctr"/>
            <a:r>
              <a:rPr lang="en-US" sz="700" b="0" i="0" spc="50" baseline="0" noProof="0">
                <a:solidFill>
                  <a:schemeClr val="tx2"/>
                </a:solidFill>
                <a:latin typeface="Noto Sans" panose="020B0502040504020204" pitchFamily="34" charset="0"/>
              </a:rPr>
              <a:t>©MICHELIN 2026 | CONFIDENTIAL DO NOT SHARE</a:t>
            </a:r>
          </a:p>
        </p:txBody>
      </p:sp>
      <p:sp>
        <p:nvSpPr>
          <p:cNvPr id="1984" name="Titre 1983">
            <a:extLst>
              <a:ext uri="{FF2B5EF4-FFF2-40B4-BE49-F238E27FC236}">
                <a16:creationId xmlns:a16="http://schemas.microsoft.com/office/drawing/2014/main" id="{4B69B803-FDED-D2BE-EB32-DA29E3D79AB0}"/>
              </a:ext>
            </a:extLst>
          </p:cNvPr>
          <p:cNvSpPr>
            <a:spLocks noGrp="1"/>
          </p:cNvSpPr>
          <p:nvPr>
            <p:ph type="title" hasCustomPrompt="1"/>
          </p:nvPr>
        </p:nvSpPr>
        <p:spPr>
          <a:xfrm>
            <a:off x="838200" y="3103879"/>
            <a:ext cx="10515600" cy="650243"/>
          </a:xfrm>
          <a:prstGeom prst="rect">
            <a:avLst/>
          </a:prstGeom>
        </p:spPr>
        <p:txBody>
          <a:bodyPr anchor="ctr"/>
          <a:lstStyle>
            <a:lvl1pPr algn="ctr">
              <a:lnSpc>
                <a:spcPct val="100000"/>
              </a:lnSpc>
              <a:defRPr sz="5000" b="1" i="0">
                <a:solidFill>
                  <a:schemeClr val="tx1"/>
                </a:solidFill>
                <a:latin typeface="BIB Bold" pitchFamily="2" charset="77"/>
                <a:ea typeface="BIB Bold" pitchFamily="2" charset="77"/>
              </a:defRPr>
            </a:lvl1pPr>
          </a:lstStyle>
          <a:p>
            <a:r>
              <a:rPr lang="en-US" noProof="0"/>
              <a:t>Thank you</a:t>
            </a:r>
          </a:p>
        </p:txBody>
      </p:sp>
      <p:pic>
        <p:nvPicPr>
          <p:cNvPr id="2" name="Graphique 1">
            <a:extLst>
              <a:ext uri="{FF2B5EF4-FFF2-40B4-BE49-F238E27FC236}">
                <a16:creationId xmlns:a16="http://schemas.microsoft.com/office/drawing/2014/main" id="{2A37B3B9-58F0-7542-4F27-5B57E3561A32}"/>
              </a:ext>
            </a:extLst>
          </p:cNvPr>
          <p:cNvPicPr>
            <a:picLocks noChangeAspect="1"/>
          </p:cNvPicPr>
          <p:nvPr userDrawn="1"/>
        </p:nvPicPr>
        <p:blipFill>
          <a:blip>
            <a:extLst>
              <a:ext uri="{96DAC541-7B7A-43D3-8B79-37D633B846F1}">
                <asvg:svgBlip xmlns:asvg="http://schemas.microsoft.com/office/drawing/2016/SVG/main" r:embed="rId2"/>
              </a:ext>
            </a:extLst>
          </a:blip>
          <a:srcRect l="7967" r="7729"/>
          <a:stretch>
            <a:fillRect/>
          </a:stretch>
        </p:blipFill>
        <p:spPr>
          <a:xfrm>
            <a:off x="5375769" y="5072925"/>
            <a:ext cx="1440463" cy="900000"/>
          </a:xfrm>
          <a:prstGeom prst="rect">
            <a:avLst/>
          </a:prstGeom>
        </p:spPr>
      </p:pic>
    </p:spTree>
    <p:extLst>
      <p:ext uri="{BB962C8B-B14F-4D97-AF65-F5344CB8AC3E}">
        <p14:creationId xmlns:p14="http://schemas.microsoft.com/office/powerpoint/2010/main" val="3374781250"/>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ck 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B2E35CFC-1AA8-0B9F-E1D0-FA40A1F68D8E}"/>
              </a:ext>
            </a:extLst>
          </p:cNvPr>
          <p:cNvSpPr txBox="1"/>
          <p:nvPr userDrawn="1"/>
        </p:nvSpPr>
        <p:spPr>
          <a:xfrm>
            <a:off x="3048000" y="6363096"/>
            <a:ext cx="6096000" cy="200055"/>
          </a:xfrm>
          <a:prstGeom prst="rect">
            <a:avLst/>
          </a:prstGeom>
          <a:noFill/>
        </p:spPr>
        <p:txBody>
          <a:bodyPr wrap="square" anchor="b" anchorCtr="0">
            <a:spAutoFit/>
          </a:bodyPr>
          <a:lstStyle/>
          <a:p>
            <a:pPr algn="ctr"/>
            <a:r>
              <a:rPr lang="en-US" sz="700" b="0" i="0" spc="50" baseline="0">
                <a:solidFill>
                  <a:schemeClr val="tx2"/>
                </a:solidFill>
                <a:latin typeface="Noto Sans" panose="020B0502040504020204" pitchFamily="34" charset="0"/>
              </a:rPr>
              <a:t>©MICHELIN 2026 | CONFIDENTIAL DO NOT SHARE</a:t>
            </a:r>
            <a:endParaRPr lang="fr-FR" sz="700" b="0" i="0" spc="50" baseline="0">
              <a:solidFill>
                <a:schemeClr val="tx2"/>
              </a:solidFill>
              <a:latin typeface="Noto Sans" panose="020B0502040504020204" pitchFamily="34" charset="0"/>
            </a:endParaRPr>
          </a:p>
        </p:txBody>
      </p:sp>
      <p:sp>
        <p:nvSpPr>
          <p:cNvPr id="1984" name="Titre 1983">
            <a:extLst>
              <a:ext uri="{FF2B5EF4-FFF2-40B4-BE49-F238E27FC236}">
                <a16:creationId xmlns:a16="http://schemas.microsoft.com/office/drawing/2014/main" id="{4B69B803-FDED-D2BE-EB32-DA29E3D79AB0}"/>
              </a:ext>
            </a:extLst>
          </p:cNvPr>
          <p:cNvSpPr>
            <a:spLocks noGrp="1"/>
          </p:cNvSpPr>
          <p:nvPr>
            <p:ph type="title" hasCustomPrompt="1"/>
          </p:nvPr>
        </p:nvSpPr>
        <p:spPr>
          <a:xfrm>
            <a:off x="838200" y="3103879"/>
            <a:ext cx="10515600" cy="650243"/>
          </a:xfrm>
          <a:prstGeom prst="rect">
            <a:avLst/>
          </a:prstGeom>
        </p:spPr>
        <p:txBody>
          <a:bodyPr anchor="ctr"/>
          <a:lstStyle>
            <a:lvl1pPr algn="ctr">
              <a:lnSpc>
                <a:spcPct val="100000"/>
              </a:lnSpc>
              <a:defRPr sz="5000" b="1" i="0">
                <a:solidFill>
                  <a:schemeClr val="tx1"/>
                </a:solidFill>
                <a:latin typeface="BIB Bold" pitchFamily="2" charset="77"/>
                <a:ea typeface="BIB Bold" pitchFamily="2" charset="77"/>
              </a:defRPr>
            </a:lvl1pPr>
          </a:lstStyle>
          <a:p>
            <a:r>
              <a:rPr lang="en-US" noProof="0"/>
              <a:t>Thank you</a:t>
            </a:r>
          </a:p>
        </p:txBody>
      </p:sp>
    </p:spTree>
    <p:extLst>
      <p:ext uri="{BB962C8B-B14F-4D97-AF65-F5344CB8AC3E}">
        <p14:creationId xmlns:p14="http://schemas.microsoft.com/office/powerpoint/2010/main" val="178708292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olbox_Maps">
    <p:bg>
      <p:bgPr>
        <a:solidFill>
          <a:schemeClr val="tx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B1D4-CE60-8816-1CD6-5996CFF0F18B}"/>
              </a:ext>
            </a:extLst>
          </p:cNvPr>
          <p:cNvSpPr txBox="1">
            <a:spLocks/>
          </p:cNvSpPr>
          <p:nvPr userDrawn="1"/>
        </p:nvSpPr>
        <p:spPr>
          <a:xfrm>
            <a:off x="0" y="561606"/>
            <a:ext cx="12192000" cy="795346"/>
          </a:xfrm>
          <a:prstGeom prst="rect">
            <a:avLst/>
          </a:prstGeom>
        </p:spPr>
        <p:txBody>
          <a:bodyPr anchor="ctr" anchorCtr="0"/>
          <a:lstStyle>
            <a:lvl1pPr>
              <a:lnSpc>
                <a:spcPct val="80000"/>
              </a:lnSpc>
              <a:spcBef>
                <a:spcPct val="0"/>
              </a:spcBef>
              <a:buNone/>
              <a:defRPr sz="3200" b="1" i="0">
                <a:latin typeface="BIB Bold" pitchFamily="2" charset="77"/>
                <a:ea typeface="BIB Bold" pitchFamily="2" charset="77"/>
                <a:cs typeface="+mj-cs"/>
              </a:defRPr>
            </a:lvl1pPr>
          </a:lstStyle>
          <a:p>
            <a:pPr lvl="0" algn="ctr"/>
            <a:r>
              <a:rPr lang="en-US" noProof="0"/>
              <a:t>Toolbox (possibility to select a country)</a:t>
            </a:r>
          </a:p>
        </p:txBody>
      </p:sp>
      <p:grpSp>
        <p:nvGrpSpPr>
          <p:cNvPr id="6" name="Graphique 2026">
            <a:extLst>
              <a:ext uri="{FF2B5EF4-FFF2-40B4-BE49-F238E27FC236}">
                <a16:creationId xmlns:a16="http://schemas.microsoft.com/office/drawing/2014/main" id="{709B4841-3E54-8B43-3BE7-6049C9945EDC}"/>
              </a:ext>
            </a:extLst>
          </p:cNvPr>
          <p:cNvGrpSpPr>
            <a:grpSpLocks noChangeAspect="1"/>
          </p:cNvGrpSpPr>
          <p:nvPr userDrawn="1"/>
        </p:nvGrpSpPr>
        <p:grpSpPr>
          <a:xfrm>
            <a:off x="1355426" y="1766995"/>
            <a:ext cx="8671453" cy="4881600"/>
            <a:chOff x="1811763" y="1901591"/>
            <a:chExt cx="8318207" cy="4682740"/>
          </a:xfrm>
          <a:solidFill>
            <a:schemeClr val="tx1"/>
          </a:solidFill>
        </p:grpSpPr>
        <p:grpSp>
          <p:nvGrpSpPr>
            <p:cNvPr id="7" name="Graphique 2026">
              <a:extLst>
                <a:ext uri="{FF2B5EF4-FFF2-40B4-BE49-F238E27FC236}">
                  <a16:creationId xmlns:a16="http://schemas.microsoft.com/office/drawing/2014/main" id="{CCFDBC9A-28AC-C4F1-A73B-EFDE73F74A5B}"/>
                </a:ext>
              </a:extLst>
            </p:cNvPr>
            <p:cNvGrpSpPr/>
            <p:nvPr/>
          </p:nvGrpSpPr>
          <p:grpSpPr>
            <a:xfrm>
              <a:off x="1811764" y="1901591"/>
              <a:ext cx="8318157" cy="4682740"/>
              <a:chOff x="1811764" y="1901591"/>
              <a:chExt cx="8318157" cy="4682740"/>
            </a:xfrm>
            <a:grpFill/>
          </p:grpSpPr>
          <p:sp>
            <p:nvSpPr>
              <p:cNvPr id="3387" name="Forme libre : forme 765">
                <a:extLst>
                  <a:ext uri="{FF2B5EF4-FFF2-40B4-BE49-F238E27FC236}">
                    <a16:creationId xmlns:a16="http://schemas.microsoft.com/office/drawing/2014/main" id="{D109C775-0E07-9E26-3D92-2E5E7CA4448B}"/>
                  </a:ext>
                </a:extLst>
              </p:cNvPr>
              <p:cNvSpPr/>
              <p:nvPr/>
            </p:nvSpPr>
            <p:spPr>
              <a:xfrm>
                <a:off x="5867493" y="3751387"/>
                <a:ext cx="63066" cy="37672"/>
              </a:xfrm>
              <a:custGeom>
                <a:avLst/>
                <a:gdLst>
                  <a:gd name="csX0" fmla="*/ 52486 w 63066"/>
                  <a:gd name="csY0" fmla="*/ 4219 h 37672"/>
                  <a:gd name="csX1" fmla="*/ 29411 w 63066"/>
                  <a:gd name="csY1" fmla="*/ 5758 h 37672"/>
                  <a:gd name="csX2" fmla="*/ 18644 w 63066"/>
                  <a:gd name="csY2" fmla="*/ 1913 h 37672"/>
                  <a:gd name="csX3" fmla="*/ 10188 w 63066"/>
                  <a:gd name="csY3" fmla="*/ 1913 h 37672"/>
                  <a:gd name="csX4" fmla="*/ 2492 w 63066"/>
                  <a:gd name="csY4" fmla="*/ 9596 h 37672"/>
                  <a:gd name="csX5" fmla="*/ 4031 w 63066"/>
                  <a:gd name="csY5" fmla="*/ 14213 h 37672"/>
                  <a:gd name="csX6" fmla="*/ 19417 w 63066"/>
                  <a:gd name="csY6" fmla="*/ 18824 h 37672"/>
                  <a:gd name="csX7" fmla="*/ 31723 w 63066"/>
                  <a:gd name="csY7" fmla="*/ 27280 h 37672"/>
                  <a:gd name="csX8" fmla="*/ 60175 w 63066"/>
                  <a:gd name="csY8" fmla="*/ 38813 h 37672"/>
                  <a:gd name="csX9" fmla="*/ 59409 w 63066"/>
                  <a:gd name="csY9" fmla="*/ 15753 h 37672"/>
                  <a:gd name="csX10" fmla="*/ 65559 w 63066"/>
                  <a:gd name="csY10" fmla="*/ 1140 h 37672"/>
                  <a:gd name="csX11" fmla="*/ 52486 w 63066"/>
                  <a:gd name="csY11" fmla="*/ 4219 h 37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066" h="37672">
                    <a:moveTo>
                      <a:pt x="52486" y="4219"/>
                    </a:moveTo>
                    <a:lnTo>
                      <a:pt x="29411" y="5758"/>
                    </a:lnTo>
                    <a:lnTo>
                      <a:pt x="18644" y="1913"/>
                    </a:lnTo>
                    <a:lnTo>
                      <a:pt x="10188" y="1913"/>
                    </a:lnTo>
                    <a:lnTo>
                      <a:pt x="2492" y="9596"/>
                    </a:lnTo>
                    <a:lnTo>
                      <a:pt x="4031" y="14213"/>
                    </a:lnTo>
                    <a:lnTo>
                      <a:pt x="19417" y="18824"/>
                    </a:lnTo>
                    <a:lnTo>
                      <a:pt x="31723" y="27280"/>
                    </a:lnTo>
                    <a:lnTo>
                      <a:pt x="60175" y="38813"/>
                    </a:lnTo>
                    <a:lnTo>
                      <a:pt x="59409" y="15753"/>
                    </a:lnTo>
                    <a:lnTo>
                      <a:pt x="65559" y="1140"/>
                    </a:lnTo>
                    <a:lnTo>
                      <a:pt x="52486" y="42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8" name="Forme libre : forme 766">
                <a:extLst>
                  <a:ext uri="{FF2B5EF4-FFF2-40B4-BE49-F238E27FC236}">
                    <a16:creationId xmlns:a16="http://schemas.microsoft.com/office/drawing/2014/main" id="{A146175B-2F1B-2255-0437-766063C93831}"/>
                  </a:ext>
                </a:extLst>
              </p:cNvPr>
              <p:cNvSpPr/>
              <p:nvPr/>
            </p:nvSpPr>
            <p:spPr>
              <a:xfrm>
                <a:off x="5780593" y="3662989"/>
                <a:ext cx="29990" cy="64571"/>
              </a:xfrm>
              <a:custGeom>
                <a:avLst/>
                <a:gdLst>
                  <a:gd name="csX0" fmla="*/ 4730 w 29990"/>
                  <a:gd name="csY0" fmla="*/ 23388 h 64571"/>
                  <a:gd name="csX1" fmla="*/ 3964 w 29990"/>
                  <a:gd name="csY1" fmla="*/ 45683 h 64571"/>
                  <a:gd name="csX2" fmla="*/ 4730 w 29990"/>
                  <a:gd name="csY2" fmla="*/ 62594 h 64571"/>
                  <a:gd name="csX3" fmla="*/ 11653 w 29990"/>
                  <a:gd name="csY3" fmla="*/ 65665 h 64571"/>
                  <a:gd name="csX4" fmla="*/ 15498 w 29990"/>
                  <a:gd name="csY4" fmla="*/ 61055 h 64571"/>
                  <a:gd name="csX5" fmla="*/ 23960 w 29990"/>
                  <a:gd name="csY5" fmla="*/ 59522 h 64571"/>
                  <a:gd name="csX6" fmla="*/ 27804 w 29990"/>
                  <a:gd name="csY6" fmla="*/ 53372 h 64571"/>
                  <a:gd name="csX7" fmla="*/ 30876 w 29990"/>
                  <a:gd name="csY7" fmla="*/ 47222 h 64571"/>
                  <a:gd name="csX8" fmla="*/ 32415 w 29990"/>
                  <a:gd name="csY8" fmla="*/ 18778 h 64571"/>
                  <a:gd name="csX9" fmla="*/ 27031 w 29990"/>
                  <a:gd name="csY9" fmla="*/ 13394 h 64571"/>
                  <a:gd name="csX10" fmla="*/ 27031 w 29990"/>
                  <a:gd name="csY10" fmla="*/ 2633 h 64571"/>
                  <a:gd name="csX11" fmla="*/ 23187 w 29990"/>
                  <a:gd name="csY11" fmla="*/ 1094 h 64571"/>
                  <a:gd name="csX12" fmla="*/ 17037 w 29990"/>
                  <a:gd name="csY12" fmla="*/ 8017 h 64571"/>
                  <a:gd name="csX13" fmla="*/ 2425 w 29990"/>
                  <a:gd name="csY13" fmla="*/ 15699 h 64571"/>
                  <a:gd name="csX14" fmla="*/ 4730 w 29990"/>
                  <a:gd name="csY14" fmla="*/ 23388 h 64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990" h="64571">
                    <a:moveTo>
                      <a:pt x="4730" y="23388"/>
                    </a:moveTo>
                    <a:lnTo>
                      <a:pt x="3964" y="45683"/>
                    </a:lnTo>
                    <a:lnTo>
                      <a:pt x="4730" y="62594"/>
                    </a:lnTo>
                    <a:lnTo>
                      <a:pt x="11653" y="65665"/>
                    </a:lnTo>
                    <a:lnTo>
                      <a:pt x="15498" y="61055"/>
                    </a:lnTo>
                    <a:lnTo>
                      <a:pt x="23960" y="59522"/>
                    </a:lnTo>
                    <a:lnTo>
                      <a:pt x="27804" y="53372"/>
                    </a:lnTo>
                    <a:lnTo>
                      <a:pt x="30876" y="47222"/>
                    </a:lnTo>
                    <a:lnTo>
                      <a:pt x="32415" y="18778"/>
                    </a:lnTo>
                    <a:lnTo>
                      <a:pt x="27031" y="13394"/>
                    </a:lnTo>
                    <a:lnTo>
                      <a:pt x="27031" y="2633"/>
                    </a:lnTo>
                    <a:lnTo>
                      <a:pt x="23187" y="1094"/>
                    </a:lnTo>
                    <a:lnTo>
                      <a:pt x="17037" y="8017"/>
                    </a:lnTo>
                    <a:lnTo>
                      <a:pt x="2425" y="15699"/>
                    </a:lnTo>
                    <a:lnTo>
                      <a:pt x="4730" y="23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9" name="Forme libre : forme 767">
                <a:extLst>
                  <a:ext uri="{FF2B5EF4-FFF2-40B4-BE49-F238E27FC236}">
                    <a16:creationId xmlns:a16="http://schemas.microsoft.com/office/drawing/2014/main" id="{E7C34CC6-FC41-3CF0-8C74-B78C475F5672}"/>
                  </a:ext>
                </a:extLst>
              </p:cNvPr>
              <p:cNvSpPr/>
              <p:nvPr/>
            </p:nvSpPr>
            <p:spPr>
              <a:xfrm>
                <a:off x="5788282" y="3611490"/>
                <a:ext cx="16917" cy="45355"/>
              </a:xfrm>
              <a:custGeom>
                <a:avLst/>
                <a:gdLst>
                  <a:gd name="csX0" fmla="*/ 14735 w 16917"/>
                  <a:gd name="csY0" fmla="*/ 1059 h 45355"/>
                  <a:gd name="csX1" fmla="*/ 13578 w 16917"/>
                  <a:gd name="csY1" fmla="*/ 9897 h 45355"/>
                  <a:gd name="csX2" fmla="*/ 4733 w 16917"/>
                  <a:gd name="csY2" fmla="*/ 15664 h 45355"/>
                  <a:gd name="csX3" fmla="*/ 2428 w 16917"/>
                  <a:gd name="csY3" fmla="*/ 23353 h 45355"/>
                  <a:gd name="csX4" fmla="*/ 3194 w 16917"/>
                  <a:gd name="csY4" fmla="*/ 40264 h 45355"/>
                  <a:gd name="csX5" fmla="*/ 8578 w 16917"/>
                  <a:gd name="csY5" fmla="*/ 46414 h 45355"/>
                  <a:gd name="csX6" fmla="*/ 13968 w 16917"/>
                  <a:gd name="csY6" fmla="*/ 42569 h 45355"/>
                  <a:gd name="csX7" fmla="*/ 19345 w 16917"/>
                  <a:gd name="csY7" fmla="*/ 17969 h 45355"/>
                  <a:gd name="csX8" fmla="*/ 17806 w 16917"/>
                  <a:gd name="csY8" fmla="*/ 9514 h 45355"/>
                  <a:gd name="csX9" fmla="*/ 17806 w 16917"/>
                  <a:gd name="csY9" fmla="*/ 1825 h 45355"/>
                  <a:gd name="csX10" fmla="*/ 14735 w 16917"/>
                  <a:gd name="csY10" fmla="*/ 1059 h 453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917" h="45355">
                    <a:moveTo>
                      <a:pt x="14735" y="1059"/>
                    </a:moveTo>
                    <a:lnTo>
                      <a:pt x="13578" y="9897"/>
                    </a:lnTo>
                    <a:lnTo>
                      <a:pt x="4733" y="15664"/>
                    </a:lnTo>
                    <a:lnTo>
                      <a:pt x="2428" y="23353"/>
                    </a:lnTo>
                    <a:lnTo>
                      <a:pt x="3194" y="40264"/>
                    </a:lnTo>
                    <a:lnTo>
                      <a:pt x="8578" y="46414"/>
                    </a:lnTo>
                    <a:lnTo>
                      <a:pt x="13968" y="42569"/>
                    </a:lnTo>
                    <a:lnTo>
                      <a:pt x="19345" y="17969"/>
                    </a:lnTo>
                    <a:lnTo>
                      <a:pt x="17806" y="9514"/>
                    </a:lnTo>
                    <a:lnTo>
                      <a:pt x="17806" y="1825"/>
                    </a:lnTo>
                    <a:lnTo>
                      <a:pt x="14735" y="10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0" name="Forme libre : forme 768">
                <a:extLst>
                  <a:ext uri="{FF2B5EF4-FFF2-40B4-BE49-F238E27FC236}">
                    <a16:creationId xmlns:a16="http://schemas.microsoft.com/office/drawing/2014/main" id="{F1EBEB69-5A12-C0E1-F1B4-5F1CE9A418C9}"/>
                  </a:ext>
                </a:extLst>
              </p:cNvPr>
              <p:cNvSpPr/>
              <p:nvPr/>
            </p:nvSpPr>
            <p:spPr>
              <a:xfrm>
                <a:off x="6112835" y="3822881"/>
                <a:ext cx="51532" cy="16144"/>
              </a:xfrm>
              <a:custGeom>
                <a:avLst/>
                <a:gdLst>
                  <a:gd name="csX0" fmla="*/ 2632 w 51532"/>
                  <a:gd name="csY0" fmla="*/ 5020 h 16144"/>
                  <a:gd name="csX1" fmla="*/ 3398 w 51532"/>
                  <a:gd name="csY1" fmla="*/ 10404 h 16144"/>
                  <a:gd name="csX2" fmla="*/ 17244 w 51532"/>
                  <a:gd name="csY2" fmla="*/ 11937 h 16144"/>
                  <a:gd name="csX3" fmla="*/ 27245 w 51532"/>
                  <a:gd name="csY3" fmla="*/ 16554 h 16144"/>
                  <a:gd name="csX4" fmla="*/ 44163 w 51532"/>
                  <a:gd name="csY4" fmla="*/ 17320 h 16144"/>
                  <a:gd name="csX5" fmla="*/ 48780 w 51532"/>
                  <a:gd name="csY5" fmla="*/ 14249 h 16144"/>
                  <a:gd name="csX6" fmla="*/ 54164 w 51532"/>
                  <a:gd name="csY6" fmla="*/ 13476 h 16144"/>
                  <a:gd name="csX7" fmla="*/ 54164 w 51532"/>
                  <a:gd name="csY7" fmla="*/ 8865 h 16144"/>
                  <a:gd name="csX8" fmla="*/ 46468 w 51532"/>
                  <a:gd name="csY8" fmla="*/ 5020 h 16144"/>
                  <a:gd name="csX9" fmla="*/ 39545 w 51532"/>
                  <a:gd name="csY9" fmla="*/ 4254 h 16144"/>
                  <a:gd name="csX10" fmla="*/ 34934 w 51532"/>
                  <a:gd name="csY10" fmla="*/ 6560 h 16144"/>
                  <a:gd name="csX11" fmla="*/ 30317 w 51532"/>
                  <a:gd name="csY11" fmla="*/ 4254 h 16144"/>
                  <a:gd name="csX12" fmla="*/ 21088 w 51532"/>
                  <a:gd name="csY12" fmla="*/ 5020 h 16144"/>
                  <a:gd name="csX13" fmla="*/ 17244 w 51532"/>
                  <a:gd name="csY13" fmla="*/ 1176 h 16144"/>
                  <a:gd name="csX14" fmla="*/ 3398 w 51532"/>
                  <a:gd name="csY14" fmla="*/ 1176 h 16144"/>
                  <a:gd name="csX15" fmla="*/ 2632 w 51532"/>
                  <a:gd name="csY15" fmla="*/ 5020 h 161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1532" h="16144">
                    <a:moveTo>
                      <a:pt x="2632" y="5020"/>
                    </a:moveTo>
                    <a:lnTo>
                      <a:pt x="3398" y="10404"/>
                    </a:lnTo>
                    <a:lnTo>
                      <a:pt x="17244" y="11937"/>
                    </a:lnTo>
                    <a:lnTo>
                      <a:pt x="27245" y="16554"/>
                    </a:lnTo>
                    <a:lnTo>
                      <a:pt x="44163" y="17320"/>
                    </a:lnTo>
                    <a:lnTo>
                      <a:pt x="48780" y="14249"/>
                    </a:lnTo>
                    <a:lnTo>
                      <a:pt x="54164" y="13476"/>
                    </a:lnTo>
                    <a:lnTo>
                      <a:pt x="54164" y="8865"/>
                    </a:lnTo>
                    <a:lnTo>
                      <a:pt x="46468" y="5020"/>
                    </a:lnTo>
                    <a:lnTo>
                      <a:pt x="39545" y="4254"/>
                    </a:lnTo>
                    <a:lnTo>
                      <a:pt x="34934" y="6560"/>
                    </a:lnTo>
                    <a:lnTo>
                      <a:pt x="30317" y="4254"/>
                    </a:lnTo>
                    <a:lnTo>
                      <a:pt x="21088" y="5020"/>
                    </a:lnTo>
                    <a:lnTo>
                      <a:pt x="17244" y="1176"/>
                    </a:lnTo>
                    <a:lnTo>
                      <a:pt x="3398" y="1176"/>
                    </a:lnTo>
                    <a:lnTo>
                      <a:pt x="2632" y="50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1" name="Forme libre : forme 769">
                <a:extLst>
                  <a:ext uri="{FF2B5EF4-FFF2-40B4-BE49-F238E27FC236}">
                    <a16:creationId xmlns:a16="http://schemas.microsoft.com/office/drawing/2014/main" id="{BC2BEDFC-DC1D-F524-6CDA-39331F47AE80}"/>
                  </a:ext>
                </a:extLst>
              </p:cNvPr>
              <p:cNvSpPr/>
              <p:nvPr/>
            </p:nvSpPr>
            <p:spPr>
              <a:xfrm>
                <a:off x="9458699" y="2515111"/>
                <a:ext cx="85107" cy="26446"/>
              </a:xfrm>
              <a:custGeom>
                <a:avLst/>
                <a:gdLst>
                  <a:gd name="csX0" fmla="*/ 40570 w 85107"/>
                  <a:gd name="csY0" fmla="*/ 25596 h 26446"/>
                  <a:gd name="csX1" fmla="*/ 75438 w 85107"/>
                  <a:gd name="csY1" fmla="*/ 26827 h 26446"/>
                  <a:gd name="csX2" fmla="*/ 87745 w 85107"/>
                  <a:gd name="csY2" fmla="*/ 19446 h 26446"/>
                  <a:gd name="csX3" fmla="*/ 89790 w 85107"/>
                  <a:gd name="csY3" fmla="*/ 12680 h 26446"/>
                  <a:gd name="csX4" fmla="*/ 87745 w 85107"/>
                  <a:gd name="csY4" fmla="*/ 9608 h 26446"/>
                  <a:gd name="csX5" fmla="*/ 77490 w 85107"/>
                  <a:gd name="csY5" fmla="*/ 9608 h 26446"/>
                  <a:gd name="csX6" fmla="*/ 68255 w 85107"/>
                  <a:gd name="csY6" fmla="*/ 2227 h 26446"/>
                  <a:gd name="csX7" fmla="*/ 51851 w 85107"/>
                  <a:gd name="csY7" fmla="*/ 2843 h 26446"/>
                  <a:gd name="csX8" fmla="*/ 32368 w 85107"/>
                  <a:gd name="csY8" fmla="*/ 5914 h 26446"/>
                  <a:gd name="csX9" fmla="*/ 13911 w 85107"/>
                  <a:gd name="csY9" fmla="*/ 380 h 26446"/>
                  <a:gd name="csX10" fmla="*/ 9806 w 85107"/>
                  <a:gd name="csY10" fmla="*/ 996 h 26446"/>
                  <a:gd name="csX11" fmla="*/ 4683 w 85107"/>
                  <a:gd name="csY11" fmla="*/ 8377 h 26446"/>
                  <a:gd name="csX12" fmla="*/ 22113 w 85107"/>
                  <a:gd name="csY12" fmla="*/ 18830 h 26446"/>
                  <a:gd name="csX13" fmla="*/ 40570 w 85107"/>
                  <a:gd name="csY13" fmla="*/ 25596 h 26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107" h="26446">
                    <a:moveTo>
                      <a:pt x="40570" y="25596"/>
                    </a:moveTo>
                    <a:lnTo>
                      <a:pt x="75438" y="26827"/>
                    </a:lnTo>
                    <a:lnTo>
                      <a:pt x="87745" y="19446"/>
                    </a:lnTo>
                    <a:lnTo>
                      <a:pt x="89790" y="12680"/>
                    </a:lnTo>
                    <a:lnTo>
                      <a:pt x="87745" y="9608"/>
                    </a:lnTo>
                    <a:lnTo>
                      <a:pt x="77490" y="9608"/>
                    </a:lnTo>
                    <a:lnTo>
                      <a:pt x="68255" y="2227"/>
                    </a:lnTo>
                    <a:lnTo>
                      <a:pt x="51851" y="2843"/>
                    </a:lnTo>
                    <a:lnTo>
                      <a:pt x="32368" y="5914"/>
                    </a:lnTo>
                    <a:lnTo>
                      <a:pt x="13911" y="380"/>
                    </a:lnTo>
                    <a:lnTo>
                      <a:pt x="9806" y="996"/>
                    </a:lnTo>
                    <a:lnTo>
                      <a:pt x="4683" y="8377"/>
                    </a:lnTo>
                    <a:lnTo>
                      <a:pt x="22113" y="18830"/>
                    </a:lnTo>
                    <a:lnTo>
                      <a:pt x="40570" y="25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2" name="Forme libre : forme 770">
                <a:extLst>
                  <a:ext uri="{FF2B5EF4-FFF2-40B4-BE49-F238E27FC236}">
                    <a16:creationId xmlns:a16="http://schemas.microsoft.com/office/drawing/2014/main" id="{2A0F52D9-552C-F54C-989C-A015717869B9}"/>
                  </a:ext>
                </a:extLst>
              </p:cNvPr>
              <p:cNvSpPr/>
              <p:nvPr/>
            </p:nvSpPr>
            <p:spPr>
              <a:xfrm>
                <a:off x="9228016" y="2574148"/>
                <a:ext cx="32815" cy="17834"/>
              </a:xfrm>
              <a:custGeom>
                <a:avLst/>
                <a:gdLst>
                  <a:gd name="csX0" fmla="*/ 31188 w 32815"/>
                  <a:gd name="csY0" fmla="*/ 18248 h 17834"/>
                  <a:gd name="csX1" fmla="*/ 37344 w 32815"/>
                  <a:gd name="csY1" fmla="*/ 15176 h 17834"/>
                  <a:gd name="csX2" fmla="*/ 36318 w 32815"/>
                  <a:gd name="csY2" fmla="*/ 7179 h 17834"/>
                  <a:gd name="csX3" fmla="*/ 17855 w 32815"/>
                  <a:gd name="csY3" fmla="*/ 414 h 17834"/>
                  <a:gd name="csX4" fmla="*/ 9652 w 32815"/>
                  <a:gd name="csY4" fmla="*/ 3492 h 17834"/>
                  <a:gd name="csX5" fmla="*/ 4529 w 32815"/>
                  <a:gd name="csY5" fmla="*/ 10258 h 17834"/>
                  <a:gd name="csX6" fmla="*/ 18881 w 32815"/>
                  <a:gd name="csY6" fmla="*/ 17017 h 17834"/>
                  <a:gd name="csX7" fmla="*/ 31188 w 32815"/>
                  <a:gd name="csY7" fmla="*/ 18248 h 17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7834">
                    <a:moveTo>
                      <a:pt x="31188" y="18248"/>
                    </a:moveTo>
                    <a:lnTo>
                      <a:pt x="37344" y="15176"/>
                    </a:lnTo>
                    <a:lnTo>
                      <a:pt x="36318" y="7179"/>
                    </a:lnTo>
                    <a:lnTo>
                      <a:pt x="17855" y="414"/>
                    </a:lnTo>
                    <a:lnTo>
                      <a:pt x="9652" y="3492"/>
                    </a:lnTo>
                    <a:lnTo>
                      <a:pt x="4529" y="10258"/>
                    </a:lnTo>
                    <a:lnTo>
                      <a:pt x="18881" y="17017"/>
                    </a:lnTo>
                    <a:lnTo>
                      <a:pt x="31188" y="18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3" name="Forme libre : forme 771">
                <a:extLst>
                  <a:ext uri="{FF2B5EF4-FFF2-40B4-BE49-F238E27FC236}">
                    <a16:creationId xmlns:a16="http://schemas.microsoft.com/office/drawing/2014/main" id="{A17712FF-12AF-3C40-57A4-C25A95D26DC1}"/>
                  </a:ext>
                </a:extLst>
              </p:cNvPr>
              <p:cNvSpPr/>
              <p:nvPr/>
            </p:nvSpPr>
            <p:spPr>
              <a:xfrm>
                <a:off x="8755220" y="2485586"/>
                <a:ext cx="19489" cy="16602"/>
              </a:xfrm>
              <a:custGeom>
                <a:avLst/>
                <a:gdLst>
                  <a:gd name="csX0" fmla="*/ 9365 w 19489"/>
                  <a:gd name="csY0" fmla="*/ 16962 h 16602"/>
                  <a:gd name="csX1" fmla="*/ 17567 w 19489"/>
                  <a:gd name="csY1" fmla="*/ 13891 h 16602"/>
                  <a:gd name="csX2" fmla="*/ 23724 w 19489"/>
                  <a:gd name="csY2" fmla="*/ 3431 h 16602"/>
                  <a:gd name="csX3" fmla="*/ 20646 w 19489"/>
                  <a:gd name="csY3" fmla="*/ 360 h 16602"/>
                  <a:gd name="csX4" fmla="*/ 6287 w 19489"/>
                  <a:gd name="csY4" fmla="*/ 3431 h 16602"/>
                  <a:gd name="csX5" fmla="*/ 4234 w 19489"/>
                  <a:gd name="csY5" fmla="*/ 7125 h 16602"/>
                  <a:gd name="csX6" fmla="*/ 16541 w 19489"/>
                  <a:gd name="csY6" fmla="*/ 7125 h 16602"/>
                  <a:gd name="csX7" fmla="*/ 9365 w 19489"/>
                  <a:gd name="csY7" fmla="*/ 12659 h 16602"/>
                  <a:gd name="csX8" fmla="*/ 9365 w 19489"/>
                  <a:gd name="csY8" fmla="*/ 16962 h 166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9" h="16602">
                    <a:moveTo>
                      <a:pt x="9365" y="16962"/>
                    </a:moveTo>
                    <a:lnTo>
                      <a:pt x="17567" y="13891"/>
                    </a:lnTo>
                    <a:lnTo>
                      <a:pt x="23724" y="3431"/>
                    </a:lnTo>
                    <a:lnTo>
                      <a:pt x="20646" y="360"/>
                    </a:lnTo>
                    <a:lnTo>
                      <a:pt x="6287" y="3431"/>
                    </a:lnTo>
                    <a:lnTo>
                      <a:pt x="4234" y="7125"/>
                    </a:lnTo>
                    <a:lnTo>
                      <a:pt x="16541" y="7125"/>
                    </a:lnTo>
                    <a:lnTo>
                      <a:pt x="9365" y="12659"/>
                    </a:lnTo>
                    <a:lnTo>
                      <a:pt x="9365" y="169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4" name="Forme libre : forme 772">
                <a:extLst>
                  <a:ext uri="{FF2B5EF4-FFF2-40B4-BE49-F238E27FC236}">
                    <a16:creationId xmlns:a16="http://schemas.microsoft.com/office/drawing/2014/main" id="{D505EF38-E53B-869F-8F2C-667CC5F43FD8}"/>
                  </a:ext>
                </a:extLst>
              </p:cNvPr>
              <p:cNvSpPr/>
              <p:nvPr/>
            </p:nvSpPr>
            <p:spPr>
              <a:xfrm>
                <a:off x="8637290" y="2414864"/>
                <a:ext cx="71788" cy="31981"/>
              </a:xfrm>
              <a:custGeom>
                <a:avLst/>
                <a:gdLst>
                  <a:gd name="csX0" fmla="*/ 20588 w 71788"/>
                  <a:gd name="csY0" fmla="*/ 24305 h 31981"/>
                  <a:gd name="csX1" fmla="*/ 26744 w 71788"/>
                  <a:gd name="csY1" fmla="*/ 27993 h 31981"/>
                  <a:gd name="csX2" fmla="*/ 42123 w 71788"/>
                  <a:gd name="csY2" fmla="*/ 30455 h 31981"/>
                  <a:gd name="csX3" fmla="*/ 71860 w 71788"/>
                  <a:gd name="csY3" fmla="*/ 32302 h 31981"/>
                  <a:gd name="csX4" fmla="*/ 75965 w 71788"/>
                  <a:gd name="csY4" fmla="*/ 21850 h 31981"/>
                  <a:gd name="csX5" fmla="*/ 65710 w 71788"/>
                  <a:gd name="csY5" fmla="*/ 13853 h 31981"/>
                  <a:gd name="csX6" fmla="*/ 50325 w 71788"/>
                  <a:gd name="csY6" fmla="*/ 5240 h 31981"/>
                  <a:gd name="csX7" fmla="*/ 48273 w 71788"/>
                  <a:gd name="csY7" fmla="*/ 937 h 31981"/>
                  <a:gd name="csX8" fmla="*/ 21614 w 71788"/>
                  <a:gd name="csY8" fmla="*/ 321 h 31981"/>
                  <a:gd name="csX9" fmla="*/ 13412 w 71788"/>
                  <a:gd name="csY9" fmla="*/ 8934 h 31981"/>
                  <a:gd name="csX10" fmla="*/ 12385 w 71788"/>
                  <a:gd name="csY10" fmla="*/ 15693 h 31981"/>
                  <a:gd name="csX11" fmla="*/ 4176 w 71788"/>
                  <a:gd name="csY11" fmla="*/ 20618 h 31981"/>
                  <a:gd name="csX12" fmla="*/ 5202 w 71788"/>
                  <a:gd name="csY12" fmla="*/ 23690 h 31981"/>
                  <a:gd name="csX13" fmla="*/ 20588 w 71788"/>
                  <a:gd name="csY13" fmla="*/ 24305 h 31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1788" h="31981">
                    <a:moveTo>
                      <a:pt x="20588" y="24305"/>
                    </a:moveTo>
                    <a:lnTo>
                      <a:pt x="26744" y="27993"/>
                    </a:lnTo>
                    <a:lnTo>
                      <a:pt x="42123" y="30455"/>
                    </a:lnTo>
                    <a:lnTo>
                      <a:pt x="71860" y="32302"/>
                    </a:lnTo>
                    <a:lnTo>
                      <a:pt x="75965" y="21850"/>
                    </a:lnTo>
                    <a:lnTo>
                      <a:pt x="65710" y="13853"/>
                    </a:lnTo>
                    <a:lnTo>
                      <a:pt x="50325" y="5240"/>
                    </a:lnTo>
                    <a:lnTo>
                      <a:pt x="48273" y="937"/>
                    </a:lnTo>
                    <a:lnTo>
                      <a:pt x="21614" y="321"/>
                    </a:lnTo>
                    <a:lnTo>
                      <a:pt x="13412" y="8934"/>
                    </a:lnTo>
                    <a:lnTo>
                      <a:pt x="12385" y="15693"/>
                    </a:lnTo>
                    <a:lnTo>
                      <a:pt x="4176" y="20618"/>
                    </a:lnTo>
                    <a:lnTo>
                      <a:pt x="5202" y="23690"/>
                    </a:lnTo>
                    <a:lnTo>
                      <a:pt x="20588" y="24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5" name="Forme libre : forme 773">
                <a:extLst>
                  <a:ext uri="{FF2B5EF4-FFF2-40B4-BE49-F238E27FC236}">
                    <a16:creationId xmlns:a16="http://schemas.microsoft.com/office/drawing/2014/main" id="{3A50443B-E065-C351-A130-BCC193FC4EAC}"/>
                  </a:ext>
                </a:extLst>
              </p:cNvPr>
              <p:cNvSpPr/>
              <p:nvPr/>
            </p:nvSpPr>
            <p:spPr>
              <a:xfrm>
                <a:off x="8628054" y="2393959"/>
                <a:ext cx="24613" cy="22752"/>
              </a:xfrm>
              <a:custGeom>
                <a:avLst/>
                <a:gdLst>
                  <a:gd name="csX0" fmla="*/ 17492 w 24613"/>
                  <a:gd name="csY0" fmla="*/ 308 h 22752"/>
                  <a:gd name="csX1" fmla="*/ 6212 w 24613"/>
                  <a:gd name="csY1" fmla="*/ 5843 h 22752"/>
                  <a:gd name="csX2" fmla="*/ 4159 w 24613"/>
                  <a:gd name="csY2" fmla="*/ 15680 h 22752"/>
                  <a:gd name="csX3" fmla="*/ 16466 w 24613"/>
                  <a:gd name="csY3" fmla="*/ 23061 h 22752"/>
                  <a:gd name="csX4" fmla="*/ 26721 w 24613"/>
                  <a:gd name="csY4" fmla="*/ 16911 h 22752"/>
                  <a:gd name="csX5" fmla="*/ 28773 w 24613"/>
                  <a:gd name="csY5" fmla="*/ 11377 h 22752"/>
                  <a:gd name="csX6" fmla="*/ 25695 w 24613"/>
                  <a:gd name="csY6" fmla="*/ 10761 h 22752"/>
                  <a:gd name="csX7" fmla="*/ 27747 w 24613"/>
                  <a:gd name="csY7" fmla="*/ 3996 h 22752"/>
                  <a:gd name="csX8" fmla="*/ 17492 w 24613"/>
                  <a:gd name="csY8" fmla="*/ 308 h 22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613" h="22752">
                    <a:moveTo>
                      <a:pt x="17492" y="308"/>
                    </a:moveTo>
                    <a:lnTo>
                      <a:pt x="6212" y="5843"/>
                    </a:lnTo>
                    <a:lnTo>
                      <a:pt x="4159" y="15680"/>
                    </a:lnTo>
                    <a:lnTo>
                      <a:pt x="16466" y="23061"/>
                    </a:lnTo>
                    <a:lnTo>
                      <a:pt x="26721" y="16911"/>
                    </a:lnTo>
                    <a:lnTo>
                      <a:pt x="28773" y="11377"/>
                    </a:lnTo>
                    <a:lnTo>
                      <a:pt x="25695" y="10761"/>
                    </a:lnTo>
                    <a:lnTo>
                      <a:pt x="27747" y="3996"/>
                    </a:lnTo>
                    <a:lnTo>
                      <a:pt x="17492"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6" name="Forme libre : forme 774">
                <a:extLst>
                  <a:ext uri="{FF2B5EF4-FFF2-40B4-BE49-F238E27FC236}">
                    <a16:creationId xmlns:a16="http://schemas.microsoft.com/office/drawing/2014/main" id="{D565D3DC-596C-34F6-F77B-3FFAEBEEF404}"/>
                  </a:ext>
                </a:extLst>
              </p:cNvPr>
              <p:cNvSpPr/>
              <p:nvPr/>
            </p:nvSpPr>
            <p:spPr>
              <a:xfrm rot="-8542403" flipV="1">
                <a:off x="8522028" y="2401892"/>
                <a:ext cx="28006" cy="4802"/>
              </a:xfrm>
              <a:custGeom>
                <a:avLst/>
                <a:gdLst>
                  <a:gd name="csX0" fmla="*/ 4720 w 28006"/>
                  <a:gd name="csY0" fmla="*/ 306 h 4802"/>
                  <a:gd name="csX1" fmla="*/ 22855 w 28006"/>
                  <a:gd name="csY1" fmla="*/ 306 h 4802"/>
                  <a:gd name="csX2" fmla="*/ 32104 w 28006"/>
                  <a:gd name="csY2" fmla="*/ 5108 h 4802"/>
                  <a:gd name="csX3" fmla="*/ 4097 w 28006"/>
                  <a:gd name="csY3" fmla="*/ 4479 h 4802"/>
                  <a:gd name="csX4" fmla="*/ 4720 w 28006"/>
                  <a:gd name="csY4" fmla="*/ 306 h 4802"/>
                </a:gdLst>
                <a:ahLst/>
                <a:cxnLst>
                  <a:cxn ang="0">
                    <a:pos x="csX0" y="csY0"/>
                  </a:cxn>
                  <a:cxn ang="0">
                    <a:pos x="csX1" y="csY1"/>
                  </a:cxn>
                  <a:cxn ang="0">
                    <a:pos x="csX2" y="csY2"/>
                  </a:cxn>
                  <a:cxn ang="0">
                    <a:pos x="csX3" y="csY3"/>
                  </a:cxn>
                  <a:cxn ang="0">
                    <a:pos x="csX4" y="csY4"/>
                  </a:cxn>
                </a:cxnLst>
                <a:rect l="l" t="t" r="r" b="b"/>
                <a:pathLst>
                  <a:path w="28006" h="4802">
                    <a:moveTo>
                      <a:pt x="4720" y="306"/>
                    </a:moveTo>
                    <a:lnTo>
                      <a:pt x="22855" y="306"/>
                    </a:lnTo>
                    <a:lnTo>
                      <a:pt x="32104" y="5108"/>
                    </a:lnTo>
                    <a:lnTo>
                      <a:pt x="4097" y="4479"/>
                    </a:lnTo>
                    <a:lnTo>
                      <a:pt x="4720" y="3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7" name="Forme libre : forme 775">
                <a:extLst>
                  <a:ext uri="{FF2B5EF4-FFF2-40B4-BE49-F238E27FC236}">
                    <a16:creationId xmlns:a16="http://schemas.microsoft.com/office/drawing/2014/main" id="{9EFB21EA-6B79-B05A-3077-6AD96E86C880}"/>
                  </a:ext>
                </a:extLst>
              </p:cNvPr>
              <p:cNvSpPr/>
              <p:nvPr/>
            </p:nvSpPr>
            <p:spPr>
              <a:xfrm>
                <a:off x="8559372" y="2316834"/>
                <a:ext cx="182536" cy="65433"/>
              </a:xfrm>
              <a:custGeom>
                <a:avLst/>
                <a:gdLst>
                  <a:gd name="csX0" fmla="*/ 14408 w 182536"/>
                  <a:gd name="csY0" fmla="*/ 48485 h 65433"/>
                  <a:gd name="csX1" fmla="*/ 22610 w 182536"/>
                  <a:gd name="csY1" fmla="*/ 48485 h 65433"/>
                  <a:gd name="csX2" fmla="*/ 29793 w 182536"/>
                  <a:gd name="csY2" fmla="*/ 52173 h 65433"/>
                  <a:gd name="csX3" fmla="*/ 27741 w 182536"/>
                  <a:gd name="csY3" fmla="*/ 57707 h 65433"/>
                  <a:gd name="csX4" fmla="*/ 56452 w 182536"/>
                  <a:gd name="csY4" fmla="*/ 65704 h 65433"/>
                  <a:gd name="csX5" fmla="*/ 62602 w 182536"/>
                  <a:gd name="csY5" fmla="*/ 60785 h 65433"/>
                  <a:gd name="csX6" fmla="*/ 60557 w 182536"/>
                  <a:gd name="csY6" fmla="*/ 50332 h 65433"/>
                  <a:gd name="csX7" fmla="*/ 66707 w 182536"/>
                  <a:gd name="csY7" fmla="*/ 47870 h 65433"/>
                  <a:gd name="csX8" fmla="*/ 71838 w 182536"/>
                  <a:gd name="csY8" fmla="*/ 49101 h 65433"/>
                  <a:gd name="csX9" fmla="*/ 72857 w 182536"/>
                  <a:gd name="csY9" fmla="*/ 54635 h 65433"/>
                  <a:gd name="csX10" fmla="*/ 91321 w 182536"/>
                  <a:gd name="csY10" fmla="*/ 54635 h 65433"/>
                  <a:gd name="csX11" fmla="*/ 107725 w 182536"/>
                  <a:gd name="csY11" fmla="*/ 45407 h 65433"/>
                  <a:gd name="csX12" fmla="*/ 119006 w 182536"/>
                  <a:gd name="csY12" fmla="*/ 46638 h 65433"/>
                  <a:gd name="csX13" fmla="*/ 120032 w 182536"/>
                  <a:gd name="csY13" fmla="*/ 54635 h 65433"/>
                  <a:gd name="csX14" fmla="*/ 133365 w 182536"/>
                  <a:gd name="csY14" fmla="*/ 57098 h 65433"/>
                  <a:gd name="csX15" fmla="*/ 150795 w 182536"/>
                  <a:gd name="csY15" fmla="*/ 47870 h 65433"/>
                  <a:gd name="csX16" fmla="*/ 138489 w 182536"/>
                  <a:gd name="csY16" fmla="*/ 47254 h 65433"/>
                  <a:gd name="csX17" fmla="*/ 122084 w 182536"/>
                  <a:gd name="csY17" fmla="*/ 41104 h 65433"/>
                  <a:gd name="csX18" fmla="*/ 117980 w 182536"/>
                  <a:gd name="csY18" fmla="*/ 29598 h 65433"/>
                  <a:gd name="csX19" fmla="*/ 127215 w 182536"/>
                  <a:gd name="csY19" fmla="*/ 20711 h 65433"/>
                  <a:gd name="csX20" fmla="*/ 134391 w 182536"/>
                  <a:gd name="csY20" fmla="*/ 20711 h 65433"/>
                  <a:gd name="csX21" fmla="*/ 135417 w 182536"/>
                  <a:gd name="csY21" fmla="*/ 25596 h 65433"/>
                  <a:gd name="csX22" fmla="*/ 129260 w 182536"/>
                  <a:gd name="csY22" fmla="*/ 28264 h 65433"/>
                  <a:gd name="csX23" fmla="*/ 129260 w 182536"/>
                  <a:gd name="csY23" fmla="*/ 36261 h 65433"/>
                  <a:gd name="csX24" fmla="*/ 140541 w 182536"/>
                  <a:gd name="csY24" fmla="*/ 41720 h 65433"/>
                  <a:gd name="csX25" fmla="*/ 153874 w 182536"/>
                  <a:gd name="csY25" fmla="*/ 40495 h 65433"/>
                  <a:gd name="csX26" fmla="*/ 162076 w 182536"/>
                  <a:gd name="csY26" fmla="*/ 43567 h 65433"/>
                  <a:gd name="csX27" fmla="*/ 178487 w 182536"/>
                  <a:gd name="csY27" fmla="*/ 33155 h 65433"/>
                  <a:gd name="csX28" fmla="*/ 172331 w 182536"/>
                  <a:gd name="csY28" fmla="*/ 30042 h 65433"/>
                  <a:gd name="csX29" fmla="*/ 186690 w 182536"/>
                  <a:gd name="csY29" fmla="*/ 26930 h 65433"/>
                  <a:gd name="csX30" fmla="*/ 183611 w 182536"/>
                  <a:gd name="csY30" fmla="*/ 22045 h 65433"/>
                  <a:gd name="csX31" fmla="*/ 166181 w 182536"/>
                  <a:gd name="csY31" fmla="*/ 20267 h 65433"/>
                  <a:gd name="csX32" fmla="*/ 150795 w 182536"/>
                  <a:gd name="csY32" fmla="*/ 12714 h 65433"/>
                  <a:gd name="csX33" fmla="*/ 145672 w 182536"/>
                  <a:gd name="csY33" fmla="*/ 14048 h 65433"/>
                  <a:gd name="csX34" fmla="*/ 131312 w 182536"/>
                  <a:gd name="csY34" fmla="*/ 14048 h 65433"/>
                  <a:gd name="csX35" fmla="*/ 120032 w 182536"/>
                  <a:gd name="csY35" fmla="*/ 9157 h 65433"/>
                  <a:gd name="csX36" fmla="*/ 114908 w 182536"/>
                  <a:gd name="csY36" fmla="*/ 3828 h 65433"/>
                  <a:gd name="csX37" fmla="*/ 108751 w 182536"/>
                  <a:gd name="csY37" fmla="*/ 271 h 65433"/>
                  <a:gd name="csX38" fmla="*/ 101575 w 182536"/>
                  <a:gd name="csY38" fmla="*/ 715 h 65433"/>
                  <a:gd name="csX39" fmla="*/ 94399 w 182536"/>
                  <a:gd name="csY39" fmla="*/ 8712 h 65433"/>
                  <a:gd name="csX40" fmla="*/ 93373 w 182536"/>
                  <a:gd name="csY40" fmla="*/ 23824 h 65433"/>
                  <a:gd name="csX41" fmla="*/ 81066 w 182536"/>
                  <a:gd name="csY41" fmla="*/ 23824 h 65433"/>
                  <a:gd name="csX42" fmla="*/ 75935 w 182536"/>
                  <a:gd name="csY42" fmla="*/ 21156 h 65433"/>
                  <a:gd name="csX43" fmla="*/ 75935 w 182536"/>
                  <a:gd name="csY43" fmla="*/ 17154 h 65433"/>
                  <a:gd name="csX44" fmla="*/ 62609 w 182536"/>
                  <a:gd name="csY44" fmla="*/ 14048 h 65433"/>
                  <a:gd name="csX45" fmla="*/ 63628 w 182536"/>
                  <a:gd name="csY45" fmla="*/ 10936 h 65433"/>
                  <a:gd name="csX46" fmla="*/ 70811 w 182536"/>
                  <a:gd name="csY46" fmla="*/ 8268 h 65433"/>
                  <a:gd name="csX47" fmla="*/ 44146 w 182536"/>
                  <a:gd name="csY47" fmla="*/ 1605 h 65433"/>
                  <a:gd name="csX48" fmla="*/ 29793 w 182536"/>
                  <a:gd name="csY48" fmla="*/ 6496 h 65433"/>
                  <a:gd name="csX49" fmla="*/ 29793 w 182536"/>
                  <a:gd name="csY49" fmla="*/ 8268 h 65433"/>
                  <a:gd name="csX50" fmla="*/ 15434 w 182536"/>
                  <a:gd name="csY50" fmla="*/ 9157 h 65433"/>
                  <a:gd name="csX51" fmla="*/ 15434 w 182536"/>
                  <a:gd name="csY51" fmla="*/ 10936 h 65433"/>
                  <a:gd name="csX52" fmla="*/ 19539 w 182536"/>
                  <a:gd name="csY52" fmla="*/ 16709 h 65433"/>
                  <a:gd name="csX53" fmla="*/ 10310 w 182536"/>
                  <a:gd name="csY53" fmla="*/ 18488 h 65433"/>
                  <a:gd name="csX54" fmla="*/ 9284 w 182536"/>
                  <a:gd name="csY54" fmla="*/ 20267 h 65433"/>
                  <a:gd name="csX55" fmla="*/ 11330 w 182536"/>
                  <a:gd name="csY55" fmla="*/ 30932 h 65433"/>
                  <a:gd name="csX56" fmla="*/ 4154 w 182536"/>
                  <a:gd name="csY56" fmla="*/ 35371 h 65433"/>
                  <a:gd name="csX57" fmla="*/ 14408 w 182536"/>
                  <a:gd name="csY57" fmla="*/ 48485 h 65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82536" h="65433">
                    <a:moveTo>
                      <a:pt x="14408" y="48485"/>
                    </a:moveTo>
                    <a:lnTo>
                      <a:pt x="22610" y="48485"/>
                    </a:lnTo>
                    <a:lnTo>
                      <a:pt x="29793" y="52173"/>
                    </a:lnTo>
                    <a:lnTo>
                      <a:pt x="27741" y="57707"/>
                    </a:lnTo>
                    <a:lnTo>
                      <a:pt x="56452" y="65704"/>
                    </a:lnTo>
                    <a:lnTo>
                      <a:pt x="62602" y="60785"/>
                    </a:lnTo>
                    <a:lnTo>
                      <a:pt x="60557" y="50332"/>
                    </a:lnTo>
                    <a:lnTo>
                      <a:pt x="66707" y="47870"/>
                    </a:lnTo>
                    <a:lnTo>
                      <a:pt x="71838" y="49101"/>
                    </a:lnTo>
                    <a:lnTo>
                      <a:pt x="72857" y="54635"/>
                    </a:lnTo>
                    <a:lnTo>
                      <a:pt x="91321" y="54635"/>
                    </a:lnTo>
                    <a:lnTo>
                      <a:pt x="107725" y="45407"/>
                    </a:lnTo>
                    <a:lnTo>
                      <a:pt x="119006" y="46638"/>
                    </a:lnTo>
                    <a:lnTo>
                      <a:pt x="120032" y="54635"/>
                    </a:lnTo>
                    <a:lnTo>
                      <a:pt x="133365" y="57098"/>
                    </a:lnTo>
                    <a:lnTo>
                      <a:pt x="150795" y="47870"/>
                    </a:lnTo>
                    <a:lnTo>
                      <a:pt x="138489" y="47254"/>
                    </a:lnTo>
                    <a:lnTo>
                      <a:pt x="122084" y="41104"/>
                    </a:lnTo>
                    <a:lnTo>
                      <a:pt x="117980" y="29598"/>
                    </a:lnTo>
                    <a:lnTo>
                      <a:pt x="127215" y="20711"/>
                    </a:lnTo>
                    <a:lnTo>
                      <a:pt x="134391" y="20711"/>
                    </a:lnTo>
                    <a:lnTo>
                      <a:pt x="135417" y="25596"/>
                    </a:lnTo>
                    <a:lnTo>
                      <a:pt x="129260" y="28264"/>
                    </a:lnTo>
                    <a:lnTo>
                      <a:pt x="129260" y="36261"/>
                    </a:lnTo>
                    <a:lnTo>
                      <a:pt x="140541" y="41720"/>
                    </a:lnTo>
                    <a:lnTo>
                      <a:pt x="153874" y="40495"/>
                    </a:lnTo>
                    <a:lnTo>
                      <a:pt x="162076" y="43567"/>
                    </a:lnTo>
                    <a:lnTo>
                      <a:pt x="178487" y="33155"/>
                    </a:lnTo>
                    <a:lnTo>
                      <a:pt x="172331" y="30042"/>
                    </a:lnTo>
                    <a:lnTo>
                      <a:pt x="186690" y="26930"/>
                    </a:lnTo>
                    <a:lnTo>
                      <a:pt x="183611" y="22045"/>
                    </a:lnTo>
                    <a:lnTo>
                      <a:pt x="166181" y="20267"/>
                    </a:lnTo>
                    <a:lnTo>
                      <a:pt x="150795" y="12714"/>
                    </a:lnTo>
                    <a:lnTo>
                      <a:pt x="145672" y="14048"/>
                    </a:lnTo>
                    <a:lnTo>
                      <a:pt x="131312" y="14048"/>
                    </a:lnTo>
                    <a:lnTo>
                      <a:pt x="120032" y="9157"/>
                    </a:lnTo>
                    <a:lnTo>
                      <a:pt x="114908" y="3828"/>
                    </a:lnTo>
                    <a:lnTo>
                      <a:pt x="108751" y="271"/>
                    </a:lnTo>
                    <a:lnTo>
                      <a:pt x="101575" y="715"/>
                    </a:lnTo>
                    <a:lnTo>
                      <a:pt x="94399" y="8712"/>
                    </a:lnTo>
                    <a:lnTo>
                      <a:pt x="93373" y="23824"/>
                    </a:lnTo>
                    <a:lnTo>
                      <a:pt x="81066" y="23824"/>
                    </a:lnTo>
                    <a:lnTo>
                      <a:pt x="75935" y="21156"/>
                    </a:lnTo>
                    <a:lnTo>
                      <a:pt x="75935" y="17154"/>
                    </a:lnTo>
                    <a:lnTo>
                      <a:pt x="62609" y="14048"/>
                    </a:lnTo>
                    <a:lnTo>
                      <a:pt x="63628" y="10936"/>
                    </a:lnTo>
                    <a:lnTo>
                      <a:pt x="70811" y="8268"/>
                    </a:lnTo>
                    <a:lnTo>
                      <a:pt x="44146" y="1605"/>
                    </a:lnTo>
                    <a:lnTo>
                      <a:pt x="29793" y="6496"/>
                    </a:lnTo>
                    <a:lnTo>
                      <a:pt x="29793" y="8268"/>
                    </a:lnTo>
                    <a:lnTo>
                      <a:pt x="15434" y="9157"/>
                    </a:lnTo>
                    <a:lnTo>
                      <a:pt x="15434" y="10936"/>
                    </a:lnTo>
                    <a:lnTo>
                      <a:pt x="19539" y="16709"/>
                    </a:lnTo>
                    <a:lnTo>
                      <a:pt x="10310" y="18488"/>
                    </a:lnTo>
                    <a:lnTo>
                      <a:pt x="9284" y="20267"/>
                    </a:lnTo>
                    <a:lnTo>
                      <a:pt x="11330" y="30932"/>
                    </a:lnTo>
                    <a:lnTo>
                      <a:pt x="4154" y="35371"/>
                    </a:lnTo>
                    <a:lnTo>
                      <a:pt x="14408" y="484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8" name="Forme libre : forme 776">
                <a:extLst>
                  <a:ext uri="{FF2B5EF4-FFF2-40B4-BE49-F238E27FC236}">
                    <a16:creationId xmlns:a16="http://schemas.microsoft.com/office/drawing/2014/main" id="{563AC031-E813-DA48-5AAF-582ECC801A5F}"/>
                  </a:ext>
                </a:extLst>
              </p:cNvPr>
              <p:cNvSpPr/>
              <p:nvPr/>
            </p:nvSpPr>
            <p:spPr>
              <a:xfrm>
                <a:off x="8767541" y="2339943"/>
                <a:ext cx="99473" cy="34950"/>
              </a:xfrm>
              <a:custGeom>
                <a:avLst/>
                <a:gdLst>
                  <a:gd name="csX0" fmla="*/ 19647 w 99473"/>
                  <a:gd name="csY0" fmla="*/ 12722 h 34950"/>
                  <a:gd name="csX1" fmla="*/ 21699 w 99473"/>
                  <a:gd name="csY1" fmla="*/ 19241 h 34950"/>
                  <a:gd name="csX2" fmla="*/ 35032 w 99473"/>
                  <a:gd name="csY2" fmla="*/ 24160 h 34950"/>
                  <a:gd name="csX3" fmla="*/ 57594 w 99473"/>
                  <a:gd name="csY3" fmla="*/ 34613 h 34950"/>
                  <a:gd name="csX4" fmla="*/ 78096 w 99473"/>
                  <a:gd name="csY4" fmla="*/ 35229 h 34950"/>
                  <a:gd name="csX5" fmla="*/ 99631 w 99473"/>
                  <a:gd name="csY5" fmla="*/ 29694 h 34950"/>
                  <a:gd name="csX6" fmla="*/ 103736 w 99473"/>
                  <a:gd name="csY6" fmla="*/ 22313 h 34950"/>
                  <a:gd name="csX7" fmla="*/ 97586 w 99473"/>
                  <a:gd name="csY7" fmla="*/ 16779 h 34950"/>
                  <a:gd name="csX8" fmla="*/ 76050 w 99473"/>
                  <a:gd name="csY8" fmla="*/ 12277 h 34950"/>
                  <a:gd name="csX9" fmla="*/ 57594 w 99473"/>
                  <a:gd name="csY9" fmla="*/ 10499 h 34950"/>
                  <a:gd name="csX10" fmla="*/ 51437 w 99473"/>
                  <a:gd name="csY10" fmla="*/ 6948 h 34950"/>
                  <a:gd name="csX11" fmla="*/ 22726 w 99473"/>
                  <a:gd name="csY11" fmla="*/ 6948 h 34950"/>
                  <a:gd name="csX12" fmla="*/ 11445 w 99473"/>
                  <a:gd name="csY12" fmla="*/ 2057 h 34950"/>
                  <a:gd name="csX13" fmla="*/ 4262 w 99473"/>
                  <a:gd name="csY13" fmla="*/ 278 h 34950"/>
                  <a:gd name="csX14" fmla="*/ 6314 w 99473"/>
                  <a:gd name="csY14" fmla="*/ 5170 h 34950"/>
                  <a:gd name="csX15" fmla="*/ 19647 w 99473"/>
                  <a:gd name="csY15" fmla="*/ 12722 h 34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9473" h="34950">
                    <a:moveTo>
                      <a:pt x="19647" y="12722"/>
                    </a:moveTo>
                    <a:lnTo>
                      <a:pt x="21699" y="19241"/>
                    </a:lnTo>
                    <a:lnTo>
                      <a:pt x="35032" y="24160"/>
                    </a:lnTo>
                    <a:lnTo>
                      <a:pt x="57594" y="34613"/>
                    </a:lnTo>
                    <a:lnTo>
                      <a:pt x="78096" y="35229"/>
                    </a:lnTo>
                    <a:lnTo>
                      <a:pt x="99631" y="29694"/>
                    </a:lnTo>
                    <a:lnTo>
                      <a:pt x="103736" y="22313"/>
                    </a:lnTo>
                    <a:lnTo>
                      <a:pt x="97586" y="16779"/>
                    </a:lnTo>
                    <a:lnTo>
                      <a:pt x="76050" y="12277"/>
                    </a:lnTo>
                    <a:lnTo>
                      <a:pt x="57594" y="10499"/>
                    </a:lnTo>
                    <a:lnTo>
                      <a:pt x="51437" y="6948"/>
                    </a:lnTo>
                    <a:lnTo>
                      <a:pt x="22726" y="6948"/>
                    </a:lnTo>
                    <a:lnTo>
                      <a:pt x="11445" y="2057"/>
                    </a:lnTo>
                    <a:lnTo>
                      <a:pt x="4262" y="278"/>
                    </a:lnTo>
                    <a:lnTo>
                      <a:pt x="6314" y="5170"/>
                    </a:lnTo>
                    <a:lnTo>
                      <a:pt x="19647" y="127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99" name="Forme libre : forme 777">
                <a:extLst>
                  <a:ext uri="{FF2B5EF4-FFF2-40B4-BE49-F238E27FC236}">
                    <a16:creationId xmlns:a16="http://schemas.microsoft.com/office/drawing/2014/main" id="{CA87B6A7-F486-630B-F95C-0FC1609292D6}"/>
                  </a:ext>
                </a:extLst>
              </p:cNvPr>
              <p:cNvSpPr/>
              <p:nvPr/>
            </p:nvSpPr>
            <p:spPr>
              <a:xfrm rot="10306631" flipV="1">
                <a:off x="8815545" y="2295370"/>
                <a:ext cx="16944" cy="3523"/>
              </a:xfrm>
              <a:custGeom>
                <a:avLst/>
                <a:gdLst>
                  <a:gd name="csX0" fmla="*/ 4272 w 16944"/>
                  <a:gd name="csY0" fmla="*/ 241 h 3523"/>
                  <a:gd name="csX1" fmla="*/ 19822 w 16944"/>
                  <a:gd name="csY1" fmla="*/ 241 h 3523"/>
                  <a:gd name="csX2" fmla="*/ 21217 w 16944"/>
                  <a:gd name="csY2" fmla="*/ 2738 h 3523"/>
                  <a:gd name="csX3" fmla="*/ 4785 w 16944"/>
                  <a:gd name="csY3" fmla="*/ 3764 h 3523"/>
                  <a:gd name="csX4" fmla="*/ 4272 w 16944"/>
                  <a:gd name="csY4" fmla="*/ 241 h 3523"/>
                </a:gdLst>
                <a:ahLst/>
                <a:cxnLst>
                  <a:cxn ang="0">
                    <a:pos x="csX0" y="csY0"/>
                  </a:cxn>
                  <a:cxn ang="0">
                    <a:pos x="csX1" y="csY1"/>
                  </a:cxn>
                  <a:cxn ang="0">
                    <a:pos x="csX2" y="csY2"/>
                  </a:cxn>
                  <a:cxn ang="0">
                    <a:pos x="csX3" y="csY3"/>
                  </a:cxn>
                  <a:cxn ang="0">
                    <a:pos x="csX4" y="csY4"/>
                  </a:cxn>
                </a:cxnLst>
                <a:rect l="l" t="t" r="r" b="b"/>
                <a:pathLst>
                  <a:path w="16944" h="3523">
                    <a:moveTo>
                      <a:pt x="4272" y="241"/>
                    </a:moveTo>
                    <a:lnTo>
                      <a:pt x="19822" y="241"/>
                    </a:lnTo>
                    <a:lnTo>
                      <a:pt x="21217" y="2738"/>
                    </a:lnTo>
                    <a:lnTo>
                      <a:pt x="4785" y="3764"/>
                    </a:lnTo>
                    <a:lnTo>
                      <a:pt x="4272"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0" name="Forme libre : forme 778">
                <a:extLst>
                  <a:ext uri="{FF2B5EF4-FFF2-40B4-BE49-F238E27FC236}">
                    <a16:creationId xmlns:a16="http://schemas.microsoft.com/office/drawing/2014/main" id="{E7059451-AFC2-F793-8245-60FF1B1344C6}"/>
                  </a:ext>
                </a:extLst>
              </p:cNvPr>
              <p:cNvSpPr/>
              <p:nvPr/>
            </p:nvSpPr>
            <p:spPr>
              <a:xfrm rot="10800000" flipV="1">
                <a:off x="8903942" y="2317286"/>
                <a:ext cx="9228" cy="3995"/>
              </a:xfrm>
              <a:custGeom>
                <a:avLst/>
                <a:gdLst>
                  <a:gd name="csX0" fmla="*/ 4323 w 9228"/>
                  <a:gd name="csY0" fmla="*/ 255 h 3995"/>
                  <a:gd name="csX1" fmla="*/ 13552 w 9228"/>
                  <a:gd name="csY1" fmla="*/ 255 h 3995"/>
                  <a:gd name="csX2" fmla="*/ 13552 w 9228"/>
                  <a:gd name="csY2" fmla="*/ 2923 h 3995"/>
                  <a:gd name="csX3" fmla="*/ 8421 w 9228"/>
                  <a:gd name="csY3" fmla="*/ 4250 h 3995"/>
                  <a:gd name="csX4" fmla="*/ 4323 w 9228"/>
                  <a:gd name="csY4" fmla="*/ 255 h 3995"/>
                </a:gdLst>
                <a:ahLst/>
                <a:cxnLst>
                  <a:cxn ang="0">
                    <a:pos x="csX0" y="csY0"/>
                  </a:cxn>
                  <a:cxn ang="0">
                    <a:pos x="csX1" y="csY1"/>
                  </a:cxn>
                  <a:cxn ang="0">
                    <a:pos x="csX2" y="csY2"/>
                  </a:cxn>
                  <a:cxn ang="0">
                    <a:pos x="csX3" y="csY3"/>
                  </a:cxn>
                  <a:cxn ang="0">
                    <a:pos x="csX4" y="csY4"/>
                  </a:cxn>
                </a:cxnLst>
                <a:rect l="l" t="t" r="r" b="b"/>
                <a:pathLst>
                  <a:path w="9228" h="3995">
                    <a:moveTo>
                      <a:pt x="4323" y="255"/>
                    </a:moveTo>
                    <a:lnTo>
                      <a:pt x="13552" y="255"/>
                    </a:lnTo>
                    <a:lnTo>
                      <a:pt x="13552" y="2923"/>
                    </a:lnTo>
                    <a:lnTo>
                      <a:pt x="8421" y="4250"/>
                    </a:lnTo>
                    <a:lnTo>
                      <a:pt x="4323"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1" name="Forme libre : forme 779">
                <a:extLst>
                  <a:ext uri="{FF2B5EF4-FFF2-40B4-BE49-F238E27FC236}">
                    <a16:creationId xmlns:a16="http://schemas.microsoft.com/office/drawing/2014/main" id="{AD5A664E-5123-048A-A6D3-FBFAF8E06504}"/>
                  </a:ext>
                </a:extLst>
              </p:cNvPr>
              <p:cNvSpPr/>
              <p:nvPr/>
            </p:nvSpPr>
            <p:spPr>
              <a:xfrm>
                <a:off x="8564495" y="2514489"/>
                <a:ext cx="17430" cy="5534"/>
              </a:xfrm>
              <a:custGeom>
                <a:avLst/>
                <a:gdLst>
                  <a:gd name="csX0" fmla="*/ 4117 w 17430"/>
                  <a:gd name="csY0" fmla="*/ 2222 h 5534"/>
                  <a:gd name="csX1" fmla="*/ 9241 w 17430"/>
                  <a:gd name="csY1" fmla="*/ 5909 h 5534"/>
                  <a:gd name="csX2" fmla="*/ 21548 w 17430"/>
                  <a:gd name="csY2" fmla="*/ 5909 h 5534"/>
                  <a:gd name="csX3" fmla="*/ 19502 w 17430"/>
                  <a:gd name="csY3" fmla="*/ 991 h 5534"/>
                  <a:gd name="csX4" fmla="*/ 7195 w 17430"/>
                  <a:gd name="csY4" fmla="*/ 375 h 5534"/>
                  <a:gd name="csX5" fmla="*/ 4117 w 17430"/>
                  <a:gd name="csY5" fmla="*/ 2222 h 5534"/>
                </a:gdLst>
                <a:ahLst/>
                <a:cxnLst>
                  <a:cxn ang="0">
                    <a:pos x="csX0" y="csY0"/>
                  </a:cxn>
                  <a:cxn ang="0">
                    <a:pos x="csX1" y="csY1"/>
                  </a:cxn>
                  <a:cxn ang="0">
                    <a:pos x="csX2" y="csY2"/>
                  </a:cxn>
                  <a:cxn ang="0">
                    <a:pos x="csX3" y="csY3"/>
                  </a:cxn>
                  <a:cxn ang="0">
                    <a:pos x="csX4" y="csY4"/>
                  </a:cxn>
                  <a:cxn ang="0">
                    <a:pos x="csX5" y="csY5"/>
                  </a:cxn>
                </a:cxnLst>
                <a:rect l="l" t="t" r="r" b="b"/>
                <a:pathLst>
                  <a:path w="17430" h="5534">
                    <a:moveTo>
                      <a:pt x="4117" y="2222"/>
                    </a:moveTo>
                    <a:lnTo>
                      <a:pt x="9241" y="5909"/>
                    </a:lnTo>
                    <a:lnTo>
                      <a:pt x="21548" y="5909"/>
                    </a:lnTo>
                    <a:lnTo>
                      <a:pt x="19502" y="991"/>
                    </a:lnTo>
                    <a:lnTo>
                      <a:pt x="7195" y="375"/>
                    </a:lnTo>
                    <a:lnTo>
                      <a:pt x="4117" y="2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2" name="Forme libre : forme 780">
                <a:extLst>
                  <a:ext uri="{FF2B5EF4-FFF2-40B4-BE49-F238E27FC236}">
                    <a16:creationId xmlns:a16="http://schemas.microsoft.com/office/drawing/2014/main" id="{821C78E0-9141-E8DB-058E-A901AA6CC4DC}"/>
                  </a:ext>
                </a:extLst>
              </p:cNvPr>
              <p:cNvSpPr/>
              <p:nvPr/>
            </p:nvSpPr>
            <p:spPr>
              <a:xfrm rot="-5400000" flipV="1">
                <a:off x="8591856" y="2500037"/>
                <a:ext cx="3694" cy="9228"/>
              </a:xfrm>
              <a:custGeom>
                <a:avLst/>
                <a:gdLst>
                  <a:gd name="csX0" fmla="*/ 4747 w 3694"/>
                  <a:gd name="csY0" fmla="*/ 367 h 9228"/>
                  <a:gd name="csX1" fmla="*/ 7826 w 3694"/>
                  <a:gd name="csY1" fmla="*/ 367 h 9228"/>
                  <a:gd name="csX2" fmla="*/ 7826 w 3694"/>
                  <a:gd name="csY2" fmla="*/ 8569 h 9228"/>
                  <a:gd name="csX3" fmla="*/ 4131 w 3694"/>
                  <a:gd name="csY3" fmla="*/ 9596 h 9228"/>
                  <a:gd name="csX4" fmla="*/ 4747 w 3694"/>
                  <a:gd name="csY4" fmla="*/ 367 h 9228"/>
                </a:gdLst>
                <a:ahLst/>
                <a:cxnLst>
                  <a:cxn ang="0">
                    <a:pos x="csX0" y="csY0"/>
                  </a:cxn>
                  <a:cxn ang="0">
                    <a:pos x="csX1" y="csY1"/>
                  </a:cxn>
                  <a:cxn ang="0">
                    <a:pos x="csX2" y="csY2"/>
                  </a:cxn>
                  <a:cxn ang="0">
                    <a:pos x="csX3" y="csY3"/>
                  </a:cxn>
                  <a:cxn ang="0">
                    <a:pos x="csX4" y="csY4"/>
                  </a:cxn>
                </a:cxnLst>
                <a:rect l="l" t="t" r="r" b="b"/>
                <a:pathLst>
                  <a:path w="3694" h="9228">
                    <a:moveTo>
                      <a:pt x="4747" y="367"/>
                    </a:moveTo>
                    <a:lnTo>
                      <a:pt x="7826" y="367"/>
                    </a:lnTo>
                    <a:lnTo>
                      <a:pt x="7826" y="8569"/>
                    </a:lnTo>
                    <a:lnTo>
                      <a:pt x="4131" y="9596"/>
                    </a:lnTo>
                    <a:lnTo>
                      <a:pt x="4747" y="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3" name="Forme libre : forme 781">
                <a:extLst>
                  <a:ext uri="{FF2B5EF4-FFF2-40B4-BE49-F238E27FC236}">
                    <a16:creationId xmlns:a16="http://schemas.microsoft.com/office/drawing/2014/main" id="{1E8EE523-9019-D31E-AD5D-F117294FC8D4}"/>
                  </a:ext>
                </a:extLst>
              </p:cNvPr>
              <p:cNvSpPr/>
              <p:nvPr/>
            </p:nvSpPr>
            <p:spPr>
              <a:xfrm>
                <a:off x="8280447" y="2414864"/>
                <a:ext cx="14359" cy="4918"/>
              </a:xfrm>
              <a:custGeom>
                <a:avLst/>
                <a:gdLst>
                  <a:gd name="csX0" fmla="*/ 18304 w 14359"/>
                  <a:gd name="csY0" fmla="*/ 5232 h 4918"/>
                  <a:gd name="csX1" fmla="*/ 14207 w 14359"/>
                  <a:gd name="csY1" fmla="*/ 314 h 4918"/>
                  <a:gd name="csX2" fmla="*/ 7024 w 14359"/>
                  <a:gd name="csY2" fmla="*/ 314 h 4918"/>
                  <a:gd name="csX3" fmla="*/ 3945 w 14359"/>
                  <a:gd name="csY3" fmla="*/ 4617 h 4918"/>
                  <a:gd name="csX4" fmla="*/ 11128 w 14359"/>
                  <a:gd name="csY4" fmla="*/ 3385 h 4918"/>
                  <a:gd name="csX5" fmla="*/ 18304 w 14359"/>
                  <a:gd name="csY5" fmla="*/ 5232 h 4918"/>
                </a:gdLst>
                <a:ahLst/>
                <a:cxnLst>
                  <a:cxn ang="0">
                    <a:pos x="csX0" y="csY0"/>
                  </a:cxn>
                  <a:cxn ang="0">
                    <a:pos x="csX1" y="csY1"/>
                  </a:cxn>
                  <a:cxn ang="0">
                    <a:pos x="csX2" y="csY2"/>
                  </a:cxn>
                  <a:cxn ang="0">
                    <a:pos x="csX3" y="csY3"/>
                  </a:cxn>
                  <a:cxn ang="0">
                    <a:pos x="csX4" y="csY4"/>
                  </a:cxn>
                  <a:cxn ang="0">
                    <a:pos x="csX5" y="csY5"/>
                  </a:cxn>
                </a:cxnLst>
                <a:rect l="l" t="t" r="r" b="b"/>
                <a:pathLst>
                  <a:path w="14359" h="4918">
                    <a:moveTo>
                      <a:pt x="18304" y="5232"/>
                    </a:moveTo>
                    <a:lnTo>
                      <a:pt x="14207" y="314"/>
                    </a:lnTo>
                    <a:lnTo>
                      <a:pt x="7024" y="314"/>
                    </a:lnTo>
                    <a:lnTo>
                      <a:pt x="3945" y="4617"/>
                    </a:lnTo>
                    <a:lnTo>
                      <a:pt x="11128" y="3385"/>
                    </a:lnTo>
                    <a:lnTo>
                      <a:pt x="18304" y="52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4" name="Forme libre : forme 782">
                <a:extLst>
                  <a:ext uri="{FF2B5EF4-FFF2-40B4-BE49-F238E27FC236}">
                    <a16:creationId xmlns:a16="http://schemas.microsoft.com/office/drawing/2014/main" id="{F108F69C-875A-C45A-A11C-9532EB4E68C0}"/>
                  </a:ext>
                </a:extLst>
              </p:cNvPr>
              <p:cNvSpPr/>
              <p:nvPr/>
            </p:nvSpPr>
            <p:spPr>
              <a:xfrm>
                <a:off x="8313270" y="2424086"/>
                <a:ext cx="12299" cy="8605"/>
              </a:xfrm>
              <a:custGeom>
                <a:avLst/>
                <a:gdLst>
                  <a:gd name="csX0" fmla="*/ 10114 w 12299"/>
                  <a:gd name="csY0" fmla="*/ 5239 h 8605"/>
                  <a:gd name="csX1" fmla="*/ 16264 w 12299"/>
                  <a:gd name="csY1" fmla="*/ 321 h 8605"/>
                  <a:gd name="csX2" fmla="*/ 6016 w 12299"/>
                  <a:gd name="csY2" fmla="*/ 2777 h 8605"/>
                  <a:gd name="csX3" fmla="*/ 3964 w 12299"/>
                  <a:gd name="csY3" fmla="*/ 7702 h 8605"/>
                  <a:gd name="csX4" fmla="*/ 10114 w 12299"/>
                  <a:gd name="csY4" fmla="*/ 8927 h 8605"/>
                  <a:gd name="csX5" fmla="*/ 10114 w 12299"/>
                  <a:gd name="csY5" fmla="*/ 5239 h 8605"/>
                </a:gdLst>
                <a:ahLst/>
                <a:cxnLst>
                  <a:cxn ang="0">
                    <a:pos x="csX0" y="csY0"/>
                  </a:cxn>
                  <a:cxn ang="0">
                    <a:pos x="csX1" y="csY1"/>
                  </a:cxn>
                  <a:cxn ang="0">
                    <a:pos x="csX2" y="csY2"/>
                  </a:cxn>
                  <a:cxn ang="0">
                    <a:pos x="csX3" y="csY3"/>
                  </a:cxn>
                  <a:cxn ang="0">
                    <a:pos x="csX4" y="csY4"/>
                  </a:cxn>
                  <a:cxn ang="0">
                    <a:pos x="csX5" y="csY5"/>
                  </a:cxn>
                </a:cxnLst>
                <a:rect l="l" t="t" r="r" b="b"/>
                <a:pathLst>
                  <a:path w="12299" h="8605">
                    <a:moveTo>
                      <a:pt x="10114" y="5239"/>
                    </a:moveTo>
                    <a:lnTo>
                      <a:pt x="16264" y="321"/>
                    </a:lnTo>
                    <a:lnTo>
                      <a:pt x="6016" y="2777"/>
                    </a:lnTo>
                    <a:lnTo>
                      <a:pt x="3964" y="7702"/>
                    </a:lnTo>
                    <a:lnTo>
                      <a:pt x="10114" y="8927"/>
                    </a:lnTo>
                    <a:lnTo>
                      <a:pt x="10114" y="52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5" name="Forme libre : forme 783">
                <a:extLst>
                  <a:ext uri="{FF2B5EF4-FFF2-40B4-BE49-F238E27FC236}">
                    <a16:creationId xmlns:a16="http://schemas.microsoft.com/office/drawing/2014/main" id="{2C01AE4B-9F7A-A161-49C0-CA6411500C0E}"/>
                  </a:ext>
                </a:extLst>
              </p:cNvPr>
              <p:cNvSpPr/>
              <p:nvPr/>
            </p:nvSpPr>
            <p:spPr>
              <a:xfrm rot="-8280766" flipV="1">
                <a:off x="8342779" y="2429450"/>
                <a:ext cx="7682" cy="5260"/>
              </a:xfrm>
              <a:custGeom>
                <a:avLst/>
                <a:gdLst>
                  <a:gd name="csX0" fmla="*/ 3981 w 7682"/>
                  <a:gd name="csY0" fmla="*/ 323 h 5260"/>
                  <a:gd name="csX1" fmla="*/ 6745 w 7682"/>
                  <a:gd name="csY1" fmla="*/ 323 h 5260"/>
                  <a:gd name="csX2" fmla="*/ 11663 w 7682"/>
                  <a:gd name="csY2" fmla="*/ 5584 h 5260"/>
                  <a:gd name="csX3" fmla="*/ 6143 w 7682"/>
                  <a:gd name="csY3" fmla="*/ 5577 h 5260"/>
                  <a:gd name="csX4" fmla="*/ 3981 w 7682"/>
                  <a:gd name="csY4" fmla="*/ 323 h 5260"/>
                </a:gdLst>
                <a:ahLst/>
                <a:cxnLst>
                  <a:cxn ang="0">
                    <a:pos x="csX0" y="csY0"/>
                  </a:cxn>
                  <a:cxn ang="0">
                    <a:pos x="csX1" y="csY1"/>
                  </a:cxn>
                  <a:cxn ang="0">
                    <a:pos x="csX2" y="csY2"/>
                  </a:cxn>
                  <a:cxn ang="0">
                    <a:pos x="csX3" y="csY3"/>
                  </a:cxn>
                  <a:cxn ang="0">
                    <a:pos x="csX4" y="csY4"/>
                  </a:cxn>
                </a:cxnLst>
                <a:rect l="l" t="t" r="r" b="b"/>
                <a:pathLst>
                  <a:path w="7682" h="5260">
                    <a:moveTo>
                      <a:pt x="3981" y="323"/>
                    </a:moveTo>
                    <a:lnTo>
                      <a:pt x="6745" y="323"/>
                    </a:lnTo>
                    <a:lnTo>
                      <a:pt x="11663" y="5584"/>
                    </a:lnTo>
                    <a:lnTo>
                      <a:pt x="6143" y="5577"/>
                    </a:lnTo>
                    <a:lnTo>
                      <a:pt x="3981" y="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6" name="Forme libre : forme 784">
                <a:extLst>
                  <a:ext uri="{FF2B5EF4-FFF2-40B4-BE49-F238E27FC236}">
                    <a16:creationId xmlns:a16="http://schemas.microsoft.com/office/drawing/2014/main" id="{8FAC3051-CA6D-2198-A635-5FB06046E9D9}"/>
                  </a:ext>
                </a:extLst>
              </p:cNvPr>
              <p:cNvSpPr/>
              <p:nvPr/>
            </p:nvSpPr>
            <p:spPr>
              <a:xfrm>
                <a:off x="8009725" y="2387802"/>
                <a:ext cx="42044" cy="19065"/>
              </a:xfrm>
              <a:custGeom>
                <a:avLst/>
                <a:gdLst>
                  <a:gd name="csX0" fmla="*/ 14041 w 42044"/>
                  <a:gd name="csY0" fmla="*/ 919 h 19065"/>
                  <a:gd name="csX1" fmla="*/ 8917 w 42044"/>
                  <a:gd name="csY1" fmla="*/ 3997 h 19065"/>
                  <a:gd name="csX2" fmla="*/ 3786 w 42044"/>
                  <a:gd name="csY2" fmla="*/ 8916 h 19065"/>
                  <a:gd name="csX3" fmla="*/ 9943 w 42044"/>
                  <a:gd name="csY3" fmla="*/ 10756 h 19065"/>
                  <a:gd name="csX4" fmla="*/ 22243 w 42044"/>
                  <a:gd name="csY4" fmla="*/ 19369 h 19065"/>
                  <a:gd name="csX5" fmla="*/ 36602 w 42044"/>
                  <a:gd name="csY5" fmla="*/ 15066 h 19065"/>
                  <a:gd name="csX6" fmla="*/ 36602 w 42044"/>
                  <a:gd name="csY6" fmla="*/ 8916 h 19065"/>
                  <a:gd name="csX7" fmla="*/ 45831 w 42044"/>
                  <a:gd name="csY7" fmla="*/ 3997 h 19065"/>
                  <a:gd name="csX8" fmla="*/ 44804 w 42044"/>
                  <a:gd name="csY8" fmla="*/ 1535 h 19065"/>
                  <a:gd name="csX9" fmla="*/ 28400 w 42044"/>
                  <a:gd name="csY9" fmla="*/ 303 h 19065"/>
                  <a:gd name="csX10" fmla="*/ 14041 w 42044"/>
                  <a:gd name="csY10" fmla="*/ 919 h 19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9065">
                    <a:moveTo>
                      <a:pt x="14041" y="919"/>
                    </a:moveTo>
                    <a:lnTo>
                      <a:pt x="8917" y="3997"/>
                    </a:lnTo>
                    <a:lnTo>
                      <a:pt x="3786" y="8916"/>
                    </a:lnTo>
                    <a:lnTo>
                      <a:pt x="9943" y="10756"/>
                    </a:lnTo>
                    <a:lnTo>
                      <a:pt x="22243" y="19369"/>
                    </a:lnTo>
                    <a:lnTo>
                      <a:pt x="36602" y="15066"/>
                    </a:lnTo>
                    <a:lnTo>
                      <a:pt x="36602" y="8916"/>
                    </a:lnTo>
                    <a:lnTo>
                      <a:pt x="45831" y="3997"/>
                    </a:lnTo>
                    <a:lnTo>
                      <a:pt x="44804" y="1535"/>
                    </a:lnTo>
                    <a:lnTo>
                      <a:pt x="28400" y="303"/>
                    </a:lnTo>
                    <a:lnTo>
                      <a:pt x="14041" y="9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7" name="Forme libre : forme 785">
                <a:extLst>
                  <a:ext uri="{FF2B5EF4-FFF2-40B4-BE49-F238E27FC236}">
                    <a16:creationId xmlns:a16="http://schemas.microsoft.com/office/drawing/2014/main" id="{A0837BB4-D3E3-8FBA-DA55-910470112B46}"/>
                  </a:ext>
                </a:extLst>
              </p:cNvPr>
              <p:cNvSpPr/>
              <p:nvPr/>
            </p:nvSpPr>
            <p:spPr>
              <a:xfrm>
                <a:off x="8096892" y="2392105"/>
                <a:ext cx="18456" cy="12299"/>
              </a:xfrm>
              <a:custGeom>
                <a:avLst/>
                <a:gdLst>
                  <a:gd name="csX0" fmla="*/ 12036 w 18456"/>
                  <a:gd name="csY0" fmla="*/ 12602 h 12299"/>
                  <a:gd name="csX1" fmla="*/ 12036 w 18456"/>
                  <a:gd name="csY1" fmla="*/ 7683 h 12299"/>
                  <a:gd name="csX2" fmla="*/ 22290 w 18456"/>
                  <a:gd name="csY2" fmla="*/ 917 h 12299"/>
                  <a:gd name="csX3" fmla="*/ 16140 w 18456"/>
                  <a:gd name="csY3" fmla="*/ 302 h 12299"/>
                  <a:gd name="csX4" fmla="*/ 8957 w 18456"/>
                  <a:gd name="csY4" fmla="*/ 3996 h 12299"/>
                  <a:gd name="csX5" fmla="*/ 3834 w 18456"/>
                  <a:gd name="csY5" fmla="*/ 8914 h 12299"/>
                  <a:gd name="csX6" fmla="*/ 4860 w 18456"/>
                  <a:gd name="csY6" fmla="*/ 12602 h 12299"/>
                  <a:gd name="csX7" fmla="*/ 12036 w 18456"/>
                  <a:gd name="csY7" fmla="*/ 12602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456" h="12299">
                    <a:moveTo>
                      <a:pt x="12036" y="12602"/>
                    </a:moveTo>
                    <a:lnTo>
                      <a:pt x="12036" y="7683"/>
                    </a:lnTo>
                    <a:lnTo>
                      <a:pt x="22290" y="917"/>
                    </a:lnTo>
                    <a:lnTo>
                      <a:pt x="16140" y="302"/>
                    </a:lnTo>
                    <a:lnTo>
                      <a:pt x="8957" y="3996"/>
                    </a:lnTo>
                    <a:lnTo>
                      <a:pt x="3834" y="8914"/>
                    </a:lnTo>
                    <a:lnTo>
                      <a:pt x="4860" y="12602"/>
                    </a:lnTo>
                    <a:lnTo>
                      <a:pt x="12036" y="126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8" name="Forme libre : forme 786">
                <a:extLst>
                  <a:ext uri="{FF2B5EF4-FFF2-40B4-BE49-F238E27FC236}">
                    <a16:creationId xmlns:a16="http://schemas.microsoft.com/office/drawing/2014/main" id="{BA0D1017-A2AD-BBB0-27BB-B49930285CE7}"/>
                  </a:ext>
                </a:extLst>
              </p:cNvPr>
              <p:cNvSpPr/>
              <p:nvPr/>
            </p:nvSpPr>
            <p:spPr>
              <a:xfrm>
                <a:off x="8018953" y="2299951"/>
                <a:ext cx="17437" cy="7552"/>
              </a:xfrm>
              <a:custGeom>
                <a:avLst/>
                <a:gdLst>
                  <a:gd name="csX0" fmla="*/ 21225 w 17437"/>
                  <a:gd name="csY0" fmla="*/ 7352 h 7552"/>
                  <a:gd name="csX1" fmla="*/ 14049 w 17437"/>
                  <a:gd name="csY1" fmla="*/ 1578 h 7552"/>
                  <a:gd name="csX2" fmla="*/ 5840 w 17437"/>
                  <a:gd name="csY2" fmla="*/ 244 h 7552"/>
                  <a:gd name="csX3" fmla="*/ 3787 w 17437"/>
                  <a:gd name="csY3" fmla="*/ 1578 h 7552"/>
                  <a:gd name="csX4" fmla="*/ 15075 w 17437"/>
                  <a:gd name="csY4" fmla="*/ 7797 h 7552"/>
                  <a:gd name="csX5" fmla="*/ 21225 w 17437"/>
                  <a:gd name="csY5" fmla="*/ 7352 h 7552"/>
                </a:gdLst>
                <a:ahLst/>
                <a:cxnLst>
                  <a:cxn ang="0">
                    <a:pos x="csX0" y="csY0"/>
                  </a:cxn>
                  <a:cxn ang="0">
                    <a:pos x="csX1" y="csY1"/>
                  </a:cxn>
                  <a:cxn ang="0">
                    <a:pos x="csX2" y="csY2"/>
                  </a:cxn>
                  <a:cxn ang="0">
                    <a:pos x="csX3" y="csY3"/>
                  </a:cxn>
                  <a:cxn ang="0">
                    <a:pos x="csX4" y="csY4"/>
                  </a:cxn>
                  <a:cxn ang="0">
                    <a:pos x="csX5" y="csY5"/>
                  </a:cxn>
                </a:cxnLst>
                <a:rect l="l" t="t" r="r" b="b"/>
                <a:pathLst>
                  <a:path w="17437" h="7552">
                    <a:moveTo>
                      <a:pt x="21225" y="7352"/>
                    </a:moveTo>
                    <a:lnTo>
                      <a:pt x="14049" y="1578"/>
                    </a:lnTo>
                    <a:lnTo>
                      <a:pt x="5840" y="244"/>
                    </a:lnTo>
                    <a:lnTo>
                      <a:pt x="3787" y="1578"/>
                    </a:lnTo>
                    <a:lnTo>
                      <a:pt x="15075" y="7797"/>
                    </a:lnTo>
                    <a:lnTo>
                      <a:pt x="21225" y="7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09" name="Forme libre : forme 787">
                <a:extLst>
                  <a:ext uri="{FF2B5EF4-FFF2-40B4-BE49-F238E27FC236}">
                    <a16:creationId xmlns:a16="http://schemas.microsoft.com/office/drawing/2014/main" id="{54EA4B8A-A489-7AE9-C2AD-ACCD7A35179A}"/>
                  </a:ext>
                </a:extLst>
              </p:cNvPr>
              <p:cNvSpPr/>
              <p:nvPr/>
            </p:nvSpPr>
            <p:spPr>
              <a:xfrm>
                <a:off x="8042541" y="2306169"/>
                <a:ext cx="7176" cy="3112"/>
              </a:xfrm>
              <a:custGeom>
                <a:avLst/>
                <a:gdLst>
                  <a:gd name="csX0" fmla="*/ 5849 w 7176"/>
                  <a:gd name="csY0" fmla="*/ 248 h 3112"/>
                  <a:gd name="csX1" fmla="*/ 3797 w 7176"/>
                  <a:gd name="csY1" fmla="*/ 3360 h 3112"/>
                  <a:gd name="csX2" fmla="*/ 10973 w 7176"/>
                  <a:gd name="csY2" fmla="*/ 2471 h 3112"/>
                  <a:gd name="csX3" fmla="*/ 5849 w 7176"/>
                  <a:gd name="csY3" fmla="*/ 248 h 3112"/>
                </a:gdLst>
                <a:ahLst/>
                <a:cxnLst>
                  <a:cxn ang="0">
                    <a:pos x="csX0" y="csY0"/>
                  </a:cxn>
                  <a:cxn ang="0">
                    <a:pos x="csX1" y="csY1"/>
                  </a:cxn>
                  <a:cxn ang="0">
                    <a:pos x="csX2" y="csY2"/>
                  </a:cxn>
                  <a:cxn ang="0">
                    <a:pos x="csX3" y="csY3"/>
                  </a:cxn>
                </a:cxnLst>
                <a:rect l="l" t="t" r="r" b="b"/>
                <a:pathLst>
                  <a:path w="7176" h="3112">
                    <a:moveTo>
                      <a:pt x="5849" y="248"/>
                    </a:moveTo>
                    <a:lnTo>
                      <a:pt x="3797" y="3360"/>
                    </a:lnTo>
                    <a:lnTo>
                      <a:pt x="10973" y="2471"/>
                    </a:lnTo>
                    <a:lnTo>
                      <a:pt x="5849" y="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0" name="Forme libre : forme 788">
                <a:extLst>
                  <a:ext uri="{FF2B5EF4-FFF2-40B4-BE49-F238E27FC236}">
                    <a16:creationId xmlns:a16="http://schemas.microsoft.com/office/drawing/2014/main" id="{B2235190-23A0-B69D-8E31-E41A57CAF6EB}"/>
                  </a:ext>
                </a:extLst>
              </p:cNvPr>
              <p:cNvSpPr/>
              <p:nvPr/>
            </p:nvSpPr>
            <p:spPr>
              <a:xfrm>
                <a:off x="7745672" y="2175542"/>
                <a:ext cx="129211" cy="70646"/>
              </a:xfrm>
              <a:custGeom>
                <a:avLst/>
                <a:gdLst>
                  <a:gd name="csX0" fmla="*/ 22104 w 129211"/>
                  <a:gd name="csY0" fmla="*/ 51507 h 70646"/>
                  <a:gd name="csX1" fmla="*/ 3647 w 129211"/>
                  <a:gd name="csY1" fmla="*/ 59504 h 70646"/>
                  <a:gd name="csX2" fmla="*/ 3647 w 129211"/>
                  <a:gd name="csY2" fmla="*/ 64169 h 70646"/>
                  <a:gd name="csX3" fmla="*/ 15954 w 129211"/>
                  <a:gd name="csY3" fmla="*/ 70832 h 70646"/>
                  <a:gd name="csX4" fmla="*/ 26721 w 129211"/>
                  <a:gd name="csY4" fmla="*/ 64169 h 70646"/>
                  <a:gd name="csX5" fmla="*/ 48256 w 129211"/>
                  <a:gd name="csY5" fmla="*/ 60838 h 70646"/>
                  <a:gd name="csX6" fmla="*/ 62096 w 129211"/>
                  <a:gd name="csY6" fmla="*/ 57506 h 70646"/>
                  <a:gd name="csX7" fmla="*/ 74402 w 129211"/>
                  <a:gd name="csY7" fmla="*/ 57506 h 70646"/>
                  <a:gd name="csX8" fmla="*/ 79020 w 129211"/>
                  <a:gd name="csY8" fmla="*/ 62172 h 70646"/>
                  <a:gd name="csX9" fmla="*/ 91320 w 129211"/>
                  <a:gd name="csY9" fmla="*/ 58170 h 70646"/>
                  <a:gd name="csX10" fmla="*/ 105166 w 129211"/>
                  <a:gd name="csY10" fmla="*/ 58170 h 70646"/>
                  <a:gd name="csX11" fmla="*/ 131319 w 129211"/>
                  <a:gd name="csY11" fmla="*/ 46841 h 70646"/>
                  <a:gd name="csX12" fmla="*/ 132858 w 129211"/>
                  <a:gd name="csY12" fmla="*/ 36846 h 70646"/>
                  <a:gd name="csX13" fmla="*/ 122090 w 129211"/>
                  <a:gd name="csY13" fmla="*/ 30177 h 70646"/>
                  <a:gd name="csX14" fmla="*/ 122090 w 129211"/>
                  <a:gd name="csY14" fmla="*/ 24184 h 70646"/>
                  <a:gd name="csX15" fmla="*/ 108244 w 129211"/>
                  <a:gd name="csY15" fmla="*/ 16850 h 70646"/>
                  <a:gd name="csX16" fmla="*/ 105166 w 129211"/>
                  <a:gd name="csY16" fmla="*/ 10851 h 70646"/>
                  <a:gd name="csX17" fmla="*/ 94398 w 129211"/>
                  <a:gd name="csY17" fmla="*/ 10187 h 70646"/>
                  <a:gd name="csX18" fmla="*/ 89788 w 129211"/>
                  <a:gd name="csY18" fmla="*/ 16180 h 70646"/>
                  <a:gd name="csX19" fmla="*/ 80559 w 129211"/>
                  <a:gd name="csY19" fmla="*/ 19512 h 70646"/>
                  <a:gd name="csX20" fmla="*/ 79020 w 129211"/>
                  <a:gd name="csY20" fmla="*/ 10187 h 70646"/>
                  <a:gd name="csX21" fmla="*/ 86709 w 129211"/>
                  <a:gd name="csY21" fmla="*/ 6849 h 70646"/>
                  <a:gd name="csX22" fmla="*/ 85170 w 129211"/>
                  <a:gd name="csY22" fmla="*/ 1520 h 70646"/>
                  <a:gd name="csX23" fmla="*/ 72863 w 129211"/>
                  <a:gd name="csY23" fmla="*/ 186 h 70646"/>
                  <a:gd name="csX24" fmla="*/ 69792 w 129211"/>
                  <a:gd name="csY24" fmla="*/ 8183 h 70646"/>
                  <a:gd name="csX25" fmla="*/ 65174 w 129211"/>
                  <a:gd name="csY25" fmla="*/ 8183 h 70646"/>
                  <a:gd name="csX26" fmla="*/ 63635 w 129211"/>
                  <a:gd name="csY26" fmla="*/ 2854 h 70646"/>
                  <a:gd name="csX27" fmla="*/ 54406 w 129211"/>
                  <a:gd name="csY27" fmla="*/ 850 h 70646"/>
                  <a:gd name="csX28" fmla="*/ 51335 w 129211"/>
                  <a:gd name="csY28" fmla="*/ 3518 h 70646"/>
                  <a:gd name="csX29" fmla="*/ 57485 w 129211"/>
                  <a:gd name="csY29" fmla="*/ 8183 h 70646"/>
                  <a:gd name="csX30" fmla="*/ 45178 w 129211"/>
                  <a:gd name="csY30" fmla="*/ 9517 h 70646"/>
                  <a:gd name="csX31" fmla="*/ 40560 w 129211"/>
                  <a:gd name="csY31" fmla="*/ 13519 h 70646"/>
                  <a:gd name="csX32" fmla="*/ 42100 w 129211"/>
                  <a:gd name="csY32" fmla="*/ 16180 h 70646"/>
                  <a:gd name="csX33" fmla="*/ 37489 w 129211"/>
                  <a:gd name="csY33" fmla="*/ 22180 h 70646"/>
                  <a:gd name="csX34" fmla="*/ 39028 w 129211"/>
                  <a:gd name="csY34" fmla="*/ 28843 h 70646"/>
                  <a:gd name="csX35" fmla="*/ 23643 w 129211"/>
                  <a:gd name="csY35" fmla="*/ 30177 h 70646"/>
                  <a:gd name="csX36" fmla="*/ 22104 w 129211"/>
                  <a:gd name="csY36" fmla="*/ 42839 h 70646"/>
                  <a:gd name="csX37" fmla="*/ 17493 w 129211"/>
                  <a:gd name="csY37" fmla="*/ 45507 h 70646"/>
                  <a:gd name="csX38" fmla="*/ 22104 w 129211"/>
                  <a:gd name="csY38" fmla="*/ 51507 h 7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29211" h="70646">
                    <a:moveTo>
                      <a:pt x="22104" y="51507"/>
                    </a:moveTo>
                    <a:lnTo>
                      <a:pt x="3647" y="59504"/>
                    </a:lnTo>
                    <a:lnTo>
                      <a:pt x="3647" y="64169"/>
                    </a:lnTo>
                    <a:lnTo>
                      <a:pt x="15954" y="70832"/>
                    </a:lnTo>
                    <a:lnTo>
                      <a:pt x="26721" y="64169"/>
                    </a:lnTo>
                    <a:lnTo>
                      <a:pt x="48256" y="60838"/>
                    </a:lnTo>
                    <a:lnTo>
                      <a:pt x="62096" y="57506"/>
                    </a:lnTo>
                    <a:lnTo>
                      <a:pt x="74402" y="57506"/>
                    </a:lnTo>
                    <a:lnTo>
                      <a:pt x="79020" y="62172"/>
                    </a:lnTo>
                    <a:lnTo>
                      <a:pt x="91320" y="58170"/>
                    </a:lnTo>
                    <a:lnTo>
                      <a:pt x="105166" y="58170"/>
                    </a:lnTo>
                    <a:lnTo>
                      <a:pt x="131319" y="46841"/>
                    </a:lnTo>
                    <a:lnTo>
                      <a:pt x="132858" y="36846"/>
                    </a:lnTo>
                    <a:lnTo>
                      <a:pt x="122090" y="30177"/>
                    </a:lnTo>
                    <a:lnTo>
                      <a:pt x="122090" y="24184"/>
                    </a:lnTo>
                    <a:lnTo>
                      <a:pt x="108244" y="16850"/>
                    </a:lnTo>
                    <a:lnTo>
                      <a:pt x="105166" y="10851"/>
                    </a:lnTo>
                    <a:lnTo>
                      <a:pt x="94398" y="10187"/>
                    </a:lnTo>
                    <a:lnTo>
                      <a:pt x="89788" y="16180"/>
                    </a:lnTo>
                    <a:lnTo>
                      <a:pt x="80559" y="19512"/>
                    </a:lnTo>
                    <a:lnTo>
                      <a:pt x="79020" y="10187"/>
                    </a:lnTo>
                    <a:lnTo>
                      <a:pt x="86709" y="6849"/>
                    </a:lnTo>
                    <a:lnTo>
                      <a:pt x="85170" y="1520"/>
                    </a:lnTo>
                    <a:lnTo>
                      <a:pt x="72863" y="186"/>
                    </a:lnTo>
                    <a:lnTo>
                      <a:pt x="69792" y="8183"/>
                    </a:lnTo>
                    <a:lnTo>
                      <a:pt x="65174" y="8183"/>
                    </a:lnTo>
                    <a:lnTo>
                      <a:pt x="63635" y="2854"/>
                    </a:lnTo>
                    <a:lnTo>
                      <a:pt x="54406" y="850"/>
                    </a:lnTo>
                    <a:lnTo>
                      <a:pt x="51335" y="3518"/>
                    </a:lnTo>
                    <a:lnTo>
                      <a:pt x="57485" y="8183"/>
                    </a:lnTo>
                    <a:lnTo>
                      <a:pt x="45178" y="9517"/>
                    </a:lnTo>
                    <a:lnTo>
                      <a:pt x="40560" y="13519"/>
                    </a:lnTo>
                    <a:lnTo>
                      <a:pt x="42100" y="16180"/>
                    </a:lnTo>
                    <a:lnTo>
                      <a:pt x="37489" y="22180"/>
                    </a:lnTo>
                    <a:lnTo>
                      <a:pt x="39028" y="28843"/>
                    </a:lnTo>
                    <a:lnTo>
                      <a:pt x="23643" y="30177"/>
                    </a:lnTo>
                    <a:lnTo>
                      <a:pt x="22104" y="42839"/>
                    </a:lnTo>
                    <a:lnTo>
                      <a:pt x="17493" y="45507"/>
                    </a:lnTo>
                    <a:lnTo>
                      <a:pt x="22104" y="515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1" name="Forme libre : forme 789">
                <a:extLst>
                  <a:ext uri="{FF2B5EF4-FFF2-40B4-BE49-F238E27FC236}">
                    <a16:creationId xmlns:a16="http://schemas.microsoft.com/office/drawing/2014/main" id="{BE903EE1-D67D-916B-9FF2-240B8DA404EC}"/>
                  </a:ext>
                </a:extLst>
              </p:cNvPr>
              <p:cNvSpPr/>
              <p:nvPr/>
            </p:nvSpPr>
            <p:spPr>
              <a:xfrm>
                <a:off x="7614929" y="2135550"/>
                <a:ext cx="146128" cy="71309"/>
              </a:xfrm>
              <a:custGeom>
                <a:avLst/>
                <a:gdLst>
                  <a:gd name="csX0" fmla="*/ 94333 w 146128"/>
                  <a:gd name="csY0" fmla="*/ 169 h 71309"/>
                  <a:gd name="csX1" fmla="*/ 63570 w 146128"/>
                  <a:gd name="csY1" fmla="*/ 1503 h 71309"/>
                  <a:gd name="csX2" fmla="*/ 43574 w 146128"/>
                  <a:gd name="csY2" fmla="*/ 6169 h 71309"/>
                  <a:gd name="csX3" fmla="*/ 35884 w 146128"/>
                  <a:gd name="csY3" fmla="*/ 4835 h 71309"/>
                  <a:gd name="csX4" fmla="*/ 26656 w 146128"/>
                  <a:gd name="csY4" fmla="*/ 10834 h 71309"/>
                  <a:gd name="csX5" fmla="*/ 25110 w 146128"/>
                  <a:gd name="csY5" fmla="*/ 20165 h 71309"/>
                  <a:gd name="csX6" fmla="*/ 12810 w 146128"/>
                  <a:gd name="csY6" fmla="*/ 21493 h 71309"/>
                  <a:gd name="csX7" fmla="*/ 8192 w 146128"/>
                  <a:gd name="csY7" fmla="*/ 28162 h 71309"/>
                  <a:gd name="csX8" fmla="*/ 3582 w 146128"/>
                  <a:gd name="csY8" fmla="*/ 30830 h 71309"/>
                  <a:gd name="csX9" fmla="*/ 15882 w 146128"/>
                  <a:gd name="csY9" fmla="*/ 36823 h 71309"/>
                  <a:gd name="csX10" fmla="*/ 25110 w 146128"/>
                  <a:gd name="csY10" fmla="*/ 36823 h 71309"/>
                  <a:gd name="csX11" fmla="*/ 23571 w 146128"/>
                  <a:gd name="csY11" fmla="*/ 46154 h 71309"/>
                  <a:gd name="csX12" fmla="*/ 28188 w 146128"/>
                  <a:gd name="csY12" fmla="*/ 52824 h 71309"/>
                  <a:gd name="csX13" fmla="*/ 40495 w 146128"/>
                  <a:gd name="csY13" fmla="*/ 57489 h 71309"/>
                  <a:gd name="csX14" fmla="*/ 49724 w 146128"/>
                  <a:gd name="csY14" fmla="*/ 56819 h 71309"/>
                  <a:gd name="csX15" fmla="*/ 88176 w 146128"/>
                  <a:gd name="csY15" fmla="*/ 65486 h 71309"/>
                  <a:gd name="csX16" fmla="*/ 91255 w 146128"/>
                  <a:gd name="csY16" fmla="*/ 70816 h 71309"/>
                  <a:gd name="csX17" fmla="*/ 98944 w 146128"/>
                  <a:gd name="csY17" fmla="*/ 71479 h 71309"/>
                  <a:gd name="csX18" fmla="*/ 146632 w 146128"/>
                  <a:gd name="csY18" fmla="*/ 65486 h 71309"/>
                  <a:gd name="csX19" fmla="*/ 146632 w 146128"/>
                  <a:gd name="csY19" fmla="*/ 60151 h 71309"/>
                  <a:gd name="csX20" fmla="*/ 122018 w 146128"/>
                  <a:gd name="csY20" fmla="*/ 49492 h 71309"/>
                  <a:gd name="csX21" fmla="*/ 122018 w 146128"/>
                  <a:gd name="csY21" fmla="*/ 43493 h 71309"/>
                  <a:gd name="csX22" fmla="*/ 135864 w 146128"/>
                  <a:gd name="csY22" fmla="*/ 45490 h 71309"/>
                  <a:gd name="csX23" fmla="*/ 143554 w 146128"/>
                  <a:gd name="csY23" fmla="*/ 42159 h 71309"/>
                  <a:gd name="csX24" fmla="*/ 149710 w 146128"/>
                  <a:gd name="csY24" fmla="*/ 21499 h 71309"/>
                  <a:gd name="csX25" fmla="*/ 132793 w 146128"/>
                  <a:gd name="csY25" fmla="*/ 7503 h 71309"/>
                  <a:gd name="csX26" fmla="*/ 122018 w 146128"/>
                  <a:gd name="csY26" fmla="*/ 6169 h 71309"/>
                  <a:gd name="csX27" fmla="*/ 111251 w 146128"/>
                  <a:gd name="csY27" fmla="*/ 14166 h 71309"/>
                  <a:gd name="csX28" fmla="*/ 98951 w 146128"/>
                  <a:gd name="csY28" fmla="*/ 17497 h 71309"/>
                  <a:gd name="csX29" fmla="*/ 95872 w 146128"/>
                  <a:gd name="csY29" fmla="*/ 13502 h 71309"/>
                  <a:gd name="csX30" fmla="*/ 105101 w 146128"/>
                  <a:gd name="csY30" fmla="*/ 6832 h 71309"/>
                  <a:gd name="csX31" fmla="*/ 94333 w 146128"/>
                  <a:gd name="csY31" fmla="*/ 169 h 71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6128" h="71309">
                    <a:moveTo>
                      <a:pt x="94333" y="169"/>
                    </a:moveTo>
                    <a:lnTo>
                      <a:pt x="63570" y="1503"/>
                    </a:lnTo>
                    <a:lnTo>
                      <a:pt x="43574" y="6169"/>
                    </a:lnTo>
                    <a:lnTo>
                      <a:pt x="35884" y="4835"/>
                    </a:lnTo>
                    <a:lnTo>
                      <a:pt x="26656" y="10834"/>
                    </a:lnTo>
                    <a:lnTo>
                      <a:pt x="25110" y="20165"/>
                    </a:lnTo>
                    <a:lnTo>
                      <a:pt x="12810" y="21493"/>
                    </a:lnTo>
                    <a:lnTo>
                      <a:pt x="8192" y="28162"/>
                    </a:lnTo>
                    <a:lnTo>
                      <a:pt x="3582" y="30830"/>
                    </a:lnTo>
                    <a:lnTo>
                      <a:pt x="15882" y="36823"/>
                    </a:lnTo>
                    <a:lnTo>
                      <a:pt x="25110" y="36823"/>
                    </a:lnTo>
                    <a:lnTo>
                      <a:pt x="23571" y="46154"/>
                    </a:lnTo>
                    <a:lnTo>
                      <a:pt x="28188" y="52824"/>
                    </a:lnTo>
                    <a:lnTo>
                      <a:pt x="40495" y="57489"/>
                    </a:lnTo>
                    <a:lnTo>
                      <a:pt x="49724" y="56819"/>
                    </a:lnTo>
                    <a:lnTo>
                      <a:pt x="88176" y="65486"/>
                    </a:lnTo>
                    <a:lnTo>
                      <a:pt x="91255" y="70816"/>
                    </a:lnTo>
                    <a:lnTo>
                      <a:pt x="98944" y="71479"/>
                    </a:lnTo>
                    <a:lnTo>
                      <a:pt x="146632" y="65486"/>
                    </a:lnTo>
                    <a:lnTo>
                      <a:pt x="146632" y="60151"/>
                    </a:lnTo>
                    <a:lnTo>
                      <a:pt x="122018" y="49492"/>
                    </a:lnTo>
                    <a:lnTo>
                      <a:pt x="122018" y="43493"/>
                    </a:lnTo>
                    <a:lnTo>
                      <a:pt x="135864" y="45490"/>
                    </a:lnTo>
                    <a:lnTo>
                      <a:pt x="143554" y="42159"/>
                    </a:lnTo>
                    <a:lnTo>
                      <a:pt x="149710" y="21499"/>
                    </a:lnTo>
                    <a:lnTo>
                      <a:pt x="132793" y="7503"/>
                    </a:lnTo>
                    <a:lnTo>
                      <a:pt x="122018" y="6169"/>
                    </a:lnTo>
                    <a:lnTo>
                      <a:pt x="111251" y="14166"/>
                    </a:lnTo>
                    <a:lnTo>
                      <a:pt x="98951" y="17497"/>
                    </a:lnTo>
                    <a:lnTo>
                      <a:pt x="95872" y="13502"/>
                    </a:lnTo>
                    <a:lnTo>
                      <a:pt x="105101" y="6832"/>
                    </a:lnTo>
                    <a:lnTo>
                      <a:pt x="94333" y="1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2" name="Forme libre : forme 790">
                <a:extLst>
                  <a:ext uri="{FF2B5EF4-FFF2-40B4-BE49-F238E27FC236}">
                    <a16:creationId xmlns:a16="http://schemas.microsoft.com/office/drawing/2014/main" id="{0AF11066-EEA2-9E30-599C-73128C5F59DF}"/>
                  </a:ext>
                </a:extLst>
              </p:cNvPr>
              <p:cNvSpPr/>
              <p:nvPr/>
            </p:nvSpPr>
            <p:spPr>
              <a:xfrm>
                <a:off x="7568780" y="2071570"/>
                <a:ext cx="144589" cy="69312"/>
              </a:xfrm>
              <a:custGeom>
                <a:avLst/>
                <a:gdLst>
                  <a:gd name="csX0" fmla="*/ 15849 w 144589"/>
                  <a:gd name="csY0" fmla="*/ 47441 h 69312"/>
                  <a:gd name="csX1" fmla="*/ 3542 w 144589"/>
                  <a:gd name="csY1" fmla="*/ 53441 h 69312"/>
                  <a:gd name="csX2" fmla="*/ 11231 w 144589"/>
                  <a:gd name="csY2" fmla="*/ 57436 h 69312"/>
                  <a:gd name="csX3" fmla="*/ 25077 w 144589"/>
                  <a:gd name="csY3" fmla="*/ 57436 h 69312"/>
                  <a:gd name="csX4" fmla="*/ 25077 w 144589"/>
                  <a:gd name="csY4" fmla="*/ 63435 h 69312"/>
                  <a:gd name="csX5" fmla="*/ 49691 w 144589"/>
                  <a:gd name="csY5" fmla="*/ 69435 h 69312"/>
                  <a:gd name="csX6" fmla="*/ 72765 w 144589"/>
                  <a:gd name="csY6" fmla="*/ 67437 h 69312"/>
                  <a:gd name="csX7" fmla="*/ 77376 w 144589"/>
                  <a:gd name="csY7" fmla="*/ 62772 h 69312"/>
                  <a:gd name="csX8" fmla="*/ 92761 w 144589"/>
                  <a:gd name="csY8" fmla="*/ 59440 h 69312"/>
                  <a:gd name="csX9" fmla="*/ 134285 w 144589"/>
                  <a:gd name="csY9" fmla="*/ 58106 h 69312"/>
                  <a:gd name="csX10" fmla="*/ 131214 w 144589"/>
                  <a:gd name="csY10" fmla="*/ 52107 h 69312"/>
                  <a:gd name="csX11" fmla="*/ 132753 w 144589"/>
                  <a:gd name="csY11" fmla="*/ 42776 h 69312"/>
                  <a:gd name="csX12" fmla="*/ 148131 w 144589"/>
                  <a:gd name="csY12" fmla="*/ 34108 h 69312"/>
                  <a:gd name="csX13" fmla="*/ 143521 w 144589"/>
                  <a:gd name="csY13" fmla="*/ 30777 h 69312"/>
                  <a:gd name="csX14" fmla="*/ 121985 w 144589"/>
                  <a:gd name="csY14" fmla="*/ 22116 h 69312"/>
                  <a:gd name="csX15" fmla="*/ 114296 w 144589"/>
                  <a:gd name="csY15" fmla="*/ 6786 h 69312"/>
                  <a:gd name="csX16" fmla="*/ 100450 w 144589"/>
                  <a:gd name="csY16" fmla="*/ 123 h 69312"/>
                  <a:gd name="csX17" fmla="*/ 88143 w 144589"/>
                  <a:gd name="csY17" fmla="*/ 2120 h 69312"/>
                  <a:gd name="csX18" fmla="*/ 83533 w 144589"/>
                  <a:gd name="csY18" fmla="*/ 11451 h 69312"/>
                  <a:gd name="csX19" fmla="*/ 43534 w 144589"/>
                  <a:gd name="csY19" fmla="*/ 23450 h 69312"/>
                  <a:gd name="csX20" fmla="*/ 28155 w 144589"/>
                  <a:gd name="csY20" fmla="*/ 31447 h 69312"/>
                  <a:gd name="csX21" fmla="*/ 40462 w 144589"/>
                  <a:gd name="csY21" fmla="*/ 39444 h 69312"/>
                  <a:gd name="csX22" fmla="*/ 31227 w 144589"/>
                  <a:gd name="csY22" fmla="*/ 46107 h 69312"/>
                  <a:gd name="csX23" fmla="*/ 15849 w 144589"/>
                  <a:gd name="csY23" fmla="*/ 47441 h 693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44589" h="69312">
                    <a:moveTo>
                      <a:pt x="15849" y="47441"/>
                    </a:moveTo>
                    <a:lnTo>
                      <a:pt x="3542" y="53441"/>
                    </a:lnTo>
                    <a:lnTo>
                      <a:pt x="11231" y="57436"/>
                    </a:lnTo>
                    <a:lnTo>
                      <a:pt x="25077" y="57436"/>
                    </a:lnTo>
                    <a:lnTo>
                      <a:pt x="25077" y="63435"/>
                    </a:lnTo>
                    <a:lnTo>
                      <a:pt x="49691" y="69435"/>
                    </a:lnTo>
                    <a:lnTo>
                      <a:pt x="72765" y="67437"/>
                    </a:lnTo>
                    <a:lnTo>
                      <a:pt x="77376" y="62772"/>
                    </a:lnTo>
                    <a:lnTo>
                      <a:pt x="92761" y="59440"/>
                    </a:lnTo>
                    <a:lnTo>
                      <a:pt x="134285" y="58106"/>
                    </a:lnTo>
                    <a:lnTo>
                      <a:pt x="131214" y="52107"/>
                    </a:lnTo>
                    <a:lnTo>
                      <a:pt x="132753" y="42776"/>
                    </a:lnTo>
                    <a:lnTo>
                      <a:pt x="148131" y="34108"/>
                    </a:lnTo>
                    <a:lnTo>
                      <a:pt x="143521" y="30777"/>
                    </a:lnTo>
                    <a:lnTo>
                      <a:pt x="121985" y="22116"/>
                    </a:lnTo>
                    <a:lnTo>
                      <a:pt x="114296" y="6786"/>
                    </a:lnTo>
                    <a:lnTo>
                      <a:pt x="100450" y="123"/>
                    </a:lnTo>
                    <a:lnTo>
                      <a:pt x="88143" y="2120"/>
                    </a:lnTo>
                    <a:lnTo>
                      <a:pt x="83533" y="11451"/>
                    </a:lnTo>
                    <a:lnTo>
                      <a:pt x="43534" y="23450"/>
                    </a:lnTo>
                    <a:lnTo>
                      <a:pt x="28155" y="31447"/>
                    </a:lnTo>
                    <a:lnTo>
                      <a:pt x="40462" y="39444"/>
                    </a:lnTo>
                    <a:lnTo>
                      <a:pt x="31227" y="46107"/>
                    </a:lnTo>
                    <a:lnTo>
                      <a:pt x="15849" y="47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3" name="Forme libre : forme 791">
                <a:extLst>
                  <a:ext uri="{FF2B5EF4-FFF2-40B4-BE49-F238E27FC236}">
                    <a16:creationId xmlns:a16="http://schemas.microsoft.com/office/drawing/2014/main" id="{999D5D10-6DBF-870E-48AD-F396EA8A2FEA}"/>
                  </a:ext>
                </a:extLst>
              </p:cNvPr>
              <p:cNvSpPr/>
              <p:nvPr/>
            </p:nvSpPr>
            <p:spPr>
              <a:xfrm>
                <a:off x="7564162" y="2140215"/>
                <a:ext cx="53837" cy="22663"/>
              </a:xfrm>
              <a:custGeom>
                <a:avLst/>
                <a:gdLst>
                  <a:gd name="csX0" fmla="*/ 49672 w 53837"/>
                  <a:gd name="csY0" fmla="*/ 5489 h 22663"/>
                  <a:gd name="csX1" fmla="*/ 40443 w 53837"/>
                  <a:gd name="csY1" fmla="*/ 4819 h 22663"/>
                  <a:gd name="csX2" fmla="*/ 23519 w 53837"/>
                  <a:gd name="csY2" fmla="*/ 153 h 22663"/>
                  <a:gd name="csX3" fmla="*/ 3523 w 53837"/>
                  <a:gd name="csY3" fmla="*/ 153 h 22663"/>
                  <a:gd name="csX4" fmla="*/ 5062 w 53837"/>
                  <a:gd name="csY4" fmla="*/ 2821 h 22663"/>
                  <a:gd name="csX5" fmla="*/ 12751 w 53837"/>
                  <a:gd name="csY5" fmla="*/ 6153 h 22663"/>
                  <a:gd name="csX6" fmla="*/ 12751 w 53837"/>
                  <a:gd name="csY6" fmla="*/ 15484 h 22663"/>
                  <a:gd name="csX7" fmla="*/ 23519 w 53837"/>
                  <a:gd name="csY7" fmla="*/ 16154 h 22663"/>
                  <a:gd name="csX8" fmla="*/ 32754 w 53837"/>
                  <a:gd name="csY8" fmla="*/ 18152 h 22663"/>
                  <a:gd name="csX9" fmla="*/ 25058 w 53837"/>
                  <a:gd name="csY9" fmla="*/ 20820 h 22663"/>
                  <a:gd name="csX10" fmla="*/ 29676 w 53837"/>
                  <a:gd name="csY10" fmla="*/ 22817 h 22663"/>
                  <a:gd name="csX11" fmla="*/ 43522 w 53837"/>
                  <a:gd name="csY11" fmla="*/ 16818 h 22663"/>
                  <a:gd name="csX12" fmla="*/ 57361 w 53837"/>
                  <a:gd name="csY12" fmla="*/ 8821 h 22663"/>
                  <a:gd name="csX13" fmla="*/ 49672 w 53837"/>
                  <a:gd name="csY13" fmla="*/ 5489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3837" h="22663">
                    <a:moveTo>
                      <a:pt x="49672" y="5489"/>
                    </a:moveTo>
                    <a:lnTo>
                      <a:pt x="40443" y="4819"/>
                    </a:lnTo>
                    <a:lnTo>
                      <a:pt x="23519" y="153"/>
                    </a:lnTo>
                    <a:lnTo>
                      <a:pt x="3523" y="153"/>
                    </a:lnTo>
                    <a:lnTo>
                      <a:pt x="5062" y="2821"/>
                    </a:lnTo>
                    <a:lnTo>
                      <a:pt x="12751" y="6153"/>
                    </a:lnTo>
                    <a:lnTo>
                      <a:pt x="12751" y="15484"/>
                    </a:lnTo>
                    <a:lnTo>
                      <a:pt x="23519" y="16154"/>
                    </a:lnTo>
                    <a:lnTo>
                      <a:pt x="32754" y="18152"/>
                    </a:lnTo>
                    <a:lnTo>
                      <a:pt x="25058" y="20820"/>
                    </a:lnTo>
                    <a:lnTo>
                      <a:pt x="29676" y="22817"/>
                    </a:lnTo>
                    <a:lnTo>
                      <a:pt x="43522" y="16818"/>
                    </a:lnTo>
                    <a:lnTo>
                      <a:pt x="57361" y="8821"/>
                    </a:lnTo>
                    <a:lnTo>
                      <a:pt x="49672" y="54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4" name="Forme libre : forme 792">
                <a:extLst>
                  <a:ext uri="{FF2B5EF4-FFF2-40B4-BE49-F238E27FC236}">
                    <a16:creationId xmlns:a16="http://schemas.microsoft.com/office/drawing/2014/main" id="{075EB3D0-5463-683B-4275-8614B71B91DC}"/>
                  </a:ext>
                </a:extLst>
              </p:cNvPr>
              <p:cNvSpPr/>
              <p:nvPr/>
            </p:nvSpPr>
            <p:spPr>
              <a:xfrm>
                <a:off x="7542634" y="2074899"/>
                <a:ext cx="33835" cy="7333"/>
              </a:xfrm>
              <a:custGeom>
                <a:avLst/>
                <a:gdLst>
                  <a:gd name="csX0" fmla="*/ 34266 w 33835"/>
                  <a:gd name="csY0" fmla="*/ 7441 h 7333"/>
                  <a:gd name="csX1" fmla="*/ 37338 w 33835"/>
                  <a:gd name="csY1" fmla="*/ 5443 h 7333"/>
                  <a:gd name="csX2" fmla="*/ 32727 w 33835"/>
                  <a:gd name="csY2" fmla="*/ 107 h 7333"/>
                  <a:gd name="csX3" fmla="*/ 12731 w 33835"/>
                  <a:gd name="csY3" fmla="*/ 107 h 7333"/>
                  <a:gd name="csX4" fmla="*/ 3503 w 33835"/>
                  <a:gd name="csY4" fmla="*/ 2775 h 7333"/>
                  <a:gd name="csX5" fmla="*/ 14270 w 33835"/>
                  <a:gd name="csY5" fmla="*/ 7441 h 7333"/>
                  <a:gd name="csX6" fmla="*/ 34266 w 33835"/>
                  <a:gd name="csY6" fmla="*/ 7441 h 73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35" h="7333">
                    <a:moveTo>
                      <a:pt x="34266" y="7441"/>
                    </a:moveTo>
                    <a:lnTo>
                      <a:pt x="37338" y="5443"/>
                    </a:lnTo>
                    <a:lnTo>
                      <a:pt x="32727" y="107"/>
                    </a:lnTo>
                    <a:lnTo>
                      <a:pt x="12731" y="107"/>
                    </a:lnTo>
                    <a:lnTo>
                      <a:pt x="3503" y="2775"/>
                    </a:lnTo>
                    <a:lnTo>
                      <a:pt x="14270" y="7441"/>
                    </a:lnTo>
                    <a:lnTo>
                      <a:pt x="34266" y="7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5" name="Rectangle 3414">
                <a:extLst>
                  <a:ext uri="{FF2B5EF4-FFF2-40B4-BE49-F238E27FC236}">
                    <a16:creationId xmlns:a16="http://schemas.microsoft.com/office/drawing/2014/main" id="{6E25DBF0-A631-516B-5937-62C0B32B454D}"/>
                  </a:ext>
                </a:extLst>
              </p:cNvPr>
              <p:cNvSpPr/>
              <p:nvPr/>
            </p:nvSpPr>
            <p:spPr>
              <a:xfrm rot="10664562" flipV="1">
                <a:off x="7570791" y="2160661"/>
                <a:ext cx="11362" cy="1778"/>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6" name="Forme libre : forme 794">
                <a:extLst>
                  <a:ext uri="{FF2B5EF4-FFF2-40B4-BE49-F238E27FC236}">
                    <a16:creationId xmlns:a16="http://schemas.microsoft.com/office/drawing/2014/main" id="{A3133B09-1280-53C3-D5FA-B2753B332C75}"/>
                  </a:ext>
                </a:extLst>
              </p:cNvPr>
              <p:cNvSpPr/>
              <p:nvPr/>
            </p:nvSpPr>
            <p:spPr>
              <a:xfrm rot="-1080250" flipV="1">
                <a:off x="7606099" y="2166212"/>
                <a:ext cx="6143" cy="5069"/>
              </a:xfrm>
              <a:custGeom>
                <a:avLst/>
                <a:gdLst>
                  <a:gd name="csX0" fmla="*/ 5358 w 6143"/>
                  <a:gd name="csY0" fmla="*/ 162 h 5069"/>
                  <a:gd name="csX1" fmla="*/ 9674 w 6143"/>
                  <a:gd name="csY1" fmla="*/ 162 h 5069"/>
                  <a:gd name="csX2" fmla="*/ 7006 w 6143"/>
                  <a:gd name="csY2" fmla="*/ 5231 h 5069"/>
                  <a:gd name="csX3" fmla="*/ 3531 w 6143"/>
                  <a:gd name="csY3" fmla="*/ 4493 h 5069"/>
                  <a:gd name="csX4" fmla="*/ 5358 w 6143"/>
                  <a:gd name="csY4" fmla="*/ 162 h 5069"/>
                </a:gdLst>
                <a:ahLst/>
                <a:cxnLst>
                  <a:cxn ang="0">
                    <a:pos x="csX0" y="csY0"/>
                  </a:cxn>
                  <a:cxn ang="0">
                    <a:pos x="csX1" y="csY1"/>
                  </a:cxn>
                  <a:cxn ang="0">
                    <a:pos x="csX2" y="csY2"/>
                  </a:cxn>
                  <a:cxn ang="0">
                    <a:pos x="csX3" y="csY3"/>
                  </a:cxn>
                  <a:cxn ang="0">
                    <a:pos x="csX4" y="csY4"/>
                  </a:cxn>
                </a:cxnLst>
                <a:rect l="l" t="t" r="r" b="b"/>
                <a:pathLst>
                  <a:path w="6143" h="5069">
                    <a:moveTo>
                      <a:pt x="5358" y="162"/>
                    </a:moveTo>
                    <a:lnTo>
                      <a:pt x="9674" y="162"/>
                    </a:lnTo>
                    <a:lnTo>
                      <a:pt x="7006" y="5231"/>
                    </a:lnTo>
                    <a:lnTo>
                      <a:pt x="3531" y="4493"/>
                    </a:lnTo>
                    <a:lnTo>
                      <a:pt x="5358"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7" name="Forme libre : forme 795">
                <a:extLst>
                  <a:ext uri="{FF2B5EF4-FFF2-40B4-BE49-F238E27FC236}">
                    <a16:creationId xmlns:a16="http://schemas.microsoft.com/office/drawing/2014/main" id="{8EB90EC6-B9F3-8A5C-1E05-B70C9EB88EE7}"/>
                  </a:ext>
                </a:extLst>
              </p:cNvPr>
              <p:cNvSpPr/>
              <p:nvPr/>
            </p:nvSpPr>
            <p:spPr>
              <a:xfrm rot="1610687" flipV="1">
                <a:off x="7551434" y="2164982"/>
                <a:ext cx="16240" cy="4227"/>
              </a:xfrm>
              <a:custGeom>
                <a:avLst/>
                <a:gdLst>
                  <a:gd name="csX0" fmla="*/ 3500 w 16240"/>
                  <a:gd name="csY0" fmla="*/ 162 h 4227"/>
                  <a:gd name="csX1" fmla="*/ 10388 w 16240"/>
                  <a:gd name="csY1" fmla="*/ 162 h 4227"/>
                  <a:gd name="csX2" fmla="*/ 19740 w 16240"/>
                  <a:gd name="csY2" fmla="*/ 4390 h 4227"/>
                  <a:gd name="csX3" fmla="*/ 11216 w 16240"/>
                  <a:gd name="csY3" fmla="*/ 3069 h 4227"/>
                  <a:gd name="csX4" fmla="*/ 3500 w 16240"/>
                  <a:gd name="csY4" fmla="*/ 162 h 4227"/>
                </a:gdLst>
                <a:ahLst/>
                <a:cxnLst>
                  <a:cxn ang="0">
                    <a:pos x="csX0" y="csY0"/>
                  </a:cxn>
                  <a:cxn ang="0">
                    <a:pos x="csX1" y="csY1"/>
                  </a:cxn>
                  <a:cxn ang="0">
                    <a:pos x="csX2" y="csY2"/>
                  </a:cxn>
                  <a:cxn ang="0">
                    <a:pos x="csX3" y="csY3"/>
                  </a:cxn>
                  <a:cxn ang="0">
                    <a:pos x="csX4" y="csY4"/>
                  </a:cxn>
                </a:cxnLst>
                <a:rect l="l" t="t" r="r" b="b"/>
                <a:pathLst>
                  <a:path w="16240" h="4227">
                    <a:moveTo>
                      <a:pt x="3500" y="162"/>
                    </a:moveTo>
                    <a:lnTo>
                      <a:pt x="10388" y="162"/>
                    </a:lnTo>
                    <a:lnTo>
                      <a:pt x="19740" y="4390"/>
                    </a:lnTo>
                    <a:lnTo>
                      <a:pt x="11216" y="3069"/>
                    </a:lnTo>
                    <a:lnTo>
                      <a:pt x="3500"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8" name="Forme libre : forme 796">
                <a:extLst>
                  <a:ext uri="{FF2B5EF4-FFF2-40B4-BE49-F238E27FC236}">
                    <a16:creationId xmlns:a16="http://schemas.microsoft.com/office/drawing/2014/main" id="{AAFE5AB2-C496-E85E-B265-C717DFFCDDBD}"/>
                  </a:ext>
                </a:extLst>
              </p:cNvPr>
              <p:cNvSpPr/>
              <p:nvPr/>
            </p:nvSpPr>
            <p:spPr>
              <a:xfrm>
                <a:off x="7569806" y="2171095"/>
                <a:ext cx="7176" cy="2223"/>
              </a:xfrm>
              <a:custGeom>
                <a:avLst/>
                <a:gdLst>
                  <a:gd name="csX0" fmla="*/ 4535 w 7176"/>
                  <a:gd name="csY0" fmla="*/ 2388 h 2223"/>
                  <a:gd name="csX1" fmla="*/ 10685 w 7176"/>
                  <a:gd name="csY1" fmla="*/ 2388 h 2223"/>
                  <a:gd name="csX2" fmla="*/ 9659 w 7176"/>
                  <a:gd name="csY2" fmla="*/ 165 h 2223"/>
                  <a:gd name="csX3" fmla="*/ 3509 w 7176"/>
                  <a:gd name="csY3" fmla="*/ 165 h 2223"/>
                  <a:gd name="csX4" fmla="*/ 4535 w 7176"/>
                  <a:gd name="csY4" fmla="*/ 2388 h 2223"/>
                </a:gdLst>
                <a:ahLst/>
                <a:cxnLst>
                  <a:cxn ang="0">
                    <a:pos x="csX0" y="csY0"/>
                  </a:cxn>
                  <a:cxn ang="0">
                    <a:pos x="csX1" y="csY1"/>
                  </a:cxn>
                  <a:cxn ang="0">
                    <a:pos x="csX2" y="csY2"/>
                  </a:cxn>
                  <a:cxn ang="0">
                    <a:pos x="csX3" y="csY3"/>
                  </a:cxn>
                  <a:cxn ang="0">
                    <a:pos x="csX4" y="csY4"/>
                  </a:cxn>
                </a:cxnLst>
                <a:rect l="l" t="t" r="r" b="b"/>
                <a:pathLst>
                  <a:path w="7176" h="2223">
                    <a:moveTo>
                      <a:pt x="4535" y="2388"/>
                    </a:moveTo>
                    <a:lnTo>
                      <a:pt x="10685" y="2388"/>
                    </a:lnTo>
                    <a:lnTo>
                      <a:pt x="9659" y="165"/>
                    </a:lnTo>
                    <a:lnTo>
                      <a:pt x="3509" y="165"/>
                    </a:lnTo>
                    <a:lnTo>
                      <a:pt x="4535" y="2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19" name="Forme libre : forme 797">
                <a:extLst>
                  <a:ext uri="{FF2B5EF4-FFF2-40B4-BE49-F238E27FC236}">
                    <a16:creationId xmlns:a16="http://schemas.microsoft.com/office/drawing/2014/main" id="{99BFD140-80EC-C40A-DF74-5B3A73C0B36A}"/>
                  </a:ext>
                </a:extLst>
              </p:cNvPr>
              <p:cNvSpPr/>
              <p:nvPr/>
            </p:nvSpPr>
            <p:spPr>
              <a:xfrm rot="-247989" flipV="1">
                <a:off x="7587293" y="2171874"/>
                <a:ext cx="15275" cy="1997"/>
              </a:xfrm>
              <a:custGeom>
                <a:avLst/>
                <a:gdLst>
                  <a:gd name="csX0" fmla="*/ 6463 w 15275"/>
                  <a:gd name="csY0" fmla="*/ 165 h 1997"/>
                  <a:gd name="csX1" fmla="*/ 18797 w 15275"/>
                  <a:gd name="csY1" fmla="*/ 165 h 1997"/>
                  <a:gd name="csX2" fmla="*/ 16882 w 15275"/>
                  <a:gd name="csY2" fmla="*/ 2087 h 1997"/>
                  <a:gd name="csX3" fmla="*/ 3522 w 15275"/>
                  <a:gd name="csY3" fmla="*/ 2163 h 1997"/>
                  <a:gd name="csX4" fmla="*/ 6463 w 15275"/>
                  <a:gd name="csY4" fmla="*/ 165 h 1997"/>
                </a:gdLst>
                <a:ahLst/>
                <a:cxnLst>
                  <a:cxn ang="0">
                    <a:pos x="csX0" y="csY0"/>
                  </a:cxn>
                  <a:cxn ang="0">
                    <a:pos x="csX1" y="csY1"/>
                  </a:cxn>
                  <a:cxn ang="0">
                    <a:pos x="csX2" y="csY2"/>
                  </a:cxn>
                  <a:cxn ang="0">
                    <a:pos x="csX3" y="csY3"/>
                  </a:cxn>
                  <a:cxn ang="0">
                    <a:pos x="csX4" y="csY4"/>
                  </a:cxn>
                </a:cxnLst>
                <a:rect l="l" t="t" r="r" b="b"/>
                <a:pathLst>
                  <a:path w="15275" h="1997">
                    <a:moveTo>
                      <a:pt x="6463" y="165"/>
                    </a:moveTo>
                    <a:lnTo>
                      <a:pt x="18797" y="165"/>
                    </a:lnTo>
                    <a:lnTo>
                      <a:pt x="16882" y="2087"/>
                    </a:lnTo>
                    <a:lnTo>
                      <a:pt x="3522" y="2163"/>
                    </a:lnTo>
                    <a:lnTo>
                      <a:pt x="6463"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0" name="Forme libre : forme 798">
                <a:extLst>
                  <a:ext uri="{FF2B5EF4-FFF2-40B4-BE49-F238E27FC236}">
                    <a16:creationId xmlns:a16="http://schemas.microsoft.com/office/drawing/2014/main" id="{35B194E4-9AF6-2AE9-F457-D80F6273AD90}"/>
                  </a:ext>
                </a:extLst>
              </p:cNvPr>
              <p:cNvSpPr/>
              <p:nvPr/>
            </p:nvSpPr>
            <p:spPr>
              <a:xfrm rot="-10145452" flipV="1">
                <a:off x="7890657" y="2227772"/>
                <a:ext cx="11164" cy="3591"/>
              </a:xfrm>
              <a:custGeom>
                <a:avLst/>
                <a:gdLst>
                  <a:gd name="csX0" fmla="*/ 3707 w 11164"/>
                  <a:gd name="csY0" fmla="*/ 200 h 3591"/>
                  <a:gd name="csX1" fmla="*/ 13106 w 11164"/>
                  <a:gd name="csY1" fmla="*/ 200 h 3591"/>
                  <a:gd name="csX2" fmla="*/ 14871 w 11164"/>
                  <a:gd name="csY2" fmla="*/ 1896 h 3591"/>
                  <a:gd name="csX3" fmla="*/ 8235 w 11164"/>
                  <a:gd name="csY3" fmla="*/ 3791 h 3591"/>
                  <a:gd name="csX4" fmla="*/ 3707 w 11164"/>
                  <a:gd name="csY4" fmla="*/ 200 h 3591"/>
                </a:gdLst>
                <a:ahLst/>
                <a:cxnLst>
                  <a:cxn ang="0">
                    <a:pos x="csX0" y="csY0"/>
                  </a:cxn>
                  <a:cxn ang="0">
                    <a:pos x="csX1" y="csY1"/>
                  </a:cxn>
                  <a:cxn ang="0">
                    <a:pos x="csX2" y="csY2"/>
                  </a:cxn>
                  <a:cxn ang="0">
                    <a:pos x="csX3" y="csY3"/>
                  </a:cxn>
                  <a:cxn ang="0">
                    <a:pos x="csX4" y="csY4"/>
                  </a:cxn>
                </a:cxnLst>
                <a:rect l="l" t="t" r="r" b="b"/>
                <a:pathLst>
                  <a:path w="11164" h="3591">
                    <a:moveTo>
                      <a:pt x="3707" y="200"/>
                    </a:moveTo>
                    <a:lnTo>
                      <a:pt x="13106" y="200"/>
                    </a:lnTo>
                    <a:lnTo>
                      <a:pt x="14871" y="1896"/>
                    </a:lnTo>
                    <a:lnTo>
                      <a:pt x="8235" y="3791"/>
                    </a:lnTo>
                    <a:lnTo>
                      <a:pt x="3707" y="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1" name="Forme libre : forme 799">
                <a:extLst>
                  <a:ext uri="{FF2B5EF4-FFF2-40B4-BE49-F238E27FC236}">
                    <a16:creationId xmlns:a16="http://schemas.microsoft.com/office/drawing/2014/main" id="{A3AB8275-19F5-7FF5-3430-FA214EDE9C4E}"/>
                  </a:ext>
                </a:extLst>
              </p:cNvPr>
              <p:cNvSpPr/>
              <p:nvPr/>
            </p:nvSpPr>
            <p:spPr>
              <a:xfrm>
                <a:off x="7903082" y="2222197"/>
                <a:ext cx="11280" cy="4439"/>
              </a:xfrm>
              <a:custGeom>
                <a:avLst/>
                <a:gdLst>
                  <a:gd name="csX0" fmla="*/ 13969 w 11280"/>
                  <a:gd name="csY0" fmla="*/ 4636 h 4439"/>
                  <a:gd name="csX1" fmla="*/ 14995 w 11280"/>
                  <a:gd name="csY1" fmla="*/ 1968 h 4439"/>
                  <a:gd name="csX2" fmla="*/ 9864 w 11280"/>
                  <a:gd name="csY2" fmla="*/ 196 h 4439"/>
                  <a:gd name="csX3" fmla="*/ 3714 w 11280"/>
                  <a:gd name="csY3" fmla="*/ 1968 h 4439"/>
                  <a:gd name="csX4" fmla="*/ 4740 w 11280"/>
                  <a:gd name="csY4" fmla="*/ 4191 h 4439"/>
                  <a:gd name="csX5" fmla="*/ 13969 w 11280"/>
                  <a:gd name="csY5" fmla="*/ 4636 h 4439"/>
                </a:gdLst>
                <a:ahLst/>
                <a:cxnLst>
                  <a:cxn ang="0">
                    <a:pos x="csX0" y="csY0"/>
                  </a:cxn>
                  <a:cxn ang="0">
                    <a:pos x="csX1" y="csY1"/>
                  </a:cxn>
                  <a:cxn ang="0">
                    <a:pos x="csX2" y="csY2"/>
                  </a:cxn>
                  <a:cxn ang="0">
                    <a:pos x="csX3" y="csY3"/>
                  </a:cxn>
                  <a:cxn ang="0">
                    <a:pos x="csX4" y="csY4"/>
                  </a:cxn>
                  <a:cxn ang="0">
                    <a:pos x="csX5" y="csY5"/>
                  </a:cxn>
                </a:cxnLst>
                <a:rect l="l" t="t" r="r" b="b"/>
                <a:pathLst>
                  <a:path w="11280" h="4439">
                    <a:moveTo>
                      <a:pt x="13969" y="4636"/>
                    </a:moveTo>
                    <a:lnTo>
                      <a:pt x="14995" y="1968"/>
                    </a:lnTo>
                    <a:lnTo>
                      <a:pt x="9864" y="196"/>
                    </a:lnTo>
                    <a:lnTo>
                      <a:pt x="3714" y="1968"/>
                    </a:lnTo>
                    <a:lnTo>
                      <a:pt x="4740" y="4191"/>
                    </a:lnTo>
                    <a:lnTo>
                      <a:pt x="13969" y="46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2" name="Forme libre : forme 800">
                <a:extLst>
                  <a:ext uri="{FF2B5EF4-FFF2-40B4-BE49-F238E27FC236}">
                    <a16:creationId xmlns:a16="http://schemas.microsoft.com/office/drawing/2014/main" id="{142E3CA0-4E60-FB96-6D33-8CF0F6D1781B}"/>
                  </a:ext>
                </a:extLst>
              </p:cNvPr>
              <p:cNvSpPr/>
              <p:nvPr/>
            </p:nvSpPr>
            <p:spPr>
              <a:xfrm rot="148975" flipV="1">
                <a:off x="7900999" y="2263781"/>
                <a:ext cx="10357" cy="3064"/>
              </a:xfrm>
              <a:custGeom>
                <a:avLst/>
                <a:gdLst>
                  <a:gd name="csX0" fmla="*/ 3807 w 10357"/>
                  <a:gd name="csY0" fmla="*/ 221 h 3064"/>
                  <a:gd name="csX1" fmla="*/ 14068 w 10357"/>
                  <a:gd name="csY1" fmla="*/ 221 h 3064"/>
                  <a:gd name="csX2" fmla="*/ 12912 w 10357"/>
                  <a:gd name="csY2" fmla="*/ 3286 h 3064"/>
                  <a:gd name="csX3" fmla="*/ 3711 w 10357"/>
                  <a:gd name="csY3" fmla="*/ 2438 h 3064"/>
                  <a:gd name="csX4" fmla="*/ 3807 w 10357"/>
                  <a:gd name="csY4" fmla="*/ 221 h 3064"/>
                </a:gdLst>
                <a:ahLst/>
                <a:cxnLst>
                  <a:cxn ang="0">
                    <a:pos x="csX0" y="csY0"/>
                  </a:cxn>
                  <a:cxn ang="0">
                    <a:pos x="csX1" y="csY1"/>
                  </a:cxn>
                  <a:cxn ang="0">
                    <a:pos x="csX2" y="csY2"/>
                  </a:cxn>
                  <a:cxn ang="0">
                    <a:pos x="csX3" y="csY3"/>
                  </a:cxn>
                  <a:cxn ang="0">
                    <a:pos x="csX4" y="csY4"/>
                  </a:cxn>
                </a:cxnLst>
                <a:rect l="l" t="t" r="r" b="b"/>
                <a:pathLst>
                  <a:path w="10357" h="3064">
                    <a:moveTo>
                      <a:pt x="3807" y="221"/>
                    </a:moveTo>
                    <a:lnTo>
                      <a:pt x="14068" y="221"/>
                    </a:lnTo>
                    <a:lnTo>
                      <a:pt x="12912" y="3286"/>
                    </a:lnTo>
                    <a:lnTo>
                      <a:pt x="3711" y="2438"/>
                    </a:lnTo>
                    <a:lnTo>
                      <a:pt x="3807"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3" name="Forme libre : forme 801">
                <a:extLst>
                  <a:ext uri="{FF2B5EF4-FFF2-40B4-BE49-F238E27FC236}">
                    <a16:creationId xmlns:a16="http://schemas.microsoft.com/office/drawing/2014/main" id="{7C04F586-5278-848E-4553-DE467A7E4FC9}"/>
                  </a:ext>
                </a:extLst>
              </p:cNvPr>
              <p:cNvSpPr/>
              <p:nvPr/>
            </p:nvSpPr>
            <p:spPr>
              <a:xfrm>
                <a:off x="7914362" y="2269741"/>
                <a:ext cx="12306" cy="7552"/>
              </a:xfrm>
              <a:custGeom>
                <a:avLst/>
                <a:gdLst>
                  <a:gd name="csX0" fmla="*/ 13976 w 12306"/>
                  <a:gd name="csY0" fmla="*/ 7778 h 7552"/>
                  <a:gd name="csX1" fmla="*/ 16028 w 12306"/>
                  <a:gd name="csY1" fmla="*/ 1553 h 7552"/>
                  <a:gd name="csX2" fmla="*/ 9871 w 12306"/>
                  <a:gd name="csY2" fmla="*/ 226 h 7552"/>
                  <a:gd name="csX3" fmla="*/ 4747 w 12306"/>
                  <a:gd name="csY3" fmla="*/ 3332 h 7552"/>
                  <a:gd name="csX4" fmla="*/ 3721 w 12306"/>
                  <a:gd name="csY4" fmla="*/ 6889 h 7552"/>
                  <a:gd name="csX5" fmla="*/ 13976 w 12306"/>
                  <a:gd name="csY5" fmla="*/ 7778 h 7552"/>
                </a:gdLst>
                <a:ahLst/>
                <a:cxnLst>
                  <a:cxn ang="0">
                    <a:pos x="csX0" y="csY0"/>
                  </a:cxn>
                  <a:cxn ang="0">
                    <a:pos x="csX1" y="csY1"/>
                  </a:cxn>
                  <a:cxn ang="0">
                    <a:pos x="csX2" y="csY2"/>
                  </a:cxn>
                  <a:cxn ang="0">
                    <a:pos x="csX3" y="csY3"/>
                  </a:cxn>
                  <a:cxn ang="0">
                    <a:pos x="csX4" y="csY4"/>
                  </a:cxn>
                  <a:cxn ang="0">
                    <a:pos x="csX5" y="csY5"/>
                  </a:cxn>
                </a:cxnLst>
                <a:rect l="l" t="t" r="r" b="b"/>
                <a:pathLst>
                  <a:path w="12306" h="7552">
                    <a:moveTo>
                      <a:pt x="13976" y="7778"/>
                    </a:moveTo>
                    <a:lnTo>
                      <a:pt x="16028" y="1553"/>
                    </a:lnTo>
                    <a:lnTo>
                      <a:pt x="9871" y="226"/>
                    </a:lnTo>
                    <a:lnTo>
                      <a:pt x="4747" y="3332"/>
                    </a:lnTo>
                    <a:lnTo>
                      <a:pt x="3721" y="6889"/>
                    </a:lnTo>
                    <a:lnTo>
                      <a:pt x="13976" y="7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4" name="Forme libre : forme 802">
                <a:extLst>
                  <a:ext uri="{FF2B5EF4-FFF2-40B4-BE49-F238E27FC236}">
                    <a16:creationId xmlns:a16="http://schemas.microsoft.com/office/drawing/2014/main" id="{8B4C5F47-C00E-F0AA-F766-B35082B51083}"/>
                  </a:ext>
                </a:extLst>
              </p:cNvPr>
              <p:cNvSpPr/>
              <p:nvPr/>
            </p:nvSpPr>
            <p:spPr>
              <a:xfrm>
                <a:off x="7655947" y="2277287"/>
                <a:ext cx="27685" cy="10664"/>
              </a:xfrm>
              <a:custGeom>
                <a:avLst/>
                <a:gdLst>
                  <a:gd name="csX0" fmla="*/ 31255 w 27685"/>
                  <a:gd name="csY0" fmla="*/ 233 h 10664"/>
                  <a:gd name="csX1" fmla="*/ 4596 w 27685"/>
                  <a:gd name="csY1" fmla="*/ 3783 h 10664"/>
                  <a:gd name="csX2" fmla="*/ 3570 w 27685"/>
                  <a:gd name="csY2" fmla="*/ 7785 h 10664"/>
                  <a:gd name="csX3" fmla="*/ 12798 w 27685"/>
                  <a:gd name="csY3" fmla="*/ 10898 h 10664"/>
                  <a:gd name="csX4" fmla="*/ 30229 w 27685"/>
                  <a:gd name="csY4" fmla="*/ 5562 h 10664"/>
                  <a:gd name="csX5" fmla="*/ 31255 w 27685"/>
                  <a:gd name="csY5" fmla="*/ 233 h 10664"/>
                </a:gdLst>
                <a:ahLst/>
                <a:cxnLst>
                  <a:cxn ang="0">
                    <a:pos x="csX0" y="csY0"/>
                  </a:cxn>
                  <a:cxn ang="0">
                    <a:pos x="csX1" y="csY1"/>
                  </a:cxn>
                  <a:cxn ang="0">
                    <a:pos x="csX2" y="csY2"/>
                  </a:cxn>
                  <a:cxn ang="0">
                    <a:pos x="csX3" y="csY3"/>
                  </a:cxn>
                  <a:cxn ang="0">
                    <a:pos x="csX4" y="csY4"/>
                  </a:cxn>
                  <a:cxn ang="0">
                    <a:pos x="csX5" y="csY5"/>
                  </a:cxn>
                </a:cxnLst>
                <a:rect l="l" t="t" r="r" b="b"/>
                <a:pathLst>
                  <a:path w="27685" h="10664">
                    <a:moveTo>
                      <a:pt x="31255" y="233"/>
                    </a:moveTo>
                    <a:lnTo>
                      <a:pt x="4596" y="3783"/>
                    </a:lnTo>
                    <a:lnTo>
                      <a:pt x="3570" y="7785"/>
                    </a:lnTo>
                    <a:lnTo>
                      <a:pt x="12798" y="10898"/>
                    </a:lnTo>
                    <a:lnTo>
                      <a:pt x="30229" y="5562"/>
                    </a:lnTo>
                    <a:lnTo>
                      <a:pt x="31255" y="2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5" name="Forme libre : forme 803">
                <a:extLst>
                  <a:ext uri="{FF2B5EF4-FFF2-40B4-BE49-F238E27FC236}">
                    <a16:creationId xmlns:a16="http://schemas.microsoft.com/office/drawing/2014/main" id="{E9885810-6E33-0B9A-1306-30DBE4F2A865}"/>
                  </a:ext>
                </a:extLst>
              </p:cNvPr>
              <p:cNvSpPr/>
              <p:nvPr/>
            </p:nvSpPr>
            <p:spPr>
              <a:xfrm>
                <a:off x="7628255" y="2295949"/>
                <a:ext cx="13326" cy="7107"/>
              </a:xfrm>
              <a:custGeom>
                <a:avLst/>
                <a:gdLst>
                  <a:gd name="csX0" fmla="*/ 7644 w 13326"/>
                  <a:gd name="csY0" fmla="*/ 7350 h 7107"/>
                  <a:gd name="csX1" fmla="*/ 10723 w 13326"/>
                  <a:gd name="csY1" fmla="*/ 4682 h 7107"/>
                  <a:gd name="csX2" fmla="*/ 16872 w 13326"/>
                  <a:gd name="csY2" fmla="*/ 3799 h 7107"/>
                  <a:gd name="csX3" fmla="*/ 15853 w 13326"/>
                  <a:gd name="csY3" fmla="*/ 242 h 7107"/>
                  <a:gd name="csX4" fmla="*/ 3546 w 13326"/>
                  <a:gd name="csY4" fmla="*/ 4682 h 7107"/>
                  <a:gd name="csX5" fmla="*/ 7644 w 13326"/>
                  <a:gd name="csY5" fmla="*/ 7350 h 7107"/>
                </a:gdLst>
                <a:ahLst/>
                <a:cxnLst>
                  <a:cxn ang="0">
                    <a:pos x="csX0" y="csY0"/>
                  </a:cxn>
                  <a:cxn ang="0">
                    <a:pos x="csX1" y="csY1"/>
                  </a:cxn>
                  <a:cxn ang="0">
                    <a:pos x="csX2" y="csY2"/>
                  </a:cxn>
                  <a:cxn ang="0">
                    <a:pos x="csX3" y="csY3"/>
                  </a:cxn>
                  <a:cxn ang="0">
                    <a:pos x="csX4" y="csY4"/>
                  </a:cxn>
                  <a:cxn ang="0">
                    <a:pos x="csX5" y="csY5"/>
                  </a:cxn>
                </a:cxnLst>
                <a:rect l="l" t="t" r="r" b="b"/>
                <a:pathLst>
                  <a:path w="13326" h="7107">
                    <a:moveTo>
                      <a:pt x="7644" y="7350"/>
                    </a:moveTo>
                    <a:lnTo>
                      <a:pt x="10723" y="4682"/>
                    </a:lnTo>
                    <a:lnTo>
                      <a:pt x="16872" y="3799"/>
                    </a:lnTo>
                    <a:lnTo>
                      <a:pt x="15853" y="242"/>
                    </a:lnTo>
                    <a:lnTo>
                      <a:pt x="3546" y="4682"/>
                    </a:lnTo>
                    <a:lnTo>
                      <a:pt x="7644" y="73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6" name="Forme libre : forme 804">
                <a:extLst>
                  <a:ext uri="{FF2B5EF4-FFF2-40B4-BE49-F238E27FC236}">
                    <a16:creationId xmlns:a16="http://schemas.microsoft.com/office/drawing/2014/main" id="{A1E46F71-0F39-3ABD-944A-7A94261EB51D}"/>
                  </a:ext>
                </a:extLst>
              </p:cNvPr>
              <p:cNvSpPr/>
              <p:nvPr/>
            </p:nvSpPr>
            <p:spPr>
              <a:xfrm rot="5400000" flipV="1">
                <a:off x="7649838" y="2293985"/>
                <a:ext cx="4001" cy="6149"/>
              </a:xfrm>
              <a:custGeom>
                <a:avLst/>
                <a:gdLst>
                  <a:gd name="csX0" fmla="*/ 4001 w 4001"/>
                  <a:gd name="csY0" fmla="*/ 241 h 6149"/>
                  <a:gd name="csX1" fmla="*/ 7559 w 4001"/>
                  <a:gd name="csY1" fmla="*/ 241 h 6149"/>
                  <a:gd name="csX2" fmla="*/ 7559 w 4001"/>
                  <a:gd name="csY2" fmla="*/ 6391 h 6149"/>
                  <a:gd name="csX3" fmla="*/ 3557 w 4001"/>
                  <a:gd name="csY3" fmla="*/ 6391 h 6149"/>
                  <a:gd name="csX4" fmla="*/ 4001 w 4001"/>
                  <a:gd name="csY4" fmla="*/ 241 h 6149"/>
                </a:gdLst>
                <a:ahLst/>
                <a:cxnLst>
                  <a:cxn ang="0">
                    <a:pos x="csX0" y="csY0"/>
                  </a:cxn>
                  <a:cxn ang="0">
                    <a:pos x="csX1" y="csY1"/>
                  </a:cxn>
                  <a:cxn ang="0">
                    <a:pos x="csX2" y="csY2"/>
                  </a:cxn>
                  <a:cxn ang="0">
                    <a:pos x="csX3" y="csY3"/>
                  </a:cxn>
                  <a:cxn ang="0">
                    <a:pos x="csX4" y="csY4"/>
                  </a:cxn>
                </a:cxnLst>
                <a:rect l="l" t="t" r="r" b="b"/>
                <a:pathLst>
                  <a:path w="4001" h="6149">
                    <a:moveTo>
                      <a:pt x="4001" y="241"/>
                    </a:moveTo>
                    <a:lnTo>
                      <a:pt x="7559" y="241"/>
                    </a:lnTo>
                    <a:lnTo>
                      <a:pt x="7559" y="6391"/>
                    </a:lnTo>
                    <a:lnTo>
                      <a:pt x="3557" y="6391"/>
                    </a:lnTo>
                    <a:lnTo>
                      <a:pt x="4001"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7" name="Forme libre : forme 805">
                <a:extLst>
                  <a:ext uri="{FF2B5EF4-FFF2-40B4-BE49-F238E27FC236}">
                    <a16:creationId xmlns:a16="http://schemas.microsoft.com/office/drawing/2014/main" id="{51041A02-47CE-D45C-891A-96422564DF41}"/>
                  </a:ext>
                </a:extLst>
              </p:cNvPr>
              <p:cNvSpPr/>
              <p:nvPr/>
            </p:nvSpPr>
            <p:spPr>
              <a:xfrm>
                <a:off x="7659018" y="2293726"/>
                <a:ext cx="7176" cy="4001"/>
              </a:xfrm>
              <a:custGeom>
                <a:avLst/>
                <a:gdLst>
                  <a:gd name="csX0" fmla="*/ 3563 w 7176"/>
                  <a:gd name="csY0" fmla="*/ 1130 h 4001"/>
                  <a:gd name="csX1" fmla="*/ 8687 w 7176"/>
                  <a:gd name="csY1" fmla="*/ 4242 h 4001"/>
                  <a:gd name="csX2" fmla="*/ 10739 w 7176"/>
                  <a:gd name="csY2" fmla="*/ 240 h 4001"/>
                  <a:gd name="csX3" fmla="*/ 3563 w 7176"/>
                  <a:gd name="csY3" fmla="*/ 1130 h 4001"/>
                </a:gdLst>
                <a:ahLst/>
                <a:cxnLst>
                  <a:cxn ang="0">
                    <a:pos x="csX0" y="csY0"/>
                  </a:cxn>
                  <a:cxn ang="0">
                    <a:pos x="csX1" y="csY1"/>
                  </a:cxn>
                  <a:cxn ang="0">
                    <a:pos x="csX2" y="csY2"/>
                  </a:cxn>
                  <a:cxn ang="0">
                    <a:pos x="csX3" y="csY3"/>
                  </a:cxn>
                </a:cxnLst>
                <a:rect l="l" t="t" r="r" b="b"/>
                <a:pathLst>
                  <a:path w="7176" h="4001">
                    <a:moveTo>
                      <a:pt x="3563" y="1130"/>
                    </a:moveTo>
                    <a:lnTo>
                      <a:pt x="8687" y="4242"/>
                    </a:lnTo>
                    <a:lnTo>
                      <a:pt x="10739" y="240"/>
                    </a:lnTo>
                    <a:lnTo>
                      <a:pt x="3563" y="1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8" name="Forme libre : forme 806">
                <a:extLst>
                  <a:ext uri="{FF2B5EF4-FFF2-40B4-BE49-F238E27FC236}">
                    <a16:creationId xmlns:a16="http://schemas.microsoft.com/office/drawing/2014/main" id="{CDB97A76-5967-1E17-9E4E-800D73FF96B5}"/>
                  </a:ext>
                </a:extLst>
              </p:cNvPr>
              <p:cNvSpPr/>
              <p:nvPr/>
            </p:nvSpPr>
            <p:spPr>
              <a:xfrm rot="-10306846" flipV="1">
                <a:off x="7668335" y="2297888"/>
                <a:ext cx="9953" cy="3666"/>
              </a:xfrm>
              <a:custGeom>
                <a:avLst/>
                <a:gdLst>
                  <a:gd name="csX0" fmla="*/ 3571 w 9953"/>
                  <a:gd name="csY0" fmla="*/ 243 h 3666"/>
                  <a:gd name="csX1" fmla="*/ 9789 w 9953"/>
                  <a:gd name="csY1" fmla="*/ 243 h 3666"/>
                  <a:gd name="csX2" fmla="*/ 13524 w 9953"/>
                  <a:gd name="csY2" fmla="*/ 3027 h 3666"/>
                  <a:gd name="csX3" fmla="*/ 4077 w 9953"/>
                  <a:gd name="csY3" fmla="*/ 3909 h 3666"/>
                  <a:gd name="csX4" fmla="*/ 3571 w 9953"/>
                  <a:gd name="csY4" fmla="*/ 243 h 3666"/>
                </a:gdLst>
                <a:ahLst/>
                <a:cxnLst>
                  <a:cxn ang="0">
                    <a:pos x="csX0" y="csY0"/>
                  </a:cxn>
                  <a:cxn ang="0">
                    <a:pos x="csX1" y="csY1"/>
                  </a:cxn>
                  <a:cxn ang="0">
                    <a:pos x="csX2" y="csY2"/>
                  </a:cxn>
                  <a:cxn ang="0">
                    <a:pos x="csX3" y="csY3"/>
                  </a:cxn>
                  <a:cxn ang="0">
                    <a:pos x="csX4" y="csY4"/>
                  </a:cxn>
                </a:cxnLst>
                <a:rect l="l" t="t" r="r" b="b"/>
                <a:pathLst>
                  <a:path w="9953" h="3666">
                    <a:moveTo>
                      <a:pt x="3571" y="243"/>
                    </a:moveTo>
                    <a:lnTo>
                      <a:pt x="9789" y="243"/>
                    </a:lnTo>
                    <a:lnTo>
                      <a:pt x="13524" y="3027"/>
                    </a:lnTo>
                    <a:lnTo>
                      <a:pt x="4077" y="3909"/>
                    </a:lnTo>
                    <a:lnTo>
                      <a:pt x="3571"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29" name="Forme libre : forme 807">
                <a:extLst>
                  <a:ext uri="{FF2B5EF4-FFF2-40B4-BE49-F238E27FC236}">
                    <a16:creationId xmlns:a16="http://schemas.microsoft.com/office/drawing/2014/main" id="{78EE26DE-65E2-1375-E7C8-632C1B4CE421}"/>
                  </a:ext>
                </a:extLst>
              </p:cNvPr>
              <p:cNvSpPr/>
              <p:nvPr/>
            </p:nvSpPr>
            <p:spPr>
              <a:xfrm>
                <a:off x="7654914" y="2312839"/>
                <a:ext cx="24613" cy="6218"/>
              </a:xfrm>
              <a:custGeom>
                <a:avLst/>
                <a:gdLst>
                  <a:gd name="csX0" fmla="*/ 27156 w 24613"/>
                  <a:gd name="csY0" fmla="*/ 5581 h 6218"/>
                  <a:gd name="csX1" fmla="*/ 28182 w 24613"/>
                  <a:gd name="csY1" fmla="*/ 252 h 6218"/>
                  <a:gd name="csX2" fmla="*/ 18953 w 24613"/>
                  <a:gd name="csY2" fmla="*/ 2024 h 6218"/>
                  <a:gd name="csX3" fmla="*/ 5620 w 24613"/>
                  <a:gd name="csY3" fmla="*/ 2024 h 6218"/>
                  <a:gd name="csX4" fmla="*/ 3568 w 24613"/>
                  <a:gd name="csY4" fmla="*/ 3802 h 6218"/>
                  <a:gd name="csX5" fmla="*/ 23051 w 24613"/>
                  <a:gd name="csY5" fmla="*/ 6470 h 6218"/>
                  <a:gd name="csX6" fmla="*/ 27156 w 24613"/>
                  <a:gd name="csY6" fmla="*/ 5581 h 621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6218">
                    <a:moveTo>
                      <a:pt x="27156" y="5581"/>
                    </a:moveTo>
                    <a:lnTo>
                      <a:pt x="28182" y="252"/>
                    </a:lnTo>
                    <a:lnTo>
                      <a:pt x="18953" y="2024"/>
                    </a:lnTo>
                    <a:lnTo>
                      <a:pt x="5620" y="2024"/>
                    </a:lnTo>
                    <a:lnTo>
                      <a:pt x="3568" y="3802"/>
                    </a:lnTo>
                    <a:lnTo>
                      <a:pt x="23051" y="6470"/>
                    </a:lnTo>
                    <a:lnTo>
                      <a:pt x="27156" y="5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0" name="Forme libre : forme 808">
                <a:extLst>
                  <a:ext uri="{FF2B5EF4-FFF2-40B4-BE49-F238E27FC236}">
                    <a16:creationId xmlns:a16="http://schemas.microsoft.com/office/drawing/2014/main" id="{A8491779-6D03-F6F4-B467-546FC9287AEB}"/>
                  </a:ext>
                </a:extLst>
              </p:cNvPr>
              <p:cNvSpPr/>
              <p:nvPr/>
            </p:nvSpPr>
            <p:spPr>
              <a:xfrm rot="-3145884" flipV="1">
                <a:off x="7689919" y="2318573"/>
                <a:ext cx="6136" cy="5958"/>
              </a:xfrm>
              <a:custGeom>
                <a:avLst/>
                <a:gdLst>
                  <a:gd name="csX0" fmla="*/ 5922 w 6136"/>
                  <a:gd name="csY0" fmla="*/ 255 h 5958"/>
                  <a:gd name="csX1" fmla="*/ 9288 w 6136"/>
                  <a:gd name="csY1" fmla="*/ 255 h 5958"/>
                  <a:gd name="csX2" fmla="*/ 9719 w 6136"/>
                  <a:gd name="csY2" fmla="*/ 1884 h 5958"/>
                  <a:gd name="csX3" fmla="*/ 3582 w 6136"/>
                  <a:gd name="csY3" fmla="*/ 6214 h 5958"/>
                  <a:gd name="csX4" fmla="*/ 5922 w 6136"/>
                  <a:gd name="csY4" fmla="*/ 255 h 5958"/>
                </a:gdLst>
                <a:ahLst/>
                <a:cxnLst>
                  <a:cxn ang="0">
                    <a:pos x="csX0" y="csY0"/>
                  </a:cxn>
                  <a:cxn ang="0">
                    <a:pos x="csX1" y="csY1"/>
                  </a:cxn>
                  <a:cxn ang="0">
                    <a:pos x="csX2" y="csY2"/>
                  </a:cxn>
                  <a:cxn ang="0">
                    <a:pos x="csX3" y="csY3"/>
                  </a:cxn>
                  <a:cxn ang="0">
                    <a:pos x="csX4" y="csY4"/>
                  </a:cxn>
                </a:cxnLst>
                <a:rect l="l" t="t" r="r" b="b"/>
                <a:pathLst>
                  <a:path w="6136" h="5958">
                    <a:moveTo>
                      <a:pt x="5922" y="255"/>
                    </a:moveTo>
                    <a:lnTo>
                      <a:pt x="9288" y="255"/>
                    </a:lnTo>
                    <a:lnTo>
                      <a:pt x="9719" y="1884"/>
                    </a:lnTo>
                    <a:lnTo>
                      <a:pt x="3582" y="6214"/>
                    </a:lnTo>
                    <a:lnTo>
                      <a:pt x="592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1" name="Forme libre : forme 809">
                <a:extLst>
                  <a:ext uri="{FF2B5EF4-FFF2-40B4-BE49-F238E27FC236}">
                    <a16:creationId xmlns:a16="http://schemas.microsoft.com/office/drawing/2014/main" id="{50BF92F5-D775-9BCD-25B8-A3E224006930}"/>
                  </a:ext>
                </a:extLst>
              </p:cNvPr>
              <p:cNvSpPr/>
              <p:nvPr/>
            </p:nvSpPr>
            <p:spPr>
              <a:xfrm>
                <a:off x="7520586" y="2270179"/>
                <a:ext cx="17430" cy="8441"/>
              </a:xfrm>
              <a:custGeom>
                <a:avLst/>
                <a:gdLst>
                  <a:gd name="csX0" fmla="*/ 20914 w 17430"/>
                  <a:gd name="csY0" fmla="*/ 4667 h 8441"/>
                  <a:gd name="csX1" fmla="*/ 17836 w 17430"/>
                  <a:gd name="csY1" fmla="*/ 227 h 8441"/>
                  <a:gd name="csX2" fmla="*/ 5529 w 17430"/>
                  <a:gd name="csY2" fmla="*/ 1999 h 8441"/>
                  <a:gd name="csX3" fmla="*/ 3484 w 17430"/>
                  <a:gd name="csY3" fmla="*/ 5111 h 8441"/>
                  <a:gd name="csX4" fmla="*/ 11686 w 17430"/>
                  <a:gd name="csY4" fmla="*/ 8669 h 8441"/>
                  <a:gd name="csX5" fmla="*/ 20914 w 17430"/>
                  <a:gd name="csY5" fmla="*/ 4667 h 8441"/>
                </a:gdLst>
                <a:ahLst/>
                <a:cxnLst>
                  <a:cxn ang="0">
                    <a:pos x="csX0" y="csY0"/>
                  </a:cxn>
                  <a:cxn ang="0">
                    <a:pos x="csX1" y="csY1"/>
                  </a:cxn>
                  <a:cxn ang="0">
                    <a:pos x="csX2" y="csY2"/>
                  </a:cxn>
                  <a:cxn ang="0">
                    <a:pos x="csX3" y="csY3"/>
                  </a:cxn>
                  <a:cxn ang="0">
                    <a:pos x="csX4" y="csY4"/>
                  </a:cxn>
                  <a:cxn ang="0">
                    <a:pos x="csX5" y="csY5"/>
                  </a:cxn>
                </a:cxnLst>
                <a:rect l="l" t="t" r="r" b="b"/>
                <a:pathLst>
                  <a:path w="17430" h="8441">
                    <a:moveTo>
                      <a:pt x="20914" y="4667"/>
                    </a:moveTo>
                    <a:lnTo>
                      <a:pt x="17836" y="227"/>
                    </a:lnTo>
                    <a:lnTo>
                      <a:pt x="5529" y="1999"/>
                    </a:lnTo>
                    <a:lnTo>
                      <a:pt x="3484" y="5111"/>
                    </a:lnTo>
                    <a:lnTo>
                      <a:pt x="11686" y="8669"/>
                    </a:lnTo>
                    <a:lnTo>
                      <a:pt x="20914" y="46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2" name="Forme libre : forme 810">
                <a:extLst>
                  <a:ext uri="{FF2B5EF4-FFF2-40B4-BE49-F238E27FC236}">
                    <a16:creationId xmlns:a16="http://schemas.microsoft.com/office/drawing/2014/main" id="{CDCB5E34-3CAD-7219-1AFF-F7CF2FC702FD}"/>
                  </a:ext>
                </a:extLst>
              </p:cNvPr>
              <p:cNvSpPr/>
              <p:nvPr/>
            </p:nvSpPr>
            <p:spPr>
              <a:xfrm>
                <a:off x="7510331" y="2279065"/>
                <a:ext cx="7176" cy="6225"/>
              </a:xfrm>
              <a:custGeom>
                <a:avLst/>
                <a:gdLst>
                  <a:gd name="csX0" fmla="*/ 10650 w 7176"/>
                  <a:gd name="csY0" fmla="*/ 2455 h 6225"/>
                  <a:gd name="csX1" fmla="*/ 8597 w 7176"/>
                  <a:gd name="csY1" fmla="*/ 232 h 6225"/>
                  <a:gd name="csX2" fmla="*/ 3474 w 7176"/>
                  <a:gd name="csY2" fmla="*/ 2011 h 6225"/>
                  <a:gd name="csX3" fmla="*/ 3474 w 7176"/>
                  <a:gd name="csY3" fmla="*/ 6013 h 6225"/>
                  <a:gd name="csX4" fmla="*/ 7571 w 7176"/>
                  <a:gd name="csY4" fmla="*/ 6457 h 6225"/>
                  <a:gd name="csX5" fmla="*/ 10650 w 7176"/>
                  <a:gd name="csY5" fmla="*/ 2455 h 6225"/>
                </a:gdLst>
                <a:ahLst/>
                <a:cxnLst>
                  <a:cxn ang="0">
                    <a:pos x="csX0" y="csY0"/>
                  </a:cxn>
                  <a:cxn ang="0">
                    <a:pos x="csX1" y="csY1"/>
                  </a:cxn>
                  <a:cxn ang="0">
                    <a:pos x="csX2" y="csY2"/>
                  </a:cxn>
                  <a:cxn ang="0">
                    <a:pos x="csX3" y="csY3"/>
                  </a:cxn>
                  <a:cxn ang="0">
                    <a:pos x="csX4" y="csY4"/>
                  </a:cxn>
                  <a:cxn ang="0">
                    <a:pos x="csX5" y="csY5"/>
                  </a:cxn>
                </a:cxnLst>
                <a:rect l="l" t="t" r="r" b="b"/>
                <a:pathLst>
                  <a:path w="7176" h="6225">
                    <a:moveTo>
                      <a:pt x="10650" y="2455"/>
                    </a:moveTo>
                    <a:lnTo>
                      <a:pt x="8597" y="232"/>
                    </a:lnTo>
                    <a:lnTo>
                      <a:pt x="3474" y="2011"/>
                    </a:lnTo>
                    <a:lnTo>
                      <a:pt x="3474" y="6013"/>
                    </a:lnTo>
                    <a:lnTo>
                      <a:pt x="7571" y="6457"/>
                    </a:lnTo>
                    <a:lnTo>
                      <a:pt x="10650" y="24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3" name="Forme libre : forme 811">
                <a:extLst>
                  <a:ext uri="{FF2B5EF4-FFF2-40B4-BE49-F238E27FC236}">
                    <a16:creationId xmlns:a16="http://schemas.microsoft.com/office/drawing/2014/main" id="{C2367124-BB09-A6C2-34D2-98FA262C0E2B}"/>
                  </a:ext>
                </a:extLst>
              </p:cNvPr>
              <p:cNvSpPr/>
              <p:nvPr/>
            </p:nvSpPr>
            <p:spPr>
              <a:xfrm>
                <a:off x="7460078" y="2365042"/>
                <a:ext cx="13332" cy="6149"/>
              </a:xfrm>
              <a:custGeom>
                <a:avLst/>
                <a:gdLst>
                  <a:gd name="csX0" fmla="*/ 12673 w 13332"/>
                  <a:gd name="csY0" fmla="*/ 6434 h 6149"/>
                  <a:gd name="csX1" fmla="*/ 16778 w 13332"/>
                  <a:gd name="csY1" fmla="*/ 2746 h 6149"/>
                  <a:gd name="csX2" fmla="*/ 8575 w 13332"/>
                  <a:gd name="csY2" fmla="*/ 284 h 6149"/>
                  <a:gd name="csX3" fmla="*/ 3445 w 13332"/>
                  <a:gd name="csY3" fmla="*/ 1515 h 6149"/>
                  <a:gd name="csX4" fmla="*/ 4471 w 13332"/>
                  <a:gd name="csY4" fmla="*/ 5202 h 6149"/>
                  <a:gd name="csX5" fmla="*/ 12673 w 13332"/>
                  <a:gd name="csY5" fmla="*/ 6434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12673" y="6434"/>
                    </a:moveTo>
                    <a:lnTo>
                      <a:pt x="16778" y="2746"/>
                    </a:lnTo>
                    <a:lnTo>
                      <a:pt x="8575" y="284"/>
                    </a:lnTo>
                    <a:lnTo>
                      <a:pt x="3445" y="1515"/>
                    </a:lnTo>
                    <a:lnTo>
                      <a:pt x="4471" y="5202"/>
                    </a:lnTo>
                    <a:lnTo>
                      <a:pt x="12673" y="64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4" name="Forme libre : forme 812">
                <a:extLst>
                  <a:ext uri="{FF2B5EF4-FFF2-40B4-BE49-F238E27FC236}">
                    <a16:creationId xmlns:a16="http://schemas.microsoft.com/office/drawing/2014/main" id="{6A0D7175-2D02-89A2-FDD8-4CAE1D95823F}"/>
                  </a:ext>
                </a:extLst>
              </p:cNvPr>
              <p:cNvSpPr/>
              <p:nvPr/>
            </p:nvSpPr>
            <p:spPr>
              <a:xfrm>
                <a:off x="7351376" y="2344382"/>
                <a:ext cx="22561" cy="10664"/>
              </a:xfrm>
              <a:custGeom>
                <a:avLst/>
                <a:gdLst>
                  <a:gd name="csX0" fmla="*/ 25944 w 22561"/>
                  <a:gd name="csY0" fmla="*/ 7380 h 10664"/>
                  <a:gd name="csX1" fmla="*/ 20820 w 22561"/>
                  <a:gd name="csY1" fmla="*/ 717 h 10664"/>
                  <a:gd name="csX2" fmla="*/ 12611 w 22561"/>
                  <a:gd name="csY2" fmla="*/ 273 h 10664"/>
                  <a:gd name="csX3" fmla="*/ 3383 w 22561"/>
                  <a:gd name="csY3" fmla="*/ 4268 h 10664"/>
                  <a:gd name="csX4" fmla="*/ 16716 w 22561"/>
                  <a:gd name="csY4" fmla="*/ 10938 h 10664"/>
                  <a:gd name="csX5" fmla="*/ 25944 w 22561"/>
                  <a:gd name="csY5" fmla="*/ 7380 h 10664"/>
                </a:gdLst>
                <a:ahLst/>
                <a:cxnLst>
                  <a:cxn ang="0">
                    <a:pos x="csX0" y="csY0"/>
                  </a:cxn>
                  <a:cxn ang="0">
                    <a:pos x="csX1" y="csY1"/>
                  </a:cxn>
                  <a:cxn ang="0">
                    <a:pos x="csX2" y="csY2"/>
                  </a:cxn>
                  <a:cxn ang="0">
                    <a:pos x="csX3" y="csY3"/>
                  </a:cxn>
                  <a:cxn ang="0">
                    <a:pos x="csX4" y="csY4"/>
                  </a:cxn>
                  <a:cxn ang="0">
                    <a:pos x="csX5" y="csY5"/>
                  </a:cxn>
                </a:cxnLst>
                <a:rect l="l" t="t" r="r" b="b"/>
                <a:pathLst>
                  <a:path w="22561" h="10664">
                    <a:moveTo>
                      <a:pt x="25944" y="7380"/>
                    </a:moveTo>
                    <a:lnTo>
                      <a:pt x="20820" y="717"/>
                    </a:lnTo>
                    <a:lnTo>
                      <a:pt x="12611" y="273"/>
                    </a:lnTo>
                    <a:lnTo>
                      <a:pt x="3383" y="4268"/>
                    </a:lnTo>
                    <a:lnTo>
                      <a:pt x="16716" y="10938"/>
                    </a:lnTo>
                    <a:lnTo>
                      <a:pt x="25944" y="73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5" name="Forme libre : forme 813">
                <a:extLst>
                  <a:ext uri="{FF2B5EF4-FFF2-40B4-BE49-F238E27FC236}">
                    <a16:creationId xmlns:a16="http://schemas.microsoft.com/office/drawing/2014/main" id="{EF7495C8-570A-9499-A16C-519D136B92B1}"/>
                  </a:ext>
                </a:extLst>
              </p:cNvPr>
              <p:cNvSpPr/>
              <p:nvPr/>
            </p:nvSpPr>
            <p:spPr>
              <a:xfrm>
                <a:off x="7360604" y="2327048"/>
                <a:ext cx="14359" cy="5335"/>
              </a:xfrm>
              <a:custGeom>
                <a:avLst/>
                <a:gdLst>
                  <a:gd name="csX0" fmla="*/ 17744 w 14359"/>
                  <a:gd name="csY0" fmla="*/ 5596 h 5335"/>
                  <a:gd name="csX1" fmla="*/ 17744 w 14359"/>
                  <a:gd name="csY1" fmla="*/ 2928 h 5335"/>
                  <a:gd name="csX2" fmla="*/ 9542 w 14359"/>
                  <a:gd name="csY2" fmla="*/ 260 h 5335"/>
                  <a:gd name="csX3" fmla="*/ 3385 w 14359"/>
                  <a:gd name="csY3" fmla="*/ 1150 h 5335"/>
                  <a:gd name="csX4" fmla="*/ 6464 w 14359"/>
                  <a:gd name="csY4" fmla="*/ 4707 h 5335"/>
                  <a:gd name="csX5" fmla="*/ 17744 w 14359"/>
                  <a:gd name="csY5" fmla="*/ 5596 h 5335"/>
                </a:gdLst>
                <a:ahLst/>
                <a:cxnLst>
                  <a:cxn ang="0">
                    <a:pos x="csX0" y="csY0"/>
                  </a:cxn>
                  <a:cxn ang="0">
                    <a:pos x="csX1" y="csY1"/>
                  </a:cxn>
                  <a:cxn ang="0">
                    <a:pos x="csX2" y="csY2"/>
                  </a:cxn>
                  <a:cxn ang="0">
                    <a:pos x="csX3" y="csY3"/>
                  </a:cxn>
                  <a:cxn ang="0">
                    <a:pos x="csX4" y="csY4"/>
                  </a:cxn>
                  <a:cxn ang="0">
                    <a:pos x="csX5" y="csY5"/>
                  </a:cxn>
                </a:cxnLst>
                <a:rect l="l" t="t" r="r" b="b"/>
                <a:pathLst>
                  <a:path w="14359" h="5335">
                    <a:moveTo>
                      <a:pt x="17744" y="5596"/>
                    </a:moveTo>
                    <a:lnTo>
                      <a:pt x="17744" y="2928"/>
                    </a:lnTo>
                    <a:lnTo>
                      <a:pt x="9542" y="260"/>
                    </a:lnTo>
                    <a:lnTo>
                      <a:pt x="3385" y="1150"/>
                    </a:lnTo>
                    <a:lnTo>
                      <a:pt x="6464" y="4707"/>
                    </a:lnTo>
                    <a:lnTo>
                      <a:pt x="17744" y="5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6" name="Forme libre : forme 814">
                <a:extLst>
                  <a:ext uri="{FF2B5EF4-FFF2-40B4-BE49-F238E27FC236}">
                    <a16:creationId xmlns:a16="http://schemas.microsoft.com/office/drawing/2014/main" id="{31027CC6-9416-8E36-D719-7F707AACD2A6}"/>
                  </a:ext>
                </a:extLst>
              </p:cNvPr>
              <p:cNvSpPr/>
              <p:nvPr/>
            </p:nvSpPr>
            <p:spPr>
              <a:xfrm>
                <a:off x="7371885" y="2324380"/>
                <a:ext cx="21535" cy="4446"/>
              </a:xfrm>
              <a:custGeom>
                <a:avLst/>
                <a:gdLst>
                  <a:gd name="csX0" fmla="*/ 12621 w 21535"/>
                  <a:gd name="csY0" fmla="*/ 3816 h 4446"/>
                  <a:gd name="csX1" fmla="*/ 20824 w 21535"/>
                  <a:gd name="csY1" fmla="*/ 4705 h 4446"/>
                  <a:gd name="csX2" fmla="*/ 24928 w 21535"/>
                  <a:gd name="csY2" fmla="*/ 2482 h 4446"/>
                  <a:gd name="csX3" fmla="*/ 17752 w 21535"/>
                  <a:gd name="csY3" fmla="*/ 259 h 4446"/>
                  <a:gd name="csX4" fmla="*/ 3393 w 21535"/>
                  <a:gd name="csY4" fmla="*/ 1148 h 4446"/>
                  <a:gd name="csX5" fmla="*/ 12621 w 21535"/>
                  <a:gd name="csY5" fmla="*/ 3816 h 4446"/>
                </a:gdLst>
                <a:ahLst/>
                <a:cxnLst>
                  <a:cxn ang="0">
                    <a:pos x="csX0" y="csY0"/>
                  </a:cxn>
                  <a:cxn ang="0">
                    <a:pos x="csX1" y="csY1"/>
                  </a:cxn>
                  <a:cxn ang="0">
                    <a:pos x="csX2" y="csY2"/>
                  </a:cxn>
                  <a:cxn ang="0">
                    <a:pos x="csX3" y="csY3"/>
                  </a:cxn>
                  <a:cxn ang="0">
                    <a:pos x="csX4" y="csY4"/>
                  </a:cxn>
                  <a:cxn ang="0">
                    <a:pos x="csX5" y="csY5"/>
                  </a:cxn>
                </a:cxnLst>
                <a:rect l="l" t="t" r="r" b="b"/>
                <a:pathLst>
                  <a:path w="21535" h="4446">
                    <a:moveTo>
                      <a:pt x="12621" y="3816"/>
                    </a:moveTo>
                    <a:lnTo>
                      <a:pt x="20824" y="4705"/>
                    </a:lnTo>
                    <a:lnTo>
                      <a:pt x="24928" y="2482"/>
                    </a:lnTo>
                    <a:lnTo>
                      <a:pt x="17752" y="259"/>
                    </a:lnTo>
                    <a:lnTo>
                      <a:pt x="3393" y="1148"/>
                    </a:lnTo>
                    <a:lnTo>
                      <a:pt x="12621" y="38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7" name="Forme libre : forme 815">
                <a:extLst>
                  <a:ext uri="{FF2B5EF4-FFF2-40B4-BE49-F238E27FC236}">
                    <a16:creationId xmlns:a16="http://schemas.microsoft.com/office/drawing/2014/main" id="{D0841FFE-8C79-DCF0-B676-36B34E13966B}"/>
                  </a:ext>
                </a:extLst>
              </p:cNvPr>
              <p:cNvSpPr/>
              <p:nvPr/>
            </p:nvSpPr>
            <p:spPr>
              <a:xfrm rot="-6888522" flipV="1">
                <a:off x="7369141" y="2260953"/>
                <a:ext cx="9597" cy="9125"/>
              </a:xfrm>
              <a:custGeom>
                <a:avLst/>
                <a:gdLst>
                  <a:gd name="csX0" fmla="*/ 3389 w 9597"/>
                  <a:gd name="csY0" fmla="*/ 221 h 9125"/>
                  <a:gd name="csX1" fmla="*/ 8280 w 9597"/>
                  <a:gd name="csY1" fmla="*/ 221 h 9125"/>
                  <a:gd name="csX2" fmla="*/ 12987 w 9597"/>
                  <a:gd name="csY2" fmla="*/ 9347 h 9125"/>
                  <a:gd name="csX3" fmla="*/ 7206 w 9597"/>
                  <a:gd name="csY3" fmla="*/ 6364 h 9125"/>
                  <a:gd name="csX4" fmla="*/ 3389 w 9597"/>
                  <a:gd name="csY4" fmla="*/ 221 h 9125"/>
                </a:gdLst>
                <a:ahLst/>
                <a:cxnLst>
                  <a:cxn ang="0">
                    <a:pos x="csX0" y="csY0"/>
                  </a:cxn>
                  <a:cxn ang="0">
                    <a:pos x="csX1" y="csY1"/>
                  </a:cxn>
                  <a:cxn ang="0">
                    <a:pos x="csX2" y="csY2"/>
                  </a:cxn>
                  <a:cxn ang="0">
                    <a:pos x="csX3" y="csY3"/>
                  </a:cxn>
                  <a:cxn ang="0">
                    <a:pos x="csX4" y="csY4"/>
                  </a:cxn>
                </a:cxnLst>
                <a:rect l="l" t="t" r="r" b="b"/>
                <a:pathLst>
                  <a:path w="9597" h="9125">
                    <a:moveTo>
                      <a:pt x="3389" y="221"/>
                    </a:moveTo>
                    <a:lnTo>
                      <a:pt x="8280" y="221"/>
                    </a:lnTo>
                    <a:lnTo>
                      <a:pt x="12987" y="9347"/>
                    </a:lnTo>
                    <a:lnTo>
                      <a:pt x="7206" y="6364"/>
                    </a:lnTo>
                    <a:lnTo>
                      <a:pt x="3389"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8" name="Forme libre : forme 816">
                <a:extLst>
                  <a:ext uri="{FF2B5EF4-FFF2-40B4-BE49-F238E27FC236}">
                    <a16:creationId xmlns:a16="http://schemas.microsoft.com/office/drawing/2014/main" id="{74A2F703-8D14-DA79-71E3-5034AE52B7A5}"/>
                  </a:ext>
                </a:extLst>
              </p:cNvPr>
              <p:cNvSpPr/>
              <p:nvPr/>
            </p:nvSpPr>
            <p:spPr>
              <a:xfrm>
                <a:off x="7242681" y="2164877"/>
                <a:ext cx="30763" cy="4884"/>
              </a:xfrm>
              <a:custGeom>
                <a:avLst/>
                <a:gdLst>
                  <a:gd name="csX0" fmla="*/ 28958 w 30763"/>
                  <a:gd name="csY0" fmla="*/ 5046 h 4884"/>
                  <a:gd name="csX1" fmla="*/ 34082 w 30763"/>
                  <a:gd name="csY1" fmla="*/ 2823 h 4884"/>
                  <a:gd name="csX2" fmla="*/ 24854 w 30763"/>
                  <a:gd name="csY2" fmla="*/ 161 h 4884"/>
                  <a:gd name="csX3" fmla="*/ 3319 w 30763"/>
                  <a:gd name="csY3" fmla="*/ 161 h 4884"/>
                  <a:gd name="csX4" fmla="*/ 10502 w 30763"/>
                  <a:gd name="csY4" fmla="*/ 3712 h 4884"/>
                  <a:gd name="csX5" fmla="*/ 28958 w 30763"/>
                  <a:gd name="csY5" fmla="*/ 5046 h 4884"/>
                </a:gdLst>
                <a:ahLst/>
                <a:cxnLst>
                  <a:cxn ang="0">
                    <a:pos x="csX0" y="csY0"/>
                  </a:cxn>
                  <a:cxn ang="0">
                    <a:pos x="csX1" y="csY1"/>
                  </a:cxn>
                  <a:cxn ang="0">
                    <a:pos x="csX2" y="csY2"/>
                  </a:cxn>
                  <a:cxn ang="0">
                    <a:pos x="csX3" y="csY3"/>
                  </a:cxn>
                  <a:cxn ang="0">
                    <a:pos x="csX4" y="csY4"/>
                  </a:cxn>
                  <a:cxn ang="0">
                    <a:pos x="csX5" y="csY5"/>
                  </a:cxn>
                </a:cxnLst>
                <a:rect l="l" t="t" r="r" b="b"/>
                <a:pathLst>
                  <a:path w="30763" h="4884">
                    <a:moveTo>
                      <a:pt x="28958" y="5046"/>
                    </a:moveTo>
                    <a:lnTo>
                      <a:pt x="34082" y="2823"/>
                    </a:lnTo>
                    <a:lnTo>
                      <a:pt x="24854" y="161"/>
                    </a:lnTo>
                    <a:lnTo>
                      <a:pt x="3319" y="161"/>
                    </a:lnTo>
                    <a:lnTo>
                      <a:pt x="10502" y="3712"/>
                    </a:lnTo>
                    <a:lnTo>
                      <a:pt x="28958" y="50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39" name="Forme libre : forme 817">
                <a:extLst>
                  <a:ext uri="{FF2B5EF4-FFF2-40B4-BE49-F238E27FC236}">
                    <a16:creationId xmlns:a16="http://schemas.microsoft.com/office/drawing/2014/main" id="{6349F8B8-B4A8-2214-3A8D-A25AC4B1F3A0}"/>
                  </a:ext>
                </a:extLst>
              </p:cNvPr>
              <p:cNvSpPr/>
              <p:nvPr/>
            </p:nvSpPr>
            <p:spPr>
              <a:xfrm rot="410839" flipV="1">
                <a:off x="7374058" y="2405944"/>
                <a:ext cx="15125" cy="3057"/>
              </a:xfrm>
              <a:custGeom>
                <a:avLst/>
                <a:gdLst>
                  <a:gd name="csX0" fmla="*/ 3391 w 15125"/>
                  <a:gd name="csY0" fmla="*/ 308 h 3057"/>
                  <a:gd name="csX1" fmla="*/ 13721 w 15125"/>
                  <a:gd name="csY1" fmla="*/ 308 h 3057"/>
                  <a:gd name="csX2" fmla="*/ 18517 w 15125"/>
                  <a:gd name="csY2" fmla="*/ 3366 h 3057"/>
                  <a:gd name="csX3" fmla="*/ 9281 w 15125"/>
                  <a:gd name="csY3" fmla="*/ 2880 h 3057"/>
                  <a:gd name="csX4" fmla="*/ 3391 w 15125"/>
                  <a:gd name="csY4" fmla="*/ 308 h 3057"/>
                </a:gdLst>
                <a:ahLst/>
                <a:cxnLst>
                  <a:cxn ang="0">
                    <a:pos x="csX0" y="csY0"/>
                  </a:cxn>
                  <a:cxn ang="0">
                    <a:pos x="csX1" y="csY1"/>
                  </a:cxn>
                  <a:cxn ang="0">
                    <a:pos x="csX2" y="csY2"/>
                  </a:cxn>
                  <a:cxn ang="0">
                    <a:pos x="csX3" y="csY3"/>
                  </a:cxn>
                  <a:cxn ang="0">
                    <a:pos x="csX4" y="csY4"/>
                  </a:cxn>
                </a:cxnLst>
                <a:rect l="l" t="t" r="r" b="b"/>
                <a:pathLst>
                  <a:path w="15125" h="3057">
                    <a:moveTo>
                      <a:pt x="3391" y="308"/>
                    </a:moveTo>
                    <a:lnTo>
                      <a:pt x="13721" y="308"/>
                    </a:lnTo>
                    <a:lnTo>
                      <a:pt x="18517" y="3366"/>
                    </a:lnTo>
                    <a:lnTo>
                      <a:pt x="9281" y="2880"/>
                    </a:lnTo>
                    <a:lnTo>
                      <a:pt x="3391"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0" name="Forme libre : forme 818">
                <a:extLst>
                  <a:ext uri="{FF2B5EF4-FFF2-40B4-BE49-F238E27FC236}">
                    <a16:creationId xmlns:a16="http://schemas.microsoft.com/office/drawing/2014/main" id="{81A31108-E781-6AEA-F1D8-C46B2BD4B274}"/>
                  </a:ext>
                </a:extLst>
              </p:cNvPr>
              <p:cNvSpPr/>
              <p:nvPr/>
            </p:nvSpPr>
            <p:spPr>
              <a:xfrm>
                <a:off x="7392387" y="2405013"/>
                <a:ext cx="14359" cy="4302"/>
              </a:xfrm>
              <a:custGeom>
                <a:avLst/>
                <a:gdLst>
                  <a:gd name="csX0" fmla="*/ 10586 w 14359"/>
                  <a:gd name="csY0" fmla="*/ 4611 h 4302"/>
                  <a:gd name="csX1" fmla="*/ 17763 w 14359"/>
                  <a:gd name="csY1" fmla="*/ 923 h 4302"/>
                  <a:gd name="csX2" fmla="*/ 3403 w 14359"/>
                  <a:gd name="csY2" fmla="*/ 308 h 4302"/>
                  <a:gd name="csX3" fmla="*/ 10586 w 14359"/>
                  <a:gd name="csY3" fmla="*/ 4611 h 4302"/>
                </a:gdLst>
                <a:ahLst/>
                <a:cxnLst>
                  <a:cxn ang="0">
                    <a:pos x="csX0" y="csY0"/>
                  </a:cxn>
                  <a:cxn ang="0">
                    <a:pos x="csX1" y="csY1"/>
                  </a:cxn>
                  <a:cxn ang="0">
                    <a:pos x="csX2" y="csY2"/>
                  </a:cxn>
                  <a:cxn ang="0">
                    <a:pos x="csX3" y="csY3"/>
                  </a:cxn>
                </a:cxnLst>
                <a:rect l="l" t="t" r="r" b="b"/>
                <a:pathLst>
                  <a:path w="14359" h="4302">
                    <a:moveTo>
                      <a:pt x="10586" y="4611"/>
                    </a:moveTo>
                    <a:lnTo>
                      <a:pt x="17763" y="923"/>
                    </a:lnTo>
                    <a:lnTo>
                      <a:pt x="3403" y="308"/>
                    </a:lnTo>
                    <a:lnTo>
                      <a:pt x="10586" y="4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1" name="Forme libre : forme 819">
                <a:extLst>
                  <a:ext uri="{FF2B5EF4-FFF2-40B4-BE49-F238E27FC236}">
                    <a16:creationId xmlns:a16="http://schemas.microsoft.com/office/drawing/2014/main" id="{85466BDA-46B3-1228-A721-ABBBC238ADC7}"/>
                  </a:ext>
                </a:extLst>
              </p:cNvPr>
              <p:cNvSpPr/>
              <p:nvPr/>
            </p:nvSpPr>
            <p:spPr>
              <a:xfrm rot="-7421404" flipV="1">
                <a:off x="7413139" y="2409422"/>
                <a:ext cx="7737" cy="7169"/>
              </a:xfrm>
              <a:custGeom>
                <a:avLst/>
                <a:gdLst>
                  <a:gd name="csX0" fmla="*/ 3415 w 7737"/>
                  <a:gd name="csY0" fmla="*/ 311 h 7169"/>
                  <a:gd name="csX1" fmla="*/ 7116 w 7737"/>
                  <a:gd name="csY1" fmla="*/ 311 h 7169"/>
                  <a:gd name="csX2" fmla="*/ 11152 w 7737"/>
                  <a:gd name="csY2" fmla="*/ 7481 h 7169"/>
                  <a:gd name="csX3" fmla="*/ 7451 w 7737"/>
                  <a:gd name="csY3" fmla="*/ 7481 h 7169"/>
                  <a:gd name="csX4" fmla="*/ 3415 w 7737"/>
                  <a:gd name="csY4" fmla="*/ 311 h 7169"/>
                </a:gdLst>
                <a:ahLst/>
                <a:cxnLst>
                  <a:cxn ang="0">
                    <a:pos x="csX0" y="csY0"/>
                  </a:cxn>
                  <a:cxn ang="0">
                    <a:pos x="csX1" y="csY1"/>
                  </a:cxn>
                  <a:cxn ang="0">
                    <a:pos x="csX2" y="csY2"/>
                  </a:cxn>
                  <a:cxn ang="0">
                    <a:pos x="csX3" y="csY3"/>
                  </a:cxn>
                  <a:cxn ang="0">
                    <a:pos x="csX4" y="csY4"/>
                  </a:cxn>
                </a:cxnLst>
                <a:rect l="l" t="t" r="r" b="b"/>
                <a:pathLst>
                  <a:path w="7737" h="7169">
                    <a:moveTo>
                      <a:pt x="3415" y="311"/>
                    </a:moveTo>
                    <a:lnTo>
                      <a:pt x="7116" y="311"/>
                    </a:lnTo>
                    <a:lnTo>
                      <a:pt x="11152" y="7481"/>
                    </a:lnTo>
                    <a:lnTo>
                      <a:pt x="7451" y="7481"/>
                    </a:lnTo>
                    <a:lnTo>
                      <a:pt x="3415" y="3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2" name="Forme libre : forme 820">
                <a:extLst>
                  <a:ext uri="{FF2B5EF4-FFF2-40B4-BE49-F238E27FC236}">
                    <a16:creationId xmlns:a16="http://schemas.microsoft.com/office/drawing/2014/main" id="{270BBB3B-8B17-C612-DABA-CDE7A7076D86}"/>
                  </a:ext>
                </a:extLst>
              </p:cNvPr>
              <p:cNvSpPr/>
              <p:nvPr/>
            </p:nvSpPr>
            <p:spPr>
              <a:xfrm rot="10120669" flipV="1">
                <a:off x="7442310" y="2403365"/>
                <a:ext cx="13435" cy="3612"/>
              </a:xfrm>
              <a:custGeom>
                <a:avLst/>
                <a:gdLst>
                  <a:gd name="csX0" fmla="*/ 8988 w 13435"/>
                  <a:gd name="csY0" fmla="*/ 307 h 3612"/>
                  <a:gd name="csX1" fmla="*/ 15262 w 13435"/>
                  <a:gd name="csY1" fmla="*/ 307 h 3612"/>
                  <a:gd name="csX2" fmla="*/ 16869 w 13435"/>
                  <a:gd name="csY2" fmla="*/ 3119 h 3612"/>
                  <a:gd name="csX3" fmla="*/ 3434 w 13435"/>
                  <a:gd name="csY3" fmla="*/ 3919 h 3612"/>
                  <a:gd name="csX4" fmla="*/ 8988 w 13435"/>
                  <a:gd name="csY4" fmla="*/ 307 h 3612"/>
                </a:gdLst>
                <a:ahLst/>
                <a:cxnLst>
                  <a:cxn ang="0">
                    <a:pos x="csX0" y="csY0"/>
                  </a:cxn>
                  <a:cxn ang="0">
                    <a:pos x="csX1" y="csY1"/>
                  </a:cxn>
                  <a:cxn ang="0">
                    <a:pos x="csX2" y="csY2"/>
                  </a:cxn>
                  <a:cxn ang="0">
                    <a:pos x="csX3" y="csY3"/>
                  </a:cxn>
                  <a:cxn ang="0">
                    <a:pos x="csX4" y="csY4"/>
                  </a:cxn>
                </a:cxnLst>
                <a:rect l="l" t="t" r="r" b="b"/>
                <a:pathLst>
                  <a:path w="13435" h="3612">
                    <a:moveTo>
                      <a:pt x="8988" y="307"/>
                    </a:moveTo>
                    <a:lnTo>
                      <a:pt x="15262" y="307"/>
                    </a:lnTo>
                    <a:lnTo>
                      <a:pt x="16869" y="3119"/>
                    </a:lnTo>
                    <a:lnTo>
                      <a:pt x="3434" y="3919"/>
                    </a:lnTo>
                    <a:lnTo>
                      <a:pt x="8988" y="3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3" name="Forme libre : forme 821">
                <a:extLst>
                  <a:ext uri="{FF2B5EF4-FFF2-40B4-BE49-F238E27FC236}">
                    <a16:creationId xmlns:a16="http://schemas.microsoft.com/office/drawing/2014/main" id="{4D792F05-871E-4FEF-BB9E-00CA43D280FA}"/>
                  </a:ext>
                </a:extLst>
              </p:cNvPr>
              <p:cNvSpPr/>
              <p:nvPr/>
            </p:nvSpPr>
            <p:spPr>
              <a:xfrm>
                <a:off x="7295999" y="2457285"/>
                <a:ext cx="21535" cy="12915"/>
              </a:xfrm>
              <a:custGeom>
                <a:avLst/>
                <a:gdLst>
                  <a:gd name="csX0" fmla="*/ 3345 w 21535"/>
                  <a:gd name="csY0" fmla="*/ 5877 h 12915"/>
                  <a:gd name="csX1" fmla="*/ 6424 w 21535"/>
                  <a:gd name="csY1" fmla="*/ 12027 h 12915"/>
                  <a:gd name="csX2" fmla="*/ 17704 w 21535"/>
                  <a:gd name="csY2" fmla="*/ 13258 h 12915"/>
                  <a:gd name="csX3" fmla="*/ 24881 w 21535"/>
                  <a:gd name="csY3" fmla="*/ 7108 h 12915"/>
                  <a:gd name="csX4" fmla="*/ 22828 w 21535"/>
                  <a:gd name="csY4" fmla="*/ 1574 h 12915"/>
                  <a:gd name="csX5" fmla="*/ 14626 w 21535"/>
                  <a:gd name="csY5" fmla="*/ 343 h 12915"/>
                  <a:gd name="csX6" fmla="*/ 3345 w 21535"/>
                  <a:gd name="csY6" fmla="*/ 5877 h 129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915">
                    <a:moveTo>
                      <a:pt x="3345" y="5877"/>
                    </a:moveTo>
                    <a:lnTo>
                      <a:pt x="6424" y="12027"/>
                    </a:lnTo>
                    <a:lnTo>
                      <a:pt x="17704" y="13258"/>
                    </a:lnTo>
                    <a:lnTo>
                      <a:pt x="24881" y="7108"/>
                    </a:lnTo>
                    <a:lnTo>
                      <a:pt x="22828" y="1574"/>
                    </a:lnTo>
                    <a:lnTo>
                      <a:pt x="14626" y="343"/>
                    </a:lnTo>
                    <a:lnTo>
                      <a:pt x="3345" y="5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4" name="Forme libre : forme 822">
                <a:extLst>
                  <a:ext uri="{FF2B5EF4-FFF2-40B4-BE49-F238E27FC236}">
                    <a16:creationId xmlns:a16="http://schemas.microsoft.com/office/drawing/2014/main" id="{4B8E358F-2994-BC17-0C84-A92866BAC20A}"/>
                  </a:ext>
                </a:extLst>
              </p:cNvPr>
              <p:cNvSpPr/>
              <p:nvPr/>
            </p:nvSpPr>
            <p:spPr>
              <a:xfrm>
                <a:off x="7251902" y="2477582"/>
                <a:ext cx="25632" cy="12299"/>
              </a:xfrm>
              <a:custGeom>
                <a:avLst/>
                <a:gdLst>
                  <a:gd name="csX0" fmla="*/ 28956 w 25632"/>
                  <a:gd name="csY0" fmla="*/ 5889 h 12299"/>
                  <a:gd name="csX1" fmla="*/ 28956 w 25632"/>
                  <a:gd name="csY1" fmla="*/ 2202 h 12299"/>
                  <a:gd name="csX2" fmla="*/ 21780 w 25632"/>
                  <a:gd name="csY2" fmla="*/ 355 h 12299"/>
                  <a:gd name="csX3" fmla="*/ 4342 w 25632"/>
                  <a:gd name="csY3" fmla="*/ 7120 h 12299"/>
                  <a:gd name="csX4" fmla="*/ 3323 w 25632"/>
                  <a:gd name="csY4" fmla="*/ 11423 h 12299"/>
                  <a:gd name="csX5" fmla="*/ 16649 w 25632"/>
                  <a:gd name="csY5" fmla="*/ 12655 h 12299"/>
                  <a:gd name="csX6" fmla="*/ 28956 w 25632"/>
                  <a:gd name="csY6" fmla="*/ 5889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2" h="12299">
                    <a:moveTo>
                      <a:pt x="28956" y="5889"/>
                    </a:moveTo>
                    <a:lnTo>
                      <a:pt x="28956" y="2202"/>
                    </a:lnTo>
                    <a:lnTo>
                      <a:pt x="21780" y="355"/>
                    </a:lnTo>
                    <a:lnTo>
                      <a:pt x="4342" y="7120"/>
                    </a:lnTo>
                    <a:lnTo>
                      <a:pt x="3323" y="11423"/>
                    </a:lnTo>
                    <a:lnTo>
                      <a:pt x="16649" y="12655"/>
                    </a:lnTo>
                    <a:lnTo>
                      <a:pt x="28956" y="58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5" name="Forme libre : forme 823">
                <a:extLst>
                  <a:ext uri="{FF2B5EF4-FFF2-40B4-BE49-F238E27FC236}">
                    <a16:creationId xmlns:a16="http://schemas.microsoft.com/office/drawing/2014/main" id="{AEC19467-4009-8019-1F2B-94949AFC2C54}"/>
                  </a:ext>
                </a:extLst>
              </p:cNvPr>
              <p:cNvSpPr/>
              <p:nvPr/>
            </p:nvSpPr>
            <p:spPr>
              <a:xfrm rot="-10457175" flipV="1">
                <a:off x="7230809" y="2433169"/>
                <a:ext cx="14502" cy="9488"/>
              </a:xfrm>
              <a:custGeom>
                <a:avLst/>
                <a:gdLst>
                  <a:gd name="csX0" fmla="*/ 3306 w 14502"/>
                  <a:gd name="csY0" fmla="*/ 327 h 9488"/>
                  <a:gd name="csX1" fmla="*/ 15675 w 14502"/>
                  <a:gd name="csY1" fmla="*/ 327 h 9488"/>
                  <a:gd name="csX2" fmla="*/ 17809 w 14502"/>
                  <a:gd name="csY2" fmla="*/ 9815 h 9488"/>
                  <a:gd name="csX3" fmla="*/ 4079 w 14502"/>
                  <a:gd name="csY3" fmla="*/ 2879 h 9488"/>
                  <a:gd name="csX4" fmla="*/ 3306 w 14502"/>
                  <a:gd name="csY4" fmla="*/ 327 h 9488"/>
                </a:gdLst>
                <a:ahLst/>
                <a:cxnLst>
                  <a:cxn ang="0">
                    <a:pos x="csX0" y="csY0"/>
                  </a:cxn>
                  <a:cxn ang="0">
                    <a:pos x="csX1" y="csY1"/>
                  </a:cxn>
                  <a:cxn ang="0">
                    <a:pos x="csX2" y="csY2"/>
                  </a:cxn>
                  <a:cxn ang="0">
                    <a:pos x="csX3" y="csY3"/>
                  </a:cxn>
                  <a:cxn ang="0">
                    <a:pos x="csX4" y="csY4"/>
                  </a:cxn>
                </a:cxnLst>
                <a:rect l="l" t="t" r="r" b="b"/>
                <a:pathLst>
                  <a:path w="14502" h="9488">
                    <a:moveTo>
                      <a:pt x="3306" y="327"/>
                    </a:moveTo>
                    <a:lnTo>
                      <a:pt x="15675" y="327"/>
                    </a:lnTo>
                    <a:lnTo>
                      <a:pt x="17809" y="9815"/>
                    </a:lnTo>
                    <a:lnTo>
                      <a:pt x="4079" y="2879"/>
                    </a:lnTo>
                    <a:lnTo>
                      <a:pt x="3306" y="3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6" name="Forme libre : forme 824">
                <a:extLst>
                  <a:ext uri="{FF2B5EF4-FFF2-40B4-BE49-F238E27FC236}">
                    <a16:creationId xmlns:a16="http://schemas.microsoft.com/office/drawing/2014/main" id="{F43FAA96-6185-FF44-F93A-1ECA21CC1118}"/>
                  </a:ext>
                </a:extLst>
              </p:cNvPr>
              <p:cNvSpPr/>
              <p:nvPr/>
            </p:nvSpPr>
            <p:spPr>
              <a:xfrm rot="-10360207" flipV="1">
                <a:off x="7242345" y="2445890"/>
                <a:ext cx="14475" cy="4179"/>
              </a:xfrm>
              <a:custGeom>
                <a:avLst/>
                <a:gdLst>
                  <a:gd name="csX0" fmla="*/ 3313 w 14475"/>
                  <a:gd name="csY0" fmla="*/ 333 h 4179"/>
                  <a:gd name="csX1" fmla="*/ 17788 w 14475"/>
                  <a:gd name="csY1" fmla="*/ 333 h 4179"/>
                  <a:gd name="csX2" fmla="*/ 15360 w 14475"/>
                  <a:gd name="csY2" fmla="*/ 3124 h 4179"/>
                  <a:gd name="csX3" fmla="*/ 6911 w 14475"/>
                  <a:gd name="csY3" fmla="*/ 4513 h 4179"/>
                  <a:gd name="csX4" fmla="*/ 3313 w 14475"/>
                  <a:gd name="csY4" fmla="*/ 333 h 4179"/>
                </a:gdLst>
                <a:ahLst/>
                <a:cxnLst>
                  <a:cxn ang="0">
                    <a:pos x="csX0" y="csY0"/>
                  </a:cxn>
                  <a:cxn ang="0">
                    <a:pos x="csX1" y="csY1"/>
                  </a:cxn>
                  <a:cxn ang="0">
                    <a:pos x="csX2" y="csY2"/>
                  </a:cxn>
                  <a:cxn ang="0">
                    <a:pos x="csX3" y="csY3"/>
                  </a:cxn>
                  <a:cxn ang="0">
                    <a:pos x="csX4" y="csY4"/>
                  </a:cxn>
                </a:cxnLst>
                <a:rect l="l" t="t" r="r" b="b"/>
                <a:pathLst>
                  <a:path w="14475" h="4179">
                    <a:moveTo>
                      <a:pt x="3313" y="333"/>
                    </a:moveTo>
                    <a:lnTo>
                      <a:pt x="17788" y="333"/>
                    </a:lnTo>
                    <a:lnTo>
                      <a:pt x="15360" y="3124"/>
                    </a:lnTo>
                    <a:lnTo>
                      <a:pt x="6911" y="4513"/>
                    </a:lnTo>
                    <a:lnTo>
                      <a:pt x="3313" y="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7" name="Forme libre : forme 825">
                <a:extLst>
                  <a:ext uri="{FF2B5EF4-FFF2-40B4-BE49-F238E27FC236}">
                    <a16:creationId xmlns:a16="http://schemas.microsoft.com/office/drawing/2014/main" id="{A8ED7868-E9D5-35E1-22A5-8866058377C8}"/>
                  </a:ext>
                </a:extLst>
              </p:cNvPr>
              <p:cNvSpPr/>
              <p:nvPr/>
            </p:nvSpPr>
            <p:spPr>
              <a:xfrm>
                <a:off x="7200629" y="2452366"/>
                <a:ext cx="15385" cy="6765"/>
              </a:xfrm>
              <a:custGeom>
                <a:avLst/>
                <a:gdLst>
                  <a:gd name="csX0" fmla="*/ 17647 w 15385"/>
                  <a:gd name="csY0" fmla="*/ 5872 h 6765"/>
                  <a:gd name="csX1" fmla="*/ 18673 w 15385"/>
                  <a:gd name="csY1" fmla="*/ 1569 h 6765"/>
                  <a:gd name="csX2" fmla="*/ 8419 w 15385"/>
                  <a:gd name="csY2" fmla="*/ 337 h 6765"/>
                  <a:gd name="csX3" fmla="*/ 3288 w 15385"/>
                  <a:gd name="csY3" fmla="*/ 2184 h 6765"/>
                  <a:gd name="csX4" fmla="*/ 7392 w 15385"/>
                  <a:gd name="csY4" fmla="*/ 7103 h 6765"/>
                  <a:gd name="csX5" fmla="*/ 17647 w 15385"/>
                  <a:gd name="csY5" fmla="*/ 5872 h 6765"/>
                </a:gdLst>
                <a:ahLst/>
                <a:cxnLst>
                  <a:cxn ang="0">
                    <a:pos x="csX0" y="csY0"/>
                  </a:cxn>
                  <a:cxn ang="0">
                    <a:pos x="csX1" y="csY1"/>
                  </a:cxn>
                  <a:cxn ang="0">
                    <a:pos x="csX2" y="csY2"/>
                  </a:cxn>
                  <a:cxn ang="0">
                    <a:pos x="csX3" y="csY3"/>
                  </a:cxn>
                  <a:cxn ang="0">
                    <a:pos x="csX4" y="csY4"/>
                  </a:cxn>
                  <a:cxn ang="0">
                    <a:pos x="csX5" y="csY5"/>
                  </a:cxn>
                </a:cxnLst>
                <a:rect l="l" t="t" r="r" b="b"/>
                <a:pathLst>
                  <a:path w="15385" h="6765">
                    <a:moveTo>
                      <a:pt x="17647" y="5872"/>
                    </a:moveTo>
                    <a:lnTo>
                      <a:pt x="18673" y="1569"/>
                    </a:lnTo>
                    <a:lnTo>
                      <a:pt x="8419" y="337"/>
                    </a:lnTo>
                    <a:lnTo>
                      <a:pt x="3288" y="2184"/>
                    </a:lnTo>
                    <a:lnTo>
                      <a:pt x="7392" y="7103"/>
                    </a:lnTo>
                    <a:lnTo>
                      <a:pt x="17647" y="5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8" name="Forme libre : forme 826">
                <a:extLst>
                  <a:ext uri="{FF2B5EF4-FFF2-40B4-BE49-F238E27FC236}">
                    <a16:creationId xmlns:a16="http://schemas.microsoft.com/office/drawing/2014/main" id="{FE015CCF-F4C8-D3AA-A7E9-DA03B7175EB7}"/>
                  </a:ext>
                </a:extLst>
              </p:cNvPr>
              <p:cNvSpPr/>
              <p:nvPr/>
            </p:nvSpPr>
            <p:spPr>
              <a:xfrm>
                <a:off x="7110391" y="2436372"/>
                <a:ext cx="31782" cy="20905"/>
              </a:xfrm>
              <a:custGeom>
                <a:avLst/>
                <a:gdLst>
                  <a:gd name="csX0" fmla="*/ 21694 w 31782"/>
                  <a:gd name="csY0" fmla="*/ 17550 h 20905"/>
                  <a:gd name="csX1" fmla="*/ 35020 w 31782"/>
                  <a:gd name="csY1" fmla="*/ 9553 h 20905"/>
                  <a:gd name="csX2" fmla="*/ 20668 w 31782"/>
                  <a:gd name="csY2" fmla="*/ 331 h 20905"/>
                  <a:gd name="csX3" fmla="*/ 3237 w 31782"/>
                  <a:gd name="csY3" fmla="*/ 9553 h 20905"/>
                  <a:gd name="csX4" fmla="*/ 3237 w 31782"/>
                  <a:gd name="csY4" fmla="*/ 16318 h 20905"/>
                  <a:gd name="csX5" fmla="*/ 12466 w 31782"/>
                  <a:gd name="csY5" fmla="*/ 21237 h 20905"/>
                  <a:gd name="csX6" fmla="*/ 21694 w 31782"/>
                  <a:gd name="csY6" fmla="*/ 17550 h 20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782" h="20905">
                    <a:moveTo>
                      <a:pt x="21694" y="17550"/>
                    </a:moveTo>
                    <a:lnTo>
                      <a:pt x="35020" y="9553"/>
                    </a:lnTo>
                    <a:lnTo>
                      <a:pt x="20668" y="331"/>
                    </a:lnTo>
                    <a:lnTo>
                      <a:pt x="3237" y="9553"/>
                    </a:lnTo>
                    <a:lnTo>
                      <a:pt x="3237" y="16318"/>
                    </a:lnTo>
                    <a:lnTo>
                      <a:pt x="12466" y="21237"/>
                    </a:lnTo>
                    <a:lnTo>
                      <a:pt x="21694" y="175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49" name="Forme libre : forme 827">
                <a:extLst>
                  <a:ext uri="{FF2B5EF4-FFF2-40B4-BE49-F238E27FC236}">
                    <a16:creationId xmlns:a16="http://schemas.microsoft.com/office/drawing/2014/main" id="{6888B5AE-8C2A-378B-BE43-82212D660ED1}"/>
                  </a:ext>
                </a:extLst>
              </p:cNvPr>
              <p:cNvSpPr/>
              <p:nvPr/>
            </p:nvSpPr>
            <p:spPr>
              <a:xfrm>
                <a:off x="7294979" y="2092891"/>
                <a:ext cx="26152" cy="9331"/>
              </a:xfrm>
              <a:custGeom>
                <a:avLst/>
                <a:gdLst>
                  <a:gd name="csX0" fmla="*/ 27963 w 26152"/>
                  <a:gd name="csY0" fmla="*/ 7452 h 9331"/>
                  <a:gd name="csX1" fmla="*/ 29502 w 26152"/>
                  <a:gd name="csY1" fmla="*/ 4784 h 9331"/>
                  <a:gd name="csX2" fmla="*/ 21813 w 26152"/>
                  <a:gd name="csY2" fmla="*/ 789 h 9331"/>
                  <a:gd name="csX3" fmla="*/ 12585 w 26152"/>
                  <a:gd name="csY3" fmla="*/ 119 h 9331"/>
                  <a:gd name="csX4" fmla="*/ 3349 w 26152"/>
                  <a:gd name="csY4" fmla="*/ 6118 h 9331"/>
                  <a:gd name="csX5" fmla="*/ 9506 w 26152"/>
                  <a:gd name="csY5" fmla="*/ 9450 h 9331"/>
                  <a:gd name="csX6" fmla="*/ 27963 w 26152"/>
                  <a:gd name="csY6" fmla="*/ 7452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9331">
                    <a:moveTo>
                      <a:pt x="27963" y="7452"/>
                    </a:moveTo>
                    <a:lnTo>
                      <a:pt x="29502" y="4784"/>
                    </a:lnTo>
                    <a:lnTo>
                      <a:pt x="21813" y="789"/>
                    </a:lnTo>
                    <a:lnTo>
                      <a:pt x="12585" y="119"/>
                    </a:lnTo>
                    <a:lnTo>
                      <a:pt x="3349" y="6118"/>
                    </a:lnTo>
                    <a:lnTo>
                      <a:pt x="9506" y="9450"/>
                    </a:lnTo>
                    <a:lnTo>
                      <a:pt x="27963" y="7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0" name="Forme libre : forme 828">
                <a:extLst>
                  <a:ext uri="{FF2B5EF4-FFF2-40B4-BE49-F238E27FC236}">
                    <a16:creationId xmlns:a16="http://schemas.microsoft.com/office/drawing/2014/main" id="{FDBFCB7A-1997-52E6-378F-FBDBDED973E3}"/>
                  </a:ext>
                </a:extLst>
              </p:cNvPr>
              <p:cNvSpPr/>
              <p:nvPr/>
            </p:nvSpPr>
            <p:spPr>
              <a:xfrm>
                <a:off x="6947345" y="2064015"/>
                <a:ext cx="52305" cy="35100"/>
              </a:xfrm>
              <a:custGeom>
                <a:avLst/>
                <a:gdLst>
                  <a:gd name="csX0" fmla="*/ 10324 w 52305"/>
                  <a:gd name="csY0" fmla="*/ 13436 h 35100"/>
                  <a:gd name="csX1" fmla="*/ 12376 w 52305"/>
                  <a:gd name="csY1" fmla="*/ 16994 h 35100"/>
                  <a:gd name="csX2" fmla="*/ 3141 w 52305"/>
                  <a:gd name="csY2" fmla="*/ 24991 h 35100"/>
                  <a:gd name="csX3" fmla="*/ 12376 w 52305"/>
                  <a:gd name="csY3" fmla="*/ 28986 h 35100"/>
                  <a:gd name="csX4" fmla="*/ 16474 w 52305"/>
                  <a:gd name="csY4" fmla="*/ 34766 h 35100"/>
                  <a:gd name="csX5" fmla="*/ 23657 w 52305"/>
                  <a:gd name="csY5" fmla="*/ 35211 h 35100"/>
                  <a:gd name="csX6" fmla="*/ 31859 w 52305"/>
                  <a:gd name="csY6" fmla="*/ 28986 h 35100"/>
                  <a:gd name="csX7" fmla="*/ 33912 w 52305"/>
                  <a:gd name="csY7" fmla="*/ 24101 h 35100"/>
                  <a:gd name="csX8" fmla="*/ 55447 w 52305"/>
                  <a:gd name="csY8" fmla="*/ 23657 h 35100"/>
                  <a:gd name="csX9" fmla="*/ 55447 w 52305"/>
                  <a:gd name="csY9" fmla="*/ 18328 h 35100"/>
                  <a:gd name="csX10" fmla="*/ 46218 w 52305"/>
                  <a:gd name="csY10" fmla="*/ 9441 h 35100"/>
                  <a:gd name="csX11" fmla="*/ 52368 w 52305"/>
                  <a:gd name="csY11" fmla="*/ 4550 h 35100"/>
                  <a:gd name="csX12" fmla="*/ 47238 w 52305"/>
                  <a:gd name="csY12" fmla="*/ 110 h 35100"/>
                  <a:gd name="csX13" fmla="*/ 35964 w 52305"/>
                  <a:gd name="csY13" fmla="*/ 110 h 35100"/>
                  <a:gd name="csX14" fmla="*/ 32885 w 52305"/>
                  <a:gd name="csY14" fmla="*/ 5884 h 35100"/>
                  <a:gd name="csX15" fmla="*/ 19552 w 52305"/>
                  <a:gd name="csY15" fmla="*/ 7218 h 35100"/>
                  <a:gd name="csX16" fmla="*/ 10324 w 52305"/>
                  <a:gd name="csY16" fmla="*/ 13436 h 35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2305" h="35100">
                    <a:moveTo>
                      <a:pt x="10324" y="13436"/>
                    </a:moveTo>
                    <a:lnTo>
                      <a:pt x="12376" y="16994"/>
                    </a:lnTo>
                    <a:lnTo>
                      <a:pt x="3141" y="24991"/>
                    </a:lnTo>
                    <a:lnTo>
                      <a:pt x="12376" y="28986"/>
                    </a:lnTo>
                    <a:lnTo>
                      <a:pt x="16474" y="34766"/>
                    </a:lnTo>
                    <a:lnTo>
                      <a:pt x="23657" y="35211"/>
                    </a:lnTo>
                    <a:lnTo>
                      <a:pt x="31859" y="28986"/>
                    </a:lnTo>
                    <a:lnTo>
                      <a:pt x="33912" y="24101"/>
                    </a:lnTo>
                    <a:lnTo>
                      <a:pt x="55447" y="23657"/>
                    </a:lnTo>
                    <a:lnTo>
                      <a:pt x="55447" y="18328"/>
                    </a:lnTo>
                    <a:lnTo>
                      <a:pt x="46218" y="9441"/>
                    </a:lnTo>
                    <a:lnTo>
                      <a:pt x="52368" y="4550"/>
                    </a:lnTo>
                    <a:lnTo>
                      <a:pt x="47238" y="110"/>
                    </a:lnTo>
                    <a:lnTo>
                      <a:pt x="35964" y="110"/>
                    </a:lnTo>
                    <a:lnTo>
                      <a:pt x="32885" y="5884"/>
                    </a:lnTo>
                    <a:lnTo>
                      <a:pt x="19552" y="7218"/>
                    </a:lnTo>
                    <a:lnTo>
                      <a:pt x="10324" y="134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1" name="Forme libre : forme 829">
                <a:extLst>
                  <a:ext uri="{FF2B5EF4-FFF2-40B4-BE49-F238E27FC236}">
                    <a16:creationId xmlns:a16="http://schemas.microsoft.com/office/drawing/2014/main" id="{FE495803-5985-2FB5-94AE-E0C52B3F67B7}"/>
                  </a:ext>
                </a:extLst>
              </p:cNvPr>
              <p:cNvSpPr/>
              <p:nvPr/>
            </p:nvSpPr>
            <p:spPr>
              <a:xfrm>
                <a:off x="6878641" y="2096003"/>
                <a:ext cx="57429" cy="23991"/>
              </a:xfrm>
              <a:custGeom>
                <a:avLst/>
                <a:gdLst>
                  <a:gd name="csX0" fmla="*/ 46176 w 57429"/>
                  <a:gd name="csY0" fmla="*/ 24115 h 23991"/>
                  <a:gd name="csX1" fmla="*/ 50281 w 57429"/>
                  <a:gd name="csY1" fmla="*/ 19231 h 23991"/>
                  <a:gd name="csX2" fmla="*/ 42072 w 57429"/>
                  <a:gd name="csY2" fmla="*/ 12116 h 23991"/>
                  <a:gd name="csX3" fmla="*/ 43098 w 57429"/>
                  <a:gd name="csY3" fmla="*/ 7232 h 23991"/>
                  <a:gd name="csX4" fmla="*/ 60535 w 57429"/>
                  <a:gd name="csY4" fmla="*/ 6342 h 23991"/>
                  <a:gd name="csX5" fmla="*/ 59509 w 57429"/>
                  <a:gd name="csY5" fmla="*/ 124 h 23991"/>
                  <a:gd name="csX6" fmla="*/ 50281 w 57429"/>
                  <a:gd name="csY6" fmla="*/ 124 h 23991"/>
                  <a:gd name="csX7" fmla="*/ 43098 w 57429"/>
                  <a:gd name="csY7" fmla="*/ 1903 h 23991"/>
                  <a:gd name="csX8" fmla="*/ 10282 w 57429"/>
                  <a:gd name="csY8" fmla="*/ 1903 h 23991"/>
                  <a:gd name="csX9" fmla="*/ 10282 w 57429"/>
                  <a:gd name="csY9" fmla="*/ 8566 h 23991"/>
                  <a:gd name="csX10" fmla="*/ 3106 w 57429"/>
                  <a:gd name="csY10" fmla="*/ 12561 h 23991"/>
                  <a:gd name="csX11" fmla="*/ 3106 w 57429"/>
                  <a:gd name="csY11" fmla="*/ 19231 h 23991"/>
                  <a:gd name="csX12" fmla="*/ 12334 w 57429"/>
                  <a:gd name="csY12" fmla="*/ 22781 h 23991"/>
                  <a:gd name="csX13" fmla="*/ 46176 w 57429"/>
                  <a:gd name="csY13" fmla="*/ 24115 h 23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7429" h="23991">
                    <a:moveTo>
                      <a:pt x="46176" y="24115"/>
                    </a:moveTo>
                    <a:lnTo>
                      <a:pt x="50281" y="19231"/>
                    </a:lnTo>
                    <a:lnTo>
                      <a:pt x="42072" y="12116"/>
                    </a:lnTo>
                    <a:lnTo>
                      <a:pt x="43098" y="7232"/>
                    </a:lnTo>
                    <a:lnTo>
                      <a:pt x="60535" y="6342"/>
                    </a:lnTo>
                    <a:lnTo>
                      <a:pt x="59509" y="124"/>
                    </a:lnTo>
                    <a:lnTo>
                      <a:pt x="50281" y="124"/>
                    </a:lnTo>
                    <a:lnTo>
                      <a:pt x="43098" y="1903"/>
                    </a:lnTo>
                    <a:lnTo>
                      <a:pt x="10282" y="1903"/>
                    </a:lnTo>
                    <a:lnTo>
                      <a:pt x="10282" y="8566"/>
                    </a:lnTo>
                    <a:lnTo>
                      <a:pt x="3106" y="12561"/>
                    </a:lnTo>
                    <a:lnTo>
                      <a:pt x="3106" y="19231"/>
                    </a:lnTo>
                    <a:lnTo>
                      <a:pt x="12334" y="22781"/>
                    </a:lnTo>
                    <a:lnTo>
                      <a:pt x="46176" y="24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2" name="Forme libre : forme 830">
                <a:extLst>
                  <a:ext uri="{FF2B5EF4-FFF2-40B4-BE49-F238E27FC236}">
                    <a16:creationId xmlns:a16="http://schemas.microsoft.com/office/drawing/2014/main" id="{5FF5050C-E8DD-F2CD-6DF9-EB5FAB44970B}"/>
                  </a:ext>
                </a:extLst>
              </p:cNvPr>
              <p:cNvSpPr/>
              <p:nvPr/>
            </p:nvSpPr>
            <p:spPr>
              <a:xfrm>
                <a:off x="6900177" y="2084003"/>
                <a:ext cx="25639" cy="7997"/>
              </a:xfrm>
              <a:custGeom>
                <a:avLst/>
                <a:gdLst>
                  <a:gd name="csX0" fmla="*/ 28749 w 25639"/>
                  <a:gd name="csY0" fmla="*/ 3671 h 7997"/>
                  <a:gd name="csX1" fmla="*/ 22599 w 25639"/>
                  <a:gd name="csY1" fmla="*/ 114 h 7997"/>
                  <a:gd name="csX2" fmla="*/ 4135 w 25639"/>
                  <a:gd name="csY2" fmla="*/ 1892 h 7997"/>
                  <a:gd name="csX3" fmla="*/ 3109 w 25639"/>
                  <a:gd name="csY3" fmla="*/ 6783 h 7997"/>
                  <a:gd name="csX4" fmla="*/ 19520 w 25639"/>
                  <a:gd name="csY4" fmla="*/ 8111 h 7997"/>
                  <a:gd name="csX5" fmla="*/ 28749 w 25639"/>
                  <a:gd name="csY5" fmla="*/ 3671 h 7997"/>
                </a:gdLst>
                <a:ahLst/>
                <a:cxnLst>
                  <a:cxn ang="0">
                    <a:pos x="csX0" y="csY0"/>
                  </a:cxn>
                  <a:cxn ang="0">
                    <a:pos x="csX1" y="csY1"/>
                  </a:cxn>
                  <a:cxn ang="0">
                    <a:pos x="csX2" y="csY2"/>
                  </a:cxn>
                  <a:cxn ang="0">
                    <a:pos x="csX3" y="csY3"/>
                  </a:cxn>
                  <a:cxn ang="0">
                    <a:pos x="csX4" y="csY4"/>
                  </a:cxn>
                  <a:cxn ang="0">
                    <a:pos x="csX5" y="csY5"/>
                  </a:cxn>
                </a:cxnLst>
                <a:rect l="l" t="t" r="r" b="b"/>
                <a:pathLst>
                  <a:path w="25639" h="7997">
                    <a:moveTo>
                      <a:pt x="28749" y="3671"/>
                    </a:moveTo>
                    <a:lnTo>
                      <a:pt x="22599" y="114"/>
                    </a:lnTo>
                    <a:lnTo>
                      <a:pt x="4135" y="1892"/>
                    </a:lnTo>
                    <a:lnTo>
                      <a:pt x="3109" y="6783"/>
                    </a:lnTo>
                    <a:lnTo>
                      <a:pt x="19520" y="8111"/>
                    </a:lnTo>
                    <a:lnTo>
                      <a:pt x="28749" y="3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3" name="Forme libre : forme 831">
                <a:extLst>
                  <a:ext uri="{FF2B5EF4-FFF2-40B4-BE49-F238E27FC236}">
                    <a16:creationId xmlns:a16="http://schemas.microsoft.com/office/drawing/2014/main" id="{D7925C0B-9E00-DF59-7E16-551EC15A4B7C}"/>
                  </a:ext>
                </a:extLst>
              </p:cNvPr>
              <p:cNvSpPr/>
              <p:nvPr/>
            </p:nvSpPr>
            <p:spPr>
              <a:xfrm rot="-6004660" flipV="1">
                <a:off x="6949939" y="2032913"/>
                <a:ext cx="8147" cy="20426"/>
              </a:xfrm>
              <a:custGeom>
                <a:avLst/>
                <a:gdLst>
                  <a:gd name="csX0" fmla="*/ 3134 w 8147"/>
                  <a:gd name="csY0" fmla="*/ 86 h 20426"/>
                  <a:gd name="csX1" fmla="*/ 8996 w 8147"/>
                  <a:gd name="csY1" fmla="*/ 86 h 20426"/>
                  <a:gd name="csX2" fmla="*/ 11281 w 8147"/>
                  <a:gd name="csY2" fmla="*/ 20513 h 20426"/>
                  <a:gd name="csX3" fmla="*/ 4310 w 8147"/>
                  <a:gd name="csY3" fmla="*/ 9253 h 20426"/>
                  <a:gd name="csX4" fmla="*/ 3134 w 8147"/>
                  <a:gd name="csY4" fmla="*/ 86 h 20426"/>
                </a:gdLst>
                <a:ahLst/>
                <a:cxnLst>
                  <a:cxn ang="0">
                    <a:pos x="csX0" y="csY0"/>
                  </a:cxn>
                  <a:cxn ang="0">
                    <a:pos x="csX1" y="csY1"/>
                  </a:cxn>
                  <a:cxn ang="0">
                    <a:pos x="csX2" y="csY2"/>
                  </a:cxn>
                  <a:cxn ang="0">
                    <a:pos x="csX3" y="csY3"/>
                  </a:cxn>
                  <a:cxn ang="0">
                    <a:pos x="csX4" y="csY4"/>
                  </a:cxn>
                </a:cxnLst>
                <a:rect l="l" t="t" r="r" b="b"/>
                <a:pathLst>
                  <a:path w="8147" h="20426">
                    <a:moveTo>
                      <a:pt x="3134" y="86"/>
                    </a:moveTo>
                    <a:lnTo>
                      <a:pt x="8996" y="86"/>
                    </a:lnTo>
                    <a:lnTo>
                      <a:pt x="11281" y="20513"/>
                    </a:lnTo>
                    <a:lnTo>
                      <a:pt x="4310" y="9253"/>
                    </a:lnTo>
                    <a:lnTo>
                      <a:pt x="3134" y="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4" name="Forme libre : forme 832">
                <a:extLst>
                  <a:ext uri="{FF2B5EF4-FFF2-40B4-BE49-F238E27FC236}">
                    <a16:creationId xmlns:a16="http://schemas.microsoft.com/office/drawing/2014/main" id="{FA0C94E8-65F1-646E-C5E5-9493B17E440F}"/>
                  </a:ext>
                </a:extLst>
              </p:cNvPr>
              <p:cNvSpPr/>
              <p:nvPr/>
            </p:nvSpPr>
            <p:spPr>
              <a:xfrm>
                <a:off x="6839675" y="2034688"/>
                <a:ext cx="27685" cy="9331"/>
              </a:xfrm>
              <a:custGeom>
                <a:avLst/>
                <a:gdLst>
                  <a:gd name="csX0" fmla="*/ 30758 w 27685"/>
                  <a:gd name="csY0" fmla="*/ 6302 h 9331"/>
                  <a:gd name="csX1" fmla="*/ 28706 w 27685"/>
                  <a:gd name="csY1" fmla="*/ 84 h 9331"/>
                  <a:gd name="csX2" fmla="*/ 17432 w 27685"/>
                  <a:gd name="csY2" fmla="*/ 84 h 9331"/>
                  <a:gd name="csX3" fmla="*/ 8197 w 27685"/>
                  <a:gd name="csY3" fmla="*/ 1411 h 9331"/>
                  <a:gd name="csX4" fmla="*/ 3073 w 27685"/>
                  <a:gd name="csY4" fmla="*/ 7636 h 9331"/>
                  <a:gd name="csX5" fmla="*/ 19477 w 27685"/>
                  <a:gd name="csY5" fmla="*/ 9415 h 9331"/>
                  <a:gd name="csX6" fmla="*/ 30758 w 27685"/>
                  <a:gd name="csY6" fmla="*/ 6302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9331">
                    <a:moveTo>
                      <a:pt x="30758" y="6302"/>
                    </a:moveTo>
                    <a:lnTo>
                      <a:pt x="28706" y="84"/>
                    </a:lnTo>
                    <a:lnTo>
                      <a:pt x="17432" y="84"/>
                    </a:lnTo>
                    <a:lnTo>
                      <a:pt x="8197" y="1411"/>
                    </a:lnTo>
                    <a:lnTo>
                      <a:pt x="3073" y="7636"/>
                    </a:lnTo>
                    <a:lnTo>
                      <a:pt x="19477" y="9415"/>
                    </a:lnTo>
                    <a:lnTo>
                      <a:pt x="30758" y="63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5" name="Forme libre : forme 833">
                <a:extLst>
                  <a:ext uri="{FF2B5EF4-FFF2-40B4-BE49-F238E27FC236}">
                    <a16:creationId xmlns:a16="http://schemas.microsoft.com/office/drawing/2014/main" id="{C6CA14A9-4AE8-F6B7-22C9-AC7A0D6C7DF3}"/>
                  </a:ext>
                </a:extLst>
              </p:cNvPr>
              <p:cNvSpPr/>
              <p:nvPr/>
            </p:nvSpPr>
            <p:spPr>
              <a:xfrm>
                <a:off x="6818140" y="2054683"/>
                <a:ext cx="32815" cy="8434"/>
              </a:xfrm>
              <a:custGeom>
                <a:avLst/>
                <a:gdLst>
                  <a:gd name="csX0" fmla="*/ 35878 w 32815"/>
                  <a:gd name="csY0" fmla="*/ 4536 h 8434"/>
                  <a:gd name="csX1" fmla="*/ 19473 w 32815"/>
                  <a:gd name="csY1" fmla="*/ 96 h 8434"/>
                  <a:gd name="csX2" fmla="*/ 5114 w 32815"/>
                  <a:gd name="csY2" fmla="*/ 3646 h 8434"/>
                  <a:gd name="csX3" fmla="*/ 3062 w 32815"/>
                  <a:gd name="csY3" fmla="*/ 6759 h 8434"/>
                  <a:gd name="csX4" fmla="*/ 22545 w 32815"/>
                  <a:gd name="csY4" fmla="*/ 8531 h 8434"/>
                  <a:gd name="csX5" fmla="*/ 35878 w 32815"/>
                  <a:gd name="csY5" fmla="*/ 4536 h 8434"/>
                </a:gdLst>
                <a:ahLst/>
                <a:cxnLst>
                  <a:cxn ang="0">
                    <a:pos x="csX0" y="csY0"/>
                  </a:cxn>
                  <a:cxn ang="0">
                    <a:pos x="csX1" y="csY1"/>
                  </a:cxn>
                  <a:cxn ang="0">
                    <a:pos x="csX2" y="csY2"/>
                  </a:cxn>
                  <a:cxn ang="0">
                    <a:pos x="csX3" y="csY3"/>
                  </a:cxn>
                  <a:cxn ang="0">
                    <a:pos x="csX4" y="csY4"/>
                  </a:cxn>
                  <a:cxn ang="0">
                    <a:pos x="csX5" y="csY5"/>
                  </a:cxn>
                </a:cxnLst>
                <a:rect l="l" t="t" r="r" b="b"/>
                <a:pathLst>
                  <a:path w="32815" h="8434">
                    <a:moveTo>
                      <a:pt x="35878" y="4536"/>
                    </a:moveTo>
                    <a:lnTo>
                      <a:pt x="19473" y="96"/>
                    </a:lnTo>
                    <a:lnTo>
                      <a:pt x="5114" y="3646"/>
                    </a:lnTo>
                    <a:lnTo>
                      <a:pt x="3062" y="6759"/>
                    </a:lnTo>
                    <a:lnTo>
                      <a:pt x="22545" y="8531"/>
                    </a:lnTo>
                    <a:lnTo>
                      <a:pt x="35878" y="45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6" name="Forme libre : forme 834">
                <a:extLst>
                  <a:ext uri="{FF2B5EF4-FFF2-40B4-BE49-F238E27FC236}">
                    <a16:creationId xmlns:a16="http://schemas.microsoft.com/office/drawing/2014/main" id="{07E31E6B-F657-E11A-12AC-6C3018B813B2}"/>
                  </a:ext>
                </a:extLst>
              </p:cNvPr>
              <p:cNvSpPr/>
              <p:nvPr/>
            </p:nvSpPr>
            <p:spPr>
              <a:xfrm>
                <a:off x="6790448" y="2064009"/>
                <a:ext cx="47174" cy="9775"/>
              </a:xfrm>
              <a:custGeom>
                <a:avLst/>
                <a:gdLst>
                  <a:gd name="csX0" fmla="*/ 28687 w 47174"/>
                  <a:gd name="csY0" fmla="*/ 9877 h 9775"/>
                  <a:gd name="csX1" fmla="*/ 50222 w 47174"/>
                  <a:gd name="csY1" fmla="*/ 6326 h 9775"/>
                  <a:gd name="csX2" fmla="*/ 50222 w 47174"/>
                  <a:gd name="csY2" fmla="*/ 3214 h 9775"/>
                  <a:gd name="csX3" fmla="*/ 34837 w 47174"/>
                  <a:gd name="csY3" fmla="*/ 101 h 9775"/>
                  <a:gd name="csX4" fmla="*/ 25608 w 47174"/>
                  <a:gd name="csY4" fmla="*/ 546 h 9775"/>
                  <a:gd name="csX5" fmla="*/ 17406 w 47174"/>
                  <a:gd name="csY5" fmla="*/ 6320 h 9775"/>
                  <a:gd name="csX6" fmla="*/ 11249 w 47174"/>
                  <a:gd name="csY6" fmla="*/ 4992 h 9775"/>
                  <a:gd name="csX7" fmla="*/ 3047 w 47174"/>
                  <a:gd name="csY7" fmla="*/ 5875 h 9775"/>
                  <a:gd name="csX8" fmla="*/ 8178 w 47174"/>
                  <a:gd name="csY8" fmla="*/ 9877 h 9775"/>
                  <a:gd name="csX9" fmla="*/ 28687 w 47174"/>
                  <a:gd name="csY9" fmla="*/ 9877 h 9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174" h="9775">
                    <a:moveTo>
                      <a:pt x="28687" y="9877"/>
                    </a:moveTo>
                    <a:lnTo>
                      <a:pt x="50222" y="6326"/>
                    </a:lnTo>
                    <a:lnTo>
                      <a:pt x="50222" y="3214"/>
                    </a:lnTo>
                    <a:lnTo>
                      <a:pt x="34837" y="101"/>
                    </a:lnTo>
                    <a:lnTo>
                      <a:pt x="25608" y="546"/>
                    </a:lnTo>
                    <a:lnTo>
                      <a:pt x="17406" y="6320"/>
                    </a:lnTo>
                    <a:lnTo>
                      <a:pt x="11249" y="4992"/>
                    </a:lnTo>
                    <a:lnTo>
                      <a:pt x="3047" y="5875"/>
                    </a:lnTo>
                    <a:lnTo>
                      <a:pt x="8178" y="9877"/>
                    </a:lnTo>
                    <a:lnTo>
                      <a:pt x="28687" y="9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7" name="Forme libre : forme 835">
                <a:extLst>
                  <a:ext uri="{FF2B5EF4-FFF2-40B4-BE49-F238E27FC236}">
                    <a16:creationId xmlns:a16="http://schemas.microsoft.com/office/drawing/2014/main" id="{26D90714-3203-82F0-6564-5A7EECDD52FC}"/>
                  </a:ext>
                </a:extLst>
              </p:cNvPr>
              <p:cNvSpPr/>
              <p:nvPr/>
            </p:nvSpPr>
            <p:spPr>
              <a:xfrm>
                <a:off x="6855061" y="2060009"/>
                <a:ext cx="16404" cy="4891"/>
              </a:xfrm>
              <a:custGeom>
                <a:avLst/>
                <a:gdLst>
                  <a:gd name="csX0" fmla="*/ 4102 w 16404"/>
                  <a:gd name="csY0" fmla="*/ 2766 h 4891"/>
                  <a:gd name="csX1" fmla="*/ 3076 w 16404"/>
                  <a:gd name="csY1" fmla="*/ 4989 h 4891"/>
                  <a:gd name="csX2" fmla="*/ 14356 w 16404"/>
                  <a:gd name="csY2" fmla="*/ 4989 h 4891"/>
                  <a:gd name="csX3" fmla="*/ 19480 w 16404"/>
                  <a:gd name="csY3" fmla="*/ 2766 h 4891"/>
                  <a:gd name="csX4" fmla="*/ 13330 w 16404"/>
                  <a:gd name="csY4" fmla="*/ 98 h 4891"/>
                  <a:gd name="csX5" fmla="*/ 4102 w 16404"/>
                  <a:gd name="csY5" fmla="*/ 2766 h 4891"/>
                </a:gdLst>
                <a:ahLst/>
                <a:cxnLst>
                  <a:cxn ang="0">
                    <a:pos x="csX0" y="csY0"/>
                  </a:cxn>
                  <a:cxn ang="0">
                    <a:pos x="csX1" y="csY1"/>
                  </a:cxn>
                  <a:cxn ang="0">
                    <a:pos x="csX2" y="csY2"/>
                  </a:cxn>
                  <a:cxn ang="0">
                    <a:pos x="csX3" y="csY3"/>
                  </a:cxn>
                  <a:cxn ang="0">
                    <a:pos x="csX4" y="csY4"/>
                  </a:cxn>
                  <a:cxn ang="0">
                    <a:pos x="csX5" y="csY5"/>
                  </a:cxn>
                </a:cxnLst>
                <a:rect l="l" t="t" r="r" b="b"/>
                <a:pathLst>
                  <a:path w="16404" h="4891">
                    <a:moveTo>
                      <a:pt x="4102" y="2766"/>
                    </a:moveTo>
                    <a:lnTo>
                      <a:pt x="3076" y="4989"/>
                    </a:lnTo>
                    <a:lnTo>
                      <a:pt x="14356" y="4989"/>
                    </a:lnTo>
                    <a:lnTo>
                      <a:pt x="19480" y="2766"/>
                    </a:lnTo>
                    <a:lnTo>
                      <a:pt x="13330" y="98"/>
                    </a:lnTo>
                    <a:lnTo>
                      <a:pt x="4102" y="27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8" name="Forme libre : forme 836">
                <a:extLst>
                  <a:ext uri="{FF2B5EF4-FFF2-40B4-BE49-F238E27FC236}">
                    <a16:creationId xmlns:a16="http://schemas.microsoft.com/office/drawing/2014/main" id="{390A770B-04B5-2648-7808-C1657CE8EC04}"/>
                  </a:ext>
                </a:extLst>
              </p:cNvPr>
              <p:cNvSpPr/>
              <p:nvPr/>
            </p:nvSpPr>
            <p:spPr>
              <a:xfrm rot="-7198896" flipV="1">
                <a:off x="6903578" y="2062570"/>
                <a:ext cx="7559" cy="12217"/>
              </a:xfrm>
              <a:custGeom>
                <a:avLst/>
                <a:gdLst>
                  <a:gd name="csX0" fmla="*/ 3105 w 7559"/>
                  <a:gd name="csY0" fmla="*/ 102 h 12217"/>
                  <a:gd name="csX1" fmla="*/ 5157 w 7559"/>
                  <a:gd name="csY1" fmla="*/ 102 h 12217"/>
                  <a:gd name="csX2" fmla="*/ 10664 w 7559"/>
                  <a:gd name="csY2" fmla="*/ 12320 h 12217"/>
                  <a:gd name="csX3" fmla="*/ 5793 w 7559"/>
                  <a:gd name="csY3" fmla="*/ 9207 h 12217"/>
                  <a:gd name="csX4" fmla="*/ 3105 w 7559"/>
                  <a:gd name="csY4" fmla="*/ 102 h 12217"/>
                </a:gdLst>
                <a:ahLst/>
                <a:cxnLst>
                  <a:cxn ang="0">
                    <a:pos x="csX0" y="csY0"/>
                  </a:cxn>
                  <a:cxn ang="0">
                    <a:pos x="csX1" y="csY1"/>
                  </a:cxn>
                  <a:cxn ang="0">
                    <a:pos x="csX2" y="csY2"/>
                  </a:cxn>
                  <a:cxn ang="0">
                    <a:pos x="csX3" y="csY3"/>
                  </a:cxn>
                  <a:cxn ang="0">
                    <a:pos x="csX4" y="csY4"/>
                  </a:cxn>
                </a:cxnLst>
                <a:rect l="l" t="t" r="r" b="b"/>
                <a:pathLst>
                  <a:path w="7559" h="12217">
                    <a:moveTo>
                      <a:pt x="3105" y="102"/>
                    </a:moveTo>
                    <a:lnTo>
                      <a:pt x="5157" y="102"/>
                    </a:lnTo>
                    <a:lnTo>
                      <a:pt x="10664" y="12320"/>
                    </a:lnTo>
                    <a:lnTo>
                      <a:pt x="5793" y="9207"/>
                    </a:lnTo>
                    <a:lnTo>
                      <a:pt x="3105" y="1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59" name="Forme libre : forme 837">
                <a:extLst>
                  <a:ext uri="{FF2B5EF4-FFF2-40B4-BE49-F238E27FC236}">
                    <a16:creationId xmlns:a16="http://schemas.microsoft.com/office/drawing/2014/main" id="{BD271EE0-0959-BFD1-43F5-D6FF71BD70C4}"/>
                  </a:ext>
                </a:extLst>
              </p:cNvPr>
              <p:cNvSpPr/>
              <p:nvPr/>
            </p:nvSpPr>
            <p:spPr>
              <a:xfrm>
                <a:off x="6804807" y="2083563"/>
                <a:ext cx="38965" cy="12436"/>
              </a:xfrm>
              <a:custGeom>
                <a:avLst/>
                <a:gdLst>
                  <a:gd name="csX0" fmla="*/ 15359 w 38965"/>
                  <a:gd name="csY0" fmla="*/ 4555 h 12436"/>
                  <a:gd name="csX1" fmla="*/ 30744 w 38965"/>
                  <a:gd name="csY1" fmla="*/ 10773 h 12436"/>
                  <a:gd name="csX2" fmla="*/ 39972 w 38965"/>
                  <a:gd name="csY2" fmla="*/ 12552 h 12436"/>
                  <a:gd name="csX3" fmla="*/ 42018 w 38965"/>
                  <a:gd name="csY3" fmla="*/ 8557 h 12436"/>
                  <a:gd name="csX4" fmla="*/ 29718 w 38965"/>
                  <a:gd name="csY4" fmla="*/ 2331 h 12436"/>
                  <a:gd name="csX5" fmla="*/ 22535 w 38965"/>
                  <a:gd name="csY5" fmla="*/ 560 h 12436"/>
                  <a:gd name="csX6" fmla="*/ 3052 w 38965"/>
                  <a:gd name="csY6" fmla="*/ 115 h 12436"/>
                  <a:gd name="csX7" fmla="*/ 15359 w 38965"/>
                  <a:gd name="csY7" fmla="*/ 4555 h 12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965" h="12436">
                    <a:moveTo>
                      <a:pt x="15359" y="4555"/>
                    </a:moveTo>
                    <a:lnTo>
                      <a:pt x="30744" y="10773"/>
                    </a:lnTo>
                    <a:lnTo>
                      <a:pt x="39972" y="12552"/>
                    </a:lnTo>
                    <a:lnTo>
                      <a:pt x="42018" y="8557"/>
                    </a:lnTo>
                    <a:lnTo>
                      <a:pt x="29718" y="2331"/>
                    </a:lnTo>
                    <a:lnTo>
                      <a:pt x="22535" y="560"/>
                    </a:lnTo>
                    <a:lnTo>
                      <a:pt x="3052" y="115"/>
                    </a:lnTo>
                    <a:lnTo>
                      <a:pt x="15359" y="45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0" name="Forme libre : forme 838">
                <a:extLst>
                  <a:ext uri="{FF2B5EF4-FFF2-40B4-BE49-F238E27FC236}">
                    <a16:creationId xmlns:a16="http://schemas.microsoft.com/office/drawing/2014/main" id="{DF946054-FF65-141E-048B-F5AD00776774}"/>
                  </a:ext>
                </a:extLst>
              </p:cNvPr>
              <p:cNvSpPr/>
              <p:nvPr/>
            </p:nvSpPr>
            <p:spPr>
              <a:xfrm>
                <a:off x="6770972" y="2082671"/>
                <a:ext cx="68703" cy="23101"/>
              </a:xfrm>
              <a:custGeom>
                <a:avLst/>
                <a:gdLst>
                  <a:gd name="csX0" fmla="*/ 20470 w 68703"/>
                  <a:gd name="csY0" fmla="*/ 9449 h 23101"/>
                  <a:gd name="csX1" fmla="*/ 22522 w 68703"/>
                  <a:gd name="csY1" fmla="*/ 12117 h 23101"/>
                  <a:gd name="csX2" fmla="*/ 34829 w 68703"/>
                  <a:gd name="csY2" fmla="*/ 16556 h 23101"/>
                  <a:gd name="csX3" fmla="*/ 48155 w 68703"/>
                  <a:gd name="csY3" fmla="*/ 17001 h 23101"/>
                  <a:gd name="csX4" fmla="*/ 57383 w 68703"/>
                  <a:gd name="csY4" fmla="*/ 23219 h 23101"/>
                  <a:gd name="csX5" fmla="*/ 68664 w 68703"/>
                  <a:gd name="csY5" fmla="*/ 20558 h 23101"/>
                  <a:gd name="csX6" fmla="*/ 71742 w 68703"/>
                  <a:gd name="csY6" fmla="*/ 17001 h 23101"/>
                  <a:gd name="csX7" fmla="*/ 58409 w 68703"/>
                  <a:gd name="csY7" fmla="*/ 13006 h 23101"/>
                  <a:gd name="csX8" fmla="*/ 42005 w 68703"/>
                  <a:gd name="csY8" fmla="*/ 8559 h 23101"/>
                  <a:gd name="csX9" fmla="*/ 32776 w 68703"/>
                  <a:gd name="csY9" fmla="*/ 4564 h 23101"/>
                  <a:gd name="csX10" fmla="*/ 23548 w 68703"/>
                  <a:gd name="csY10" fmla="*/ 3230 h 23101"/>
                  <a:gd name="csX11" fmla="*/ 9189 w 68703"/>
                  <a:gd name="csY11" fmla="*/ 118 h 23101"/>
                  <a:gd name="csX12" fmla="*/ 3039 w 68703"/>
                  <a:gd name="csY12" fmla="*/ 562 h 23101"/>
                  <a:gd name="csX13" fmla="*/ 5084 w 68703"/>
                  <a:gd name="csY13" fmla="*/ 5447 h 23101"/>
                  <a:gd name="csX14" fmla="*/ 20470 w 68703"/>
                  <a:gd name="csY14" fmla="*/ 9449 h 231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8703" h="23101">
                    <a:moveTo>
                      <a:pt x="20470" y="9449"/>
                    </a:moveTo>
                    <a:lnTo>
                      <a:pt x="22522" y="12117"/>
                    </a:lnTo>
                    <a:lnTo>
                      <a:pt x="34829" y="16556"/>
                    </a:lnTo>
                    <a:lnTo>
                      <a:pt x="48155" y="17001"/>
                    </a:lnTo>
                    <a:lnTo>
                      <a:pt x="57383" y="23219"/>
                    </a:lnTo>
                    <a:lnTo>
                      <a:pt x="68664" y="20558"/>
                    </a:lnTo>
                    <a:lnTo>
                      <a:pt x="71742" y="17001"/>
                    </a:lnTo>
                    <a:lnTo>
                      <a:pt x="58409" y="13006"/>
                    </a:lnTo>
                    <a:lnTo>
                      <a:pt x="42005" y="8559"/>
                    </a:lnTo>
                    <a:lnTo>
                      <a:pt x="32776" y="4564"/>
                    </a:lnTo>
                    <a:lnTo>
                      <a:pt x="23548" y="3230"/>
                    </a:lnTo>
                    <a:lnTo>
                      <a:pt x="9189" y="118"/>
                    </a:lnTo>
                    <a:lnTo>
                      <a:pt x="3039" y="562"/>
                    </a:lnTo>
                    <a:lnTo>
                      <a:pt x="5084" y="5447"/>
                    </a:lnTo>
                    <a:lnTo>
                      <a:pt x="20470" y="9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1" name="Forme libre : forme 839">
                <a:extLst>
                  <a:ext uri="{FF2B5EF4-FFF2-40B4-BE49-F238E27FC236}">
                    <a16:creationId xmlns:a16="http://schemas.microsoft.com/office/drawing/2014/main" id="{E6999746-C863-C671-85C3-4F33C38CCCB7}"/>
                  </a:ext>
                </a:extLst>
              </p:cNvPr>
              <p:cNvSpPr/>
              <p:nvPr/>
            </p:nvSpPr>
            <p:spPr>
              <a:xfrm rot="-8649739" flipV="1">
                <a:off x="6757449" y="2066633"/>
                <a:ext cx="11280" cy="7805"/>
              </a:xfrm>
              <a:custGeom>
                <a:avLst/>
                <a:gdLst>
                  <a:gd name="csX0" fmla="*/ 3017 w 11280"/>
                  <a:gd name="csY0" fmla="*/ 103 h 7805"/>
                  <a:gd name="csX1" fmla="*/ 6813 w 11280"/>
                  <a:gd name="csY1" fmla="*/ 103 h 7805"/>
                  <a:gd name="csX2" fmla="*/ 14297 w 11280"/>
                  <a:gd name="csY2" fmla="*/ 5507 h 7805"/>
                  <a:gd name="csX3" fmla="*/ 10029 w 11280"/>
                  <a:gd name="csY3" fmla="*/ 7908 h 7805"/>
                  <a:gd name="csX4" fmla="*/ 3017 w 11280"/>
                  <a:gd name="csY4" fmla="*/ 103 h 7805"/>
                </a:gdLst>
                <a:ahLst/>
                <a:cxnLst>
                  <a:cxn ang="0">
                    <a:pos x="csX0" y="csY0"/>
                  </a:cxn>
                  <a:cxn ang="0">
                    <a:pos x="csX1" y="csY1"/>
                  </a:cxn>
                  <a:cxn ang="0">
                    <a:pos x="csX2" y="csY2"/>
                  </a:cxn>
                  <a:cxn ang="0">
                    <a:pos x="csX3" y="csY3"/>
                  </a:cxn>
                  <a:cxn ang="0">
                    <a:pos x="csX4" y="csY4"/>
                  </a:cxn>
                </a:cxnLst>
                <a:rect l="l" t="t" r="r" b="b"/>
                <a:pathLst>
                  <a:path w="11280" h="7805">
                    <a:moveTo>
                      <a:pt x="3017" y="103"/>
                    </a:moveTo>
                    <a:lnTo>
                      <a:pt x="6813" y="103"/>
                    </a:lnTo>
                    <a:lnTo>
                      <a:pt x="14297" y="5507"/>
                    </a:lnTo>
                    <a:lnTo>
                      <a:pt x="10029" y="7908"/>
                    </a:lnTo>
                    <a:lnTo>
                      <a:pt x="3017" y="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2" name="Forme libre : forme 840">
                <a:extLst>
                  <a:ext uri="{FF2B5EF4-FFF2-40B4-BE49-F238E27FC236}">
                    <a16:creationId xmlns:a16="http://schemas.microsoft.com/office/drawing/2014/main" id="{3E86F18A-F8D9-B180-6BAD-1DC54F0D7ABF}"/>
                  </a:ext>
                </a:extLst>
              </p:cNvPr>
              <p:cNvSpPr/>
              <p:nvPr/>
            </p:nvSpPr>
            <p:spPr>
              <a:xfrm>
                <a:off x="6823271" y="2074228"/>
                <a:ext cx="20509" cy="5780"/>
              </a:xfrm>
              <a:custGeom>
                <a:avLst/>
                <a:gdLst>
                  <a:gd name="csX0" fmla="*/ 3057 w 20509"/>
                  <a:gd name="csY0" fmla="*/ 2775 h 5780"/>
                  <a:gd name="csX1" fmla="*/ 11259 w 20509"/>
                  <a:gd name="csY1" fmla="*/ 5888 h 5780"/>
                  <a:gd name="csX2" fmla="*/ 23566 w 20509"/>
                  <a:gd name="csY2" fmla="*/ 3664 h 5780"/>
                  <a:gd name="csX3" fmla="*/ 23566 w 20509"/>
                  <a:gd name="csY3" fmla="*/ 107 h 5780"/>
                  <a:gd name="csX4" fmla="*/ 11259 w 20509"/>
                  <a:gd name="csY4" fmla="*/ 107 h 5780"/>
                  <a:gd name="csX5" fmla="*/ 3057 w 20509"/>
                  <a:gd name="csY5" fmla="*/ 2775 h 5780"/>
                </a:gdLst>
                <a:ahLst/>
                <a:cxnLst>
                  <a:cxn ang="0">
                    <a:pos x="csX0" y="csY0"/>
                  </a:cxn>
                  <a:cxn ang="0">
                    <a:pos x="csX1" y="csY1"/>
                  </a:cxn>
                  <a:cxn ang="0">
                    <a:pos x="csX2" y="csY2"/>
                  </a:cxn>
                  <a:cxn ang="0">
                    <a:pos x="csX3" y="csY3"/>
                  </a:cxn>
                  <a:cxn ang="0">
                    <a:pos x="csX4" y="csY4"/>
                  </a:cxn>
                  <a:cxn ang="0">
                    <a:pos x="csX5" y="csY5"/>
                  </a:cxn>
                </a:cxnLst>
                <a:rect l="l" t="t" r="r" b="b"/>
                <a:pathLst>
                  <a:path w="20509" h="5780">
                    <a:moveTo>
                      <a:pt x="3057" y="2775"/>
                    </a:moveTo>
                    <a:lnTo>
                      <a:pt x="11259" y="5888"/>
                    </a:lnTo>
                    <a:lnTo>
                      <a:pt x="23566" y="3664"/>
                    </a:lnTo>
                    <a:lnTo>
                      <a:pt x="23566" y="107"/>
                    </a:lnTo>
                    <a:lnTo>
                      <a:pt x="11259" y="107"/>
                    </a:lnTo>
                    <a:lnTo>
                      <a:pt x="3057" y="27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3" name="Forme libre : forme 841">
                <a:extLst>
                  <a:ext uri="{FF2B5EF4-FFF2-40B4-BE49-F238E27FC236}">
                    <a16:creationId xmlns:a16="http://schemas.microsoft.com/office/drawing/2014/main" id="{24A90E93-B447-4033-8557-3E68E1704949}"/>
                  </a:ext>
                </a:extLst>
              </p:cNvPr>
              <p:cNvSpPr/>
              <p:nvPr/>
            </p:nvSpPr>
            <p:spPr>
              <a:xfrm>
                <a:off x="6842747" y="2084448"/>
                <a:ext cx="15385" cy="5773"/>
              </a:xfrm>
              <a:custGeom>
                <a:avLst/>
                <a:gdLst>
                  <a:gd name="csX0" fmla="*/ 5120 w 15385"/>
                  <a:gd name="csY0" fmla="*/ 114 h 5773"/>
                  <a:gd name="csX1" fmla="*/ 3068 w 15385"/>
                  <a:gd name="csY1" fmla="*/ 3226 h 5773"/>
                  <a:gd name="csX2" fmla="*/ 8199 w 15385"/>
                  <a:gd name="csY2" fmla="*/ 5887 h 5773"/>
                  <a:gd name="csX3" fmla="*/ 18453 w 15385"/>
                  <a:gd name="csY3" fmla="*/ 5443 h 5773"/>
                  <a:gd name="csX4" fmla="*/ 13330 w 15385"/>
                  <a:gd name="csY4" fmla="*/ 1448 h 5773"/>
                  <a:gd name="csX5" fmla="*/ 5120 w 15385"/>
                  <a:gd name="csY5" fmla="*/ 114 h 5773"/>
                </a:gdLst>
                <a:ahLst/>
                <a:cxnLst>
                  <a:cxn ang="0">
                    <a:pos x="csX0" y="csY0"/>
                  </a:cxn>
                  <a:cxn ang="0">
                    <a:pos x="csX1" y="csY1"/>
                  </a:cxn>
                  <a:cxn ang="0">
                    <a:pos x="csX2" y="csY2"/>
                  </a:cxn>
                  <a:cxn ang="0">
                    <a:pos x="csX3" y="csY3"/>
                  </a:cxn>
                  <a:cxn ang="0">
                    <a:pos x="csX4" y="csY4"/>
                  </a:cxn>
                  <a:cxn ang="0">
                    <a:pos x="csX5" y="csY5"/>
                  </a:cxn>
                </a:cxnLst>
                <a:rect l="l" t="t" r="r" b="b"/>
                <a:pathLst>
                  <a:path w="15385" h="5773">
                    <a:moveTo>
                      <a:pt x="5120" y="114"/>
                    </a:moveTo>
                    <a:lnTo>
                      <a:pt x="3068" y="3226"/>
                    </a:lnTo>
                    <a:lnTo>
                      <a:pt x="8199" y="5887"/>
                    </a:lnTo>
                    <a:lnTo>
                      <a:pt x="18453" y="5443"/>
                    </a:lnTo>
                    <a:lnTo>
                      <a:pt x="13330" y="1448"/>
                    </a:lnTo>
                    <a:lnTo>
                      <a:pt x="5120" y="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4" name="Forme libre : forme 842">
                <a:extLst>
                  <a:ext uri="{FF2B5EF4-FFF2-40B4-BE49-F238E27FC236}">
                    <a16:creationId xmlns:a16="http://schemas.microsoft.com/office/drawing/2014/main" id="{F682E00B-F52F-D369-AA0C-5F7B9EBF0410}"/>
                  </a:ext>
                </a:extLst>
              </p:cNvPr>
              <p:cNvSpPr/>
              <p:nvPr/>
            </p:nvSpPr>
            <p:spPr>
              <a:xfrm rot="-1802759" flipV="1">
                <a:off x="6850785" y="2093706"/>
                <a:ext cx="12642" cy="6799"/>
              </a:xfrm>
              <a:custGeom>
                <a:avLst/>
                <a:gdLst>
                  <a:gd name="csX0" fmla="*/ 8614 w 12642"/>
                  <a:gd name="csY0" fmla="*/ 119 h 6799"/>
                  <a:gd name="csX1" fmla="*/ 15715 w 12642"/>
                  <a:gd name="csY1" fmla="*/ 119 h 6799"/>
                  <a:gd name="csX2" fmla="*/ 12172 w 12642"/>
                  <a:gd name="csY2" fmla="*/ 6269 h 6799"/>
                  <a:gd name="csX3" fmla="*/ 3073 w 12642"/>
                  <a:gd name="csY3" fmla="*/ 6918 h 6799"/>
                  <a:gd name="csX4" fmla="*/ 8614 w 12642"/>
                  <a:gd name="csY4" fmla="*/ 119 h 6799"/>
                </a:gdLst>
                <a:ahLst/>
                <a:cxnLst>
                  <a:cxn ang="0">
                    <a:pos x="csX0" y="csY0"/>
                  </a:cxn>
                  <a:cxn ang="0">
                    <a:pos x="csX1" y="csY1"/>
                  </a:cxn>
                  <a:cxn ang="0">
                    <a:pos x="csX2" y="csY2"/>
                  </a:cxn>
                  <a:cxn ang="0">
                    <a:pos x="csX3" y="csY3"/>
                  </a:cxn>
                  <a:cxn ang="0">
                    <a:pos x="csX4" y="csY4"/>
                  </a:cxn>
                </a:cxnLst>
                <a:rect l="l" t="t" r="r" b="b"/>
                <a:pathLst>
                  <a:path w="12642" h="6799">
                    <a:moveTo>
                      <a:pt x="8614" y="119"/>
                    </a:moveTo>
                    <a:lnTo>
                      <a:pt x="15715" y="119"/>
                    </a:lnTo>
                    <a:lnTo>
                      <a:pt x="12172" y="6269"/>
                    </a:lnTo>
                    <a:lnTo>
                      <a:pt x="3073" y="6918"/>
                    </a:lnTo>
                    <a:lnTo>
                      <a:pt x="8614" y="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5" name="Forme libre : forme 843">
                <a:extLst>
                  <a:ext uri="{FF2B5EF4-FFF2-40B4-BE49-F238E27FC236}">
                    <a16:creationId xmlns:a16="http://schemas.microsoft.com/office/drawing/2014/main" id="{63607517-34C4-C59E-86D8-95E03974F532}"/>
                  </a:ext>
                </a:extLst>
              </p:cNvPr>
              <p:cNvSpPr/>
              <p:nvPr/>
            </p:nvSpPr>
            <p:spPr>
              <a:xfrm rot="1013094" flipV="1">
                <a:off x="6831016" y="2106369"/>
                <a:ext cx="19366" cy="6806"/>
              </a:xfrm>
              <a:custGeom>
                <a:avLst/>
                <a:gdLst>
                  <a:gd name="csX0" fmla="*/ 3062 w 19366"/>
                  <a:gd name="csY0" fmla="*/ 127 h 6806"/>
                  <a:gd name="csX1" fmla="*/ 13774 w 19366"/>
                  <a:gd name="csY1" fmla="*/ 127 h 6806"/>
                  <a:gd name="csX2" fmla="*/ 22428 w 19366"/>
                  <a:gd name="csY2" fmla="*/ 6933 h 6806"/>
                  <a:gd name="csX3" fmla="*/ 6598 w 19366"/>
                  <a:gd name="csY3" fmla="*/ 2596 h 6806"/>
                  <a:gd name="csX4" fmla="*/ 3062 w 19366"/>
                  <a:gd name="csY4" fmla="*/ 127 h 6806"/>
                </a:gdLst>
                <a:ahLst/>
                <a:cxnLst>
                  <a:cxn ang="0">
                    <a:pos x="csX0" y="csY0"/>
                  </a:cxn>
                  <a:cxn ang="0">
                    <a:pos x="csX1" y="csY1"/>
                  </a:cxn>
                  <a:cxn ang="0">
                    <a:pos x="csX2" y="csY2"/>
                  </a:cxn>
                  <a:cxn ang="0">
                    <a:pos x="csX3" y="csY3"/>
                  </a:cxn>
                  <a:cxn ang="0">
                    <a:pos x="csX4" y="csY4"/>
                  </a:cxn>
                </a:cxnLst>
                <a:rect l="l" t="t" r="r" b="b"/>
                <a:pathLst>
                  <a:path w="19366" h="6806">
                    <a:moveTo>
                      <a:pt x="3062" y="127"/>
                    </a:moveTo>
                    <a:lnTo>
                      <a:pt x="13774" y="127"/>
                    </a:lnTo>
                    <a:lnTo>
                      <a:pt x="22428" y="6933"/>
                    </a:lnTo>
                    <a:lnTo>
                      <a:pt x="6598" y="2596"/>
                    </a:lnTo>
                    <a:lnTo>
                      <a:pt x="3062"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6" name="Forme libre : forme 844">
                <a:extLst>
                  <a:ext uri="{FF2B5EF4-FFF2-40B4-BE49-F238E27FC236}">
                    <a16:creationId xmlns:a16="http://schemas.microsoft.com/office/drawing/2014/main" id="{C600A5F1-DF1A-E324-751D-4F0980248AFC}"/>
                  </a:ext>
                </a:extLst>
              </p:cNvPr>
              <p:cNvSpPr/>
              <p:nvPr/>
            </p:nvSpPr>
            <p:spPr>
              <a:xfrm>
                <a:off x="6761737" y="2092892"/>
                <a:ext cx="25639" cy="9331"/>
              </a:xfrm>
              <a:custGeom>
                <a:avLst/>
                <a:gdLst>
                  <a:gd name="csX0" fmla="*/ 26612 w 25639"/>
                  <a:gd name="csY0" fmla="*/ 7671 h 9331"/>
                  <a:gd name="csX1" fmla="*/ 28664 w 25639"/>
                  <a:gd name="csY1" fmla="*/ 5003 h 9331"/>
                  <a:gd name="csX2" fmla="*/ 24560 w 25639"/>
                  <a:gd name="csY2" fmla="*/ 2335 h 9331"/>
                  <a:gd name="csX3" fmla="*/ 14305 w 25639"/>
                  <a:gd name="csY3" fmla="*/ 564 h 9331"/>
                  <a:gd name="csX4" fmla="*/ 3024 w 25639"/>
                  <a:gd name="csY4" fmla="*/ 119 h 9331"/>
                  <a:gd name="csX5" fmla="*/ 4050 w 25639"/>
                  <a:gd name="csY5" fmla="*/ 5448 h 9331"/>
                  <a:gd name="csX6" fmla="*/ 14305 w 25639"/>
                  <a:gd name="csY6" fmla="*/ 9450 h 9331"/>
                  <a:gd name="csX7" fmla="*/ 26612 w 25639"/>
                  <a:gd name="csY7" fmla="*/ 7671 h 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9331">
                    <a:moveTo>
                      <a:pt x="26612" y="7671"/>
                    </a:moveTo>
                    <a:lnTo>
                      <a:pt x="28664" y="5003"/>
                    </a:lnTo>
                    <a:lnTo>
                      <a:pt x="24560" y="2335"/>
                    </a:lnTo>
                    <a:lnTo>
                      <a:pt x="14305" y="564"/>
                    </a:lnTo>
                    <a:lnTo>
                      <a:pt x="3024" y="119"/>
                    </a:lnTo>
                    <a:lnTo>
                      <a:pt x="4050" y="5448"/>
                    </a:lnTo>
                    <a:lnTo>
                      <a:pt x="14305" y="9450"/>
                    </a:lnTo>
                    <a:lnTo>
                      <a:pt x="26612" y="7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7" name="Forme libre : forme 845">
                <a:extLst>
                  <a:ext uri="{FF2B5EF4-FFF2-40B4-BE49-F238E27FC236}">
                    <a16:creationId xmlns:a16="http://schemas.microsoft.com/office/drawing/2014/main" id="{A042C369-21AF-4B53-D7AB-9258B4BE98C8}"/>
                  </a:ext>
                </a:extLst>
              </p:cNvPr>
              <p:cNvSpPr/>
              <p:nvPr/>
            </p:nvSpPr>
            <p:spPr>
              <a:xfrm>
                <a:off x="6789429" y="2103110"/>
                <a:ext cx="26659" cy="5780"/>
              </a:xfrm>
              <a:custGeom>
                <a:avLst/>
                <a:gdLst>
                  <a:gd name="csX0" fmla="*/ 29701 w 26659"/>
                  <a:gd name="csY0" fmla="*/ 3682 h 5780"/>
                  <a:gd name="csX1" fmla="*/ 26622 w 26659"/>
                  <a:gd name="csY1" fmla="*/ 1014 h 5780"/>
                  <a:gd name="csX2" fmla="*/ 13296 w 26659"/>
                  <a:gd name="csY2" fmla="*/ 124 h 5780"/>
                  <a:gd name="csX3" fmla="*/ 3042 w 26659"/>
                  <a:gd name="csY3" fmla="*/ 4571 h 5780"/>
                  <a:gd name="csX4" fmla="*/ 19446 w 26659"/>
                  <a:gd name="csY4" fmla="*/ 5905 h 5780"/>
                  <a:gd name="csX5" fmla="*/ 29701 w 26659"/>
                  <a:gd name="csY5" fmla="*/ 3682 h 5780"/>
                </a:gdLst>
                <a:ahLst/>
                <a:cxnLst>
                  <a:cxn ang="0">
                    <a:pos x="csX0" y="csY0"/>
                  </a:cxn>
                  <a:cxn ang="0">
                    <a:pos x="csX1" y="csY1"/>
                  </a:cxn>
                  <a:cxn ang="0">
                    <a:pos x="csX2" y="csY2"/>
                  </a:cxn>
                  <a:cxn ang="0">
                    <a:pos x="csX3" y="csY3"/>
                  </a:cxn>
                  <a:cxn ang="0">
                    <a:pos x="csX4" y="csY4"/>
                  </a:cxn>
                  <a:cxn ang="0">
                    <a:pos x="csX5" y="csY5"/>
                  </a:cxn>
                </a:cxnLst>
                <a:rect l="l" t="t" r="r" b="b"/>
                <a:pathLst>
                  <a:path w="26659" h="5780">
                    <a:moveTo>
                      <a:pt x="29701" y="3682"/>
                    </a:moveTo>
                    <a:lnTo>
                      <a:pt x="26622" y="1014"/>
                    </a:lnTo>
                    <a:lnTo>
                      <a:pt x="13296" y="124"/>
                    </a:lnTo>
                    <a:lnTo>
                      <a:pt x="3042" y="4571"/>
                    </a:lnTo>
                    <a:lnTo>
                      <a:pt x="19446" y="5905"/>
                    </a:lnTo>
                    <a:lnTo>
                      <a:pt x="29701" y="36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8" name="Forme libre : forme 846">
                <a:extLst>
                  <a:ext uri="{FF2B5EF4-FFF2-40B4-BE49-F238E27FC236}">
                    <a16:creationId xmlns:a16="http://schemas.microsoft.com/office/drawing/2014/main" id="{D7A42C66-5820-8847-8AF4-2E01F779212C}"/>
                  </a:ext>
                </a:extLst>
              </p:cNvPr>
              <p:cNvSpPr/>
              <p:nvPr/>
            </p:nvSpPr>
            <p:spPr>
              <a:xfrm>
                <a:off x="6830447" y="2118660"/>
                <a:ext cx="39991" cy="18217"/>
              </a:xfrm>
              <a:custGeom>
                <a:avLst/>
                <a:gdLst>
                  <a:gd name="csX0" fmla="*/ 41011 w 39991"/>
                  <a:gd name="csY0" fmla="*/ 3251 h 18217"/>
                  <a:gd name="csX1" fmla="*/ 28704 w 39991"/>
                  <a:gd name="csY1" fmla="*/ 1917 h 18217"/>
                  <a:gd name="csX2" fmla="*/ 19476 w 39991"/>
                  <a:gd name="csY2" fmla="*/ 139 h 18217"/>
                  <a:gd name="csX3" fmla="*/ 3072 w 39991"/>
                  <a:gd name="csY3" fmla="*/ 139 h 18217"/>
                  <a:gd name="csX4" fmla="*/ 5124 w 39991"/>
                  <a:gd name="csY4" fmla="*/ 4141 h 18217"/>
                  <a:gd name="csX5" fmla="*/ 4098 w 39991"/>
                  <a:gd name="csY5" fmla="*/ 11693 h 18217"/>
                  <a:gd name="csX6" fmla="*/ 7169 w 39991"/>
                  <a:gd name="csY6" fmla="*/ 17467 h 18217"/>
                  <a:gd name="csX7" fmla="*/ 14352 w 39991"/>
                  <a:gd name="csY7" fmla="*/ 18356 h 18217"/>
                  <a:gd name="csX8" fmla="*/ 14352 w 39991"/>
                  <a:gd name="csY8" fmla="*/ 12138 h 18217"/>
                  <a:gd name="csX9" fmla="*/ 30757 w 39991"/>
                  <a:gd name="csY9" fmla="*/ 5919 h 18217"/>
                  <a:gd name="csX10" fmla="*/ 43064 w 39991"/>
                  <a:gd name="csY10" fmla="*/ 5919 h 18217"/>
                  <a:gd name="csX11" fmla="*/ 41011 w 39991"/>
                  <a:gd name="csY11" fmla="*/ 3251 h 18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9991" h="18217">
                    <a:moveTo>
                      <a:pt x="41011" y="3251"/>
                    </a:moveTo>
                    <a:lnTo>
                      <a:pt x="28704" y="1917"/>
                    </a:lnTo>
                    <a:lnTo>
                      <a:pt x="19476" y="139"/>
                    </a:lnTo>
                    <a:lnTo>
                      <a:pt x="3072" y="139"/>
                    </a:lnTo>
                    <a:lnTo>
                      <a:pt x="5124" y="4141"/>
                    </a:lnTo>
                    <a:lnTo>
                      <a:pt x="4098" y="11693"/>
                    </a:lnTo>
                    <a:lnTo>
                      <a:pt x="7169" y="17467"/>
                    </a:lnTo>
                    <a:lnTo>
                      <a:pt x="14352" y="18356"/>
                    </a:lnTo>
                    <a:lnTo>
                      <a:pt x="14352" y="12138"/>
                    </a:lnTo>
                    <a:lnTo>
                      <a:pt x="30757" y="5919"/>
                    </a:lnTo>
                    <a:lnTo>
                      <a:pt x="43064" y="5919"/>
                    </a:lnTo>
                    <a:lnTo>
                      <a:pt x="41011" y="32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69" name="Forme libre : forme 847">
                <a:extLst>
                  <a:ext uri="{FF2B5EF4-FFF2-40B4-BE49-F238E27FC236}">
                    <a16:creationId xmlns:a16="http://schemas.microsoft.com/office/drawing/2014/main" id="{AE080ED6-7D3D-DB8E-6DC5-8627A36854A0}"/>
                  </a:ext>
                </a:extLst>
              </p:cNvPr>
              <p:cNvSpPr/>
              <p:nvPr/>
            </p:nvSpPr>
            <p:spPr>
              <a:xfrm>
                <a:off x="6860185" y="2138656"/>
                <a:ext cx="22561" cy="10220"/>
              </a:xfrm>
              <a:custGeom>
                <a:avLst/>
                <a:gdLst>
                  <a:gd name="csX0" fmla="*/ 3080 w 22561"/>
                  <a:gd name="csY0" fmla="*/ 4150 h 10220"/>
                  <a:gd name="csX1" fmla="*/ 9230 w 22561"/>
                  <a:gd name="csY1" fmla="*/ 8145 h 10220"/>
                  <a:gd name="csX2" fmla="*/ 17439 w 22561"/>
                  <a:gd name="csY2" fmla="*/ 10368 h 10220"/>
                  <a:gd name="csX3" fmla="*/ 25641 w 22561"/>
                  <a:gd name="csY3" fmla="*/ 7262 h 10220"/>
                  <a:gd name="csX4" fmla="*/ 23589 w 22561"/>
                  <a:gd name="csY4" fmla="*/ 2371 h 10220"/>
                  <a:gd name="csX5" fmla="*/ 18465 w 22561"/>
                  <a:gd name="csY5" fmla="*/ 148 h 10220"/>
                  <a:gd name="csX6" fmla="*/ 4106 w 22561"/>
                  <a:gd name="csY6" fmla="*/ 1482 h 10220"/>
                  <a:gd name="csX7" fmla="*/ 3080 w 22561"/>
                  <a:gd name="csY7" fmla="*/ 4150 h 1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0220">
                    <a:moveTo>
                      <a:pt x="3080" y="4150"/>
                    </a:moveTo>
                    <a:lnTo>
                      <a:pt x="9230" y="8145"/>
                    </a:lnTo>
                    <a:lnTo>
                      <a:pt x="17439" y="10368"/>
                    </a:lnTo>
                    <a:lnTo>
                      <a:pt x="25641" y="7262"/>
                    </a:lnTo>
                    <a:lnTo>
                      <a:pt x="23589" y="2371"/>
                    </a:lnTo>
                    <a:lnTo>
                      <a:pt x="18465" y="148"/>
                    </a:lnTo>
                    <a:lnTo>
                      <a:pt x="4106" y="1482"/>
                    </a:lnTo>
                    <a:lnTo>
                      <a:pt x="3080" y="41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0" name="Forme libre : forme 848">
                <a:extLst>
                  <a:ext uri="{FF2B5EF4-FFF2-40B4-BE49-F238E27FC236}">
                    <a16:creationId xmlns:a16="http://schemas.microsoft.com/office/drawing/2014/main" id="{BD53631F-C1C3-BBDF-622B-06293F5A07C9}"/>
                  </a:ext>
                </a:extLst>
              </p:cNvPr>
              <p:cNvSpPr/>
              <p:nvPr/>
            </p:nvSpPr>
            <p:spPr>
              <a:xfrm>
                <a:off x="6798657" y="2122662"/>
                <a:ext cx="20509" cy="14215"/>
              </a:xfrm>
              <a:custGeom>
                <a:avLst/>
                <a:gdLst>
                  <a:gd name="csX0" fmla="*/ 21502 w 20509"/>
                  <a:gd name="csY0" fmla="*/ 13464 h 14215"/>
                  <a:gd name="csX1" fmla="*/ 23554 w 20509"/>
                  <a:gd name="csY1" fmla="*/ 3244 h 14215"/>
                  <a:gd name="csX2" fmla="*/ 20476 w 20509"/>
                  <a:gd name="csY2" fmla="*/ 138 h 14215"/>
                  <a:gd name="csX3" fmla="*/ 7149 w 20509"/>
                  <a:gd name="csY3" fmla="*/ 1465 h 14215"/>
                  <a:gd name="csX4" fmla="*/ 3045 w 20509"/>
                  <a:gd name="csY4" fmla="*/ 9907 h 14215"/>
                  <a:gd name="csX5" fmla="*/ 5097 w 20509"/>
                  <a:gd name="csY5" fmla="*/ 14353 h 14215"/>
                  <a:gd name="csX6" fmla="*/ 21502 w 20509"/>
                  <a:gd name="csY6" fmla="*/ 13464 h 142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4215">
                    <a:moveTo>
                      <a:pt x="21502" y="13464"/>
                    </a:moveTo>
                    <a:lnTo>
                      <a:pt x="23554" y="3244"/>
                    </a:lnTo>
                    <a:lnTo>
                      <a:pt x="20476" y="138"/>
                    </a:lnTo>
                    <a:lnTo>
                      <a:pt x="7149" y="1465"/>
                    </a:lnTo>
                    <a:lnTo>
                      <a:pt x="3045" y="9907"/>
                    </a:lnTo>
                    <a:lnTo>
                      <a:pt x="5097" y="14353"/>
                    </a:lnTo>
                    <a:lnTo>
                      <a:pt x="21502" y="13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1" name="Forme libre : forme 849">
                <a:extLst>
                  <a:ext uri="{FF2B5EF4-FFF2-40B4-BE49-F238E27FC236}">
                    <a16:creationId xmlns:a16="http://schemas.microsoft.com/office/drawing/2014/main" id="{D4C84260-39A8-7752-FD2C-07F35056C810}"/>
                  </a:ext>
                </a:extLst>
              </p:cNvPr>
              <p:cNvSpPr/>
              <p:nvPr/>
            </p:nvSpPr>
            <p:spPr>
              <a:xfrm>
                <a:off x="6840702" y="2147542"/>
                <a:ext cx="19482" cy="3112"/>
              </a:xfrm>
              <a:custGeom>
                <a:avLst/>
                <a:gdLst>
                  <a:gd name="csX0" fmla="*/ 3068 w 19482"/>
                  <a:gd name="csY0" fmla="*/ 1929 h 3112"/>
                  <a:gd name="csX1" fmla="*/ 9218 w 19482"/>
                  <a:gd name="csY1" fmla="*/ 3263 h 3112"/>
                  <a:gd name="csX2" fmla="*/ 22550 w 19482"/>
                  <a:gd name="csY2" fmla="*/ 2819 h 3112"/>
                  <a:gd name="csX3" fmla="*/ 22550 w 19482"/>
                  <a:gd name="csY3" fmla="*/ 595 h 3112"/>
                  <a:gd name="csX4" fmla="*/ 11270 w 19482"/>
                  <a:gd name="csY4" fmla="*/ 151 h 3112"/>
                  <a:gd name="csX5" fmla="*/ 3068 w 19482"/>
                  <a:gd name="csY5" fmla="*/ 1929 h 3112"/>
                </a:gdLst>
                <a:ahLst/>
                <a:cxnLst>
                  <a:cxn ang="0">
                    <a:pos x="csX0" y="csY0"/>
                  </a:cxn>
                  <a:cxn ang="0">
                    <a:pos x="csX1" y="csY1"/>
                  </a:cxn>
                  <a:cxn ang="0">
                    <a:pos x="csX2" y="csY2"/>
                  </a:cxn>
                  <a:cxn ang="0">
                    <a:pos x="csX3" y="csY3"/>
                  </a:cxn>
                  <a:cxn ang="0">
                    <a:pos x="csX4" y="csY4"/>
                  </a:cxn>
                  <a:cxn ang="0">
                    <a:pos x="csX5" y="csY5"/>
                  </a:cxn>
                </a:cxnLst>
                <a:rect l="l" t="t" r="r" b="b"/>
                <a:pathLst>
                  <a:path w="19482" h="3112">
                    <a:moveTo>
                      <a:pt x="3068" y="1929"/>
                    </a:moveTo>
                    <a:lnTo>
                      <a:pt x="9218" y="3263"/>
                    </a:lnTo>
                    <a:lnTo>
                      <a:pt x="22550" y="2819"/>
                    </a:lnTo>
                    <a:lnTo>
                      <a:pt x="22550" y="595"/>
                    </a:lnTo>
                    <a:lnTo>
                      <a:pt x="11270" y="151"/>
                    </a:lnTo>
                    <a:lnTo>
                      <a:pt x="3068" y="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2" name="Forme libre : forme 850">
                <a:extLst>
                  <a:ext uri="{FF2B5EF4-FFF2-40B4-BE49-F238E27FC236}">
                    <a16:creationId xmlns:a16="http://schemas.microsoft.com/office/drawing/2014/main" id="{93327000-461C-83E1-4CEF-30BE99AACD33}"/>
                  </a:ext>
                </a:extLst>
              </p:cNvPr>
              <p:cNvSpPr/>
              <p:nvPr/>
            </p:nvSpPr>
            <p:spPr>
              <a:xfrm>
                <a:off x="6719693" y="2122662"/>
                <a:ext cx="27692" cy="11109"/>
              </a:xfrm>
              <a:custGeom>
                <a:avLst/>
                <a:gdLst>
                  <a:gd name="csX0" fmla="*/ 29666 w 27692"/>
                  <a:gd name="csY0" fmla="*/ 9913 h 11109"/>
                  <a:gd name="csX1" fmla="*/ 30692 w 27692"/>
                  <a:gd name="csY1" fmla="*/ 4139 h 11109"/>
                  <a:gd name="csX2" fmla="*/ 25568 w 27692"/>
                  <a:gd name="csY2" fmla="*/ 137 h 11109"/>
                  <a:gd name="csX3" fmla="*/ 20437 w 27692"/>
                  <a:gd name="csY3" fmla="*/ 137 h 11109"/>
                  <a:gd name="csX4" fmla="*/ 3000 w 27692"/>
                  <a:gd name="csY4" fmla="*/ 5911 h 11109"/>
                  <a:gd name="csX5" fmla="*/ 15306 w 27692"/>
                  <a:gd name="csY5" fmla="*/ 11247 h 11109"/>
                  <a:gd name="csX6" fmla="*/ 29666 w 27692"/>
                  <a:gd name="csY6" fmla="*/ 9913 h 111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92" h="11109">
                    <a:moveTo>
                      <a:pt x="29666" y="9913"/>
                    </a:moveTo>
                    <a:lnTo>
                      <a:pt x="30692" y="4139"/>
                    </a:lnTo>
                    <a:lnTo>
                      <a:pt x="25568" y="137"/>
                    </a:lnTo>
                    <a:lnTo>
                      <a:pt x="20437" y="137"/>
                    </a:lnTo>
                    <a:lnTo>
                      <a:pt x="3000" y="5911"/>
                    </a:lnTo>
                    <a:lnTo>
                      <a:pt x="15306" y="11247"/>
                    </a:lnTo>
                    <a:lnTo>
                      <a:pt x="29666" y="99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3" name="Forme libre : forme 851">
                <a:extLst>
                  <a:ext uri="{FF2B5EF4-FFF2-40B4-BE49-F238E27FC236}">
                    <a16:creationId xmlns:a16="http://schemas.microsoft.com/office/drawing/2014/main" id="{C8BB29FE-284B-55BD-8712-CBC148F269B3}"/>
                  </a:ext>
                </a:extLst>
              </p:cNvPr>
              <p:cNvSpPr/>
              <p:nvPr/>
            </p:nvSpPr>
            <p:spPr>
              <a:xfrm>
                <a:off x="6754561" y="2108891"/>
                <a:ext cx="10254" cy="7997"/>
              </a:xfrm>
              <a:custGeom>
                <a:avLst/>
                <a:gdLst>
                  <a:gd name="csX0" fmla="*/ 13269 w 10254"/>
                  <a:gd name="csY0" fmla="*/ 5013 h 7997"/>
                  <a:gd name="csX1" fmla="*/ 7119 w 10254"/>
                  <a:gd name="csY1" fmla="*/ 129 h 7997"/>
                  <a:gd name="csX2" fmla="*/ 3014 w 10254"/>
                  <a:gd name="csY2" fmla="*/ 1456 h 7997"/>
                  <a:gd name="csX3" fmla="*/ 3014 w 10254"/>
                  <a:gd name="csY3" fmla="*/ 6792 h 7997"/>
                  <a:gd name="csX4" fmla="*/ 9164 w 10254"/>
                  <a:gd name="csY4" fmla="*/ 8126 h 7997"/>
                  <a:gd name="csX5" fmla="*/ 13269 w 10254"/>
                  <a:gd name="csY5" fmla="*/ 5013 h 7997"/>
                </a:gdLst>
                <a:ahLst/>
                <a:cxnLst>
                  <a:cxn ang="0">
                    <a:pos x="csX0" y="csY0"/>
                  </a:cxn>
                  <a:cxn ang="0">
                    <a:pos x="csX1" y="csY1"/>
                  </a:cxn>
                  <a:cxn ang="0">
                    <a:pos x="csX2" y="csY2"/>
                  </a:cxn>
                  <a:cxn ang="0">
                    <a:pos x="csX3" y="csY3"/>
                  </a:cxn>
                  <a:cxn ang="0">
                    <a:pos x="csX4" y="csY4"/>
                  </a:cxn>
                  <a:cxn ang="0">
                    <a:pos x="csX5" y="csY5"/>
                  </a:cxn>
                </a:cxnLst>
                <a:rect l="l" t="t" r="r" b="b"/>
                <a:pathLst>
                  <a:path w="10254" h="7997">
                    <a:moveTo>
                      <a:pt x="13269" y="5013"/>
                    </a:moveTo>
                    <a:lnTo>
                      <a:pt x="7119" y="129"/>
                    </a:lnTo>
                    <a:lnTo>
                      <a:pt x="3014" y="1456"/>
                    </a:lnTo>
                    <a:lnTo>
                      <a:pt x="3014" y="6792"/>
                    </a:lnTo>
                    <a:lnTo>
                      <a:pt x="9164" y="8126"/>
                    </a:lnTo>
                    <a:lnTo>
                      <a:pt x="13269" y="5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4" name="Forme libre : forme 852">
                <a:extLst>
                  <a:ext uri="{FF2B5EF4-FFF2-40B4-BE49-F238E27FC236}">
                    <a16:creationId xmlns:a16="http://schemas.microsoft.com/office/drawing/2014/main" id="{B9F8E07E-4278-698B-4CAB-C6ADCD5141A5}"/>
                  </a:ext>
                </a:extLst>
              </p:cNvPr>
              <p:cNvSpPr/>
              <p:nvPr/>
            </p:nvSpPr>
            <p:spPr>
              <a:xfrm>
                <a:off x="6768913" y="2113768"/>
                <a:ext cx="15385" cy="7114"/>
              </a:xfrm>
              <a:custGeom>
                <a:avLst/>
                <a:gdLst>
                  <a:gd name="csX0" fmla="*/ 18410 w 15385"/>
                  <a:gd name="csY0" fmla="*/ 2799 h 7114"/>
                  <a:gd name="csX1" fmla="*/ 12260 w 15385"/>
                  <a:gd name="csY1" fmla="*/ 132 h 7114"/>
                  <a:gd name="csX2" fmla="*/ 8156 w 15385"/>
                  <a:gd name="csY2" fmla="*/ 132 h 7114"/>
                  <a:gd name="csX3" fmla="*/ 9182 w 15385"/>
                  <a:gd name="csY3" fmla="*/ 3244 h 7114"/>
                  <a:gd name="csX4" fmla="*/ 3025 w 15385"/>
                  <a:gd name="csY4" fmla="*/ 5467 h 7114"/>
                  <a:gd name="csX5" fmla="*/ 3025 w 15385"/>
                  <a:gd name="csY5" fmla="*/ 7246 h 7114"/>
                  <a:gd name="csX6" fmla="*/ 14306 w 15385"/>
                  <a:gd name="csY6" fmla="*/ 6357 h 7114"/>
                  <a:gd name="csX7" fmla="*/ 18410 w 15385"/>
                  <a:gd name="csY7" fmla="*/ 2799 h 71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7114">
                    <a:moveTo>
                      <a:pt x="18410" y="2799"/>
                    </a:moveTo>
                    <a:lnTo>
                      <a:pt x="12260" y="132"/>
                    </a:lnTo>
                    <a:lnTo>
                      <a:pt x="8156" y="132"/>
                    </a:lnTo>
                    <a:lnTo>
                      <a:pt x="9182" y="3244"/>
                    </a:lnTo>
                    <a:lnTo>
                      <a:pt x="3025" y="5467"/>
                    </a:lnTo>
                    <a:lnTo>
                      <a:pt x="3025" y="7246"/>
                    </a:lnTo>
                    <a:lnTo>
                      <a:pt x="14306" y="6357"/>
                    </a:lnTo>
                    <a:lnTo>
                      <a:pt x="18410" y="2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5" name="Forme libre : forme 853">
                <a:extLst>
                  <a:ext uri="{FF2B5EF4-FFF2-40B4-BE49-F238E27FC236}">
                    <a16:creationId xmlns:a16="http://schemas.microsoft.com/office/drawing/2014/main" id="{9FCF24B4-AE6B-6395-26D0-A2A2D1535E5E}"/>
                  </a:ext>
                </a:extLst>
              </p:cNvPr>
              <p:cNvSpPr/>
              <p:nvPr/>
            </p:nvSpPr>
            <p:spPr>
              <a:xfrm>
                <a:off x="6777122" y="2123099"/>
                <a:ext cx="14359" cy="4891"/>
              </a:xfrm>
              <a:custGeom>
                <a:avLst/>
                <a:gdLst>
                  <a:gd name="csX0" fmla="*/ 16363 w 14359"/>
                  <a:gd name="csY0" fmla="*/ 2804 h 4891"/>
                  <a:gd name="csX1" fmla="*/ 17389 w 14359"/>
                  <a:gd name="csY1" fmla="*/ 136 h 4891"/>
                  <a:gd name="csX2" fmla="*/ 11232 w 14359"/>
                  <a:gd name="csY2" fmla="*/ 1470 h 4891"/>
                  <a:gd name="csX3" fmla="*/ 4056 w 14359"/>
                  <a:gd name="csY3" fmla="*/ 2360 h 4891"/>
                  <a:gd name="csX4" fmla="*/ 3030 w 14359"/>
                  <a:gd name="csY4" fmla="*/ 4583 h 4891"/>
                  <a:gd name="csX5" fmla="*/ 10213 w 14359"/>
                  <a:gd name="csY5" fmla="*/ 5028 h 4891"/>
                  <a:gd name="csX6" fmla="*/ 16363 w 14359"/>
                  <a:gd name="csY6" fmla="*/ 2804 h 489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59" h="4891">
                    <a:moveTo>
                      <a:pt x="16363" y="2804"/>
                    </a:moveTo>
                    <a:lnTo>
                      <a:pt x="17389" y="136"/>
                    </a:lnTo>
                    <a:lnTo>
                      <a:pt x="11232" y="1470"/>
                    </a:lnTo>
                    <a:lnTo>
                      <a:pt x="4056" y="2360"/>
                    </a:lnTo>
                    <a:lnTo>
                      <a:pt x="3030" y="4583"/>
                    </a:lnTo>
                    <a:lnTo>
                      <a:pt x="10213" y="5028"/>
                    </a:lnTo>
                    <a:lnTo>
                      <a:pt x="16363"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6" name="Forme libre : forme 854">
                <a:extLst>
                  <a:ext uri="{FF2B5EF4-FFF2-40B4-BE49-F238E27FC236}">
                    <a16:creationId xmlns:a16="http://schemas.microsoft.com/office/drawing/2014/main" id="{FD9DC73E-3B20-CC5E-0C6B-983D0F76B4E3}"/>
                  </a:ext>
                </a:extLst>
              </p:cNvPr>
              <p:cNvSpPr/>
              <p:nvPr/>
            </p:nvSpPr>
            <p:spPr>
              <a:xfrm>
                <a:off x="6754561" y="2124885"/>
                <a:ext cx="5123" cy="7107"/>
              </a:xfrm>
              <a:custGeom>
                <a:avLst/>
                <a:gdLst>
                  <a:gd name="csX0" fmla="*/ 8136 w 5123"/>
                  <a:gd name="csY0" fmla="*/ 7245 h 7107"/>
                  <a:gd name="csX1" fmla="*/ 8136 w 5123"/>
                  <a:gd name="csY1" fmla="*/ 3243 h 7107"/>
                  <a:gd name="csX2" fmla="*/ 6091 w 5123"/>
                  <a:gd name="csY2" fmla="*/ 138 h 7107"/>
                  <a:gd name="csX3" fmla="*/ 3012 w 5123"/>
                  <a:gd name="csY3" fmla="*/ 582 h 7107"/>
                  <a:gd name="csX4" fmla="*/ 4039 w 5123"/>
                  <a:gd name="csY4" fmla="*/ 5467 h 7107"/>
                  <a:gd name="csX5" fmla="*/ 8136 w 5123"/>
                  <a:gd name="csY5" fmla="*/ 7245 h 7107"/>
                </a:gdLst>
                <a:ahLst/>
                <a:cxnLst>
                  <a:cxn ang="0">
                    <a:pos x="csX0" y="csY0"/>
                  </a:cxn>
                  <a:cxn ang="0">
                    <a:pos x="csX1" y="csY1"/>
                  </a:cxn>
                  <a:cxn ang="0">
                    <a:pos x="csX2" y="csY2"/>
                  </a:cxn>
                  <a:cxn ang="0">
                    <a:pos x="csX3" y="csY3"/>
                  </a:cxn>
                  <a:cxn ang="0">
                    <a:pos x="csX4" y="csY4"/>
                  </a:cxn>
                  <a:cxn ang="0">
                    <a:pos x="csX5" y="csY5"/>
                  </a:cxn>
                </a:cxnLst>
                <a:rect l="l" t="t" r="r" b="b"/>
                <a:pathLst>
                  <a:path w="5123" h="7107">
                    <a:moveTo>
                      <a:pt x="8136" y="7245"/>
                    </a:moveTo>
                    <a:lnTo>
                      <a:pt x="8136" y="3243"/>
                    </a:lnTo>
                    <a:lnTo>
                      <a:pt x="6091" y="138"/>
                    </a:lnTo>
                    <a:lnTo>
                      <a:pt x="3012" y="582"/>
                    </a:lnTo>
                    <a:lnTo>
                      <a:pt x="4039" y="5467"/>
                    </a:lnTo>
                    <a:lnTo>
                      <a:pt x="8136" y="72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7" name="Forme libre : forme 855">
                <a:extLst>
                  <a:ext uri="{FF2B5EF4-FFF2-40B4-BE49-F238E27FC236}">
                    <a16:creationId xmlns:a16="http://schemas.microsoft.com/office/drawing/2014/main" id="{DF34586E-36D3-2742-9145-F9292FB68DFA}"/>
                  </a:ext>
                </a:extLst>
              </p:cNvPr>
              <p:cNvSpPr/>
              <p:nvPr/>
            </p:nvSpPr>
            <p:spPr>
              <a:xfrm>
                <a:off x="6596638" y="2090667"/>
                <a:ext cx="104597" cy="54207"/>
              </a:xfrm>
              <a:custGeom>
                <a:avLst/>
                <a:gdLst>
                  <a:gd name="csX0" fmla="*/ 2939 w 104597"/>
                  <a:gd name="csY0" fmla="*/ 20129 h 54207"/>
                  <a:gd name="csX1" fmla="*/ 22422 w 104597"/>
                  <a:gd name="csY1" fmla="*/ 29015 h 54207"/>
                  <a:gd name="csX2" fmla="*/ 9089 w 104597"/>
                  <a:gd name="csY2" fmla="*/ 33010 h 54207"/>
                  <a:gd name="csX3" fmla="*/ 3965 w 104597"/>
                  <a:gd name="csY3" fmla="*/ 38346 h 54207"/>
                  <a:gd name="csX4" fmla="*/ 13193 w 104597"/>
                  <a:gd name="csY4" fmla="*/ 43675 h 54207"/>
                  <a:gd name="csX5" fmla="*/ 28571 w 104597"/>
                  <a:gd name="csY5" fmla="*/ 44564 h 54207"/>
                  <a:gd name="csX6" fmla="*/ 32676 w 104597"/>
                  <a:gd name="csY6" fmla="*/ 46788 h 54207"/>
                  <a:gd name="csX7" fmla="*/ 24474 w 104597"/>
                  <a:gd name="csY7" fmla="*/ 50345 h 54207"/>
                  <a:gd name="csX8" fmla="*/ 24474 w 104597"/>
                  <a:gd name="csY8" fmla="*/ 53895 h 54207"/>
                  <a:gd name="csX9" fmla="*/ 33702 w 104597"/>
                  <a:gd name="csY9" fmla="*/ 54340 h 54207"/>
                  <a:gd name="csX10" fmla="*/ 50114 w 104597"/>
                  <a:gd name="csY10" fmla="*/ 45009 h 54207"/>
                  <a:gd name="csX11" fmla="*/ 54211 w 104597"/>
                  <a:gd name="csY11" fmla="*/ 38791 h 54207"/>
                  <a:gd name="csX12" fmla="*/ 51133 w 104597"/>
                  <a:gd name="csY12" fmla="*/ 33899 h 54207"/>
                  <a:gd name="csX13" fmla="*/ 82923 w 104597"/>
                  <a:gd name="csY13" fmla="*/ 33017 h 54207"/>
                  <a:gd name="csX14" fmla="*/ 86001 w 104597"/>
                  <a:gd name="csY14" fmla="*/ 30349 h 54207"/>
                  <a:gd name="csX15" fmla="*/ 79851 w 104597"/>
                  <a:gd name="csY15" fmla="*/ 28570 h 54207"/>
                  <a:gd name="csX16" fmla="*/ 77799 w 104597"/>
                  <a:gd name="csY16" fmla="*/ 25902 h 54207"/>
                  <a:gd name="csX17" fmla="*/ 86001 w 104597"/>
                  <a:gd name="csY17" fmla="*/ 23241 h 54207"/>
                  <a:gd name="csX18" fmla="*/ 102412 w 104597"/>
                  <a:gd name="csY18" fmla="*/ 23686 h 54207"/>
                  <a:gd name="csX19" fmla="*/ 107536 w 104597"/>
                  <a:gd name="csY19" fmla="*/ 20129 h 54207"/>
                  <a:gd name="csX20" fmla="*/ 107536 w 104597"/>
                  <a:gd name="csY20" fmla="*/ 14355 h 54207"/>
                  <a:gd name="csX21" fmla="*/ 106510 w 104597"/>
                  <a:gd name="csY21" fmla="*/ 10353 h 54207"/>
                  <a:gd name="csX22" fmla="*/ 87027 w 104597"/>
                  <a:gd name="csY22" fmla="*/ 11242 h 54207"/>
                  <a:gd name="csX23" fmla="*/ 86001 w 104597"/>
                  <a:gd name="csY23" fmla="*/ 8574 h 54207"/>
                  <a:gd name="csX24" fmla="*/ 99334 w 104597"/>
                  <a:gd name="csY24" fmla="*/ 2801 h 54207"/>
                  <a:gd name="csX25" fmla="*/ 95229 w 104597"/>
                  <a:gd name="csY25" fmla="*/ 133 h 54207"/>
                  <a:gd name="csX26" fmla="*/ 73694 w 104597"/>
                  <a:gd name="csY26" fmla="*/ 577 h 54207"/>
                  <a:gd name="csX27" fmla="*/ 69596 w 104597"/>
                  <a:gd name="csY27" fmla="*/ 2356 h 54207"/>
                  <a:gd name="csX28" fmla="*/ 77799 w 104597"/>
                  <a:gd name="csY28" fmla="*/ 7685 h 54207"/>
                  <a:gd name="csX29" fmla="*/ 69596 w 104597"/>
                  <a:gd name="csY29" fmla="*/ 7685 h 54207"/>
                  <a:gd name="csX30" fmla="*/ 60368 w 104597"/>
                  <a:gd name="csY30" fmla="*/ 11242 h 54207"/>
                  <a:gd name="csX31" fmla="*/ 57290 w 104597"/>
                  <a:gd name="csY31" fmla="*/ 16571 h 54207"/>
                  <a:gd name="csX32" fmla="*/ 3965 w 104597"/>
                  <a:gd name="csY32" fmla="*/ 17905 h 54207"/>
                  <a:gd name="csX33" fmla="*/ 2939 w 104597"/>
                  <a:gd name="csY33" fmla="*/ 20129 h 54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4597" h="54207">
                    <a:moveTo>
                      <a:pt x="2939" y="20129"/>
                    </a:moveTo>
                    <a:lnTo>
                      <a:pt x="22422" y="29015"/>
                    </a:lnTo>
                    <a:lnTo>
                      <a:pt x="9089" y="33010"/>
                    </a:lnTo>
                    <a:lnTo>
                      <a:pt x="3965" y="38346"/>
                    </a:lnTo>
                    <a:lnTo>
                      <a:pt x="13193" y="43675"/>
                    </a:lnTo>
                    <a:lnTo>
                      <a:pt x="28571" y="44564"/>
                    </a:lnTo>
                    <a:lnTo>
                      <a:pt x="32676" y="46788"/>
                    </a:lnTo>
                    <a:lnTo>
                      <a:pt x="24474" y="50345"/>
                    </a:lnTo>
                    <a:lnTo>
                      <a:pt x="24474" y="53895"/>
                    </a:lnTo>
                    <a:lnTo>
                      <a:pt x="33702" y="54340"/>
                    </a:lnTo>
                    <a:lnTo>
                      <a:pt x="50114" y="45009"/>
                    </a:lnTo>
                    <a:lnTo>
                      <a:pt x="54211" y="38791"/>
                    </a:lnTo>
                    <a:lnTo>
                      <a:pt x="51133" y="33899"/>
                    </a:lnTo>
                    <a:lnTo>
                      <a:pt x="82923" y="33017"/>
                    </a:lnTo>
                    <a:lnTo>
                      <a:pt x="86001" y="30349"/>
                    </a:lnTo>
                    <a:lnTo>
                      <a:pt x="79851" y="28570"/>
                    </a:lnTo>
                    <a:lnTo>
                      <a:pt x="77799" y="25902"/>
                    </a:lnTo>
                    <a:lnTo>
                      <a:pt x="86001" y="23241"/>
                    </a:lnTo>
                    <a:lnTo>
                      <a:pt x="102412" y="23686"/>
                    </a:lnTo>
                    <a:lnTo>
                      <a:pt x="107536" y="20129"/>
                    </a:lnTo>
                    <a:lnTo>
                      <a:pt x="107536" y="14355"/>
                    </a:lnTo>
                    <a:lnTo>
                      <a:pt x="106510" y="10353"/>
                    </a:lnTo>
                    <a:lnTo>
                      <a:pt x="87027" y="11242"/>
                    </a:lnTo>
                    <a:lnTo>
                      <a:pt x="86001" y="8574"/>
                    </a:lnTo>
                    <a:lnTo>
                      <a:pt x="99334" y="2801"/>
                    </a:lnTo>
                    <a:lnTo>
                      <a:pt x="95229" y="133"/>
                    </a:lnTo>
                    <a:lnTo>
                      <a:pt x="73694" y="577"/>
                    </a:lnTo>
                    <a:lnTo>
                      <a:pt x="69596" y="2356"/>
                    </a:lnTo>
                    <a:lnTo>
                      <a:pt x="77799" y="7685"/>
                    </a:lnTo>
                    <a:lnTo>
                      <a:pt x="69596" y="7685"/>
                    </a:lnTo>
                    <a:lnTo>
                      <a:pt x="60368" y="11242"/>
                    </a:lnTo>
                    <a:lnTo>
                      <a:pt x="57290" y="16571"/>
                    </a:lnTo>
                    <a:lnTo>
                      <a:pt x="3965" y="17905"/>
                    </a:lnTo>
                    <a:lnTo>
                      <a:pt x="2939" y="20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8" name="Forme libre : forme 856">
                <a:extLst>
                  <a:ext uri="{FF2B5EF4-FFF2-40B4-BE49-F238E27FC236}">
                    <a16:creationId xmlns:a16="http://schemas.microsoft.com/office/drawing/2014/main" id="{A2C3D3CB-4D91-65DE-B97F-4A573BD9C40D}"/>
                  </a:ext>
                </a:extLst>
              </p:cNvPr>
              <p:cNvSpPr/>
              <p:nvPr/>
            </p:nvSpPr>
            <p:spPr>
              <a:xfrm>
                <a:off x="6545366" y="2092883"/>
                <a:ext cx="100499" cy="26214"/>
              </a:xfrm>
              <a:custGeom>
                <a:avLst/>
                <a:gdLst>
                  <a:gd name="csX0" fmla="*/ 4959 w 100499"/>
                  <a:gd name="csY0" fmla="*/ 20564 h 26214"/>
                  <a:gd name="csX1" fmla="*/ 16240 w 100499"/>
                  <a:gd name="csY1" fmla="*/ 21453 h 26214"/>
                  <a:gd name="csX2" fmla="*/ 26494 w 100499"/>
                  <a:gd name="csY2" fmla="*/ 25011 h 26214"/>
                  <a:gd name="csX3" fmla="*/ 28546 w 100499"/>
                  <a:gd name="csY3" fmla="*/ 23677 h 26214"/>
                  <a:gd name="csX4" fmla="*/ 40846 w 100499"/>
                  <a:gd name="csY4" fmla="*/ 26338 h 26214"/>
                  <a:gd name="csX5" fmla="*/ 49056 w 100499"/>
                  <a:gd name="csY5" fmla="*/ 23232 h 26214"/>
                  <a:gd name="csX6" fmla="*/ 44951 w 100499"/>
                  <a:gd name="csY6" fmla="*/ 18341 h 26214"/>
                  <a:gd name="csX7" fmla="*/ 35723 w 100499"/>
                  <a:gd name="csY7" fmla="*/ 18785 h 26214"/>
                  <a:gd name="csX8" fmla="*/ 36749 w 100499"/>
                  <a:gd name="csY8" fmla="*/ 13901 h 26214"/>
                  <a:gd name="csX9" fmla="*/ 58284 w 100499"/>
                  <a:gd name="csY9" fmla="*/ 4570 h 26214"/>
                  <a:gd name="csX10" fmla="*/ 78793 w 100499"/>
                  <a:gd name="csY10" fmla="*/ 5015 h 26214"/>
                  <a:gd name="csX11" fmla="*/ 80845 w 100499"/>
                  <a:gd name="csY11" fmla="*/ 9454 h 26214"/>
                  <a:gd name="csX12" fmla="*/ 90074 w 100499"/>
                  <a:gd name="csY12" fmla="*/ 10788 h 26214"/>
                  <a:gd name="csX13" fmla="*/ 103407 w 100499"/>
                  <a:gd name="csY13" fmla="*/ 9010 h 26214"/>
                  <a:gd name="csX14" fmla="*/ 95204 w 100499"/>
                  <a:gd name="csY14" fmla="*/ 2791 h 26214"/>
                  <a:gd name="csX15" fmla="*/ 77767 w 100499"/>
                  <a:gd name="csY15" fmla="*/ 1013 h 26214"/>
                  <a:gd name="csX16" fmla="*/ 50082 w 100499"/>
                  <a:gd name="csY16" fmla="*/ 1013 h 26214"/>
                  <a:gd name="csX17" fmla="*/ 44951 w 100499"/>
                  <a:gd name="csY17" fmla="*/ 123 h 26214"/>
                  <a:gd name="csX18" fmla="*/ 35723 w 100499"/>
                  <a:gd name="csY18" fmla="*/ 4125 h 26214"/>
                  <a:gd name="csX19" fmla="*/ 9064 w 100499"/>
                  <a:gd name="csY19" fmla="*/ 9010 h 26214"/>
                  <a:gd name="csX20" fmla="*/ 2907 w 100499"/>
                  <a:gd name="csY20" fmla="*/ 12122 h 26214"/>
                  <a:gd name="csX21" fmla="*/ 2907 w 100499"/>
                  <a:gd name="csY21" fmla="*/ 15235 h 26214"/>
                  <a:gd name="csX22" fmla="*/ 4959 w 100499"/>
                  <a:gd name="csY22" fmla="*/ 17896 h 26214"/>
                  <a:gd name="csX23" fmla="*/ 4959 w 100499"/>
                  <a:gd name="csY23" fmla="*/ 20564 h 26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0499" h="26214">
                    <a:moveTo>
                      <a:pt x="4959" y="20564"/>
                    </a:moveTo>
                    <a:lnTo>
                      <a:pt x="16240" y="21453"/>
                    </a:lnTo>
                    <a:lnTo>
                      <a:pt x="26494" y="25011"/>
                    </a:lnTo>
                    <a:lnTo>
                      <a:pt x="28546" y="23677"/>
                    </a:lnTo>
                    <a:lnTo>
                      <a:pt x="40846" y="26338"/>
                    </a:lnTo>
                    <a:lnTo>
                      <a:pt x="49056" y="23232"/>
                    </a:lnTo>
                    <a:lnTo>
                      <a:pt x="44951" y="18341"/>
                    </a:lnTo>
                    <a:lnTo>
                      <a:pt x="35723" y="18785"/>
                    </a:lnTo>
                    <a:lnTo>
                      <a:pt x="36749" y="13901"/>
                    </a:lnTo>
                    <a:lnTo>
                      <a:pt x="58284" y="4570"/>
                    </a:lnTo>
                    <a:lnTo>
                      <a:pt x="78793" y="5015"/>
                    </a:lnTo>
                    <a:lnTo>
                      <a:pt x="80845" y="9454"/>
                    </a:lnTo>
                    <a:lnTo>
                      <a:pt x="90074" y="10788"/>
                    </a:lnTo>
                    <a:lnTo>
                      <a:pt x="103407" y="9010"/>
                    </a:lnTo>
                    <a:lnTo>
                      <a:pt x="95204" y="2791"/>
                    </a:lnTo>
                    <a:lnTo>
                      <a:pt x="77767" y="1013"/>
                    </a:lnTo>
                    <a:lnTo>
                      <a:pt x="50082" y="1013"/>
                    </a:lnTo>
                    <a:lnTo>
                      <a:pt x="44951" y="123"/>
                    </a:lnTo>
                    <a:lnTo>
                      <a:pt x="35723" y="4125"/>
                    </a:lnTo>
                    <a:lnTo>
                      <a:pt x="9064" y="9010"/>
                    </a:lnTo>
                    <a:lnTo>
                      <a:pt x="2907" y="12122"/>
                    </a:lnTo>
                    <a:lnTo>
                      <a:pt x="2907" y="15235"/>
                    </a:lnTo>
                    <a:lnTo>
                      <a:pt x="4959" y="17896"/>
                    </a:lnTo>
                    <a:lnTo>
                      <a:pt x="4959" y="205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79" name="Forme libre : forme 857">
                <a:extLst>
                  <a:ext uri="{FF2B5EF4-FFF2-40B4-BE49-F238E27FC236}">
                    <a16:creationId xmlns:a16="http://schemas.microsoft.com/office/drawing/2014/main" id="{AACB688F-91B8-1380-7C23-11C92DF4E3A4}"/>
                  </a:ext>
                </a:extLst>
              </p:cNvPr>
              <p:cNvSpPr/>
              <p:nvPr/>
            </p:nvSpPr>
            <p:spPr>
              <a:xfrm>
                <a:off x="6664316" y="2131548"/>
                <a:ext cx="16411" cy="9331"/>
              </a:xfrm>
              <a:custGeom>
                <a:avLst/>
                <a:gdLst>
                  <a:gd name="csX0" fmla="*/ 13215 w 16411"/>
                  <a:gd name="csY0" fmla="*/ 144 h 9331"/>
                  <a:gd name="csX1" fmla="*/ 2961 w 16411"/>
                  <a:gd name="csY1" fmla="*/ 2367 h 9331"/>
                  <a:gd name="csX2" fmla="*/ 2961 w 16411"/>
                  <a:gd name="csY2" fmla="*/ 7696 h 9331"/>
                  <a:gd name="csX3" fmla="*/ 5013 w 16411"/>
                  <a:gd name="csY3" fmla="*/ 9475 h 9331"/>
                  <a:gd name="csX4" fmla="*/ 19372 w 16411"/>
                  <a:gd name="csY4" fmla="*/ 8585 h 9331"/>
                  <a:gd name="csX5" fmla="*/ 13215 w 16411"/>
                  <a:gd name="csY5" fmla="*/ 144 h 9331"/>
                </a:gdLst>
                <a:ahLst/>
                <a:cxnLst>
                  <a:cxn ang="0">
                    <a:pos x="csX0" y="csY0"/>
                  </a:cxn>
                  <a:cxn ang="0">
                    <a:pos x="csX1" y="csY1"/>
                  </a:cxn>
                  <a:cxn ang="0">
                    <a:pos x="csX2" y="csY2"/>
                  </a:cxn>
                  <a:cxn ang="0">
                    <a:pos x="csX3" y="csY3"/>
                  </a:cxn>
                  <a:cxn ang="0">
                    <a:pos x="csX4" y="csY4"/>
                  </a:cxn>
                  <a:cxn ang="0">
                    <a:pos x="csX5" y="csY5"/>
                  </a:cxn>
                </a:cxnLst>
                <a:rect l="l" t="t" r="r" b="b"/>
                <a:pathLst>
                  <a:path w="16411" h="9331">
                    <a:moveTo>
                      <a:pt x="13215" y="144"/>
                    </a:moveTo>
                    <a:lnTo>
                      <a:pt x="2961" y="2367"/>
                    </a:lnTo>
                    <a:lnTo>
                      <a:pt x="2961" y="7696"/>
                    </a:lnTo>
                    <a:lnTo>
                      <a:pt x="5013" y="9475"/>
                    </a:lnTo>
                    <a:lnTo>
                      <a:pt x="19372" y="8585"/>
                    </a:lnTo>
                    <a:lnTo>
                      <a:pt x="13215" y="1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0" name="Forme libre : forme 858">
                <a:extLst>
                  <a:ext uri="{FF2B5EF4-FFF2-40B4-BE49-F238E27FC236}">
                    <a16:creationId xmlns:a16="http://schemas.microsoft.com/office/drawing/2014/main" id="{C4C89FF6-03A8-A2AB-ED7A-B086691FCA1F}"/>
                  </a:ext>
                </a:extLst>
              </p:cNvPr>
              <p:cNvSpPr/>
              <p:nvPr/>
            </p:nvSpPr>
            <p:spPr>
              <a:xfrm>
                <a:off x="6673544" y="2139990"/>
                <a:ext cx="25639" cy="9331"/>
              </a:xfrm>
              <a:custGeom>
                <a:avLst/>
                <a:gdLst>
                  <a:gd name="csX0" fmla="*/ 28611 w 25639"/>
                  <a:gd name="csY0" fmla="*/ 9478 h 9331"/>
                  <a:gd name="csX1" fmla="*/ 27585 w 25639"/>
                  <a:gd name="csY1" fmla="*/ 1926 h 9331"/>
                  <a:gd name="csX2" fmla="*/ 22454 w 25639"/>
                  <a:gd name="csY2" fmla="*/ 147 h 9331"/>
                  <a:gd name="csX3" fmla="*/ 17330 w 25639"/>
                  <a:gd name="csY3" fmla="*/ 2815 h 9331"/>
                  <a:gd name="csX4" fmla="*/ 2971 w 25639"/>
                  <a:gd name="csY4" fmla="*/ 4594 h 9331"/>
                  <a:gd name="csX5" fmla="*/ 18356 w 25639"/>
                  <a:gd name="csY5" fmla="*/ 8144 h 9331"/>
                  <a:gd name="csX6" fmla="*/ 28611 w 25639"/>
                  <a:gd name="csY6" fmla="*/ 9478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9331">
                    <a:moveTo>
                      <a:pt x="28611" y="9478"/>
                    </a:moveTo>
                    <a:lnTo>
                      <a:pt x="27585" y="1926"/>
                    </a:lnTo>
                    <a:lnTo>
                      <a:pt x="22454" y="147"/>
                    </a:lnTo>
                    <a:lnTo>
                      <a:pt x="17330" y="2815"/>
                    </a:lnTo>
                    <a:lnTo>
                      <a:pt x="2971" y="4594"/>
                    </a:lnTo>
                    <a:cubicBezTo>
                      <a:pt x="10154" y="6810"/>
                      <a:pt x="18356" y="8144"/>
                      <a:pt x="18356" y="8144"/>
                    </a:cubicBezTo>
                    <a:lnTo>
                      <a:pt x="28611" y="94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1" name="Forme libre : forme 859">
                <a:extLst>
                  <a:ext uri="{FF2B5EF4-FFF2-40B4-BE49-F238E27FC236}">
                    <a16:creationId xmlns:a16="http://schemas.microsoft.com/office/drawing/2014/main" id="{17138485-8659-3D12-7AFD-165D9E679801}"/>
                  </a:ext>
                </a:extLst>
              </p:cNvPr>
              <p:cNvSpPr/>
              <p:nvPr/>
            </p:nvSpPr>
            <p:spPr>
              <a:xfrm rot="9394280" flipV="1">
                <a:off x="6647390" y="2140011"/>
                <a:ext cx="16472" cy="5705"/>
              </a:xfrm>
              <a:custGeom>
                <a:avLst/>
                <a:gdLst>
                  <a:gd name="csX0" fmla="*/ 9415 w 16472"/>
                  <a:gd name="csY0" fmla="*/ 147 h 5705"/>
                  <a:gd name="csX1" fmla="*/ 15011 w 16472"/>
                  <a:gd name="csY1" fmla="*/ 147 h 5705"/>
                  <a:gd name="csX2" fmla="*/ 19423 w 16472"/>
                  <a:gd name="csY2" fmla="*/ 2590 h 5705"/>
                  <a:gd name="csX3" fmla="*/ 2950 w 16472"/>
                  <a:gd name="csY3" fmla="*/ 5853 h 5705"/>
                  <a:gd name="csX4" fmla="*/ 9415 w 16472"/>
                  <a:gd name="csY4" fmla="*/ 147 h 5705"/>
                </a:gdLst>
                <a:ahLst/>
                <a:cxnLst>
                  <a:cxn ang="0">
                    <a:pos x="csX0" y="csY0"/>
                  </a:cxn>
                  <a:cxn ang="0">
                    <a:pos x="csX1" y="csY1"/>
                  </a:cxn>
                  <a:cxn ang="0">
                    <a:pos x="csX2" y="csY2"/>
                  </a:cxn>
                  <a:cxn ang="0">
                    <a:pos x="csX3" y="csY3"/>
                  </a:cxn>
                  <a:cxn ang="0">
                    <a:pos x="csX4" y="csY4"/>
                  </a:cxn>
                </a:cxnLst>
                <a:rect l="l" t="t" r="r" b="b"/>
                <a:pathLst>
                  <a:path w="16472" h="5705">
                    <a:moveTo>
                      <a:pt x="9415" y="147"/>
                    </a:moveTo>
                    <a:lnTo>
                      <a:pt x="15011" y="147"/>
                    </a:lnTo>
                    <a:lnTo>
                      <a:pt x="19423" y="2590"/>
                    </a:lnTo>
                    <a:lnTo>
                      <a:pt x="2950" y="5853"/>
                    </a:lnTo>
                    <a:lnTo>
                      <a:pt x="9415" y="1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2" name="Forme libre : forme 860">
                <a:extLst>
                  <a:ext uri="{FF2B5EF4-FFF2-40B4-BE49-F238E27FC236}">
                    <a16:creationId xmlns:a16="http://schemas.microsoft.com/office/drawing/2014/main" id="{F3B878C1-F6CD-6F30-A78C-AD673EDD407F}"/>
                  </a:ext>
                </a:extLst>
              </p:cNvPr>
              <p:cNvSpPr/>
              <p:nvPr/>
            </p:nvSpPr>
            <p:spPr>
              <a:xfrm>
                <a:off x="6687910" y="2080446"/>
                <a:ext cx="10254" cy="4891"/>
              </a:xfrm>
              <a:custGeom>
                <a:avLst/>
                <a:gdLst>
                  <a:gd name="csX0" fmla="*/ 13228 w 10254"/>
                  <a:gd name="csY0" fmla="*/ 2778 h 4891"/>
                  <a:gd name="csX1" fmla="*/ 10150 w 10254"/>
                  <a:gd name="csY1" fmla="*/ 110 h 4891"/>
                  <a:gd name="csX2" fmla="*/ 4000 w 10254"/>
                  <a:gd name="csY2" fmla="*/ 555 h 4891"/>
                  <a:gd name="csX3" fmla="*/ 2974 w 10254"/>
                  <a:gd name="csY3" fmla="*/ 3223 h 4891"/>
                  <a:gd name="csX4" fmla="*/ 8098 w 10254"/>
                  <a:gd name="csY4" fmla="*/ 5002 h 4891"/>
                  <a:gd name="csX5" fmla="*/ 13228 w 10254"/>
                  <a:gd name="csY5" fmla="*/ 2778 h 4891"/>
                </a:gdLst>
                <a:ahLst/>
                <a:cxnLst>
                  <a:cxn ang="0">
                    <a:pos x="csX0" y="csY0"/>
                  </a:cxn>
                  <a:cxn ang="0">
                    <a:pos x="csX1" y="csY1"/>
                  </a:cxn>
                  <a:cxn ang="0">
                    <a:pos x="csX2" y="csY2"/>
                  </a:cxn>
                  <a:cxn ang="0">
                    <a:pos x="csX3" y="csY3"/>
                  </a:cxn>
                  <a:cxn ang="0">
                    <a:pos x="csX4" y="csY4"/>
                  </a:cxn>
                  <a:cxn ang="0">
                    <a:pos x="csX5" y="csY5"/>
                  </a:cxn>
                </a:cxnLst>
                <a:rect l="l" t="t" r="r" b="b"/>
                <a:pathLst>
                  <a:path w="10254" h="4891">
                    <a:moveTo>
                      <a:pt x="13228" y="2778"/>
                    </a:moveTo>
                    <a:lnTo>
                      <a:pt x="10150" y="110"/>
                    </a:lnTo>
                    <a:lnTo>
                      <a:pt x="4000" y="555"/>
                    </a:lnTo>
                    <a:lnTo>
                      <a:pt x="2974" y="3223"/>
                    </a:lnTo>
                    <a:lnTo>
                      <a:pt x="8098" y="5002"/>
                    </a:lnTo>
                    <a:lnTo>
                      <a:pt x="13228" y="2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3" name="Forme libre : forme 861">
                <a:extLst>
                  <a:ext uri="{FF2B5EF4-FFF2-40B4-BE49-F238E27FC236}">
                    <a16:creationId xmlns:a16="http://schemas.microsoft.com/office/drawing/2014/main" id="{9D7A318D-5252-4E4E-DB82-1A5EA617742D}"/>
                  </a:ext>
                </a:extLst>
              </p:cNvPr>
              <p:cNvSpPr/>
              <p:nvPr/>
            </p:nvSpPr>
            <p:spPr>
              <a:xfrm>
                <a:off x="6378208" y="2133320"/>
                <a:ext cx="11280" cy="4001"/>
              </a:xfrm>
              <a:custGeom>
                <a:avLst/>
                <a:gdLst>
                  <a:gd name="csX0" fmla="*/ 14066 w 11280"/>
                  <a:gd name="csY0" fmla="*/ 2366 h 4001"/>
                  <a:gd name="csX1" fmla="*/ 8942 w 11280"/>
                  <a:gd name="csY1" fmla="*/ 142 h 4001"/>
                  <a:gd name="csX2" fmla="*/ 2786 w 11280"/>
                  <a:gd name="csY2" fmla="*/ 1476 h 4001"/>
                  <a:gd name="csX3" fmla="*/ 2786 w 11280"/>
                  <a:gd name="csY3" fmla="*/ 3700 h 4001"/>
                  <a:gd name="csX4" fmla="*/ 10988 w 11280"/>
                  <a:gd name="csY4" fmla="*/ 4144 h 4001"/>
                  <a:gd name="csX5" fmla="*/ 14066 w 11280"/>
                  <a:gd name="csY5" fmla="*/ 2366 h 4001"/>
                </a:gdLst>
                <a:ahLst/>
                <a:cxnLst>
                  <a:cxn ang="0">
                    <a:pos x="csX0" y="csY0"/>
                  </a:cxn>
                  <a:cxn ang="0">
                    <a:pos x="csX1" y="csY1"/>
                  </a:cxn>
                  <a:cxn ang="0">
                    <a:pos x="csX2" y="csY2"/>
                  </a:cxn>
                  <a:cxn ang="0">
                    <a:pos x="csX3" y="csY3"/>
                  </a:cxn>
                  <a:cxn ang="0">
                    <a:pos x="csX4" y="csY4"/>
                  </a:cxn>
                  <a:cxn ang="0">
                    <a:pos x="csX5" y="csY5"/>
                  </a:cxn>
                </a:cxnLst>
                <a:rect l="l" t="t" r="r" b="b"/>
                <a:pathLst>
                  <a:path w="11280" h="4001">
                    <a:moveTo>
                      <a:pt x="14066" y="2366"/>
                    </a:moveTo>
                    <a:lnTo>
                      <a:pt x="8942" y="142"/>
                    </a:lnTo>
                    <a:lnTo>
                      <a:pt x="2786" y="1476"/>
                    </a:lnTo>
                    <a:lnTo>
                      <a:pt x="2786" y="3700"/>
                    </a:lnTo>
                    <a:lnTo>
                      <a:pt x="10988" y="4144"/>
                    </a:lnTo>
                    <a:lnTo>
                      <a:pt x="14066" y="2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4" name="Forme libre : forme 862">
                <a:extLst>
                  <a:ext uri="{FF2B5EF4-FFF2-40B4-BE49-F238E27FC236}">
                    <a16:creationId xmlns:a16="http://schemas.microsoft.com/office/drawing/2014/main" id="{DD48EC4F-9866-9926-9A82-C92E8D8BD025}"/>
                  </a:ext>
                </a:extLst>
              </p:cNvPr>
              <p:cNvSpPr/>
              <p:nvPr/>
            </p:nvSpPr>
            <p:spPr>
              <a:xfrm>
                <a:off x="6267460" y="2130207"/>
                <a:ext cx="48194" cy="12443"/>
              </a:xfrm>
              <a:custGeom>
                <a:avLst/>
                <a:gdLst>
                  <a:gd name="csX0" fmla="*/ 40670 w 48194"/>
                  <a:gd name="csY0" fmla="*/ 3701 h 12443"/>
                  <a:gd name="csX1" fmla="*/ 50925 w 48194"/>
                  <a:gd name="csY1" fmla="*/ 2811 h 12443"/>
                  <a:gd name="csX2" fmla="*/ 47846 w 48194"/>
                  <a:gd name="csY2" fmla="*/ 143 h 12443"/>
                  <a:gd name="csX3" fmla="*/ 37592 w 48194"/>
                  <a:gd name="csY3" fmla="*/ 1477 h 12443"/>
                  <a:gd name="csX4" fmla="*/ 31442 w 48194"/>
                  <a:gd name="csY4" fmla="*/ 3701 h 12443"/>
                  <a:gd name="csX5" fmla="*/ 12985 w 48194"/>
                  <a:gd name="csY5" fmla="*/ 6813 h 12443"/>
                  <a:gd name="csX6" fmla="*/ 2731 w 48194"/>
                  <a:gd name="csY6" fmla="*/ 9474 h 12443"/>
                  <a:gd name="csX7" fmla="*/ 9907 w 48194"/>
                  <a:gd name="csY7" fmla="*/ 12587 h 12443"/>
                  <a:gd name="csX8" fmla="*/ 40670 w 48194"/>
                  <a:gd name="csY8" fmla="*/ 3701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94" h="12443">
                    <a:moveTo>
                      <a:pt x="40670" y="3701"/>
                    </a:moveTo>
                    <a:lnTo>
                      <a:pt x="50925" y="2811"/>
                    </a:lnTo>
                    <a:lnTo>
                      <a:pt x="47846" y="143"/>
                    </a:lnTo>
                    <a:lnTo>
                      <a:pt x="37592" y="1477"/>
                    </a:lnTo>
                    <a:lnTo>
                      <a:pt x="31442" y="3701"/>
                    </a:lnTo>
                    <a:lnTo>
                      <a:pt x="12985" y="6813"/>
                    </a:lnTo>
                    <a:lnTo>
                      <a:pt x="2731" y="9474"/>
                    </a:lnTo>
                    <a:lnTo>
                      <a:pt x="9907" y="12587"/>
                    </a:lnTo>
                    <a:lnTo>
                      <a:pt x="40670" y="37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5" name="Forme libre : forme 863">
                <a:extLst>
                  <a:ext uri="{FF2B5EF4-FFF2-40B4-BE49-F238E27FC236}">
                    <a16:creationId xmlns:a16="http://schemas.microsoft.com/office/drawing/2014/main" id="{064FB933-89F1-460D-79B2-8D93EE3B51DE}"/>
                  </a:ext>
                </a:extLst>
              </p:cNvPr>
              <p:cNvSpPr/>
              <p:nvPr/>
            </p:nvSpPr>
            <p:spPr>
              <a:xfrm>
                <a:off x="6196705" y="2198185"/>
                <a:ext cx="34861" cy="4001"/>
              </a:xfrm>
              <a:custGeom>
                <a:avLst/>
                <a:gdLst>
                  <a:gd name="csX0" fmla="*/ 10882 w 34861"/>
                  <a:gd name="csY0" fmla="*/ 3739 h 4001"/>
                  <a:gd name="csX1" fmla="*/ 16013 w 34861"/>
                  <a:gd name="csY1" fmla="*/ 2405 h 4001"/>
                  <a:gd name="csX2" fmla="*/ 24215 w 34861"/>
                  <a:gd name="csY2" fmla="*/ 4184 h 4001"/>
                  <a:gd name="csX3" fmla="*/ 37541 w 34861"/>
                  <a:gd name="csY3" fmla="*/ 3739 h 4001"/>
                  <a:gd name="csX4" fmla="*/ 36522 w 34861"/>
                  <a:gd name="csY4" fmla="*/ 1071 h 4001"/>
                  <a:gd name="csX5" fmla="*/ 22163 w 34861"/>
                  <a:gd name="csY5" fmla="*/ 182 h 4001"/>
                  <a:gd name="csX6" fmla="*/ 10882 w 34861"/>
                  <a:gd name="csY6" fmla="*/ 626 h 4001"/>
                  <a:gd name="csX7" fmla="*/ 2680 w 34861"/>
                  <a:gd name="csY7" fmla="*/ 3739 h 4001"/>
                  <a:gd name="csX8" fmla="*/ 10882 w 34861"/>
                  <a:gd name="csY8" fmla="*/ 3739 h 4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61" h="4001">
                    <a:moveTo>
                      <a:pt x="10882" y="3739"/>
                    </a:moveTo>
                    <a:lnTo>
                      <a:pt x="16013" y="2405"/>
                    </a:lnTo>
                    <a:lnTo>
                      <a:pt x="24215" y="4184"/>
                    </a:lnTo>
                    <a:lnTo>
                      <a:pt x="37541" y="3739"/>
                    </a:lnTo>
                    <a:lnTo>
                      <a:pt x="36522" y="1071"/>
                    </a:lnTo>
                    <a:lnTo>
                      <a:pt x="22163" y="182"/>
                    </a:lnTo>
                    <a:lnTo>
                      <a:pt x="10882" y="626"/>
                    </a:lnTo>
                    <a:lnTo>
                      <a:pt x="2680" y="3739"/>
                    </a:lnTo>
                    <a:lnTo>
                      <a:pt x="10882" y="3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6" name="Forme libre : forme 864">
                <a:extLst>
                  <a:ext uri="{FF2B5EF4-FFF2-40B4-BE49-F238E27FC236}">
                    <a16:creationId xmlns:a16="http://schemas.microsoft.com/office/drawing/2014/main" id="{2F6D5EB6-4578-D30E-1E43-0B7AC616A8E4}"/>
                  </a:ext>
                </a:extLst>
              </p:cNvPr>
              <p:cNvSpPr/>
              <p:nvPr/>
            </p:nvSpPr>
            <p:spPr>
              <a:xfrm>
                <a:off x="6162863" y="2204411"/>
                <a:ext cx="13332" cy="7997"/>
              </a:xfrm>
              <a:custGeom>
                <a:avLst/>
                <a:gdLst>
                  <a:gd name="csX0" fmla="*/ 2653 w 13332"/>
                  <a:gd name="csY0" fmla="*/ 632 h 7997"/>
                  <a:gd name="csX1" fmla="*/ 7784 w 13332"/>
                  <a:gd name="csY1" fmla="*/ 7740 h 7997"/>
                  <a:gd name="csX2" fmla="*/ 14960 w 13332"/>
                  <a:gd name="csY2" fmla="*/ 8184 h 7997"/>
                  <a:gd name="csX3" fmla="*/ 15986 w 13332"/>
                  <a:gd name="csY3" fmla="*/ 5523 h 7997"/>
                  <a:gd name="csX4" fmla="*/ 8803 w 13332"/>
                  <a:gd name="csY4" fmla="*/ 187 h 7997"/>
                  <a:gd name="csX5" fmla="*/ 2653 w 13332"/>
                  <a:gd name="csY5" fmla="*/ 632 h 7997"/>
                </a:gdLst>
                <a:ahLst/>
                <a:cxnLst>
                  <a:cxn ang="0">
                    <a:pos x="csX0" y="csY0"/>
                  </a:cxn>
                  <a:cxn ang="0">
                    <a:pos x="csX1" y="csY1"/>
                  </a:cxn>
                  <a:cxn ang="0">
                    <a:pos x="csX2" y="csY2"/>
                  </a:cxn>
                  <a:cxn ang="0">
                    <a:pos x="csX3" y="csY3"/>
                  </a:cxn>
                  <a:cxn ang="0">
                    <a:pos x="csX4" y="csY4"/>
                  </a:cxn>
                  <a:cxn ang="0">
                    <a:pos x="csX5" y="csY5"/>
                  </a:cxn>
                </a:cxnLst>
                <a:rect l="l" t="t" r="r" b="b"/>
                <a:pathLst>
                  <a:path w="13332" h="7997">
                    <a:moveTo>
                      <a:pt x="2653" y="632"/>
                    </a:moveTo>
                    <a:lnTo>
                      <a:pt x="7784" y="7740"/>
                    </a:lnTo>
                    <a:lnTo>
                      <a:pt x="14960" y="8184"/>
                    </a:lnTo>
                    <a:lnTo>
                      <a:pt x="15986" y="5523"/>
                    </a:lnTo>
                    <a:lnTo>
                      <a:pt x="8803" y="187"/>
                    </a:lnTo>
                    <a:lnTo>
                      <a:pt x="2653" y="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7" name="Forme libre : forme 865">
                <a:extLst>
                  <a:ext uri="{FF2B5EF4-FFF2-40B4-BE49-F238E27FC236}">
                    <a16:creationId xmlns:a16="http://schemas.microsoft.com/office/drawing/2014/main" id="{C472F9B9-78B9-7915-9514-809B443719C4}"/>
                  </a:ext>
                </a:extLst>
              </p:cNvPr>
              <p:cNvSpPr/>
              <p:nvPr/>
            </p:nvSpPr>
            <p:spPr>
              <a:xfrm>
                <a:off x="5983405" y="2118653"/>
                <a:ext cx="205090" cy="59987"/>
              </a:xfrm>
              <a:custGeom>
                <a:avLst/>
                <a:gdLst>
                  <a:gd name="csX0" fmla="*/ 23100 w 205090"/>
                  <a:gd name="csY0" fmla="*/ 21037 h 59987"/>
                  <a:gd name="csX1" fmla="*/ 28231 w 205090"/>
                  <a:gd name="csY1" fmla="*/ 22816 h 59987"/>
                  <a:gd name="csX2" fmla="*/ 7715 w 205090"/>
                  <a:gd name="csY2" fmla="*/ 31257 h 59987"/>
                  <a:gd name="csX3" fmla="*/ 16944 w 205090"/>
                  <a:gd name="csY3" fmla="*/ 37031 h 59987"/>
                  <a:gd name="csX4" fmla="*/ 30277 w 205090"/>
                  <a:gd name="csY4" fmla="*/ 38365 h 59987"/>
                  <a:gd name="csX5" fmla="*/ 51812 w 205090"/>
                  <a:gd name="csY5" fmla="*/ 34815 h 59987"/>
                  <a:gd name="csX6" fmla="*/ 78478 w 205090"/>
                  <a:gd name="csY6" fmla="*/ 34370 h 59987"/>
                  <a:gd name="csX7" fmla="*/ 88732 w 205090"/>
                  <a:gd name="csY7" fmla="*/ 37920 h 59987"/>
                  <a:gd name="csX8" fmla="*/ 82575 w 205090"/>
                  <a:gd name="csY8" fmla="*/ 41033 h 59987"/>
                  <a:gd name="csX9" fmla="*/ 72321 w 205090"/>
                  <a:gd name="csY9" fmla="*/ 40588 h 59987"/>
                  <a:gd name="csX10" fmla="*/ 65145 w 205090"/>
                  <a:gd name="csY10" fmla="*/ 43256 h 59987"/>
                  <a:gd name="csX11" fmla="*/ 69242 w 205090"/>
                  <a:gd name="csY11" fmla="*/ 46362 h 59987"/>
                  <a:gd name="csX12" fmla="*/ 61040 w 205090"/>
                  <a:gd name="csY12" fmla="*/ 47696 h 59987"/>
                  <a:gd name="csX13" fmla="*/ 58995 w 205090"/>
                  <a:gd name="csY13" fmla="*/ 46362 h 59987"/>
                  <a:gd name="csX14" fmla="*/ 39505 w 205090"/>
                  <a:gd name="csY14" fmla="*/ 45473 h 59987"/>
                  <a:gd name="csX15" fmla="*/ 36433 w 205090"/>
                  <a:gd name="csY15" fmla="*/ 47251 h 59987"/>
                  <a:gd name="csX16" fmla="*/ 48733 w 205090"/>
                  <a:gd name="csY16" fmla="*/ 52143 h 59987"/>
                  <a:gd name="csX17" fmla="*/ 54890 w 205090"/>
                  <a:gd name="csY17" fmla="*/ 53032 h 59987"/>
                  <a:gd name="csX18" fmla="*/ 64119 w 205090"/>
                  <a:gd name="csY18" fmla="*/ 57916 h 59987"/>
                  <a:gd name="csX19" fmla="*/ 93856 w 205090"/>
                  <a:gd name="csY19" fmla="*/ 57472 h 59987"/>
                  <a:gd name="csX20" fmla="*/ 120522 w 205090"/>
                  <a:gd name="csY20" fmla="*/ 58361 h 59987"/>
                  <a:gd name="csX21" fmla="*/ 136926 w 205090"/>
                  <a:gd name="csY21" fmla="*/ 58361 h 59987"/>
                  <a:gd name="csX22" fmla="*/ 156409 w 205090"/>
                  <a:gd name="csY22" fmla="*/ 60140 h 59987"/>
                  <a:gd name="csX23" fmla="*/ 172821 w 205090"/>
                  <a:gd name="csY23" fmla="*/ 53032 h 59987"/>
                  <a:gd name="csX24" fmla="*/ 175892 w 205090"/>
                  <a:gd name="csY24" fmla="*/ 46807 h 59987"/>
                  <a:gd name="csX25" fmla="*/ 189225 w 205090"/>
                  <a:gd name="csY25" fmla="*/ 41478 h 59987"/>
                  <a:gd name="csX26" fmla="*/ 190251 w 205090"/>
                  <a:gd name="csY26" fmla="*/ 38365 h 59987"/>
                  <a:gd name="csX27" fmla="*/ 197427 w 205090"/>
                  <a:gd name="csY27" fmla="*/ 34815 h 59987"/>
                  <a:gd name="csX28" fmla="*/ 198454 w 205090"/>
                  <a:gd name="csY28" fmla="*/ 21926 h 59987"/>
                  <a:gd name="csX29" fmla="*/ 207682 w 205090"/>
                  <a:gd name="csY29" fmla="*/ 17931 h 59987"/>
                  <a:gd name="csX30" fmla="*/ 193330 w 205090"/>
                  <a:gd name="csY30" fmla="*/ 16153 h 59987"/>
                  <a:gd name="csX31" fmla="*/ 175892 w 205090"/>
                  <a:gd name="csY31" fmla="*/ 13929 h 59987"/>
                  <a:gd name="csX32" fmla="*/ 163592 w 205090"/>
                  <a:gd name="csY32" fmla="*/ 9490 h 59987"/>
                  <a:gd name="csX33" fmla="*/ 138979 w 205090"/>
                  <a:gd name="csY33" fmla="*/ 9045 h 59987"/>
                  <a:gd name="csX34" fmla="*/ 136926 w 205090"/>
                  <a:gd name="csY34" fmla="*/ 15263 h 59987"/>
                  <a:gd name="csX35" fmla="*/ 128724 w 205090"/>
                  <a:gd name="csY35" fmla="*/ 17931 h 59987"/>
                  <a:gd name="csX36" fmla="*/ 117443 w 205090"/>
                  <a:gd name="csY36" fmla="*/ 17042 h 59987"/>
                  <a:gd name="csX37" fmla="*/ 115391 w 205090"/>
                  <a:gd name="csY37" fmla="*/ 13040 h 59987"/>
                  <a:gd name="csX38" fmla="*/ 110267 w 205090"/>
                  <a:gd name="csY38" fmla="*/ 10817 h 59987"/>
                  <a:gd name="csX39" fmla="*/ 116417 w 205090"/>
                  <a:gd name="csY39" fmla="*/ 8600 h 59987"/>
                  <a:gd name="csX40" fmla="*/ 116417 w 205090"/>
                  <a:gd name="csY40" fmla="*/ 2820 h 59987"/>
                  <a:gd name="csX41" fmla="*/ 111293 w 205090"/>
                  <a:gd name="csY41" fmla="*/ 152 h 59987"/>
                  <a:gd name="csX42" fmla="*/ 97961 w 205090"/>
                  <a:gd name="csY42" fmla="*/ 5043 h 59987"/>
                  <a:gd name="csX43" fmla="*/ 101039 w 205090"/>
                  <a:gd name="csY43" fmla="*/ 13485 h 59987"/>
                  <a:gd name="csX44" fmla="*/ 102058 w 205090"/>
                  <a:gd name="csY44" fmla="*/ 21037 h 59987"/>
                  <a:gd name="csX45" fmla="*/ 96934 w 205090"/>
                  <a:gd name="csY45" fmla="*/ 26373 h 59987"/>
                  <a:gd name="csX46" fmla="*/ 90778 w 205090"/>
                  <a:gd name="csY46" fmla="*/ 25484 h 59987"/>
                  <a:gd name="csX47" fmla="*/ 84628 w 205090"/>
                  <a:gd name="csY47" fmla="*/ 17931 h 59987"/>
                  <a:gd name="csX48" fmla="*/ 87706 w 205090"/>
                  <a:gd name="csY48" fmla="*/ 13485 h 59987"/>
                  <a:gd name="csX49" fmla="*/ 85654 w 205090"/>
                  <a:gd name="csY49" fmla="*/ 11261 h 59987"/>
                  <a:gd name="csX50" fmla="*/ 62066 w 205090"/>
                  <a:gd name="csY50" fmla="*/ 9927 h 59987"/>
                  <a:gd name="csX51" fmla="*/ 62066 w 205090"/>
                  <a:gd name="csY51" fmla="*/ 4598 h 59987"/>
                  <a:gd name="csX52" fmla="*/ 53864 w 205090"/>
                  <a:gd name="csY52" fmla="*/ 1486 h 59987"/>
                  <a:gd name="csX53" fmla="*/ 46688 w 205090"/>
                  <a:gd name="csY53" fmla="*/ 2820 h 59987"/>
                  <a:gd name="csX54" fmla="*/ 49759 w 205090"/>
                  <a:gd name="csY54" fmla="*/ 9038 h 59987"/>
                  <a:gd name="csX55" fmla="*/ 45662 w 205090"/>
                  <a:gd name="csY55" fmla="*/ 11261 h 59987"/>
                  <a:gd name="csX56" fmla="*/ 36433 w 205090"/>
                  <a:gd name="csY56" fmla="*/ 7266 h 59987"/>
                  <a:gd name="csX57" fmla="*/ 34381 w 205090"/>
                  <a:gd name="csY57" fmla="*/ 3264 h 59987"/>
                  <a:gd name="csX58" fmla="*/ 26179 w 205090"/>
                  <a:gd name="csY58" fmla="*/ 3709 h 59987"/>
                  <a:gd name="csX59" fmla="*/ 29250 w 205090"/>
                  <a:gd name="csY59" fmla="*/ 9490 h 59987"/>
                  <a:gd name="csX60" fmla="*/ 38479 w 205090"/>
                  <a:gd name="csY60" fmla="*/ 14819 h 59987"/>
                  <a:gd name="csX61" fmla="*/ 34381 w 205090"/>
                  <a:gd name="csY61" fmla="*/ 17924 h 59987"/>
                  <a:gd name="csX62" fmla="*/ 23100 w 205090"/>
                  <a:gd name="csY62" fmla="*/ 15263 h 59987"/>
                  <a:gd name="csX63" fmla="*/ 15924 w 205090"/>
                  <a:gd name="csY63" fmla="*/ 11706 h 59987"/>
                  <a:gd name="csX64" fmla="*/ 2591 w 205090"/>
                  <a:gd name="csY64" fmla="*/ 13485 h 59987"/>
                  <a:gd name="csX65" fmla="*/ 8741 w 205090"/>
                  <a:gd name="csY65" fmla="*/ 21482 h 59987"/>
                  <a:gd name="csX66" fmla="*/ 23100 w 205090"/>
                  <a:gd name="csY66" fmla="*/ 21037 h 599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205090" h="59987">
                    <a:moveTo>
                      <a:pt x="23100" y="21037"/>
                    </a:moveTo>
                    <a:lnTo>
                      <a:pt x="28231" y="22816"/>
                    </a:lnTo>
                    <a:lnTo>
                      <a:pt x="7715" y="31257"/>
                    </a:lnTo>
                    <a:lnTo>
                      <a:pt x="16944" y="37031"/>
                    </a:lnTo>
                    <a:lnTo>
                      <a:pt x="30277" y="38365"/>
                    </a:lnTo>
                    <a:lnTo>
                      <a:pt x="51812" y="34815"/>
                    </a:lnTo>
                    <a:lnTo>
                      <a:pt x="78478" y="34370"/>
                    </a:lnTo>
                    <a:lnTo>
                      <a:pt x="88732" y="37920"/>
                    </a:lnTo>
                    <a:lnTo>
                      <a:pt x="82575" y="41033"/>
                    </a:lnTo>
                    <a:lnTo>
                      <a:pt x="72321" y="40588"/>
                    </a:lnTo>
                    <a:lnTo>
                      <a:pt x="65145" y="43256"/>
                    </a:lnTo>
                    <a:lnTo>
                      <a:pt x="69242" y="46362"/>
                    </a:lnTo>
                    <a:lnTo>
                      <a:pt x="61040" y="47696"/>
                    </a:lnTo>
                    <a:lnTo>
                      <a:pt x="58995" y="46362"/>
                    </a:lnTo>
                    <a:lnTo>
                      <a:pt x="39505" y="45473"/>
                    </a:lnTo>
                    <a:lnTo>
                      <a:pt x="36433" y="47251"/>
                    </a:lnTo>
                    <a:lnTo>
                      <a:pt x="48733" y="52143"/>
                    </a:lnTo>
                    <a:lnTo>
                      <a:pt x="54890" y="53032"/>
                    </a:lnTo>
                    <a:lnTo>
                      <a:pt x="64119" y="57916"/>
                    </a:lnTo>
                    <a:lnTo>
                      <a:pt x="93856" y="57472"/>
                    </a:lnTo>
                    <a:lnTo>
                      <a:pt x="120522" y="58361"/>
                    </a:lnTo>
                    <a:lnTo>
                      <a:pt x="136926" y="58361"/>
                    </a:lnTo>
                    <a:lnTo>
                      <a:pt x="156409" y="60140"/>
                    </a:lnTo>
                    <a:lnTo>
                      <a:pt x="172821" y="53032"/>
                    </a:lnTo>
                    <a:lnTo>
                      <a:pt x="175892" y="46807"/>
                    </a:lnTo>
                    <a:lnTo>
                      <a:pt x="189225" y="41478"/>
                    </a:lnTo>
                    <a:lnTo>
                      <a:pt x="190251" y="38365"/>
                    </a:lnTo>
                    <a:lnTo>
                      <a:pt x="197427" y="34815"/>
                    </a:lnTo>
                    <a:lnTo>
                      <a:pt x="198454" y="21926"/>
                    </a:lnTo>
                    <a:lnTo>
                      <a:pt x="207682" y="17931"/>
                    </a:lnTo>
                    <a:lnTo>
                      <a:pt x="193330" y="16153"/>
                    </a:lnTo>
                    <a:lnTo>
                      <a:pt x="175892" y="13929"/>
                    </a:lnTo>
                    <a:lnTo>
                      <a:pt x="163592" y="9490"/>
                    </a:lnTo>
                    <a:lnTo>
                      <a:pt x="138979" y="9045"/>
                    </a:lnTo>
                    <a:lnTo>
                      <a:pt x="136926" y="15263"/>
                    </a:lnTo>
                    <a:lnTo>
                      <a:pt x="128724" y="17931"/>
                    </a:lnTo>
                    <a:lnTo>
                      <a:pt x="117443" y="17042"/>
                    </a:lnTo>
                    <a:lnTo>
                      <a:pt x="115391" y="13040"/>
                    </a:lnTo>
                    <a:lnTo>
                      <a:pt x="110267" y="10817"/>
                    </a:lnTo>
                    <a:lnTo>
                      <a:pt x="116417" y="8600"/>
                    </a:lnTo>
                    <a:lnTo>
                      <a:pt x="116417" y="2820"/>
                    </a:lnTo>
                    <a:lnTo>
                      <a:pt x="111293" y="152"/>
                    </a:lnTo>
                    <a:lnTo>
                      <a:pt x="97961" y="5043"/>
                    </a:lnTo>
                    <a:lnTo>
                      <a:pt x="101039" y="13485"/>
                    </a:lnTo>
                    <a:lnTo>
                      <a:pt x="102058" y="21037"/>
                    </a:lnTo>
                    <a:lnTo>
                      <a:pt x="96934" y="26373"/>
                    </a:lnTo>
                    <a:lnTo>
                      <a:pt x="90778" y="25484"/>
                    </a:lnTo>
                    <a:lnTo>
                      <a:pt x="84628" y="17931"/>
                    </a:lnTo>
                    <a:lnTo>
                      <a:pt x="87706" y="13485"/>
                    </a:lnTo>
                    <a:lnTo>
                      <a:pt x="85654" y="11261"/>
                    </a:lnTo>
                    <a:lnTo>
                      <a:pt x="62066" y="9927"/>
                    </a:lnTo>
                    <a:lnTo>
                      <a:pt x="62066" y="4598"/>
                    </a:lnTo>
                    <a:lnTo>
                      <a:pt x="53864" y="1486"/>
                    </a:lnTo>
                    <a:lnTo>
                      <a:pt x="46688" y="2820"/>
                    </a:lnTo>
                    <a:lnTo>
                      <a:pt x="49759" y="9038"/>
                    </a:lnTo>
                    <a:lnTo>
                      <a:pt x="45662" y="11261"/>
                    </a:lnTo>
                    <a:lnTo>
                      <a:pt x="36433" y="7266"/>
                    </a:lnTo>
                    <a:lnTo>
                      <a:pt x="34381" y="3264"/>
                    </a:lnTo>
                    <a:lnTo>
                      <a:pt x="26179" y="3709"/>
                    </a:lnTo>
                    <a:lnTo>
                      <a:pt x="29250" y="9490"/>
                    </a:lnTo>
                    <a:lnTo>
                      <a:pt x="38479" y="14819"/>
                    </a:lnTo>
                    <a:lnTo>
                      <a:pt x="34381" y="17924"/>
                    </a:lnTo>
                    <a:lnTo>
                      <a:pt x="23100" y="15263"/>
                    </a:lnTo>
                    <a:lnTo>
                      <a:pt x="15924" y="11706"/>
                    </a:lnTo>
                    <a:lnTo>
                      <a:pt x="2591" y="13485"/>
                    </a:lnTo>
                    <a:lnTo>
                      <a:pt x="8741" y="21482"/>
                    </a:lnTo>
                    <a:lnTo>
                      <a:pt x="23100" y="210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8" name="Forme libre : forme 866">
                <a:extLst>
                  <a:ext uri="{FF2B5EF4-FFF2-40B4-BE49-F238E27FC236}">
                    <a16:creationId xmlns:a16="http://schemas.microsoft.com/office/drawing/2014/main" id="{C813E10E-FFEC-A8A7-08E7-118EB97B1DE5}"/>
                  </a:ext>
                </a:extLst>
              </p:cNvPr>
              <p:cNvSpPr/>
              <p:nvPr/>
            </p:nvSpPr>
            <p:spPr>
              <a:xfrm rot="10634484" flipV="1">
                <a:off x="6193507" y="2133545"/>
                <a:ext cx="9474" cy="4877"/>
              </a:xfrm>
              <a:custGeom>
                <a:avLst/>
                <a:gdLst>
                  <a:gd name="csX0" fmla="*/ 2672 w 9474"/>
                  <a:gd name="csY0" fmla="*/ 143 h 4877"/>
                  <a:gd name="csX1" fmla="*/ 11914 w 9474"/>
                  <a:gd name="csY1" fmla="*/ 143 h 4877"/>
                  <a:gd name="csX2" fmla="*/ 12147 w 9474"/>
                  <a:gd name="csY2" fmla="*/ 5021 h 4877"/>
                  <a:gd name="csX3" fmla="*/ 3890 w 9474"/>
                  <a:gd name="csY3" fmla="*/ 4090 h 4877"/>
                  <a:gd name="csX4" fmla="*/ 2672 w 9474"/>
                  <a:gd name="csY4" fmla="*/ 143 h 4877"/>
                </a:gdLst>
                <a:ahLst/>
                <a:cxnLst>
                  <a:cxn ang="0">
                    <a:pos x="csX0" y="csY0"/>
                  </a:cxn>
                  <a:cxn ang="0">
                    <a:pos x="csX1" y="csY1"/>
                  </a:cxn>
                  <a:cxn ang="0">
                    <a:pos x="csX2" y="csY2"/>
                  </a:cxn>
                  <a:cxn ang="0">
                    <a:pos x="csX3" y="csY3"/>
                  </a:cxn>
                  <a:cxn ang="0">
                    <a:pos x="csX4" y="csY4"/>
                  </a:cxn>
                </a:cxnLst>
                <a:rect l="l" t="t" r="r" b="b"/>
                <a:pathLst>
                  <a:path w="9474" h="4877">
                    <a:moveTo>
                      <a:pt x="2672" y="143"/>
                    </a:moveTo>
                    <a:lnTo>
                      <a:pt x="11914" y="143"/>
                    </a:lnTo>
                    <a:lnTo>
                      <a:pt x="12147" y="5021"/>
                    </a:lnTo>
                    <a:lnTo>
                      <a:pt x="3890" y="4090"/>
                    </a:lnTo>
                    <a:lnTo>
                      <a:pt x="2672" y="1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89" name="Forme libre : forme 867">
                <a:extLst>
                  <a:ext uri="{FF2B5EF4-FFF2-40B4-BE49-F238E27FC236}">
                    <a16:creationId xmlns:a16="http://schemas.microsoft.com/office/drawing/2014/main" id="{2FC4C6DD-639C-A722-B4A8-323A265B6AC8}"/>
                  </a:ext>
                </a:extLst>
              </p:cNvPr>
              <p:cNvSpPr/>
              <p:nvPr/>
            </p:nvSpPr>
            <p:spPr>
              <a:xfrm rot="3913492" flipV="1">
                <a:off x="6118197" y="2118123"/>
                <a:ext cx="4220" cy="5958"/>
              </a:xfrm>
              <a:custGeom>
                <a:avLst/>
                <a:gdLst>
                  <a:gd name="csX0" fmla="*/ 2624 w 4220"/>
                  <a:gd name="csY0" fmla="*/ 134 h 5958"/>
                  <a:gd name="csX1" fmla="*/ 5073 w 4220"/>
                  <a:gd name="csY1" fmla="*/ 134 h 5958"/>
                  <a:gd name="csX2" fmla="*/ 6845 w 4220"/>
                  <a:gd name="csY2" fmla="*/ 6092 h 5958"/>
                  <a:gd name="csX3" fmla="*/ 3965 w 4220"/>
                  <a:gd name="csY3" fmla="*/ 5169 h 5958"/>
                  <a:gd name="csX4" fmla="*/ 2624 w 4220"/>
                  <a:gd name="csY4" fmla="*/ 134 h 5958"/>
                </a:gdLst>
                <a:ahLst/>
                <a:cxnLst>
                  <a:cxn ang="0">
                    <a:pos x="csX0" y="csY0"/>
                  </a:cxn>
                  <a:cxn ang="0">
                    <a:pos x="csX1" y="csY1"/>
                  </a:cxn>
                  <a:cxn ang="0">
                    <a:pos x="csX2" y="csY2"/>
                  </a:cxn>
                  <a:cxn ang="0">
                    <a:pos x="csX3" y="csY3"/>
                  </a:cxn>
                  <a:cxn ang="0">
                    <a:pos x="csX4" y="csY4"/>
                  </a:cxn>
                </a:cxnLst>
                <a:rect l="l" t="t" r="r" b="b"/>
                <a:pathLst>
                  <a:path w="4220" h="5958">
                    <a:moveTo>
                      <a:pt x="2624" y="134"/>
                    </a:moveTo>
                    <a:lnTo>
                      <a:pt x="5073" y="134"/>
                    </a:lnTo>
                    <a:lnTo>
                      <a:pt x="6845" y="6092"/>
                    </a:lnTo>
                    <a:lnTo>
                      <a:pt x="3965" y="5169"/>
                    </a:lnTo>
                    <a:lnTo>
                      <a:pt x="2624" y="1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0" name="Forme libre : forme 868">
                <a:extLst>
                  <a:ext uri="{FF2B5EF4-FFF2-40B4-BE49-F238E27FC236}">
                    <a16:creationId xmlns:a16="http://schemas.microsoft.com/office/drawing/2014/main" id="{34587713-6C8A-3756-768D-2D9A90C90C31}"/>
                  </a:ext>
                </a:extLst>
              </p:cNvPr>
              <p:cNvSpPr/>
              <p:nvPr/>
            </p:nvSpPr>
            <p:spPr>
              <a:xfrm rot="-8649739" flipV="1">
                <a:off x="6115081" y="2112471"/>
                <a:ext cx="6033" cy="4446"/>
              </a:xfrm>
              <a:custGeom>
                <a:avLst/>
                <a:gdLst>
                  <a:gd name="csX0" fmla="*/ 2623 w 6033"/>
                  <a:gd name="csY0" fmla="*/ 130 h 4446"/>
                  <a:gd name="csX1" fmla="*/ 6420 w 6033"/>
                  <a:gd name="csY1" fmla="*/ 130 h 4446"/>
                  <a:gd name="csX2" fmla="*/ 8657 w 6033"/>
                  <a:gd name="csY2" fmla="*/ 2298 h 4446"/>
                  <a:gd name="csX3" fmla="*/ 5743 w 6033"/>
                  <a:gd name="csY3" fmla="*/ 4576 h 4446"/>
                  <a:gd name="csX4" fmla="*/ 2623 w 6033"/>
                  <a:gd name="csY4" fmla="*/ 130 h 4446"/>
                </a:gdLst>
                <a:ahLst/>
                <a:cxnLst>
                  <a:cxn ang="0">
                    <a:pos x="csX0" y="csY0"/>
                  </a:cxn>
                  <a:cxn ang="0">
                    <a:pos x="csX1" y="csY1"/>
                  </a:cxn>
                  <a:cxn ang="0">
                    <a:pos x="csX2" y="csY2"/>
                  </a:cxn>
                  <a:cxn ang="0">
                    <a:pos x="csX3" y="csY3"/>
                  </a:cxn>
                  <a:cxn ang="0">
                    <a:pos x="csX4" y="csY4"/>
                  </a:cxn>
                </a:cxnLst>
                <a:rect l="l" t="t" r="r" b="b"/>
                <a:pathLst>
                  <a:path w="6033" h="4446">
                    <a:moveTo>
                      <a:pt x="2623" y="130"/>
                    </a:moveTo>
                    <a:lnTo>
                      <a:pt x="6420" y="130"/>
                    </a:lnTo>
                    <a:lnTo>
                      <a:pt x="8657" y="2298"/>
                    </a:lnTo>
                    <a:lnTo>
                      <a:pt x="5743" y="4576"/>
                    </a:lnTo>
                    <a:lnTo>
                      <a:pt x="2623" y="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1" name="Forme libre : forme 869">
                <a:extLst>
                  <a:ext uri="{FF2B5EF4-FFF2-40B4-BE49-F238E27FC236}">
                    <a16:creationId xmlns:a16="http://schemas.microsoft.com/office/drawing/2014/main" id="{38F1800E-474B-C66B-C7CE-CAA32F275390}"/>
                  </a:ext>
                </a:extLst>
              </p:cNvPr>
              <p:cNvSpPr/>
              <p:nvPr/>
            </p:nvSpPr>
            <p:spPr>
              <a:xfrm rot="-8566784" flipV="1">
                <a:off x="6038667" y="2101939"/>
                <a:ext cx="10596" cy="6204"/>
              </a:xfrm>
              <a:custGeom>
                <a:avLst/>
                <a:gdLst>
                  <a:gd name="csX0" fmla="*/ 2579 w 10596"/>
                  <a:gd name="csY0" fmla="*/ 124 h 6204"/>
                  <a:gd name="csX1" fmla="*/ 7730 w 10596"/>
                  <a:gd name="csY1" fmla="*/ 124 h 6204"/>
                  <a:gd name="csX2" fmla="*/ 13175 w 10596"/>
                  <a:gd name="csY2" fmla="*/ 4823 h 6204"/>
                  <a:gd name="csX3" fmla="*/ 10747 w 10596"/>
                  <a:gd name="csY3" fmla="*/ 6328 h 6204"/>
                  <a:gd name="csX4" fmla="*/ 2579 w 10596"/>
                  <a:gd name="csY4" fmla="*/ 124 h 6204"/>
                </a:gdLst>
                <a:ahLst/>
                <a:cxnLst>
                  <a:cxn ang="0">
                    <a:pos x="csX0" y="csY0"/>
                  </a:cxn>
                  <a:cxn ang="0">
                    <a:pos x="csX1" y="csY1"/>
                  </a:cxn>
                  <a:cxn ang="0">
                    <a:pos x="csX2" y="csY2"/>
                  </a:cxn>
                  <a:cxn ang="0">
                    <a:pos x="csX3" y="csY3"/>
                  </a:cxn>
                  <a:cxn ang="0">
                    <a:pos x="csX4" y="csY4"/>
                  </a:cxn>
                </a:cxnLst>
                <a:rect l="l" t="t" r="r" b="b"/>
                <a:pathLst>
                  <a:path w="10596" h="6204">
                    <a:moveTo>
                      <a:pt x="2579" y="124"/>
                    </a:moveTo>
                    <a:lnTo>
                      <a:pt x="7730" y="124"/>
                    </a:lnTo>
                    <a:lnTo>
                      <a:pt x="13175" y="4823"/>
                    </a:lnTo>
                    <a:lnTo>
                      <a:pt x="10747" y="6328"/>
                    </a:lnTo>
                    <a:lnTo>
                      <a:pt x="2579" y="1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2" name="Forme libre : forme 870">
                <a:extLst>
                  <a:ext uri="{FF2B5EF4-FFF2-40B4-BE49-F238E27FC236}">
                    <a16:creationId xmlns:a16="http://schemas.microsoft.com/office/drawing/2014/main" id="{19AD7769-70EA-49BB-C401-2823FCC48279}"/>
                  </a:ext>
                </a:extLst>
              </p:cNvPr>
              <p:cNvSpPr/>
              <p:nvPr/>
            </p:nvSpPr>
            <p:spPr>
              <a:xfrm rot="493515" flipV="1">
                <a:off x="6049929" y="2107865"/>
                <a:ext cx="10651" cy="2934"/>
              </a:xfrm>
              <a:custGeom>
                <a:avLst/>
                <a:gdLst>
                  <a:gd name="csX0" fmla="*/ 3911 w 10651"/>
                  <a:gd name="csY0" fmla="*/ 126 h 2934"/>
                  <a:gd name="csX1" fmla="*/ 13235 w 10651"/>
                  <a:gd name="csY1" fmla="*/ 126 h 2934"/>
                  <a:gd name="csX2" fmla="*/ 11778 w 10651"/>
                  <a:gd name="csY2" fmla="*/ 3061 h 2934"/>
                  <a:gd name="csX3" fmla="*/ 2584 w 10651"/>
                  <a:gd name="csY3" fmla="*/ 2179 h 2934"/>
                  <a:gd name="csX4" fmla="*/ 3911 w 10651"/>
                  <a:gd name="csY4" fmla="*/ 126 h 2934"/>
                </a:gdLst>
                <a:ahLst/>
                <a:cxnLst>
                  <a:cxn ang="0">
                    <a:pos x="csX0" y="csY0"/>
                  </a:cxn>
                  <a:cxn ang="0">
                    <a:pos x="csX1" y="csY1"/>
                  </a:cxn>
                  <a:cxn ang="0">
                    <a:pos x="csX2" y="csY2"/>
                  </a:cxn>
                  <a:cxn ang="0">
                    <a:pos x="csX3" y="csY3"/>
                  </a:cxn>
                  <a:cxn ang="0">
                    <a:pos x="csX4" y="csY4"/>
                  </a:cxn>
                </a:cxnLst>
                <a:rect l="l" t="t" r="r" b="b"/>
                <a:pathLst>
                  <a:path w="10651" h="2934">
                    <a:moveTo>
                      <a:pt x="3911" y="126"/>
                    </a:moveTo>
                    <a:lnTo>
                      <a:pt x="13235" y="126"/>
                    </a:lnTo>
                    <a:lnTo>
                      <a:pt x="11778" y="3061"/>
                    </a:lnTo>
                    <a:lnTo>
                      <a:pt x="2584" y="2179"/>
                    </a:lnTo>
                    <a:lnTo>
                      <a:pt x="3911" y="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3" name="Forme libre : forme 871">
                <a:extLst>
                  <a:ext uri="{FF2B5EF4-FFF2-40B4-BE49-F238E27FC236}">
                    <a16:creationId xmlns:a16="http://schemas.microsoft.com/office/drawing/2014/main" id="{24243858-A31F-B739-F9FF-C3204745A775}"/>
                  </a:ext>
                </a:extLst>
              </p:cNvPr>
              <p:cNvSpPr/>
              <p:nvPr/>
            </p:nvSpPr>
            <p:spPr>
              <a:xfrm>
                <a:off x="6039809" y="2110211"/>
                <a:ext cx="7176" cy="3112"/>
              </a:xfrm>
              <a:custGeom>
                <a:avLst/>
                <a:gdLst>
                  <a:gd name="csX0" fmla="*/ 9754 w 7176"/>
                  <a:gd name="csY0" fmla="*/ 3240 h 3112"/>
                  <a:gd name="csX1" fmla="*/ 9754 w 7176"/>
                  <a:gd name="csY1" fmla="*/ 128 h 3112"/>
                  <a:gd name="csX2" fmla="*/ 2578 w 7176"/>
                  <a:gd name="csY2" fmla="*/ 2351 h 3112"/>
                  <a:gd name="csX3" fmla="*/ 9754 w 7176"/>
                  <a:gd name="csY3" fmla="*/ 3240 h 3112"/>
                </a:gdLst>
                <a:ahLst/>
                <a:cxnLst>
                  <a:cxn ang="0">
                    <a:pos x="csX0" y="csY0"/>
                  </a:cxn>
                  <a:cxn ang="0">
                    <a:pos x="csX1" y="csY1"/>
                  </a:cxn>
                  <a:cxn ang="0">
                    <a:pos x="csX2" y="csY2"/>
                  </a:cxn>
                  <a:cxn ang="0">
                    <a:pos x="csX3" y="csY3"/>
                  </a:cxn>
                </a:cxnLst>
                <a:rect l="l" t="t" r="r" b="b"/>
                <a:pathLst>
                  <a:path w="7176" h="3112">
                    <a:moveTo>
                      <a:pt x="9754" y="3240"/>
                    </a:moveTo>
                    <a:lnTo>
                      <a:pt x="9754" y="128"/>
                    </a:lnTo>
                    <a:lnTo>
                      <a:pt x="2578" y="2351"/>
                    </a:lnTo>
                    <a:lnTo>
                      <a:pt x="9754" y="32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4" name="Forme libre : forme 872">
                <a:extLst>
                  <a:ext uri="{FF2B5EF4-FFF2-40B4-BE49-F238E27FC236}">
                    <a16:creationId xmlns:a16="http://schemas.microsoft.com/office/drawing/2014/main" id="{648046BE-2845-0606-B13C-84D37F93F7CC}"/>
                  </a:ext>
                </a:extLst>
              </p:cNvPr>
              <p:cNvSpPr/>
              <p:nvPr/>
            </p:nvSpPr>
            <p:spPr>
              <a:xfrm>
                <a:off x="6016221" y="2115096"/>
                <a:ext cx="10254" cy="4001"/>
              </a:xfrm>
              <a:custGeom>
                <a:avLst/>
                <a:gdLst>
                  <a:gd name="csX0" fmla="*/ 11793 w 10254"/>
                  <a:gd name="csY0" fmla="*/ 4133 h 4001"/>
                  <a:gd name="csX1" fmla="*/ 12819 w 10254"/>
                  <a:gd name="csY1" fmla="*/ 1020 h 4001"/>
                  <a:gd name="csX2" fmla="*/ 5643 w 10254"/>
                  <a:gd name="csY2" fmla="*/ 131 h 4001"/>
                  <a:gd name="csX3" fmla="*/ 2565 w 10254"/>
                  <a:gd name="csY3" fmla="*/ 2354 h 4001"/>
                  <a:gd name="csX4" fmla="*/ 6662 w 10254"/>
                  <a:gd name="csY4" fmla="*/ 4133 h 4001"/>
                  <a:gd name="csX5" fmla="*/ 11793 w 10254"/>
                  <a:gd name="csY5" fmla="*/ 4133 h 4001"/>
                </a:gdLst>
                <a:ahLst/>
                <a:cxnLst>
                  <a:cxn ang="0">
                    <a:pos x="csX0" y="csY0"/>
                  </a:cxn>
                  <a:cxn ang="0">
                    <a:pos x="csX1" y="csY1"/>
                  </a:cxn>
                  <a:cxn ang="0">
                    <a:pos x="csX2" y="csY2"/>
                  </a:cxn>
                  <a:cxn ang="0">
                    <a:pos x="csX3" y="csY3"/>
                  </a:cxn>
                  <a:cxn ang="0">
                    <a:pos x="csX4" y="csY4"/>
                  </a:cxn>
                  <a:cxn ang="0">
                    <a:pos x="csX5" y="csY5"/>
                  </a:cxn>
                </a:cxnLst>
                <a:rect l="l" t="t" r="r" b="b"/>
                <a:pathLst>
                  <a:path w="10254" h="4001">
                    <a:moveTo>
                      <a:pt x="11793" y="4133"/>
                    </a:moveTo>
                    <a:lnTo>
                      <a:pt x="12819" y="1020"/>
                    </a:lnTo>
                    <a:lnTo>
                      <a:pt x="5643" y="131"/>
                    </a:lnTo>
                    <a:lnTo>
                      <a:pt x="2565" y="2354"/>
                    </a:lnTo>
                    <a:lnTo>
                      <a:pt x="6662" y="4133"/>
                    </a:lnTo>
                    <a:lnTo>
                      <a:pt x="11793" y="41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5" name="Forme libre : forme 873">
                <a:extLst>
                  <a:ext uri="{FF2B5EF4-FFF2-40B4-BE49-F238E27FC236}">
                    <a16:creationId xmlns:a16="http://schemas.microsoft.com/office/drawing/2014/main" id="{599F945A-A766-1DE7-2A9E-96F29F2121FD}"/>
                  </a:ext>
                </a:extLst>
              </p:cNvPr>
              <p:cNvSpPr/>
              <p:nvPr/>
            </p:nvSpPr>
            <p:spPr>
              <a:xfrm>
                <a:off x="5989555" y="2122210"/>
                <a:ext cx="12306" cy="5780"/>
              </a:xfrm>
              <a:custGeom>
                <a:avLst/>
                <a:gdLst>
                  <a:gd name="csX0" fmla="*/ 14856 w 12306"/>
                  <a:gd name="csY0" fmla="*/ 2804 h 5780"/>
                  <a:gd name="csX1" fmla="*/ 9725 w 12306"/>
                  <a:gd name="csY1" fmla="*/ 136 h 5780"/>
                  <a:gd name="csX2" fmla="*/ 3575 w 12306"/>
                  <a:gd name="csY2" fmla="*/ 1470 h 5780"/>
                  <a:gd name="csX3" fmla="*/ 2549 w 12306"/>
                  <a:gd name="csY3" fmla="*/ 5027 h 5780"/>
                  <a:gd name="csX4" fmla="*/ 10752 w 12306"/>
                  <a:gd name="csY4" fmla="*/ 5917 h 5780"/>
                  <a:gd name="csX5" fmla="*/ 14856 w 12306"/>
                  <a:gd name="csY5" fmla="*/ 2804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14856" y="2804"/>
                    </a:moveTo>
                    <a:lnTo>
                      <a:pt x="9725" y="136"/>
                    </a:lnTo>
                    <a:lnTo>
                      <a:pt x="3575" y="1470"/>
                    </a:lnTo>
                    <a:lnTo>
                      <a:pt x="2549" y="5027"/>
                    </a:lnTo>
                    <a:lnTo>
                      <a:pt x="10752" y="5917"/>
                    </a:lnTo>
                    <a:lnTo>
                      <a:pt x="14856"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6" name="Forme libre : forme 874">
                <a:extLst>
                  <a:ext uri="{FF2B5EF4-FFF2-40B4-BE49-F238E27FC236}">
                    <a16:creationId xmlns:a16="http://schemas.microsoft.com/office/drawing/2014/main" id="{27B880D4-C82F-6457-237C-5F55E3F2B1EB}"/>
                  </a:ext>
                </a:extLst>
              </p:cNvPr>
              <p:cNvSpPr/>
              <p:nvPr/>
            </p:nvSpPr>
            <p:spPr>
              <a:xfrm rot="9925547" flipV="1">
                <a:off x="6019943" y="2172181"/>
                <a:ext cx="15104" cy="7141"/>
              </a:xfrm>
              <a:custGeom>
                <a:avLst/>
                <a:gdLst>
                  <a:gd name="csX0" fmla="*/ 12370 w 15104"/>
                  <a:gd name="csY0" fmla="*/ 167 h 7141"/>
                  <a:gd name="csX1" fmla="*/ 17672 w 15104"/>
                  <a:gd name="csY1" fmla="*/ 167 h 7141"/>
                  <a:gd name="csX2" fmla="*/ 17460 w 15104"/>
                  <a:gd name="csY2" fmla="*/ 3437 h 7141"/>
                  <a:gd name="csX3" fmla="*/ 2567 w 15104"/>
                  <a:gd name="csY3" fmla="*/ 7309 h 7141"/>
                  <a:gd name="csX4" fmla="*/ 12370 w 15104"/>
                  <a:gd name="csY4" fmla="*/ 167 h 7141"/>
                </a:gdLst>
                <a:ahLst/>
                <a:cxnLst>
                  <a:cxn ang="0">
                    <a:pos x="csX0" y="csY0"/>
                  </a:cxn>
                  <a:cxn ang="0">
                    <a:pos x="csX1" y="csY1"/>
                  </a:cxn>
                  <a:cxn ang="0">
                    <a:pos x="csX2" y="csY2"/>
                  </a:cxn>
                  <a:cxn ang="0">
                    <a:pos x="csX3" y="csY3"/>
                  </a:cxn>
                  <a:cxn ang="0">
                    <a:pos x="csX4" y="csY4"/>
                  </a:cxn>
                </a:cxnLst>
                <a:rect l="l" t="t" r="r" b="b"/>
                <a:pathLst>
                  <a:path w="15104" h="7141">
                    <a:moveTo>
                      <a:pt x="12370" y="167"/>
                    </a:moveTo>
                    <a:lnTo>
                      <a:pt x="17672" y="167"/>
                    </a:lnTo>
                    <a:lnTo>
                      <a:pt x="17460" y="3437"/>
                    </a:lnTo>
                    <a:lnTo>
                      <a:pt x="2567" y="7309"/>
                    </a:lnTo>
                    <a:lnTo>
                      <a:pt x="12370" y="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7" name="Forme libre : forme 875">
                <a:extLst>
                  <a:ext uri="{FF2B5EF4-FFF2-40B4-BE49-F238E27FC236}">
                    <a16:creationId xmlns:a16="http://schemas.microsoft.com/office/drawing/2014/main" id="{BB6BAD70-004F-6843-8C69-BC10E678FA0D}"/>
                  </a:ext>
                </a:extLst>
              </p:cNvPr>
              <p:cNvSpPr/>
              <p:nvPr/>
            </p:nvSpPr>
            <p:spPr>
              <a:xfrm>
                <a:off x="6027502" y="2179968"/>
                <a:ext cx="8202" cy="4001"/>
              </a:xfrm>
              <a:custGeom>
                <a:avLst/>
                <a:gdLst>
                  <a:gd name="csX0" fmla="*/ 10773 w 8202"/>
                  <a:gd name="csY0" fmla="*/ 616 h 4001"/>
                  <a:gd name="csX1" fmla="*/ 4623 w 8202"/>
                  <a:gd name="csY1" fmla="*/ 171 h 4001"/>
                  <a:gd name="csX2" fmla="*/ 2571 w 8202"/>
                  <a:gd name="csY2" fmla="*/ 1950 h 4001"/>
                  <a:gd name="csX3" fmla="*/ 2571 w 8202"/>
                  <a:gd name="csY3" fmla="*/ 4173 h 4001"/>
                  <a:gd name="csX4" fmla="*/ 8721 w 8202"/>
                  <a:gd name="csY4" fmla="*/ 3284 h 4001"/>
                  <a:gd name="csX5" fmla="*/ 10773 w 8202"/>
                  <a:gd name="csY5" fmla="*/ 616 h 4001"/>
                </a:gdLst>
                <a:ahLst/>
                <a:cxnLst>
                  <a:cxn ang="0">
                    <a:pos x="csX0" y="csY0"/>
                  </a:cxn>
                  <a:cxn ang="0">
                    <a:pos x="csX1" y="csY1"/>
                  </a:cxn>
                  <a:cxn ang="0">
                    <a:pos x="csX2" y="csY2"/>
                  </a:cxn>
                  <a:cxn ang="0">
                    <a:pos x="csX3" y="csY3"/>
                  </a:cxn>
                  <a:cxn ang="0">
                    <a:pos x="csX4" y="csY4"/>
                  </a:cxn>
                  <a:cxn ang="0">
                    <a:pos x="csX5" y="csY5"/>
                  </a:cxn>
                </a:cxnLst>
                <a:rect l="l" t="t" r="r" b="b"/>
                <a:pathLst>
                  <a:path w="8202" h="4001">
                    <a:moveTo>
                      <a:pt x="10773" y="616"/>
                    </a:moveTo>
                    <a:lnTo>
                      <a:pt x="4623" y="171"/>
                    </a:lnTo>
                    <a:lnTo>
                      <a:pt x="2571" y="1950"/>
                    </a:lnTo>
                    <a:lnTo>
                      <a:pt x="2571" y="4173"/>
                    </a:lnTo>
                    <a:lnTo>
                      <a:pt x="8721" y="3284"/>
                    </a:lnTo>
                    <a:lnTo>
                      <a:pt x="10773" y="6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8" name="Forme libre : forme 876">
                <a:extLst>
                  <a:ext uri="{FF2B5EF4-FFF2-40B4-BE49-F238E27FC236}">
                    <a16:creationId xmlns:a16="http://schemas.microsoft.com/office/drawing/2014/main" id="{84424226-CDB4-FA5D-E9EB-1C082268F7AC}"/>
                  </a:ext>
                </a:extLst>
              </p:cNvPr>
              <p:cNvSpPr/>
              <p:nvPr/>
            </p:nvSpPr>
            <p:spPr>
              <a:xfrm>
                <a:off x="5827535" y="2142199"/>
                <a:ext cx="233801" cy="159954"/>
              </a:xfrm>
              <a:custGeom>
                <a:avLst/>
                <a:gdLst>
                  <a:gd name="csX0" fmla="*/ 6598 w 233801"/>
                  <a:gd name="csY0" fmla="*/ 45521 h 159954"/>
                  <a:gd name="csX1" fmla="*/ 13774 w 233801"/>
                  <a:gd name="csY1" fmla="*/ 46411 h 159954"/>
                  <a:gd name="csX2" fmla="*/ 19931 w 233801"/>
                  <a:gd name="csY2" fmla="*/ 43298 h 159954"/>
                  <a:gd name="csX3" fmla="*/ 18905 w 233801"/>
                  <a:gd name="csY3" fmla="*/ 39303 h 159954"/>
                  <a:gd name="csX4" fmla="*/ 24029 w 233801"/>
                  <a:gd name="csY4" fmla="*/ 37524 h 159954"/>
                  <a:gd name="csX5" fmla="*/ 30186 w 233801"/>
                  <a:gd name="csY5" fmla="*/ 39303 h 159954"/>
                  <a:gd name="csX6" fmla="*/ 26081 w 233801"/>
                  <a:gd name="csY6" fmla="*/ 43743 h 159954"/>
                  <a:gd name="csX7" fmla="*/ 27107 w 233801"/>
                  <a:gd name="csY7" fmla="*/ 52629 h 159954"/>
                  <a:gd name="csX8" fmla="*/ 34284 w 233801"/>
                  <a:gd name="csY8" fmla="*/ 53518 h 159954"/>
                  <a:gd name="csX9" fmla="*/ 34284 w 233801"/>
                  <a:gd name="csY9" fmla="*/ 55742 h 159954"/>
                  <a:gd name="csX10" fmla="*/ 29160 w 233801"/>
                  <a:gd name="csY10" fmla="*/ 56631 h 159954"/>
                  <a:gd name="csX11" fmla="*/ 21984 w 233801"/>
                  <a:gd name="csY11" fmla="*/ 57520 h 159954"/>
                  <a:gd name="csX12" fmla="*/ 19931 w 233801"/>
                  <a:gd name="csY12" fmla="*/ 61071 h 159954"/>
                  <a:gd name="csX13" fmla="*/ 29160 w 233801"/>
                  <a:gd name="csY13" fmla="*/ 64183 h 159954"/>
                  <a:gd name="csX14" fmla="*/ 25055 w 233801"/>
                  <a:gd name="csY14" fmla="*/ 67289 h 159954"/>
                  <a:gd name="csX15" fmla="*/ 30186 w 233801"/>
                  <a:gd name="csY15" fmla="*/ 73959 h 159954"/>
                  <a:gd name="csX16" fmla="*/ 39414 w 233801"/>
                  <a:gd name="csY16" fmla="*/ 74404 h 159954"/>
                  <a:gd name="csX17" fmla="*/ 52747 w 233801"/>
                  <a:gd name="csY17" fmla="*/ 75738 h 159954"/>
                  <a:gd name="csX18" fmla="*/ 53766 w 233801"/>
                  <a:gd name="csY18" fmla="*/ 77954 h 159954"/>
                  <a:gd name="csX19" fmla="*/ 40440 w 233801"/>
                  <a:gd name="csY19" fmla="*/ 77072 h 159954"/>
                  <a:gd name="csX20" fmla="*/ 35310 w 233801"/>
                  <a:gd name="csY20" fmla="*/ 80622 h 159954"/>
                  <a:gd name="csX21" fmla="*/ 47616 w 233801"/>
                  <a:gd name="csY21" fmla="*/ 85069 h 159954"/>
                  <a:gd name="csX22" fmla="*/ 49662 w 233801"/>
                  <a:gd name="csY22" fmla="*/ 87730 h 159954"/>
                  <a:gd name="csX23" fmla="*/ 60949 w 233801"/>
                  <a:gd name="csY23" fmla="*/ 88619 h 159954"/>
                  <a:gd name="csX24" fmla="*/ 81458 w 233801"/>
                  <a:gd name="csY24" fmla="*/ 83735 h 159954"/>
                  <a:gd name="csX25" fmla="*/ 87608 w 233801"/>
                  <a:gd name="csY25" fmla="*/ 82845 h 159954"/>
                  <a:gd name="csX26" fmla="*/ 87608 w 233801"/>
                  <a:gd name="csY26" fmla="*/ 74404 h 159954"/>
                  <a:gd name="csX27" fmla="*/ 83511 w 233801"/>
                  <a:gd name="csY27" fmla="*/ 69512 h 159954"/>
                  <a:gd name="csX28" fmla="*/ 87608 w 233801"/>
                  <a:gd name="csY28" fmla="*/ 66407 h 159954"/>
                  <a:gd name="csX29" fmla="*/ 95811 w 233801"/>
                  <a:gd name="csY29" fmla="*/ 66407 h 159954"/>
                  <a:gd name="csX30" fmla="*/ 101968 w 233801"/>
                  <a:gd name="csY30" fmla="*/ 63294 h 159954"/>
                  <a:gd name="csX31" fmla="*/ 110170 w 233801"/>
                  <a:gd name="csY31" fmla="*/ 65962 h 159954"/>
                  <a:gd name="csX32" fmla="*/ 104020 w 233801"/>
                  <a:gd name="csY32" fmla="*/ 70402 h 159954"/>
                  <a:gd name="csX33" fmla="*/ 104020 w 233801"/>
                  <a:gd name="csY33" fmla="*/ 76627 h 159954"/>
                  <a:gd name="csX34" fmla="*/ 111196 w 233801"/>
                  <a:gd name="csY34" fmla="*/ 76627 h 159954"/>
                  <a:gd name="csX35" fmla="*/ 123503 w 233801"/>
                  <a:gd name="csY35" fmla="*/ 71291 h 159954"/>
                  <a:gd name="csX36" fmla="*/ 128633 w 233801"/>
                  <a:gd name="csY36" fmla="*/ 68630 h 159954"/>
                  <a:gd name="csX37" fmla="*/ 135810 w 233801"/>
                  <a:gd name="csY37" fmla="*/ 69957 h 159954"/>
                  <a:gd name="csX38" fmla="*/ 127600 w 233801"/>
                  <a:gd name="csY38" fmla="*/ 74404 h 159954"/>
                  <a:gd name="csX39" fmla="*/ 118372 w 233801"/>
                  <a:gd name="csY39" fmla="*/ 78843 h 159954"/>
                  <a:gd name="csX40" fmla="*/ 124529 w 233801"/>
                  <a:gd name="csY40" fmla="*/ 80177 h 159954"/>
                  <a:gd name="csX41" fmla="*/ 131705 w 233801"/>
                  <a:gd name="csY41" fmla="*/ 78843 h 159954"/>
                  <a:gd name="csX42" fmla="*/ 139907 w 233801"/>
                  <a:gd name="csY42" fmla="*/ 78850 h 159954"/>
                  <a:gd name="csX43" fmla="*/ 136836 w 233801"/>
                  <a:gd name="csY43" fmla="*/ 81511 h 159954"/>
                  <a:gd name="csX44" fmla="*/ 121450 w 233801"/>
                  <a:gd name="csY44" fmla="*/ 84624 h 159954"/>
                  <a:gd name="csX45" fmla="*/ 104020 w 233801"/>
                  <a:gd name="csY45" fmla="*/ 85069 h 159954"/>
                  <a:gd name="csX46" fmla="*/ 97863 w 233801"/>
                  <a:gd name="csY46" fmla="*/ 85958 h 159954"/>
                  <a:gd name="csX47" fmla="*/ 100941 w 233801"/>
                  <a:gd name="csY47" fmla="*/ 89508 h 159954"/>
                  <a:gd name="csX48" fmla="*/ 96837 w 233801"/>
                  <a:gd name="csY48" fmla="*/ 92176 h 159954"/>
                  <a:gd name="csX49" fmla="*/ 85556 w 233801"/>
                  <a:gd name="csY49" fmla="*/ 91732 h 159954"/>
                  <a:gd name="csX50" fmla="*/ 79406 w 233801"/>
                  <a:gd name="csY50" fmla="*/ 97061 h 159954"/>
                  <a:gd name="csX51" fmla="*/ 65047 w 233801"/>
                  <a:gd name="csY51" fmla="*/ 97950 h 159954"/>
                  <a:gd name="csX52" fmla="*/ 65047 w 233801"/>
                  <a:gd name="csY52" fmla="*/ 102841 h 159954"/>
                  <a:gd name="csX53" fmla="*/ 70178 w 233801"/>
                  <a:gd name="csY53" fmla="*/ 106392 h 159954"/>
                  <a:gd name="csX54" fmla="*/ 62995 w 233801"/>
                  <a:gd name="csY54" fmla="*/ 111728 h 159954"/>
                  <a:gd name="csX55" fmla="*/ 71197 w 233801"/>
                  <a:gd name="csY55" fmla="*/ 113944 h 159954"/>
                  <a:gd name="csX56" fmla="*/ 80432 w 233801"/>
                  <a:gd name="csY56" fmla="*/ 109949 h 159954"/>
                  <a:gd name="csX57" fmla="*/ 85556 w 233801"/>
                  <a:gd name="csY57" fmla="*/ 110394 h 159954"/>
                  <a:gd name="csX58" fmla="*/ 97863 w 233801"/>
                  <a:gd name="csY58" fmla="*/ 107281 h 159954"/>
                  <a:gd name="csX59" fmla="*/ 111196 w 233801"/>
                  <a:gd name="csY59" fmla="*/ 107726 h 159954"/>
                  <a:gd name="csX60" fmla="*/ 122477 w 233801"/>
                  <a:gd name="csY60" fmla="*/ 103724 h 159954"/>
                  <a:gd name="csX61" fmla="*/ 132731 w 233801"/>
                  <a:gd name="csY61" fmla="*/ 105947 h 159954"/>
                  <a:gd name="csX62" fmla="*/ 130679 w 233801"/>
                  <a:gd name="csY62" fmla="*/ 109060 h 159954"/>
                  <a:gd name="csX63" fmla="*/ 117346 w 233801"/>
                  <a:gd name="csY63" fmla="*/ 110838 h 159954"/>
                  <a:gd name="csX64" fmla="*/ 106065 w 233801"/>
                  <a:gd name="csY64" fmla="*/ 113506 h 159954"/>
                  <a:gd name="csX65" fmla="*/ 93758 w 233801"/>
                  <a:gd name="csY65" fmla="*/ 114389 h 159954"/>
                  <a:gd name="csX66" fmla="*/ 90687 w 233801"/>
                  <a:gd name="csY66" fmla="*/ 116167 h 159954"/>
                  <a:gd name="csX67" fmla="*/ 106065 w 233801"/>
                  <a:gd name="csY67" fmla="*/ 118391 h 159954"/>
                  <a:gd name="csX68" fmla="*/ 107091 w 233801"/>
                  <a:gd name="csY68" fmla="*/ 121059 h 159954"/>
                  <a:gd name="csX69" fmla="*/ 89661 w 233801"/>
                  <a:gd name="csY69" fmla="*/ 120614 h 159954"/>
                  <a:gd name="csX70" fmla="*/ 82478 w 233801"/>
                  <a:gd name="csY70" fmla="*/ 117501 h 159954"/>
                  <a:gd name="csX71" fmla="*/ 72230 w 233801"/>
                  <a:gd name="csY71" fmla="*/ 117946 h 159954"/>
                  <a:gd name="csX72" fmla="*/ 68126 w 233801"/>
                  <a:gd name="csY72" fmla="*/ 122831 h 159954"/>
                  <a:gd name="csX73" fmla="*/ 77354 w 233801"/>
                  <a:gd name="csY73" fmla="*/ 128611 h 159954"/>
                  <a:gd name="csX74" fmla="*/ 80425 w 233801"/>
                  <a:gd name="csY74" fmla="*/ 136608 h 159954"/>
                  <a:gd name="csX75" fmla="*/ 93758 w 233801"/>
                  <a:gd name="csY75" fmla="*/ 139276 h 159954"/>
                  <a:gd name="csX76" fmla="*/ 93758 w 233801"/>
                  <a:gd name="csY76" fmla="*/ 141937 h 159954"/>
                  <a:gd name="csX77" fmla="*/ 98889 w 233801"/>
                  <a:gd name="csY77" fmla="*/ 145939 h 159954"/>
                  <a:gd name="csX78" fmla="*/ 108118 w 233801"/>
                  <a:gd name="csY78" fmla="*/ 146384 h 159954"/>
                  <a:gd name="csX79" fmla="*/ 109144 w 233801"/>
                  <a:gd name="csY79" fmla="*/ 144605 h 159954"/>
                  <a:gd name="csX80" fmla="*/ 115294 w 233801"/>
                  <a:gd name="csY80" fmla="*/ 143716 h 159954"/>
                  <a:gd name="csX81" fmla="*/ 121450 w 233801"/>
                  <a:gd name="csY81" fmla="*/ 146384 h 159954"/>
                  <a:gd name="csX82" fmla="*/ 113241 w 233801"/>
                  <a:gd name="csY82" fmla="*/ 149934 h 159954"/>
                  <a:gd name="csX83" fmla="*/ 114267 w 233801"/>
                  <a:gd name="csY83" fmla="*/ 153936 h 159954"/>
                  <a:gd name="csX84" fmla="*/ 129653 w 233801"/>
                  <a:gd name="csY84" fmla="*/ 160155 h 159954"/>
                  <a:gd name="csX85" fmla="*/ 135803 w 233801"/>
                  <a:gd name="csY85" fmla="*/ 159710 h 159954"/>
                  <a:gd name="csX86" fmla="*/ 135803 w 233801"/>
                  <a:gd name="csY86" fmla="*/ 154825 h 159954"/>
                  <a:gd name="csX87" fmla="*/ 141953 w 233801"/>
                  <a:gd name="csY87" fmla="*/ 145939 h 159954"/>
                  <a:gd name="csX88" fmla="*/ 149136 w 233801"/>
                  <a:gd name="csY88" fmla="*/ 140610 h 159954"/>
                  <a:gd name="csX89" fmla="*/ 149136 w 233801"/>
                  <a:gd name="csY89" fmla="*/ 126388 h 159954"/>
                  <a:gd name="csX90" fmla="*/ 164521 w 233801"/>
                  <a:gd name="csY90" fmla="*/ 120614 h 159954"/>
                  <a:gd name="csX91" fmla="*/ 169645 w 233801"/>
                  <a:gd name="csY91" fmla="*/ 104620 h 159954"/>
                  <a:gd name="csX92" fmla="*/ 167592 w 233801"/>
                  <a:gd name="csY92" fmla="*/ 99284 h 159954"/>
                  <a:gd name="csX93" fmla="*/ 179899 w 233801"/>
                  <a:gd name="csY93" fmla="*/ 95289 h 159954"/>
                  <a:gd name="csX94" fmla="*/ 180925 w 233801"/>
                  <a:gd name="csY94" fmla="*/ 80622 h 159954"/>
                  <a:gd name="csX95" fmla="*/ 190154 w 233801"/>
                  <a:gd name="csY95" fmla="*/ 73514 h 159954"/>
                  <a:gd name="csX96" fmla="*/ 213741 w 233801"/>
                  <a:gd name="csY96" fmla="*/ 68185 h 159954"/>
                  <a:gd name="csX97" fmla="*/ 229126 w 233801"/>
                  <a:gd name="csY97" fmla="*/ 63739 h 159954"/>
                  <a:gd name="csX98" fmla="*/ 236303 w 233801"/>
                  <a:gd name="csY98" fmla="*/ 59299 h 159954"/>
                  <a:gd name="csX99" fmla="*/ 208617 w 233801"/>
                  <a:gd name="csY99" fmla="*/ 54408 h 159954"/>
                  <a:gd name="csX100" fmla="*/ 199389 w 233801"/>
                  <a:gd name="csY100" fmla="*/ 51740 h 159954"/>
                  <a:gd name="csX101" fmla="*/ 194258 w 233801"/>
                  <a:gd name="csY101" fmla="*/ 45077 h 159954"/>
                  <a:gd name="csX102" fmla="*/ 179906 w 233801"/>
                  <a:gd name="csY102" fmla="*/ 43743 h 159954"/>
                  <a:gd name="csX103" fmla="*/ 177854 w 233801"/>
                  <a:gd name="csY103" fmla="*/ 42416 h 159954"/>
                  <a:gd name="csX104" fmla="*/ 176828 w 233801"/>
                  <a:gd name="csY104" fmla="*/ 33967 h 159954"/>
                  <a:gd name="csX105" fmla="*/ 170678 w 233801"/>
                  <a:gd name="csY105" fmla="*/ 25088 h 159954"/>
                  <a:gd name="csX106" fmla="*/ 162469 w 233801"/>
                  <a:gd name="csY106" fmla="*/ 23754 h 159954"/>
                  <a:gd name="csX107" fmla="*/ 153240 w 233801"/>
                  <a:gd name="csY107" fmla="*/ 29527 h 159954"/>
                  <a:gd name="csX108" fmla="*/ 149142 w 233801"/>
                  <a:gd name="csY108" fmla="*/ 27749 h 159954"/>
                  <a:gd name="csX109" fmla="*/ 152214 w 233801"/>
                  <a:gd name="csY109" fmla="*/ 24643 h 159954"/>
                  <a:gd name="csX110" fmla="*/ 152214 w 233801"/>
                  <a:gd name="csY110" fmla="*/ 20196 h 159954"/>
                  <a:gd name="csX111" fmla="*/ 157345 w 233801"/>
                  <a:gd name="csY111" fmla="*/ 16194 h 159954"/>
                  <a:gd name="csX112" fmla="*/ 149142 w 233801"/>
                  <a:gd name="csY112" fmla="*/ 9087 h 159954"/>
                  <a:gd name="csX113" fmla="*/ 133757 w 233801"/>
                  <a:gd name="csY113" fmla="*/ 7753 h 159954"/>
                  <a:gd name="csX114" fmla="*/ 134783 w 233801"/>
                  <a:gd name="csY114" fmla="*/ 3758 h 159954"/>
                  <a:gd name="csX115" fmla="*/ 131705 w 233801"/>
                  <a:gd name="csY115" fmla="*/ 1090 h 159954"/>
                  <a:gd name="csX116" fmla="*/ 119405 w 233801"/>
                  <a:gd name="csY116" fmla="*/ 200 h 159954"/>
                  <a:gd name="csX117" fmla="*/ 115300 w 233801"/>
                  <a:gd name="csY117" fmla="*/ 3758 h 159954"/>
                  <a:gd name="csX118" fmla="*/ 109144 w 233801"/>
                  <a:gd name="csY118" fmla="*/ 5536 h 159954"/>
                  <a:gd name="csX119" fmla="*/ 113248 w 233801"/>
                  <a:gd name="csY119" fmla="*/ 24636 h 159954"/>
                  <a:gd name="csX120" fmla="*/ 115300 w 233801"/>
                  <a:gd name="csY120" fmla="*/ 26859 h 159954"/>
                  <a:gd name="csX121" fmla="*/ 112222 w 233801"/>
                  <a:gd name="csY121" fmla="*/ 39303 h 159954"/>
                  <a:gd name="csX122" fmla="*/ 124529 w 233801"/>
                  <a:gd name="csY122" fmla="*/ 49079 h 159954"/>
                  <a:gd name="csX123" fmla="*/ 126581 w 233801"/>
                  <a:gd name="csY123" fmla="*/ 56631 h 159954"/>
                  <a:gd name="csX124" fmla="*/ 121450 w 233801"/>
                  <a:gd name="csY124" fmla="*/ 57965 h 159954"/>
                  <a:gd name="csX125" fmla="*/ 114274 w 233801"/>
                  <a:gd name="csY125" fmla="*/ 54852 h 159954"/>
                  <a:gd name="csX126" fmla="*/ 112222 w 233801"/>
                  <a:gd name="csY126" fmla="*/ 50413 h 159954"/>
                  <a:gd name="csX127" fmla="*/ 105046 w 233801"/>
                  <a:gd name="csY127" fmla="*/ 46411 h 159954"/>
                  <a:gd name="csX128" fmla="*/ 104020 w 233801"/>
                  <a:gd name="csY128" fmla="*/ 35301 h 159954"/>
                  <a:gd name="csX129" fmla="*/ 101968 w 233801"/>
                  <a:gd name="csY129" fmla="*/ 31306 h 159954"/>
                  <a:gd name="csX130" fmla="*/ 100941 w 233801"/>
                  <a:gd name="csY130" fmla="*/ 25525 h 159954"/>
                  <a:gd name="csX131" fmla="*/ 96837 w 233801"/>
                  <a:gd name="csY131" fmla="*/ 21975 h 159954"/>
                  <a:gd name="csX132" fmla="*/ 92739 w 233801"/>
                  <a:gd name="csY132" fmla="*/ 16194 h 159954"/>
                  <a:gd name="csX133" fmla="*/ 82485 w 233801"/>
                  <a:gd name="csY133" fmla="*/ 15750 h 159954"/>
                  <a:gd name="csX134" fmla="*/ 81458 w 233801"/>
                  <a:gd name="csY134" fmla="*/ 18862 h 159954"/>
                  <a:gd name="csX135" fmla="*/ 76335 w 233801"/>
                  <a:gd name="csY135" fmla="*/ 22420 h 159954"/>
                  <a:gd name="csX136" fmla="*/ 69152 w 233801"/>
                  <a:gd name="csY136" fmla="*/ 28638 h 159954"/>
                  <a:gd name="csX137" fmla="*/ 75308 w 233801"/>
                  <a:gd name="csY137" fmla="*/ 34412 h 159954"/>
                  <a:gd name="csX138" fmla="*/ 80432 w 233801"/>
                  <a:gd name="csY138" fmla="*/ 38414 h 159954"/>
                  <a:gd name="csX139" fmla="*/ 77354 w 233801"/>
                  <a:gd name="csY139" fmla="*/ 44632 h 159954"/>
                  <a:gd name="csX140" fmla="*/ 68126 w 233801"/>
                  <a:gd name="csY140" fmla="*/ 38858 h 159954"/>
                  <a:gd name="csX141" fmla="*/ 66080 w 233801"/>
                  <a:gd name="csY141" fmla="*/ 33522 h 159954"/>
                  <a:gd name="csX142" fmla="*/ 56845 w 233801"/>
                  <a:gd name="csY142" fmla="*/ 31306 h 159954"/>
                  <a:gd name="csX143" fmla="*/ 56845 w 233801"/>
                  <a:gd name="csY143" fmla="*/ 27749 h 159954"/>
                  <a:gd name="csX144" fmla="*/ 54793 w 233801"/>
                  <a:gd name="csY144" fmla="*/ 25525 h 159954"/>
                  <a:gd name="csX145" fmla="*/ 41466 w 233801"/>
                  <a:gd name="csY145" fmla="*/ 25525 h 159954"/>
                  <a:gd name="csX146" fmla="*/ 41466 w 233801"/>
                  <a:gd name="csY146" fmla="*/ 22420 h 159954"/>
                  <a:gd name="csX147" fmla="*/ 60949 w 233801"/>
                  <a:gd name="csY147" fmla="*/ 19752 h 159954"/>
                  <a:gd name="csX148" fmla="*/ 68126 w 233801"/>
                  <a:gd name="csY148" fmla="*/ 17084 h 159954"/>
                  <a:gd name="csX149" fmla="*/ 71204 w 233801"/>
                  <a:gd name="csY149" fmla="*/ 12199 h 159954"/>
                  <a:gd name="csX150" fmla="*/ 64028 w 233801"/>
                  <a:gd name="csY150" fmla="*/ 11310 h 159954"/>
                  <a:gd name="csX151" fmla="*/ 56845 w 233801"/>
                  <a:gd name="csY151" fmla="*/ 12644 h 159954"/>
                  <a:gd name="csX152" fmla="*/ 34284 w 233801"/>
                  <a:gd name="csY152" fmla="*/ 12644 h 159954"/>
                  <a:gd name="csX153" fmla="*/ 34284 w 233801"/>
                  <a:gd name="csY153" fmla="*/ 17084 h 159954"/>
                  <a:gd name="csX154" fmla="*/ 20957 w 233801"/>
                  <a:gd name="csY154" fmla="*/ 16639 h 159954"/>
                  <a:gd name="csX155" fmla="*/ 24029 w 233801"/>
                  <a:gd name="csY155" fmla="*/ 13533 h 159954"/>
                  <a:gd name="csX156" fmla="*/ 13781 w 233801"/>
                  <a:gd name="csY156" fmla="*/ 13533 h 159954"/>
                  <a:gd name="csX157" fmla="*/ 4546 w 233801"/>
                  <a:gd name="csY157" fmla="*/ 15305 h 159954"/>
                  <a:gd name="csX158" fmla="*/ 10703 w 233801"/>
                  <a:gd name="csY158" fmla="*/ 17528 h 159954"/>
                  <a:gd name="csX159" fmla="*/ 13781 w 233801"/>
                  <a:gd name="csY159" fmla="*/ 20196 h 159954"/>
                  <a:gd name="csX160" fmla="*/ 3520 w 233801"/>
                  <a:gd name="csY160" fmla="*/ 23309 h 159954"/>
                  <a:gd name="csX161" fmla="*/ 2501 w 233801"/>
                  <a:gd name="csY161" fmla="*/ 37524 h 159954"/>
                  <a:gd name="csX162" fmla="*/ 9677 w 233801"/>
                  <a:gd name="csY162" fmla="*/ 41519 h 159954"/>
                  <a:gd name="csX163" fmla="*/ 6598 w 233801"/>
                  <a:gd name="csY163" fmla="*/ 45521 h 159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Lst>
                <a:rect l="l" t="t" r="r" b="b"/>
                <a:pathLst>
                  <a:path w="233801" h="159954">
                    <a:moveTo>
                      <a:pt x="6598" y="45521"/>
                    </a:moveTo>
                    <a:lnTo>
                      <a:pt x="13774" y="46411"/>
                    </a:lnTo>
                    <a:lnTo>
                      <a:pt x="19931" y="43298"/>
                    </a:lnTo>
                    <a:lnTo>
                      <a:pt x="18905" y="39303"/>
                    </a:lnTo>
                    <a:lnTo>
                      <a:pt x="24029" y="37524"/>
                    </a:lnTo>
                    <a:lnTo>
                      <a:pt x="30186" y="39303"/>
                    </a:lnTo>
                    <a:lnTo>
                      <a:pt x="26081" y="43743"/>
                    </a:lnTo>
                    <a:lnTo>
                      <a:pt x="27107" y="52629"/>
                    </a:lnTo>
                    <a:lnTo>
                      <a:pt x="34284" y="53518"/>
                    </a:lnTo>
                    <a:lnTo>
                      <a:pt x="34284" y="55742"/>
                    </a:lnTo>
                    <a:lnTo>
                      <a:pt x="29160" y="56631"/>
                    </a:lnTo>
                    <a:lnTo>
                      <a:pt x="21984" y="57520"/>
                    </a:lnTo>
                    <a:lnTo>
                      <a:pt x="19931" y="61071"/>
                    </a:lnTo>
                    <a:lnTo>
                      <a:pt x="29160" y="64183"/>
                    </a:lnTo>
                    <a:lnTo>
                      <a:pt x="25055" y="67289"/>
                    </a:lnTo>
                    <a:lnTo>
                      <a:pt x="30186" y="73959"/>
                    </a:lnTo>
                    <a:lnTo>
                      <a:pt x="39414" y="74404"/>
                    </a:lnTo>
                    <a:lnTo>
                      <a:pt x="52747" y="75738"/>
                    </a:lnTo>
                    <a:lnTo>
                      <a:pt x="53766" y="77954"/>
                    </a:lnTo>
                    <a:lnTo>
                      <a:pt x="40440" y="77072"/>
                    </a:lnTo>
                    <a:lnTo>
                      <a:pt x="35310" y="80622"/>
                    </a:lnTo>
                    <a:lnTo>
                      <a:pt x="47616" y="85069"/>
                    </a:lnTo>
                    <a:lnTo>
                      <a:pt x="49662" y="87730"/>
                    </a:lnTo>
                    <a:lnTo>
                      <a:pt x="60949" y="88619"/>
                    </a:lnTo>
                    <a:lnTo>
                      <a:pt x="81458" y="83735"/>
                    </a:lnTo>
                    <a:lnTo>
                      <a:pt x="87608" y="82845"/>
                    </a:lnTo>
                    <a:lnTo>
                      <a:pt x="87608" y="74404"/>
                    </a:lnTo>
                    <a:lnTo>
                      <a:pt x="83511" y="69512"/>
                    </a:lnTo>
                    <a:lnTo>
                      <a:pt x="87608" y="66407"/>
                    </a:lnTo>
                    <a:lnTo>
                      <a:pt x="95811" y="66407"/>
                    </a:lnTo>
                    <a:lnTo>
                      <a:pt x="101968" y="63294"/>
                    </a:lnTo>
                    <a:lnTo>
                      <a:pt x="110170" y="65962"/>
                    </a:lnTo>
                    <a:lnTo>
                      <a:pt x="104020" y="70402"/>
                    </a:lnTo>
                    <a:lnTo>
                      <a:pt x="104020" y="76627"/>
                    </a:lnTo>
                    <a:lnTo>
                      <a:pt x="111196" y="76627"/>
                    </a:lnTo>
                    <a:lnTo>
                      <a:pt x="123503" y="71291"/>
                    </a:lnTo>
                    <a:lnTo>
                      <a:pt x="128633" y="68630"/>
                    </a:lnTo>
                    <a:lnTo>
                      <a:pt x="135810" y="69957"/>
                    </a:lnTo>
                    <a:lnTo>
                      <a:pt x="127600" y="74404"/>
                    </a:lnTo>
                    <a:lnTo>
                      <a:pt x="118372" y="78843"/>
                    </a:lnTo>
                    <a:lnTo>
                      <a:pt x="124529" y="80177"/>
                    </a:lnTo>
                    <a:lnTo>
                      <a:pt x="131705" y="78843"/>
                    </a:lnTo>
                    <a:lnTo>
                      <a:pt x="139907" y="78850"/>
                    </a:lnTo>
                    <a:lnTo>
                      <a:pt x="136836" y="81511"/>
                    </a:lnTo>
                    <a:lnTo>
                      <a:pt x="121450" y="84624"/>
                    </a:lnTo>
                    <a:lnTo>
                      <a:pt x="104020" y="85069"/>
                    </a:lnTo>
                    <a:lnTo>
                      <a:pt x="97863" y="85958"/>
                    </a:lnTo>
                    <a:lnTo>
                      <a:pt x="100941" y="89508"/>
                    </a:lnTo>
                    <a:lnTo>
                      <a:pt x="96837" y="92176"/>
                    </a:lnTo>
                    <a:lnTo>
                      <a:pt x="85556" y="91732"/>
                    </a:lnTo>
                    <a:lnTo>
                      <a:pt x="79406" y="97061"/>
                    </a:lnTo>
                    <a:lnTo>
                      <a:pt x="65047" y="97950"/>
                    </a:lnTo>
                    <a:lnTo>
                      <a:pt x="65047" y="102841"/>
                    </a:lnTo>
                    <a:lnTo>
                      <a:pt x="70178" y="106392"/>
                    </a:lnTo>
                    <a:lnTo>
                      <a:pt x="62995" y="111728"/>
                    </a:lnTo>
                    <a:lnTo>
                      <a:pt x="71197" y="113944"/>
                    </a:lnTo>
                    <a:lnTo>
                      <a:pt x="80432" y="109949"/>
                    </a:lnTo>
                    <a:lnTo>
                      <a:pt x="85556" y="110394"/>
                    </a:lnTo>
                    <a:lnTo>
                      <a:pt x="97863" y="107281"/>
                    </a:lnTo>
                    <a:lnTo>
                      <a:pt x="111196" y="107726"/>
                    </a:lnTo>
                    <a:lnTo>
                      <a:pt x="122477" y="103724"/>
                    </a:lnTo>
                    <a:lnTo>
                      <a:pt x="132731" y="105947"/>
                    </a:lnTo>
                    <a:lnTo>
                      <a:pt x="130679" y="109060"/>
                    </a:lnTo>
                    <a:lnTo>
                      <a:pt x="117346" y="110838"/>
                    </a:lnTo>
                    <a:lnTo>
                      <a:pt x="106065" y="113506"/>
                    </a:lnTo>
                    <a:lnTo>
                      <a:pt x="93758" y="114389"/>
                    </a:lnTo>
                    <a:lnTo>
                      <a:pt x="90687" y="116167"/>
                    </a:lnTo>
                    <a:lnTo>
                      <a:pt x="106065" y="118391"/>
                    </a:lnTo>
                    <a:lnTo>
                      <a:pt x="107091" y="121059"/>
                    </a:lnTo>
                    <a:lnTo>
                      <a:pt x="89661" y="120614"/>
                    </a:lnTo>
                    <a:lnTo>
                      <a:pt x="82478" y="117501"/>
                    </a:lnTo>
                    <a:lnTo>
                      <a:pt x="72230" y="117946"/>
                    </a:lnTo>
                    <a:lnTo>
                      <a:pt x="68126" y="122831"/>
                    </a:lnTo>
                    <a:lnTo>
                      <a:pt x="77354" y="128611"/>
                    </a:lnTo>
                    <a:lnTo>
                      <a:pt x="80425" y="136608"/>
                    </a:lnTo>
                    <a:lnTo>
                      <a:pt x="93758" y="139276"/>
                    </a:lnTo>
                    <a:lnTo>
                      <a:pt x="93758" y="141937"/>
                    </a:lnTo>
                    <a:lnTo>
                      <a:pt x="98889" y="145939"/>
                    </a:lnTo>
                    <a:lnTo>
                      <a:pt x="108118" y="146384"/>
                    </a:lnTo>
                    <a:lnTo>
                      <a:pt x="109144" y="144605"/>
                    </a:lnTo>
                    <a:lnTo>
                      <a:pt x="115294" y="143716"/>
                    </a:lnTo>
                    <a:lnTo>
                      <a:pt x="121450" y="146384"/>
                    </a:lnTo>
                    <a:lnTo>
                      <a:pt x="113241" y="149934"/>
                    </a:lnTo>
                    <a:lnTo>
                      <a:pt x="114267" y="153936"/>
                    </a:lnTo>
                    <a:lnTo>
                      <a:pt x="129653" y="160155"/>
                    </a:lnTo>
                    <a:lnTo>
                      <a:pt x="135803" y="159710"/>
                    </a:lnTo>
                    <a:lnTo>
                      <a:pt x="135803" y="154825"/>
                    </a:lnTo>
                    <a:lnTo>
                      <a:pt x="141953" y="145939"/>
                    </a:lnTo>
                    <a:lnTo>
                      <a:pt x="149136" y="140610"/>
                    </a:lnTo>
                    <a:lnTo>
                      <a:pt x="149136" y="126388"/>
                    </a:lnTo>
                    <a:lnTo>
                      <a:pt x="164521" y="120614"/>
                    </a:lnTo>
                    <a:lnTo>
                      <a:pt x="169645" y="104620"/>
                    </a:lnTo>
                    <a:lnTo>
                      <a:pt x="167592" y="99284"/>
                    </a:lnTo>
                    <a:lnTo>
                      <a:pt x="179899" y="95289"/>
                    </a:lnTo>
                    <a:lnTo>
                      <a:pt x="180925" y="80622"/>
                    </a:lnTo>
                    <a:lnTo>
                      <a:pt x="190154" y="73514"/>
                    </a:lnTo>
                    <a:lnTo>
                      <a:pt x="213741" y="68185"/>
                    </a:lnTo>
                    <a:lnTo>
                      <a:pt x="229126" y="63739"/>
                    </a:lnTo>
                    <a:lnTo>
                      <a:pt x="236303" y="59299"/>
                    </a:lnTo>
                    <a:lnTo>
                      <a:pt x="208617" y="54408"/>
                    </a:lnTo>
                    <a:lnTo>
                      <a:pt x="199389" y="51740"/>
                    </a:lnTo>
                    <a:lnTo>
                      <a:pt x="194258" y="45077"/>
                    </a:lnTo>
                    <a:lnTo>
                      <a:pt x="179906" y="43743"/>
                    </a:lnTo>
                    <a:lnTo>
                      <a:pt x="177854" y="42416"/>
                    </a:lnTo>
                    <a:lnTo>
                      <a:pt x="176828" y="33967"/>
                    </a:lnTo>
                    <a:lnTo>
                      <a:pt x="170678" y="25088"/>
                    </a:lnTo>
                    <a:lnTo>
                      <a:pt x="162469" y="23754"/>
                    </a:lnTo>
                    <a:lnTo>
                      <a:pt x="153240" y="29527"/>
                    </a:lnTo>
                    <a:lnTo>
                      <a:pt x="149142" y="27749"/>
                    </a:lnTo>
                    <a:lnTo>
                      <a:pt x="152214" y="24643"/>
                    </a:lnTo>
                    <a:lnTo>
                      <a:pt x="152214" y="20196"/>
                    </a:lnTo>
                    <a:lnTo>
                      <a:pt x="157345" y="16194"/>
                    </a:lnTo>
                    <a:lnTo>
                      <a:pt x="149142" y="9087"/>
                    </a:lnTo>
                    <a:lnTo>
                      <a:pt x="133757" y="7753"/>
                    </a:lnTo>
                    <a:lnTo>
                      <a:pt x="134783" y="3758"/>
                    </a:lnTo>
                    <a:lnTo>
                      <a:pt x="131705" y="1090"/>
                    </a:lnTo>
                    <a:lnTo>
                      <a:pt x="119405" y="200"/>
                    </a:lnTo>
                    <a:lnTo>
                      <a:pt x="115300" y="3758"/>
                    </a:lnTo>
                    <a:lnTo>
                      <a:pt x="109144" y="5536"/>
                    </a:lnTo>
                    <a:lnTo>
                      <a:pt x="113248" y="24636"/>
                    </a:lnTo>
                    <a:lnTo>
                      <a:pt x="115300" y="26859"/>
                    </a:lnTo>
                    <a:lnTo>
                      <a:pt x="112222" y="39303"/>
                    </a:lnTo>
                    <a:lnTo>
                      <a:pt x="124529" y="49079"/>
                    </a:lnTo>
                    <a:lnTo>
                      <a:pt x="126581" y="56631"/>
                    </a:lnTo>
                    <a:lnTo>
                      <a:pt x="121450" y="57965"/>
                    </a:lnTo>
                    <a:lnTo>
                      <a:pt x="114274" y="54852"/>
                    </a:lnTo>
                    <a:lnTo>
                      <a:pt x="112222" y="50413"/>
                    </a:lnTo>
                    <a:lnTo>
                      <a:pt x="105046" y="46411"/>
                    </a:lnTo>
                    <a:lnTo>
                      <a:pt x="104020" y="35301"/>
                    </a:lnTo>
                    <a:lnTo>
                      <a:pt x="101968" y="31306"/>
                    </a:lnTo>
                    <a:lnTo>
                      <a:pt x="100941" y="25525"/>
                    </a:lnTo>
                    <a:lnTo>
                      <a:pt x="96837" y="21975"/>
                    </a:lnTo>
                    <a:lnTo>
                      <a:pt x="92739" y="16194"/>
                    </a:lnTo>
                    <a:lnTo>
                      <a:pt x="82485" y="15750"/>
                    </a:lnTo>
                    <a:lnTo>
                      <a:pt x="81458" y="18862"/>
                    </a:lnTo>
                    <a:lnTo>
                      <a:pt x="76335" y="22420"/>
                    </a:lnTo>
                    <a:lnTo>
                      <a:pt x="69152" y="28638"/>
                    </a:lnTo>
                    <a:lnTo>
                      <a:pt x="75308" y="34412"/>
                    </a:lnTo>
                    <a:lnTo>
                      <a:pt x="80432" y="38414"/>
                    </a:lnTo>
                    <a:lnTo>
                      <a:pt x="77354" y="44632"/>
                    </a:lnTo>
                    <a:lnTo>
                      <a:pt x="68126" y="38858"/>
                    </a:lnTo>
                    <a:lnTo>
                      <a:pt x="66080" y="33522"/>
                    </a:lnTo>
                    <a:lnTo>
                      <a:pt x="56845" y="31306"/>
                    </a:lnTo>
                    <a:lnTo>
                      <a:pt x="56845" y="27749"/>
                    </a:lnTo>
                    <a:lnTo>
                      <a:pt x="54793" y="25525"/>
                    </a:lnTo>
                    <a:lnTo>
                      <a:pt x="41466" y="25525"/>
                    </a:lnTo>
                    <a:lnTo>
                      <a:pt x="41466" y="22420"/>
                    </a:lnTo>
                    <a:lnTo>
                      <a:pt x="60949" y="19752"/>
                    </a:lnTo>
                    <a:lnTo>
                      <a:pt x="68126" y="17084"/>
                    </a:lnTo>
                    <a:lnTo>
                      <a:pt x="71204" y="12199"/>
                    </a:lnTo>
                    <a:lnTo>
                      <a:pt x="64028" y="11310"/>
                    </a:lnTo>
                    <a:lnTo>
                      <a:pt x="56845" y="12644"/>
                    </a:lnTo>
                    <a:lnTo>
                      <a:pt x="34284" y="12644"/>
                    </a:lnTo>
                    <a:lnTo>
                      <a:pt x="34284" y="17084"/>
                    </a:lnTo>
                    <a:lnTo>
                      <a:pt x="20957" y="16639"/>
                    </a:lnTo>
                    <a:lnTo>
                      <a:pt x="24029" y="13533"/>
                    </a:lnTo>
                    <a:lnTo>
                      <a:pt x="13781" y="13533"/>
                    </a:lnTo>
                    <a:lnTo>
                      <a:pt x="4546" y="15305"/>
                    </a:lnTo>
                    <a:lnTo>
                      <a:pt x="10703" y="17528"/>
                    </a:lnTo>
                    <a:lnTo>
                      <a:pt x="13781" y="20196"/>
                    </a:lnTo>
                    <a:lnTo>
                      <a:pt x="3520" y="23309"/>
                    </a:lnTo>
                    <a:lnTo>
                      <a:pt x="2501" y="37524"/>
                    </a:lnTo>
                    <a:lnTo>
                      <a:pt x="9677" y="41519"/>
                    </a:lnTo>
                    <a:lnTo>
                      <a:pt x="6598" y="455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99" name="Forme libre : forme 877">
                <a:extLst>
                  <a:ext uri="{FF2B5EF4-FFF2-40B4-BE49-F238E27FC236}">
                    <a16:creationId xmlns:a16="http://schemas.microsoft.com/office/drawing/2014/main" id="{B6525F06-6E59-1CCC-7981-FF166E797754}"/>
                  </a:ext>
                </a:extLst>
              </p:cNvPr>
              <p:cNvSpPr/>
              <p:nvPr/>
            </p:nvSpPr>
            <p:spPr>
              <a:xfrm>
                <a:off x="6042880" y="2214186"/>
                <a:ext cx="32815" cy="15549"/>
              </a:xfrm>
              <a:custGeom>
                <a:avLst/>
                <a:gdLst>
                  <a:gd name="csX0" fmla="*/ 35405 w 32815"/>
                  <a:gd name="csY0" fmla="*/ 13965 h 15549"/>
                  <a:gd name="csX1" fmla="*/ 33353 w 32815"/>
                  <a:gd name="csY1" fmla="*/ 194 h 15549"/>
                  <a:gd name="csX2" fmla="*/ 22072 w 32815"/>
                  <a:gd name="csY2" fmla="*/ 194 h 15549"/>
                  <a:gd name="csX3" fmla="*/ 12844 w 32815"/>
                  <a:gd name="csY3" fmla="*/ 4189 h 15549"/>
                  <a:gd name="csX4" fmla="*/ 6694 w 32815"/>
                  <a:gd name="csY4" fmla="*/ 4634 h 15549"/>
                  <a:gd name="csX5" fmla="*/ 2589 w 32815"/>
                  <a:gd name="csY5" fmla="*/ 7747 h 15549"/>
                  <a:gd name="csX6" fmla="*/ 9766 w 32815"/>
                  <a:gd name="csY6" fmla="*/ 15744 h 15549"/>
                  <a:gd name="csX7" fmla="*/ 35405 w 32815"/>
                  <a:gd name="csY7" fmla="*/ 13965 h 15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5549">
                    <a:moveTo>
                      <a:pt x="35405" y="13965"/>
                    </a:moveTo>
                    <a:lnTo>
                      <a:pt x="33353" y="194"/>
                    </a:lnTo>
                    <a:lnTo>
                      <a:pt x="22072" y="194"/>
                    </a:lnTo>
                    <a:lnTo>
                      <a:pt x="12844" y="4189"/>
                    </a:lnTo>
                    <a:lnTo>
                      <a:pt x="6694" y="4634"/>
                    </a:lnTo>
                    <a:lnTo>
                      <a:pt x="2589" y="7747"/>
                    </a:lnTo>
                    <a:lnTo>
                      <a:pt x="9766" y="15744"/>
                    </a:lnTo>
                    <a:lnTo>
                      <a:pt x="35405" y="13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0" name="Forme libre : forme 878">
                <a:extLst>
                  <a:ext uri="{FF2B5EF4-FFF2-40B4-BE49-F238E27FC236}">
                    <a16:creationId xmlns:a16="http://schemas.microsoft.com/office/drawing/2014/main" id="{70104B19-3088-4611-A51A-18D15002DB20}"/>
                  </a:ext>
                </a:extLst>
              </p:cNvPr>
              <p:cNvSpPr/>
              <p:nvPr/>
            </p:nvSpPr>
            <p:spPr>
              <a:xfrm>
                <a:off x="6045959" y="2230180"/>
                <a:ext cx="87160" cy="45321"/>
              </a:xfrm>
              <a:custGeom>
                <a:avLst/>
                <a:gdLst>
                  <a:gd name="csX0" fmla="*/ 88746 w 87160"/>
                  <a:gd name="csY0" fmla="*/ 21989 h 45321"/>
                  <a:gd name="csX1" fmla="*/ 73367 w 87160"/>
                  <a:gd name="csY1" fmla="*/ 17549 h 45321"/>
                  <a:gd name="csX2" fmla="*/ 71315 w 87160"/>
                  <a:gd name="csY2" fmla="*/ 19765 h 45321"/>
                  <a:gd name="csX3" fmla="*/ 61060 w 87160"/>
                  <a:gd name="csY3" fmla="*/ 19321 h 45321"/>
                  <a:gd name="csX4" fmla="*/ 57982 w 87160"/>
                  <a:gd name="csY4" fmla="*/ 14436 h 45321"/>
                  <a:gd name="csX5" fmla="*/ 50806 w 87160"/>
                  <a:gd name="csY5" fmla="*/ 12213 h 45321"/>
                  <a:gd name="csX6" fmla="*/ 56956 w 87160"/>
                  <a:gd name="csY6" fmla="*/ 3327 h 45321"/>
                  <a:gd name="csX7" fmla="*/ 47728 w 87160"/>
                  <a:gd name="csY7" fmla="*/ 214 h 45321"/>
                  <a:gd name="csX8" fmla="*/ 41578 w 87160"/>
                  <a:gd name="csY8" fmla="*/ 1993 h 45321"/>
                  <a:gd name="csX9" fmla="*/ 21069 w 87160"/>
                  <a:gd name="csY9" fmla="*/ 2882 h 45321"/>
                  <a:gd name="csX10" fmla="*/ 17990 w 87160"/>
                  <a:gd name="csY10" fmla="*/ 5550 h 45321"/>
                  <a:gd name="csX11" fmla="*/ 4657 w 87160"/>
                  <a:gd name="csY11" fmla="*/ 5550 h 45321"/>
                  <a:gd name="csX12" fmla="*/ 2612 w 87160"/>
                  <a:gd name="csY12" fmla="*/ 9100 h 45321"/>
                  <a:gd name="csX13" fmla="*/ 20042 w 87160"/>
                  <a:gd name="csY13" fmla="*/ 13992 h 45321"/>
                  <a:gd name="csX14" fmla="*/ 12859 w 87160"/>
                  <a:gd name="csY14" fmla="*/ 17987 h 45321"/>
                  <a:gd name="csX15" fmla="*/ 12859 w 87160"/>
                  <a:gd name="csY15" fmla="*/ 29986 h 45321"/>
                  <a:gd name="csX16" fmla="*/ 3631 w 87160"/>
                  <a:gd name="csY16" fmla="*/ 34432 h 45321"/>
                  <a:gd name="csX17" fmla="*/ 3631 w 87160"/>
                  <a:gd name="csY17" fmla="*/ 38872 h 45321"/>
                  <a:gd name="csX18" fmla="*/ 8762 w 87160"/>
                  <a:gd name="csY18" fmla="*/ 41095 h 45321"/>
                  <a:gd name="csX19" fmla="*/ 34395 w 87160"/>
                  <a:gd name="csY19" fmla="*/ 33988 h 45321"/>
                  <a:gd name="csX20" fmla="*/ 46701 w 87160"/>
                  <a:gd name="csY20" fmla="*/ 34432 h 45321"/>
                  <a:gd name="csX21" fmla="*/ 44649 w 87160"/>
                  <a:gd name="csY21" fmla="*/ 36649 h 45321"/>
                  <a:gd name="csX22" fmla="*/ 37473 w 87160"/>
                  <a:gd name="csY22" fmla="*/ 40206 h 45321"/>
                  <a:gd name="csX23" fmla="*/ 40551 w 87160"/>
                  <a:gd name="csY23" fmla="*/ 45535 h 45321"/>
                  <a:gd name="csX24" fmla="*/ 54904 w 87160"/>
                  <a:gd name="csY24" fmla="*/ 41540 h 45321"/>
                  <a:gd name="csX25" fmla="*/ 62087 w 87160"/>
                  <a:gd name="csY25" fmla="*/ 37538 h 45321"/>
                  <a:gd name="csX26" fmla="*/ 62087 w 87160"/>
                  <a:gd name="csY26" fmla="*/ 31320 h 45321"/>
                  <a:gd name="csX27" fmla="*/ 72341 w 87160"/>
                  <a:gd name="csY27" fmla="*/ 25984 h 45321"/>
                  <a:gd name="csX28" fmla="*/ 89772 w 87160"/>
                  <a:gd name="csY28" fmla="*/ 24657 h 45321"/>
                  <a:gd name="csX29" fmla="*/ 88746 w 87160"/>
                  <a:gd name="csY29" fmla="*/ 21989 h 4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7160" h="45321">
                    <a:moveTo>
                      <a:pt x="88746" y="21989"/>
                    </a:moveTo>
                    <a:lnTo>
                      <a:pt x="73367" y="17549"/>
                    </a:lnTo>
                    <a:lnTo>
                      <a:pt x="71315" y="19765"/>
                    </a:lnTo>
                    <a:lnTo>
                      <a:pt x="61060" y="19321"/>
                    </a:lnTo>
                    <a:lnTo>
                      <a:pt x="57982" y="14436"/>
                    </a:lnTo>
                    <a:lnTo>
                      <a:pt x="50806" y="12213"/>
                    </a:lnTo>
                    <a:lnTo>
                      <a:pt x="56956" y="3327"/>
                    </a:lnTo>
                    <a:lnTo>
                      <a:pt x="47728" y="214"/>
                    </a:lnTo>
                    <a:lnTo>
                      <a:pt x="41578" y="1993"/>
                    </a:lnTo>
                    <a:lnTo>
                      <a:pt x="21069" y="2882"/>
                    </a:lnTo>
                    <a:lnTo>
                      <a:pt x="17990" y="5550"/>
                    </a:lnTo>
                    <a:lnTo>
                      <a:pt x="4657" y="5550"/>
                    </a:lnTo>
                    <a:lnTo>
                      <a:pt x="2612" y="9100"/>
                    </a:lnTo>
                    <a:lnTo>
                      <a:pt x="20042" y="13992"/>
                    </a:lnTo>
                    <a:lnTo>
                      <a:pt x="12859" y="17987"/>
                    </a:lnTo>
                    <a:lnTo>
                      <a:pt x="12859" y="29986"/>
                    </a:lnTo>
                    <a:lnTo>
                      <a:pt x="3631" y="34432"/>
                    </a:lnTo>
                    <a:lnTo>
                      <a:pt x="3631" y="38872"/>
                    </a:lnTo>
                    <a:lnTo>
                      <a:pt x="8762" y="41095"/>
                    </a:lnTo>
                    <a:lnTo>
                      <a:pt x="34395" y="33988"/>
                    </a:lnTo>
                    <a:lnTo>
                      <a:pt x="46701" y="34432"/>
                    </a:lnTo>
                    <a:lnTo>
                      <a:pt x="44649" y="36649"/>
                    </a:lnTo>
                    <a:lnTo>
                      <a:pt x="37473" y="40206"/>
                    </a:lnTo>
                    <a:lnTo>
                      <a:pt x="40551" y="45535"/>
                    </a:lnTo>
                    <a:lnTo>
                      <a:pt x="54904" y="41540"/>
                    </a:lnTo>
                    <a:lnTo>
                      <a:pt x="62087" y="37538"/>
                    </a:lnTo>
                    <a:lnTo>
                      <a:pt x="62087" y="31320"/>
                    </a:lnTo>
                    <a:lnTo>
                      <a:pt x="72341" y="25984"/>
                    </a:lnTo>
                    <a:lnTo>
                      <a:pt x="89772" y="24657"/>
                    </a:lnTo>
                    <a:lnTo>
                      <a:pt x="88746" y="219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1" name="Forme libre : forme 879">
                <a:extLst>
                  <a:ext uri="{FF2B5EF4-FFF2-40B4-BE49-F238E27FC236}">
                    <a16:creationId xmlns:a16="http://schemas.microsoft.com/office/drawing/2014/main" id="{1442B7F3-3D2E-50D0-7A05-EB621EFE113A}"/>
                  </a:ext>
                </a:extLst>
              </p:cNvPr>
              <p:cNvSpPr/>
              <p:nvPr/>
            </p:nvSpPr>
            <p:spPr>
              <a:xfrm>
                <a:off x="6034678" y="2189299"/>
                <a:ext cx="12306" cy="5780"/>
              </a:xfrm>
              <a:custGeom>
                <a:avLst/>
                <a:gdLst>
                  <a:gd name="csX0" fmla="*/ 12831 w 12306"/>
                  <a:gd name="csY0" fmla="*/ 5957 h 5780"/>
                  <a:gd name="csX1" fmla="*/ 14883 w 12306"/>
                  <a:gd name="csY1" fmla="*/ 2400 h 5780"/>
                  <a:gd name="csX2" fmla="*/ 7700 w 12306"/>
                  <a:gd name="csY2" fmla="*/ 177 h 5780"/>
                  <a:gd name="csX3" fmla="*/ 2576 w 12306"/>
                  <a:gd name="csY3" fmla="*/ 628 h 5780"/>
                  <a:gd name="csX4" fmla="*/ 3603 w 12306"/>
                  <a:gd name="csY4" fmla="*/ 3734 h 5780"/>
                  <a:gd name="csX5" fmla="*/ 12831 w 12306"/>
                  <a:gd name="csY5" fmla="*/ 5957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12831" y="5957"/>
                    </a:moveTo>
                    <a:lnTo>
                      <a:pt x="14883" y="2400"/>
                    </a:lnTo>
                    <a:lnTo>
                      <a:pt x="7700" y="177"/>
                    </a:lnTo>
                    <a:lnTo>
                      <a:pt x="2576" y="628"/>
                    </a:lnTo>
                    <a:lnTo>
                      <a:pt x="3603" y="3734"/>
                    </a:lnTo>
                    <a:lnTo>
                      <a:pt x="12831" y="59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2" name="Forme libre : forme 880">
                <a:extLst>
                  <a:ext uri="{FF2B5EF4-FFF2-40B4-BE49-F238E27FC236}">
                    <a16:creationId xmlns:a16="http://schemas.microsoft.com/office/drawing/2014/main" id="{009BEC54-6728-5C83-276A-38D87B159A11}"/>
                  </a:ext>
                </a:extLst>
              </p:cNvPr>
              <p:cNvSpPr/>
              <p:nvPr/>
            </p:nvSpPr>
            <p:spPr>
              <a:xfrm>
                <a:off x="5822404" y="2202187"/>
                <a:ext cx="37939" cy="31988"/>
              </a:xfrm>
              <a:custGeom>
                <a:avLst/>
                <a:gdLst>
                  <a:gd name="csX0" fmla="*/ 11681 w 37939"/>
                  <a:gd name="csY0" fmla="*/ 16187 h 31988"/>
                  <a:gd name="csX1" fmla="*/ 13734 w 37939"/>
                  <a:gd name="csY1" fmla="*/ 19744 h 31988"/>
                  <a:gd name="csX2" fmla="*/ 21936 w 37939"/>
                  <a:gd name="csY2" fmla="*/ 23295 h 31988"/>
                  <a:gd name="csX3" fmla="*/ 26040 w 37939"/>
                  <a:gd name="csY3" fmla="*/ 29513 h 31988"/>
                  <a:gd name="csX4" fmla="*/ 35269 w 37939"/>
                  <a:gd name="csY4" fmla="*/ 32181 h 31988"/>
                  <a:gd name="csX5" fmla="*/ 40393 w 37939"/>
                  <a:gd name="csY5" fmla="*/ 26852 h 31988"/>
                  <a:gd name="csX6" fmla="*/ 35269 w 37939"/>
                  <a:gd name="csY6" fmla="*/ 22850 h 31988"/>
                  <a:gd name="csX7" fmla="*/ 21936 w 37939"/>
                  <a:gd name="csY7" fmla="*/ 14853 h 31988"/>
                  <a:gd name="csX8" fmla="*/ 18857 w 37939"/>
                  <a:gd name="csY8" fmla="*/ 3743 h 31988"/>
                  <a:gd name="csX9" fmla="*/ 9629 w 37939"/>
                  <a:gd name="csY9" fmla="*/ 193 h 31988"/>
                  <a:gd name="csX10" fmla="*/ 2453 w 37939"/>
                  <a:gd name="csY10" fmla="*/ 2416 h 31988"/>
                  <a:gd name="csX11" fmla="*/ 7577 w 37939"/>
                  <a:gd name="csY11" fmla="*/ 6411 h 31988"/>
                  <a:gd name="csX12" fmla="*/ 11681 w 37939"/>
                  <a:gd name="csY12" fmla="*/ 16187 h 3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7939" h="31988">
                    <a:moveTo>
                      <a:pt x="11681" y="16187"/>
                    </a:moveTo>
                    <a:lnTo>
                      <a:pt x="13734" y="19744"/>
                    </a:lnTo>
                    <a:lnTo>
                      <a:pt x="21936" y="23295"/>
                    </a:lnTo>
                    <a:lnTo>
                      <a:pt x="26040" y="29513"/>
                    </a:lnTo>
                    <a:lnTo>
                      <a:pt x="35269" y="32181"/>
                    </a:lnTo>
                    <a:lnTo>
                      <a:pt x="40393" y="26852"/>
                    </a:lnTo>
                    <a:lnTo>
                      <a:pt x="35269" y="22850"/>
                    </a:lnTo>
                    <a:lnTo>
                      <a:pt x="21936" y="14853"/>
                    </a:lnTo>
                    <a:lnTo>
                      <a:pt x="18857" y="3743"/>
                    </a:lnTo>
                    <a:lnTo>
                      <a:pt x="9629" y="193"/>
                    </a:lnTo>
                    <a:lnTo>
                      <a:pt x="2453" y="2416"/>
                    </a:lnTo>
                    <a:lnTo>
                      <a:pt x="7577" y="6411"/>
                    </a:lnTo>
                    <a:lnTo>
                      <a:pt x="11681" y="16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3" name="Forme libre : forme 881">
                <a:extLst>
                  <a:ext uri="{FF2B5EF4-FFF2-40B4-BE49-F238E27FC236}">
                    <a16:creationId xmlns:a16="http://schemas.microsoft.com/office/drawing/2014/main" id="{A5EB2A09-CD6C-2562-B87E-18F6D29FCE22}"/>
                  </a:ext>
                </a:extLst>
              </p:cNvPr>
              <p:cNvSpPr/>
              <p:nvPr/>
            </p:nvSpPr>
            <p:spPr>
              <a:xfrm>
                <a:off x="6859658" y="2571665"/>
                <a:ext cx="33841" cy="19366"/>
              </a:xfrm>
              <a:custGeom>
                <a:avLst/>
                <a:gdLst>
                  <a:gd name="csX0" fmla="*/ 3082 w 33841"/>
                  <a:gd name="csY0" fmla="*/ 4102 h 19366"/>
                  <a:gd name="csX1" fmla="*/ 7693 w 33841"/>
                  <a:gd name="csY1" fmla="*/ 11483 h 19366"/>
                  <a:gd name="csX2" fmla="*/ 27696 w 33841"/>
                  <a:gd name="csY2" fmla="*/ 19782 h 19366"/>
                  <a:gd name="csX3" fmla="*/ 35385 w 33841"/>
                  <a:gd name="csY3" fmla="*/ 19782 h 19366"/>
                  <a:gd name="csX4" fmla="*/ 36924 w 33841"/>
                  <a:gd name="csY4" fmla="*/ 11483 h 19366"/>
                  <a:gd name="csX5" fmla="*/ 12311 w 33841"/>
                  <a:gd name="csY5" fmla="*/ 415 h 19366"/>
                  <a:gd name="csX6" fmla="*/ 3082 w 33841"/>
                  <a:gd name="csY6" fmla="*/ 4102 h 193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19366">
                    <a:moveTo>
                      <a:pt x="3082" y="4102"/>
                    </a:moveTo>
                    <a:lnTo>
                      <a:pt x="7693" y="11483"/>
                    </a:lnTo>
                    <a:lnTo>
                      <a:pt x="27696" y="19782"/>
                    </a:lnTo>
                    <a:lnTo>
                      <a:pt x="35385" y="19782"/>
                    </a:lnTo>
                    <a:lnTo>
                      <a:pt x="36924" y="11483"/>
                    </a:lnTo>
                    <a:lnTo>
                      <a:pt x="12311" y="415"/>
                    </a:lnTo>
                    <a:lnTo>
                      <a:pt x="3082" y="41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4" name="Forme libre : forme 882">
                <a:extLst>
                  <a:ext uri="{FF2B5EF4-FFF2-40B4-BE49-F238E27FC236}">
                    <a16:creationId xmlns:a16="http://schemas.microsoft.com/office/drawing/2014/main" id="{7CF114E0-DD59-8F1E-1BBD-D118C5C0E2DD}"/>
                  </a:ext>
                </a:extLst>
              </p:cNvPr>
              <p:cNvSpPr/>
              <p:nvPr/>
            </p:nvSpPr>
            <p:spPr>
              <a:xfrm>
                <a:off x="6748910" y="2286173"/>
                <a:ext cx="336867" cy="160959"/>
              </a:xfrm>
              <a:custGeom>
                <a:avLst/>
                <a:gdLst>
                  <a:gd name="csX0" fmla="*/ 41543 w 336867"/>
                  <a:gd name="csY0" fmla="*/ 137251 h 160959"/>
                  <a:gd name="csX1" fmla="*/ 43083 w 336867"/>
                  <a:gd name="csY1" fmla="*/ 140014 h 160959"/>
                  <a:gd name="csX2" fmla="*/ 30776 w 336867"/>
                  <a:gd name="csY2" fmla="*/ 142785 h 160959"/>
                  <a:gd name="csX3" fmla="*/ 21547 w 336867"/>
                  <a:gd name="csY3" fmla="*/ 148319 h 160959"/>
                  <a:gd name="csX4" fmla="*/ 24626 w 336867"/>
                  <a:gd name="csY4" fmla="*/ 154777 h 160959"/>
                  <a:gd name="csX5" fmla="*/ 49233 w 336867"/>
                  <a:gd name="csY5" fmla="*/ 153853 h 160959"/>
                  <a:gd name="csX6" fmla="*/ 53850 w 336867"/>
                  <a:gd name="csY6" fmla="*/ 156624 h 160959"/>
                  <a:gd name="csX7" fmla="*/ 70768 w 336867"/>
                  <a:gd name="csY7" fmla="*/ 161235 h 160959"/>
                  <a:gd name="csX8" fmla="*/ 92303 w 336867"/>
                  <a:gd name="csY8" fmla="*/ 136327 h 160959"/>
                  <a:gd name="csX9" fmla="*/ 93842 w 336867"/>
                  <a:gd name="csY9" fmla="*/ 121571 h 160959"/>
                  <a:gd name="csX10" fmla="*/ 103071 w 336867"/>
                  <a:gd name="csY10" fmla="*/ 120648 h 160959"/>
                  <a:gd name="csX11" fmla="*/ 110767 w 336867"/>
                  <a:gd name="csY11" fmla="*/ 114190 h 160959"/>
                  <a:gd name="csX12" fmla="*/ 110767 w 336867"/>
                  <a:gd name="csY12" fmla="*/ 104045 h 160959"/>
                  <a:gd name="csX13" fmla="*/ 119995 w 336867"/>
                  <a:gd name="csY13" fmla="*/ 104045 h 160959"/>
                  <a:gd name="csX14" fmla="*/ 123073 w 336867"/>
                  <a:gd name="csY14" fmla="*/ 96663 h 160959"/>
                  <a:gd name="csX15" fmla="*/ 143069 w 336867"/>
                  <a:gd name="csY15" fmla="*/ 96663 h 160959"/>
                  <a:gd name="csX16" fmla="*/ 144602 w 336867"/>
                  <a:gd name="csY16" fmla="*/ 89282 h 160959"/>
                  <a:gd name="csX17" fmla="*/ 153830 w 336867"/>
                  <a:gd name="csY17" fmla="*/ 87442 h 160959"/>
                  <a:gd name="csX18" fmla="*/ 153830 w 336867"/>
                  <a:gd name="csY18" fmla="*/ 79137 h 160959"/>
                  <a:gd name="csX19" fmla="*/ 179983 w 336867"/>
                  <a:gd name="csY19" fmla="*/ 70251 h 160959"/>
                  <a:gd name="csX20" fmla="*/ 189211 w 336867"/>
                  <a:gd name="csY20" fmla="*/ 63588 h 160959"/>
                  <a:gd name="csX21" fmla="*/ 199979 w 336867"/>
                  <a:gd name="csY21" fmla="*/ 60256 h 160959"/>
                  <a:gd name="csX22" fmla="*/ 218436 w 336867"/>
                  <a:gd name="csY22" fmla="*/ 55591 h 160959"/>
                  <a:gd name="csX23" fmla="*/ 221514 w 336867"/>
                  <a:gd name="csY23" fmla="*/ 50925 h 160959"/>
                  <a:gd name="csX24" fmla="*/ 244589 w 336867"/>
                  <a:gd name="csY24" fmla="*/ 48257 h 160959"/>
                  <a:gd name="csX25" fmla="*/ 253817 w 336867"/>
                  <a:gd name="csY25" fmla="*/ 44926 h 160959"/>
                  <a:gd name="csX26" fmla="*/ 283041 w 336867"/>
                  <a:gd name="csY26" fmla="*/ 41594 h 160959"/>
                  <a:gd name="csX27" fmla="*/ 310733 w 336867"/>
                  <a:gd name="csY27" fmla="*/ 31593 h 160959"/>
                  <a:gd name="csX28" fmla="*/ 332269 w 336867"/>
                  <a:gd name="csY28" fmla="*/ 28932 h 160959"/>
                  <a:gd name="csX29" fmla="*/ 330729 w 336867"/>
                  <a:gd name="csY29" fmla="*/ 21598 h 160959"/>
                  <a:gd name="csX30" fmla="*/ 339958 w 336867"/>
                  <a:gd name="csY30" fmla="*/ 15599 h 160959"/>
                  <a:gd name="csX31" fmla="*/ 336886 w 336867"/>
                  <a:gd name="csY31" fmla="*/ 5604 h 160959"/>
                  <a:gd name="csX32" fmla="*/ 309194 w 336867"/>
                  <a:gd name="csY32" fmla="*/ 275 h 160959"/>
                  <a:gd name="csX33" fmla="*/ 290737 w 336867"/>
                  <a:gd name="csY33" fmla="*/ 4941 h 160959"/>
                  <a:gd name="csX34" fmla="*/ 273820 w 336867"/>
                  <a:gd name="csY34" fmla="*/ 6938 h 160959"/>
                  <a:gd name="csX35" fmla="*/ 270741 w 336867"/>
                  <a:gd name="csY35" fmla="*/ 16933 h 160959"/>
                  <a:gd name="csX36" fmla="*/ 216903 w 336867"/>
                  <a:gd name="csY36" fmla="*/ 26927 h 160959"/>
                  <a:gd name="csX37" fmla="*/ 193829 w 336867"/>
                  <a:gd name="csY37" fmla="*/ 32263 h 160959"/>
                  <a:gd name="csX38" fmla="*/ 192290 w 336867"/>
                  <a:gd name="csY38" fmla="*/ 28261 h 160959"/>
                  <a:gd name="csX39" fmla="*/ 167676 w 336867"/>
                  <a:gd name="csY39" fmla="*/ 28932 h 160959"/>
                  <a:gd name="csX40" fmla="*/ 161526 w 336867"/>
                  <a:gd name="csY40" fmla="*/ 34261 h 160959"/>
                  <a:gd name="csX41" fmla="*/ 170755 w 336867"/>
                  <a:gd name="csY41" fmla="*/ 38263 h 160959"/>
                  <a:gd name="csX42" fmla="*/ 156909 w 336867"/>
                  <a:gd name="csY42" fmla="*/ 40260 h 160959"/>
                  <a:gd name="csX43" fmla="*/ 156909 w 336867"/>
                  <a:gd name="csY43" fmla="*/ 36258 h 160959"/>
                  <a:gd name="csX44" fmla="*/ 144602 w 336867"/>
                  <a:gd name="csY44" fmla="*/ 36929 h 160959"/>
                  <a:gd name="csX45" fmla="*/ 132302 w 336867"/>
                  <a:gd name="csY45" fmla="*/ 44926 h 160959"/>
                  <a:gd name="csX46" fmla="*/ 112306 w 336867"/>
                  <a:gd name="csY46" fmla="*/ 46923 h 160959"/>
                  <a:gd name="csX47" fmla="*/ 112306 w 336867"/>
                  <a:gd name="csY47" fmla="*/ 52252 h 160959"/>
                  <a:gd name="csX48" fmla="*/ 104610 w 336867"/>
                  <a:gd name="csY48" fmla="*/ 52252 h 160959"/>
                  <a:gd name="csX49" fmla="*/ 98460 w 336867"/>
                  <a:gd name="csY49" fmla="*/ 64251 h 160959"/>
                  <a:gd name="csX50" fmla="*/ 78464 w 336867"/>
                  <a:gd name="csY50" fmla="*/ 64251 h 160959"/>
                  <a:gd name="csX51" fmla="*/ 78464 w 336867"/>
                  <a:gd name="csY51" fmla="*/ 68917 h 160959"/>
                  <a:gd name="csX52" fmla="*/ 64618 w 336867"/>
                  <a:gd name="csY52" fmla="*/ 73603 h 160959"/>
                  <a:gd name="csX53" fmla="*/ 52311 w 336867"/>
                  <a:gd name="csY53" fmla="*/ 70832 h 160959"/>
                  <a:gd name="csX54" fmla="*/ 43083 w 336867"/>
                  <a:gd name="csY54" fmla="*/ 73603 h 160959"/>
                  <a:gd name="csX55" fmla="*/ 49240 w 336867"/>
                  <a:gd name="csY55" fmla="*/ 77290 h 160959"/>
                  <a:gd name="csX56" fmla="*/ 50772 w 336867"/>
                  <a:gd name="csY56" fmla="*/ 86518 h 160959"/>
                  <a:gd name="csX57" fmla="*/ 63079 w 336867"/>
                  <a:gd name="csY57" fmla="*/ 90206 h 160959"/>
                  <a:gd name="csX58" fmla="*/ 56929 w 336867"/>
                  <a:gd name="csY58" fmla="*/ 92969 h 160959"/>
                  <a:gd name="csX59" fmla="*/ 50772 w 336867"/>
                  <a:gd name="csY59" fmla="*/ 96663 h 160959"/>
                  <a:gd name="csX60" fmla="*/ 60000 w 336867"/>
                  <a:gd name="csY60" fmla="*/ 102198 h 160959"/>
                  <a:gd name="csX61" fmla="*/ 46161 w 336867"/>
                  <a:gd name="csY61" fmla="*/ 104045 h 160959"/>
                  <a:gd name="csX62" fmla="*/ 43083 w 336867"/>
                  <a:gd name="csY62" fmla="*/ 111419 h 160959"/>
                  <a:gd name="csX63" fmla="*/ 53850 w 336867"/>
                  <a:gd name="csY63" fmla="*/ 118801 h 160959"/>
                  <a:gd name="csX64" fmla="*/ 44622 w 336867"/>
                  <a:gd name="csY64" fmla="*/ 120648 h 160959"/>
                  <a:gd name="csX65" fmla="*/ 32315 w 336867"/>
                  <a:gd name="csY65" fmla="*/ 117877 h 160959"/>
                  <a:gd name="csX66" fmla="*/ 26165 w 336867"/>
                  <a:gd name="csY66" fmla="*/ 120648 h 160959"/>
                  <a:gd name="csX67" fmla="*/ 21547 w 336867"/>
                  <a:gd name="csY67" fmla="*/ 128946 h 160959"/>
                  <a:gd name="csX68" fmla="*/ 9241 w 336867"/>
                  <a:gd name="csY68" fmla="*/ 129869 h 160959"/>
                  <a:gd name="csX69" fmla="*/ 3091 w 336867"/>
                  <a:gd name="csY69" fmla="*/ 134480 h 160959"/>
                  <a:gd name="csX70" fmla="*/ 16930 w 336867"/>
                  <a:gd name="csY70" fmla="*/ 140938 h 160959"/>
                  <a:gd name="csX71" fmla="*/ 41543 w 336867"/>
                  <a:gd name="csY71" fmla="*/ 137251 h 1609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36867" h="160959">
                    <a:moveTo>
                      <a:pt x="41543" y="137251"/>
                    </a:moveTo>
                    <a:lnTo>
                      <a:pt x="43083" y="140014"/>
                    </a:lnTo>
                    <a:lnTo>
                      <a:pt x="30776" y="142785"/>
                    </a:lnTo>
                    <a:lnTo>
                      <a:pt x="21547" y="148319"/>
                    </a:lnTo>
                    <a:lnTo>
                      <a:pt x="24626" y="154777"/>
                    </a:lnTo>
                    <a:lnTo>
                      <a:pt x="49233" y="153853"/>
                    </a:lnTo>
                    <a:lnTo>
                      <a:pt x="53850" y="156624"/>
                    </a:lnTo>
                    <a:lnTo>
                      <a:pt x="70768" y="161235"/>
                    </a:lnTo>
                    <a:lnTo>
                      <a:pt x="92303" y="136327"/>
                    </a:lnTo>
                    <a:lnTo>
                      <a:pt x="93842" y="121571"/>
                    </a:lnTo>
                    <a:lnTo>
                      <a:pt x="103071" y="120648"/>
                    </a:lnTo>
                    <a:lnTo>
                      <a:pt x="110767" y="114190"/>
                    </a:lnTo>
                    <a:lnTo>
                      <a:pt x="110767" y="104045"/>
                    </a:lnTo>
                    <a:lnTo>
                      <a:pt x="119995" y="104045"/>
                    </a:lnTo>
                    <a:lnTo>
                      <a:pt x="123073" y="96663"/>
                    </a:lnTo>
                    <a:lnTo>
                      <a:pt x="143069" y="96663"/>
                    </a:lnTo>
                    <a:lnTo>
                      <a:pt x="144602" y="89282"/>
                    </a:lnTo>
                    <a:lnTo>
                      <a:pt x="153830" y="87442"/>
                    </a:lnTo>
                    <a:lnTo>
                      <a:pt x="153830" y="79137"/>
                    </a:lnTo>
                    <a:lnTo>
                      <a:pt x="179983" y="70251"/>
                    </a:lnTo>
                    <a:lnTo>
                      <a:pt x="189211" y="63588"/>
                    </a:lnTo>
                    <a:lnTo>
                      <a:pt x="199979" y="60256"/>
                    </a:lnTo>
                    <a:lnTo>
                      <a:pt x="218436" y="55591"/>
                    </a:lnTo>
                    <a:lnTo>
                      <a:pt x="221514" y="50925"/>
                    </a:lnTo>
                    <a:lnTo>
                      <a:pt x="244589" y="48257"/>
                    </a:lnTo>
                    <a:lnTo>
                      <a:pt x="253817" y="44926"/>
                    </a:lnTo>
                    <a:lnTo>
                      <a:pt x="283041" y="41594"/>
                    </a:lnTo>
                    <a:lnTo>
                      <a:pt x="310733" y="31593"/>
                    </a:lnTo>
                    <a:lnTo>
                      <a:pt x="332269" y="28932"/>
                    </a:lnTo>
                    <a:lnTo>
                      <a:pt x="330729" y="21598"/>
                    </a:lnTo>
                    <a:lnTo>
                      <a:pt x="339958" y="15599"/>
                    </a:lnTo>
                    <a:lnTo>
                      <a:pt x="336886" y="5604"/>
                    </a:lnTo>
                    <a:lnTo>
                      <a:pt x="309194" y="275"/>
                    </a:lnTo>
                    <a:lnTo>
                      <a:pt x="290737" y="4941"/>
                    </a:lnTo>
                    <a:lnTo>
                      <a:pt x="273820" y="6938"/>
                    </a:lnTo>
                    <a:lnTo>
                      <a:pt x="270741" y="16933"/>
                    </a:lnTo>
                    <a:lnTo>
                      <a:pt x="216903" y="26927"/>
                    </a:lnTo>
                    <a:lnTo>
                      <a:pt x="193829" y="32263"/>
                    </a:lnTo>
                    <a:lnTo>
                      <a:pt x="192290" y="28261"/>
                    </a:lnTo>
                    <a:lnTo>
                      <a:pt x="167676" y="28932"/>
                    </a:lnTo>
                    <a:lnTo>
                      <a:pt x="161526" y="34261"/>
                    </a:lnTo>
                    <a:lnTo>
                      <a:pt x="170755" y="38263"/>
                    </a:lnTo>
                    <a:lnTo>
                      <a:pt x="156909" y="40260"/>
                    </a:lnTo>
                    <a:lnTo>
                      <a:pt x="156909" y="36258"/>
                    </a:lnTo>
                    <a:lnTo>
                      <a:pt x="144602" y="36929"/>
                    </a:lnTo>
                    <a:lnTo>
                      <a:pt x="132302" y="44926"/>
                    </a:lnTo>
                    <a:lnTo>
                      <a:pt x="112306" y="46923"/>
                    </a:lnTo>
                    <a:lnTo>
                      <a:pt x="112306" y="52252"/>
                    </a:lnTo>
                    <a:lnTo>
                      <a:pt x="104610" y="52252"/>
                    </a:lnTo>
                    <a:lnTo>
                      <a:pt x="98460" y="64251"/>
                    </a:lnTo>
                    <a:lnTo>
                      <a:pt x="78464" y="64251"/>
                    </a:lnTo>
                    <a:lnTo>
                      <a:pt x="78464" y="68917"/>
                    </a:lnTo>
                    <a:lnTo>
                      <a:pt x="64618" y="73603"/>
                    </a:lnTo>
                    <a:lnTo>
                      <a:pt x="52311" y="70832"/>
                    </a:lnTo>
                    <a:lnTo>
                      <a:pt x="43083" y="73603"/>
                    </a:lnTo>
                    <a:lnTo>
                      <a:pt x="49240" y="77290"/>
                    </a:lnTo>
                    <a:lnTo>
                      <a:pt x="50772" y="86518"/>
                    </a:lnTo>
                    <a:lnTo>
                      <a:pt x="63079" y="90206"/>
                    </a:lnTo>
                    <a:lnTo>
                      <a:pt x="56929" y="92969"/>
                    </a:lnTo>
                    <a:lnTo>
                      <a:pt x="50772" y="96663"/>
                    </a:lnTo>
                    <a:lnTo>
                      <a:pt x="60000" y="102198"/>
                    </a:lnTo>
                    <a:lnTo>
                      <a:pt x="46161" y="104045"/>
                    </a:lnTo>
                    <a:lnTo>
                      <a:pt x="43083" y="111419"/>
                    </a:lnTo>
                    <a:lnTo>
                      <a:pt x="53850" y="118801"/>
                    </a:lnTo>
                    <a:cubicBezTo>
                      <a:pt x="53850" y="118801"/>
                      <a:pt x="49233" y="122495"/>
                      <a:pt x="44622" y="120648"/>
                    </a:cubicBezTo>
                    <a:cubicBezTo>
                      <a:pt x="40004" y="118801"/>
                      <a:pt x="32315" y="117877"/>
                      <a:pt x="32315" y="117877"/>
                    </a:cubicBezTo>
                    <a:lnTo>
                      <a:pt x="26165" y="120648"/>
                    </a:lnTo>
                    <a:lnTo>
                      <a:pt x="21547" y="128946"/>
                    </a:lnTo>
                    <a:lnTo>
                      <a:pt x="9241" y="129869"/>
                    </a:lnTo>
                    <a:lnTo>
                      <a:pt x="3091" y="134480"/>
                    </a:lnTo>
                    <a:lnTo>
                      <a:pt x="16930" y="140938"/>
                    </a:lnTo>
                    <a:lnTo>
                      <a:pt x="41543" y="1372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5" name="Forme libre : forme 883">
                <a:extLst>
                  <a:ext uri="{FF2B5EF4-FFF2-40B4-BE49-F238E27FC236}">
                    <a16:creationId xmlns:a16="http://schemas.microsoft.com/office/drawing/2014/main" id="{7DFEA722-F46E-BF0A-8414-AA77D404D403}"/>
                  </a:ext>
                </a:extLst>
              </p:cNvPr>
              <p:cNvSpPr/>
              <p:nvPr/>
            </p:nvSpPr>
            <p:spPr>
              <a:xfrm>
                <a:off x="6704294" y="2447140"/>
                <a:ext cx="127671" cy="117150"/>
              </a:xfrm>
              <a:custGeom>
                <a:avLst/>
                <a:gdLst>
                  <a:gd name="csX0" fmla="*/ 16858 w 127671"/>
                  <a:gd name="csY0" fmla="*/ 78769 h 117150"/>
                  <a:gd name="csX1" fmla="*/ 26086 w 127671"/>
                  <a:gd name="csY1" fmla="*/ 71387 h 117150"/>
                  <a:gd name="csX2" fmla="*/ 27625 w 127671"/>
                  <a:gd name="csY2" fmla="*/ 77845 h 117150"/>
                  <a:gd name="csX3" fmla="*/ 43004 w 127671"/>
                  <a:gd name="csY3" fmla="*/ 81539 h 117150"/>
                  <a:gd name="csX4" fmla="*/ 56850 w 127671"/>
                  <a:gd name="csY4" fmla="*/ 84303 h 117150"/>
                  <a:gd name="csX5" fmla="*/ 47621 w 127671"/>
                  <a:gd name="csY5" fmla="*/ 97219 h 117150"/>
                  <a:gd name="csX6" fmla="*/ 49160 w 127671"/>
                  <a:gd name="csY6" fmla="*/ 107364 h 117150"/>
                  <a:gd name="csX7" fmla="*/ 67617 w 127671"/>
                  <a:gd name="csY7" fmla="*/ 108287 h 117150"/>
                  <a:gd name="csX8" fmla="*/ 87613 w 127671"/>
                  <a:gd name="csY8" fmla="*/ 117516 h 117150"/>
                  <a:gd name="csX9" fmla="*/ 110687 w 127671"/>
                  <a:gd name="csY9" fmla="*/ 112898 h 117150"/>
                  <a:gd name="csX10" fmla="*/ 127605 w 127671"/>
                  <a:gd name="csY10" fmla="*/ 110134 h 117150"/>
                  <a:gd name="csX11" fmla="*/ 130683 w 127671"/>
                  <a:gd name="csY11" fmla="*/ 101829 h 117150"/>
                  <a:gd name="csX12" fmla="*/ 92231 w 127671"/>
                  <a:gd name="csY12" fmla="*/ 77845 h 117150"/>
                  <a:gd name="csX13" fmla="*/ 86081 w 127671"/>
                  <a:gd name="csY13" fmla="*/ 64930 h 117150"/>
                  <a:gd name="csX14" fmla="*/ 87620 w 127671"/>
                  <a:gd name="csY14" fmla="*/ 29884 h 117150"/>
                  <a:gd name="csX15" fmla="*/ 99920 w 127671"/>
                  <a:gd name="csY15" fmla="*/ 28960 h 117150"/>
                  <a:gd name="csX16" fmla="*/ 109155 w 127671"/>
                  <a:gd name="csY16" fmla="*/ 9587 h 117150"/>
                  <a:gd name="csX17" fmla="*/ 90692 w 127671"/>
                  <a:gd name="csY17" fmla="*/ 365 h 117150"/>
                  <a:gd name="csX18" fmla="*/ 46089 w 127671"/>
                  <a:gd name="csY18" fmla="*/ 1282 h 117150"/>
                  <a:gd name="csX19" fmla="*/ 38393 w 127671"/>
                  <a:gd name="csY19" fmla="*/ 14197 h 117150"/>
                  <a:gd name="csX20" fmla="*/ 30704 w 127671"/>
                  <a:gd name="csY20" fmla="*/ 16044 h 117150"/>
                  <a:gd name="csX21" fmla="*/ 24554 w 127671"/>
                  <a:gd name="csY21" fmla="*/ 23419 h 117150"/>
                  <a:gd name="csX22" fmla="*/ 32243 w 127671"/>
                  <a:gd name="csY22" fmla="*/ 29877 h 117150"/>
                  <a:gd name="csX23" fmla="*/ 30704 w 127671"/>
                  <a:gd name="csY23" fmla="*/ 41869 h 117150"/>
                  <a:gd name="csX24" fmla="*/ 23014 w 127671"/>
                  <a:gd name="csY24" fmla="*/ 49250 h 117150"/>
                  <a:gd name="csX25" fmla="*/ 9168 w 127671"/>
                  <a:gd name="csY25" fmla="*/ 51097 h 117150"/>
                  <a:gd name="csX26" fmla="*/ 3012 w 127671"/>
                  <a:gd name="csY26" fmla="*/ 67700 h 117150"/>
                  <a:gd name="csX27" fmla="*/ 7629 w 127671"/>
                  <a:gd name="csY27" fmla="*/ 75081 h 117150"/>
                  <a:gd name="csX28" fmla="*/ 16858 w 127671"/>
                  <a:gd name="csY28" fmla="*/ 78769 h 11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7671" h="117150">
                    <a:moveTo>
                      <a:pt x="16858" y="78769"/>
                    </a:moveTo>
                    <a:lnTo>
                      <a:pt x="26086" y="71387"/>
                    </a:lnTo>
                    <a:lnTo>
                      <a:pt x="27625" y="77845"/>
                    </a:lnTo>
                    <a:lnTo>
                      <a:pt x="43004" y="81539"/>
                    </a:lnTo>
                    <a:lnTo>
                      <a:pt x="56850" y="84303"/>
                    </a:lnTo>
                    <a:lnTo>
                      <a:pt x="47621" y="97219"/>
                    </a:lnTo>
                    <a:lnTo>
                      <a:pt x="49160" y="107364"/>
                    </a:lnTo>
                    <a:lnTo>
                      <a:pt x="67617" y="108287"/>
                    </a:lnTo>
                    <a:lnTo>
                      <a:pt x="87613" y="117516"/>
                    </a:lnTo>
                    <a:lnTo>
                      <a:pt x="110687" y="112898"/>
                    </a:lnTo>
                    <a:lnTo>
                      <a:pt x="127605" y="110134"/>
                    </a:lnTo>
                    <a:lnTo>
                      <a:pt x="130683" y="101829"/>
                    </a:lnTo>
                    <a:lnTo>
                      <a:pt x="92231" y="77845"/>
                    </a:lnTo>
                    <a:lnTo>
                      <a:pt x="86081" y="64930"/>
                    </a:lnTo>
                    <a:lnTo>
                      <a:pt x="87620" y="29884"/>
                    </a:lnTo>
                    <a:lnTo>
                      <a:pt x="99920" y="28960"/>
                    </a:lnTo>
                    <a:lnTo>
                      <a:pt x="109155" y="9587"/>
                    </a:lnTo>
                    <a:lnTo>
                      <a:pt x="90692" y="365"/>
                    </a:lnTo>
                    <a:lnTo>
                      <a:pt x="46089" y="1282"/>
                    </a:lnTo>
                    <a:lnTo>
                      <a:pt x="38393" y="14197"/>
                    </a:lnTo>
                    <a:lnTo>
                      <a:pt x="30704" y="16044"/>
                    </a:lnTo>
                    <a:lnTo>
                      <a:pt x="24554" y="23419"/>
                    </a:lnTo>
                    <a:lnTo>
                      <a:pt x="32243" y="29877"/>
                    </a:lnTo>
                    <a:lnTo>
                      <a:pt x="30704" y="41869"/>
                    </a:lnTo>
                    <a:lnTo>
                      <a:pt x="23014" y="49250"/>
                    </a:lnTo>
                    <a:lnTo>
                      <a:pt x="9168" y="51097"/>
                    </a:lnTo>
                    <a:lnTo>
                      <a:pt x="3012" y="67700"/>
                    </a:lnTo>
                    <a:lnTo>
                      <a:pt x="7629" y="75081"/>
                    </a:lnTo>
                    <a:lnTo>
                      <a:pt x="16858" y="787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6" name="Forme libre : forme 884">
                <a:extLst>
                  <a:ext uri="{FF2B5EF4-FFF2-40B4-BE49-F238E27FC236}">
                    <a16:creationId xmlns:a16="http://schemas.microsoft.com/office/drawing/2014/main" id="{700FDA6E-D491-29D6-ED9E-625243D53D3A}"/>
                  </a:ext>
                </a:extLst>
              </p:cNvPr>
              <p:cNvSpPr/>
              <p:nvPr/>
            </p:nvSpPr>
            <p:spPr>
              <a:xfrm rot="1647696" flipV="1">
                <a:off x="6717974" y="2530842"/>
                <a:ext cx="26002" cy="5623"/>
              </a:xfrm>
              <a:custGeom>
                <a:avLst/>
                <a:gdLst>
                  <a:gd name="csX0" fmla="*/ 2994 w 26002"/>
                  <a:gd name="csY0" fmla="*/ 385 h 5623"/>
                  <a:gd name="csX1" fmla="*/ 28997 w 26002"/>
                  <a:gd name="csY1" fmla="*/ 385 h 5623"/>
                  <a:gd name="csX2" fmla="*/ 27813 w 26002"/>
                  <a:gd name="csY2" fmla="*/ 6009 h 5623"/>
                  <a:gd name="csX3" fmla="*/ 10752 w 26002"/>
                  <a:gd name="csY3" fmla="*/ 5461 h 5623"/>
                  <a:gd name="csX4" fmla="*/ 2994 w 26002"/>
                  <a:gd name="csY4" fmla="*/ 385 h 5623"/>
                </a:gdLst>
                <a:ahLst/>
                <a:cxnLst>
                  <a:cxn ang="0">
                    <a:pos x="csX0" y="csY0"/>
                  </a:cxn>
                  <a:cxn ang="0">
                    <a:pos x="csX1" y="csY1"/>
                  </a:cxn>
                  <a:cxn ang="0">
                    <a:pos x="csX2" y="csY2"/>
                  </a:cxn>
                  <a:cxn ang="0">
                    <a:pos x="csX3" y="csY3"/>
                  </a:cxn>
                  <a:cxn ang="0">
                    <a:pos x="csX4" y="csY4"/>
                  </a:cxn>
                </a:cxnLst>
                <a:rect l="l" t="t" r="r" b="b"/>
                <a:pathLst>
                  <a:path w="26002" h="5623">
                    <a:moveTo>
                      <a:pt x="2994" y="385"/>
                    </a:moveTo>
                    <a:lnTo>
                      <a:pt x="28997" y="385"/>
                    </a:lnTo>
                    <a:lnTo>
                      <a:pt x="27813" y="6009"/>
                    </a:lnTo>
                    <a:lnTo>
                      <a:pt x="10752" y="5461"/>
                    </a:lnTo>
                    <a:lnTo>
                      <a:pt x="2994" y="3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7" name="Forme libre : forme 885">
                <a:extLst>
                  <a:ext uri="{FF2B5EF4-FFF2-40B4-BE49-F238E27FC236}">
                    <a16:creationId xmlns:a16="http://schemas.microsoft.com/office/drawing/2014/main" id="{5611BE1A-3B1A-54A3-D77C-6B4B15B8C050}"/>
                  </a:ext>
                </a:extLst>
              </p:cNvPr>
              <p:cNvSpPr/>
              <p:nvPr/>
            </p:nvSpPr>
            <p:spPr>
              <a:xfrm>
                <a:off x="6627381" y="2602100"/>
                <a:ext cx="49220" cy="28595"/>
              </a:xfrm>
              <a:custGeom>
                <a:avLst/>
                <a:gdLst>
                  <a:gd name="csX0" fmla="*/ 4484 w 49220"/>
                  <a:gd name="csY0" fmla="*/ 17038 h 28595"/>
                  <a:gd name="csX1" fmla="*/ 2945 w 49220"/>
                  <a:gd name="csY1" fmla="*/ 26266 h 28595"/>
                  <a:gd name="csX2" fmla="*/ 30630 w 49220"/>
                  <a:gd name="csY2" fmla="*/ 29030 h 28595"/>
                  <a:gd name="csX3" fmla="*/ 49094 w 49220"/>
                  <a:gd name="csY3" fmla="*/ 22572 h 28595"/>
                  <a:gd name="csX4" fmla="*/ 52165 w 49220"/>
                  <a:gd name="csY4" fmla="*/ 11504 h 28595"/>
                  <a:gd name="csX5" fmla="*/ 38326 w 49220"/>
                  <a:gd name="csY5" fmla="*/ 8740 h 28595"/>
                  <a:gd name="csX6" fmla="*/ 29098 w 49220"/>
                  <a:gd name="csY6" fmla="*/ 435 h 28595"/>
                  <a:gd name="csX7" fmla="*/ 10641 w 49220"/>
                  <a:gd name="csY7" fmla="*/ 2282 h 28595"/>
                  <a:gd name="csX8" fmla="*/ 4484 w 49220"/>
                  <a:gd name="csY8" fmla="*/ 17038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220" h="28595">
                    <a:moveTo>
                      <a:pt x="4484" y="17038"/>
                    </a:moveTo>
                    <a:lnTo>
                      <a:pt x="2945" y="26266"/>
                    </a:lnTo>
                    <a:lnTo>
                      <a:pt x="30630" y="29030"/>
                    </a:lnTo>
                    <a:lnTo>
                      <a:pt x="49094" y="22572"/>
                    </a:lnTo>
                    <a:lnTo>
                      <a:pt x="52165" y="11504"/>
                    </a:lnTo>
                    <a:lnTo>
                      <a:pt x="38326" y="8740"/>
                    </a:lnTo>
                    <a:lnTo>
                      <a:pt x="29098" y="435"/>
                    </a:lnTo>
                    <a:lnTo>
                      <a:pt x="10641" y="2282"/>
                    </a:lnTo>
                    <a:lnTo>
                      <a:pt x="4484" y="17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8" name="Forme libre : forme 886">
                <a:extLst>
                  <a:ext uri="{FF2B5EF4-FFF2-40B4-BE49-F238E27FC236}">
                    <a16:creationId xmlns:a16="http://schemas.microsoft.com/office/drawing/2014/main" id="{C00E3D5E-E9B9-DE5C-A762-82AD31038F30}"/>
                  </a:ext>
                </a:extLst>
              </p:cNvPr>
              <p:cNvSpPr/>
              <p:nvPr/>
            </p:nvSpPr>
            <p:spPr>
              <a:xfrm rot="2781106" flipV="1">
                <a:off x="6148686" y="2537454"/>
                <a:ext cx="10719" cy="7949"/>
              </a:xfrm>
              <a:custGeom>
                <a:avLst/>
                <a:gdLst>
                  <a:gd name="csX0" fmla="*/ 2644 w 10719"/>
                  <a:gd name="csY0" fmla="*/ 390 h 7949"/>
                  <a:gd name="csX1" fmla="*/ 8589 w 10719"/>
                  <a:gd name="csY1" fmla="*/ 390 h 7949"/>
                  <a:gd name="csX2" fmla="*/ 13364 w 10719"/>
                  <a:gd name="csY2" fmla="*/ 7169 h 7949"/>
                  <a:gd name="csX3" fmla="*/ 7679 w 10719"/>
                  <a:gd name="csY3" fmla="*/ 8339 h 7949"/>
                  <a:gd name="csX4" fmla="*/ 2644 w 10719"/>
                  <a:gd name="csY4" fmla="*/ 390 h 7949"/>
                </a:gdLst>
                <a:ahLst/>
                <a:cxnLst>
                  <a:cxn ang="0">
                    <a:pos x="csX0" y="csY0"/>
                  </a:cxn>
                  <a:cxn ang="0">
                    <a:pos x="csX1" y="csY1"/>
                  </a:cxn>
                  <a:cxn ang="0">
                    <a:pos x="csX2" y="csY2"/>
                  </a:cxn>
                  <a:cxn ang="0">
                    <a:pos x="csX3" y="csY3"/>
                  </a:cxn>
                  <a:cxn ang="0">
                    <a:pos x="csX4" y="csY4"/>
                  </a:cxn>
                </a:cxnLst>
                <a:rect l="l" t="t" r="r" b="b"/>
                <a:pathLst>
                  <a:path w="10719" h="7949">
                    <a:moveTo>
                      <a:pt x="2644" y="390"/>
                    </a:moveTo>
                    <a:lnTo>
                      <a:pt x="8589" y="390"/>
                    </a:lnTo>
                    <a:lnTo>
                      <a:pt x="13364" y="7169"/>
                    </a:lnTo>
                    <a:lnTo>
                      <a:pt x="7679" y="8339"/>
                    </a:lnTo>
                    <a:lnTo>
                      <a:pt x="2644"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09" name="Forme libre : forme 887">
                <a:extLst>
                  <a:ext uri="{FF2B5EF4-FFF2-40B4-BE49-F238E27FC236}">
                    <a16:creationId xmlns:a16="http://schemas.microsoft.com/office/drawing/2014/main" id="{E7E345A6-6E57-8C86-0DC0-82178F98606E}"/>
                  </a:ext>
                </a:extLst>
              </p:cNvPr>
              <p:cNvSpPr/>
              <p:nvPr/>
            </p:nvSpPr>
            <p:spPr>
              <a:xfrm>
                <a:off x="6129014" y="2540292"/>
                <a:ext cx="11280" cy="3687"/>
              </a:xfrm>
              <a:custGeom>
                <a:avLst/>
                <a:gdLst>
                  <a:gd name="csX0" fmla="*/ 10836 w 11280"/>
                  <a:gd name="csY0" fmla="*/ 390 h 3687"/>
                  <a:gd name="csX1" fmla="*/ 2633 w 11280"/>
                  <a:gd name="csY1" fmla="*/ 3469 h 3687"/>
                  <a:gd name="csX2" fmla="*/ 13914 w 11280"/>
                  <a:gd name="csY2" fmla="*/ 4078 h 3687"/>
                  <a:gd name="csX3" fmla="*/ 10836 w 11280"/>
                  <a:gd name="csY3" fmla="*/ 390 h 3687"/>
                </a:gdLst>
                <a:ahLst/>
                <a:cxnLst>
                  <a:cxn ang="0">
                    <a:pos x="csX0" y="csY0"/>
                  </a:cxn>
                  <a:cxn ang="0">
                    <a:pos x="csX1" y="csY1"/>
                  </a:cxn>
                  <a:cxn ang="0">
                    <a:pos x="csX2" y="csY2"/>
                  </a:cxn>
                  <a:cxn ang="0">
                    <a:pos x="csX3" y="csY3"/>
                  </a:cxn>
                </a:cxnLst>
                <a:rect l="l" t="t" r="r" b="b"/>
                <a:pathLst>
                  <a:path w="11280" h="3687">
                    <a:moveTo>
                      <a:pt x="10836" y="390"/>
                    </a:moveTo>
                    <a:lnTo>
                      <a:pt x="2633" y="3469"/>
                    </a:lnTo>
                    <a:lnTo>
                      <a:pt x="13914" y="4078"/>
                    </a:lnTo>
                    <a:lnTo>
                      <a:pt x="10836"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0" name="Forme libre : forme 888">
                <a:extLst>
                  <a:ext uri="{FF2B5EF4-FFF2-40B4-BE49-F238E27FC236}">
                    <a16:creationId xmlns:a16="http://schemas.microsoft.com/office/drawing/2014/main" id="{33A9EAA3-07BA-C2BB-B543-B548B0126A63}"/>
                  </a:ext>
                </a:extLst>
              </p:cNvPr>
              <p:cNvSpPr/>
              <p:nvPr/>
            </p:nvSpPr>
            <p:spPr>
              <a:xfrm>
                <a:off x="6109524" y="2541524"/>
                <a:ext cx="12306" cy="6758"/>
              </a:xfrm>
              <a:custGeom>
                <a:avLst/>
                <a:gdLst>
                  <a:gd name="csX0" fmla="*/ 14929 w 12306"/>
                  <a:gd name="csY0" fmla="*/ 3463 h 6758"/>
                  <a:gd name="csX1" fmla="*/ 13903 w 12306"/>
                  <a:gd name="csY1" fmla="*/ 392 h 6758"/>
                  <a:gd name="csX2" fmla="*/ 8779 w 12306"/>
                  <a:gd name="csY2" fmla="*/ 392 h 6758"/>
                  <a:gd name="csX3" fmla="*/ 2622 w 12306"/>
                  <a:gd name="csY3" fmla="*/ 4695 h 6758"/>
                  <a:gd name="csX4" fmla="*/ 9798 w 12306"/>
                  <a:gd name="csY4" fmla="*/ 7151 h 6758"/>
                  <a:gd name="csX5" fmla="*/ 14929 w 12306"/>
                  <a:gd name="csY5" fmla="*/ 3463 h 6758"/>
                </a:gdLst>
                <a:ahLst/>
                <a:cxnLst>
                  <a:cxn ang="0">
                    <a:pos x="csX0" y="csY0"/>
                  </a:cxn>
                  <a:cxn ang="0">
                    <a:pos x="csX1" y="csY1"/>
                  </a:cxn>
                  <a:cxn ang="0">
                    <a:pos x="csX2" y="csY2"/>
                  </a:cxn>
                  <a:cxn ang="0">
                    <a:pos x="csX3" y="csY3"/>
                  </a:cxn>
                  <a:cxn ang="0">
                    <a:pos x="csX4" y="csY4"/>
                  </a:cxn>
                  <a:cxn ang="0">
                    <a:pos x="csX5" y="csY5"/>
                  </a:cxn>
                </a:cxnLst>
                <a:rect l="l" t="t" r="r" b="b"/>
                <a:pathLst>
                  <a:path w="12306" h="6758">
                    <a:moveTo>
                      <a:pt x="14929" y="3463"/>
                    </a:moveTo>
                    <a:lnTo>
                      <a:pt x="13903" y="392"/>
                    </a:lnTo>
                    <a:lnTo>
                      <a:pt x="8779" y="392"/>
                    </a:lnTo>
                    <a:lnTo>
                      <a:pt x="2622" y="4695"/>
                    </a:lnTo>
                    <a:lnTo>
                      <a:pt x="9798" y="7151"/>
                    </a:lnTo>
                    <a:lnTo>
                      <a:pt x="14929" y="34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1" name="Forme libre : forme 889">
                <a:extLst>
                  <a:ext uri="{FF2B5EF4-FFF2-40B4-BE49-F238E27FC236}">
                    <a16:creationId xmlns:a16="http://schemas.microsoft.com/office/drawing/2014/main" id="{91DC952F-3AC3-E16B-A8E4-C750A6BAE952}"/>
                  </a:ext>
                </a:extLst>
              </p:cNvPr>
              <p:cNvSpPr/>
              <p:nvPr/>
            </p:nvSpPr>
            <p:spPr>
              <a:xfrm>
                <a:off x="6114655" y="2553824"/>
                <a:ext cx="9228" cy="4302"/>
              </a:xfrm>
              <a:custGeom>
                <a:avLst/>
                <a:gdLst>
                  <a:gd name="csX0" fmla="*/ 8774 w 9228"/>
                  <a:gd name="csY0" fmla="*/ 4086 h 4302"/>
                  <a:gd name="csX1" fmla="*/ 11852 w 9228"/>
                  <a:gd name="csY1" fmla="*/ 1623 h 4302"/>
                  <a:gd name="csX2" fmla="*/ 6722 w 9228"/>
                  <a:gd name="csY2" fmla="*/ 398 h 4302"/>
                  <a:gd name="csX3" fmla="*/ 2624 w 9228"/>
                  <a:gd name="csY3" fmla="*/ 2854 h 4302"/>
                  <a:gd name="csX4" fmla="*/ 4676 w 9228"/>
                  <a:gd name="csY4" fmla="*/ 4701 h 4302"/>
                  <a:gd name="csX5" fmla="*/ 8774 w 9228"/>
                  <a:gd name="csY5" fmla="*/ 4086 h 4302"/>
                </a:gdLst>
                <a:ahLst/>
                <a:cxnLst>
                  <a:cxn ang="0">
                    <a:pos x="csX0" y="csY0"/>
                  </a:cxn>
                  <a:cxn ang="0">
                    <a:pos x="csX1" y="csY1"/>
                  </a:cxn>
                  <a:cxn ang="0">
                    <a:pos x="csX2" y="csY2"/>
                  </a:cxn>
                  <a:cxn ang="0">
                    <a:pos x="csX3" y="csY3"/>
                  </a:cxn>
                  <a:cxn ang="0">
                    <a:pos x="csX4" y="csY4"/>
                  </a:cxn>
                  <a:cxn ang="0">
                    <a:pos x="csX5" y="csY5"/>
                  </a:cxn>
                </a:cxnLst>
                <a:rect l="l" t="t" r="r" b="b"/>
                <a:pathLst>
                  <a:path w="9228" h="4302">
                    <a:moveTo>
                      <a:pt x="8774" y="4086"/>
                    </a:moveTo>
                    <a:lnTo>
                      <a:pt x="11852" y="1623"/>
                    </a:lnTo>
                    <a:lnTo>
                      <a:pt x="6722" y="398"/>
                    </a:lnTo>
                    <a:lnTo>
                      <a:pt x="2624" y="2854"/>
                    </a:lnTo>
                    <a:lnTo>
                      <a:pt x="4676" y="4701"/>
                    </a:lnTo>
                    <a:lnTo>
                      <a:pt x="8774" y="4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2" name="Forme libre : forme 890">
                <a:extLst>
                  <a:ext uri="{FF2B5EF4-FFF2-40B4-BE49-F238E27FC236}">
                    <a16:creationId xmlns:a16="http://schemas.microsoft.com/office/drawing/2014/main" id="{C4C5B59C-A098-DAB4-8A42-9E39EE1BD9D4}"/>
                  </a:ext>
                </a:extLst>
              </p:cNvPr>
              <p:cNvSpPr/>
              <p:nvPr/>
            </p:nvSpPr>
            <p:spPr>
              <a:xfrm>
                <a:off x="6104400" y="2560589"/>
                <a:ext cx="8209" cy="5534"/>
              </a:xfrm>
              <a:custGeom>
                <a:avLst/>
                <a:gdLst>
                  <a:gd name="csX0" fmla="*/ 2616 w 8209"/>
                  <a:gd name="csY0" fmla="*/ 1635 h 5534"/>
                  <a:gd name="csX1" fmla="*/ 2616 w 8209"/>
                  <a:gd name="csY1" fmla="*/ 4097 h 5534"/>
                  <a:gd name="csX2" fmla="*/ 6721 w 8209"/>
                  <a:gd name="csY2" fmla="*/ 5938 h 5534"/>
                  <a:gd name="csX3" fmla="*/ 10826 w 8209"/>
                  <a:gd name="csY3" fmla="*/ 3482 h 5534"/>
                  <a:gd name="csX4" fmla="*/ 7747 w 8209"/>
                  <a:gd name="csY4" fmla="*/ 403 h 5534"/>
                  <a:gd name="csX5" fmla="*/ 2616 w 8209"/>
                  <a:gd name="csY5" fmla="*/ 1635 h 5534"/>
                </a:gdLst>
                <a:ahLst/>
                <a:cxnLst>
                  <a:cxn ang="0">
                    <a:pos x="csX0" y="csY0"/>
                  </a:cxn>
                  <a:cxn ang="0">
                    <a:pos x="csX1" y="csY1"/>
                  </a:cxn>
                  <a:cxn ang="0">
                    <a:pos x="csX2" y="csY2"/>
                  </a:cxn>
                  <a:cxn ang="0">
                    <a:pos x="csX3" y="csY3"/>
                  </a:cxn>
                  <a:cxn ang="0">
                    <a:pos x="csX4" y="csY4"/>
                  </a:cxn>
                  <a:cxn ang="0">
                    <a:pos x="csX5" y="csY5"/>
                  </a:cxn>
                </a:cxnLst>
                <a:rect l="l" t="t" r="r" b="b"/>
                <a:pathLst>
                  <a:path w="8209" h="5534">
                    <a:moveTo>
                      <a:pt x="2616" y="1635"/>
                    </a:moveTo>
                    <a:lnTo>
                      <a:pt x="2616" y="4097"/>
                    </a:lnTo>
                    <a:lnTo>
                      <a:pt x="6721" y="5938"/>
                    </a:lnTo>
                    <a:lnTo>
                      <a:pt x="10826" y="3482"/>
                    </a:lnTo>
                    <a:lnTo>
                      <a:pt x="7747" y="403"/>
                    </a:lnTo>
                    <a:lnTo>
                      <a:pt x="2616" y="16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3" name="Forme libre : forme 891">
                <a:extLst>
                  <a:ext uri="{FF2B5EF4-FFF2-40B4-BE49-F238E27FC236}">
                    <a16:creationId xmlns:a16="http://schemas.microsoft.com/office/drawing/2014/main" id="{90DC6F91-E34F-3C6F-4B9F-F9AE4551E7C1}"/>
                  </a:ext>
                </a:extLst>
              </p:cNvPr>
              <p:cNvSpPr/>
              <p:nvPr/>
            </p:nvSpPr>
            <p:spPr>
              <a:xfrm>
                <a:off x="6089015" y="2566739"/>
                <a:ext cx="7182" cy="5534"/>
              </a:xfrm>
              <a:custGeom>
                <a:avLst/>
                <a:gdLst>
                  <a:gd name="csX0" fmla="*/ 5686 w 7182"/>
                  <a:gd name="csY0" fmla="*/ 5941 h 5534"/>
                  <a:gd name="csX1" fmla="*/ 9790 w 7182"/>
                  <a:gd name="csY1" fmla="*/ 5325 h 5534"/>
                  <a:gd name="csX2" fmla="*/ 9790 w 7182"/>
                  <a:gd name="csY2" fmla="*/ 1638 h 5534"/>
                  <a:gd name="csX3" fmla="*/ 6712 w 7182"/>
                  <a:gd name="csY3" fmla="*/ 406 h 5534"/>
                  <a:gd name="csX4" fmla="*/ 2607 w 7182"/>
                  <a:gd name="csY4" fmla="*/ 2862 h 5534"/>
                  <a:gd name="csX5" fmla="*/ 5686 w 7182"/>
                  <a:gd name="csY5" fmla="*/ 5941 h 5534"/>
                </a:gdLst>
                <a:ahLst/>
                <a:cxnLst>
                  <a:cxn ang="0">
                    <a:pos x="csX0" y="csY0"/>
                  </a:cxn>
                  <a:cxn ang="0">
                    <a:pos x="csX1" y="csY1"/>
                  </a:cxn>
                  <a:cxn ang="0">
                    <a:pos x="csX2" y="csY2"/>
                  </a:cxn>
                  <a:cxn ang="0">
                    <a:pos x="csX3" y="csY3"/>
                  </a:cxn>
                  <a:cxn ang="0">
                    <a:pos x="csX4" y="csY4"/>
                  </a:cxn>
                  <a:cxn ang="0">
                    <a:pos x="csX5" y="csY5"/>
                  </a:cxn>
                </a:cxnLst>
                <a:rect l="l" t="t" r="r" b="b"/>
                <a:pathLst>
                  <a:path w="7182" h="5534">
                    <a:moveTo>
                      <a:pt x="5686" y="5941"/>
                    </a:moveTo>
                    <a:lnTo>
                      <a:pt x="9790" y="5325"/>
                    </a:lnTo>
                    <a:lnTo>
                      <a:pt x="9790" y="1638"/>
                    </a:lnTo>
                    <a:lnTo>
                      <a:pt x="6712" y="406"/>
                    </a:lnTo>
                    <a:lnTo>
                      <a:pt x="2607" y="2862"/>
                    </a:lnTo>
                    <a:lnTo>
                      <a:pt x="5686" y="59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4" name="Forme libre : forme 892">
                <a:extLst>
                  <a:ext uri="{FF2B5EF4-FFF2-40B4-BE49-F238E27FC236}">
                    <a16:creationId xmlns:a16="http://schemas.microsoft.com/office/drawing/2014/main" id="{30CE1DB1-C943-7EAD-F33D-69D9C5FBD59D}"/>
                  </a:ext>
                </a:extLst>
              </p:cNvPr>
              <p:cNvSpPr/>
              <p:nvPr/>
            </p:nvSpPr>
            <p:spPr>
              <a:xfrm>
                <a:off x="6070558" y="2551361"/>
                <a:ext cx="29737" cy="12299"/>
              </a:xfrm>
              <a:custGeom>
                <a:avLst/>
                <a:gdLst>
                  <a:gd name="csX0" fmla="*/ 32343 w 29737"/>
                  <a:gd name="csY0" fmla="*/ 400 h 12299"/>
                  <a:gd name="csX1" fmla="*/ 25167 w 29737"/>
                  <a:gd name="csY1" fmla="*/ 1632 h 12299"/>
                  <a:gd name="csX2" fmla="*/ 15931 w 29737"/>
                  <a:gd name="csY2" fmla="*/ 5935 h 12299"/>
                  <a:gd name="csX3" fmla="*/ 2605 w 29737"/>
                  <a:gd name="csY3" fmla="*/ 7782 h 12299"/>
                  <a:gd name="csX4" fmla="*/ 5677 w 29737"/>
                  <a:gd name="csY4" fmla="*/ 12085 h 12299"/>
                  <a:gd name="csX5" fmla="*/ 11834 w 29737"/>
                  <a:gd name="csY5" fmla="*/ 12700 h 12299"/>
                  <a:gd name="csX6" fmla="*/ 30290 w 29737"/>
                  <a:gd name="csY6" fmla="*/ 5935 h 12299"/>
                  <a:gd name="csX7" fmla="*/ 32343 w 29737"/>
                  <a:gd name="csY7" fmla="*/ 400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12299">
                    <a:moveTo>
                      <a:pt x="32343" y="400"/>
                    </a:moveTo>
                    <a:lnTo>
                      <a:pt x="25167" y="1632"/>
                    </a:lnTo>
                    <a:lnTo>
                      <a:pt x="15931" y="5935"/>
                    </a:lnTo>
                    <a:lnTo>
                      <a:pt x="2605" y="7782"/>
                    </a:lnTo>
                    <a:lnTo>
                      <a:pt x="5677" y="12085"/>
                    </a:lnTo>
                    <a:lnTo>
                      <a:pt x="11834" y="12700"/>
                    </a:lnTo>
                    <a:lnTo>
                      <a:pt x="30290" y="5935"/>
                    </a:lnTo>
                    <a:lnTo>
                      <a:pt x="32343" y="4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5" name="Forme libre : forme 893">
                <a:extLst>
                  <a:ext uri="{FF2B5EF4-FFF2-40B4-BE49-F238E27FC236}">
                    <a16:creationId xmlns:a16="http://schemas.microsoft.com/office/drawing/2014/main" id="{1EC8CF75-FB54-B52E-4E9A-CED04D58C5E2}"/>
                  </a:ext>
                </a:extLst>
              </p:cNvPr>
              <p:cNvSpPr/>
              <p:nvPr/>
            </p:nvSpPr>
            <p:spPr>
              <a:xfrm>
                <a:off x="6038769" y="2572889"/>
                <a:ext cx="9228" cy="7997"/>
              </a:xfrm>
              <a:custGeom>
                <a:avLst/>
                <a:gdLst>
                  <a:gd name="csX0" fmla="*/ 3603 w 9228"/>
                  <a:gd name="csY0" fmla="*/ 5330 h 7997"/>
                  <a:gd name="csX1" fmla="*/ 2577 w 9228"/>
                  <a:gd name="csY1" fmla="*/ 7793 h 7997"/>
                  <a:gd name="csX2" fmla="*/ 8734 w 9228"/>
                  <a:gd name="csY2" fmla="*/ 8408 h 7997"/>
                  <a:gd name="csX3" fmla="*/ 11805 w 9228"/>
                  <a:gd name="csY3" fmla="*/ 4098 h 7997"/>
                  <a:gd name="csX4" fmla="*/ 10779 w 9228"/>
                  <a:gd name="csY4" fmla="*/ 411 h 7997"/>
                  <a:gd name="csX5" fmla="*/ 3603 w 9228"/>
                  <a:gd name="csY5" fmla="*/ 5330 h 7997"/>
                </a:gdLst>
                <a:ahLst/>
                <a:cxnLst>
                  <a:cxn ang="0">
                    <a:pos x="csX0" y="csY0"/>
                  </a:cxn>
                  <a:cxn ang="0">
                    <a:pos x="csX1" y="csY1"/>
                  </a:cxn>
                  <a:cxn ang="0">
                    <a:pos x="csX2" y="csY2"/>
                  </a:cxn>
                  <a:cxn ang="0">
                    <a:pos x="csX3" y="csY3"/>
                  </a:cxn>
                  <a:cxn ang="0">
                    <a:pos x="csX4" y="csY4"/>
                  </a:cxn>
                  <a:cxn ang="0">
                    <a:pos x="csX5" y="csY5"/>
                  </a:cxn>
                </a:cxnLst>
                <a:rect l="l" t="t" r="r" b="b"/>
                <a:pathLst>
                  <a:path w="9228" h="7997">
                    <a:moveTo>
                      <a:pt x="3603" y="5330"/>
                    </a:moveTo>
                    <a:lnTo>
                      <a:pt x="2577" y="7793"/>
                    </a:lnTo>
                    <a:lnTo>
                      <a:pt x="8734" y="8408"/>
                    </a:lnTo>
                    <a:lnTo>
                      <a:pt x="11805" y="4098"/>
                    </a:lnTo>
                    <a:lnTo>
                      <a:pt x="10779" y="411"/>
                    </a:lnTo>
                    <a:lnTo>
                      <a:pt x="3603" y="53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6" name="Forme libre : forme 894">
                <a:extLst>
                  <a:ext uri="{FF2B5EF4-FFF2-40B4-BE49-F238E27FC236}">
                    <a16:creationId xmlns:a16="http://schemas.microsoft.com/office/drawing/2014/main" id="{B5646F5B-5CE9-173E-9F86-67971798CE48}"/>
                  </a:ext>
                </a:extLst>
              </p:cNvPr>
              <p:cNvSpPr/>
              <p:nvPr/>
            </p:nvSpPr>
            <p:spPr>
              <a:xfrm>
                <a:off x="6020305" y="2572274"/>
                <a:ext cx="8209" cy="9221"/>
              </a:xfrm>
              <a:custGeom>
                <a:avLst/>
                <a:gdLst>
                  <a:gd name="csX0" fmla="*/ 5644 w 8209"/>
                  <a:gd name="csY0" fmla="*/ 9632 h 9221"/>
                  <a:gd name="csX1" fmla="*/ 10775 w 8209"/>
                  <a:gd name="csY1" fmla="*/ 7785 h 9221"/>
                  <a:gd name="csX2" fmla="*/ 10775 w 8209"/>
                  <a:gd name="csY2" fmla="*/ 3482 h 9221"/>
                  <a:gd name="csX3" fmla="*/ 8723 w 8209"/>
                  <a:gd name="csY3" fmla="*/ 411 h 9221"/>
                  <a:gd name="csX4" fmla="*/ 2566 w 8209"/>
                  <a:gd name="csY4" fmla="*/ 4714 h 9221"/>
                  <a:gd name="csX5" fmla="*/ 5644 w 8209"/>
                  <a:gd name="csY5" fmla="*/ 9632 h 9221"/>
                </a:gdLst>
                <a:ahLst/>
                <a:cxnLst>
                  <a:cxn ang="0">
                    <a:pos x="csX0" y="csY0"/>
                  </a:cxn>
                  <a:cxn ang="0">
                    <a:pos x="csX1" y="csY1"/>
                  </a:cxn>
                  <a:cxn ang="0">
                    <a:pos x="csX2" y="csY2"/>
                  </a:cxn>
                  <a:cxn ang="0">
                    <a:pos x="csX3" y="csY3"/>
                  </a:cxn>
                  <a:cxn ang="0">
                    <a:pos x="csX4" y="csY4"/>
                  </a:cxn>
                  <a:cxn ang="0">
                    <a:pos x="csX5" y="csY5"/>
                  </a:cxn>
                </a:cxnLst>
                <a:rect l="l" t="t" r="r" b="b"/>
                <a:pathLst>
                  <a:path w="8209" h="9221">
                    <a:moveTo>
                      <a:pt x="5644" y="9632"/>
                    </a:moveTo>
                    <a:lnTo>
                      <a:pt x="10775" y="7785"/>
                    </a:lnTo>
                    <a:lnTo>
                      <a:pt x="10775" y="3482"/>
                    </a:lnTo>
                    <a:lnTo>
                      <a:pt x="8723" y="411"/>
                    </a:lnTo>
                    <a:lnTo>
                      <a:pt x="2566" y="4714"/>
                    </a:lnTo>
                    <a:lnTo>
                      <a:pt x="5644" y="9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7" name="Forme libre : forme 895">
                <a:extLst>
                  <a:ext uri="{FF2B5EF4-FFF2-40B4-BE49-F238E27FC236}">
                    <a16:creationId xmlns:a16="http://schemas.microsoft.com/office/drawing/2014/main" id="{EE2171A4-389C-8AEA-101C-FD01D2FC009A}"/>
                  </a:ext>
                </a:extLst>
              </p:cNvPr>
              <p:cNvSpPr/>
              <p:nvPr/>
            </p:nvSpPr>
            <p:spPr>
              <a:xfrm rot="10187363" flipV="1">
                <a:off x="6005769" y="2574417"/>
                <a:ext cx="11102" cy="5021"/>
              </a:xfrm>
              <a:custGeom>
                <a:avLst/>
                <a:gdLst>
                  <a:gd name="csX0" fmla="*/ 2695 w 11102"/>
                  <a:gd name="csY0" fmla="*/ 412 h 5021"/>
                  <a:gd name="csX1" fmla="*/ 13114 w 11102"/>
                  <a:gd name="csY1" fmla="*/ 412 h 5021"/>
                  <a:gd name="csX2" fmla="*/ 13661 w 11102"/>
                  <a:gd name="csY2" fmla="*/ 3435 h 5021"/>
                  <a:gd name="csX3" fmla="*/ 2558 w 11102"/>
                  <a:gd name="csY3" fmla="*/ 5433 h 5021"/>
                  <a:gd name="csX4" fmla="*/ 2695 w 11102"/>
                  <a:gd name="csY4" fmla="*/ 412 h 5021"/>
                </a:gdLst>
                <a:ahLst/>
                <a:cxnLst>
                  <a:cxn ang="0">
                    <a:pos x="csX0" y="csY0"/>
                  </a:cxn>
                  <a:cxn ang="0">
                    <a:pos x="csX1" y="csY1"/>
                  </a:cxn>
                  <a:cxn ang="0">
                    <a:pos x="csX2" y="csY2"/>
                  </a:cxn>
                  <a:cxn ang="0">
                    <a:pos x="csX3" y="csY3"/>
                  </a:cxn>
                  <a:cxn ang="0">
                    <a:pos x="csX4" y="csY4"/>
                  </a:cxn>
                </a:cxnLst>
                <a:rect l="l" t="t" r="r" b="b"/>
                <a:pathLst>
                  <a:path w="11102" h="5021">
                    <a:moveTo>
                      <a:pt x="2695" y="412"/>
                    </a:moveTo>
                    <a:lnTo>
                      <a:pt x="13114" y="412"/>
                    </a:lnTo>
                    <a:lnTo>
                      <a:pt x="13661" y="3435"/>
                    </a:lnTo>
                    <a:lnTo>
                      <a:pt x="2558" y="5433"/>
                    </a:lnTo>
                    <a:lnTo>
                      <a:pt x="2695" y="4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8" name="Forme libre : forme 896">
                <a:extLst>
                  <a:ext uri="{FF2B5EF4-FFF2-40B4-BE49-F238E27FC236}">
                    <a16:creationId xmlns:a16="http://schemas.microsoft.com/office/drawing/2014/main" id="{8340729D-AD97-1E8C-8C3F-7464B97ED47A}"/>
                  </a:ext>
                </a:extLst>
              </p:cNvPr>
              <p:cNvSpPr/>
              <p:nvPr/>
            </p:nvSpPr>
            <p:spPr>
              <a:xfrm>
                <a:off x="6001848" y="2582111"/>
                <a:ext cx="17437" cy="6765"/>
              </a:xfrm>
              <a:custGeom>
                <a:avLst/>
                <a:gdLst>
                  <a:gd name="csX0" fmla="*/ 17944 w 17437"/>
                  <a:gd name="csY0" fmla="*/ 417 h 6765"/>
                  <a:gd name="csX1" fmla="*/ 5637 w 17437"/>
                  <a:gd name="csY1" fmla="*/ 417 h 6765"/>
                  <a:gd name="csX2" fmla="*/ 2558 w 17437"/>
                  <a:gd name="csY2" fmla="*/ 4104 h 6765"/>
                  <a:gd name="csX3" fmla="*/ 4611 w 17437"/>
                  <a:gd name="csY3" fmla="*/ 7183 h 6765"/>
                  <a:gd name="csX4" fmla="*/ 19996 w 17437"/>
                  <a:gd name="csY4" fmla="*/ 5951 h 6765"/>
                  <a:gd name="csX5" fmla="*/ 17944 w 17437"/>
                  <a:gd name="csY5" fmla="*/ 417 h 6765"/>
                </a:gdLst>
                <a:ahLst/>
                <a:cxnLst>
                  <a:cxn ang="0">
                    <a:pos x="csX0" y="csY0"/>
                  </a:cxn>
                  <a:cxn ang="0">
                    <a:pos x="csX1" y="csY1"/>
                  </a:cxn>
                  <a:cxn ang="0">
                    <a:pos x="csX2" y="csY2"/>
                  </a:cxn>
                  <a:cxn ang="0">
                    <a:pos x="csX3" y="csY3"/>
                  </a:cxn>
                  <a:cxn ang="0">
                    <a:pos x="csX4" y="csY4"/>
                  </a:cxn>
                  <a:cxn ang="0">
                    <a:pos x="csX5" y="csY5"/>
                  </a:cxn>
                </a:cxnLst>
                <a:rect l="l" t="t" r="r" b="b"/>
                <a:pathLst>
                  <a:path w="17437" h="6765">
                    <a:moveTo>
                      <a:pt x="17944" y="417"/>
                    </a:moveTo>
                    <a:lnTo>
                      <a:pt x="5637" y="417"/>
                    </a:lnTo>
                    <a:lnTo>
                      <a:pt x="2558" y="4104"/>
                    </a:lnTo>
                    <a:lnTo>
                      <a:pt x="4611" y="7183"/>
                    </a:lnTo>
                    <a:lnTo>
                      <a:pt x="19996" y="5951"/>
                    </a:lnTo>
                    <a:lnTo>
                      <a:pt x="17944" y="4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19" name="Forme libre : forme 897">
                <a:extLst>
                  <a:ext uri="{FF2B5EF4-FFF2-40B4-BE49-F238E27FC236}">
                    <a16:creationId xmlns:a16="http://schemas.microsoft.com/office/drawing/2014/main" id="{75E2E8F5-7AE3-63FE-C60A-B84EBF495D25}"/>
                  </a:ext>
                </a:extLst>
              </p:cNvPr>
              <p:cNvSpPr/>
              <p:nvPr/>
            </p:nvSpPr>
            <p:spPr>
              <a:xfrm>
                <a:off x="5983392" y="2592564"/>
                <a:ext cx="21535" cy="9837"/>
              </a:xfrm>
              <a:custGeom>
                <a:avLst/>
                <a:gdLst>
                  <a:gd name="csX0" fmla="*/ 24084 w 21535"/>
                  <a:gd name="csY0" fmla="*/ 5342 h 9837"/>
                  <a:gd name="csX1" fmla="*/ 24084 w 21535"/>
                  <a:gd name="csY1" fmla="*/ 1040 h 9837"/>
                  <a:gd name="csX2" fmla="*/ 15882 w 21535"/>
                  <a:gd name="csY2" fmla="*/ 424 h 9837"/>
                  <a:gd name="csX3" fmla="*/ 6654 w 21535"/>
                  <a:gd name="csY3" fmla="*/ 2887 h 9837"/>
                  <a:gd name="csX4" fmla="*/ 2549 w 21535"/>
                  <a:gd name="csY4" fmla="*/ 8421 h 9837"/>
                  <a:gd name="csX5" fmla="*/ 15882 w 21535"/>
                  <a:gd name="csY5" fmla="*/ 10261 h 9837"/>
                  <a:gd name="csX6" fmla="*/ 24084 w 21535"/>
                  <a:gd name="csY6" fmla="*/ 5342 h 983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9837">
                    <a:moveTo>
                      <a:pt x="24084" y="5342"/>
                    </a:moveTo>
                    <a:lnTo>
                      <a:pt x="24084" y="1040"/>
                    </a:lnTo>
                    <a:lnTo>
                      <a:pt x="15882" y="424"/>
                    </a:lnTo>
                    <a:lnTo>
                      <a:pt x="6654" y="2887"/>
                    </a:lnTo>
                    <a:lnTo>
                      <a:pt x="2549" y="8421"/>
                    </a:lnTo>
                    <a:lnTo>
                      <a:pt x="15882" y="10261"/>
                    </a:lnTo>
                    <a:lnTo>
                      <a:pt x="24084" y="53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0" name="Forme libre : forme 898">
                <a:extLst>
                  <a:ext uri="{FF2B5EF4-FFF2-40B4-BE49-F238E27FC236}">
                    <a16:creationId xmlns:a16="http://schemas.microsoft.com/office/drawing/2014/main" id="{B37E1CCE-4D89-9170-08F1-12FEDBDA5DC7}"/>
                  </a:ext>
                </a:extLst>
              </p:cNvPr>
              <p:cNvSpPr/>
              <p:nvPr/>
            </p:nvSpPr>
            <p:spPr>
              <a:xfrm>
                <a:off x="5958778" y="2603632"/>
                <a:ext cx="26665" cy="15371"/>
              </a:xfrm>
              <a:custGeom>
                <a:avLst/>
                <a:gdLst>
                  <a:gd name="csX0" fmla="*/ 6637 w 26665"/>
                  <a:gd name="csY0" fmla="*/ 5967 h 15371"/>
                  <a:gd name="csX1" fmla="*/ 2533 w 26665"/>
                  <a:gd name="csY1" fmla="*/ 13348 h 15371"/>
                  <a:gd name="csX2" fmla="*/ 8689 w 26665"/>
                  <a:gd name="csY2" fmla="*/ 15804 h 15371"/>
                  <a:gd name="csX3" fmla="*/ 16892 w 26665"/>
                  <a:gd name="csY3" fmla="*/ 13964 h 15371"/>
                  <a:gd name="csX4" fmla="*/ 22016 w 26665"/>
                  <a:gd name="csY4" fmla="*/ 7814 h 15371"/>
                  <a:gd name="csX5" fmla="*/ 29199 w 26665"/>
                  <a:gd name="csY5" fmla="*/ 1664 h 15371"/>
                  <a:gd name="csX6" fmla="*/ 19970 w 26665"/>
                  <a:gd name="csY6" fmla="*/ 433 h 15371"/>
                  <a:gd name="csX7" fmla="*/ 6637 w 26665"/>
                  <a:gd name="csY7" fmla="*/ 5967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665" h="15371">
                    <a:moveTo>
                      <a:pt x="6637" y="5967"/>
                    </a:moveTo>
                    <a:lnTo>
                      <a:pt x="2533" y="13348"/>
                    </a:lnTo>
                    <a:lnTo>
                      <a:pt x="8689" y="15804"/>
                    </a:lnTo>
                    <a:lnTo>
                      <a:pt x="16892" y="13964"/>
                    </a:lnTo>
                    <a:lnTo>
                      <a:pt x="22016" y="7814"/>
                    </a:lnTo>
                    <a:lnTo>
                      <a:pt x="29199" y="1664"/>
                    </a:lnTo>
                    <a:lnTo>
                      <a:pt x="19970" y="433"/>
                    </a:lnTo>
                    <a:lnTo>
                      <a:pt x="6637" y="59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1" name="Forme libre : forme 899">
                <a:extLst>
                  <a:ext uri="{FF2B5EF4-FFF2-40B4-BE49-F238E27FC236}">
                    <a16:creationId xmlns:a16="http://schemas.microsoft.com/office/drawing/2014/main" id="{CFA014D4-07EC-F2A6-1C2E-3EACA603459D}"/>
                  </a:ext>
                </a:extLst>
              </p:cNvPr>
              <p:cNvSpPr/>
              <p:nvPr/>
            </p:nvSpPr>
            <p:spPr>
              <a:xfrm>
                <a:off x="5926988" y="2611014"/>
                <a:ext cx="24613" cy="12299"/>
              </a:xfrm>
              <a:custGeom>
                <a:avLst/>
                <a:gdLst>
                  <a:gd name="csX0" fmla="*/ 27129 w 24613"/>
                  <a:gd name="csY0" fmla="*/ 437 h 12299"/>
                  <a:gd name="csX1" fmla="*/ 19953 w 24613"/>
                  <a:gd name="csY1" fmla="*/ 1668 h 12299"/>
                  <a:gd name="csX2" fmla="*/ 6620 w 24613"/>
                  <a:gd name="csY2" fmla="*/ 6587 h 12299"/>
                  <a:gd name="csX3" fmla="*/ 2516 w 24613"/>
                  <a:gd name="csY3" fmla="*/ 9658 h 12299"/>
                  <a:gd name="csX4" fmla="*/ 9699 w 24613"/>
                  <a:gd name="csY4" fmla="*/ 12737 h 12299"/>
                  <a:gd name="csX5" fmla="*/ 15849 w 24613"/>
                  <a:gd name="csY5" fmla="*/ 9658 h 12299"/>
                  <a:gd name="csX6" fmla="*/ 27129 w 24613"/>
                  <a:gd name="csY6" fmla="*/ 437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2299">
                    <a:moveTo>
                      <a:pt x="27129" y="437"/>
                    </a:moveTo>
                    <a:lnTo>
                      <a:pt x="19953" y="1668"/>
                    </a:lnTo>
                    <a:lnTo>
                      <a:pt x="6620" y="6587"/>
                    </a:lnTo>
                    <a:lnTo>
                      <a:pt x="2516" y="9658"/>
                    </a:lnTo>
                    <a:lnTo>
                      <a:pt x="9699" y="12737"/>
                    </a:lnTo>
                    <a:lnTo>
                      <a:pt x="15849" y="9658"/>
                    </a:lnTo>
                    <a:lnTo>
                      <a:pt x="27129" y="4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2" name="Forme libre : forme 900">
                <a:extLst>
                  <a:ext uri="{FF2B5EF4-FFF2-40B4-BE49-F238E27FC236}">
                    <a16:creationId xmlns:a16="http://schemas.microsoft.com/office/drawing/2014/main" id="{4477AFA5-2F77-5FBA-C7A8-24975D0C1410}"/>
                  </a:ext>
                </a:extLst>
              </p:cNvPr>
              <p:cNvSpPr/>
              <p:nvPr/>
            </p:nvSpPr>
            <p:spPr>
              <a:xfrm>
                <a:off x="5930067" y="2627617"/>
                <a:ext cx="27692" cy="18443"/>
              </a:xfrm>
              <a:custGeom>
                <a:avLst/>
                <a:gdLst>
                  <a:gd name="csX0" fmla="*/ 13797 w 27692"/>
                  <a:gd name="csY0" fmla="*/ 15203 h 18443"/>
                  <a:gd name="csX1" fmla="*/ 20980 w 27692"/>
                  <a:gd name="csY1" fmla="*/ 6597 h 18443"/>
                  <a:gd name="csX2" fmla="*/ 30208 w 27692"/>
                  <a:gd name="csY2" fmla="*/ 2287 h 18443"/>
                  <a:gd name="csX3" fmla="*/ 24052 w 27692"/>
                  <a:gd name="csY3" fmla="*/ 447 h 18443"/>
                  <a:gd name="csX4" fmla="*/ 15849 w 27692"/>
                  <a:gd name="csY4" fmla="*/ 2287 h 18443"/>
                  <a:gd name="csX5" fmla="*/ 8673 w 27692"/>
                  <a:gd name="csY5" fmla="*/ 447 h 18443"/>
                  <a:gd name="csX6" fmla="*/ 7647 w 27692"/>
                  <a:gd name="csY6" fmla="*/ 9053 h 18443"/>
                  <a:gd name="csX7" fmla="*/ 2516 w 27692"/>
                  <a:gd name="csY7" fmla="*/ 15203 h 18443"/>
                  <a:gd name="csX8" fmla="*/ 6621 w 27692"/>
                  <a:gd name="csY8" fmla="*/ 18890 h 18443"/>
                  <a:gd name="csX9" fmla="*/ 13797 w 27692"/>
                  <a:gd name="csY9" fmla="*/ 15203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692" h="18443">
                    <a:moveTo>
                      <a:pt x="13797" y="15203"/>
                    </a:moveTo>
                    <a:lnTo>
                      <a:pt x="20980" y="6597"/>
                    </a:lnTo>
                    <a:lnTo>
                      <a:pt x="30208" y="2287"/>
                    </a:lnTo>
                    <a:lnTo>
                      <a:pt x="24052" y="447"/>
                    </a:lnTo>
                    <a:lnTo>
                      <a:pt x="15849" y="2287"/>
                    </a:lnTo>
                    <a:lnTo>
                      <a:pt x="8673" y="447"/>
                    </a:lnTo>
                    <a:lnTo>
                      <a:pt x="7647" y="9053"/>
                    </a:lnTo>
                    <a:lnTo>
                      <a:pt x="2516" y="15203"/>
                    </a:lnTo>
                    <a:lnTo>
                      <a:pt x="6621" y="18890"/>
                    </a:lnTo>
                    <a:lnTo>
                      <a:pt x="13797" y="152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3" name="Forme libre : forme 901">
                <a:extLst>
                  <a:ext uri="{FF2B5EF4-FFF2-40B4-BE49-F238E27FC236}">
                    <a16:creationId xmlns:a16="http://schemas.microsoft.com/office/drawing/2014/main" id="{6FD69F16-229A-41B0-D888-1D9F47721C30}"/>
                  </a:ext>
                </a:extLst>
              </p:cNvPr>
              <p:cNvSpPr/>
              <p:nvPr/>
            </p:nvSpPr>
            <p:spPr>
              <a:xfrm>
                <a:off x="5911603" y="2627001"/>
                <a:ext cx="12306" cy="6149"/>
              </a:xfrm>
              <a:custGeom>
                <a:avLst/>
                <a:gdLst>
                  <a:gd name="csX0" fmla="*/ 14809 w 12306"/>
                  <a:gd name="csY0" fmla="*/ 444 h 6149"/>
                  <a:gd name="csX1" fmla="*/ 5580 w 12306"/>
                  <a:gd name="csY1" fmla="*/ 444 h 6149"/>
                  <a:gd name="csX2" fmla="*/ 2502 w 12306"/>
                  <a:gd name="csY2" fmla="*/ 4131 h 6149"/>
                  <a:gd name="csX3" fmla="*/ 5580 w 12306"/>
                  <a:gd name="csY3" fmla="*/ 6594 h 6149"/>
                  <a:gd name="csX4" fmla="*/ 14809 w 12306"/>
                  <a:gd name="csY4" fmla="*/ 4747 h 6149"/>
                  <a:gd name="csX5" fmla="*/ 14809 w 12306"/>
                  <a:gd name="csY5" fmla="*/ 444 h 6149"/>
                </a:gdLst>
                <a:ahLst/>
                <a:cxnLst>
                  <a:cxn ang="0">
                    <a:pos x="csX0" y="csY0"/>
                  </a:cxn>
                  <a:cxn ang="0">
                    <a:pos x="csX1" y="csY1"/>
                  </a:cxn>
                  <a:cxn ang="0">
                    <a:pos x="csX2" y="csY2"/>
                  </a:cxn>
                  <a:cxn ang="0">
                    <a:pos x="csX3" y="csY3"/>
                  </a:cxn>
                  <a:cxn ang="0">
                    <a:pos x="csX4" y="csY4"/>
                  </a:cxn>
                  <a:cxn ang="0">
                    <a:pos x="csX5" y="csY5"/>
                  </a:cxn>
                </a:cxnLst>
                <a:rect l="l" t="t" r="r" b="b"/>
                <a:pathLst>
                  <a:path w="12306" h="6149">
                    <a:moveTo>
                      <a:pt x="14809" y="444"/>
                    </a:moveTo>
                    <a:lnTo>
                      <a:pt x="5580" y="444"/>
                    </a:lnTo>
                    <a:lnTo>
                      <a:pt x="2502" y="4131"/>
                    </a:lnTo>
                    <a:lnTo>
                      <a:pt x="5580" y="6594"/>
                    </a:lnTo>
                    <a:lnTo>
                      <a:pt x="14809" y="4747"/>
                    </a:lnTo>
                    <a:lnTo>
                      <a:pt x="14809" y="4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4" name="Forme libre : forme 902">
                <a:extLst>
                  <a:ext uri="{FF2B5EF4-FFF2-40B4-BE49-F238E27FC236}">
                    <a16:creationId xmlns:a16="http://schemas.microsoft.com/office/drawing/2014/main" id="{8A7B8093-5CB4-E5D2-0384-0704AE17588F}"/>
                  </a:ext>
                </a:extLst>
              </p:cNvPr>
              <p:cNvSpPr/>
              <p:nvPr/>
            </p:nvSpPr>
            <p:spPr>
              <a:xfrm>
                <a:off x="5911603" y="2640532"/>
                <a:ext cx="10254" cy="7381"/>
              </a:xfrm>
              <a:custGeom>
                <a:avLst/>
                <a:gdLst>
                  <a:gd name="csX0" fmla="*/ 3526 w 10254"/>
                  <a:gd name="csY0" fmla="*/ 7833 h 7381"/>
                  <a:gd name="csX1" fmla="*/ 11728 w 10254"/>
                  <a:gd name="csY1" fmla="*/ 3530 h 7381"/>
                  <a:gd name="csX2" fmla="*/ 12754 w 10254"/>
                  <a:gd name="csY2" fmla="*/ 452 h 7381"/>
                  <a:gd name="csX3" fmla="*/ 6604 w 10254"/>
                  <a:gd name="csY3" fmla="*/ 1067 h 7381"/>
                  <a:gd name="csX4" fmla="*/ 2500 w 10254"/>
                  <a:gd name="csY4" fmla="*/ 4762 h 7381"/>
                  <a:gd name="csX5" fmla="*/ 3526 w 10254"/>
                  <a:gd name="csY5" fmla="*/ 7833 h 7381"/>
                </a:gdLst>
                <a:ahLst/>
                <a:cxnLst>
                  <a:cxn ang="0">
                    <a:pos x="csX0" y="csY0"/>
                  </a:cxn>
                  <a:cxn ang="0">
                    <a:pos x="csX1" y="csY1"/>
                  </a:cxn>
                  <a:cxn ang="0">
                    <a:pos x="csX2" y="csY2"/>
                  </a:cxn>
                  <a:cxn ang="0">
                    <a:pos x="csX3" y="csY3"/>
                  </a:cxn>
                  <a:cxn ang="0">
                    <a:pos x="csX4" y="csY4"/>
                  </a:cxn>
                  <a:cxn ang="0">
                    <a:pos x="csX5" y="csY5"/>
                  </a:cxn>
                </a:cxnLst>
                <a:rect l="l" t="t" r="r" b="b"/>
                <a:pathLst>
                  <a:path w="10254" h="7381">
                    <a:moveTo>
                      <a:pt x="3526" y="7833"/>
                    </a:moveTo>
                    <a:lnTo>
                      <a:pt x="11728" y="3530"/>
                    </a:lnTo>
                    <a:lnTo>
                      <a:pt x="12754" y="452"/>
                    </a:lnTo>
                    <a:lnTo>
                      <a:pt x="6604" y="1067"/>
                    </a:lnTo>
                    <a:lnTo>
                      <a:pt x="2500" y="4762"/>
                    </a:lnTo>
                    <a:lnTo>
                      <a:pt x="3526" y="7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5" name="Forme libre : forme 903">
                <a:extLst>
                  <a:ext uri="{FF2B5EF4-FFF2-40B4-BE49-F238E27FC236}">
                    <a16:creationId xmlns:a16="http://schemas.microsoft.com/office/drawing/2014/main" id="{7DF13C66-21FE-AD6C-A013-DA22DDDE3572}"/>
                  </a:ext>
                </a:extLst>
              </p:cNvPr>
              <p:cNvSpPr/>
              <p:nvPr/>
            </p:nvSpPr>
            <p:spPr>
              <a:xfrm>
                <a:off x="5876742" y="2647914"/>
                <a:ext cx="22561" cy="14762"/>
              </a:xfrm>
              <a:custGeom>
                <a:avLst/>
                <a:gdLst>
                  <a:gd name="csX0" fmla="*/ 3507 w 22561"/>
                  <a:gd name="csY0" fmla="*/ 7840 h 14762"/>
                  <a:gd name="csX1" fmla="*/ 2481 w 22561"/>
                  <a:gd name="csY1" fmla="*/ 15222 h 14762"/>
                  <a:gd name="csX2" fmla="*/ 6586 w 22561"/>
                  <a:gd name="csY2" fmla="*/ 10296 h 14762"/>
                  <a:gd name="csX3" fmla="*/ 16840 w 22561"/>
                  <a:gd name="csY3" fmla="*/ 6609 h 14762"/>
                  <a:gd name="csX4" fmla="*/ 25043 w 22561"/>
                  <a:gd name="csY4" fmla="*/ 2306 h 14762"/>
                  <a:gd name="csX5" fmla="*/ 24016 w 22561"/>
                  <a:gd name="csY5" fmla="*/ 459 h 14762"/>
                  <a:gd name="csX6" fmla="*/ 16840 w 22561"/>
                  <a:gd name="csY6" fmla="*/ 459 h 14762"/>
                  <a:gd name="csX7" fmla="*/ 3507 w 22561"/>
                  <a:gd name="csY7" fmla="*/ 7840 h 14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4762">
                    <a:moveTo>
                      <a:pt x="3507" y="7840"/>
                    </a:moveTo>
                    <a:lnTo>
                      <a:pt x="2481" y="15222"/>
                    </a:lnTo>
                    <a:lnTo>
                      <a:pt x="6586" y="10296"/>
                    </a:lnTo>
                    <a:lnTo>
                      <a:pt x="16840" y="6609"/>
                    </a:lnTo>
                    <a:lnTo>
                      <a:pt x="25043" y="2306"/>
                    </a:lnTo>
                    <a:lnTo>
                      <a:pt x="24016" y="459"/>
                    </a:lnTo>
                    <a:lnTo>
                      <a:pt x="16840" y="459"/>
                    </a:lnTo>
                    <a:lnTo>
                      <a:pt x="3507" y="78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6" name="Forme libre : forme 904">
                <a:extLst>
                  <a:ext uri="{FF2B5EF4-FFF2-40B4-BE49-F238E27FC236}">
                    <a16:creationId xmlns:a16="http://schemas.microsoft.com/office/drawing/2014/main" id="{DCF76571-F517-A858-ACB5-97A5860E3E16}"/>
                  </a:ext>
                </a:extLst>
              </p:cNvPr>
              <p:cNvSpPr/>
              <p:nvPr/>
            </p:nvSpPr>
            <p:spPr>
              <a:xfrm rot="10800000" flipV="1">
                <a:off x="6025942" y="3001910"/>
                <a:ext cx="6149" cy="9228"/>
              </a:xfrm>
              <a:custGeom>
                <a:avLst/>
                <a:gdLst>
                  <a:gd name="csX0" fmla="*/ 2569 w 6149"/>
                  <a:gd name="csY0" fmla="*/ 674 h 9228"/>
                  <a:gd name="csX1" fmla="*/ 8719 w 6149"/>
                  <a:gd name="csY1" fmla="*/ 674 h 9228"/>
                  <a:gd name="csX2" fmla="*/ 8719 w 6149"/>
                  <a:gd name="csY2" fmla="*/ 6824 h 9228"/>
                  <a:gd name="csX3" fmla="*/ 4108 w 6149"/>
                  <a:gd name="csY3" fmla="*/ 9902 h 9228"/>
                  <a:gd name="csX4" fmla="*/ 2569 w 6149"/>
                  <a:gd name="csY4" fmla="*/ 674 h 9228"/>
                </a:gdLst>
                <a:ahLst/>
                <a:cxnLst>
                  <a:cxn ang="0">
                    <a:pos x="csX0" y="csY0"/>
                  </a:cxn>
                  <a:cxn ang="0">
                    <a:pos x="csX1" y="csY1"/>
                  </a:cxn>
                  <a:cxn ang="0">
                    <a:pos x="csX2" y="csY2"/>
                  </a:cxn>
                  <a:cxn ang="0">
                    <a:pos x="csX3" y="csY3"/>
                  </a:cxn>
                  <a:cxn ang="0">
                    <a:pos x="csX4" y="csY4"/>
                  </a:cxn>
                </a:cxnLst>
                <a:rect l="l" t="t" r="r" b="b"/>
                <a:pathLst>
                  <a:path w="6149" h="9228">
                    <a:moveTo>
                      <a:pt x="2569" y="674"/>
                    </a:moveTo>
                    <a:lnTo>
                      <a:pt x="8719" y="674"/>
                    </a:lnTo>
                    <a:lnTo>
                      <a:pt x="8719" y="6824"/>
                    </a:lnTo>
                    <a:lnTo>
                      <a:pt x="4108" y="9902"/>
                    </a:lnTo>
                    <a:lnTo>
                      <a:pt x="2569" y="6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7" name="Forme libre : forme 905">
                <a:extLst>
                  <a:ext uri="{FF2B5EF4-FFF2-40B4-BE49-F238E27FC236}">
                    <a16:creationId xmlns:a16="http://schemas.microsoft.com/office/drawing/2014/main" id="{70C77A1C-6E9F-75C9-B016-498C1128A7E9}"/>
                  </a:ext>
                </a:extLst>
              </p:cNvPr>
              <p:cNvSpPr/>
              <p:nvPr/>
            </p:nvSpPr>
            <p:spPr>
              <a:xfrm>
                <a:off x="5995691" y="3106453"/>
                <a:ext cx="13332" cy="23573"/>
              </a:xfrm>
              <a:custGeom>
                <a:avLst/>
                <a:gdLst>
                  <a:gd name="csX0" fmla="*/ 14860 w 13332"/>
                  <a:gd name="csY0" fmla="*/ 20216 h 23573"/>
                  <a:gd name="csX1" fmla="*/ 15886 w 13332"/>
                  <a:gd name="csY1" fmla="*/ 2792 h 23573"/>
                  <a:gd name="csX2" fmla="*/ 7677 w 13332"/>
                  <a:gd name="csY2" fmla="*/ 740 h 23573"/>
                  <a:gd name="csX3" fmla="*/ 2553 w 13332"/>
                  <a:gd name="csY3" fmla="*/ 7916 h 23573"/>
                  <a:gd name="csX4" fmla="*/ 3579 w 13332"/>
                  <a:gd name="csY4" fmla="*/ 16118 h 23573"/>
                  <a:gd name="csX5" fmla="*/ 7677 w 13332"/>
                  <a:gd name="csY5" fmla="*/ 24314 h 23573"/>
                  <a:gd name="csX6" fmla="*/ 14860 w 13332"/>
                  <a:gd name="csY6" fmla="*/ 20216 h 235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23573">
                    <a:moveTo>
                      <a:pt x="14860" y="20216"/>
                    </a:moveTo>
                    <a:lnTo>
                      <a:pt x="15886" y="2792"/>
                    </a:lnTo>
                    <a:lnTo>
                      <a:pt x="7677" y="740"/>
                    </a:lnTo>
                    <a:lnTo>
                      <a:pt x="2553" y="7916"/>
                    </a:lnTo>
                    <a:lnTo>
                      <a:pt x="3579" y="16118"/>
                    </a:lnTo>
                    <a:lnTo>
                      <a:pt x="7677" y="24314"/>
                    </a:lnTo>
                    <a:lnTo>
                      <a:pt x="14860" y="20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8" name="Forme libre : forme 906">
                <a:extLst>
                  <a:ext uri="{FF2B5EF4-FFF2-40B4-BE49-F238E27FC236}">
                    <a16:creationId xmlns:a16="http://schemas.microsoft.com/office/drawing/2014/main" id="{CD4500E1-4724-0826-996F-C23CE65CED9B}"/>
                  </a:ext>
                </a:extLst>
              </p:cNvPr>
              <p:cNvSpPr/>
              <p:nvPr/>
            </p:nvSpPr>
            <p:spPr>
              <a:xfrm>
                <a:off x="6074649" y="3075703"/>
                <a:ext cx="28718" cy="24599"/>
              </a:xfrm>
              <a:custGeom>
                <a:avLst/>
                <a:gdLst>
                  <a:gd name="csX0" fmla="*/ 5682 w 28718"/>
                  <a:gd name="csY0" fmla="*/ 25321 h 24599"/>
                  <a:gd name="csX1" fmla="*/ 11832 w 28718"/>
                  <a:gd name="csY1" fmla="*/ 24295 h 24599"/>
                  <a:gd name="csX2" fmla="*/ 15936 w 28718"/>
                  <a:gd name="csY2" fmla="*/ 18145 h 24599"/>
                  <a:gd name="csX3" fmla="*/ 31322 w 28718"/>
                  <a:gd name="csY3" fmla="*/ 9949 h 24599"/>
                  <a:gd name="csX4" fmla="*/ 28243 w 28718"/>
                  <a:gd name="csY4" fmla="*/ 4825 h 24599"/>
                  <a:gd name="csX5" fmla="*/ 15936 w 28718"/>
                  <a:gd name="csY5" fmla="*/ 721 h 24599"/>
                  <a:gd name="csX6" fmla="*/ 2604 w 28718"/>
                  <a:gd name="csY6" fmla="*/ 9949 h 24599"/>
                  <a:gd name="csX7" fmla="*/ 5682 w 28718"/>
                  <a:gd name="csY7" fmla="*/ 25321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718" h="24599">
                    <a:moveTo>
                      <a:pt x="5682" y="25321"/>
                    </a:moveTo>
                    <a:lnTo>
                      <a:pt x="11832" y="24295"/>
                    </a:lnTo>
                    <a:lnTo>
                      <a:pt x="15936" y="18145"/>
                    </a:lnTo>
                    <a:lnTo>
                      <a:pt x="31322" y="9949"/>
                    </a:lnTo>
                    <a:lnTo>
                      <a:pt x="28243" y="4825"/>
                    </a:lnTo>
                    <a:lnTo>
                      <a:pt x="15936" y="721"/>
                    </a:lnTo>
                    <a:lnTo>
                      <a:pt x="2604" y="9949"/>
                    </a:lnTo>
                    <a:lnTo>
                      <a:pt x="5682" y="253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29" name="Forme libre : forme 907">
                <a:extLst>
                  <a:ext uri="{FF2B5EF4-FFF2-40B4-BE49-F238E27FC236}">
                    <a16:creationId xmlns:a16="http://schemas.microsoft.com/office/drawing/2014/main" id="{02077BE4-0DD4-D3E6-1DDB-4A7EB84C83A9}"/>
                  </a:ext>
                </a:extLst>
              </p:cNvPr>
              <p:cNvSpPr/>
              <p:nvPr/>
            </p:nvSpPr>
            <p:spPr>
              <a:xfrm>
                <a:off x="6079773" y="3056234"/>
                <a:ext cx="14359" cy="11273"/>
              </a:xfrm>
              <a:custGeom>
                <a:avLst/>
                <a:gdLst>
                  <a:gd name="csX0" fmla="*/ 15938 w 14359"/>
                  <a:gd name="csY0" fmla="*/ 1734 h 11273"/>
                  <a:gd name="csX1" fmla="*/ 9788 w 14359"/>
                  <a:gd name="csY1" fmla="*/ 707 h 11273"/>
                  <a:gd name="csX2" fmla="*/ 2605 w 14359"/>
                  <a:gd name="csY2" fmla="*/ 4805 h 11273"/>
                  <a:gd name="csX3" fmla="*/ 6709 w 14359"/>
                  <a:gd name="csY3" fmla="*/ 11981 h 11273"/>
                  <a:gd name="csX4" fmla="*/ 16964 w 14359"/>
                  <a:gd name="csY4" fmla="*/ 6857 h 11273"/>
                  <a:gd name="csX5" fmla="*/ 15938 w 14359"/>
                  <a:gd name="csY5" fmla="*/ 1734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15938" y="1734"/>
                    </a:moveTo>
                    <a:lnTo>
                      <a:pt x="9788" y="707"/>
                    </a:lnTo>
                    <a:lnTo>
                      <a:pt x="2605" y="4805"/>
                    </a:lnTo>
                    <a:lnTo>
                      <a:pt x="6709" y="11981"/>
                    </a:lnTo>
                    <a:lnTo>
                      <a:pt x="16964" y="6857"/>
                    </a:lnTo>
                    <a:lnTo>
                      <a:pt x="15938" y="17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0" name="Forme libre : forme 908">
                <a:extLst>
                  <a:ext uri="{FF2B5EF4-FFF2-40B4-BE49-F238E27FC236}">
                    <a16:creationId xmlns:a16="http://schemas.microsoft.com/office/drawing/2014/main" id="{198DEE5E-1795-263B-DE72-7E74F8D381E7}"/>
                  </a:ext>
                </a:extLst>
              </p:cNvPr>
              <p:cNvSpPr/>
              <p:nvPr/>
            </p:nvSpPr>
            <p:spPr>
              <a:xfrm>
                <a:off x="5952614" y="3140281"/>
                <a:ext cx="13332" cy="27671"/>
              </a:xfrm>
              <a:custGeom>
                <a:avLst/>
                <a:gdLst>
                  <a:gd name="csX0" fmla="*/ 2525 w 13332"/>
                  <a:gd name="csY0" fmla="*/ 28432 h 27671"/>
                  <a:gd name="csX1" fmla="*/ 7649 w 13332"/>
                  <a:gd name="csY1" fmla="*/ 26387 h 27671"/>
                  <a:gd name="csX2" fmla="*/ 15858 w 13332"/>
                  <a:gd name="csY2" fmla="*/ 761 h 27671"/>
                  <a:gd name="csX3" fmla="*/ 10851 w 13332"/>
                  <a:gd name="csY3" fmla="*/ 2758 h 27671"/>
                  <a:gd name="csX4" fmla="*/ 8682 w 13332"/>
                  <a:gd name="csY4" fmla="*/ 11009 h 27671"/>
                  <a:gd name="csX5" fmla="*/ 2525 w 13332"/>
                  <a:gd name="csY5" fmla="*/ 28432 h 27671"/>
                </a:gdLst>
                <a:ahLst/>
                <a:cxnLst>
                  <a:cxn ang="0">
                    <a:pos x="csX0" y="csY0"/>
                  </a:cxn>
                  <a:cxn ang="0">
                    <a:pos x="csX1" y="csY1"/>
                  </a:cxn>
                  <a:cxn ang="0">
                    <a:pos x="csX2" y="csY2"/>
                  </a:cxn>
                  <a:cxn ang="0">
                    <a:pos x="csX3" y="csY3"/>
                  </a:cxn>
                  <a:cxn ang="0">
                    <a:pos x="csX4" y="csY4"/>
                  </a:cxn>
                  <a:cxn ang="0">
                    <a:pos x="csX5" y="csY5"/>
                  </a:cxn>
                </a:cxnLst>
                <a:rect l="l" t="t" r="r" b="b"/>
                <a:pathLst>
                  <a:path w="13332" h="27671">
                    <a:moveTo>
                      <a:pt x="2525" y="28432"/>
                    </a:moveTo>
                    <a:lnTo>
                      <a:pt x="7649" y="26387"/>
                    </a:lnTo>
                    <a:lnTo>
                      <a:pt x="15858" y="761"/>
                    </a:lnTo>
                    <a:lnTo>
                      <a:pt x="10851" y="2758"/>
                    </a:lnTo>
                    <a:cubicBezTo>
                      <a:pt x="10488" y="4174"/>
                      <a:pt x="9838" y="6678"/>
                      <a:pt x="8682" y="11009"/>
                    </a:cubicBezTo>
                    <a:cubicBezTo>
                      <a:pt x="4577" y="26387"/>
                      <a:pt x="2525" y="28432"/>
                      <a:pt x="2525" y="28432"/>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1" name="Forme libre : forme 909">
                <a:extLst>
                  <a:ext uri="{FF2B5EF4-FFF2-40B4-BE49-F238E27FC236}">
                    <a16:creationId xmlns:a16="http://schemas.microsoft.com/office/drawing/2014/main" id="{79D6AB3E-FBDC-E5B6-6213-A8E9D6AE4B02}"/>
                  </a:ext>
                </a:extLst>
              </p:cNvPr>
              <p:cNvSpPr/>
              <p:nvPr/>
            </p:nvSpPr>
            <p:spPr>
              <a:xfrm>
                <a:off x="5960823" y="3140686"/>
                <a:ext cx="503" cy="1640"/>
              </a:xfrm>
              <a:custGeom>
                <a:avLst/>
                <a:gdLst>
                  <a:gd name="csX0" fmla="*/ 2527 w 503"/>
                  <a:gd name="csY0" fmla="*/ 2396 h 1640"/>
                  <a:gd name="csX1" fmla="*/ 2650 w 503"/>
                  <a:gd name="csY1" fmla="*/ 2348 h 1640"/>
                  <a:gd name="csX2" fmla="*/ 2527 w 503"/>
                  <a:gd name="csY2" fmla="*/ 2396 h 1640"/>
                </a:gdLst>
                <a:ahLst/>
                <a:cxnLst>
                  <a:cxn ang="0">
                    <a:pos x="csX0" y="csY0"/>
                  </a:cxn>
                  <a:cxn ang="0">
                    <a:pos x="csX1" y="csY1"/>
                  </a:cxn>
                  <a:cxn ang="0">
                    <a:pos x="csX2" y="csY2"/>
                  </a:cxn>
                </a:cxnLst>
                <a:rect l="l" t="t" r="r" b="b"/>
                <a:pathLst>
                  <a:path w="503" h="1640">
                    <a:moveTo>
                      <a:pt x="2527" y="2396"/>
                    </a:moveTo>
                    <a:lnTo>
                      <a:pt x="2650" y="2348"/>
                    </a:lnTo>
                    <a:cubicBezTo>
                      <a:pt x="3574" y="-1264"/>
                      <a:pt x="2527" y="2396"/>
                      <a:pt x="2527" y="2396"/>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2" name="Forme libre : forme 910">
                <a:extLst>
                  <a:ext uri="{FF2B5EF4-FFF2-40B4-BE49-F238E27FC236}">
                    <a16:creationId xmlns:a16="http://schemas.microsoft.com/office/drawing/2014/main" id="{A4099626-0A4A-34CF-E5CB-8D7CE1ED9A40}"/>
                  </a:ext>
                </a:extLst>
              </p:cNvPr>
              <p:cNvSpPr/>
              <p:nvPr/>
            </p:nvSpPr>
            <p:spPr>
              <a:xfrm>
                <a:off x="5777261" y="3115675"/>
                <a:ext cx="50246" cy="45102"/>
              </a:xfrm>
              <a:custGeom>
                <a:avLst/>
                <a:gdLst>
                  <a:gd name="csX0" fmla="*/ 31142 w 50246"/>
                  <a:gd name="csY0" fmla="*/ 26379 h 45102"/>
                  <a:gd name="csX1" fmla="*/ 49599 w 50246"/>
                  <a:gd name="csY1" fmla="*/ 25353 h 45102"/>
                  <a:gd name="csX2" fmla="*/ 52678 w 50246"/>
                  <a:gd name="csY2" fmla="*/ 16131 h 45102"/>
                  <a:gd name="csX3" fmla="*/ 52678 w 50246"/>
                  <a:gd name="csY3" fmla="*/ 753 h 45102"/>
                  <a:gd name="csX4" fmla="*/ 39345 w 50246"/>
                  <a:gd name="csY4" fmla="*/ 4857 h 45102"/>
                  <a:gd name="csX5" fmla="*/ 32169 w 50246"/>
                  <a:gd name="csY5" fmla="*/ 13053 h 45102"/>
                  <a:gd name="csX6" fmla="*/ 22940 w 50246"/>
                  <a:gd name="csY6" fmla="*/ 20229 h 45102"/>
                  <a:gd name="csX7" fmla="*/ 13712 w 50246"/>
                  <a:gd name="csY7" fmla="*/ 23300 h 45102"/>
                  <a:gd name="csX8" fmla="*/ 3457 w 50246"/>
                  <a:gd name="csY8" fmla="*/ 33555 h 45102"/>
                  <a:gd name="csX9" fmla="*/ 2431 w 50246"/>
                  <a:gd name="csY9" fmla="*/ 45855 h 45102"/>
                  <a:gd name="csX10" fmla="*/ 13712 w 50246"/>
                  <a:gd name="csY10" fmla="*/ 36626 h 45102"/>
                  <a:gd name="csX11" fmla="*/ 23966 w 50246"/>
                  <a:gd name="csY11" fmla="*/ 33555 h 45102"/>
                  <a:gd name="csX12" fmla="*/ 31142 w 50246"/>
                  <a:gd name="csY12" fmla="*/ 26379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246" h="45102">
                    <a:moveTo>
                      <a:pt x="31142" y="26379"/>
                    </a:moveTo>
                    <a:lnTo>
                      <a:pt x="49599" y="25353"/>
                    </a:lnTo>
                    <a:lnTo>
                      <a:pt x="52678" y="16131"/>
                    </a:lnTo>
                    <a:lnTo>
                      <a:pt x="52678" y="753"/>
                    </a:lnTo>
                    <a:lnTo>
                      <a:pt x="39345" y="4857"/>
                    </a:lnTo>
                    <a:lnTo>
                      <a:pt x="32169" y="13053"/>
                    </a:lnTo>
                    <a:lnTo>
                      <a:pt x="22940" y="20229"/>
                    </a:lnTo>
                    <a:lnTo>
                      <a:pt x="13712" y="23300"/>
                    </a:lnTo>
                    <a:lnTo>
                      <a:pt x="3457" y="33555"/>
                    </a:lnTo>
                    <a:lnTo>
                      <a:pt x="2431" y="45855"/>
                    </a:lnTo>
                    <a:lnTo>
                      <a:pt x="13712" y="36626"/>
                    </a:lnTo>
                    <a:lnTo>
                      <a:pt x="23966" y="33555"/>
                    </a:lnTo>
                    <a:lnTo>
                      <a:pt x="31142" y="26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3" name="Forme libre : forme 911">
                <a:extLst>
                  <a:ext uri="{FF2B5EF4-FFF2-40B4-BE49-F238E27FC236}">
                    <a16:creationId xmlns:a16="http://schemas.microsoft.com/office/drawing/2014/main" id="{2ED7B5C4-3D36-957B-D925-D91346118744}"/>
                  </a:ext>
                </a:extLst>
              </p:cNvPr>
              <p:cNvSpPr/>
              <p:nvPr/>
            </p:nvSpPr>
            <p:spPr>
              <a:xfrm>
                <a:off x="5836736" y="3184351"/>
                <a:ext cx="33841" cy="32795"/>
              </a:xfrm>
              <a:custGeom>
                <a:avLst/>
                <a:gdLst>
                  <a:gd name="csX0" fmla="*/ 25024 w 33841"/>
                  <a:gd name="csY0" fmla="*/ 794 h 32795"/>
                  <a:gd name="csX1" fmla="*/ 14769 w 33841"/>
                  <a:gd name="csY1" fmla="*/ 5918 h 32795"/>
                  <a:gd name="csX2" fmla="*/ 4515 w 33841"/>
                  <a:gd name="csY2" fmla="*/ 7970 h 32795"/>
                  <a:gd name="csX3" fmla="*/ 2463 w 33841"/>
                  <a:gd name="csY3" fmla="*/ 13094 h 32795"/>
                  <a:gd name="csX4" fmla="*/ 9646 w 33841"/>
                  <a:gd name="csY4" fmla="*/ 23341 h 32795"/>
                  <a:gd name="csX5" fmla="*/ 14769 w 33841"/>
                  <a:gd name="csY5" fmla="*/ 28465 h 32795"/>
                  <a:gd name="csX6" fmla="*/ 21946 w 33841"/>
                  <a:gd name="csY6" fmla="*/ 28465 h 32795"/>
                  <a:gd name="csX7" fmla="*/ 25024 w 33841"/>
                  <a:gd name="csY7" fmla="*/ 33589 h 32795"/>
                  <a:gd name="csX8" fmla="*/ 33226 w 33841"/>
                  <a:gd name="csY8" fmla="*/ 28465 h 32795"/>
                  <a:gd name="csX9" fmla="*/ 36305 w 33841"/>
                  <a:gd name="csY9" fmla="*/ 21296 h 32795"/>
                  <a:gd name="csX10" fmla="*/ 32200 w 33841"/>
                  <a:gd name="csY10" fmla="*/ 14120 h 32795"/>
                  <a:gd name="csX11" fmla="*/ 34252 w 33841"/>
                  <a:gd name="csY11" fmla="*/ 3872 h 32795"/>
                  <a:gd name="csX12" fmla="*/ 25024 w 33841"/>
                  <a:gd name="csY12" fmla="*/ 794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3841" h="32795">
                    <a:moveTo>
                      <a:pt x="25024" y="794"/>
                    </a:moveTo>
                    <a:lnTo>
                      <a:pt x="14769" y="5918"/>
                    </a:lnTo>
                    <a:lnTo>
                      <a:pt x="4515" y="7970"/>
                    </a:lnTo>
                    <a:lnTo>
                      <a:pt x="2463" y="13094"/>
                    </a:lnTo>
                    <a:lnTo>
                      <a:pt x="9646" y="23341"/>
                    </a:lnTo>
                    <a:lnTo>
                      <a:pt x="14769" y="28465"/>
                    </a:lnTo>
                    <a:lnTo>
                      <a:pt x="21946" y="28465"/>
                    </a:lnTo>
                    <a:lnTo>
                      <a:pt x="25024" y="33589"/>
                    </a:lnTo>
                    <a:lnTo>
                      <a:pt x="33226" y="28465"/>
                    </a:lnTo>
                    <a:lnTo>
                      <a:pt x="36305" y="21296"/>
                    </a:lnTo>
                    <a:lnTo>
                      <a:pt x="32200" y="14120"/>
                    </a:lnTo>
                    <a:lnTo>
                      <a:pt x="34252" y="3872"/>
                    </a:lnTo>
                    <a:lnTo>
                      <a:pt x="25024" y="7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4" name="Forme libre : forme 912">
                <a:extLst>
                  <a:ext uri="{FF2B5EF4-FFF2-40B4-BE49-F238E27FC236}">
                    <a16:creationId xmlns:a16="http://schemas.microsoft.com/office/drawing/2014/main" id="{4CE4FD7B-D09C-D994-7D26-0EB31D1409E4}"/>
                  </a:ext>
                </a:extLst>
              </p:cNvPr>
              <p:cNvSpPr/>
              <p:nvPr/>
            </p:nvSpPr>
            <p:spPr>
              <a:xfrm>
                <a:off x="5861350" y="3218165"/>
                <a:ext cx="13332" cy="9228"/>
              </a:xfrm>
              <a:custGeom>
                <a:avLst/>
                <a:gdLst>
                  <a:gd name="csX0" fmla="*/ 5548 w 13332"/>
                  <a:gd name="csY0" fmla="*/ 10032 h 9228"/>
                  <a:gd name="csX1" fmla="*/ 13751 w 13332"/>
                  <a:gd name="csY1" fmla="*/ 3882 h 9228"/>
                  <a:gd name="csX2" fmla="*/ 15803 w 13332"/>
                  <a:gd name="csY2" fmla="*/ 804 h 9228"/>
                  <a:gd name="csX3" fmla="*/ 10679 w 13332"/>
                  <a:gd name="csY3" fmla="*/ 804 h 9228"/>
                  <a:gd name="csX4" fmla="*/ 2470 w 13332"/>
                  <a:gd name="csY4" fmla="*/ 6961 h 9228"/>
                  <a:gd name="csX5" fmla="*/ 5548 w 13332"/>
                  <a:gd name="csY5" fmla="*/ 10032 h 9228"/>
                </a:gdLst>
                <a:ahLst/>
                <a:cxnLst>
                  <a:cxn ang="0">
                    <a:pos x="csX0" y="csY0"/>
                  </a:cxn>
                  <a:cxn ang="0">
                    <a:pos x="csX1" y="csY1"/>
                  </a:cxn>
                  <a:cxn ang="0">
                    <a:pos x="csX2" y="csY2"/>
                  </a:cxn>
                  <a:cxn ang="0">
                    <a:pos x="csX3" y="csY3"/>
                  </a:cxn>
                  <a:cxn ang="0">
                    <a:pos x="csX4" y="csY4"/>
                  </a:cxn>
                  <a:cxn ang="0">
                    <a:pos x="csX5" y="csY5"/>
                  </a:cxn>
                </a:cxnLst>
                <a:rect l="l" t="t" r="r" b="b"/>
                <a:pathLst>
                  <a:path w="13332" h="9228">
                    <a:moveTo>
                      <a:pt x="5548" y="10032"/>
                    </a:moveTo>
                    <a:lnTo>
                      <a:pt x="13751" y="3882"/>
                    </a:lnTo>
                    <a:lnTo>
                      <a:pt x="15803" y="804"/>
                    </a:lnTo>
                    <a:lnTo>
                      <a:pt x="10679" y="804"/>
                    </a:lnTo>
                    <a:lnTo>
                      <a:pt x="2470" y="6961"/>
                    </a:lnTo>
                    <a:lnTo>
                      <a:pt x="5548" y="100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5" name="Forme libre : forme 913">
                <a:extLst>
                  <a:ext uri="{FF2B5EF4-FFF2-40B4-BE49-F238E27FC236}">
                    <a16:creationId xmlns:a16="http://schemas.microsoft.com/office/drawing/2014/main" id="{A739A81C-6AE1-6DC8-6B62-ABCD52331A14}"/>
                  </a:ext>
                </a:extLst>
              </p:cNvPr>
              <p:cNvSpPr/>
              <p:nvPr/>
            </p:nvSpPr>
            <p:spPr>
              <a:xfrm>
                <a:off x="5839814" y="3220217"/>
                <a:ext cx="13332" cy="10254"/>
              </a:xfrm>
              <a:custGeom>
                <a:avLst/>
                <a:gdLst>
                  <a:gd name="csX0" fmla="*/ 2456 w 13332"/>
                  <a:gd name="csY0" fmla="*/ 4911 h 10254"/>
                  <a:gd name="csX1" fmla="*/ 5528 w 13332"/>
                  <a:gd name="csY1" fmla="*/ 10035 h 10254"/>
                  <a:gd name="csX2" fmla="*/ 15789 w 13332"/>
                  <a:gd name="csY2" fmla="*/ 11061 h 10254"/>
                  <a:gd name="csX3" fmla="*/ 14763 w 13332"/>
                  <a:gd name="csY3" fmla="*/ 4911 h 10254"/>
                  <a:gd name="csX4" fmla="*/ 5535 w 13332"/>
                  <a:gd name="csY4" fmla="*/ 806 h 10254"/>
                  <a:gd name="csX5" fmla="*/ 2456 w 13332"/>
                  <a:gd name="csY5" fmla="*/ 4911 h 10254"/>
                </a:gdLst>
                <a:ahLst/>
                <a:cxnLst>
                  <a:cxn ang="0">
                    <a:pos x="csX0" y="csY0"/>
                  </a:cxn>
                  <a:cxn ang="0">
                    <a:pos x="csX1" y="csY1"/>
                  </a:cxn>
                  <a:cxn ang="0">
                    <a:pos x="csX2" y="csY2"/>
                  </a:cxn>
                  <a:cxn ang="0">
                    <a:pos x="csX3" y="csY3"/>
                  </a:cxn>
                  <a:cxn ang="0">
                    <a:pos x="csX4" y="csY4"/>
                  </a:cxn>
                  <a:cxn ang="0">
                    <a:pos x="csX5" y="csY5"/>
                  </a:cxn>
                </a:cxnLst>
                <a:rect l="l" t="t" r="r" b="b"/>
                <a:pathLst>
                  <a:path w="13332" h="10254">
                    <a:moveTo>
                      <a:pt x="2456" y="4911"/>
                    </a:moveTo>
                    <a:lnTo>
                      <a:pt x="5528" y="10035"/>
                    </a:lnTo>
                    <a:lnTo>
                      <a:pt x="15789" y="11061"/>
                    </a:lnTo>
                    <a:lnTo>
                      <a:pt x="14763" y="4911"/>
                    </a:lnTo>
                    <a:lnTo>
                      <a:pt x="5535" y="806"/>
                    </a:lnTo>
                    <a:lnTo>
                      <a:pt x="2456" y="4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6" name="Forme libre : forme 914">
                <a:extLst>
                  <a:ext uri="{FF2B5EF4-FFF2-40B4-BE49-F238E27FC236}">
                    <a16:creationId xmlns:a16="http://schemas.microsoft.com/office/drawing/2014/main" id="{1D855AE0-0A01-86EF-6C90-AFD886920F5A}"/>
                  </a:ext>
                </a:extLst>
              </p:cNvPr>
              <p:cNvSpPr/>
              <p:nvPr/>
            </p:nvSpPr>
            <p:spPr>
              <a:xfrm>
                <a:off x="5813155" y="3199722"/>
                <a:ext cx="22561" cy="16397"/>
              </a:xfrm>
              <a:custGeom>
                <a:avLst/>
                <a:gdLst>
                  <a:gd name="csX0" fmla="*/ 2442 w 22561"/>
                  <a:gd name="csY0" fmla="*/ 3868 h 16397"/>
                  <a:gd name="csX1" fmla="*/ 6540 w 22561"/>
                  <a:gd name="csY1" fmla="*/ 14116 h 16397"/>
                  <a:gd name="csX2" fmla="*/ 18847 w 22561"/>
                  <a:gd name="csY2" fmla="*/ 17194 h 16397"/>
                  <a:gd name="csX3" fmla="*/ 25004 w 22561"/>
                  <a:gd name="csY3" fmla="*/ 8992 h 16397"/>
                  <a:gd name="csX4" fmla="*/ 21925 w 22561"/>
                  <a:gd name="csY4" fmla="*/ 1823 h 16397"/>
                  <a:gd name="csX5" fmla="*/ 9619 w 22561"/>
                  <a:gd name="csY5" fmla="*/ 796 h 16397"/>
                  <a:gd name="csX6" fmla="*/ 2442 w 22561"/>
                  <a:gd name="csY6" fmla="*/ 3868 h 163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6397">
                    <a:moveTo>
                      <a:pt x="2442" y="3868"/>
                    </a:moveTo>
                    <a:lnTo>
                      <a:pt x="6540" y="14116"/>
                    </a:lnTo>
                    <a:lnTo>
                      <a:pt x="18847" y="17194"/>
                    </a:lnTo>
                    <a:lnTo>
                      <a:pt x="25004" y="8992"/>
                    </a:lnTo>
                    <a:lnTo>
                      <a:pt x="21925" y="1823"/>
                    </a:lnTo>
                    <a:lnTo>
                      <a:pt x="9619" y="796"/>
                    </a:lnTo>
                    <a:lnTo>
                      <a:pt x="2442" y="38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7" name="Forme libre : forme 915">
                <a:extLst>
                  <a:ext uri="{FF2B5EF4-FFF2-40B4-BE49-F238E27FC236}">
                    <a16:creationId xmlns:a16="http://schemas.microsoft.com/office/drawing/2014/main" id="{28C43C18-D3B1-2832-4E89-C4055BC12FCB}"/>
                  </a:ext>
                </a:extLst>
              </p:cNvPr>
              <p:cNvSpPr/>
              <p:nvPr/>
            </p:nvSpPr>
            <p:spPr>
              <a:xfrm>
                <a:off x="5910570" y="3248669"/>
                <a:ext cx="7689" cy="5376"/>
              </a:xfrm>
              <a:custGeom>
                <a:avLst/>
                <a:gdLst>
                  <a:gd name="csX0" fmla="*/ 2498 w 7689"/>
                  <a:gd name="csY0" fmla="*/ 6199 h 5376"/>
                  <a:gd name="csX1" fmla="*/ 10187 w 7689"/>
                  <a:gd name="csY1" fmla="*/ 1588 h 5376"/>
                  <a:gd name="csX2" fmla="*/ 4037 w 7689"/>
                  <a:gd name="csY2" fmla="*/ 822 h 5376"/>
                  <a:gd name="csX3" fmla="*/ 2498 w 7689"/>
                  <a:gd name="csY3" fmla="*/ 6199 h 5376"/>
                </a:gdLst>
                <a:ahLst/>
                <a:cxnLst>
                  <a:cxn ang="0">
                    <a:pos x="csX0" y="csY0"/>
                  </a:cxn>
                  <a:cxn ang="0">
                    <a:pos x="csX1" y="csY1"/>
                  </a:cxn>
                  <a:cxn ang="0">
                    <a:pos x="csX2" y="csY2"/>
                  </a:cxn>
                  <a:cxn ang="0">
                    <a:pos x="csX3" y="csY3"/>
                  </a:cxn>
                </a:cxnLst>
                <a:rect l="l" t="t" r="r" b="b"/>
                <a:pathLst>
                  <a:path w="7689" h="5376">
                    <a:moveTo>
                      <a:pt x="2498" y="6199"/>
                    </a:moveTo>
                    <a:lnTo>
                      <a:pt x="10187" y="1588"/>
                    </a:lnTo>
                    <a:lnTo>
                      <a:pt x="4037" y="822"/>
                    </a:lnTo>
                    <a:lnTo>
                      <a:pt x="2498" y="6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8" name="Forme libre : forme 916">
                <a:extLst>
                  <a:ext uri="{FF2B5EF4-FFF2-40B4-BE49-F238E27FC236}">
                    <a16:creationId xmlns:a16="http://schemas.microsoft.com/office/drawing/2014/main" id="{291A9931-F6B2-2487-A63A-AFEE55DC624C}"/>
                  </a:ext>
                </a:extLst>
              </p:cNvPr>
              <p:cNvSpPr/>
              <p:nvPr/>
            </p:nvSpPr>
            <p:spPr>
              <a:xfrm>
                <a:off x="5470651" y="3081853"/>
                <a:ext cx="164585" cy="319005"/>
              </a:xfrm>
              <a:custGeom>
                <a:avLst/>
                <a:gdLst>
                  <a:gd name="csX0" fmla="*/ 15342 w 164585"/>
                  <a:gd name="csY0" fmla="*/ 64628 h 319005"/>
                  <a:gd name="csX1" fmla="*/ 5347 w 164585"/>
                  <a:gd name="csY1" fmla="*/ 73850 h 319005"/>
                  <a:gd name="csX2" fmla="*/ 2269 w 164585"/>
                  <a:gd name="csY2" fmla="*/ 83844 h 319005"/>
                  <a:gd name="csX3" fmla="*/ 3801 w 164585"/>
                  <a:gd name="csY3" fmla="*/ 94605 h 319005"/>
                  <a:gd name="csX4" fmla="*/ 5340 w 164585"/>
                  <a:gd name="csY4" fmla="*/ 99223 h 319005"/>
                  <a:gd name="csX5" fmla="*/ 11497 w 164585"/>
                  <a:gd name="csY5" fmla="*/ 93073 h 319005"/>
                  <a:gd name="csX6" fmla="*/ 12263 w 164585"/>
                  <a:gd name="csY6" fmla="*/ 84617 h 319005"/>
                  <a:gd name="csX7" fmla="*/ 19186 w 164585"/>
                  <a:gd name="csY7" fmla="*/ 78468 h 319005"/>
                  <a:gd name="csX8" fmla="*/ 21492 w 164585"/>
                  <a:gd name="csY8" fmla="*/ 82312 h 319005"/>
                  <a:gd name="csX9" fmla="*/ 20725 w 164585"/>
                  <a:gd name="csY9" fmla="*/ 87689 h 319005"/>
                  <a:gd name="csX10" fmla="*/ 14575 w 164585"/>
                  <a:gd name="csY10" fmla="*/ 99223 h 319005"/>
                  <a:gd name="csX11" fmla="*/ 13036 w 164585"/>
                  <a:gd name="csY11" fmla="*/ 108444 h 319005"/>
                  <a:gd name="csX12" fmla="*/ 13036 w 164585"/>
                  <a:gd name="csY12" fmla="*/ 122284 h 319005"/>
                  <a:gd name="csX13" fmla="*/ 16108 w 164585"/>
                  <a:gd name="csY13" fmla="*/ 129966 h 319005"/>
                  <a:gd name="csX14" fmla="*/ 19186 w 164585"/>
                  <a:gd name="csY14" fmla="*/ 124589 h 319005"/>
                  <a:gd name="csX15" fmla="*/ 20725 w 164585"/>
                  <a:gd name="csY15" fmla="*/ 113828 h 319005"/>
                  <a:gd name="csX16" fmla="*/ 29188 w 164585"/>
                  <a:gd name="csY16" fmla="*/ 109211 h 319005"/>
                  <a:gd name="csX17" fmla="*/ 31493 w 164585"/>
                  <a:gd name="csY17" fmla="*/ 113828 h 319005"/>
                  <a:gd name="csX18" fmla="*/ 32259 w 164585"/>
                  <a:gd name="csY18" fmla="*/ 121511 h 319005"/>
                  <a:gd name="csX19" fmla="*/ 35338 w 164585"/>
                  <a:gd name="csY19" fmla="*/ 127661 h 319005"/>
                  <a:gd name="csX20" fmla="*/ 34565 w 164585"/>
                  <a:gd name="csY20" fmla="*/ 135350 h 319005"/>
                  <a:gd name="csX21" fmla="*/ 27648 w 164585"/>
                  <a:gd name="csY21" fmla="*/ 141500 h 319005"/>
                  <a:gd name="csX22" fmla="*/ 26109 w 164585"/>
                  <a:gd name="csY22" fmla="*/ 153027 h 319005"/>
                  <a:gd name="csX23" fmla="*/ 29954 w 164585"/>
                  <a:gd name="csY23" fmla="*/ 155332 h 319005"/>
                  <a:gd name="csX24" fmla="*/ 53028 w 164585"/>
                  <a:gd name="csY24" fmla="*/ 154566 h 319005"/>
                  <a:gd name="csX25" fmla="*/ 63023 w 164585"/>
                  <a:gd name="csY25" fmla="*/ 149189 h 319005"/>
                  <a:gd name="csX26" fmla="*/ 61484 w 164585"/>
                  <a:gd name="csY26" fmla="*/ 163794 h 319005"/>
                  <a:gd name="csX27" fmla="*/ 64562 w 164585"/>
                  <a:gd name="csY27" fmla="*/ 173782 h 319005"/>
                  <a:gd name="csX28" fmla="*/ 68407 w 164585"/>
                  <a:gd name="csY28" fmla="*/ 181471 h 319005"/>
                  <a:gd name="csX29" fmla="*/ 73024 w 164585"/>
                  <a:gd name="csY29" fmla="*/ 184550 h 319005"/>
                  <a:gd name="csX30" fmla="*/ 74563 w 164585"/>
                  <a:gd name="csY30" fmla="*/ 195310 h 319005"/>
                  <a:gd name="csX31" fmla="*/ 69946 w 164585"/>
                  <a:gd name="csY31" fmla="*/ 202226 h 319005"/>
                  <a:gd name="csX32" fmla="*/ 58412 w 164585"/>
                  <a:gd name="csY32" fmla="*/ 207610 h 319005"/>
                  <a:gd name="csX33" fmla="*/ 43793 w 164585"/>
                  <a:gd name="csY33" fmla="*/ 210682 h 319005"/>
                  <a:gd name="csX34" fmla="*/ 40721 w 164585"/>
                  <a:gd name="csY34" fmla="*/ 220676 h 319005"/>
                  <a:gd name="csX35" fmla="*/ 46105 w 164585"/>
                  <a:gd name="csY35" fmla="*/ 222209 h 319005"/>
                  <a:gd name="csX36" fmla="*/ 43027 w 164585"/>
                  <a:gd name="csY36" fmla="*/ 248348 h 319005"/>
                  <a:gd name="csX37" fmla="*/ 34565 w 164585"/>
                  <a:gd name="csY37" fmla="*/ 249887 h 319005"/>
                  <a:gd name="csX38" fmla="*/ 26875 w 164585"/>
                  <a:gd name="csY38" fmla="*/ 253732 h 319005"/>
                  <a:gd name="csX39" fmla="*/ 24570 w 164585"/>
                  <a:gd name="csY39" fmla="*/ 259882 h 319005"/>
                  <a:gd name="csX40" fmla="*/ 27642 w 164585"/>
                  <a:gd name="csY40" fmla="*/ 264492 h 319005"/>
                  <a:gd name="csX41" fmla="*/ 50716 w 164585"/>
                  <a:gd name="csY41" fmla="*/ 265259 h 319005"/>
                  <a:gd name="csX42" fmla="*/ 56873 w 164585"/>
                  <a:gd name="csY42" fmla="*/ 270642 h 319005"/>
                  <a:gd name="csX43" fmla="*/ 66101 w 164585"/>
                  <a:gd name="csY43" fmla="*/ 272182 h 319005"/>
                  <a:gd name="csX44" fmla="*/ 69180 w 164585"/>
                  <a:gd name="csY44" fmla="*/ 269876 h 319005"/>
                  <a:gd name="csX45" fmla="*/ 75330 w 164585"/>
                  <a:gd name="csY45" fmla="*/ 269876 h 319005"/>
                  <a:gd name="csX46" fmla="*/ 72251 w 164585"/>
                  <a:gd name="csY46" fmla="*/ 277559 h 319005"/>
                  <a:gd name="csX47" fmla="*/ 62250 w 164585"/>
                  <a:gd name="csY47" fmla="*/ 279864 h 319005"/>
                  <a:gd name="csX48" fmla="*/ 48411 w 164585"/>
                  <a:gd name="csY48" fmla="*/ 282169 h 319005"/>
                  <a:gd name="csX49" fmla="*/ 46871 w 164585"/>
                  <a:gd name="csY49" fmla="*/ 290625 h 319005"/>
                  <a:gd name="csX50" fmla="*/ 38409 w 164585"/>
                  <a:gd name="csY50" fmla="*/ 292930 h 319005"/>
                  <a:gd name="csX51" fmla="*/ 34565 w 164585"/>
                  <a:gd name="csY51" fmla="*/ 303691 h 319005"/>
                  <a:gd name="csX52" fmla="*/ 23031 w 164585"/>
                  <a:gd name="csY52" fmla="*/ 315225 h 319005"/>
                  <a:gd name="csX53" fmla="*/ 23797 w 164585"/>
                  <a:gd name="csY53" fmla="*/ 319835 h 319005"/>
                  <a:gd name="csX54" fmla="*/ 32259 w 164585"/>
                  <a:gd name="csY54" fmla="*/ 318296 h 319005"/>
                  <a:gd name="csX55" fmla="*/ 38409 w 164585"/>
                  <a:gd name="csY55" fmla="*/ 309848 h 319005"/>
                  <a:gd name="csX56" fmla="*/ 63023 w 164585"/>
                  <a:gd name="csY56" fmla="*/ 309075 h 319005"/>
                  <a:gd name="csX57" fmla="*/ 64562 w 164585"/>
                  <a:gd name="csY57" fmla="*/ 302158 h 319005"/>
                  <a:gd name="csX58" fmla="*/ 79940 w 164585"/>
                  <a:gd name="csY58" fmla="*/ 296775 h 319005"/>
                  <a:gd name="csX59" fmla="*/ 84558 w 164585"/>
                  <a:gd name="csY59" fmla="*/ 300619 h 319005"/>
                  <a:gd name="csX60" fmla="*/ 114555 w 164585"/>
                  <a:gd name="csY60" fmla="*/ 291398 h 319005"/>
                  <a:gd name="csX61" fmla="*/ 124550 w 164585"/>
                  <a:gd name="csY61" fmla="*/ 294469 h 319005"/>
                  <a:gd name="csX62" fmla="*/ 142240 w 164585"/>
                  <a:gd name="csY62" fmla="*/ 293703 h 319005"/>
                  <a:gd name="csX63" fmla="*/ 161470 w 164585"/>
                  <a:gd name="csY63" fmla="*/ 280637 h 319005"/>
                  <a:gd name="csX64" fmla="*/ 160697 w 164585"/>
                  <a:gd name="csY64" fmla="*/ 274487 h 319005"/>
                  <a:gd name="csX65" fmla="*/ 149164 w 164585"/>
                  <a:gd name="csY65" fmla="*/ 273721 h 319005"/>
                  <a:gd name="csX66" fmla="*/ 139935 w 164585"/>
                  <a:gd name="csY66" fmla="*/ 272948 h 319005"/>
                  <a:gd name="csX67" fmla="*/ 142240 w 164585"/>
                  <a:gd name="csY67" fmla="*/ 269103 h 319005"/>
                  <a:gd name="csX68" fmla="*/ 151469 w 164585"/>
                  <a:gd name="csY68" fmla="*/ 267571 h 319005"/>
                  <a:gd name="csX69" fmla="*/ 162236 w 164585"/>
                  <a:gd name="csY69" fmla="*/ 256037 h 319005"/>
                  <a:gd name="csX70" fmla="*/ 166854 w 164585"/>
                  <a:gd name="csY70" fmla="*/ 243737 h 319005"/>
                  <a:gd name="csX71" fmla="*/ 165315 w 164585"/>
                  <a:gd name="csY71" fmla="*/ 222982 h 319005"/>
                  <a:gd name="csX72" fmla="*/ 146085 w 164585"/>
                  <a:gd name="csY72" fmla="*/ 225287 h 319005"/>
                  <a:gd name="csX73" fmla="*/ 137630 w 164585"/>
                  <a:gd name="csY73" fmla="*/ 219910 h 319005"/>
                  <a:gd name="csX74" fmla="*/ 135317 w 164585"/>
                  <a:gd name="csY74" fmla="*/ 183777 h 319005"/>
                  <a:gd name="csX75" fmla="*/ 131473 w 164585"/>
                  <a:gd name="csY75" fmla="*/ 176860 h 319005"/>
                  <a:gd name="csX76" fmla="*/ 116095 w 164585"/>
                  <a:gd name="csY76" fmla="*/ 158410 h 319005"/>
                  <a:gd name="csX77" fmla="*/ 108405 w 164585"/>
                  <a:gd name="csY77" fmla="*/ 154566 h 319005"/>
                  <a:gd name="csX78" fmla="*/ 105327 w 164585"/>
                  <a:gd name="csY78" fmla="*/ 129200 h 319005"/>
                  <a:gd name="csX79" fmla="*/ 95326 w 164585"/>
                  <a:gd name="csY79" fmla="*/ 109984 h 319005"/>
                  <a:gd name="csX80" fmla="*/ 84558 w 164585"/>
                  <a:gd name="csY80" fmla="*/ 104607 h 319005"/>
                  <a:gd name="csX81" fmla="*/ 71485 w 164585"/>
                  <a:gd name="csY81" fmla="*/ 109984 h 319005"/>
                  <a:gd name="csX82" fmla="*/ 69946 w 164585"/>
                  <a:gd name="csY82" fmla="*/ 103834 h 319005"/>
                  <a:gd name="csX83" fmla="*/ 78408 w 164585"/>
                  <a:gd name="csY83" fmla="*/ 96917 h 319005"/>
                  <a:gd name="csX84" fmla="*/ 77635 w 164585"/>
                  <a:gd name="csY84" fmla="*/ 79234 h 319005"/>
                  <a:gd name="csX85" fmla="*/ 94559 w 164585"/>
                  <a:gd name="csY85" fmla="*/ 49257 h 319005"/>
                  <a:gd name="csX86" fmla="*/ 93020 w 164585"/>
                  <a:gd name="csY86" fmla="*/ 37723 h 319005"/>
                  <a:gd name="csX87" fmla="*/ 72258 w 164585"/>
                  <a:gd name="csY87" fmla="*/ 36191 h 319005"/>
                  <a:gd name="csX88" fmla="*/ 51489 w 164585"/>
                  <a:gd name="csY88" fmla="*/ 37723 h 319005"/>
                  <a:gd name="csX89" fmla="*/ 55334 w 164585"/>
                  <a:gd name="csY89" fmla="*/ 21585 h 319005"/>
                  <a:gd name="csX90" fmla="*/ 68413 w 164585"/>
                  <a:gd name="csY90" fmla="*/ 10052 h 319005"/>
                  <a:gd name="csX91" fmla="*/ 70719 w 164585"/>
                  <a:gd name="csY91" fmla="*/ 830 h 319005"/>
                  <a:gd name="csX92" fmla="*/ 59951 w 164585"/>
                  <a:gd name="csY92" fmla="*/ 4675 h 319005"/>
                  <a:gd name="csX93" fmla="*/ 32266 w 164585"/>
                  <a:gd name="csY93" fmla="*/ 4668 h 319005"/>
                  <a:gd name="csX94" fmla="*/ 25336 w 164585"/>
                  <a:gd name="csY94" fmla="*/ 13123 h 319005"/>
                  <a:gd name="csX95" fmla="*/ 21492 w 164585"/>
                  <a:gd name="csY95" fmla="*/ 29268 h 319005"/>
                  <a:gd name="csX96" fmla="*/ 10731 w 164585"/>
                  <a:gd name="csY96" fmla="*/ 38496 h 319005"/>
                  <a:gd name="csX97" fmla="*/ 10731 w 164585"/>
                  <a:gd name="csY97" fmla="*/ 48484 h 319005"/>
                  <a:gd name="csX98" fmla="*/ 15342 w 164585"/>
                  <a:gd name="csY98" fmla="*/ 53101 h 319005"/>
                  <a:gd name="csX99" fmla="*/ 15342 w 164585"/>
                  <a:gd name="csY99" fmla="*/ 64628 h 319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Lst>
                <a:rect l="l" t="t" r="r" b="b"/>
                <a:pathLst>
                  <a:path w="164585" h="319005">
                    <a:moveTo>
                      <a:pt x="15342" y="64628"/>
                    </a:moveTo>
                    <a:lnTo>
                      <a:pt x="5347" y="73850"/>
                    </a:lnTo>
                    <a:lnTo>
                      <a:pt x="2269" y="83844"/>
                    </a:lnTo>
                    <a:lnTo>
                      <a:pt x="3801" y="94605"/>
                    </a:lnTo>
                    <a:lnTo>
                      <a:pt x="5340" y="99223"/>
                    </a:lnTo>
                    <a:lnTo>
                      <a:pt x="11497" y="93073"/>
                    </a:lnTo>
                    <a:lnTo>
                      <a:pt x="12263" y="84617"/>
                    </a:lnTo>
                    <a:lnTo>
                      <a:pt x="19186" y="78468"/>
                    </a:lnTo>
                    <a:lnTo>
                      <a:pt x="21492" y="82312"/>
                    </a:lnTo>
                    <a:lnTo>
                      <a:pt x="20725" y="87689"/>
                    </a:lnTo>
                    <a:lnTo>
                      <a:pt x="14575" y="99223"/>
                    </a:lnTo>
                    <a:lnTo>
                      <a:pt x="13036" y="108444"/>
                    </a:lnTo>
                    <a:lnTo>
                      <a:pt x="13036" y="122284"/>
                    </a:lnTo>
                    <a:lnTo>
                      <a:pt x="16108" y="129966"/>
                    </a:lnTo>
                    <a:lnTo>
                      <a:pt x="19186" y="124589"/>
                    </a:lnTo>
                    <a:lnTo>
                      <a:pt x="20725" y="113828"/>
                    </a:lnTo>
                    <a:lnTo>
                      <a:pt x="29188" y="109211"/>
                    </a:lnTo>
                    <a:lnTo>
                      <a:pt x="31493" y="113828"/>
                    </a:lnTo>
                    <a:lnTo>
                      <a:pt x="32259" y="121511"/>
                    </a:lnTo>
                    <a:lnTo>
                      <a:pt x="35338" y="127661"/>
                    </a:lnTo>
                    <a:lnTo>
                      <a:pt x="34565" y="135350"/>
                    </a:lnTo>
                    <a:lnTo>
                      <a:pt x="27648" y="141500"/>
                    </a:lnTo>
                    <a:lnTo>
                      <a:pt x="26109" y="153027"/>
                    </a:lnTo>
                    <a:lnTo>
                      <a:pt x="29954" y="155332"/>
                    </a:lnTo>
                    <a:lnTo>
                      <a:pt x="53028" y="154566"/>
                    </a:lnTo>
                    <a:lnTo>
                      <a:pt x="63023" y="149189"/>
                    </a:lnTo>
                    <a:lnTo>
                      <a:pt x="61484" y="163794"/>
                    </a:lnTo>
                    <a:lnTo>
                      <a:pt x="64562" y="173782"/>
                    </a:lnTo>
                    <a:lnTo>
                      <a:pt x="68407" y="181471"/>
                    </a:lnTo>
                    <a:lnTo>
                      <a:pt x="73024" y="184550"/>
                    </a:lnTo>
                    <a:lnTo>
                      <a:pt x="74563" y="195310"/>
                    </a:lnTo>
                    <a:lnTo>
                      <a:pt x="69946" y="202226"/>
                    </a:lnTo>
                    <a:lnTo>
                      <a:pt x="58412" y="207610"/>
                    </a:lnTo>
                    <a:lnTo>
                      <a:pt x="43793" y="210682"/>
                    </a:lnTo>
                    <a:lnTo>
                      <a:pt x="40721" y="220676"/>
                    </a:lnTo>
                    <a:lnTo>
                      <a:pt x="46105" y="222209"/>
                    </a:lnTo>
                    <a:lnTo>
                      <a:pt x="43027" y="248348"/>
                    </a:lnTo>
                    <a:lnTo>
                      <a:pt x="34565" y="249887"/>
                    </a:lnTo>
                    <a:lnTo>
                      <a:pt x="26875" y="253732"/>
                    </a:lnTo>
                    <a:lnTo>
                      <a:pt x="24570" y="259882"/>
                    </a:lnTo>
                    <a:lnTo>
                      <a:pt x="27642" y="264492"/>
                    </a:lnTo>
                    <a:lnTo>
                      <a:pt x="50716" y="265259"/>
                    </a:lnTo>
                    <a:lnTo>
                      <a:pt x="56873" y="270642"/>
                    </a:lnTo>
                    <a:lnTo>
                      <a:pt x="66101" y="272182"/>
                    </a:lnTo>
                    <a:lnTo>
                      <a:pt x="69180" y="269876"/>
                    </a:lnTo>
                    <a:lnTo>
                      <a:pt x="75330" y="269876"/>
                    </a:lnTo>
                    <a:lnTo>
                      <a:pt x="72251" y="277559"/>
                    </a:lnTo>
                    <a:lnTo>
                      <a:pt x="62250" y="279864"/>
                    </a:lnTo>
                    <a:lnTo>
                      <a:pt x="48411" y="282169"/>
                    </a:lnTo>
                    <a:lnTo>
                      <a:pt x="46871" y="290625"/>
                    </a:lnTo>
                    <a:lnTo>
                      <a:pt x="38409" y="292930"/>
                    </a:lnTo>
                    <a:lnTo>
                      <a:pt x="34565" y="303691"/>
                    </a:lnTo>
                    <a:lnTo>
                      <a:pt x="23031" y="315225"/>
                    </a:lnTo>
                    <a:lnTo>
                      <a:pt x="23797" y="319835"/>
                    </a:lnTo>
                    <a:lnTo>
                      <a:pt x="32259" y="318296"/>
                    </a:lnTo>
                    <a:lnTo>
                      <a:pt x="38409" y="309848"/>
                    </a:lnTo>
                    <a:lnTo>
                      <a:pt x="63023" y="309075"/>
                    </a:lnTo>
                    <a:lnTo>
                      <a:pt x="64562" y="302158"/>
                    </a:lnTo>
                    <a:lnTo>
                      <a:pt x="79940" y="296775"/>
                    </a:lnTo>
                    <a:lnTo>
                      <a:pt x="84558" y="300619"/>
                    </a:lnTo>
                    <a:lnTo>
                      <a:pt x="114555" y="291398"/>
                    </a:lnTo>
                    <a:lnTo>
                      <a:pt x="124550" y="294469"/>
                    </a:lnTo>
                    <a:lnTo>
                      <a:pt x="142240" y="293703"/>
                    </a:lnTo>
                    <a:lnTo>
                      <a:pt x="161470" y="280637"/>
                    </a:lnTo>
                    <a:lnTo>
                      <a:pt x="160697" y="274487"/>
                    </a:lnTo>
                    <a:lnTo>
                      <a:pt x="149164" y="273721"/>
                    </a:lnTo>
                    <a:lnTo>
                      <a:pt x="139935" y="272948"/>
                    </a:lnTo>
                    <a:lnTo>
                      <a:pt x="142240" y="269103"/>
                    </a:lnTo>
                    <a:lnTo>
                      <a:pt x="151469" y="267571"/>
                    </a:lnTo>
                    <a:lnTo>
                      <a:pt x="162236" y="256037"/>
                    </a:lnTo>
                    <a:lnTo>
                      <a:pt x="166854" y="243737"/>
                    </a:lnTo>
                    <a:lnTo>
                      <a:pt x="165315" y="222982"/>
                    </a:lnTo>
                    <a:lnTo>
                      <a:pt x="146085" y="225287"/>
                    </a:lnTo>
                    <a:lnTo>
                      <a:pt x="137630" y="219910"/>
                    </a:lnTo>
                    <a:lnTo>
                      <a:pt x="135317" y="183777"/>
                    </a:lnTo>
                    <a:lnTo>
                      <a:pt x="131473" y="176860"/>
                    </a:lnTo>
                    <a:lnTo>
                      <a:pt x="116095" y="158410"/>
                    </a:lnTo>
                    <a:lnTo>
                      <a:pt x="108405" y="154566"/>
                    </a:lnTo>
                    <a:lnTo>
                      <a:pt x="105327" y="129200"/>
                    </a:lnTo>
                    <a:lnTo>
                      <a:pt x="95326" y="109984"/>
                    </a:lnTo>
                    <a:lnTo>
                      <a:pt x="84558" y="104607"/>
                    </a:lnTo>
                    <a:lnTo>
                      <a:pt x="71485" y="109984"/>
                    </a:lnTo>
                    <a:lnTo>
                      <a:pt x="69946" y="103834"/>
                    </a:lnTo>
                    <a:lnTo>
                      <a:pt x="78408" y="96917"/>
                    </a:lnTo>
                    <a:lnTo>
                      <a:pt x="77635" y="79234"/>
                    </a:lnTo>
                    <a:lnTo>
                      <a:pt x="94559" y="49257"/>
                    </a:lnTo>
                    <a:lnTo>
                      <a:pt x="93020" y="37723"/>
                    </a:lnTo>
                    <a:lnTo>
                      <a:pt x="72258" y="36191"/>
                    </a:lnTo>
                    <a:lnTo>
                      <a:pt x="51489" y="37723"/>
                    </a:lnTo>
                    <a:lnTo>
                      <a:pt x="55334" y="21585"/>
                    </a:lnTo>
                    <a:lnTo>
                      <a:pt x="68413" y="10052"/>
                    </a:lnTo>
                    <a:lnTo>
                      <a:pt x="70719" y="830"/>
                    </a:lnTo>
                    <a:lnTo>
                      <a:pt x="59951" y="4675"/>
                    </a:lnTo>
                    <a:lnTo>
                      <a:pt x="32266" y="4668"/>
                    </a:lnTo>
                    <a:lnTo>
                      <a:pt x="25336" y="13123"/>
                    </a:lnTo>
                    <a:lnTo>
                      <a:pt x="21492" y="29268"/>
                    </a:lnTo>
                    <a:lnTo>
                      <a:pt x="10731" y="38496"/>
                    </a:lnTo>
                    <a:lnTo>
                      <a:pt x="10731" y="48484"/>
                    </a:lnTo>
                    <a:lnTo>
                      <a:pt x="15342" y="53101"/>
                    </a:lnTo>
                    <a:lnTo>
                      <a:pt x="15342" y="646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39" name="Forme libre : forme 917">
                <a:extLst>
                  <a:ext uri="{FF2B5EF4-FFF2-40B4-BE49-F238E27FC236}">
                    <a16:creationId xmlns:a16="http://schemas.microsoft.com/office/drawing/2014/main" id="{291FAB24-9CEA-F4FB-FCF2-8C7CACD45A98}"/>
                  </a:ext>
                </a:extLst>
              </p:cNvPr>
              <p:cNvSpPr/>
              <p:nvPr/>
            </p:nvSpPr>
            <p:spPr>
              <a:xfrm>
                <a:off x="5507565" y="3252500"/>
                <a:ext cx="6916" cy="12299"/>
              </a:xfrm>
              <a:custGeom>
                <a:avLst/>
                <a:gdLst>
                  <a:gd name="csX0" fmla="*/ 8404 w 6916"/>
                  <a:gd name="csY0" fmla="*/ 6210 h 12299"/>
                  <a:gd name="csX1" fmla="*/ 9170 w 6916"/>
                  <a:gd name="csY1" fmla="*/ 827 h 12299"/>
                  <a:gd name="csX2" fmla="*/ 2254 w 6916"/>
                  <a:gd name="csY2" fmla="*/ 4671 h 12299"/>
                  <a:gd name="csX3" fmla="*/ 2254 w 6916"/>
                  <a:gd name="csY3" fmla="*/ 10055 h 12299"/>
                  <a:gd name="csX4" fmla="*/ 5325 w 6916"/>
                  <a:gd name="csY4" fmla="*/ 13127 h 12299"/>
                  <a:gd name="csX5" fmla="*/ 8404 w 6916"/>
                  <a:gd name="csY5" fmla="*/ 6210 h 12299"/>
                </a:gdLst>
                <a:ahLst/>
                <a:cxnLst>
                  <a:cxn ang="0">
                    <a:pos x="csX0" y="csY0"/>
                  </a:cxn>
                  <a:cxn ang="0">
                    <a:pos x="csX1" y="csY1"/>
                  </a:cxn>
                  <a:cxn ang="0">
                    <a:pos x="csX2" y="csY2"/>
                  </a:cxn>
                  <a:cxn ang="0">
                    <a:pos x="csX3" y="csY3"/>
                  </a:cxn>
                  <a:cxn ang="0">
                    <a:pos x="csX4" y="csY4"/>
                  </a:cxn>
                  <a:cxn ang="0">
                    <a:pos x="csX5" y="csY5"/>
                  </a:cxn>
                </a:cxnLst>
                <a:rect l="l" t="t" r="r" b="b"/>
                <a:pathLst>
                  <a:path w="6916" h="12299">
                    <a:moveTo>
                      <a:pt x="8404" y="6210"/>
                    </a:moveTo>
                    <a:lnTo>
                      <a:pt x="9170" y="827"/>
                    </a:lnTo>
                    <a:lnTo>
                      <a:pt x="2254" y="4671"/>
                    </a:lnTo>
                    <a:lnTo>
                      <a:pt x="2254" y="10055"/>
                    </a:lnTo>
                    <a:lnTo>
                      <a:pt x="5325" y="13127"/>
                    </a:lnTo>
                    <a:lnTo>
                      <a:pt x="8404" y="6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0" name="Forme libre : forme 918">
                <a:extLst>
                  <a:ext uri="{FF2B5EF4-FFF2-40B4-BE49-F238E27FC236}">
                    <a16:creationId xmlns:a16="http://schemas.microsoft.com/office/drawing/2014/main" id="{DDCD2F68-822F-47E6-14D7-3740C73AD159}"/>
                  </a:ext>
                </a:extLst>
              </p:cNvPr>
              <p:cNvSpPr/>
              <p:nvPr/>
            </p:nvSpPr>
            <p:spPr>
              <a:xfrm rot="-426088" flipV="1">
                <a:off x="5466986" y="3193148"/>
                <a:ext cx="8770" cy="8872"/>
              </a:xfrm>
              <a:custGeom>
                <a:avLst/>
                <a:gdLst>
                  <a:gd name="csX0" fmla="*/ 2228 w 8770"/>
                  <a:gd name="csY0" fmla="*/ 789 h 8872"/>
                  <a:gd name="csX1" fmla="*/ 8426 w 8770"/>
                  <a:gd name="csY1" fmla="*/ 789 h 8872"/>
                  <a:gd name="csX2" fmla="*/ 10998 w 8770"/>
                  <a:gd name="csY2" fmla="*/ 8991 h 8872"/>
                  <a:gd name="csX3" fmla="*/ 5656 w 8770"/>
                  <a:gd name="csY3" fmla="*/ 9661 h 8872"/>
                  <a:gd name="csX4" fmla="*/ 2228 w 8770"/>
                  <a:gd name="csY4" fmla="*/ 789 h 8872"/>
                </a:gdLst>
                <a:ahLst/>
                <a:cxnLst>
                  <a:cxn ang="0">
                    <a:pos x="csX0" y="csY0"/>
                  </a:cxn>
                  <a:cxn ang="0">
                    <a:pos x="csX1" y="csY1"/>
                  </a:cxn>
                  <a:cxn ang="0">
                    <a:pos x="csX2" y="csY2"/>
                  </a:cxn>
                  <a:cxn ang="0">
                    <a:pos x="csX3" y="csY3"/>
                  </a:cxn>
                  <a:cxn ang="0">
                    <a:pos x="csX4" y="csY4"/>
                  </a:cxn>
                </a:cxnLst>
                <a:rect l="l" t="t" r="r" b="b"/>
                <a:pathLst>
                  <a:path w="8770" h="8872">
                    <a:moveTo>
                      <a:pt x="2228" y="789"/>
                    </a:moveTo>
                    <a:lnTo>
                      <a:pt x="8426" y="789"/>
                    </a:lnTo>
                    <a:lnTo>
                      <a:pt x="10998" y="8991"/>
                    </a:lnTo>
                    <a:lnTo>
                      <a:pt x="5656" y="9661"/>
                    </a:lnTo>
                    <a:lnTo>
                      <a:pt x="2228"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1" name="Forme libre : forme 919">
                <a:extLst>
                  <a:ext uri="{FF2B5EF4-FFF2-40B4-BE49-F238E27FC236}">
                    <a16:creationId xmlns:a16="http://schemas.microsoft.com/office/drawing/2014/main" id="{5164B7FF-5806-3DED-83A3-6C969BF94BA0}"/>
                  </a:ext>
                </a:extLst>
              </p:cNvPr>
              <p:cNvSpPr/>
              <p:nvPr/>
            </p:nvSpPr>
            <p:spPr>
              <a:xfrm>
                <a:off x="5463722" y="3121818"/>
                <a:ext cx="11533" cy="10760"/>
              </a:xfrm>
              <a:custGeom>
                <a:avLst/>
                <a:gdLst>
                  <a:gd name="csX0" fmla="*/ 3766 w 11533"/>
                  <a:gd name="csY0" fmla="*/ 2286 h 10760"/>
                  <a:gd name="csX1" fmla="*/ 2227 w 11533"/>
                  <a:gd name="csY1" fmla="*/ 11508 h 10760"/>
                  <a:gd name="csX2" fmla="*/ 10689 w 11533"/>
                  <a:gd name="csY2" fmla="*/ 10742 h 10760"/>
                  <a:gd name="csX3" fmla="*/ 13761 w 11533"/>
                  <a:gd name="csY3" fmla="*/ 747 h 10760"/>
                  <a:gd name="csX4" fmla="*/ 7611 w 11533"/>
                  <a:gd name="csY4" fmla="*/ 747 h 10760"/>
                  <a:gd name="csX5" fmla="*/ 3766 w 11533"/>
                  <a:gd name="csY5" fmla="*/ 2286 h 10760"/>
                </a:gdLst>
                <a:ahLst/>
                <a:cxnLst>
                  <a:cxn ang="0">
                    <a:pos x="csX0" y="csY0"/>
                  </a:cxn>
                  <a:cxn ang="0">
                    <a:pos x="csX1" y="csY1"/>
                  </a:cxn>
                  <a:cxn ang="0">
                    <a:pos x="csX2" y="csY2"/>
                  </a:cxn>
                  <a:cxn ang="0">
                    <a:pos x="csX3" y="csY3"/>
                  </a:cxn>
                  <a:cxn ang="0">
                    <a:pos x="csX4" y="csY4"/>
                  </a:cxn>
                  <a:cxn ang="0">
                    <a:pos x="csX5" y="csY5"/>
                  </a:cxn>
                </a:cxnLst>
                <a:rect l="l" t="t" r="r" b="b"/>
                <a:pathLst>
                  <a:path w="11533" h="10760">
                    <a:moveTo>
                      <a:pt x="3766" y="2286"/>
                    </a:moveTo>
                    <a:lnTo>
                      <a:pt x="2227" y="11508"/>
                    </a:lnTo>
                    <a:lnTo>
                      <a:pt x="10689" y="10742"/>
                    </a:lnTo>
                    <a:lnTo>
                      <a:pt x="13761" y="747"/>
                    </a:lnTo>
                    <a:lnTo>
                      <a:pt x="7611" y="747"/>
                    </a:lnTo>
                    <a:lnTo>
                      <a:pt x="3766" y="22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2" name="Forme libre : forme 920">
                <a:extLst>
                  <a:ext uri="{FF2B5EF4-FFF2-40B4-BE49-F238E27FC236}">
                    <a16:creationId xmlns:a16="http://schemas.microsoft.com/office/drawing/2014/main" id="{3C536A35-4391-08D8-160E-BE8F95A8D586}"/>
                  </a:ext>
                </a:extLst>
              </p:cNvPr>
              <p:cNvSpPr/>
              <p:nvPr/>
            </p:nvSpPr>
            <p:spPr>
              <a:xfrm>
                <a:off x="5452961" y="3089529"/>
                <a:ext cx="16917" cy="21528"/>
              </a:xfrm>
              <a:custGeom>
                <a:avLst/>
                <a:gdLst>
                  <a:gd name="csX0" fmla="*/ 11451 w 16917"/>
                  <a:gd name="csY0" fmla="*/ 18413 h 21528"/>
                  <a:gd name="csX1" fmla="*/ 19141 w 16917"/>
                  <a:gd name="csY1" fmla="*/ 11497 h 21528"/>
                  <a:gd name="csX2" fmla="*/ 18374 w 16917"/>
                  <a:gd name="csY2" fmla="*/ 729 h 21528"/>
                  <a:gd name="csX3" fmla="*/ 12218 w 16917"/>
                  <a:gd name="csY3" fmla="*/ 4574 h 21528"/>
                  <a:gd name="csX4" fmla="*/ 2223 w 16917"/>
                  <a:gd name="csY4" fmla="*/ 15334 h 21528"/>
                  <a:gd name="csX5" fmla="*/ 2989 w 16917"/>
                  <a:gd name="csY5" fmla="*/ 22257 h 21528"/>
                  <a:gd name="csX6" fmla="*/ 11451 w 16917"/>
                  <a:gd name="csY6" fmla="*/ 18413 h 215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21528">
                    <a:moveTo>
                      <a:pt x="11451" y="18413"/>
                    </a:moveTo>
                    <a:lnTo>
                      <a:pt x="19141" y="11497"/>
                    </a:lnTo>
                    <a:lnTo>
                      <a:pt x="18374" y="729"/>
                    </a:lnTo>
                    <a:lnTo>
                      <a:pt x="12218" y="4574"/>
                    </a:lnTo>
                    <a:lnTo>
                      <a:pt x="2223" y="15334"/>
                    </a:lnTo>
                    <a:lnTo>
                      <a:pt x="2989" y="22257"/>
                    </a:lnTo>
                    <a:lnTo>
                      <a:pt x="11451" y="184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3" name="Forme libre : forme 921">
                <a:extLst>
                  <a:ext uri="{FF2B5EF4-FFF2-40B4-BE49-F238E27FC236}">
                    <a16:creationId xmlns:a16="http://schemas.microsoft.com/office/drawing/2014/main" id="{9AED81CB-F29E-86E8-091F-CD376B953801}"/>
                  </a:ext>
                </a:extLst>
              </p:cNvPr>
              <p:cNvSpPr/>
              <p:nvPr/>
            </p:nvSpPr>
            <p:spPr>
              <a:xfrm>
                <a:off x="5630612" y="3726787"/>
                <a:ext cx="11533" cy="9221"/>
              </a:xfrm>
              <a:custGeom>
                <a:avLst/>
                <a:gdLst>
                  <a:gd name="csX0" fmla="*/ 9253 w 11533"/>
                  <a:gd name="csY0" fmla="*/ 1115 h 9221"/>
                  <a:gd name="csX1" fmla="*/ 3103 w 11533"/>
                  <a:gd name="csY1" fmla="*/ 7265 h 9221"/>
                  <a:gd name="csX2" fmla="*/ 2330 w 11533"/>
                  <a:gd name="csY2" fmla="*/ 10337 h 9221"/>
                  <a:gd name="csX3" fmla="*/ 10792 w 11533"/>
                  <a:gd name="csY3" fmla="*/ 8804 h 9221"/>
                  <a:gd name="csX4" fmla="*/ 13863 w 11533"/>
                  <a:gd name="csY4" fmla="*/ 2654 h 9221"/>
                  <a:gd name="csX5" fmla="*/ 9253 w 11533"/>
                  <a:gd name="csY5" fmla="*/ 1115 h 9221"/>
                </a:gdLst>
                <a:ahLst/>
                <a:cxnLst>
                  <a:cxn ang="0">
                    <a:pos x="csX0" y="csY0"/>
                  </a:cxn>
                  <a:cxn ang="0">
                    <a:pos x="csX1" y="csY1"/>
                  </a:cxn>
                  <a:cxn ang="0">
                    <a:pos x="csX2" y="csY2"/>
                  </a:cxn>
                  <a:cxn ang="0">
                    <a:pos x="csX3" y="csY3"/>
                  </a:cxn>
                  <a:cxn ang="0">
                    <a:pos x="csX4" y="csY4"/>
                  </a:cxn>
                  <a:cxn ang="0">
                    <a:pos x="csX5" y="csY5"/>
                  </a:cxn>
                </a:cxnLst>
                <a:rect l="l" t="t" r="r" b="b"/>
                <a:pathLst>
                  <a:path w="11533" h="9221">
                    <a:moveTo>
                      <a:pt x="9253" y="1115"/>
                    </a:moveTo>
                    <a:lnTo>
                      <a:pt x="3103" y="7265"/>
                    </a:lnTo>
                    <a:lnTo>
                      <a:pt x="2330" y="10337"/>
                    </a:lnTo>
                    <a:lnTo>
                      <a:pt x="10792" y="8804"/>
                    </a:lnTo>
                    <a:lnTo>
                      <a:pt x="13863" y="2654"/>
                    </a:lnTo>
                    <a:lnTo>
                      <a:pt x="9253" y="1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4" name="Forme libre : forme 922">
                <a:extLst>
                  <a:ext uri="{FF2B5EF4-FFF2-40B4-BE49-F238E27FC236}">
                    <a16:creationId xmlns:a16="http://schemas.microsoft.com/office/drawing/2014/main" id="{DC161A57-167B-289A-ED71-E8809317B1AC}"/>
                  </a:ext>
                </a:extLst>
              </p:cNvPr>
              <p:cNvSpPr/>
              <p:nvPr/>
            </p:nvSpPr>
            <p:spPr>
              <a:xfrm>
                <a:off x="5655226" y="3712182"/>
                <a:ext cx="18456" cy="15378"/>
              </a:xfrm>
              <a:custGeom>
                <a:avLst/>
                <a:gdLst>
                  <a:gd name="csX0" fmla="*/ 20805 w 18456"/>
                  <a:gd name="csY0" fmla="*/ 6492 h 15378"/>
                  <a:gd name="csX1" fmla="*/ 15421 w 18456"/>
                  <a:gd name="csY1" fmla="*/ 1108 h 15378"/>
                  <a:gd name="csX2" fmla="*/ 2348 w 18456"/>
                  <a:gd name="csY2" fmla="*/ 1881 h 15378"/>
                  <a:gd name="csX3" fmla="*/ 2348 w 18456"/>
                  <a:gd name="csY3" fmla="*/ 12642 h 15378"/>
                  <a:gd name="csX4" fmla="*/ 6959 w 18456"/>
                  <a:gd name="csY4" fmla="*/ 16486 h 15378"/>
                  <a:gd name="csX5" fmla="*/ 17726 w 18456"/>
                  <a:gd name="csY5" fmla="*/ 11869 h 15378"/>
                  <a:gd name="csX6" fmla="*/ 20805 w 18456"/>
                  <a:gd name="csY6" fmla="*/ 6492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5378">
                    <a:moveTo>
                      <a:pt x="20805" y="6492"/>
                    </a:moveTo>
                    <a:lnTo>
                      <a:pt x="15421" y="1108"/>
                    </a:lnTo>
                    <a:lnTo>
                      <a:pt x="2348" y="1881"/>
                    </a:lnTo>
                    <a:lnTo>
                      <a:pt x="2348" y="12642"/>
                    </a:lnTo>
                    <a:lnTo>
                      <a:pt x="6959" y="16486"/>
                    </a:lnTo>
                    <a:lnTo>
                      <a:pt x="17726" y="11869"/>
                    </a:lnTo>
                    <a:lnTo>
                      <a:pt x="20805" y="64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5" name="Forme libre : forme 923">
                <a:extLst>
                  <a:ext uri="{FF2B5EF4-FFF2-40B4-BE49-F238E27FC236}">
                    <a16:creationId xmlns:a16="http://schemas.microsoft.com/office/drawing/2014/main" id="{71582F12-1735-10A1-DCF1-C801E04FF5F4}"/>
                  </a:ext>
                </a:extLst>
              </p:cNvPr>
              <p:cNvSpPr/>
              <p:nvPr/>
            </p:nvSpPr>
            <p:spPr>
              <a:xfrm>
                <a:off x="5681372" y="3699115"/>
                <a:ext cx="11540" cy="9221"/>
              </a:xfrm>
              <a:custGeom>
                <a:avLst/>
                <a:gdLst>
                  <a:gd name="csX0" fmla="*/ 8517 w 11540"/>
                  <a:gd name="csY0" fmla="*/ 1098 h 9221"/>
                  <a:gd name="csX1" fmla="*/ 2360 w 11540"/>
                  <a:gd name="csY1" fmla="*/ 5709 h 9221"/>
                  <a:gd name="csX2" fmla="*/ 2360 w 11540"/>
                  <a:gd name="csY2" fmla="*/ 9554 h 9221"/>
                  <a:gd name="csX3" fmla="*/ 13128 w 11540"/>
                  <a:gd name="csY3" fmla="*/ 10320 h 9221"/>
                  <a:gd name="csX4" fmla="*/ 13901 w 11540"/>
                  <a:gd name="csY4" fmla="*/ 3404 h 9221"/>
                  <a:gd name="csX5" fmla="*/ 8517 w 11540"/>
                  <a:gd name="csY5" fmla="*/ 1098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8517" y="1098"/>
                    </a:moveTo>
                    <a:lnTo>
                      <a:pt x="2360" y="5709"/>
                    </a:lnTo>
                    <a:lnTo>
                      <a:pt x="2360" y="9554"/>
                    </a:lnTo>
                    <a:lnTo>
                      <a:pt x="13128" y="10320"/>
                    </a:lnTo>
                    <a:lnTo>
                      <a:pt x="13901" y="3404"/>
                    </a:lnTo>
                    <a:lnTo>
                      <a:pt x="8517" y="10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6" name="Forme libre : forme 924">
                <a:extLst>
                  <a:ext uri="{FF2B5EF4-FFF2-40B4-BE49-F238E27FC236}">
                    <a16:creationId xmlns:a16="http://schemas.microsoft.com/office/drawing/2014/main" id="{718597FA-F198-FAD1-FBFD-D269417BF03F}"/>
                  </a:ext>
                </a:extLst>
              </p:cNvPr>
              <p:cNvSpPr/>
              <p:nvPr/>
            </p:nvSpPr>
            <p:spPr>
              <a:xfrm>
                <a:off x="6108231" y="3728333"/>
                <a:ext cx="23067" cy="28444"/>
              </a:xfrm>
              <a:custGeom>
                <a:avLst/>
                <a:gdLst>
                  <a:gd name="csX0" fmla="*/ 25693 w 23067"/>
                  <a:gd name="csY0" fmla="*/ 29564 h 28444"/>
                  <a:gd name="csX1" fmla="*/ 24927 w 23067"/>
                  <a:gd name="csY1" fmla="*/ 18030 h 28444"/>
                  <a:gd name="csX2" fmla="*/ 12620 w 23067"/>
                  <a:gd name="csY2" fmla="*/ 1119 h 28444"/>
                  <a:gd name="csX3" fmla="*/ 4158 w 23067"/>
                  <a:gd name="csY3" fmla="*/ 1119 h 28444"/>
                  <a:gd name="csX4" fmla="*/ 2626 w 23067"/>
                  <a:gd name="csY4" fmla="*/ 5730 h 28444"/>
                  <a:gd name="csX5" fmla="*/ 10315 w 23067"/>
                  <a:gd name="csY5" fmla="*/ 13419 h 28444"/>
                  <a:gd name="csX6" fmla="*/ 19543 w 23067"/>
                  <a:gd name="csY6" fmla="*/ 21108 h 28444"/>
                  <a:gd name="csX7" fmla="*/ 21849 w 23067"/>
                  <a:gd name="csY7" fmla="*/ 28791 h 28444"/>
                  <a:gd name="csX8" fmla="*/ 25693 w 23067"/>
                  <a:gd name="csY8" fmla="*/ 29564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067" h="28444">
                    <a:moveTo>
                      <a:pt x="25693" y="29564"/>
                    </a:moveTo>
                    <a:lnTo>
                      <a:pt x="24927" y="18030"/>
                    </a:lnTo>
                    <a:lnTo>
                      <a:pt x="12620" y="1119"/>
                    </a:lnTo>
                    <a:lnTo>
                      <a:pt x="4158" y="1119"/>
                    </a:lnTo>
                    <a:lnTo>
                      <a:pt x="2626" y="5730"/>
                    </a:lnTo>
                    <a:lnTo>
                      <a:pt x="10315" y="13419"/>
                    </a:lnTo>
                    <a:lnTo>
                      <a:pt x="19543" y="21108"/>
                    </a:lnTo>
                    <a:lnTo>
                      <a:pt x="21849" y="28791"/>
                    </a:lnTo>
                    <a:lnTo>
                      <a:pt x="25693" y="295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7" name="Forme libre : forme 925">
                <a:extLst>
                  <a:ext uri="{FF2B5EF4-FFF2-40B4-BE49-F238E27FC236}">
                    <a16:creationId xmlns:a16="http://schemas.microsoft.com/office/drawing/2014/main" id="{B267B0A0-852A-A7E2-4ACF-44FBBC4F11FF}"/>
                  </a:ext>
                </a:extLst>
              </p:cNvPr>
              <p:cNvSpPr/>
              <p:nvPr/>
            </p:nvSpPr>
            <p:spPr>
              <a:xfrm rot="10800000" flipV="1">
                <a:off x="6135144" y="3681445"/>
                <a:ext cx="6916" cy="5376"/>
              </a:xfrm>
              <a:custGeom>
                <a:avLst/>
                <a:gdLst>
                  <a:gd name="csX0" fmla="*/ 4941 w 6916"/>
                  <a:gd name="csY0" fmla="*/ 1086 h 5376"/>
                  <a:gd name="csX1" fmla="*/ 9552 w 6916"/>
                  <a:gd name="csY1" fmla="*/ 1086 h 5376"/>
                  <a:gd name="csX2" fmla="*/ 9552 w 6916"/>
                  <a:gd name="csY2" fmla="*/ 6463 h 5376"/>
                  <a:gd name="csX3" fmla="*/ 2636 w 6916"/>
                  <a:gd name="csY3" fmla="*/ 4158 h 5376"/>
                  <a:gd name="csX4" fmla="*/ 4941 w 6916"/>
                  <a:gd name="csY4" fmla="*/ 1086 h 5376"/>
                </a:gdLst>
                <a:ahLst/>
                <a:cxnLst>
                  <a:cxn ang="0">
                    <a:pos x="csX0" y="csY0"/>
                  </a:cxn>
                  <a:cxn ang="0">
                    <a:pos x="csX1" y="csY1"/>
                  </a:cxn>
                  <a:cxn ang="0">
                    <a:pos x="csX2" y="csY2"/>
                  </a:cxn>
                  <a:cxn ang="0">
                    <a:pos x="csX3" y="csY3"/>
                  </a:cxn>
                  <a:cxn ang="0">
                    <a:pos x="csX4" y="csY4"/>
                  </a:cxn>
                </a:cxnLst>
                <a:rect l="l" t="t" r="r" b="b"/>
                <a:pathLst>
                  <a:path w="6916" h="5376">
                    <a:moveTo>
                      <a:pt x="4941" y="1086"/>
                    </a:moveTo>
                    <a:lnTo>
                      <a:pt x="9552" y="1086"/>
                    </a:lnTo>
                    <a:lnTo>
                      <a:pt x="9552" y="6463"/>
                    </a:lnTo>
                    <a:lnTo>
                      <a:pt x="2636" y="4158"/>
                    </a:lnTo>
                    <a:lnTo>
                      <a:pt x="4941" y="1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8" name="Forme libre : forme 926">
                <a:extLst>
                  <a:ext uri="{FF2B5EF4-FFF2-40B4-BE49-F238E27FC236}">
                    <a16:creationId xmlns:a16="http://schemas.microsoft.com/office/drawing/2014/main" id="{A36D7D11-520E-697D-5EF9-D6B889746D0A}"/>
                  </a:ext>
                </a:extLst>
              </p:cNvPr>
              <p:cNvSpPr/>
              <p:nvPr/>
            </p:nvSpPr>
            <p:spPr>
              <a:xfrm>
                <a:off x="6144372" y="3699895"/>
                <a:ext cx="8462" cy="6916"/>
              </a:xfrm>
              <a:custGeom>
                <a:avLst/>
                <a:gdLst>
                  <a:gd name="csX0" fmla="*/ 2641 w 8462"/>
                  <a:gd name="csY0" fmla="*/ 4942 h 6916"/>
                  <a:gd name="csX1" fmla="*/ 4953 w 8462"/>
                  <a:gd name="csY1" fmla="*/ 8014 h 6916"/>
                  <a:gd name="csX2" fmla="*/ 11103 w 8462"/>
                  <a:gd name="csY2" fmla="*/ 5708 h 6916"/>
                  <a:gd name="csX3" fmla="*/ 11103 w 8462"/>
                  <a:gd name="csY3" fmla="*/ 1864 h 6916"/>
                  <a:gd name="csX4" fmla="*/ 4953 w 8462"/>
                  <a:gd name="csY4" fmla="*/ 1097 h 6916"/>
                  <a:gd name="csX5" fmla="*/ 2641 w 8462"/>
                  <a:gd name="csY5" fmla="*/ 4942 h 6916"/>
                </a:gdLst>
                <a:ahLst/>
                <a:cxnLst>
                  <a:cxn ang="0">
                    <a:pos x="csX0" y="csY0"/>
                  </a:cxn>
                  <a:cxn ang="0">
                    <a:pos x="csX1" y="csY1"/>
                  </a:cxn>
                  <a:cxn ang="0">
                    <a:pos x="csX2" y="csY2"/>
                  </a:cxn>
                  <a:cxn ang="0">
                    <a:pos x="csX3" y="csY3"/>
                  </a:cxn>
                  <a:cxn ang="0">
                    <a:pos x="csX4" y="csY4"/>
                  </a:cxn>
                  <a:cxn ang="0">
                    <a:pos x="csX5" y="csY5"/>
                  </a:cxn>
                </a:cxnLst>
                <a:rect l="l" t="t" r="r" b="b"/>
                <a:pathLst>
                  <a:path w="8462" h="6916">
                    <a:moveTo>
                      <a:pt x="2641" y="4942"/>
                    </a:moveTo>
                    <a:lnTo>
                      <a:pt x="4953" y="8014"/>
                    </a:lnTo>
                    <a:lnTo>
                      <a:pt x="11103" y="5708"/>
                    </a:lnTo>
                    <a:lnTo>
                      <a:pt x="11103" y="1864"/>
                    </a:lnTo>
                    <a:lnTo>
                      <a:pt x="4953" y="1097"/>
                    </a:lnTo>
                    <a:lnTo>
                      <a:pt x="2641" y="49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49" name="Forme libre : forme 927">
                <a:extLst>
                  <a:ext uri="{FF2B5EF4-FFF2-40B4-BE49-F238E27FC236}">
                    <a16:creationId xmlns:a16="http://schemas.microsoft.com/office/drawing/2014/main" id="{52112430-6F09-436D-17B5-AA1273FFADF4}"/>
                  </a:ext>
                </a:extLst>
              </p:cNvPr>
              <p:cNvSpPr/>
              <p:nvPr/>
            </p:nvSpPr>
            <p:spPr>
              <a:xfrm>
                <a:off x="6158218" y="3725261"/>
                <a:ext cx="6923" cy="15371"/>
              </a:xfrm>
              <a:custGeom>
                <a:avLst/>
                <a:gdLst>
                  <a:gd name="csX0" fmla="*/ 2649 w 6923"/>
                  <a:gd name="csY0" fmla="*/ 3422 h 15371"/>
                  <a:gd name="csX1" fmla="*/ 2649 w 6923"/>
                  <a:gd name="csY1" fmla="*/ 10338 h 15371"/>
                  <a:gd name="csX2" fmla="*/ 8033 w 6923"/>
                  <a:gd name="csY2" fmla="*/ 16488 h 15371"/>
                  <a:gd name="csX3" fmla="*/ 9572 w 6923"/>
                  <a:gd name="csY3" fmla="*/ 14182 h 15371"/>
                  <a:gd name="csX4" fmla="*/ 8799 w 6923"/>
                  <a:gd name="csY4" fmla="*/ 5727 h 15371"/>
                  <a:gd name="csX5" fmla="*/ 7260 w 6923"/>
                  <a:gd name="csY5" fmla="*/ 1116 h 15371"/>
                  <a:gd name="csX6" fmla="*/ 2649 w 6923"/>
                  <a:gd name="csY6" fmla="*/ 342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23" h="15371">
                    <a:moveTo>
                      <a:pt x="2649" y="3422"/>
                    </a:moveTo>
                    <a:lnTo>
                      <a:pt x="2649" y="10338"/>
                    </a:lnTo>
                    <a:lnTo>
                      <a:pt x="8033" y="16488"/>
                    </a:lnTo>
                    <a:lnTo>
                      <a:pt x="9572" y="14182"/>
                    </a:lnTo>
                    <a:lnTo>
                      <a:pt x="8799" y="5727"/>
                    </a:lnTo>
                    <a:lnTo>
                      <a:pt x="7260" y="1116"/>
                    </a:lnTo>
                    <a:lnTo>
                      <a:pt x="2649" y="34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0" name="Forme libre : forme 928">
                <a:extLst>
                  <a:ext uri="{FF2B5EF4-FFF2-40B4-BE49-F238E27FC236}">
                    <a16:creationId xmlns:a16="http://schemas.microsoft.com/office/drawing/2014/main" id="{05EBAAB6-5E23-2341-8AAD-24251475662D}"/>
                  </a:ext>
                </a:extLst>
              </p:cNvPr>
              <p:cNvSpPr/>
              <p:nvPr/>
            </p:nvSpPr>
            <p:spPr>
              <a:xfrm rot="-6996964" flipV="1">
                <a:off x="6164102" y="3716764"/>
                <a:ext cx="6533" cy="5151"/>
              </a:xfrm>
              <a:custGeom>
                <a:avLst/>
                <a:gdLst>
                  <a:gd name="csX0" fmla="*/ 4022 w 6533"/>
                  <a:gd name="csY0" fmla="*/ 1107 h 5151"/>
                  <a:gd name="csX1" fmla="*/ 7463 w 6533"/>
                  <a:gd name="csY1" fmla="*/ 1107 h 5151"/>
                  <a:gd name="csX2" fmla="*/ 9186 w 6533"/>
                  <a:gd name="csY2" fmla="*/ 6258 h 5151"/>
                  <a:gd name="csX3" fmla="*/ 2653 w 6533"/>
                  <a:gd name="csY3" fmla="*/ 5232 h 5151"/>
                  <a:gd name="csX4" fmla="*/ 4022 w 6533"/>
                  <a:gd name="csY4" fmla="*/ 1107 h 5151"/>
                </a:gdLst>
                <a:ahLst/>
                <a:cxnLst>
                  <a:cxn ang="0">
                    <a:pos x="csX0" y="csY0"/>
                  </a:cxn>
                  <a:cxn ang="0">
                    <a:pos x="csX1" y="csY1"/>
                  </a:cxn>
                  <a:cxn ang="0">
                    <a:pos x="csX2" y="csY2"/>
                  </a:cxn>
                  <a:cxn ang="0">
                    <a:pos x="csX3" y="csY3"/>
                  </a:cxn>
                  <a:cxn ang="0">
                    <a:pos x="csX4" y="csY4"/>
                  </a:cxn>
                </a:cxnLst>
                <a:rect l="l" t="t" r="r" b="b"/>
                <a:pathLst>
                  <a:path w="6533" h="5151">
                    <a:moveTo>
                      <a:pt x="4022" y="1107"/>
                    </a:moveTo>
                    <a:lnTo>
                      <a:pt x="7463" y="1107"/>
                    </a:lnTo>
                    <a:lnTo>
                      <a:pt x="9186" y="6258"/>
                    </a:lnTo>
                    <a:lnTo>
                      <a:pt x="2653" y="5232"/>
                    </a:lnTo>
                    <a:lnTo>
                      <a:pt x="4022" y="1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1" name="Forme libre : forme 929">
                <a:extLst>
                  <a:ext uri="{FF2B5EF4-FFF2-40B4-BE49-F238E27FC236}">
                    <a16:creationId xmlns:a16="http://schemas.microsoft.com/office/drawing/2014/main" id="{83CD7E72-3664-FB73-939D-BF93F1AA41EF}"/>
                  </a:ext>
                </a:extLst>
              </p:cNvPr>
              <p:cNvSpPr/>
              <p:nvPr/>
            </p:nvSpPr>
            <p:spPr>
              <a:xfrm>
                <a:off x="6172830" y="3757544"/>
                <a:ext cx="7689" cy="8455"/>
              </a:xfrm>
              <a:custGeom>
                <a:avLst/>
                <a:gdLst>
                  <a:gd name="csX0" fmla="*/ 10348 w 7689"/>
                  <a:gd name="csY0" fmla="*/ 7283 h 8455"/>
                  <a:gd name="csX1" fmla="*/ 9575 w 7689"/>
                  <a:gd name="csY1" fmla="*/ 3438 h 8455"/>
                  <a:gd name="csX2" fmla="*/ 5731 w 7689"/>
                  <a:gd name="csY2" fmla="*/ 1133 h 8455"/>
                  <a:gd name="csX3" fmla="*/ 2659 w 7689"/>
                  <a:gd name="csY3" fmla="*/ 4977 h 8455"/>
                  <a:gd name="csX4" fmla="*/ 6504 w 7689"/>
                  <a:gd name="csY4" fmla="*/ 9588 h 8455"/>
                  <a:gd name="csX5" fmla="*/ 10348 w 7689"/>
                  <a:gd name="csY5" fmla="*/ 7283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10348" y="7283"/>
                    </a:moveTo>
                    <a:lnTo>
                      <a:pt x="9575" y="3438"/>
                    </a:lnTo>
                    <a:lnTo>
                      <a:pt x="5731" y="1133"/>
                    </a:lnTo>
                    <a:lnTo>
                      <a:pt x="2659" y="4977"/>
                    </a:lnTo>
                    <a:lnTo>
                      <a:pt x="6504" y="9588"/>
                    </a:lnTo>
                    <a:lnTo>
                      <a:pt x="10348" y="7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2" name="Forme libre : forme 930">
                <a:extLst>
                  <a:ext uri="{FF2B5EF4-FFF2-40B4-BE49-F238E27FC236}">
                    <a16:creationId xmlns:a16="http://schemas.microsoft.com/office/drawing/2014/main" id="{1A621393-6553-E429-57E2-CB002A799E3D}"/>
                  </a:ext>
                </a:extLst>
              </p:cNvPr>
              <p:cNvSpPr/>
              <p:nvPr/>
            </p:nvSpPr>
            <p:spPr>
              <a:xfrm>
                <a:off x="6163602" y="3763694"/>
                <a:ext cx="8455" cy="7689"/>
              </a:xfrm>
              <a:custGeom>
                <a:avLst/>
                <a:gdLst>
                  <a:gd name="csX0" fmla="*/ 4958 w 8455"/>
                  <a:gd name="csY0" fmla="*/ 8825 h 7689"/>
                  <a:gd name="csX1" fmla="*/ 9569 w 8455"/>
                  <a:gd name="csY1" fmla="*/ 7286 h 7689"/>
                  <a:gd name="csX2" fmla="*/ 11108 w 8455"/>
                  <a:gd name="csY2" fmla="*/ 4214 h 7689"/>
                  <a:gd name="csX3" fmla="*/ 4958 w 8455"/>
                  <a:gd name="csY3" fmla="*/ 1136 h 7689"/>
                  <a:gd name="csX4" fmla="*/ 2653 w 8455"/>
                  <a:gd name="csY4" fmla="*/ 4214 h 7689"/>
                  <a:gd name="csX5" fmla="*/ 4958 w 8455"/>
                  <a:gd name="csY5" fmla="*/ 8825 h 7689"/>
                </a:gdLst>
                <a:ahLst/>
                <a:cxnLst>
                  <a:cxn ang="0">
                    <a:pos x="csX0" y="csY0"/>
                  </a:cxn>
                  <a:cxn ang="0">
                    <a:pos x="csX1" y="csY1"/>
                  </a:cxn>
                  <a:cxn ang="0">
                    <a:pos x="csX2" y="csY2"/>
                  </a:cxn>
                  <a:cxn ang="0">
                    <a:pos x="csX3" y="csY3"/>
                  </a:cxn>
                  <a:cxn ang="0">
                    <a:pos x="csX4" y="csY4"/>
                  </a:cxn>
                  <a:cxn ang="0">
                    <a:pos x="csX5" y="csY5"/>
                  </a:cxn>
                </a:cxnLst>
                <a:rect l="l" t="t" r="r" b="b"/>
                <a:pathLst>
                  <a:path w="8455" h="7689">
                    <a:moveTo>
                      <a:pt x="4958" y="8825"/>
                    </a:moveTo>
                    <a:lnTo>
                      <a:pt x="9569" y="7286"/>
                    </a:lnTo>
                    <a:lnTo>
                      <a:pt x="11108" y="4214"/>
                    </a:lnTo>
                    <a:lnTo>
                      <a:pt x="4958" y="1136"/>
                    </a:lnTo>
                    <a:lnTo>
                      <a:pt x="2653" y="4214"/>
                    </a:lnTo>
                    <a:lnTo>
                      <a:pt x="4958" y="88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3" name="Forme libre : forme 931">
                <a:extLst>
                  <a:ext uri="{FF2B5EF4-FFF2-40B4-BE49-F238E27FC236}">
                    <a16:creationId xmlns:a16="http://schemas.microsoft.com/office/drawing/2014/main" id="{D19052C4-A256-9E58-22F6-215576F7B3E8}"/>
                  </a:ext>
                </a:extLst>
              </p:cNvPr>
              <p:cNvSpPr/>
              <p:nvPr/>
            </p:nvSpPr>
            <p:spPr>
              <a:xfrm>
                <a:off x="6145911" y="3778306"/>
                <a:ext cx="10001" cy="6149"/>
              </a:xfrm>
              <a:custGeom>
                <a:avLst/>
                <a:gdLst>
                  <a:gd name="csX0" fmla="*/ 2642 w 10001"/>
                  <a:gd name="csY0" fmla="*/ 4217 h 6149"/>
                  <a:gd name="csX1" fmla="*/ 5721 w 10001"/>
                  <a:gd name="csY1" fmla="*/ 7295 h 6149"/>
                  <a:gd name="csX2" fmla="*/ 12644 w 10001"/>
                  <a:gd name="csY2" fmla="*/ 5756 h 6149"/>
                  <a:gd name="csX3" fmla="*/ 11871 w 10001"/>
                  <a:gd name="csY3" fmla="*/ 2677 h 6149"/>
                  <a:gd name="csX4" fmla="*/ 6487 w 10001"/>
                  <a:gd name="csY4" fmla="*/ 1145 h 6149"/>
                  <a:gd name="csX5" fmla="*/ 2642 w 10001"/>
                  <a:gd name="csY5" fmla="*/ 4217 h 6149"/>
                </a:gdLst>
                <a:ahLst/>
                <a:cxnLst>
                  <a:cxn ang="0">
                    <a:pos x="csX0" y="csY0"/>
                  </a:cxn>
                  <a:cxn ang="0">
                    <a:pos x="csX1" y="csY1"/>
                  </a:cxn>
                  <a:cxn ang="0">
                    <a:pos x="csX2" y="csY2"/>
                  </a:cxn>
                  <a:cxn ang="0">
                    <a:pos x="csX3" y="csY3"/>
                  </a:cxn>
                  <a:cxn ang="0">
                    <a:pos x="csX4" y="csY4"/>
                  </a:cxn>
                  <a:cxn ang="0">
                    <a:pos x="csX5" y="csY5"/>
                  </a:cxn>
                </a:cxnLst>
                <a:rect l="l" t="t" r="r" b="b"/>
                <a:pathLst>
                  <a:path w="10001" h="6149">
                    <a:moveTo>
                      <a:pt x="2642" y="4217"/>
                    </a:moveTo>
                    <a:lnTo>
                      <a:pt x="5721" y="7295"/>
                    </a:lnTo>
                    <a:lnTo>
                      <a:pt x="12644" y="5756"/>
                    </a:lnTo>
                    <a:lnTo>
                      <a:pt x="11871" y="2677"/>
                    </a:lnTo>
                    <a:lnTo>
                      <a:pt x="6487" y="1145"/>
                    </a:lnTo>
                    <a:lnTo>
                      <a:pt x="2642" y="4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4" name="Forme libre : forme 932">
                <a:extLst>
                  <a:ext uri="{FF2B5EF4-FFF2-40B4-BE49-F238E27FC236}">
                    <a16:creationId xmlns:a16="http://schemas.microsoft.com/office/drawing/2014/main" id="{78721C68-08DC-8D02-2953-3DCE0ACA0CD4}"/>
                  </a:ext>
                </a:extLst>
              </p:cNvPr>
              <p:cNvSpPr/>
              <p:nvPr/>
            </p:nvSpPr>
            <p:spPr>
              <a:xfrm>
                <a:off x="6182832" y="3815965"/>
                <a:ext cx="8455" cy="7689"/>
              </a:xfrm>
              <a:custGeom>
                <a:avLst/>
                <a:gdLst>
                  <a:gd name="csX0" fmla="*/ 10355 w 8455"/>
                  <a:gd name="csY0" fmla="*/ 2708 h 7689"/>
                  <a:gd name="csX1" fmla="*/ 6510 w 8455"/>
                  <a:gd name="csY1" fmla="*/ 1169 h 7689"/>
                  <a:gd name="csX2" fmla="*/ 2665 w 8455"/>
                  <a:gd name="csY2" fmla="*/ 3474 h 7689"/>
                  <a:gd name="csX3" fmla="*/ 5744 w 8455"/>
                  <a:gd name="csY3" fmla="*/ 8858 h 7689"/>
                  <a:gd name="csX4" fmla="*/ 11121 w 8455"/>
                  <a:gd name="csY4" fmla="*/ 6552 h 7689"/>
                  <a:gd name="csX5" fmla="*/ 10355 w 8455"/>
                  <a:gd name="csY5" fmla="*/ 2708 h 7689"/>
                </a:gdLst>
                <a:ahLst/>
                <a:cxnLst>
                  <a:cxn ang="0">
                    <a:pos x="csX0" y="csY0"/>
                  </a:cxn>
                  <a:cxn ang="0">
                    <a:pos x="csX1" y="csY1"/>
                  </a:cxn>
                  <a:cxn ang="0">
                    <a:pos x="csX2" y="csY2"/>
                  </a:cxn>
                  <a:cxn ang="0">
                    <a:pos x="csX3" y="csY3"/>
                  </a:cxn>
                  <a:cxn ang="0">
                    <a:pos x="csX4" y="csY4"/>
                  </a:cxn>
                  <a:cxn ang="0">
                    <a:pos x="csX5" y="csY5"/>
                  </a:cxn>
                </a:cxnLst>
                <a:rect l="l" t="t" r="r" b="b"/>
                <a:pathLst>
                  <a:path w="8455" h="7689">
                    <a:moveTo>
                      <a:pt x="10355" y="2708"/>
                    </a:moveTo>
                    <a:lnTo>
                      <a:pt x="6510" y="1169"/>
                    </a:lnTo>
                    <a:lnTo>
                      <a:pt x="2665" y="3474"/>
                    </a:lnTo>
                    <a:lnTo>
                      <a:pt x="5744" y="8858"/>
                    </a:lnTo>
                    <a:lnTo>
                      <a:pt x="11121" y="6552"/>
                    </a:lnTo>
                    <a:lnTo>
                      <a:pt x="10355" y="2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5" name="Forme libre : forme 933">
                <a:extLst>
                  <a:ext uri="{FF2B5EF4-FFF2-40B4-BE49-F238E27FC236}">
                    <a16:creationId xmlns:a16="http://schemas.microsoft.com/office/drawing/2014/main" id="{ECFE4D83-C3DB-FC6C-2526-974E2972C5B7}"/>
                  </a:ext>
                </a:extLst>
              </p:cNvPr>
              <p:cNvSpPr/>
              <p:nvPr/>
            </p:nvSpPr>
            <p:spPr>
              <a:xfrm>
                <a:off x="6294352" y="3820583"/>
                <a:ext cx="40758" cy="23826"/>
              </a:xfrm>
              <a:custGeom>
                <a:avLst/>
                <a:gdLst>
                  <a:gd name="csX0" fmla="*/ 34274 w 40758"/>
                  <a:gd name="csY0" fmla="*/ 18852 h 23826"/>
                  <a:gd name="csX1" fmla="*/ 38119 w 40758"/>
                  <a:gd name="csY1" fmla="*/ 8858 h 23826"/>
                  <a:gd name="csX2" fmla="*/ 43502 w 40758"/>
                  <a:gd name="csY2" fmla="*/ 1175 h 23826"/>
                  <a:gd name="csX3" fmla="*/ 38885 w 40758"/>
                  <a:gd name="csY3" fmla="*/ 1175 h 23826"/>
                  <a:gd name="csX4" fmla="*/ 33508 w 40758"/>
                  <a:gd name="csY4" fmla="*/ 5786 h 23826"/>
                  <a:gd name="csX5" fmla="*/ 13505 w 40758"/>
                  <a:gd name="csY5" fmla="*/ 10397 h 23826"/>
                  <a:gd name="csX6" fmla="*/ 2744 w 40758"/>
                  <a:gd name="csY6" fmla="*/ 16547 h 23826"/>
                  <a:gd name="csX7" fmla="*/ 3510 w 40758"/>
                  <a:gd name="csY7" fmla="*/ 23463 h 23826"/>
                  <a:gd name="csX8" fmla="*/ 19662 w 40758"/>
                  <a:gd name="csY8" fmla="*/ 25002 h 23826"/>
                  <a:gd name="csX9" fmla="*/ 34274 w 40758"/>
                  <a:gd name="csY9" fmla="*/ 18852 h 23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0758" h="23826">
                    <a:moveTo>
                      <a:pt x="34274" y="18852"/>
                    </a:moveTo>
                    <a:lnTo>
                      <a:pt x="38119" y="8858"/>
                    </a:lnTo>
                    <a:lnTo>
                      <a:pt x="43502" y="1175"/>
                    </a:lnTo>
                    <a:lnTo>
                      <a:pt x="38885" y="1175"/>
                    </a:lnTo>
                    <a:lnTo>
                      <a:pt x="33508" y="5786"/>
                    </a:lnTo>
                    <a:lnTo>
                      <a:pt x="13505" y="10397"/>
                    </a:lnTo>
                    <a:lnTo>
                      <a:pt x="2744" y="16547"/>
                    </a:lnTo>
                    <a:lnTo>
                      <a:pt x="3510" y="23463"/>
                    </a:lnTo>
                    <a:lnTo>
                      <a:pt x="19662" y="25002"/>
                    </a:lnTo>
                    <a:lnTo>
                      <a:pt x="34274" y="188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6" name="Forme libre : forme 934">
                <a:extLst>
                  <a:ext uri="{FF2B5EF4-FFF2-40B4-BE49-F238E27FC236}">
                    <a16:creationId xmlns:a16="http://schemas.microsoft.com/office/drawing/2014/main" id="{E923BEE2-58DD-6857-1EEE-976A19872497}"/>
                  </a:ext>
                </a:extLst>
              </p:cNvPr>
              <p:cNvSpPr/>
              <p:nvPr/>
            </p:nvSpPr>
            <p:spPr>
              <a:xfrm>
                <a:off x="6049776" y="3742938"/>
                <a:ext cx="3078" cy="6149"/>
              </a:xfrm>
              <a:custGeom>
                <a:avLst/>
                <a:gdLst>
                  <a:gd name="csX0" fmla="*/ 2582 w 3078"/>
                  <a:gd name="csY0" fmla="*/ 4968 h 6149"/>
                  <a:gd name="csX1" fmla="*/ 5660 w 3078"/>
                  <a:gd name="csY1" fmla="*/ 7273 h 6149"/>
                  <a:gd name="csX2" fmla="*/ 5660 w 3078"/>
                  <a:gd name="csY2" fmla="*/ 1123 h 6149"/>
                  <a:gd name="csX3" fmla="*/ 2582 w 3078"/>
                  <a:gd name="csY3" fmla="*/ 4968 h 6149"/>
                </a:gdLst>
                <a:ahLst/>
                <a:cxnLst>
                  <a:cxn ang="0">
                    <a:pos x="csX0" y="csY0"/>
                  </a:cxn>
                  <a:cxn ang="0">
                    <a:pos x="csX1" y="csY1"/>
                  </a:cxn>
                  <a:cxn ang="0">
                    <a:pos x="csX2" y="csY2"/>
                  </a:cxn>
                  <a:cxn ang="0">
                    <a:pos x="csX3" y="csY3"/>
                  </a:cxn>
                </a:cxnLst>
                <a:rect l="l" t="t" r="r" b="b"/>
                <a:pathLst>
                  <a:path w="3078" h="6149">
                    <a:moveTo>
                      <a:pt x="2582" y="4968"/>
                    </a:moveTo>
                    <a:lnTo>
                      <a:pt x="5660" y="7273"/>
                    </a:lnTo>
                    <a:lnTo>
                      <a:pt x="5660" y="1123"/>
                    </a:lnTo>
                    <a:lnTo>
                      <a:pt x="2582" y="49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7" name="Forme libre : forme 935">
                <a:extLst>
                  <a:ext uri="{FF2B5EF4-FFF2-40B4-BE49-F238E27FC236}">
                    <a16:creationId xmlns:a16="http://schemas.microsoft.com/office/drawing/2014/main" id="{86D13F55-C380-A7ED-AA30-40A430B13820}"/>
                  </a:ext>
                </a:extLst>
              </p:cNvPr>
              <p:cNvSpPr/>
              <p:nvPr/>
            </p:nvSpPr>
            <p:spPr>
              <a:xfrm>
                <a:off x="6529926" y="4897021"/>
                <a:ext cx="151772" cy="314654"/>
              </a:xfrm>
              <a:custGeom>
                <a:avLst/>
                <a:gdLst>
                  <a:gd name="csX0" fmla="*/ 2909 w 151772"/>
                  <a:gd name="csY0" fmla="*/ 227394 h 314654"/>
                  <a:gd name="csX1" fmla="*/ 2909 w 151772"/>
                  <a:gd name="csY1" fmla="*/ 249941 h 314654"/>
                  <a:gd name="csX2" fmla="*/ 13163 w 151772"/>
                  <a:gd name="csY2" fmla="*/ 263267 h 314654"/>
                  <a:gd name="csX3" fmla="*/ 18287 w 151772"/>
                  <a:gd name="csY3" fmla="*/ 295037 h 314654"/>
                  <a:gd name="csX4" fmla="*/ 30594 w 151772"/>
                  <a:gd name="csY4" fmla="*/ 309389 h 314654"/>
                  <a:gd name="csX5" fmla="*/ 47005 w 151772"/>
                  <a:gd name="csY5" fmla="*/ 316565 h 314654"/>
                  <a:gd name="csX6" fmla="*/ 62384 w 151772"/>
                  <a:gd name="csY6" fmla="*/ 305291 h 314654"/>
                  <a:gd name="csX7" fmla="*/ 79821 w 151772"/>
                  <a:gd name="csY7" fmla="*/ 303239 h 314654"/>
                  <a:gd name="csX8" fmla="*/ 93147 w 151772"/>
                  <a:gd name="csY8" fmla="*/ 284789 h 314654"/>
                  <a:gd name="csX9" fmla="*/ 100330 w 151772"/>
                  <a:gd name="csY9" fmla="*/ 239694 h 314654"/>
                  <a:gd name="csX10" fmla="*/ 110585 w 151772"/>
                  <a:gd name="csY10" fmla="*/ 214068 h 314654"/>
                  <a:gd name="csX11" fmla="*/ 119813 w 151772"/>
                  <a:gd name="csY11" fmla="*/ 182298 h 314654"/>
                  <a:gd name="csX12" fmla="*/ 136225 w 151772"/>
                  <a:gd name="csY12" fmla="*/ 125929 h 314654"/>
                  <a:gd name="csX13" fmla="*/ 140322 w 151772"/>
                  <a:gd name="csY13" fmla="*/ 118753 h 314654"/>
                  <a:gd name="csX14" fmla="*/ 141348 w 151772"/>
                  <a:gd name="csY14" fmla="*/ 88003 h 314654"/>
                  <a:gd name="csX15" fmla="*/ 152629 w 151772"/>
                  <a:gd name="csY15" fmla="*/ 85951 h 314654"/>
                  <a:gd name="csX16" fmla="*/ 154681 w 151772"/>
                  <a:gd name="csY16" fmla="*/ 72632 h 314654"/>
                  <a:gd name="csX17" fmla="*/ 142375 w 151772"/>
                  <a:gd name="csY17" fmla="*/ 32660 h 314654"/>
                  <a:gd name="csX18" fmla="*/ 140329 w 151772"/>
                  <a:gd name="csY18" fmla="*/ 10106 h 314654"/>
                  <a:gd name="csX19" fmla="*/ 135198 w 151772"/>
                  <a:gd name="csY19" fmla="*/ 1910 h 314654"/>
                  <a:gd name="csX20" fmla="*/ 130068 w 151772"/>
                  <a:gd name="csY20" fmla="*/ 3963 h 314654"/>
                  <a:gd name="csX21" fmla="*/ 124944 w 151772"/>
                  <a:gd name="csY21" fmla="*/ 17282 h 314654"/>
                  <a:gd name="csX22" fmla="*/ 113663 w 151772"/>
                  <a:gd name="csY22" fmla="*/ 38803 h 314654"/>
                  <a:gd name="csX23" fmla="*/ 102383 w 151772"/>
                  <a:gd name="csY23" fmla="*/ 43934 h 314654"/>
                  <a:gd name="csX24" fmla="*/ 102383 w 151772"/>
                  <a:gd name="csY24" fmla="*/ 57253 h 314654"/>
                  <a:gd name="csX25" fmla="*/ 93154 w 151772"/>
                  <a:gd name="csY25" fmla="*/ 64429 h 314654"/>
                  <a:gd name="csX26" fmla="*/ 87004 w 151772"/>
                  <a:gd name="csY26" fmla="*/ 73651 h 314654"/>
                  <a:gd name="csX27" fmla="*/ 73671 w 151772"/>
                  <a:gd name="csY27" fmla="*/ 77756 h 314654"/>
                  <a:gd name="csX28" fmla="*/ 59312 w 151772"/>
                  <a:gd name="csY28" fmla="*/ 88003 h 314654"/>
                  <a:gd name="csX29" fmla="*/ 48032 w 151772"/>
                  <a:gd name="csY29" fmla="*/ 90055 h 314654"/>
                  <a:gd name="csX30" fmla="*/ 42901 w 151772"/>
                  <a:gd name="csY30" fmla="*/ 95179 h 314654"/>
                  <a:gd name="csX31" fmla="*/ 31627 w 151772"/>
                  <a:gd name="csY31" fmla="*/ 100303 h 314654"/>
                  <a:gd name="csX32" fmla="*/ 24444 w 151772"/>
                  <a:gd name="csY32" fmla="*/ 110551 h 314654"/>
                  <a:gd name="csX33" fmla="*/ 18294 w 151772"/>
                  <a:gd name="csY33" fmla="*/ 146425 h 314654"/>
                  <a:gd name="csX34" fmla="*/ 26496 w 151772"/>
                  <a:gd name="csY34" fmla="*/ 160770 h 314654"/>
                  <a:gd name="csX35" fmla="*/ 21366 w 151772"/>
                  <a:gd name="csY35" fmla="*/ 199722 h 314654"/>
                  <a:gd name="csX36" fmla="*/ 2909 w 151772"/>
                  <a:gd name="csY36" fmla="*/ 227394 h 31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51772" h="314654">
                    <a:moveTo>
                      <a:pt x="2909" y="227394"/>
                    </a:moveTo>
                    <a:lnTo>
                      <a:pt x="2909" y="249941"/>
                    </a:lnTo>
                    <a:lnTo>
                      <a:pt x="13163" y="263267"/>
                    </a:lnTo>
                    <a:lnTo>
                      <a:pt x="18287" y="295037"/>
                    </a:lnTo>
                    <a:lnTo>
                      <a:pt x="30594" y="309389"/>
                    </a:lnTo>
                    <a:lnTo>
                      <a:pt x="47005" y="316565"/>
                    </a:lnTo>
                    <a:lnTo>
                      <a:pt x="62384" y="305291"/>
                    </a:lnTo>
                    <a:lnTo>
                      <a:pt x="79821" y="303239"/>
                    </a:lnTo>
                    <a:lnTo>
                      <a:pt x="93147" y="284789"/>
                    </a:lnTo>
                    <a:lnTo>
                      <a:pt x="100330" y="239694"/>
                    </a:lnTo>
                    <a:lnTo>
                      <a:pt x="110585" y="214068"/>
                    </a:lnTo>
                    <a:lnTo>
                      <a:pt x="119813" y="182298"/>
                    </a:lnTo>
                    <a:lnTo>
                      <a:pt x="136225" y="125929"/>
                    </a:lnTo>
                    <a:lnTo>
                      <a:pt x="140322" y="118753"/>
                    </a:lnTo>
                    <a:lnTo>
                      <a:pt x="141348" y="88003"/>
                    </a:lnTo>
                    <a:lnTo>
                      <a:pt x="152629" y="85951"/>
                    </a:lnTo>
                    <a:lnTo>
                      <a:pt x="154681" y="72632"/>
                    </a:lnTo>
                    <a:lnTo>
                      <a:pt x="142375" y="32660"/>
                    </a:lnTo>
                    <a:lnTo>
                      <a:pt x="140329" y="10106"/>
                    </a:lnTo>
                    <a:lnTo>
                      <a:pt x="135198" y="1910"/>
                    </a:lnTo>
                    <a:lnTo>
                      <a:pt x="130068" y="3963"/>
                    </a:lnTo>
                    <a:lnTo>
                      <a:pt x="124944" y="17282"/>
                    </a:lnTo>
                    <a:lnTo>
                      <a:pt x="113663" y="38803"/>
                    </a:lnTo>
                    <a:lnTo>
                      <a:pt x="102383" y="43934"/>
                    </a:lnTo>
                    <a:lnTo>
                      <a:pt x="102383" y="57253"/>
                    </a:lnTo>
                    <a:lnTo>
                      <a:pt x="93154" y="64429"/>
                    </a:lnTo>
                    <a:lnTo>
                      <a:pt x="87004" y="73651"/>
                    </a:lnTo>
                    <a:lnTo>
                      <a:pt x="73671" y="77756"/>
                    </a:lnTo>
                    <a:lnTo>
                      <a:pt x="59312" y="88003"/>
                    </a:lnTo>
                    <a:lnTo>
                      <a:pt x="48032" y="90055"/>
                    </a:lnTo>
                    <a:lnTo>
                      <a:pt x="42901" y="95179"/>
                    </a:lnTo>
                    <a:lnTo>
                      <a:pt x="31627" y="100303"/>
                    </a:lnTo>
                    <a:lnTo>
                      <a:pt x="24444" y="110551"/>
                    </a:lnTo>
                    <a:lnTo>
                      <a:pt x="18294" y="146425"/>
                    </a:lnTo>
                    <a:lnTo>
                      <a:pt x="26496" y="160770"/>
                    </a:lnTo>
                    <a:lnTo>
                      <a:pt x="21366" y="199722"/>
                    </a:lnTo>
                    <a:lnTo>
                      <a:pt x="2909" y="2273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8" name="Forme libre : forme 936">
                <a:extLst>
                  <a:ext uri="{FF2B5EF4-FFF2-40B4-BE49-F238E27FC236}">
                    <a16:creationId xmlns:a16="http://schemas.microsoft.com/office/drawing/2014/main" id="{A6B08109-D44B-10D8-805C-27F1D81974FE}"/>
                  </a:ext>
                </a:extLst>
              </p:cNvPr>
              <p:cNvSpPr/>
              <p:nvPr/>
            </p:nvSpPr>
            <p:spPr>
              <a:xfrm>
                <a:off x="5788261" y="4558525"/>
                <a:ext cx="7689" cy="8455"/>
              </a:xfrm>
              <a:custGeom>
                <a:avLst/>
                <a:gdLst>
                  <a:gd name="csX0" fmla="*/ 2424 w 7689"/>
                  <a:gd name="csY0" fmla="*/ 6232 h 8455"/>
                  <a:gd name="csX1" fmla="*/ 3963 w 7689"/>
                  <a:gd name="csY1" fmla="*/ 10076 h 8455"/>
                  <a:gd name="csX2" fmla="*/ 10113 w 7689"/>
                  <a:gd name="csY2" fmla="*/ 6232 h 8455"/>
                  <a:gd name="csX3" fmla="*/ 10113 w 7689"/>
                  <a:gd name="csY3" fmla="*/ 3153 h 8455"/>
                  <a:gd name="csX4" fmla="*/ 4729 w 7689"/>
                  <a:gd name="csY4" fmla="*/ 1621 h 8455"/>
                  <a:gd name="csX5" fmla="*/ 2424 w 7689"/>
                  <a:gd name="csY5" fmla="*/ 6232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2424" y="6232"/>
                    </a:moveTo>
                    <a:lnTo>
                      <a:pt x="3963" y="10076"/>
                    </a:lnTo>
                    <a:lnTo>
                      <a:pt x="10113" y="6232"/>
                    </a:lnTo>
                    <a:lnTo>
                      <a:pt x="10113" y="3153"/>
                    </a:lnTo>
                    <a:lnTo>
                      <a:pt x="4729" y="1621"/>
                    </a:lnTo>
                    <a:lnTo>
                      <a:pt x="2424" y="62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59" name="Forme libre : forme 937">
                <a:extLst>
                  <a:ext uri="{FF2B5EF4-FFF2-40B4-BE49-F238E27FC236}">
                    <a16:creationId xmlns:a16="http://schemas.microsoft.com/office/drawing/2014/main" id="{15FD1A46-71C6-754A-CA19-90E1EAAEDD90}"/>
                  </a:ext>
                </a:extLst>
              </p:cNvPr>
              <p:cNvSpPr/>
              <p:nvPr/>
            </p:nvSpPr>
            <p:spPr>
              <a:xfrm>
                <a:off x="5765960" y="4599263"/>
                <a:ext cx="7689" cy="6916"/>
              </a:xfrm>
              <a:custGeom>
                <a:avLst/>
                <a:gdLst>
                  <a:gd name="csX0" fmla="*/ 3950 w 7689"/>
                  <a:gd name="csY0" fmla="*/ 1646 h 6916"/>
                  <a:gd name="csX1" fmla="*/ 2410 w 7689"/>
                  <a:gd name="csY1" fmla="*/ 5490 h 6916"/>
                  <a:gd name="csX2" fmla="*/ 4716 w 7689"/>
                  <a:gd name="csY2" fmla="*/ 8562 h 6916"/>
                  <a:gd name="csX3" fmla="*/ 10100 w 7689"/>
                  <a:gd name="csY3" fmla="*/ 6256 h 6916"/>
                  <a:gd name="csX4" fmla="*/ 9333 w 7689"/>
                  <a:gd name="csY4" fmla="*/ 3185 h 6916"/>
                  <a:gd name="csX5" fmla="*/ 3950 w 7689"/>
                  <a:gd name="csY5" fmla="*/ 1646 h 6916"/>
                </a:gdLst>
                <a:ahLst/>
                <a:cxnLst>
                  <a:cxn ang="0">
                    <a:pos x="csX0" y="csY0"/>
                  </a:cxn>
                  <a:cxn ang="0">
                    <a:pos x="csX1" y="csY1"/>
                  </a:cxn>
                  <a:cxn ang="0">
                    <a:pos x="csX2" y="csY2"/>
                  </a:cxn>
                  <a:cxn ang="0">
                    <a:pos x="csX3" y="csY3"/>
                  </a:cxn>
                  <a:cxn ang="0">
                    <a:pos x="csX4" y="csY4"/>
                  </a:cxn>
                  <a:cxn ang="0">
                    <a:pos x="csX5" y="csY5"/>
                  </a:cxn>
                </a:cxnLst>
                <a:rect l="l" t="t" r="r" b="b"/>
                <a:pathLst>
                  <a:path w="7689" h="6916">
                    <a:moveTo>
                      <a:pt x="3950" y="1646"/>
                    </a:moveTo>
                    <a:lnTo>
                      <a:pt x="2410" y="5490"/>
                    </a:lnTo>
                    <a:lnTo>
                      <a:pt x="4716" y="8562"/>
                    </a:lnTo>
                    <a:lnTo>
                      <a:pt x="10100" y="6256"/>
                    </a:lnTo>
                    <a:lnTo>
                      <a:pt x="9333" y="3185"/>
                    </a:lnTo>
                    <a:lnTo>
                      <a:pt x="3950" y="1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0" name="Forme libre : forme 938">
                <a:extLst>
                  <a:ext uri="{FF2B5EF4-FFF2-40B4-BE49-F238E27FC236}">
                    <a16:creationId xmlns:a16="http://schemas.microsoft.com/office/drawing/2014/main" id="{56E3C86F-6956-D7AE-2B25-CB83689B93EF}"/>
                  </a:ext>
                </a:extLst>
              </p:cNvPr>
              <p:cNvSpPr/>
              <p:nvPr/>
            </p:nvSpPr>
            <p:spPr>
              <a:xfrm>
                <a:off x="5758271" y="4618486"/>
                <a:ext cx="6149" cy="6916"/>
              </a:xfrm>
              <a:custGeom>
                <a:avLst/>
                <a:gdLst>
                  <a:gd name="csX0" fmla="*/ 2405 w 6149"/>
                  <a:gd name="csY0" fmla="*/ 3962 h 6916"/>
                  <a:gd name="csX1" fmla="*/ 3171 w 6149"/>
                  <a:gd name="csY1" fmla="*/ 7034 h 6916"/>
                  <a:gd name="csX2" fmla="*/ 7023 w 6149"/>
                  <a:gd name="csY2" fmla="*/ 8573 h 6916"/>
                  <a:gd name="csX3" fmla="*/ 8555 w 6149"/>
                  <a:gd name="csY3" fmla="*/ 5502 h 6916"/>
                  <a:gd name="csX4" fmla="*/ 5484 w 6149"/>
                  <a:gd name="csY4" fmla="*/ 1657 h 6916"/>
                  <a:gd name="csX5" fmla="*/ 2405 w 6149"/>
                  <a:gd name="csY5" fmla="*/ 3962 h 6916"/>
                </a:gdLst>
                <a:ahLst/>
                <a:cxnLst>
                  <a:cxn ang="0">
                    <a:pos x="csX0" y="csY0"/>
                  </a:cxn>
                  <a:cxn ang="0">
                    <a:pos x="csX1" y="csY1"/>
                  </a:cxn>
                  <a:cxn ang="0">
                    <a:pos x="csX2" y="csY2"/>
                  </a:cxn>
                  <a:cxn ang="0">
                    <a:pos x="csX3" y="csY3"/>
                  </a:cxn>
                  <a:cxn ang="0">
                    <a:pos x="csX4" y="csY4"/>
                  </a:cxn>
                  <a:cxn ang="0">
                    <a:pos x="csX5" y="csY5"/>
                  </a:cxn>
                </a:cxnLst>
                <a:rect l="l" t="t" r="r" b="b"/>
                <a:pathLst>
                  <a:path w="6149" h="6916">
                    <a:moveTo>
                      <a:pt x="2405" y="3962"/>
                    </a:moveTo>
                    <a:lnTo>
                      <a:pt x="3171" y="7034"/>
                    </a:lnTo>
                    <a:lnTo>
                      <a:pt x="7023" y="8573"/>
                    </a:lnTo>
                    <a:lnTo>
                      <a:pt x="8555" y="5502"/>
                    </a:lnTo>
                    <a:lnTo>
                      <a:pt x="5484" y="1657"/>
                    </a:lnTo>
                    <a:lnTo>
                      <a:pt x="2405" y="39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1" name="Forme libre : forme 939">
                <a:extLst>
                  <a:ext uri="{FF2B5EF4-FFF2-40B4-BE49-F238E27FC236}">
                    <a16:creationId xmlns:a16="http://schemas.microsoft.com/office/drawing/2014/main" id="{F586C39C-A5FB-49F8-CB68-8D93A7F3F446}"/>
                  </a:ext>
                </a:extLst>
              </p:cNvPr>
              <p:cNvSpPr/>
              <p:nvPr/>
            </p:nvSpPr>
            <p:spPr>
              <a:xfrm>
                <a:off x="6790400" y="5097398"/>
                <a:ext cx="14865" cy="8715"/>
              </a:xfrm>
              <a:custGeom>
                <a:avLst/>
                <a:gdLst>
                  <a:gd name="csX0" fmla="*/ 11239 w 14865"/>
                  <a:gd name="csY0" fmla="*/ 10664 h 8715"/>
                  <a:gd name="csX1" fmla="*/ 17902 w 14865"/>
                  <a:gd name="csY1" fmla="*/ 7072 h 8715"/>
                  <a:gd name="csX2" fmla="*/ 13805 w 14865"/>
                  <a:gd name="csY2" fmla="*/ 1949 h 8715"/>
                  <a:gd name="csX3" fmla="*/ 5596 w 14865"/>
                  <a:gd name="csY3" fmla="*/ 1949 h 8715"/>
                  <a:gd name="csX4" fmla="*/ 3037 w 14865"/>
                  <a:gd name="csY4" fmla="*/ 7072 h 8715"/>
                  <a:gd name="csX5" fmla="*/ 5596 w 14865"/>
                  <a:gd name="csY5" fmla="*/ 10664 h 8715"/>
                  <a:gd name="csX6" fmla="*/ 11239 w 14865"/>
                  <a:gd name="csY6" fmla="*/ 10664 h 87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865" h="8715">
                    <a:moveTo>
                      <a:pt x="11239" y="10664"/>
                    </a:moveTo>
                    <a:lnTo>
                      <a:pt x="17902" y="7072"/>
                    </a:lnTo>
                    <a:lnTo>
                      <a:pt x="13805" y="1949"/>
                    </a:lnTo>
                    <a:lnTo>
                      <a:pt x="5596" y="1949"/>
                    </a:lnTo>
                    <a:lnTo>
                      <a:pt x="3037" y="7072"/>
                    </a:lnTo>
                    <a:lnTo>
                      <a:pt x="5596" y="10664"/>
                    </a:lnTo>
                    <a:lnTo>
                      <a:pt x="11239" y="10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2" name="Forme libre : forme 940">
                <a:extLst>
                  <a:ext uri="{FF2B5EF4-FFF2-40B4-BE49-F238E27FC236}">
                    <a16:creationId xmlns:a16="http://schemas.microsoft.com/office/drawing/2014/main" id="{2349D357-0176-C83F-3E6C-23E0F773AEE6}"/>
                  </a:ext>
                </a:extLst>
              </p:cNvPr>
              <p:cNvSpPr/>
              <p:nvPr/>
            </p:nvSpPr>
            <p:spPr>
              <a:xfrm>
                <a:off x="6834490" y="5079461"/>
                <a:ext cx="12306" cy="12299"/>
              </a:xfrm>
              <a:custGeom>
                <a:avLst/>
                <a:gdLst>
                  <a:gd name="csX0" fmla="*/ 15371 w 12306"/>
                  <a:gd name="csY0" fmla="*/ 8089 h 12299"/>
                  <a:gd name="csX1" fmla="*/ 10760 w 12306"/>
                  <a:gd name="csY1" fmla="*/ 1939 h 12299"/>
                  <a:gd name="csX2" fmla="*/ 3577 w 12306"/>
                  <a:gd name="csY2" fmla="*/ 3992 h 12299"/>
                  <a:gd name="csX3" fmla="*/ 3064 w 12306"/>
                  <a:gd name="csY3" fmla="*/ 9629 h 12299"/>
                  <a:gd name="csX4" fmla="*/ 9221 w 12306"/>
                  <a:gd name="csY4" fmla="*/ 14239 h 12299"/>
                  <a:gd name="csX5" fmla="*/ 15371 w 12306"/>
                  <a:gd name="csY5" fmla="*/ 8089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5371" y="8089"/>
                    </a:moveTo>
                    <a:lnTo>
                      <a:pt x="10760" y="1939"/>
                    </a:lnTo>
                    <a:lnTo>
                      <a:pt x="3577" y="3992"/>
                    </a:lnTo>
                    <a:lnTo>
                      <a:pt x="3064" y="9629"/>
                    </a:lnTo>
                    <a:cubicBezTo>
                      <a:pt x="3064" y="9629"/>
                      <a:pt x="7682" y="14239"/>
                      <a:pt x="9221" y="14239"/>
                    </a:cubicBezTo>
                    <a:cubicBezTo>
                      <a:pt x="10760" y="14239"/>
                      <a:pt x="15371" y="8089"/>
                      <a:pt x="15371" y="8089"/>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3" name="Forme libre : forme 941">
                <a:extLst>
                  <a:ext uri="{FF2B5EF4-FFF2-40B4-BE49-F238E27FC236}">
                    <a16:creationId xmlns:a16="http://schemas.microsoft.com/office/drawing/2014/main" id="{433815E4-E8E9-EA4B-5BEB-4BF2568AA5BB}"/>
                  </a:ext>
                </a:extLst>
              </p:cNvPr>
              <p:cNvSpPr/>
              <p:nvPr/>
            </p:nvSpPr>
            <p:spPr>
              <a:xfrm rot="2316792" flipV="1">
                <a:off x="6784934" y="4734168"/>
                <a:ext cx="6567" cy="4480"/>
              </a:xfrm>
              <a:custGeom>
                <a:avLst/>
                <a:gdLst>
                  <a:gd name="csX0" fmla="*/ 3031 w 6567"/>
                  <a:gd name="csY0" fmla="*/ 1727 h 4480"/>
                  <a:gd name="csX1" fmla="*/ 9598 w 6567"/>
                  <a:gd name="csY1" fmla="*/ 1727 h 4480"/>
                  <a:gd name="csX2" fmla="*/ 8640 w 6567"/>
                  <a:gd name="csY2" fmla="*/ 6207 h 4480"/>
                  <a:gd name="csX3" fmla="*/ 3516 w 6567"/>
                  <a:gd name="csY3" fmla="*/ 6050 h 4480"/>
                  <a:gd name="csX4" fmla="*/ 3031 w 6567"/>
                  <a:gd name="csY4" fmla="*/ 1727 h 4480"/>
                </a:gdLst>
                <a:ahLst/>
                <a:cxnLst>
                  <a:cxn ang="0">
                    <a:pos x="csX0" y="csY0"/>
                  </a:cxn>
                  <a:cxn ang="0">
                    <a:pos x="csX1" y="csY1"/>
                  </a:cxn>
                  <a:cxn ang="0">
                    <a:pos x="csX2" y="csY2"/>
                  </a:cxn>
                  <a:cxn ang="0">
                    <a:pos x="csX3" y="csY3"/>
                  </a:cxn>
                  <a:cxn ang="0">
                    <a:pos x="csX4" y="csY4"/>
                  </a:cxn>
                </a:cxnLst>
                <a:rect l="l" t="t" r="r" b="b"/>
                <a:pathLst>
                  <a:path w="6567" h="4480">
                    <a:moveTo>
                      <a:pt x="3031" y="1727"/>
                    </a:moveTo>
                    <a:lnTo>
                      <a:pt x="9598" y="1727"/>
                    </a:lnTo>
                    <a:lnTo>
                      <a:pt x="8640" y="6207"/>
                    </a:lnTo>
                    <a:lnTo>
                      <a:pt x="3516" y="6050"/>
                    </a:lnTo>
                    <a:lnTo>
                      <a:pt x="3031" y="17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4" name="Forme libre : forme 942">
                <a:extLst>
                  <a:ext uri="{FF2B5EF4-FFF2-40B4-BE49-F238E27FC236}">
                    <a16:creationId xmlns:a16="http://schemas.microsoft.com/office/drawing/2014/main" id="{6541ED6C-5363-9E15-FBBC-7ECA2C6B0213}"/>
                  </a:ext>
                </a:extLst>
              </p:cNvPr>
              <p:cNvSpPr/>
              <p:nvPr/>
            </p:nvSpPr>
            <p:spPr>
              <a:xfrm>
                <a:off x="6745798" y="4365591"/>
                <a:ext cx="26152" cy="10760"/>
              </a:xfrm>
              <a:custGeom>
                <a:avLst/>
                <a:gdLst>
                  <a:gd name="csX0" fmla="*/ 29168 w 26152"/>
                  <a:gd name="csY0" fmla="*/ 9193 h 10760"/>
                  <a:gd name="csX1" fmla="*/ 29168 w 26152"/>
                  <a:gd name="csY1" fmla="*/ 1504 h 10760"/>
                  <a:gd name="csX2" fmla="*/ 23018 w 26152"/>
                  <a:gd name="csY2" fmla="*/ 1504 h 10760"/>
                  <a:gd name="csX3" fmla="*/ 13790 w 26152"/>
                  <a:gd name="csY3" fmla="*/ 4582 h 10760"/>
                  <a:gd name="csX4" fmla="*/ 6094 w 26152"/>
                  <a:gd name="csY4" fmla="*/ 3043 h 10760"/>
                  <a:gd name="csX5" fmla="*/ 3015 w 26152"/>
                  <a:gd name="csY5" fmla="*/ 7654 h 10760"/>
                  <a:gd name="csX6" fmla="*/ 16861 w 26152"/>
                  <a:gd name="csY6" fmla="*/ 12264 h 10760"/>
                  <a:gd name="csX7" fmla="*/ 29168 w 26152"/>
                  <a:gd name="csY7" fmla="*/ 9193 h 107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152" h="10760">
                    <a:moveTo>
                      <a:pt x="29168" y="9193"/>
                    </a:moveTo>
                    <a:lnTo>
                      <a:pt x="29168" y="1504"/>
                    </a:lnTo>
                    <a:lnTo>
                      <a:pt x="23018" y="1504"/>
                    </a:lnTo>
                    <a:lnTo>
                      <a:pt x="13790" y="4582"/>
                    </a:lnTo>
                    <a:lnTo>
                      <a:pt x="6094" y="3043"/>
                    </a:lnTo>
                    <a:lnTo>
                      <a:pt x="3015" y="7654"/>
                    </a:lnTo>
                    <a:lnTo>
                      <a:pt x="16861" y="12264"/>
                    </a:lnTo>
                    <a:lnTo>
                      <a:pt x="29168" y="919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5" name="Forme libre : forme 943">
                <a:extLst>
                  <a:ext uri="{FF2B5EF4-FFF2-40B4-BE49-F238E27FC236}">
                    <a16:creationId xmlns:a16="http://schemas.microsoft.com/office/drawing/2014/main" id="{BFA81CE1-5B70-4555-6F2D-59D5190A3D6D}"/>
                  </a:ext>
                </a:extLst>
              </p:cNvPr>
              <p:cNvSpPr/>
              <p:nvPr/>
            </p:nvSpPr>
            <p:spPr>
              <a:xfrm>
                <a:off x="7322630" y="4428637"/>
                <a:ext cx="48194" cy="78916"/>
              </a:xfrm>
              <a:custGeom>
                <a:avLst/>
                <a:gdLst>
                  <a:gd name="csX0" fmla="*/ 31057 w 48194"/>
                  <a:gd name="csY0" fmla="*/ 80474 h 78916"/>
                  <a:gd name="csX1" fmla="*/ 51566 w 48194"/>
                  <a:gd name="csY1" fmla="*/ 58953 h 78916"/>
                  <a:gd name="csX2" fmla="*/ 50540 w 48194"/>
                  <a:gd name="csY2" fmla="*/ 50750 h 78916"/>
                  <a:gd name="csX3" fmla="*/ 46442 w 48194"/>
                  <a:gd name="csY3" fmla="*/ 45627 h 78916"/>
                  <a:gd name="csX4" fmla="*/ 45416 w 48194"/>
                  <a:gd name="csY4" fmla="*/ 30255 h 78916"/>
                  <a:gd name="csX5" fmla="*/ 27985 w 48194"/>
                  <a:gd name="csY5" fmla="*/ 17955 h 78916"/>
                  <a:gd name="csX6" fmla="*/ 25933 w 48194"/>
                  <a:gd name="csY6" fmla="*/ 8727 h 78916"/>
                  <a:gd name="csX7" fmla="*/ 20802 w 48194"/>
                  <a:gd name="csY7" fmla="*/ 1557 h 78916"/>
                  <a:gd name="csX8" fmla="*/ 13626 w 48194"/>
                  <a:gd name="csY8" fmla="*/ 1557 h 78916"/>
                  <a:gd name="csX9" fmla="*/ 6443 w 48194"/>
                  <a:gd name="csY9" fmla="*/ 9753 h 78916"/>
                  <a:gd name="csX10" fmla="*/ 5424 w 48194"/>
                  <a:gd name="csY10" fmla="*/ 20001 h 78916"/>
                  <a:gd name="csX11" fmla="*/ 3372 w 48194"/>
                  <a:gd name="csY11" fmla="*/ 30255 h 78916"/>
                  <a:gd name="csX12" fmla="*/ 10548 w 48194"/>
                  <a:gd name="csY12" fmla="*/ 71246 h 78916"/>
                  <a:gd name="csX13" fmla="*/ 17724 w 48194"/>
                  <a:gd name="csY13" fmla="*/ 80474 h 78916"/>
                  <a:gd name="csX14" fmla="*/ 31057 w 48194"/>
                  <a:gd name="csY14" fmla="*/ 80474 h 789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8194" h="78916">
                    <a:moveTo>
                      <a:pt x="31057" y="80474"/>
                    </a:moveTo>
                    <a:lnTo>
                      <a:pt x="51566" y="58953"/>
                    </a:lnTo>
                    <a:lnTo>
                      <a:pt x="50540" y="50750"/>
                    </a:lnTo>
                    <a:lnTo>
                      <a:pt x="46442" y="45627"/>
                    </a:lnTo>
                    <a:lnTo>
                      <a:pt x="45416" y="30255"/>
                    </a:lnTo>
                    <a:lnTo>
                      <a:pt x="27985" y="17955"/>
                    </a:lnTo>
                    <a:lnTo>
                      <a:pt x="25933" y="8727"/>
                    </a:lnTo>
                    <a:lnTo>
                      <a:pt x="20802" y="1557"/>
                    </a:lnTo>
                    <a:lnTo>
                      <a:pt x="13626" y="1557"/>
                    </a:lnTo>
                    <a:lnTo>
                      <a:pt x="6443" y="9753"/>
                    </a:lnTo>
                    <a:lnTo>
                      <a:pt x="5424" y="20001"/>
                    </a:lnTo>
                    <a:lnTo>
                      <a:pt x="3372" y="30255"/>
                    </a:lnTo>
                    <a:lnTo>
                      <a:pt x="10548" y="71246"/>
                    </a:lnTo>
                    <a:lnTo>
                      <a:pt x="17724" y="80474"/>
                    </a:lnTo>
                    <a:lnTo>
                      <a:pt x="31057" y="80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6" name="Forme libre : forme 944">
                <a:extLst>
                  <a:ext uri="{FF2B5EF4-FFF2-40B4-BE49-F238E27FC236}">
                    <a16:creationId xmlns:a16="http://schemas.microsoft.com/office/drawing/2014/main" id="{392A5642-D5C4-B00F-F786-015B503DED6B}"/>
                  </a:ext>
                </a:extLst>
              </p:cNvPr>
              <p:cNvSpPr/>
              <p:nvPr/>
            </p:nvSpPr>
            <p:spPr>
              <a:xfrm>
                <a:off x="7625649" y="4351773"/>
                <a:ext cx="7696" cy="36899"/>
              </a:xfrm>
              <a:custGeom>
                <a:avLst/>
                <a:gdLst>
                  <a:gd name="csX0" fmla="*/ 9701 w 7696"/>
                  <a:gd name="csY0" fmla="*/ 13804 h 36899"/>
                  <a:gd name="csX1" fmla="*/ 11240 w 7696"/>
                  <a:gd name="csY1" fmla="*/ 1504 h 36899"/>
                  <a:gd name="csX2" fmla="*/ 6622 w 7696"/>
                  <a:gd name="csY2" fmla="*/ 9194 h 36899"/>
                  <a:gd name="csX3" fmla="*/ 5083 w 7696"/>
                  <a:gd name="csY3" fmla="*/ 27644 h 36899"/>
                  <a:gd name="csX4" fmla="*/ 3544 w 7696"/>
                  <a:gd name="csY4" fmla="*/ 38404 h 36899"/>
                  <a:gd name="csX5" fmla="*/ 8161 w 7696"/>
                  <a:gd name="csY5" fmla="*/ 38404 h 36899"/>
                  <a:gd name="csX6" fmla="*/ 9701 w 7696"/>
                  <a:gd name="csY6" fmla="*/ 13804 h 368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96" h="36899">
                    <a:moveTo>
                      <a:pt x="9701" y="13804"/>
                    </a:moveTo>
                    <a:lnTo>
                      <a:pt x="11240" y="1504"/>
                    </a:lnTo>
                    <a:lnTo>
                      <a:pt x="6622" y="9194"/>
                    </a:lnTo>
                    <a:lnTo>
                      <a:pt x="5083" y="27644"/>
                    </a:lnTo>
                    <a:lnTo>
                      <a:pt x="3544" y="38404"/>
                    </a:lnTo>
                    <a:lnTo>
                      <a:pt x="8161" y="38404"/>
                    </a:lnTo>
                    <a:lnTo>
                      <a:pt x="9701" y="13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7" name="Forme libre : forme 945">
                <a:extLst>
                  <a:ext uri="{FF2B5EF4-FFF2-40B4-BE49-F238E27FC236}">
                    <a16:creationId xmlns:a16="http://schemas.microsoft.com/office/drawing/2014/main" id="{9A4D2412-0818-0E88-5136-F646A92976C1}"/>
                  </a:ext>
                </a:extLst>
              </p:cNvPr>
              <p:cNvSpPr/>
              <p:nvPr/>
            </p:nvSpPr>
            <p:spPr>
              <a:xfrm rot="678595" flipV="1">
                <a:off x="7625024" y="4399786"/>
                <a:ext cx="4220" cy="6026"/>
              </a:xfrm>
              <a:custGeom>
                <a:avLst/>
                <a:gdLst>
                  <a:gd name="csX0" fmla="*/ 4746 w 4220"/>
                  <a:gd name="csY0" fmla="*/ 1523 h 6026"/>
                  <a:gd name="csX1" fmla="*/ 7359 w 4220"/>
                  <a:gd name="csY1" fmla="*/ 1523 h 6026"/>
                  <a:gd name="csX2" fmla="*/ 7763 w 4220"/>
                  <a:gd name="csY2" fmla="*/ 4731 h 6026"/>
                  <a:gd name="csX3" fmla="*/ 3542 w 4220"/>
                  <a:gd name="csY3" fmla="*/ 7550 h 6026"/>
                  <a:gd name="csX4" fmla="*/ 4746 w 4220"/>
                  <a:gd name="csY4" fmla="*/ 1523 h 6026"/>
                </a:gdLst>
                <a:ahLst/>
                <a:cxnLst>
                  <a:cxn ang="0">
                    <a:pos x="csX0" y="csY0"/>
                  </a:cxn>
                  <a:cxn ang="0">
                    <a:pos x="csX1" y="csY1"/>
                  </a:cxn>
                  <a:cxn ang="0">
                    <a:pos x="csX2" y="csY2"/>
                  </a:cxn>
                  <a:cxn ang="0">
                    <a:pos x="csX3" y="csY3"/>
                  </a:cxn>
                  <a:cxn ang="0">
                    <a:pos x="csX4" y="csY4"/>
                  </a:cxn>
                </a:cxnLst>
                <a:rect l="l" t="t" r="r" b="b"/>
                <a:pathLst>
                  <a:path w="4220" h="6026">
                    <a:moveTo>
                      <a:pt x="4746" y="1523"/>
                    </a:moveTo>
                    <a:lnTo>
                      <a:pt x="7359" y="1523"/>
                    </a:lnTo>
                    <a:lnTo>
                      <a:pt x="7763" y="4731"/>
                    </a:lnTo>
                    <a:lnTo>
                      <a:pt x="3542" y="7550"/>
                    </a:lnTo>
                    <a:lnTo>
                      <a:pt x="4746"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8" name="Forme libre : forme 946">
                <a:extLst>
                  <a:ext uri="{FF2B5EF4-FFF2-40B4-BE49-F238E27FC236}">
                    <a16:creationId xmlns:a16="http://schemas.microsoft.com/office/drawing/2014/main" id="{21707C3A-59F9-15D2-6299-0806109C1141}"/>
                  </a:ext>
                </a:extLst>
              </p:cNvPr>
              <p:cNvSpPr/>
              <p:nvPr/>
            </p:nvSpPr>
            <p:spPr>
              <a:xfrm>
                <a:off x="8574764" y="3204887"/>
                <a:ext cx="17430" cy="15371"/>
              </a:xfrm>
              <a:custGeom>
                <a:avLst/>
                <a:gdLst>
                  <a:gd name="csX0" fmla="*/ 8222 w 17430"/>
                  <a:gd name="csY0" fmla="*/ 800 h 15371"/>
                  <a:gd name="csX1" fmla="*/ 4124 w 17430"/>
                  <a:gd name="csY1" fmla="*/ 5923 h 15371"/>
                  <a:gd name="csX2" fmla="*/ 4124 w 17430"/>
                  <a:gd name="csY2" fmla="*/ 12073 h 15371"/>
                  <a:gd name="csX3" fmla="*/ 14372 w 17430"/>
                  <a:gd name="csY3" fmla="*/ 16171 h 15371"/>
                  <a:gd name="csX4" fmla="*/ 21554 w 17430"/>
                  <a:gd name="csY4" fmla="*/ 6950 h 15371"/>
                  <a:gd name="csX5" fmla="*/ 16424 w 17430"/>
                  <a:gd name="csY5" fmla="*/ 1826 h 15371"/>
                  <a:gd name="csX6" fmla="*/ 8222 w 17430"/>
                  <a:gd name="csY6" fmla="*/ 80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15371">
                    <a:moveTo>
                      <a:pt x="8222" y="800"/>
                    </a:moveTo>
                    <a:lnTo>
                      <a:pt x="4124" y="5923"/>
                    </a:lnTo>
                    <a:lnTo>
                      <a:pt x="4124" y="12073"/>
                    </a:lnTo>
                    <a:lnTo>
                      <a:pt x="14372" y="16171"/>
                    </a:lnTo>
                    <a:lnTo>
                      <a:pt x="21554" y="6950"/>
                    </a:lnTo>
                    <a:lnTo>
                      <a:pt x="16424" y="1826"/>
                    </a:lnTo>
                    <a:lnTo>
                      <a:pt x="8222" y="8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69" name="Forme libre : forme 947">
                <a:extLst>
                  <a:ext uri="{FF2B5EF4-FFF2-40B4-BE49-F238E27FC236}">
                    <a16:creationId xmlns:a16="http://schemas.microsoft.com/office/drawing/2014/main" id="{CE109261-F178-A09D-A309-1DA6236CA0FB}"/>
                  </a:ext>
                </a:extLst>
              </p:cNvPr>
              <p:cNvSpPr/>
              <p:nvPr/>
            </p:nvSpPr>
            <p:spPr>
              <a:xfrm>
                <a:off x="8555267" y="3207965"/>
                <a:ext cx="13326" cy="5123"/>
              </a:xfrm>
              <a:custGeom>
                <a:avLst/>
                <a:gdLst>
                  <a:gd name="csX0" fmla="*/ 9235 w 13326"/>
                  <a:gd name="csY0" fmla="*/ 5921 h 5123"/>
                  <a:gd name="csX1" fmla="*/ 13340 w 13326"/>
                  <a:gd name="csY1" fmla="*/ 4895 h 5123"/>
                  <a:gd name="csX2" fmla="*/ 17437 w 13326"/>
                  <a:gd name="csY2" fmla="*/ 1823 h 5123"/>
                  <a:gd name="csX3" fmla="*/ 11287 w 13326"/>
                  <a:gd name="csY3" fmla="*/ 797 h 5123"/>
                  <a:gd name="csX4" fmla="*/ 4111 w 13326"/>
                  <a:gd name="csY4" fmla="*/ 3868 h 5123"/>
                  <a:gd name="csX5" fmla="*/ 9235 w 13326"/>
                  <a:gd name="csY5" fmla="*/ 5921 h 5123"/>
                </a:gdLst>
                <a:ahLst/>
                <a:cxnLst>
                  <a:cxn ang="0">
                    <a:pos x="csX0" y="csY0"/>
                  </a:cxn>
                  <a:cxn ang="0">
                    <a:pos x="csX1" y="csY1"/>
                  </a:cxn>
                  <a:cxn ang="0">
                    <a:pos x="csX2" y="csY2"/>
                  </a:cxn>
                  <a:cxn ang="0">
                    <a:pos x="csX3" y="csY3"/>
                  </a:cxn>
                  <a:cxn ang="0">
                    <a:pos x="csX4" y="csY4"/>
                  </a:cxn>
                  <a:cxn ang="0">
                    <a:pos x="csX5" y="csY5"/>
                  </a:cxn>
                </a:cxnLst>
                <a:rect l="l" t="t" r="r" b="b"/>
                <a:pathLst>
                  <a:path w="13326" h="5123">
                    <a:moveTo>
                      <a:pt x="9235" y="5921"/>
                    </a:moveTo>
                    <a:lnTo>
                      <a:pt x="13340" y="4895"/>
                    </a:lnTo>
                    <a:lnTo>
                      <a:pt x="17437" y="1823"/>
                    </a:lnTo>
                    <a:lnTo>
                      <a:pt x="11287" y="797"/>
                    </a:lnTo>
                    <a:lnTo>
                      <a:pt x="4111" y="3868"/>
                    </a:lnTo>
                    <a:lnTo>
                      <a:pt x="9235" y="59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0" name="Forme libre : forme 948">
                <a:extLst>
                  <a:ext uri="{FF2B5EF4-FFF2-40B4-BE49-F238E27FC236}">
                    <a16:creationId xmlns:a16="http://schemas.microsoft.com/office/drawing/2014/main" id="{FAA43805-B145-EB8D-F399-02946A849E1D}"/>
                  </a:ext>
                </a:extLst>
              </p:cNvPr>
              <p:cNvSpPr/>
              <p:nvPr/>
            </p:nvSpPr>
            <p:spPr>
              <a:xfrm>
                <a:off x="8667048" y="3234611"/>
                <a:ext cx="64598" cy="277754"/>
              </a:xfrm>
              <a:custGeom>
                <a:avLst/>
                <a:gdLst>
                  <a:gd name="csX0" fmla="*/ 8289 w 64598"/>
                  <a:gd name="csY0" fmla="*/ 103392 h 277754"/>
                  <a:gd name="csX1" fmla="*/ 14439 w 64598"/>
                  <a:gd name="csY1" fmla="*/ 110568 h 277754"/>
                  <a:gd name="csX2" fmla="*/ 14439 w 64598"/>
                  <a:gd name="csY2" fmla="*/ 150540 h 277754"/>
                  <a:gd name="csX3" fmla="*/ 17517 w 64598"/>
                  <a:gd name="csY3" fmla="*/ 162840 h 277754"/>
                  <a:gd name="csX4" fmla="*/ 13419 w 64598"/>
                  <a:gd name="csY4" fmla="*/ 178211 h 277754"/>
                  <a:gd name="csX5" fmla="*/ 9315 w 64598"/>
                  <a:gd name="csY5" fmla="*/ 200766 h 277754"/>
                  <a:gd name="csX6" fmla="*/ 13419 w 64598"/>
                  <a:gd name="csY6" fmla="*/ 212033 h 277754"/>
                  <a:gd name="csX7" fmla="*/ 12386 w 64598"/>
                  <a:gd name="csY7" fmla="*/ 231509 h 277754"/>
                  <a:gd name="csX8" fmla="*/ 10334 w 64598"/>
                  <a:gd name="csY8" fmla="*/ 245861 h 277754"/>
                  <a:gd name="csX9" fmla="*/ 9315 w 64598"/>
                  <a:gd name="csY9" fmla="*/ 278657 h 277754"/>
                  <a:gd name="csX10" fmla="*/ 14439 w 64598"/>
                  <a:gd name="csY10" fmla="*/ 277630 h 277754"/>
                  <a:gd name="csX11" fmla="*/ 18543 w 64598"/>
                  <a:gd name="csY11" fmla="*/ 267383 h 277754"/>
                  <a:gd name="csX12" fmla="*/ 25719 w 64598"/>
                  <a:gd name="csY12" fmla="*/ 262259 h 277754"/>
                  <a:gd name="csX13" fmla="*/ 31876 w 64598"/>
                  <a:gd name="csY13" fmla="*/ 266357 h 277754"/>
                  <a:gd name="csX14" fmla="*/ 39052 w 64598"/>
                  <a:gd name="csY14" fmla="*/ 276604 h 277754"/>
                  <a:gd name="csX15" fmla="*/ 44176 w 64598"/>
                  <a:gd name="csY15" fmla="*/ 270454 h 277754"/>
                  <a:gd name="csX16" fmla="*/ 44176 w 64598"/>
                  <a:gd name="csY16" fmla="*/ 258161 h 277754"/>
                  <a:gd name="csX17" fmla="*/ 33922 w 64598"/>
                  <a:gd name="csY17" fmla="*/ 247907 h 277754"/>
                  <a:gd name="csX18" fmla="*/ 25719 w 64598"/>
                  <a:gd name="csY18" fmla="*/ 237659 h 277754"/>
                  <a:gd name="csX19" fmla="*/ 25719 w 64598"/>
                  <a:gd name="csY19" fmla="*/ 218183 h 277754"/>
                  <a:gd name="csX20" fmla="*/ 29824 w 64598"/>
                  <a:gd name="csY20" fmla="*/ 209987 h 277754"/>
                  <a:gd name="csX21" fmla="*/ 29824 w 64598"/>
                  <a:gd name="csY21" fmla="*/ 202811 h 277754"/>
                  <a:gd name="csX22" fmla="*/ 32902 w 64598"/>
                  <a:gd name="csY22" fmla="*/ 197687 h 277754"/>
                  <a:gd name="csX23" fmla="*/ 34948 w 64598"/>
                  <a:gd name="csY23" fmla="*/ 175140 h 277754"/>
                  <a:gd name="csX24" fmla="*/ 40078 w 64598"/>
                  <a:gd name="csY24" fmla="*/ 171035 h 277754"/>
                  <a:gd name="csX25" fmla="*/ 49307 w 64598"/>
                  <a:gd name="csY25" fmla="*/ 174114 h 277754"/>
                  <a:gd name="csX26" fmla="*/ 60587 w 64598"/>
                  <a:gd name="csY26" fmla="*/ 185388 h 277754"/>
                  <a:gd name="csX27" fmla="*/ 62640 w 64598"/>
                  <a:gd name="csY27" fmla="*/ 189485 h 277754"/>
                  <a:gd name="csX28" fmla="*/ 66744 w 64598"/>
                  <a:gd name="csY28" fmla="*/ 190511 h 277754"/>
                  <a:gd name="csX29" fmla="*/ 68790 w 64598"/>
                  <a:gd name="csY29" fmla="*/ 185388 h 277754"/>
                  <a:gd name="csX30" fmla="*/ 66744 w 64598"/>
                  <a:gd name="csY30" fmla="*/ 176166 h 277754"/>
                  <a:gd name="csX31" fmla="*/ 57509 w 64598"/>
                  <a:gd name="csY31" fmla="*/ 163866 h 277754"/>
                  <a:gd name="csX32" fmla="*/ 52385 w 64598"/>
                  <a:gd name="csY32" fmla="*/ 136195 h 277754"/>
                  <a:gd name="csX33" fmla="*/ 46235 w 64598"/>
                  <a:gd name="csY33" fmla="*/ 113640 h 277754"/>
                  <a:gd name="csX34" fmla="*/ 40078 w 64598"/>
                  <a:gd name="csY34" fmla="*/ 75721 h 277754"/>
                  <a:gd name="csX35" fmla="*/ 39052 w 64598"/>
                  <a:gd name="csY35" fmla="*/ 57271 h 277754"/>
                  <a:gd name="csX36" fmla="*/ 39052 w 64598"/>
                  <a:gd name="csY36" fmla="*/ 34723 h 277754"/>
                  <a:gd name="csX37" fmla="*/ 34955 w 64598"/>
                  <a:gd name="csY37" fmla="*/ 14228 h 277754"/>
                  <a:gd name="csX38" fmla="*/ 31876 w 64598"/>
                  <a:gd name="csY38" fmla="*/ 7052 h 277754"/>
                  <a:gd name="csX39" fmla="*/ 27778 w 64598"/>
                  <a:gd name="csY39" fmla="*/ 902 h 277754"/>
                  <a:gd name="csX40" fmla="*/ 19569 w 64598"/>
                  <a:gd name="csY40" fmla="*/ 902 h 277754"/>
                  <a:gd name="csX41" fmla="*/ 18543 w 64598"/>
                  <a:gd name="csY41" fmla="*/ 6026 h 277754"/>
                  <a:gd name="csX42" fmla="*/ 23674 w 64598"/>
                  <a:gd name="csY42" fmla="*/ 27547 h 277754"/>
                  <a:gd name="csX43" fmla="*/ 20595 w 64598"/>
                  <a:gd name="csY43" fmla="*/ 32671 h 277754"/>
                  <a:gd name="csX44" fmla="*/ 14446 w 64598"/>
                  <a:gd name="csY44" fmla="*/ 30626 h 277754"/>
                  <a:gd name="csX45" fmla="*/ 4191 w 64598"/>
                  <a:gd name="csY45" fmla="*/ 34723 h 277754"/>
                  <a:gd name="csX46" fmla="*/ 8289 w 64598"/>
                  <a:gd name="csY46" fmla="*/ 45997 h 277754"/>
                  <a:gd name="csX47" fmla="*/ 4191 w 64598"/>
                  <a:gd name="csY47" fmla="*/ 67519 h 277754"/>
                  <a:gd name="csX48" fmla="*/ 9315 w 64598"/>
                  <a:gd name="csY48" fmla="*/ 72642 h 277754"/>
                  <a:gd name="csX49" fmla="*/ 4191 w 64598"/>
                  <a:gd name="csY49" fmla="*/ 79819 h 277754"/>
                  <a:gd name="csX50" fmla="*/ 8289 w 64598"/>
                  <a:gd name="csY50" fmla="*/ 103392 h 277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64598" h="277754">
                    <a:moveTo>
                      <a:pt x="8289" y="103392"/>
                    </a:moveTo>
                    <a:lnTo>
                      <a:pt x="14439" y="110568"/>
                    </a:lnTo>
                    <a:lnTo>
                      <a:pt x="14439" y="150540"/>
                    </a:lnTo>
                    <a:lnTo>
                      <a:pt x="17517" y="162840"/>
                    </a:lnTo>
                    <a:lnTo>
                      <a:pt x="13419" y="178211"/>
                    </a:lnTo>
                    <a:lnTo>
                      <a:pt x="9315" y="200766"/>
                    </a:lnTo>
                    <a:lnTo>
                      <a:pt x="13419" y="212033"/>
                    </a:lnTo>
                    <a:lnTo>
                      <a:pt x="12386" y="231509"/>
                    </a:lnTo>
                    <a:lnTo>
                      <a:pt x="10334" y="245861"/>
                    </a:lnTo>
                    <a:lnTo>
                      <a:pt x="9315" y="278657"/>
                    </a:lnTo>
                    <a:lnTo>
                      <a:pt x="14439" y="277630"/>
                    </a:lnTo>
                    <a:lnTo>
                      <a:pt x="18543" y="267383"/>
                    </a:lnTo>
                    <a:lnTo>
                      <a:pt x="25719" y="262259"/>
                    </a:lnTo>
                    <a:lnTo>
                      <a:pt x="31876" y="266357"/>
                    </a:lnTo>
                    <a:lnTo>
                      <a:pt x="39052" y="276604"/>
                    </a:lnTo>
                    <a:lnTo>
                      <a:pt x="44176" y="270454"/>
                    </a:lnTo>
                    <a:lnTo>
                      <a:pt x="44176" y="258161"/>
                    </a:lnTo>
                    <a:lnTo>
                      <a:pt x="33922" y="247907"/>
                    </a:lnTo>
                    <a:lnTo>
                      <a:pt x="25719" y="237659"/>
                    </a:lnTo>
                    <a:lnTo>
                      <a:pt x="25719" y="218183"/>
                    </a:lnTo>
                    <a:lnTo>
                      <a:pt x="29824" y="209987"/>
                    </a:lnTo>
                    <a:lnTo>
                      <a:pt x="29824" y="202811"/>
                    </a:lnTo>
                    <a:lnTo>
                      <a:pt x="32902" y="197687"/>
                    </a:lnTo>
                    <a:lnTo>
                      <a:pt x="34948" y="175140"/>
                    </a:lnTo>
                    <a:lnTo>
                      <a:pt x="40078" y="171035"/>
                    </a:lnTo>
                    <a:lnTo>
                      <a:pt x="49307" y="174114"/>
                    </a:lnTo>
                    <a:lnTo>
                      <a:pt x="60587" y="185388"/>
                    </a:lnTo>
                    <a:lnTo>
                      <a:pt x="62640" y="189485"/>
                    </a:lnTo>
                    <a:lnTo>
                      <a:pt x="66744" y="190511"/>
                    </a:lnTo>
                    <a:lnTo>
                      <a:pt x="68790" y="185388"/>
                    </a:lnTo>
                    <a:lnTo>
                      <a:pt x="66744" y="176166"/>
                    </a:lnTo>
                    <a:lnTo>
                      <a:pt x="57509" y="163866"/>
                    </a:lnTo>
                    <a:lnTo>
                      <a:pt x="52385" y="136195"/>
                    </a:lnTo>
                    <a:lnTo>
                      <a:pt x="46235" y="113640"/>
                    </a:lnTo>
                    <a:lnTo>
                      <a:pt x="40078" y="75721"/>
                    </a:lnTo>
                    <a:lnTo>
                      <a:pt x="39052" y="57271"/>
                    </a:lnTo>
                    <a:lnTo>
                      <a:pt x="39052" y="34723"/>
                    </a:lnTo>
                    <a:lnTo>
                      <a:pt x="34955" y="14228"/>
                    </a:lnTo>
                    <a:lnTo>
                      <a:pt x="31876" y="7052"/>
                    </a:lnTo>
                    <a:lnTo>
                      <a:pt x="27778" y="902"/>
                    </a:lnTo>
                    <a:lnTo>
                      <a:pt x="19569" y="902"/>
                    </a:lnTo>
                    <a:lnTo>
                      <a:pt x="18543" y="6026"/>
                    </a:lnTo>
                    <a:lnTo>
                      <a:pt x="23674" y="27547"/>
                    </a:lnTo>
                    <a:lnTo>
                      <a:pt x="20595" y="32671"/>
                    </a:lnTo>
                    <a:lnTo>
                      <a:pt x="14446" y="30626"/>
                    </a:lnTo>
                    <a:lnTo>
                      <a:pt x="4191" y="34723"/>
                    </a:lnTo>
                    <a:lnTo>
                      <a:pt x="8289" y="45997"/>
                    </a:lnTo>
                    <a:lnTo>
                      <a:pt x="4191" y="67519"/>
                    </a:lnTo>
                    <a:lnTo>
                      <a:pt x="9315" y="72642"/>
                    </a:lnTo>
                    <a:lnTo>
                      <a:pt x="4191" y="79819"/>
                    </a:lnTo>
                    <a:lnTo>
                      <a:pt x="8289" y="1033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1" name="Forme libre : forme 949">
                <a:extLst>
                  <a:ext uri="{FF2B5EF4-FFF2-40B4-BE49-F238E27FC236}">
                    <a16:creationId xmlns:a16="http://schemas.microsoft.com/office/drawing/2014/main" id="{F12985A7-1C03-7917-6E6D-44C56E5FF335}"/>
                  </a:ext>
                </a:extLst>
              </p:cNvPr>
              <p:cNvSpPr/>
              <p:nvPr/>
            </p:nvSpPr>
            <p:spPr>
              <a:xfrm>
                <a:off x="8618840" y="3534920"/>
                <a:ext cx="134335" cy="111712"/>
              </a:xfrm>
              <a:custGeom>
                <a:avLst/>
                <a:gdLst>
                  <a:gd name="csX0" fmla="*/ 46228 w 134335"/>
                  <a:gd name="csY0" fmla="*/ 56372 h 111712"/>
                  <a:gd name="csX1" fmla="*/ 45201 w 134335"/>
                  <a:gd name="csY1" fmla="*/ 63548 h 111712"/>
                  <a:gd name="csX2" fmla="*/ 38025 w 134335"/>
                  <a:gd name="csY2" fmla="*/ 66620 h 111712"/>
                  <a:gd name="csX3" fmla="*/ 29816 w 134335"/>
                  <a:gd name="csY3" fmla="*/ 61496 h 111712"/>
                  <a:gd name="csX4" fmla="*/ 23666 w 134335"/>
                  <a:gd name="csY4" fmla="*/ 67646 h 111712"/>
                  <a:gd name="csX5" fmla="*/ 23666 w 134335"/>
                  <a:gd name="csY5" fmla="*/ 76874 h 111712"/>
                  <a:gd name="csX6" fmla="*/ 11359 w 134335"/>
                  <a:gd name="csY6" fmla="*/ 86096 h 111712"/>
                  <a:gd name="csX7" fmla="*/ 4183 w 134335"/>
                  <a:gd name="csY7" fmla="*/ 95317 h 111712"/>
                  <a:gd name="csX8" fmla="*/ 12386 w 134335"/>
                  <a:gd name="csY8" fmla="*/ 97369 h 111712"/>
                  <a:gd name="csX9" fmla="*/ 16490 w 134335"/>
                  <a:gd name="csY9" fmla="*/ 112741 h 111712"/>
                  <a:gd name="csX10" fmla="*/ 29816 w 134335"/>
                  <a:gd name="csY10" fmla="*/ 106591 h 111712"/>
                  <a:gd name="csX11" fmla="*/ 29816 w 134335"/>
                  <a:gd name="csY11" fmla="*/ 99422 h 111712"/>
                  <a:gd name="csX12" fmla="*/ 19569 w 134335"/>
                  <a:gd name="csY12" fmla="*/ 90193 h 111712"/>
                  <a:gd name="csX13" fmla="*/ 25718 w 134335"/>
                  <a:gd name="csY13" fmla="*/ 86096 h 111712"/>
                  <a:gd name="csX14" fmla="*/ 33921 w 134335"/>
                  <a:gd name="csY14" fmla="*/ 86096 h 111712"/>
                  <a:gd name="csX15" fmla="*/ 48280 w 134335"/>
                  <a:gd name="csY15" fmla="*/ 89167 h 111712"/>
                  <a:gd name="csX16" fmla="*/ 55456 w 134335"/>
                  <a:gd name="csY16" fmla="*/ 84043 h 111712"/>
                  <a:gd name="csX17" fmla="*/ 60587 w 134335"/>
                  <a:gd name="csY17" fmla="*/ 87122 h 111712"/>
                  <a:gd name="csX18" fmla="*/ 73913 w 134335"/>
                  <a:gd name="csY18" fmla="*/ 89174 h 111712"/>
                  <a:gd name="csX19" fmla="*/ 83141 w 134335"/>
                  <a:gd name="csY19" fmla="*/ 99422 h 111712"/>
                  <a:gd name="csX20" fmla="*/ 91350 w 134335"/>
                  <a:gd name="csY20" fmla="*/ 97369 h 111712"/>
                  <a:gd name="csX21" fmla="*/ 91350 w 134335"/>
                  <a:gd name="csY21" fmla="*/ 89174 h 111712"/>
                  <a:gd name="csX22" fmla="*/ 103657 w 134335"/>
                  <a:gd name="csY22" fmla="*/ 74822 h 111712"/>
                  <a:gd name="csX23" fmla="*/ 114931 w 134335"/>
                  <a:gd name="csY23" fmla="*/ 72776 h 111712"/>
                  <a:gd name="csX24" fmla="*/ 129290 w 134335"/>
                  <a:gd name="csY24" fmla="*/ 71750 h 111712"/>
                  <a:gd name="csX25" fmla="*/ 138518 w 134335"/>
                  <a:gd name="csY25" fmla="*/ 61496 h 111712"/>
                  <a:gd name="csX26" fmla="*/ 136466 w 134335"/>
                  <a:gd name="csY26" fmla="*/ 53300 h 111712"/>
                  <a:gd name="csX27" fmla="*/ 129290 w 134335"/>
                  <a:gd name="csY27" fmla="*/ 51248 h 111712"/>
                  <a:gd name="csX28" fmla="*/ 129290 w 134335"/>
                  <a:gd name="csY28" fmla="*/ 33824 h 111712"/>
                  <a:gd name="csX29" fmla="*/ 120062 w 134335"/>
                  <a:gd name="csY29" fmla="*/ 42027 h 111712"/>
                  <a:gd name="csX30" fmla="*/ 109807 w 134335"/>
                  <a:gd name="csY30" fmla="*/ 45098 h 111712"/>
                  <a:gd name="csX31" fmla="*/ 100579 w 134335"/>
                  <a:gd name="csY31" fmla="*/ 39974 h 111712"/>
                  <a:gd name="csX32" fmla="*/ 91350 w 134335"/>
                  <a:gd name="csY32" fmla="*/ 32798 h 111712"/>
                  <a:gd name="csX33" fmla="*/ 83141 w 134335"/>
                  <a:gd name="csY33" fmla="*/ 30753 h 111712"/>
                  <a:gd name="csX34" fmla="*/ 74939 w 134335"/>
                  <a:gd name="csY34" fmla="*/ 24603 h 111712"/>
                  <a:gd name="csX35" fmla="*/ 68789 w 134335"/>
                  <a:gd name="csY35" fmla="*/ 8198 h 111712"/>
                  <a:gd name="csX36" fmla="*/ 63658 w 134335"/>
                  <a:gd name="csY36" fmla="*/ 1029 h 111712"/>
                  <a:gd name="csX37" fmla="*/ 50332 w 134335"/>
                  <a:gd name="csY37" fmla="*/ 1029 h 111712"/>
                  <a:gd name="csX38" fmla="*/ 48280 w 134335"/>
                  <a:gd name="csY38" fmla="*/ 10250 h 111712"/>
                  <a:gd name="csX39" fmla="*/ 53404 w 134335"/>
                  <a:gd name="csY39" fmla="*/ 13329 h 111712"/>
                  <a:gd name="csX40" fmla="*/ 52378 w 134335"/>
                  <a:gd name="csY40" fmla="*/ 41000 h 111712"/>
                  <a:gd name="csX41" fmla="*/ 46228 w 134335"/>
                  <a:gd name="csY41" fmla="*/ 56372 h 111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34335" h="111712">
                    <a:moveTo>
                      <a:pt x="46228" y="56372"/>
                    </a:moveTo>
                    <a:lnTo>
                      <a:pt x="45201" y="63548"/>
                    </a:lnTo>
                    <a:lnTo>
                      <a:pt x="38025" y="66620"/>
                    </a:lnTo>
                    <a:lnTo>
                      <a:pt x="29816" y="61496"/>
                    </a:lnTo>
                    <a:lnTo>
                      <a:pt x="23666" y="67646"/>
                    </a:lnTo>
                    <a:lnTo>
                      <a:pt x="23666" y="76874"/>
                    </a:lnTo>
                    <a:lnTo>
                      <a:pt x="11359" y="86096"/>
                    </a:lnTo>
                    <a:lnTo>
                      <a:pt x="4183" y="95317"/>
                    </a:lnTo>
                    <a:lnTo>
                      <a:pt x="12386" y="97369"/>
                    </a:lnTo>
                    <a:lnTo>
                      <a:pt x="16490" y="112741"/>
                    </a:lnTo>
                    <a:lnTo>
                      <a:pt x="29816" y="106591"/>
                    </a:lnTo>
                    <a:lnTo>
                      <a:pt x="29816" y="99422"/>
                    </a:lnTo>
                    <a:lnTo>
                      <a:pt x="19569" y="90193"/>
                    </a:lnTo>
                    <a:lnTo>
                      <a:pt x="25718" y="86096"/>
                    </a:lnTo>
                    <a:lnTo>
                      <a:pt x="33921" y="86096"/>
                    </a:lnTo>
                    <a:lnTo>
                      <a:pt x="48280" y="89167"/>
                    </a:lnTo>
                    <a:lnTo>
                      <a:pt x="55456" y="84043"/>
                    </a:lnTo>
                    <a:lnTo>
                      <a:pt x="60587" y="87122"/>
                    </a:lnTo>
                    <a:lnTo>
                      <a:pt x="73913" y="89174"/>
                    </a:lnTo>
                    <a:lnTo>
                      <a:pt x="83141" y="99422"/>
                    </a:lnTo>
                    <a:lnTo>
                      <a:pt x="91350" y="97369"/>
                    </a:lnTo>
                    <a:lnTo>
                      <a:pt x="91350" y="89174"/>
                    </a:lnTo>
                    <a:lnTo>
                      <a:pt x="103657" y="74822"/>
                    </a:lnTo>
                    <a:lnTo>
                      <a:pt x="114931" y="72776"/>
                    </a:lnTo>
                    <a:lnTo>
                      <a:pt x="129290" y="71750"/>
                    </a:lnTo>
                    <a:lnTo>
                      <a:pt x="138518" y="61496"/>
                    </a:lnTo>
                    <a:lnTo>
                      <a:pt x="136466" y="53300"/>
                    </a:lnTo>
                    <a:lnTo>
                      <a:pt x="129290" y="51248"/>
                    </a:lnTo>
                    <a:lnTo>
                      <a:pt x="129290" y="33824"/>
                    </a:lnTo>
                    <a:lnTo>
                      <a:pt x="120062" y="42027"/>
                    </a:lnTo>
                    <a:lnTo>
                      <a:pt x="109807" y="45098"/>
                    </a:lnTo>
                    <a:lnTo>
                      <a:pt x="100579" y="39974"/>
                    </a:lnTo>
                    <a:lnTo>
                      <a:pt x="91350" y="32798"/>
                    </a:lnTo>
                    <a:lnTo>
                      <a:pt x="83141" y="30753"/>
                    </a:lnTo>
                    <a:lnTo>
                      <a:pt x="74939" y="24603"/>
                    </a:lnTo>
                    <a:lnTo>
                      <a:pt x="68789" y="8198"/>
                    </a:lnTo>
                    <a:lnTo>
                      <a:pt x="63658" y="1029"/>
                    </a:lnTo>
                    <a:lnTo>
                      <a:pt x="50332" y="1029"/>
                    </a:lnTo>
                    <a:lnTo>
                      <a:pt x="48280" y="10250"/>
                    </a:lnTo>
                    <a:lnTo>
                      <a:pt x="53404" y="13329"/>
                    </a:lnTo>
                    <a:lnTo>
                      <a:pt x="52378" y="41000"/>
                    </a:lnTo>
                    <a:lnTo>
                      <a:pt x="46228" y="563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2" name="Forme libre : forme 950">
                <a:extLst>
                  <a:ext uri="{FF2B5EF4-FFF2-40B4-BE49-F238E27FC236}">
                    <a16:creationId xmlns:a16="http://schemas.microsoft.com/office/drawing/2014/main" id="{A8832D8A-EDCC-360D-BC5E-33A201A6D4CA}"/>
                  </a:ext>
                </a:extLst>
              </p:cNvPr>
              <p:cNvSpPr/>
              <p:nvPr/>
            </p:nvSpPr>
            <p:spPr>
              <a:xfrm>
                <a:off x="8433984" y="3646892"/>
                <a:ext cx="239192" cy="221378"/>
              </a:xfrm>
              <a:custGeom>
                <a:avLst/>
                <a:gdLst>
                  <a:gd name="csX0" fmla="*/ 136398 w 239192"/>
                  <a:gd name="csY0" fmla="*/ 117199 h 221378"/>
                  <a:gd name="csX1" fmla="*/ 131014 w 239192"/>
                  <a:gd name="csY1" fmla="*/ 121044 h 221378"/>
                  <a:gd name="csX2" fmla="*/ 130248 w 239192"/>
                  <a:gd name="csY2" fmla="*/ 131805 h 221378"/>
                  <a:gd name="csX3" fmla="*/ 104861 w 239192"/>
                  <a:gd name="csY3" fmla="*/ 164860 h 221378"/>
                  <a:gd name="csX4" fmla="*/ 89483 w 239192"/>
                  <a:gd name="csY4" fmla="*/ 163321 h 221378"/>
                  <a:gd name="csX5" fmla="*/ 77942 w 239192"/>
                  <a:gd name="csY5" fmla="*/ 169471 h 221378"/>
                  <a:gd name="csX6" fmla="*/ 63330 w 239192"/>
                  <a:gd name="csY6" fmla="*/ 170237 h 221378"/>
                  <a:gd name="csX7" fmla="*/ 52562 w 239192"/>
                  <a:gd name="csY7" fmla="*/ 166392 h 221378"/>
                  <a:gd name="csX8" fmla="*/ 42568 w 239192"/>
                  <a:gd name="csY8" fmla="*/ 167165 h 221378"/>
                  <a:gd name="csX9" fmla="*/ 37950 w 239192"/>
                  <a:gd name="csY9" fmla="*/ 177153 h 221378"/>
                  <a:gd name="csX10" fmla="*/ 19493 w 239192"/>
                  <a:gd name="csY10" fmla="*/ 190992 h 221378"/>
                  <a:gd name="csX11" fmla="*/ 11804 w 239192"/>
                  <a:gd name="csY11" fmla="*/ 193298 h 221378"/>
                  <a:gd name="csX12" fmla="*/ 4108 w 239192"/>
                  <a:gd name="csY12" fmla="*/ 198682 h 221378"/>
                  <a:gd name="csX13" fmla="*/ 5647 w 239192"/>
                  <a:gd name="csY13" fmla="*/ 207137 h 221378"/>
                  <a:gd name="csX14" fmla="*/ 19493 w 239192"/>
                  <a:gd name="csY14" fmla="*/ 206364 h 221378"/>
                  <a:gd name="csX15" fmla="*/ 21033 w 239192"/>
                  <a:gd name="csY15" fmla="*/ 211748 h 221378"/>
                  <a:gd name="csX16" fmla="*/ 31800 w 239192"/>
                  <a:gd name="csY16" fmla="*/ 204831 h 221378"/>
                  <a:gd name="csX17" fmla="*/ 54102 w 239192"/>
                  <a:gd name="csY17" fmla="*/ 200221 h 221378"/>
                  <a:gd name="csX18" fmla="*/ 61025 w 239192"/>
                  <a:gd name="csY18" fmla="*/ 191765 h 221378"/>
                  <a:gd name="csX19" fmla="*/ 84865 w 239192"/>
                  <a:gd name="csY19" fmla="*/ 185615 h 221378"/>
                  <a:gd name="csX20" fmla="*/ 98711 w 239192"/>
                  <a:gd name="csY20" fmla="*/ 191765 h 221378"/>
                  <a:gd name="csX21" fmla="*/ 100250 w 239192"/>
                  <a:gd name="csY21" fmla="*/ 201753 h 221378"/>
                  <a:gd name="csX22" fmla="*/ 97172 w 239192"/>
                  <a:gd name="csY22" fmla="*/ 207903 h 221378"/>
                  <a:gd name="csX23" fmla="*/ 100250 w 239192"/>
                  <a:gd name="csY23" fmla="*/ 217898 h 221378"/>
                  <a:gd name="csX24" fmla="*/ 108706 w 239192"/>
                  <a:gd name="csY24" fmla="*/ 222508 h 221378"/>
                  <a:gd name="csX25" fmla="*/ 117168 w 239192"/>
                  <a:gd name="csY25" fmla="*/ 217898 h 221378"/>
                  <a:gd name="csX26" fmla="*/ 119473 w 239192"/>
                  <a:gd name="csY26" fmla="*/ 206371 h 221378"/>
                  <a:gd name="csX27" fmla="*/ 130241 w 239192"/>
                  <a:gd name="csY27" fmla="*/ 205598 h 221378"/>
                  <a:gd name="csX28" fmla="*/ 129475 w 239192"/>
                  <a:gd name="csY28" fmla="*/ 199448 h 221378"/>
                  <a:gd name="csX29" fmla="*/ 129475 w 239192"/>
                  <a:gd name="csY29" fmla="*/ 194071 h 221378"/>
                  <a:gd name="csX30" fmla="*/ 125630 w 239192"/>
                  <a:gd name="csY30" fmla="*/ 187155 h 221378"/>
                  <a:gd name="csX31" fmla="*/ 129475 w 239192"/>
                  <a:gd name="csY31" fmla="*/ 180232 h 221378"/>
                  <a:gd name="csX32" fmla="*/ 139469 w 239192"/>
                  <a:gd name="csY32" fmla="*/ 180232 h 221378"/>
                  <a:gd name="csX33" fmla="*/ 138703 w 239192"/>
                  <a:gd name="csY33" fmla="*/ 190226 h 221378"/>
                  <a:gd name="csX34" fmla="*/ 158699 w 239192"/>
                  <a:gd name="csY34" fmla="*/ 189460 h 221378"/>
                  <a:gd name="csX35" fmla="*/ 164856 w 239192"/>
                  <a:gd name="csY35" fmla="*/ 181005 h 221378"/>
                  <a:gd name="csX36" fmla="*/ 171006 w 239192"/>
                  <a:gd name="csY36" fmla="*/ 179465 h 221378"/>
                  <a:gd name="csX37" fmla="*/ 171772 w 239192"/>
                  <a:gd name="csY37" fmla="*/ 190226 h 221378"/>
                  <a:gd name="csX38" fmla="*/ 179468 w 239192"/>
                  <a:gd name="csY38" fmla="*/ 188687 h 221378"/>
                  <a:gd name="csX39" fmla="*/ 181774 w 239192"/>
                  <a:gd name="csY39" fmla="*/ 174082 h 221378"/>
                  <a:gd name="csX40" fmla="*/ 192541 w 239192"/>
                  <a:gd name="csY40" fmla="*/ 164087 h 221378"/>
                  <a:gd name="csX41" fmla="*/ 198691 w 239192"/>
                  <a:gd name="csY41" fmla="*/ 168705 h 221378"/>
                  <a:gd name="csX42" fmla="*/ 197925 w 239192"/>
                  <a:gd name="csY42" fmla="*/ 176387 h 221378"/>
                  <a:gd name="csX43" fmla="*/ 194080 w 239192"/>
                  <a:gd name="csY43" fmla="*/ 180232 h 221378"/>
                  <a:gd name="csX44" fmla="*/ 201003 w 239192"/>
                  <a:gd name="csY44" fmla="*/ 183310 h 221378"/>
                  <a:gd name="csX45" fmla="*/ 214843 w 239192"/>
                  <a:gd name="csY45" fmla="*/ 163321 h 221378"/>
                  <a:gd name="csX46" fmla="*/ 211771 w 239192"/>
                  <a:gd name="csY46" fmla="*/ 154099 h 221378"/>
                  <a:gd name="csX47" fmla="*/ 213310 w 239192"/>
                  <a:gd name="csY47" fmla="*/ 145644 h 221378"/>
                  <a:gd name="csX48" fmla="*/ 224078 w 239192"/>
                  <a:gd name="csY48" fmla="*/ 121810 h 221378"/>
                  <a:gd name="csX49" fmla="*/ 217155 w 239192"/>
                  <a:gd name="csY49" fmla="*/ 111822 h 221378"/>
                  <a:gd name="csX50" fmla="*/ 220226 w 239192"/>
                  <a:gd name="csY50" fmla="*/ 101062 h 221378"/>
                  <a:gd name="csX51" fmla="*/ 227149 w 239192"/>
                  <a:gd name="csY51" fmla="*/ 95678 h 221378"/>
                  <a:gd name="csX52" fmla="*/ 232533 w 239192"/>
                  <a:gd name="csY52" fmla="*/ 97217 h 221378"/>
                  <a:gd name="csX53" fmla="*/ 233306 w 239192"/>
                  <a:gd name="csY53" fmla="*/ 80306 h 221378"/>
                  <a:gd name="csX54" fmla="*/ 242535 w 239192"/>
                  <a:gd name="csY54" fmla="*/ 61083 h 221378"/>
                  <a:gd name="csX55" fmla="*/ 243301 w 239192"/>
                  <a:gd name="csY55" fmla="*/ 44173 h 221378"/>
                  <a:gd name="csX56" fmla="*/ 240995 w 239192"/>
                  <a:gd name="csY56" fmla="*/ 42640 h 221378"/>
                  <a:gd name="csX57" fmla="*/ 236385 w 239192"/>
                  <a:gd name="csY57" fmla="*/ 32646 h 221378"/>
                  <a:gd name="csX58" fmla="*/ 228689 w 239192"/>
                  <a:gd name="csY58" fmla="*/ 25730 h 221378"/>
                  <a:gd name="csX59" fmla="*/ 229462 w 239192"/>
                  <a:gd name="csY59" fmla="*/ 5740 h 221378"/>
                  <a:gd name="csX60" fmla="*/ 224078 w 239192"/>
                  <a:gd name="csY60" fmla="*/ 1130 h 221378"/>
                  <a:gd name="csX61" fmla="*/ 216389 w 239192"/>
                  <a:gd name="csY61" fmla="*/ 7280 h 221378"/>
                  <a:gd name="csX62" fmla="*/ 219460 w 239192"/>
                  <a:gd name="csY62" fmla="*/ 14962 h 221378"/>
                  <a:gd name="csX63" fmla="*/ 223305 w 239192"/>
                  <a:gd name="csY63" fmla="*/ 23417 h 221378"/>
                  <a:gd name="csX64" fmla="*/ 217155 w 239192"/>
                  <a:gd name="csY64" fmla="*/ 24190 h 221378"/>
                  <a:gd name="csX65" fmla="*/ 211005 w 239192"/>
                  <a:gd name="csY65" fmla="*/ 15735 h 221378"/>
                  <a:gd name="csX66" fmla="*/ 204848 w 239192"/>
                  <a:gd name="csY66" fmla="*/ 17267 h 221378"/>
                  <a:gd name="csX67" fmla="*/ 197159 w 239192"/>
                  <a:gd name="csY67" fmla="*/ 30340 h 221378"/>
                  <a:gd name="csX68" fmla="*/ 197159 w 239192"/>
                  <a:gd name="csY68" fmla="*/ 70312 h 221378"/>
                  <a:gd name="csX69" fmla="*/ 187930 w 239192"/>
                  <a:gd name="csY69" fmla="*/ 91833 h 221378"/>
                  <a:gd name="csX70" fmla="*/ 171779 w 239192"/>
                  <a:gd name="csY70" fmla="*/ 114128 h 221378"/>
                  <a:gd name="csX71" fmla="*/ 161778 w 239192"/>
                  <a:gd name="csY71" fmla="*/ 120278 h 221378"/>
                  <a:gd name="csX72" fmla="*/ 157160 w 239192"/>
                  <a:gd name="csY72" fmla="*/ 128733 h 221378"/>
                  <a:gd name="csX73" fmla="*/ 144860 w 239192"/>
                  <a:gd name="csY73" fmla="*/ 134876 h 221378"/>
                  <a:gd name="csX74" fmla="*/ 137937 w 239192"/>
                  <a:gd name="csY74" fmla="*/ 131039 h 221378"/>
                  <a:gd name="csX75" fmla="*/ 142548 w 239192"/>
                  <a:gd name="csY75" fmla="*/ 118739 h 221378"/>
                  <a:gd name="csX76" fmla="*/ 136398 w 239192"/>
                  <a:gd name="csY76" fmla="*/ 117199 h 221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39192" h="221378">
                    <a:moveTo>
                      <a:pt x="136398" y="117199"/>
                    </a:moveTo>
                    <a:lnTo>
                      <a:pt x="131014" y="121044"/>
                    </a:lnTo>
                    <a:lnTo>
                      <a:pt x="130248" y="131805"/>
                    </a:lnTo>
                    <a:lnTo>
                      <a:pt x="104861" y="164860"/>
                    </a:lnTo>
                    <a:lnTo>
                      <a:pt x="89483" y="163321"/>
                    </a:lnTo>
                    <a:lnTo>
                      <a:pt x="77942" y="169471"/>
                    </a:lnTo>
                    <a:lnTo>
                      <a:pt x="63330" y="170237"/>
                    </a:lnTo>
                    <a:lnTo>
                      <a:pt x="52562" y="166392"/>
                    </a:lnTo>
                    <a:lnTo>
                      <a:pt x="42568" y="167165"/>
                    </a:lnTo>
                    <a:lnTo>
                      <a:pt x="37950" y="177153"/>
                    </a:lnTo>
                    <a:lnTo>
                      <a:pt x="19493" y="190992"/>
                    </a:lnTo>
                    <a:lnTo>
                      <a:pt x="11804" y="193298"/>
                    </a:lnTo>
                    <a:lnTo>
                      <a:pt x="4108" y="198682"/>
                    </a:lnTo>
                    <a:lnTo>
                      <a:pt x="5647" y="207137"/>
                    </a:lnTo>
                    <a:lnTo>
                      <a:pt x="19493" y="206364"/>
                    </a:lnTo>
                    <a:lnTo>
                      <a:pt x="21033" y="211748"/>
                    </a:lnTo>
                    <a:lnTo>
                      <a:pt x="31800" y="204831"/>
                    </a:lnTo>
                    <a:lnTo>
                      <a:pt x="54102" y="200221"/>
                    </a:lnTo>
                    <a:lnTo>
                      <a:pt x="61025" y="191765"/>
                    </a:lnTo>
                    <a:lnTo>
                      <a:pt x="84865" y="185615"/>
                    </a:lnTo>
                    <a:lnTo>
                      <a:pt x="98711" y="191765"/>
                    </a:lnTo>
                    <a:lnTo>
                      <a:pt x="100250" y="201753"/>
                    </a:lnTo>
                    <a:lnTo>
                      <a:pt x="97172" y="207903"/>
                    </a:lnTo>
                    <a:lnTo>
                      <a:pt x="100250" y="217898"/>
                    </a:lnTo>
                    <a:lnTo>
                      <a:pt x="108706" y="222508"/>
                    </a:lnTo>
                    <a:lnTo>
                      <a:pt x="117168" y="217898"/>
                    </a:lnTo>
                    <a:lnTo>
                      <a:pt x="119473" y="206371"/>
                    </a:lnTo>
                    <a:lnTo>
                      <a:pt x="130241" y="205598"/>
                    </a:lnTo>
                    <a:lnTo>
                      <a:pt x="129475" y="199448"/>
                    </a:lnTo>
                    <a:lnTo>
                      <a:pt x="129475" y="194071"/>
                    </a:lnTo>
                    <a:lnTo>
                      <a:pt x="125630" y="187155"/>
                    </a:lnTo>
                    <a:lnTo>
                      <a:pt x="129475" y="180232"/>
                    </a:lnTo>
                    <a:lnTo>
                      <a:pt x="139469" y="180232"/>
                    </a:lnTo>
                    <a:lnTo>
                      <a:pt x="138703" y="190226"/>
                    </a:lnTo>
                    <a:lnTo>
                      <a:pt x="158699" y="189460"/>
                    </a:lnTo>
                    <a:lnTo>
                      <a:pt x="164856" y="181005"/>
                    </a:lnTo>
                    <a:lnTo>
                      <a:pt x="171006" y="179465"/>
                    </a:lnTo>
                    <a:lnTo>
                      <a:pt x="171772" y="190226"/>
                    </a:lnTo>
                    <a:lnTo>
                      <a:pt x="179468" y="188687"/>
                    </a:lnTo>
                    <a:lnTo>
                      <a:pt x="181774" y="174082"/>
                    </a:lnTo>
                    <a:lnTo>
                      <a:pt x="192541" y="164087"/>
                    </a:lnTo>
                    <a:lnTo>
                      <a:pt x="198691" y="168705"/>
                    </a:lnTo>
                    <a:lnTo>
                      <a:pt x="197925" y="176387"/>
                    </a:lnTo>
                    <a:lnTo>
                      <a:pt x="194080" y="180232"/>
                    </a:lnTo>
                    <a:lnTo>
                      <a:pt x="201003" y="183310"/>
                    </a:lnTo>
                    <a:lnTo>
                      <a:pt x="214843" y="163321"/>
                    </a:lnTo>
                    <a:lnTo>
                      <a:pt x="211771" y="154099"/>
                    </a:lnTo>
                    <a:lnTo>
                      <a:pt x="213310" y="145644"/>
                    </a:lnTo>
                    <a:lnTo>
                      <a:pt x="224078" y="121810"/>
                    </a:lnTo>
                    <a:lnTo>
                      <a:pt x="217155" y="111822"/>
                    </a:lnTo>
                    <a:lnTo>
                      <a:pt x="220226" y="101062"/>
                    </a:lnTo>
                    <a:lnTo>
                      <a:pt x="227149" y="95678"/>
                    </a:lnTo>
                    <a:lnTo>
                      <a:pt x="232533" y="97217"/>
                    </a:lnTo>
                    <a:lnTo>
                      <a:pt x="233306" y="80306"/>
                    </a:lnTo>
                    <a:lnTo>
                      <a:pt x="242535" y="61083"/>
                    </a:lnTo>
                    <a:lnTo>
                      <a:pt x="243301" y="44173"/>
                    </a:lnTo>
                    <a:lnTo>
                      <a:pt x="240995" y="42640"/>
                    </a:lnTo>
                    <a:lnTo>
                      <a:pt x="236385" y="32646"/>
                    </a:lnTo>
                    <a:lnTo>
                      <a:pt x="228689" y="25730"/>
                    </a:lnTo>
                    <a:lnTo>
                      <a:pt x="229462" y="5740"/>
                    </a:lnTo>
                    <a:lnTo>
                      <a:pt x="224078" y="1130"/>
                    </a:lnTo>
                    <a:lnTo>
                      <a:pt x="216389" y="7280"/>
                    </a:lnTo>
                    <a:lnTo>
                      <a:pt x="219460" y="14962"/>
                    </a:lnTo>
                    <a:lnTo>
                      <a:pt x="223305" y="23417"/>
                    </a:lnTo>
                    <a:lnTo>
                      <a:pt x="217155" y="24190"/>
                    </a:lnTo>
                    <a:lnTo>
                      <a:pt x="211005" y="15735"/>
                    </a:lnTo>
                    <a:lnTo>
                      <a:pt x="204848" y="17267"/>
                    </a:lnTo>
                    <a:lnTo>
                      <a:pt x="197159" y="30340"/>
                    </a:lnTo>
                    <a:lnTo>
                      <a:pt x="197159" y="70312"/>
                    </a:lnTo>
                    <a:lnTo>
                      <a:pt x="187930" y="91833"/>
                    </a:lnTo>
                    <a:lnTo>
                      <a:pt x="171779" y="114128"/>
                    </a:lnTo>
                    <a:lnTo>
                      <a:pt x="161778" y="120278"/>
                    </a:lnTo>
                    <a:lnTo>
                      <a:pt x="157160" y="128733"/>
                    </a:lnTo>
                    <a:lnTo>
                      <a:pt x="144860" y="134876"/>
                    </a:lnTo>
                    <a:lnTo>
                      <a:pt x="137937" y="131039"/>
                    </a:lnTo>
                    <a:lnTo>
                      <a:pt x="142548" y="118739"/>
                    </a:lnTo>
                    <a:lnTo>
                      <a:pt x="136398" y="117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3" name="Forme libre : forme 951">
                <a:extLst>
                  <a:ext uri="{FF2B5EF4-FFF2-40B4-BE49-F238E27FC236}">
                    <a16:creationId xmlns:a16="http://schemas.microsoft.com/office/drawing/2014/main" id="{6395C27B-585F-8D12-F026-ABD62CB9F451}"/>
                  </a:ext>
                </a:extLst>
              </p:cNvPr>
              <p:cNvSpPr/>
              <p:nvPr/>
            </p:nvSpPr>
            <p:spPr>
              <a:xfrm>
                <a:off x="8588548" y="3737596"/>
                <a:ext cx="13846" cy="18449"/>
              </a:xfrm>
              <a:custGeom>
                <a:avLst/>
                <a:gdLst>
                  <a:gd name="csX0" fmla="*/ 17979 w 13846"/>
                  <a:gd name="csY0" fmla="*/ 3430 h 18449"/>
                  <a:gd name="csX1" fmla="*/ 10290 w 13846"/>
                  <a:gd name="csY1" fmla="*/ 1125 h 18449"/>
                  <a:gd name="csX2" fmla="*/ 10283 w 13846"/>
                  <a:gd name="csY2" fmla="*/ 6502 h 18449"/>
                  <a:gd name="csX3" fmla="*/ 4133 w 13846"/>
                  <a:gd name="csY3" fmla="*/ 14957 h 18449"/>
                  <a:gd name="csX4" fmla="*/ 6445 w 13846"/>
                  <a:gd name="csY4" fmla="*/ 19575 h 18449"/>
                  <a:gd name="csX5" fmla="*/ 14900 w 13846"/>
                  <a:gd name="csY5" fmla="*/ 11886 h 18449"/>
                  <a:gd name="csX6" fmla="*/ 17979 w 13846"/>
                  <a:gd name="csY6" fmla="*/ 343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18449">
                    <a:moveTo>
                      <a:pt x="17979" y="3430"/>
                    </a:moveTo>
                    <a:lnTo>
                      <a:pt x="10290" y="1125"/>
                    </a:lnTo>
                    <a:lnTo>
                      <a:pt x="10283" y="6502"/>
                    </a:lnTo>
                    <a:lnTo>
                      <a:pt x="4133" y="14957"/>
                    </a:lnTo>
                    <a:lnTo>
                      <a:pt x="6445" y="19575"/>
                    </a:lnTo>
                    <a:lnTo>
                      <a:pt x="14900" y="11886"/>
                    </a:lnTo>
                    <a:lnTo>
                      <a:pt x="17979" y="34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4" name="Forme libre : forme 952">
                <a:extLst>
                  <a:ext uri="{FF2B5EF4-FFF2-40B4-BE49-F238E27FC236}">
                    <a16:creationId xmlns:a16="http://schemas.microsoft.com/office/drawing/2014/main" id="{DD321C47-4947-1ED0-A240-D8880037AD00}"/>
                  </a:ext>
                </a:extLst>
              </p:cNvPr>
              <p:cNvSpPr/>
              <p:nvPr/>
            </p:nvSpPr>
            <p:spPr>
              <a:xfrm>
                <a:off x="8462422" y="3845983"/>
                <a:ext cx="49993" cy="39198"/>
              </a:xfrm>
              <a:custGeom>
                <a:avLst/>
                <a:gdLst>
                  <a:gd name="csX0" fmla="*/ 20216 w 49993"/>
                  <a:gd name="csY0" fmla="*/ 39626 h 39198"/>
                  <a:gd name="csX1" fmla="*/ 24827 w 49993"/>
                  <a:gd name="csY1" fmla="*/ 28865 h 39198"/>
                  <a:gd name="csX2" fmla="*/ 33289 w 49993"/>
                  <a:gd name="csY2" fmla="*/ 21176 h 39198"/>
                  <a:gd name="csX3" fmla="*/ 40978 w 49993"/>
                  <a:gd name="csY3" fmla="*/ 24254 h 39198"/>
                  <a:gd name="csX4" fmla="*/ 49441 w 49993"/>
                  <a:gd name="csY4" fmla="*/ 22715 h 39198"/>
                  <a:gd name="csX5" fmla="*/ 54058 w 49993"/>
                  <a:gd name="csY5" fmla="*/ 5804 h 39198"/>
                  <a:gd name="csX6" fmla="*/ 45596 w 49993"/>
                  <a:gd name="csY6" fmla="*/ 1193 h 39198"/>
                  <a:gd name="csX7" fmla="*/ 37134 w 49993"/>
                  <a:gd name="csY7" fmla="*/ 2726 h 39198"/>
                  <a:gd name="csX8" fmla="*/ 27139 w 49993"/>
                  <a:gd name="csY8" fmla="*/ 13493 h 39198"/>
                  <a:gd name="csX9" fmla="*/ 11754 w 49993"/>
                  <a:gd name="csY9" fmla="*/ 15799 h 39198"/>
                  <a:gd name="csX10" fmla="*/ 4065 w 49993"/>
                  <a:gd name="csY10" fmla="*/ 23481 h 39198"/>
                  <a:gd name="csX11" fmla="*/ 9449 w 49993"/>
                  <a:gd name="csY11" fmla="*/ 40392 h 39198"/>
                  <a:gd name="csX12" fmla="*/ 20216 w 49993"/>
                  <a:gd name="csY12" fmla="*/ 39626 h 39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993" h="39198">
                    <a:moveTo>
                      <a:pt x="20216" y="39626"/>
                    </a:moveTo>
                    <a:lnTo>
                      <a:pt x="24827" y="28865"/>
                    </a:lnTo>
                    <a:lnTo>
                      <a:pt x="33289" y="21176"/>
                    </a:lnTo>
                    <a:lnTo>
                      <a:pt x="40978" y="24254"/>
                    </a:lnTo>
                    <a:lnTo>
                      <a:pt x="49441" y="22715"/>
                    </a:lnTo>
                    <a:lnTo>
                      <a:pt x="54058" y="5804"/>
                    </a:lnTo>
                    <a:lnTo>
                      <a:pt x="45596" y="1193"/>
                    </a:lnTo>
                    <a:lnTo>
                      <a:pt x="37134" y="2726"/>
                    </a:lnTo>
                    <a:lnTo>
                      <a:pt x="27139" y="13493"/>
                    </a:lnTo>
                    <a:lnTo>
                      <a:pt x="11754" y="15799"/>
                    </a:lnTo>
                    <a:lnTo>
                      <a:pt x="4065" y="23481"/>
                    </a:lnTo>
                    <a:lnTo>
                      <a:pt x="9449" y="40392"/>
                    </a:lnTo>
                    <a:lnTo>
                      <a:pt x="20216" y="396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5" name="Forme libre : forme 953">
                <a:extLst>
                  <a:ext uri="{FF2B5EF4-FFF2-40B4-BE49-F238E27FC236}">
                    <a16:creationId xmlns:a16="http://schemas.microsoft.com/office/drawing/2014/main" id="{F55D99D8-DE63-83C3-7F10-D234C3B0135B}"/>
                  </a:ext>
                </a:extLst>
              </p:cNvPr>
              <p:cNvSpPr/>
              <p:nvPr/>
            </p:nvSpPr>
            <p:spPr>
              <a:xfrm>
                <a:off x="8403994" y="3857510"/>
                <a:ext cx="53837" cy="71494"/>
              </a:xfrm>
              <a:custGeom>
                <a:avLst/>
                <a:gdLst>
                  <a:gd name="csX0" fmla="*/ 4794 w 53837"/>
                  <a:gd name="csY0" fmla="*/ 23510 h 71494"/>
                  <a:gd name="csX1" fmla="*/ 14022 w 53837"/>
                  <a:gd name="csY1" fmla="*/ 31199 h 71494"/>
                  <a:gd name="csX2" fmla="*/ 23251 w 53837"/>
                  <a:gd name="csY2" fmla="*/ 23510 h 71494"/>
                  <a:gd name="csX3" fmla="*/ 25556 w 53837"/>
                  <a:gd name="csY3" fmla="*/ 34270 h 71494"/>
                  <a:gd name="csX4" fmla="*/ 17101 w 53837"/>
                  <a:gd name="csY4" fmla="*/ 44265 h 71494"/>
                  <a:gd name="csX5" fmla="*/ 14789 w 53837"/>
                  <a:gd name="csY5" fmla="*/ 65020 h 71494"/>
                  <a:gd name="csX6" fmla="*/ 19406 w 53837"/>
                  <a:gd name="csY6" fmla="*/ 67326 h 71494"/>
                  <a:gd name="csX7" fmla="*/ 24790 w 53837"/>
                  <a:gd name="csY7" fmla="*/ 58870 h 71494"/>
                  <a:gd name="csX8" fmla="*/ 28635 w 53837"/>
                  <a:gd name="csY8" fmla="*/ 59636 h 71494"/>
                  <a:gd name="csX9" fmla="*/ 27868 w 53837"/>
                  <a:gd name="csY9" fmla="*/ 72709 h 71494"/>
                  <a:gd name="csX10" fmla="*/ 42481 w 53837"/>
                  <a:gd name="csY10" fmla="*/ 68099 h 71494"/>
                  <a:gd name="csX11" fmla="*/ 44020 w 53837"/>
                  <a:gd name="csY11" fmla="*/ 45804 h 71494"/>
                  <a:gd name="csX12" fmla="*/ 57866 w 53837"/>
                  <a:gd name="csY12" fmla="*/ 31199 h 71494"/>
                  <a:gd name="csX13" fmla="*/ 49404 w 53837"/>
                  <a:gd name="csY13" fmla="*/ 18133 h 71494"/>
                  <a:gd name="csX14" fmla="*/ 46325 w 53837"/>
                  <a:gd name="csY14" fmla="*/ 10443 h 71494"/>
                  <a:gd name="csX15" fmla="*/ 27868 w 53837"/>
                  <a:gd name="csY15" fmla="*/ 1215 h 71494"/>
                  <a:gd name="csX16" fmla="*/ 16335 w 53837"/>
                  <a:gd name="csY16" fmla="*/ 8904 h 71494"/>
                  <a:gd name="csX17" fmla="*/ 4028 w 53837"/>
                  <a:gd name="csY17" fmla="*/ 13515 h 71494"/>
                  <a:gd name="csX18" fmla="*/ 4794 w 53837"/>
                  <a:gd name="csY18" fmla="*/ 23510 h 71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837" h="71494">
                    <a:moveTo>
                      <a:pt x="4794" y="23510"/>
                    </a:moveTo>
                    <a:lnTo>
                      <a:pt x="14022" y="31199"/>
                    </a:lnTo>
                    <a:lnTo>
                      <a:pt x="23251" y="23510"/>
                    </a:lnTo>
                    <a:cubicBezTo>
                      <a:pt x="23251" y="23510"/>
                      <a:pt x="25563" y="25049"/>
                      <a:pt x="25556" y="34270"/>
                    </a:cubicBezTo>
                    <a:cubicBezTo>
                      <a:pt x="25556" y="43499"/>
                      <a:pt x="17101" y="44265"/>
                      <a:pt x="17101" y="44265"/>
                    </a:cubicBezTo>
                    <a:lnTo>
                      <a:pt x="14789" y="65020"/>
                    </a:lnTo>
                    <a:lnTo>
                      <a:pt x="19406" y="67326"/>
                    </a:lnTo>
                    <a:lnTo>
                      <a:pt x="24790" y="58870"/>
                    </a:lnTo>
                    <a:lnTo>
                      <a:pt x="28635" y="59636"/>
                    </a:lnTo>
                    <a:lnTo>
                      <a:pt x="27868" y="72709"/>
                    </a:lnTo>
                    <a:lnTo>
                      <a:pt x="42481" y="68099"/>
                    </a:lnTo>
                    <a:lnTo>
                      <a:pt x="44020" y="45804"/>
                    </a:lnTo>
                    <a:lnTo>
                      <a:pt x="57866" y="31199"/>
                    </a:lnTo>
                    <a:lnTo>
                      <a:pt x="49404" y="18133"/>
                    </a:lnTo>
                    <a:lnTo>
                      <a:pt x="46325" y="10443"/>
                    </a:lnTo>
                    <a:lnTo>
                      <a:pt x="27868" y="1215"/>
                    </a:lnTo>
                    <a:lnTo>
                      <a:pt x="16335" y="8904"/>
                    </a:lnTo>
                    <a:lnTo>
                      <a:pt x="4028" y="13515"/>
                    </a:lnTo>
                    <a:lnTo>
                      <a:pt x="4794" y="235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6" name="Forme libre : forme 954">
                <a:extLst>
                  <a:ext uri="{FF2B5EF4-FFF2-40B4-BE49-F238E27FC236}">
                    <a16:creationId xmlns:a16="http://schemas.microsoft.com/office/drawing/2014/main" id="{5A652B9F-38DD-EDAB-66B1-C655BC5C1942}"/>
                  </a:ext>
                </a:extLst>
              </p:cNvPr>
              <p:cNvSpPr/>
              <p:nvPr/>
            </p:nvSpPr>
            <p:spPr>
              <a:xfrm rot="8702121" flipV="1">
                <a:off x="8391593" y="3841761"/>
                <a:ext cx="11588" cy="6929"/>
              </a:xfrm>
              <a:custGeom>
                <a:avLst/>
                <a:gdLst>
                  <a:gd name="csX0" fmla="*/ 4012 w 11588"/>
                  <a:gd name="csY0" fmla="*/ 1184 h 6929"/>
                  <a:gd name="csX1" fmla="*/ 13391 w 11588"/>
                  <a:gd name="csY1" fmla="*/ 1184 h 6929"/>
                  <a:gd name="csX2" fmla="*/ 15600 w 11588"/>
                  <a:gd name="csY2" fmla="*/ 4338 h 6929"/>
                  <a:gd name="csX3" fmla="*/ 8855 w 11588"/>
                  <a:gd name="csY3" fmla="*/ 8114 h 6929"/>
                  <a:gd name="csX4" fmla="*/ 4012 w 11588"/>
                  <a:gd name="csY4" fmla="*/ 1184 h 6929"/>
                </a:gdLst>
                <a:ahLst/>
                <a:cxnLst>
                  <a:cxn ang="0">
                    <a:pos x="csX0" y="csY0"/>
                  </a:cxn>
                  <a:cxn ang="0">
                    <a:pos x="csX1" y="csY1"/>
                  </a:cxn>
                  <a:cxn ang="0">
                    <a:pos x="csX2" y="csY2"/>
                  </a:cxn>
                  <a:cxn ang="0">
                    <a:pos x="csX3" y="csY3"/>
                  </a:cxn>
                  <a:cxn ang="0">
                    <a:pos x="csX4" y="csY4"/>
                  </a:cxn>
                </a:cxnLst>
                <a:rect l="l" t="t" r="r" b="b"/>
                <a:pathLst>
                  <a:path w="11588" h="6929">
                    <a:moveTo>
                      <a:pt x="4012" y="1184"/>
                    </a:moveTo>
                    <a:lnTo>
                      <a:pt x="13391" y="1184"/>
                    </a:lnTo>
                    <a:lnTo>
                      <a:pt x="15600" y="4338"/>
                    </a:lnTo>
                    <a:lnTo>
                      <a:pt x="8855" y="8114"/>
                    </a:lnTo>
                    <a:lnTo>
                      <a:pt x="4012" y="11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7" name="Forme libre : forme 955">
                <a:extLst>
                  <a:ext uri="{FF2B5EF4-FFF2-40B4-BE49-F238E27FC236}">
                    <a16:creationId xmlns:a16="http://schemas.microsoft.com/office/drawing/2014/main" id="{C1D2782E-C90E-AF98-1F79-946AC7622CD5}"/>
                  </a:ext>
                </a:extLst>
              </p:cNvPr>
              <p:cNvSpPr/>
              <p:nvPr/>
            </p:nvSpPr>
            <p:spPr>
              <a:xfrm>
                <a:off x="8332465" y="3864433"/>
                <a:ext cx="16151" cy="8448"/>
              </a:xfrm>
              <a:custGeom>
                <a:avLst/>
                <a:gdLst>
                  <a:gd name="csX0" fmla="*/ 9360 w 16151"/>
                  <a:gd name="csY0" fmla="*/ 4270 h 8448"/>
                  <a:gd name="csX1" fmla="*/ 3976 w 16151"/>
                  <a:gd name="csY1" fmla="*/ 5809 h 8448"/>
                  <a:gd name="csX2" fmla="*/ 5515 w 16151"/>
                  <a:gd name="csY2" fmla="*/ 9647 h 8448"/>
                  <a:gd name="csX3" fmla="*/ 14744 w 16151"/>
                  <a:gd name="csY3" fmla="*/ 9647 h 8448"/>
                  <a:gd name="csX4" fmla="*/ 20128 w 16151"/>
                  <a:gd name="csY4" fmla="*/ 5036 h 8448"/>
                  <a:gd name="csX5" fmla="*/ 15510 w 16151"/>
                  <a:gd name="csY5" fmla="*/ 1198 h 8448"/>
                  <a:gd name="csX6" fmla="*/ 9360 w 16151"/>
                  <a:gd name="csY6" fmla="*/ 4270 h 844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8448">
                    <a:moveTo>
                      <a:pt x="9360" y="4270"/>
                    </a:moveTo>
                    <a:lnTo>
                      <a:pt x="3976" y="5809"/>
                    </a:lnTo>
                    <a:lnTo>
                      <a:pt x="5515" y="9647"/>
                    </a:lnTo>
                    <a:lnTo>
                      <a:pt x="14744" y="9647"/>
                    </a:lnTo>
                    <a:lnTo>
                      <a:pt x="20128" y="5036"/>
                    </a:lnTo>
                    <a:lnTo>
                      <a:pt x="15510" y="1198"/>
                    </a:lnTo>
                    <a:lnTo>
                      <a:pt x="9360" y="42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8" name="Forme libre : forme 956">
                <a:extLst>
                  <a:ext uri="{FF2B5EF4-FFF2-40B4-BE49-F238E27FC236}">
                    <a16:creationId xmlns:a16="http://schemas.microsoft.com/office/drawing/2014/main" id="{C561CC69-7B30-BD5E-3DA5-D693E41B1384}"/>
                  </a:ext>
                </a:extLst>
              </p:cNvPr>
              <p:cNvSpPr/>
              <p:nvPr/>
            </p:nvSpPr>
            <p:spPr>
              <a:xfrm rot="-676243" flipV="1">
                <a:off x="8385024" y="3885422"/>
                <a:ext cx="5274" cy="4665"/>
              </a:xfrm>
              <a:custGeom>
                <a:avLst/>
                <a:gdLst>
                  <a:gd name="csX0" fmla="*/ 4005 w 5274"/>
                  <a:gd name="csY0" fmla="*/ 1209 h 4665"/>
                  <a:gd name="csX1" fmla="*/ 7925 w 5274"/>
                  <a:gd name="csY1" fmla="*/ 1209 h 4665"/>
                  <a:gd name="csX2" fmla="*/ 9279 w 5274"/>
                  <a:gd name="csY2" fmla="*/ 4076 h 4665"/>
                  <a:gd name="csX3" fmla="*/ 4149 w 5274"/>
                  <a:gd name="csY3" fmla="*/ 5875 h 4665"/>
                  <a:gd name="csX4" fmla="*/ 4005 w 5274"/>
                  <a:gd name="csY4" fmla="*/ 1209 h 4665"/>
                </a:gdLst>
                <a:ahLst/>
                <a:cxnLst>
                  <a:cxn ang="0">
                    <a:pos x="csX0" y="csY0"/>
                  </a:cxn>
                  <a:cxn ang="0">
                    <a:pos x="csX1" y="csY1"/>
                  </a:cxn>
                  <a:cxn ang="0">
                    <a:pos x="csX2" y="csY2"/>
                  </a:cxn>
                  <a:cxn ang="0">
                    <a:pos x="csX3" y="csY3"/>
                  </a:cxn>
                  <a:cxn ang="0">
                    <a:pos x="csX4" y="csY4"/>
                  </a:cxn>
                </a:cxnLst>
                <a:rect l="l" t="t" r="r" b="b"/>
                <a:pathLst>
                  <a:path w="5274" h="4665">
                    <a:moveTo>
                      <a:pt x="4005" y="1209"/>
                    </a:moveTo>
                    <a:lnTo>
                      <a:pt x="7925" y="1209"/>
                    </a:lnTo>
                    <a:lnTo>
                      <a:pt x="9279" y="4076"/>
                    </a:lnTo>
                    <a:lnTo>
                      <a:pt x="4149" y="5875"/>
                    </a:lnTo>
                    <a:lnTo>
                      <a:pt x="4005" y="1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79" name="Forme libre : forme 957">
                <a:extLst>
                  <a:ext uri="{FF2B5EF4-FFF2-40B4-BE49-F238E27FC236}">
                    <a16:creationId xmlns:a16="http://schemas.microsoft.com/office/drawing/2014/main" id="{6CEB2F66-69C2-5946-5099-40DDFFB84872}"/>
                  </a:ext>
                </a:extLst>
              </p:cNvPr>
              <p:cNvSpPr/>
              <p:nvPr/>
            </p:nvSpPr>
            <p:spPr>
              <a:xfrm>
                <a:off x="8391714" y="3876726"/>
                <a:ext cx="6149" cy="5383"/>
              </a:xfrm>
              <a:custGeom>
                <a:avLst/>
                <a:gdLst>
                  <a:gd name="csX0" fmla="*/ 6315 w 6149"/>
                  <a:gd name="csY0" fmla="*/ 6588 h 5383"/>
                  <a:gd name="csX1" fmla="*/ 9393 w 6149"/>
                  <a:gd name="csY1" fmla="*/ 5822 h 5383"/>
                  <a:gd name="csX2" fmla="*/ 10159 w 6149"/>
                  <a:gd name="csY2" fmla="*/ 3516 h 5383"/>
                  <a:gd name="csX3" fmla="*/ 7081 w 6149"/>
                  <a:gd name="csY3" fmla="*/ 1204 h 5383"/>
                  <a:gd name="csX4" fmla="*/ 4009 w 6149"/>
                  <a:gd name="csY4" fmla="*/ 4283 h 5383"/>
                  <a:gd name="csX5" fmla="*/ 6315 w 6149"/>
                  <a:gd name="csY5" fmla="*/ 6588 h 5383"/>
                </a:gdLst>
                <a:ahLst/>
                <a:cxnLst>
                  <a:cxn ang="0">
                    <a:pos x="csX0" y="csY0"/>
                  </a:cxn>
                  <a:cxn ang="0">
                    <a:pos x="csX1" y="csY1"/>
                  </a:cxn>
                  <a:cxn ang="0">
                    <a:pos x="csX2" y="csY2"/>
                  </a:cxn>
                  <a:cxn ang="0">
                    <a:pos x="csX3" y="csY3"/>
                  </a:cxn>
                  <a:cxn ang="0">
                    <a:pos x="csX4" y="csY4"/>
                  </a:cxn>
                  <a:cxn ang="0">
                    <a:pos x="csX5" y="csY5"/>
                  </a:cxn>
                </a:cxnLst>
                <a:rect l="l" t="t" r="r" b="b"/>
                <a:pathLst>
                  <a:path w="6149" h="5383">
                    <a:moveTo>
                      <a:pt x="6315" y="6588"/>
                    </a:moveTo>
                    <a:lnTo>
                      <a:pt x="9393" y="5822"/>
                    </a:lnTo>
                    <a:lnTo>
                      <a:pt x="10159" y="3516"/>
                    </a:lnTo>
                    <a:lnTo>
                      <a:pt x="7081" y="1204"/>
                    </a:lnTo>
                    <a:lnTo>
                      <a:pt x="4009" y="4283"/>
                    </a:lnTo>
                    <a:lnTo>
                      <a:pt x="6315" y="65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0" name="Forme libre : forme 958">
                <a:extLst>
                  <a:ext uri="{FF2B5EF4-FFF2-40B4-BE49-F238E27FC236}">
                    <a16:creationId xmlns:a16="http://schemas.microsoft.com/office/drawing/2014/main" id="{F844D2D2-369B-C849-9E1E-673FA45B8A1A}"/>
                  </a:ext>
                </a:extLst>
              </p:cNvPr>
              <p:cNvSpPr/>
              <p:nvPr/>
            </p:nvSpPr>
            <p:spPr>
              <a:xfrm rot="6507628" flipV="1">
                <a:off x="8405963" y="3858375"/>
                <a:ext cx="5835" cy="5110"/>
              </a:xfrm>
              <a:custGeom>
                <a:avLst/>
                <a:gdLst>
                  <a:gd name="csX0" fmla="*/ 4989 w 5835"/>
                  <a:gd name="csY0" fmla="*/ 1194 h 5110"/>
                  <a:gd name="csX1" fmla="*/ 9853 w 5835"/>
                  <a:gd name="csY1" fmla="*/ 1194 h 5110"/>
                  <a:gd name="csX2" fmla="*/ 8150 w 5835"/>
                  <a:gd name="csY2" fmla="*/ 6304 h 5110"/>
                  <a:gd name="csX3" fmla="*/ 4018 w 5835"/>
                  <a:gd name="csY3" fmla="*/ 4115 h 5110"/>
                  <a:gd name="csX4" fmla="*/ 4989 w 5835"/>
                  <a:gd name="csY4" fmla="*/ 1194 h 5110"/>
                </a:gdLst>
                <a:ahLst/>
                <a:cxnLst>
                  <a:cxn ang="0">
                    <a:pos x="csX0" y="csY0"/>
                  </a:cxn>
                  <a:cxn ang="0">
                    <a:pos x="csX1" y="csY1"/>
                  </a:cxn>
                  <a:cxn ang="0">
                    <a:pos x="csX2" y="csY2"/>
                  </a:cxn>
                  <a:cxn ang="0">
                    <a:pos x="csX3" y="csY3"/>
                  </a:cxn>
                  <a:cxn ang="0">
                    <a:pos x="csX4" y="csY4"/>
                  </a:cxn>
                </a:cxnLst>
                <a:rect l="l" t="t" r="r" b="b"/>
                <a:pathLst>
                  <a:path w="5835" h="5110">
                    <a:moveTo>
                      <a:pt x="4989" y="1194"/>
                    </a:moveTo>
                    <a:lnTo>
                      <a:pt x="9853" y="1194"/>
                    </a:lnTo>
                    <a:lnTo>
                      <a:pt x="8150" y="6304"/>
                    </a:lnTo>
                    <a:lnTo>
                      <a:pt x="4018" y="4115"/>
                    </a:lnTo>
                    <a:lnTo>
                      <a:pt x="4989" y="1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1" name="Forme libre : forme 959">
                <a:extLst>
                  <a:ext uri="{FF2B5EF4-FFF2-40B4-BE49-F238E27FC236}">
                    <a16:creationId xmlns:a16="http://schemas.microsoft.com/office/drawing/2014/main" id="{9C405BA8-B74A-7B98-E73B-9FFFB96D39E2}"/>
                  </a:ext>
                </a:extLst>
              </p:cNvPr>
              <p:cNvSpPr/>
              <p:nvPr/>
            </p:nvSpPr>
            <p:spPr>
              <a:xfrm>
                <a:off x="8431645" y="3937453"/>
                <a:ext cx="8462" cy="11533"/>
              </a:xfrm>
              <a:custGeom>
                <a:avLst/>
                <a:gdLst>
                  <a:gd name="csX0" fmla="*/ 7113 w 8462"/>
                  <a:gd name="csY0" fmla="*/ 1244 h 11533"/>
                  <a:gd name="csX1" fmla="*/ 4034 w 8462"/>
                  <a:gd name="csY1" fmla="*/ 7394 h 11533"/>
                  <a:gd name="csX2" fmla="*/ 4034 w 8462"/>
                  <a:gd name="csY2" fmla="*/ 12778 h 11533"/>
                  <a:gd name="csX3" fmla="*/ 7113 w 8462"/>
                  <a:gd name="csY3" fmla="*/ 12005 h 11533"/>
                  <a:gd name="csX4" fmla="*/ 12497 w 8462"/>
                  <a:gd name="csY4" fmla="*/ 2011 h 11533"/>
                  <a:gd name="csX5" fmla="*/ 7113 w 8462"/>
                  <a:gd name="csY5" fmla="*/ 1244 h 11533"/>
                </a:gdLst>
                <a:ahLst/>
                <a:cxnLst>
                  <a:cxn ang="0">
                    <a:pos x="csX0" y="csY0"/>
                  </a:cxn>
                  <a:cxn ang="0">
                    <a:pos x="csX1" y="csY1"/>
                  </a:cxn>
                  <a:cxn ang="0">
                    <a:pos x="csX2" y="csY2"/>
                  </a:cxn>
                  <a:cxn ang="0">
                    <a:pos x="csX3" y="csY3"/>
                  </a:cxn>
                  <a:cxn ang="0">
                    <a:pos x="csX4" y="csY4"/>
                  </a:cxn>
                  <a:cxn ang="0">
                    <a:pos x="csX5" y="csY5"/>
                  </a:cxn>
                </a:cxnLst>
                <a:rect l="l" t="t" r="r" b="b"/>
                <a:pathLst>
                  <a:path w="8462" h="11533">
                    <a:moveTo>
                      <a:pt x="7113" y="1244"/>
                    </a:moveTo>
                    <a:lnTo>
                      <a:pt x="4034" y="7394"/>
                    </a:lnTo>
                    <a:lnTo>
                      <a:pt x="4034" y="12778"/>
                    </a:lnTo>
                    <a:lnTo>
                      <a:pt x="7113" y="12005"/>
                    </a:lnTo>
                    <a:lnTo>
                      <a:pt x="12497" y="2011"/>
                    </a:lnTo>
                    <a:lnTo>
                      <a:pt x="7113" y="12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2" name="Forme libre : forme 960">
                <a:extLst>
                  <a:ext uri="{FF2B5EF4-FFF2-40B4-BE49-F238E27FC236}">
                    <a16:creationId xmlns:a16="http://schemas.microsoft.com/office/drawing/2014/main" id="{997DE9F3-CA7A-744F-73BF-8FE187DC29C5}"/>
                  </a:ext>
                </a:extLst>
              </p:cNvPr>
              <p:cNvSpPr/>
              <p:nvPr/>
            </p:nvSpPr>
            <p:spPr>
              <a:xfrm>
                <a:off x="8418633" y="3946674"/>
                <a:ext cx="6923" cy="6916"/>
              </a:xfrm>
              <a:custGeom>
                <a:avLst/>
                <a:gdLst>
                  <a:gd name="csX0" fmla="*/ 10950 w 6923"/>
                  <a:gd name="csY0" fmla="*/ 2787 h 6916"/>
                  <a:gd name="csX1" fmla="*/ 7871 w 6923"/>
                  <a:gd name="csY1" fmla="*/ 1248 h 6916"/>
                  <a:gd name="csX2" fmla="*/ 4027 w 6923"/>
                  <a:gd name="csY2" fmla="*/ 3553 h 6916"/>
                  <a:gd name="csX3" fmla="*/ 4800 w 6923"/>
                  <a:gd name="csY3" fmla="*/ 8164 h 6916"/>
                  <a:gd name="csX4" fmla="*/ 10184 w 6923"/>
                  <a:gd name="csY4" fmla="*/ 5866 h 6916"/>
                  <a:gd name="csX5" fmla="*/ 10950 w 6923"/>
                  <a:gd name="csY5" fmla="*/ 2787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0950" y="2787"/>
                    </a:moveTo>
                    <a:lnTo>
                      <a:pt x="7871" y="1248"/>
                    </a:lnTo>
                    <a:lnTo>
                      <a:pt x="4027" y="3553"/>
                    </a:lnTo>
                    <a:lnTo>
                      <a:pt x="4800" y="8164"/>
                    </a:lnTo>
                    <a:lnTo>
                      <a:pt x="10184" y="5866"/>
                    </a:lnTo>
                    <a:lnTo>
                      <a:pt x="10950" y="2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3" name="Forme libre : forme 961">
                <a:extLst>
                  <a:ext uri="{FF2B5EF4-FFF2-40B4-BE49-F238E27FC236}">
                    <a16:creationId xmlns:a16="http://schemas.microsoft.com/office/drawing/2014/main" id="{97FF7AA9-A48B-37B5-7163-F4F573153126}"/>
                  </a:ext>
                </a:extLst>
              </p:cNvPr>
              <p:cNvSpPr/>
              <p:nvPr/>
            </p:nvSpPr>
            <p:spPr>
              <a:xfrm>
                <a:off x="8751663" y="3559260"/>
                <a:ext cx="20762" cy="18449"/>
              </a:xfrm>
              <a:custGeom>
                <a:avLst/>
                <a:gdLst>
                  <a:gd name="csX0" fmla="*/ 4232 w 20762"/>
                  <a:gd name="csY0" fmla="*/ 17925 h 18449"/>
                  <a:gd name="csX1" fmla="*/ 8076 w 20762"/>
                  <a:gd name="csY1" fmla="*/ 19464 h 18449"/>
                  <a:gd name="csX2" fmla="*/ 17305 w 20762"/>
                  <a:gd name="csY2" fmla="*/ 9470 h 18449"/>
                  <a:gd name="csX3" fmla="*/ 21149 w 20762"/>
                  <a:gd name="csY3" fmla="*/ 10236 h 18449"/>
                  <a:gd name="csX4" fmla="*/ 24994 w 20762"/>
                  <a:gd name="csY4" fmla="*/ 8696 h 18449"/>
                  <a:gd name="csX5" fmla="*/ 24994 w 20762"/>
                  <a:gd name="csY5" fmla="*/ 1014 h 18449"/>
                  <a:gd name="csX6" fmla="*/ 16539 w 20762"/>
                  <a:gd name="csY6" fmla="*/ 1780 h 18449"/>
                  <a:gd name="csX7" fmla="*/ 4232 w 20762"/>
                  <a:gd name="csY7" fmla="*/ 17925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762" h="18449">
                    <a:moveTo>
                      <a:pt x="4232" y="17925"/>
                    </a:moveTo>
                    <a:lnTo>
                      <a:pt x="8076" y="19464"/>
                    </a:lnTo>
                    <a:lnTo>
                      <a:pt x="17305" y="9470"/>
                    </a:lnTo>
                    <a:lnTo>
                      <a:pt x="21149" y="10236"/>
                    </a:lnTo>
                    <a:lnTo>
                      <a:pt x="24994" y="8696"/>
                    </a:lnTo>
                    <a:lnTo>
                      <a:pt x="24994" y="1014"/>
                    </a:lnTo>
                    <a:lnTo>
                      <a:pt x="16539" y="1780"/>
                    </a:lnTo>
                    <a:lnTo>
                      <a:pt x="4232" y="179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4" name="Forme libre : forme 962">
                <a:extLst>
                  <a:ext uri="{FF2B5EF4-FFF2-40B4-BE49-F238E27FC236}">
                    <a16:creationId xmlns:a16="http://schemas.microsoft.com/office/drawing/2014/main" id="{119EA30E-D568-C397-CDF6-BB132CBFDC20}"/>
                  </a:ext>
                </a:extLst>
              </p:cNvPr>
              <p:cNvSpPr/>
              <p:nvPr/>
            </p:nvSpPr>
            <p:spPr>
              <a:xfrm>
                <a:off x="8778548" y="3529283"/>
                <a:ext cx="46141" cy="35353"/>
              </a:xfrm>
              <a:custGeom>
                <a:avLst/>
                <a:gdLst>
                  <a:gd name="csX0" fmla="*/ 26559 w 46141"/>
                  <a:gd name="csY0" fmla="*/ 10225 h 35353"/>
                  <a:gd name="csX1" fmla="*/ 24253 w 46141"/>
                  <a:gd name="csY1" fmla="*/ 5614 h 35353"/>
                  <a:gd name="csX2" fmla="*/ 6563 w 46141"/>
                  <a:gd name="csY2" fmla="*/ 27902 h 35353"/>
                  <a:gd name="csX3" fmla="*/ 4257 w 46141"/>
                  <a:gd name="csY3" fmla="*/ 36357 h 35353"/>
                  <a:gd name="csX4" fmla="*/ 8868 w 46141"/>
                  <a:gd name="csY4" fmla="*/ 36357 h 35353"/>
                  <a:gd name="csX5" fmla="*/ 20402 w 46141"/>
                  <a:gd name="csY5" fmla="*/ 21759 h 35353"/>
                  <a:gd name="csX6" fmla="*/ 37326 w 46141"/>
                  <a:gd name="csY6" fmla="*/ 14070 h 35353"/>
                  <a:gd name="csX7" fmla="*/ 50399 w 46141"/>
                  <a:gd name="csY7" fmla="*/ 1003 h 35353"/>
                  <a:gd name="csX8" fmla="*/ 33482 w 46141"/>
                  <a:gd name="csY8" fmla="*/ 2536 h 35353"/>
                  <a:gd name="csX9" fmla="*/ 26559 w 46141"/>
                  <a:gd name="csY9" fmla="*/ 10225 h 35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1" h="35353">
                    <a:moveTo>
                      <a:pt x="26559" y="10225"/>
                    </a:moveTo>
                    <a:lnTo>
                      <a:pt x="24253" y="5614"/>
                    </a:lnTo>
                    <a:lnTo>
                      <a:pt x="6563" y="27902"/>
                    </a:lnTo>
                    <a:lnTo>
                      <a:pt x="4257" y="36357"/>
                    </a:lnTo>
                    <a:lnTo>
                      <a:pt x="8868" y="36357"/>
                    </a:lnTo>
                    <a:lnTo>
                      <a:pt x="20402" y="21759"/>
                    </a:lnTo>
                    <a:lnTo>
                      <a:pt x="37326" y="14070"/>
                    </a:lnTo>
                    <a:lnTo>
                      <a:pt x="50399" y="1003"/>
                    </a:lnTo>
                    <a:lnTo>
                      <a:pt x="33482" y="2536"/>
                    </a:lnTo>
                    <a:lnTo>
                      <a:pt x="26559" y="102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5" name="Forme libre : forme 963">
                <a:extLst>
                  <a:ext uri="{FF2B5EF4-FFF2-40B4-BE49-F238E27FC236}">
                    <a16:creationId xmlns:a16="http://schemas.microsoft.com/office/drawing/2014/main" id="{160562BC-42C7-8F66-452E-070843BF124A}"/>
                  </a:ext>
                </a:extLst>
              </p:cNvPr>
              <p:cNvSpPr/>
              <p:nvPr/>
            </p:nvSpPr>
            <p:spPr>
              <a:xfrm rot="676243" flipV="1">
                <a:off x="8772110" y="3578456"/>
                <a:ext cx="7545" cy="5424"/>
              </a:xfrm>
              <a:custGeom>
                <a:avLst/>
                <a:gdLst>
                  <a:gd name="csX0" fmla="*/ 4241 w 7545"/>
                  <a:gd name="csY0" fmla="*/ 1023 h 5424"/>
                  <a:gd name="csX1" fmla="*/ 8161 w 7545"/>
                  <a:gd name="csY1" fmla="*/ 1023 h 5424"/>
                  <a:gd name="csX2" fmla="*/ 11787 w 7545"/>
                  <a:gd name="csY2" fmla="*/ 6448 h 5424"/>
                  <a:gd name="csX3" fmla="*/ 4248 w 7545"/>
                  <a:gd name="csY3" fmla="*/ 4949 h 5424"/>
                  <a:gd name="csX4" fmla="*/ 4241 w 7545"/>
                  <a:gd name="csY4" fmla="*/ 1023 h 5424"/>
                </a:gdLst>
                <a:ahLst/>
                <a:cxnLst>
                  <a:cxn ang="0">
                    <a:pos x="csX0" y="csY0"/>
                  </a:cxn>
                  <a:cxn ang="0">
                    <a:pos x="csX1" y="csY1"/>
                  </a:cxn>
                  <a:cxn ang="0">
                    <a:pos x="csX2" y="csY2"/>
                  </a:cxn>
                  <a:cxn ang="0">
                    <a:pos x="csX3" y="csY3"/>
                  </a:cxn>
                  <a:cxn ang="0">
                    <a:pos x="csX4" y="csY4"/>
                  </a:cxn>
                </a:cxnLst>
                <a:rect l="l" t="t" r="r" b="b"/>
                <a:pathLst>
                  <a:path w="7545" h="5424">
                    <a:moveTo>
                      <a:pt x="4241" y="1023"/>
                    </a:moveTo>
                    <a:lnTo>
                      <a:pt x="8161" y="1023"/>
                    </a:lnTo>
                    <a:lnTo>
                      <a:pt x="11787" y="6448"/>
                    </a:lnTo>
                    <a:lnTo>
                      <a:pt x="4248" y="4949"/>
                    </a:lnTo>
                    <a:lnTo>
                      <a:pt x="4241" y="10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6" name="Forme libre : forme 964">
                <a:extLst>
                  <a:ext uri="{FF2B5EF4-FFF2-40B4-BE49-F238E27FC236}">
                    <a16:creationId xmlns:a16="http://schemas.microsoft.com/office/drawing/2014/main" id="{F5043AD8-8243-2AFF-3D5F-2CA07A6FCA87}"/>
                  </a:ext>
                </a:extLst>
              </p:cNvPr>
              <p:cNvSpPr/>
              <p:nvPr/>
            </p:nvSpPr>
            <p:spPr>
              <a:xfrm>
                <a:off x="8833138" y="3507761"/>
                <a:ext cx="26152" cy="18449"/>
              </a:xfrm>
              <a:custGeom>
                <a:avLst/>
                <a:gdLst>
                  <a:gd name="csX0" fmla="*/ 4283 w 26152"/>
                  <a:gd name="csY0" fmla="*/ 17894 h 18449"/>
                  <a:gd name="csX1" fmla="*/ 8127 w 26152"/>
                  <a:gd name="csY1" fmla="*/ 19433 h 18449"/>
                  <a:gd name="csX2" fmla="*/ 15050 w 26152"/>
                  <a:gd name="csY2" fmla="*/ 17894 h 18449"/>
                  <a:gd name="csX3" fmla="*/ 30435 w 26152"/>
                  <a:gd name="csY3" fmla="*/ 4054 h 18449"/>
                  <a:gd name="csX4" fmla="*/ 30435 w 26152"/>
                  <a:gd name="csY4" fmla="*/ 983 h 18449"/>
                  <a:gd name="csX5" fmla="*/ 20434 w 26152"/>
                  <a:gd name="csY5" fmla="*/ 1749 h 18449"/>
                  <a:gd name="csX6" fmla="*/ 4283 w 26152"/>
                  <a:gd name="csY6" fmla="*/ 1789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8449">
                    <a:moveTo>
                      <a:pt x="4283" y="17894"/>
                    </a:moveTo>
                    <a:lnTo>
                      <a:pt x="8127" y="19433"/>
                    </a:lnTo>
                    <a:lnTo>
                      <a:pt x="15050" y="17894"/>
                    </a:lnTo>
                    <a:lnTo>
                      <a:pt x="30435" y="4054"/>
                    </a:lnTo>
                    <a:lnTo>
                      <a:pt x="30435" y="983"/>
                    </a:lnTo>
                    <a:lnTo>
                      <a:pt x="20434" y="1749"/>
                    </a:lnTo>
                    <a:lnTo>
                      <a:pt x="4283" y="17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7" name="Forme libre : forme 965">
                <a:extLst>
                  <a:ext uri="{FF2B5EF4-FFF2-40B4-BE49-F238E27FC236}">
                    <a16:creationId xmlns:a16="http://schemas.microsoft.com/office/drawing/2014/main" id="{B0C62E8E-BF1A-2D75-CB13-2D8B911A9A3D}"/>
                  </a:ext>
                </a:extLst>
              </p:cNvPr>
              <p:cNvSpPr/>
              <p:nvPr/>
            </p:nvSpPr>
            <p:spPr>
              <a:xfrm>
                <a:off x="8882386" y="3477018"/>
                <a:ext cx="16151" cy="15371"/>
              </a:xfrm>
              <a:custGeom>
                <a:avLst/>
                <a:gdLst>
                  <a:gd name="csX0" fmla="*/ 20464 w 16151"/>
                  <a:gd name="csY0" fmla="*/ 6342 h 15371"/>
                  <a:gd name="csX1" fmla="*/ 19698 w 16151"/>
                  <a:gd name="csY1" fmla="*/ 1731 h 15371"/>
                  <a:gd name="csX2" fmla="*/ 15080 w 16151"/>
                  <a:gd name="csY2" fmla="*/ 965 h 15371"/>
                  <a:gd name="csX3" fmla="*/ 4313 w 16151"/>
                  <a:gd name="csY3" fmla="*/ 10952 h 15371"/>
                  <a:gd name="csX4" fmla="*/ 4313 w 16151"/>
                  <a:gd name="csY4" fmla="*/ 16336 h 15371"/>
                  <a:gd name="csX5" fmla="*/ 11236 w 16151"/>
                  <a:gd name="csY5" fmla="*/ 15563 h 15371"/>
                  <a:gd name="csX6" fmla="*/ 20464 w 16151"/>
                  <a:gd name="csY6" fmla="*/ 634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5371">
                    <a:moveTo>
                      <a:pt x="20464" y="6342"/>
                    </a:moveTo>
                    <a:lnTo>
                      <a:pt x="19698" y="1731"/>
                    </a:lnTo>
                    <a:lnTo>
                      <a:pt x="15080" y="965"/>
                    </a:lnTo>
                    <a:lnTo>
                      <a:pt x="4313" y="10952"/>
                    </a:lnTo>
                    <a:lnTo>
                      <a:pt x="4313" y="16336"/>
                    </a:lnTo>
                    <a:lnTo>
                      <a:pt x="11236" y="15563"/>
                    </a:lnTo>
                    <a:lnTo>
                      <a:pt x="20464" y="63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8" name="Forme libre : forme 966">
                <a:extLst>
                  <a:ext uri="{FF2B5EF4-FFF2-40B4-BE49-F238E27FC236}">
                    <a16:creationId xmlns:a16="http://schemas.microsoft.com/office/drawing/2014/main" id="{DBE50486-AD7C-F07D-7DBD-7A0A48BA7A66}"/>
                  </a:ext>
                </a:extLst>
              </p:cNvPr>
              <p:cNvSpPr/>
              <p:nvPr/>
            </p:nvSpPr>
            <p:spPr>
              <a:xfrm>
                <a:off x="8956206" y="3364013"/>
                <a:ext cx="22301" cy="19982"/>
              </a:xfrm>
              <a:custGeom>
                <a:avLst/>
                <a:gdLst>
                  <a:gd name="csX0" fmla="*/ 26661 w 22301"/>
                  <a:gd name="csY0" fmla="*/ 1664 h 19982"/>
                  <a:gd name="csX1" fmla="*/ 22817 w 22301"/>
                  <a:gd name="csY1" fmla="*/ 898 h 19982"/>
                  <a:gd name="csX2" fmla="*/ 13588 w 22301"/>
                  <a:gd name="csY2" fmla="*/ 8581 h 19982"/>
                  <a:gd name="csX3" fmla="*/ 4360 w 22301"/>
                  <a:gd name="csY3" fmla="*/ 14730 h 19982"/>
                  <a:gd name="csX4" fmla="*/ 8205 w 22301"/>
                  <a:gd name="csY4" fmla="*/ 20880 h 19982"/>
                  <a:gd name="csX5" fmla="*/ 22817 w 22301"/>
                  <a:gd name="csY5" fmla="*/ 16270 h 19982"/>
                  <a:gd name="csX6" fmla="*/ 26661 w 22301"/>
                  <a:gd name="csY6" fmla="*/ 1664 h 199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01" h="19982">
                    <a:moveTo>
                      <a:pt x="26661" y="1664"/>
                    </a:moveTo>
                    <a:lnTo>
                      <a:pt x="22817" y="898"/>
                    </a:lnTo>
                    <a:lnTo>
                      <a:pt x="13588" y="8581"/>
                    </a:lnTo>
                    <a:lnTo>
                      <a:pt x="4360" y="14730"/>
                    </a:lnTo>
                    <a:lnTo>
                      <a:pt x="8205" y="20880"/>
                    </a:lnTo>
                    <a:lnTo>
                      <a:pt x="22817" y="16270"/>
                    </a:lnTo>
                    <a:lnTo>
                      <a:pt x="26661" y="1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89" name="Forme libre : forme 967">
                <a:extLst>
                  <a:ext uri="{FF2B5EF4-FFF2-40B4-BE49-F238E27FC236}">
                    <a16:creationId xmlns:a16="http://schemas.microsoft.com/office/drawing/2014/main" id="{017EB43B-E596-3CBA-FB24-DF1E1A968369}"/>
                  </a:ext>
                </a:extLst>
              </p:cNvPr>
              <p:cNvSpPr/>
              <p:nvPr/>
            </p:nvSpPr>
            <p:spPr>
              <a:xfrm>
                <a:off x="8944679" y="3396296"/>
                <a:ext cx="10001" cy="13072"/>
              </a:xfrm>
              <a:custGeom>
                <a:avLst/>
                <a:gdLst>
                  <a:gd name="csX0" fmla="*/ 5886 w 10001"/>
                  <a:gd name="csY0" fmla="*/ 1688 h 13072"/>
                  <a:gd name="csX1" fmla="*/ 4347 w 10001"/>
                  <a:gd name="csY1" fmla="*/ 13988 h 13072"/>
                  <a:gd name="csX2" fmla="*/ 9731 w 10001"/>
                  <a:gd name="csY2" fmla="*/ 13215 h 13072"/>
                  <a:gd name="csX3" fmla="*/ 14348 w 10001"/>
                  <a:gd name="csY3" fmla="*/ 7065 h 13072"/>
                  <a:gd name="csX4" fmla="*/ 12809 w 10001"/>
                  <a:gd name="csY4" fmla="*/ 915 h 13072"/>
                  <a:gd name="csX5" fmla="*/ 5886 w 10001"/>
                  <a:gd name="csY5" fmla="*/ 1688 h 13072"/>
                </a:gdLst>
                <a:ahLst/>
                <a:cxnLst>
                  <a:cxn ang="0">
                    <a:pos x="csX0" y="csY0"/>
                  </a:cxn>
                  <a:cxn ang="0">
                    <a:pos x="csX1" y="csY1"/>
                  </a:cxn>
                  <a:cxn ang="0">
                    <a:pos x="csX2" y="csY2"/>
                  </a:cxn>
                  <a:cxn ang="0">
                    <a:pos x="csX3" y="csY3"/>
                  </a:cxn>
                  <a:cxn ang="0">
                    <a:pos x="csX4" y="csY4"/>
                  </a:cxn>
                  <a:cxn ang="0">
                    <a:pos x="csX5" y="csY5"/>
                  </a:cxn>
                </a:cxnLst>
                <a:rect l="l" t="t" r="r" b="b"/>
                <a:pathLst>
                  <a:path w="10001" h="13072">
                    <a:moveTo>
                      <a:pt x="5886" y="1688"/>
                    </a:moveTo>
                    <a:lnTo>
                      <a:pt x="4347" y="13988"/>
                    </a:lnTo>
                    <a:lnTo>
                      <a:pt x="9731" y="13215"/>
                    </a:lnTo>
                    <a:lnTo>
                      <a:pt x="14348" y="7065"/>
                    </a:lnTo>
                    <a:lnTo>
                      <a:pt x="12809" y="915"/>
                    </a:lnTo>
                    <a:lnTo>
                      <a:pt x="5886" y="1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0" name="Forme libre : forme 968">
                <a:extLst>
                  <a:ext uri="{FF2B5EF4-FFF2-40B4-BE49-F238E27FC236}">
                    <a16:creationId xmlns:a16="http://schemas.microsoft.com/office/drawing/2014/main" id="{22DD7ED2-F869-F695-E8F0-1E40888C1FFC}"/>
                  </a:ext>
                </a:extLst>
              </p:cNvPr>
              <p:cNvSpPr/>
              <p:nvPr/>
            </p:nvSpPr>
            <p:spPr>
              <a:xfrm>
                <a:off x="8932386" y="3417824"/>
                <a:ext cx="10001" cy="9987"/>
              </a:xfrm>
              <a:custGeom>
                <a:avLst/>
                <a:gdLst>
                  <a:gd name="csX0" fmla="*/ 14342 w 10001"/>
                  <a:gd name="csY0" fmla="*/ 1693 h 9987"/>
                  <a:gd name="csX1" fmla="*/ 8185 w 10001"/>
                  <a:gd name="csY1" fmla="*/ 927 h 9987"/>
                  <a:gd name="csX2" fmla="*/ 4341 w 10001"/>
                  <a:gd name="csY2" fmla="*/ 5538 h 9987"/>
                  <a:gd name="csX3" fmla="*/ 4341 w 10001"/>
                  <a:gd name="csY3" fmla="*/ 10915 h 9987"/>
                  <a:gd name="csX4" fmla="*/ 8185 w 10001"/>
                  <a:gd name="csY4" fmla="*/ 10915 h 9987"/>
                  <a:gd name="csX5" fmla="*/ 14342 w 10001"/>
                  <a:gd name="csY5" fmla="*/ 5538 h 9987"/>
                  <a:gd name="csX6" fmla="*/ 14342 w 10001"/>
                  <a:gd name="csY6" fmla="*/ 1693 h 99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9987">
                    <a:moveTo>
                      <a:pt x="14342" y="1693"/>
                    </a:moveTo>
                    <a:lnTo>
                      <a:pt x="8185" y="927"/>
                    </a:lnTo>
                    <a:lnTo>
                      <a:pt x="4341" y="5538"/>
                    </a:lnTo>
                    <a:lnTo>
                      <a:pt x="4341" y="10915"/>
                    </a:lnTo>
                    <a:lnTo>
                      <a:pt x="8185" y="10915"/>
                    </a:lnTo>
                    <a:lnTo>
                      <a:pt x="14342" y="5538"/>
                    </a:lnTo>
                    <a:lnTo>
                      <a:pt x="14342" y="169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1" name="Forme libre : forme 969">
                <a:extLst>
                  <a:ext uri="{FF2B5EF4-FFF2-40B4-BE49-F238E27FC236}">
                    <a16:creationId xmlns:a16="http://schemas.microsoft.com/office/drawing/2014/main" id="{A36F11FD-BCFB-86BA-3355-D52DB330A07B}"/>
                  </a:ext>
                </a:extLst>
              </p:cNvPr>
              <p:cNvSpPr/>
              <p:nvPr/>
            </p:nvSpPr>
            <p:spPr>
              <a:xfrm>
                <a:off x="8914668" y="3439346"/>
                <a:ext cx="6923" cy="9228"/>
              </a:xfrm>
              <a:custGeom>
                <a:avLst/>
                <a:gdLst>
                  <a:gd name="csX0" fmla="*/ 11252 w 6923"/>
                  <a:gd name="csY0" fmla="*/ 7089 h 9228"/>
                  <a:gd name="csX1" fmla="*/ 9713 w 6923"/>
                  <a:gd name="csY1" fmla="*/ 939 h 9228"/>
                  <a:gd name="csX2" fmla="*/ 5102 w 6923"/>
                  <a:gd name="csY2" fmla="*/ 4784 h 9228"/>
                  <a:gd name="csX3" fmla="*/ 4329 w 6923"/>
                  <a:gd name="csY3" fmla="*/ 8628 h 9228"/>
                  <a:gd name="csX4" fmla="*/ 7407 w 6923"/>
                  <a:gd name="csY4" fmla="*/ 10168 h 9228"/>
                  <a:gd name="csX5" fmla="*/ 11252 w 6923"/>
                  <a:gd name="csY5" fmla="*/ 7089 h 9228"/>
                </a:gdLst>
                <a:ahLst/>
                <a:cxnLst>
                  <a:cxn ang="0">
                    <a:pos x="csX0" y="csY0"/>
                  </a:cxn>
                  <a:cxn ang="0">
                    <a:pos x="csX1" y="csY1"/>
                  </a:cxn>
                  <a:cxn ang="0">
                    <a:pos x="csX2" y="csY2"/>
                  </a:cxn>
                  <a:cxn ang="0">
                    <a:pos x="csX3" y="csY3"/>
                  </a:cxn>
                  <a:cxn ang="0">
                    <a:pos x="csX4" y="csY4"/>
                  </a:cxn>
                  <a:cxn ang="0">
                    <a:pos x="csX5" y="csY5"/>
                  </a:cxn>
                </a:cxnLst>
                <a:rect l="l" t="t" r="r" b="b"/>
                <a:pathLst>
                  <a:path w="6923" h="9228">
                    <a:moveTo>
                      <a:pt x="11252" y="7089"/>
                    </a:moveTo>
                    <a:lnTo>
                      <a:pt x="9713" y="939"/>
                    </a:lnTo>
                    <a:lnTo>
                      <a:pt x="5102" y="4784"/>
                    </a:lnTo>
                    <a:lnTo>
                      <a:pt x="4329" y="8628"/>
                    </a:lnTo>
                    <a:lnTo>
                      <a:pt x="7407" y="10168"/>
                    </a:lnTo>
                    <a:lnTo>
                      <a:pt x="11252" y="70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2" name="Forme libre : forme 970">
                <a:extLst>
                  <a:ext uri="{FF2B5EF4-FFF2-40B4-BE49-F238E27FC236}">
                    <a16:creationId xmlns:a16="http://schemas.microsoft.com/office/drawing/2014/main" id="{24204B5F-C9F4-F125-50EA-84A4BA00DEDD}"/>
                  </a:ext>
                </a:extLst>
              </p:cNvPr>
              <p:cNvSpPr/>
              <p:nvPr/>
            </p:nvSpPr>
            <p:spPr>
              <a:xfrm>
                <a:off x="8202488" y="4071979"/>
                <a:ext cx="32815" cy="69695"/>
              </a:xfrm>
              <a:custGeom>
                <a:avLst/>
                <a:gdLst>
                  <a:gd name="csX0" fmla="*/ 19281 w 32815"/>
                  <a:gd name="csY0" fmla="*/ 68981 h 69695"/>
                  <a:gd name="csX1" fmla="*/ 25438 w 32815"/>
                  <a:gd name="csY1" fmla="*/ 45408 h 69695"/>
                  <a:gd name="csX2" fmla="*/ 36718 w 32815"/>
                  <a:gd name="csY2" fmla="*/ 33108 h 69695"/>
                  <a:gd name="csX3" fmla="*/ 36718 w 32815"/>
                  <a:gd name="csY3" fmla="*/ 4410 h 69695"/>
                  <a:gd name="csX4" fmla="*/ 23385 w 32815"/>
                  <a:gd name="csY4" fmla="*/ 1338 h 69695"/>
                  <a:gd name="csX5" fmla="*/ 18255 w 32815"/>
                  <a:gd name="csY5" fmla="*/ 5436 h 69695"/>
                  <a:gd name="csX6" fmla="*/ 18255 w 32815"/>
                  <a:gd name="csY6" fmla="*/ 15684 h 69695"/>
                  <a:gd name="csX7" fmla="*/ 3902 w 32815"/>
                  <a:gd name="csY7" fmla="*/ 37205 h 69695"/>
                  <a:gd name="csX8" fmla="*/ 4922 w 32815"/>
                  <a:gd name="csY8" fmla="*/ 60779 h 69695"/>
                  <a:gd name="csX9" fmla="*/ 11078 w 32815"/>
                  <a:gd name="csY9" fmla="*/ 71034 h 69695"/>
                  <a:gd name="csX10" fmla="*/ 19281 w 32815"/>
                  <a:gd name="csY10" fmla="*/ 68981 h 696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2815" h="69695">
                    <a:moveTo>
                      <a:pt x="19281" y="68981"/>
                    </a:moveTo>
                    <a:lnTo>
                      <a:pt x="25438" y="45408"/>
                    </a:lnTo>
                    <a:lnTo>
                      <a:pt x="36718" y="33108"/>
                    </a:lnTo>
                    <a:lnTo>
                      <a:pt x="36718" y="4410"/>
                    </a:lnTo>
                    <a:lnTo>
                      <a:pt x="23385" y="1338"/>
                    </a:lnTo>
                    <a:lnTo>
                      <a:pt x="18255" y="5436"/>
                    </a:lnTo>
                    <a:lnTo>
                      <a:pt x="18255" y="15684"/>
                    </a:lnTo>
                    <a:lnTo>
                      <a:pt x="3902" y="37205"/>
                    </a:lnTo>
                    <a:lnTo>
                      <a:pt x="4922" y="60779"/>
                    </a:lnTo>
                    <a:lnTo>
                      <a:pt x="11078" y="71034"/>
                    </a:lnTo>
                    <a:lnTo>
                      <a:pt x="19281" y="689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3" name="Forme libre : forme 971">
                <a:extLst>
                  <a:ext uri="{FF2B5EF4-FFF2-40B4-BE49-F238E27FC236}">
                    <a16:creationId xmlns:a16="http://schemas.microsoft.com/office/drawing/2014/main" id="{1B679B42-5382-7D3A-6229-E848FDF783C6}"/>
                  </a:ext>
                </a:extLst>
              </p:cNvPr>
              <p:cNvSpPr/>
              <p:nvPr/>
            </p:nvSpPr>
            <p:spPr>
              <a:xfrm>
                <a:off x="7953294" y="4188815"/>
                <a:ext cx="51525" cy="43049"/>
              </a:xfrm>
              <a:custGeom>
                <a:avLst/>
                <a:gdLst>
                  <a:gd name="csX0" fmla="*/ 42211 w 51525"/>
                  <a:gd name="csY0" fmla="*/ 32155 h 43049"/>
                  <a:gd name="csX1" fmla="*/ 48361 w 51525"/>
                  <a:gd name="csY1" fmla="*/ 14471 h 43049"/>
                  <a:gd name="csX2" fmla="*/ 55284 w 51525"/>
                  <a:gd name="csY2" fmla="*/ 6789 h 43049"/>
                  <a:gd name="csX3" fmla="*/ 42984 w 51525"/>
                  <a:gd name="csY3" fmla="*/ 1405 h 43049"/>
                  <a:gd name="csX4" fmla="*/ 35288 w 51525"/>
                  <a:gd name="csY4" fmla="*/ 2171 h 43049"/>
                  <a:gd name="csX5" fmla="*/ 21449 w 51525"/>
                  <a:gd name="csY5" fmla="*/ 7555 h 43049"/>
                  <a:gd name="csX6" fmla="*/ 16831 w 51525"/>
                  <a:gd name="csY6" fmla="*/ 5249 h 43049"/>
                  <a:gd name="csX7" fmla="*/ 3758 w 51525"/>
                  <a:gd name="csY7" fmla="*/ 19089 h 43049"/>
                  <a:gd name="csX8" fmla="*/ 3758 w 51525"/>
                  <a:gd name="csY8" fmla="*/ 36766 h 43049"/>
                  <a:gd name="csX9" fmla="*/ 16831 w 51525"/>
                  <a:gd name="csY9" fmla="*/ 44455 h 43049"/>
                  <a:gd name="csX10" fmla="*/ 30670 w 51525"/>
                  <a:gd name="csY10" fmla="*/ 42916 h 43049"/>
                  <a:gd name="csX11" fmla="*/ 42211 w 51525"/>
                  <a:gd name="csY11" fmla="*/ 32155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525" h="43049">
                    <a:moveTo>
                      <a:pt x="42211" y="32155"/>
                    </a:moveTo>
                    <a:lnTo>
                      <a:pt x="48361" y="14471"/>
                    </a:lnTo>
                    <a:lnTo>
                      <a:pt x="55284" y="6789"/>
                    </a:lnTo>
                    <a:lnTo>
                      <a:pt x="42984" y="1405"/>
                    </a:lnTo>
                    <a:lnTo>
                      <a:pt x="35288" y="2171"/>
                    </a:lnTo>
                    <a:lnTo>
                      <a:pt x="21449" y="7555"/>
                    </a:lnTo>
                    <a:lnTo>
                      <a:pt x="16831" y="5249"/>
                    </a:lnTo>
                    <a:lnTo>
                      <a:pt x="3758" y="19089"/>
                    </a:lnTo>
                    <a:lnTo>
                      <a:pt x="3758" y="36766"/>
                    </a:lnTo>
                    <a:lnTo>
                      <a:pt x="16831" y="44455"/>
                    </a:lnTo>
                    <a:lnTo>
                      <a:pt x="30670" y="42916"/>
                    </a:lnTo>
                    <a:lnTo>
                      <a:pt x="42211" y="321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4" name="Forme libre : forme 972">
                <a:extLst>
                  <a:ext uri="{FF2B5EF4-FFF2-40B4-BE49-F238E27FC236}">
                    <a16:creationId xmlns:a16="http://schemas.microsoft.com/office/drawing/2014/main" id="{4296BC6F-9C01-61DD-24F0-E2D13129E30A}"/>
                  </a:ext>
                </a:extLst>
              </p:cNvPr>
              <p:cNvSpPr/>
              <p:nvPr/>
            </p:nvSpPr>
            <p:spPr>
              <a:xfrm>
                <a:off x="8390121" y="3993063"/>
                <a:ext cx="15898" cy="10247"/>
              </a:xfrm>
              <a:custGeom>
                <a:avLst/>
                <a:gdLst>
                  <a:gd name="csX0" fmla="*/ 4010 w 15898"/>
                  <a:gd name="csY0" fmla="*/ 11524 h 10247"/>
                  <a:gd name="csX1" fmla="*/ 14265 w 15898"/>
                  <a:gd name="csY1" fmla="*/ 11524 h 10247"/>
                  <a:gd name="csX2" fmla="*/ 19909 w 15898"/>
                  <a:gd name="csY2" fmla="*/ 3835 h 10247"/>
                  <a:gd name="csX3" fmla="*/ 19909 w 15898"/>
                  <a:gd name="csY3" fmla="*/ 1276 h 10247"/>
                  <a:gd name="csX4" fmla="*/ 11187 w 15898"/>
                  <a:gd name="csY4" fmla="*/ 1276 h 10247"/>
                  <a:gd name="csX5" fmla="*/ 4010 w 15898"/>
                  <a:gd name="csY5" fmla="*/ 7939 h 10247"/>
                  <a:gd name="csX6" fmla="*/ 4010 w 15898"/>
                  <a:gd name="csY6" fmla="*/ 11524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898" h="10247">
                    <a:moveTo>
                      <a:pt x="4010" y="11524"/>
                    </a:moveTo>
                    <a:lnTo>
                      <a:pt x="14265" y="11524"/>
                    </a:lnTo>
                    <a:lnTo>
                      <a:pt x="19909" y="3835"/>
                    </a:lnTo>
                    <a:lnTo>
                      <a:pt x="19909" y="1276"/>
                    </a:lnTo>
                    <a:lnTo>
                      <a:pt x="11187" y="1276"/>
                    </a:lnTo>
                    <a:lnTo>
                      <a:pt x="4010" y="7939"/>
                    </a:lnTo>
                    <a:lnTo>
                      <a:pt x="4010" y="115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5" name="Forme libre : forme 973">
                <a:extLst>
                  <a:ext uri="{FF2B5EF4-FFF2-40B4-BE49-F238E27FC236}">
                    <a16:creationId xmlns:a16="http://schemas.microsoft.com/office/drawing/2014/main" id="{4CE4FD3D-F1AF-DD9A-7CA7-D80FF6AC5702}"/>
                  </a:ext>
                </a:extLst>
              </p:cNvPr>
              <p:cNvSpPr/>
              <p:nvPr/>
            </p:nvSpPr>
            <p:spPr>
              <a:xfrm>
                <a:off x="8387042" y="4008940"/>
                <a:ext cx="9228" cy="6663"/>
              </a:xfrm>
              <a:custGeom>
                <a:avLst/>
                <a:gdLst>
                  <a:gd name="csX0" fmla="*/ 4007 w 9228"/>
                  <a:gd name="csY0" fmla="*/ 4877 h 6663"/>
                  <a:gd name="csX1" fmla="*/ 7592 w 9228"/>
                  <a:gd name="csY1" fmla="*/ 7949 h 6663"/>
                  <a:gd name="csX2" fmla="*/ 13235 w 9228"/>
                  <a:gd name="csY2" fmla="*/ 6416 h 6663"/>
                  <a:gd name="csX3" fmla="*/ 11696 w 9228"/>
                  <a:gd name="csY3" fmla="*/ 1286 h 6663"/>
                  <a:gd name="csX4" fmla="*/ 6572 w 9228"/>
                  <a:gd name="csY4" fmla="*/ 1799 h 6663"/>
                  <a:gd name="csX5" fmla="*/ 4007 w 9228"/>
                  <a:gd name="csY5" fmla="*/ 4877 h 6663"/>
                </a:gdLst>
                <a:ahLst/>
                <a:cxnLst>
                  <a:cxn ang="0">
                    <a:pos x="csX0" y="csY0"/>
                  </a:cxn>
                  <a:cxn ang="0">
                    <a:pos x="csX1" y="csY1"/>
                  </a:cxn>
                  <a:cxn ang="0">
                    <a:pos x="csX2" y="csY2"/>
                  </a:cxn>
                  <a:cxn ang="0">
                    <a:pos x="csX3" y="csY3"/>
                  </a:cxn>
                  <a:cxn ang="0">
                    <a:pos x="csX4" y="csY4"/>
                  </a:cxn>
                  <a:cxn ang="0">
                    <a:pos x="csX5" y="csY5"/>
                  </a:cxn>
                </a:cxnLst>
                <a:rect l="l" t="t" r="r" b="b"/>
                <a:pathLst>
                  <a:path w="9228" h="6663">
                    <a:moveTo>
                      <a:pt x="4007" y="4877"/>
                    </a:moveTo>
                    <a:lnTo>
                      <a:pt x="7592" y="7949"/>
                    </a:lnTo>
                    <a:lnTo>
                      <a:pt x="13235" y="6416"/>
                    </a:lnTo>
                    <a:lnTo>
                      <a:pt x="11696" y="1286"/>
                    </a:lnTo>
                    <a:lnTo>
                      <a:pt x="6572" y="1799"/>
                    </a:lnTo>
                    <a:lnTo>
                      <a:pt x="4007" y="4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6" name="Forme libre : forme 974">
                <a:extLst>
                  <a:ext uri="{FF2B5EF4-FFF2-40B4-BE49-F238E27FC236}">
                    <a16:creationId xmlns:a16="http://schemas.microsoft.com/office/drawing/2014/main" id="{BCC7EC37-0B2D-C448-7C41-757623AA930B}"/>
                  </a:ext>
                </a:extLst>
              </p:cNvPr>
              <p:cNvSpPr/>
              <p:nvPr/>
            </p:nvSpPr>
            <p:spPr>
              <a:xfrm>
                <a:off x="8361464" y="4035079"/>
                <a:ext cx="15378" cy="14865"/>
              </a:xfrm>
              <a:custGeom>
                <a:avLst/>
                <a:gdLst>
                  <a:gd name="csX0" fmla="*/ 8091 w 15378"/>
                  <a:gd name="csY0" fmla="*/ 8480 h 14865"/>
                  <a:gd name="csX1" fmla="*/ 3993 w 15378"/>
                  <a:gd name="csY1" fmla="*/ 10019 h 14865"/>
                  <a:gd name="csX2" fmla="*/ 6552 w 15378"/>
                  <a:gd name="csY2" fmla="*/ 16169 h 14865"/>
                  <a:gd name="csX3" fmla="*/ 15780 w 15378"/>
                  <a:gd name="csY3" fmla="*/ 8480 h 14865"/>
                  <a:gd name="csX4" fmla="*/ 19372 w 15378"/>
                  <a:gd name="csY4" fmla="*/ 2330 h 14865"/>
                  <a:gd name="csX5" fmla="*/ 12196 w 15378"/>
                  <a:gd name="csY5" fmla="*/ 1304 h 14865"/>
                  <a:gd name="csX6" fmla="*/ 8091 w 15378"/>
                  <a:gd name="csY6" fmla="*/ 8480 h 148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4865">
                    <a:moveTo>
                      <a:pt x="8091" y="8480"/>
                    </a:moveTo>
                    <a:lnTo>
                      <a:pt x="3993" y="10019"/>
                    </a:lnTo>
                    <a:lnTo>
                      <a:pt x="6552" y="16169"/>
                    </a:lnTo>
                    <a:lnTo>
                      <a:pt x="15780" y="8480"/>
                    </a:lnTo>
                    <a:lnTo>
                      <a:pt x="19372" y="2330"/>
                    </a:lnTo>
                    <a:lnTo>
                      <a:pt x="12196" y="1304"/>
                    </a:lnTo>
                    <a:lnTo>
                      <a:pt x="8091" y="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7" name="Forme libre : forme 975">
                <a:extLst>
                  <a:ext uri="{FF2B5EF4-FFF2-40B4-BE49-F238E27FC236}">
                    <a16:creationId xmlns:a16="http://schemas.microsoft.com/office/drawing/2014/main" id="{30F48B22-D47D-7D0F-DD0E-6630D3C21953}"/>
                  </a:ext>
                </a:extLst>
              </p:cNvPr>
              <p:cNvSpPr/>
              <p:nvPr/>
            </p:nvSpPr>
            <p:spPr>
              <a:xfrm>
                <a:off x="8305033" y="4075051"/>
                <a:ext cx="10767" cy="7176"/>
              </a:xfrm>
              <a:custGeom>
                <a:avLst/>
                <a:gdLst>
                  <a:gd name="csX0" fmla="*/ 13187 w 10767"/>
                  <a:gd name="csY0" fmla="*/ 2866 h 7176"/>
                  <a:gd name="csX1" fmla="*/ 7550 w 10767"/>
                  <a:gd name="csY1" fmla="*/ 1326 h 7176"/>
                  <a:gd name="csX2" fmla="*/ 3959 w 10767"/>
                  <a:gd name="csY2" fmla="*/ 5944 h 7176"/>
                  <a:gd name="csX3" fmla="*/ 9083 w 10767"/>
                  <a:gd name="csY3" fmla="*/ 8502 h 7176"/>
                  <a:gd name="csX4" fmla="*/ 14726 w 10767"/>
                  <a:gd name="csY4" fmla="*/ 5944 h 7176"/>
                  <a:gd name="csX5" fmla="*/ 13187 w 10767"/>
                  <a:gd name="csY5" fmla="*/ 2866 h 7176"/>
                </a:gdLst>
                <a:ahLst/>
                <a:cxnLst>
                  <a:cxn ang="0">
                    <a:pos x="csX0" y="csY0"/>
                  </a:cxn>
                  <a:cxn ang="0">
                    <a:pos x="csX1" y="csY1"/>
                  </a:cxn>
                  <a:cxn ang="0">
                    <a:pos x="csX2" y="csY2"/>
                  </a:cxn>
                  <a:cxn ang="0">
                    <a:pos x="csX3" y="csY3"/>
                  </a:cxn>
                  <a:cxn ang="0">
                    <a:pos x="csX4" y="csY4"/>
                  </a:cxn>
                  <a:cxn ang="0">
                    <a:pos x="csX5" y="csY5"/>
                  </a:cxn>
                </a:cxnLst>
                <a:rect l="l" t="t" r="r" b="b"/>
                <a:pathLst>
                  <a:path w="10767" h="7176">
                    <a:moveTo>
                      <a:pt x="13187" y="2866"/>
                    </a:moveTo>
                    <a:lnTo>
                      <a:pt x="7550" y="1326"/>
                    </a:lnTo>
                    <a:lnTo>
                      <a:pt x="3959" y="5944"/>
                    </a:lnTo>
                    <a:lnTo>
                      <a:pt x="9083" y="8502"/>
                    </a:lnTo>
                    <a:lnTo>
                      <a:pt x="14726" y="5944"/>
                    </a:lnTo>
                    <a:lnTo>
                      <a:pt x="13187" y="28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8" name="Forme libre : forme 976">
                <a:extLst>
                  <a:ext uri="{FF2B5EF4-FFF2-40B4-BE49-F238E27FC236}">
                    <a16:creationId xmlns:a16="http://schemas.microsoft.com/office/drawing/2014/main" id="{274ED1C5-87D3-C5DB-8E1E-62976FEBBFC1}"/>
                  </a:ext>
                </a:extLst>
              </p:cNvPr>
              <p:cNvSpPr/>
              <p:nvPr/>
            </p:nvSpPr>
            <p:spPr>
              <a:xfrm>
                <a:off x="8286576" y="4081714"/>
                <a:ext cx="6149" cy="10247"/>
              </a:xfrm>
              <a:custGeom>
                <a:avLst/>
                <a:gdLst>
                  <a:gd name="csX0" fmla="*/ 10096 w 6149"/>
                  <a:gd name="csY0" fmla="*/ 3890 h 10247"/>
                  <a:gd name="csX1" fmla="*/ 7531 w 6149"/>
                  <a:gd name="csY1" fmla="*/ 1331 h 10247"/>
                  <a:gd name="csX2" fmla="*/ 3946 w 6149"/>
                  <a:gd name="csY2" fmla="*/ 6961 h 10247"/>
                  <a:gd name="csX3" fmla="*/ 5991 w 6149"/>
                  <a:gd name="csY3" fmla="*/ 11066 h 10247"/>
                  <a:gd name="csX4" fmla="*/ 9583 w 6149"/>
                  <a:gd name="csY4" fmla="*/ 11579 h 10247"/>
                  <a:gd name="csX5" fmla="*/ 10096 w 6149"/>
                  <a:gd name="csY5" fmla="*/ 3890 h 10247"/>
                </a:gdLst>
                <a:ahLst/>
                <a:cxnLst>
                  <a:cxn ang="0">
                    <a:pos x="csX0" y="csY0"/>
                  </a:cxn>
                  <a:cxn ang="0">
                    <a:pos x="csX1" y="csY1"/>
                  </a:cxn>
                  <a:cxn ang="0">
                    <a:pos x="csX2" y="csY2"/>
                  </a:cxn>
                  <a:cxn ang="0">
                    <a:pos x="csX3" y="csY3"/>
                  </a:cxn>
                  <a:cxn ang="0">
                    <a:pos x="csX4" y="csY4"/>
                  </a:cxn>
                  <a:cxn ang="0">
                    <a:pos x="csX5" y="csY5"/>
                  </a:cxn>
                </a:cxnLst>
                <a:rect l="l" t="t" r="r" b="b"/>
                <a:pathLst>
                  <a:path w="6149" h="10247">
                    <a:moveTo>
                      <a:pt x="10096" y="3890"/>
                    </a:moveTo>
                    <a:lnTo>
                      <a:pt x="7531" y="1331"/>
                    </a:lnTo>
                    <a:lnTo>
                      <a:pt x="3946" y="6961"/>
                    </a:lnTo>
                    <a:lnTo>
                      <a:pt x="5991" y="11066"/>
                    </a:lnTo>
                    <a:lnTo>
                      <a:pt x="9583" y="11579"/>
                    </a:lnTo>
                    <a:lnTo>
                      <a:pt x="10096" y="3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99" name="Forme libre : forme 977">
                <a:extLst>
                  <a:ext uri="{FF2B5EF4-FFF2-40B4-BE49-F238E27FC236}">
                    <a16:creationId xmlns:a16="http://schemas.microsoft.com/office/drawing/2014/main" id="{D359BC14-9690-6C9C-351F-37E546543665}"/>
                  </a:ext>
                </a:extLst>
              </p:cNvPr>
              <p:cNvSpPr/>
              <p:nvPr/>
            </p:nvSpPr>
            <p:spPr>
              <a:xfrm>
                <a:off x="8272730" y="4090422"/>
                <a:ext cx="10254" cy="3591"/>
              </a:xfrm>
              <a:custGeom>
                <a:avLst/>
                <a:gdLst>
                  <a:gd name="csX0" fmla="*/ 14194 w 10254"/>
                  <a:gd name="csY0" fmla="*/ 2361 h 3591"/>
                  <a:gd name="csX1" fmla="*/ 8044 w 10254"/>
                  <a:gd name="csY1" fmla="*/ 1334 h 3591"/>
                  <a:gd name="csX2" fmla="*/ 3939 w 10254"/>
                  <a:gd name="csY2" fmla="*/ 2874 h 3591"/>
                  <a:gd name="csX3" fmla="*/ 7018 w 10254"/>
                  <a:gd name="csY3" fmla="*/ 4926 h 3591"/>
                  <a:gd name="csX4" fmla="*/ 14194 w 10254"/>
                  <a:gd name="csY4" fmla="*/ 4926 h 3591"/>
                  <a:gd name="csX5" fmla="*/ 14194 w 10254"/>
                  <a:gd name="csY5" fmla="*/ 2361 h 3591"/>
                </a:gdLst>
                <a:ahLst/>
                <a:cxnLst>
                  <a:cxn ang="0">
                    <a:pos x="csX0" y="csY0"/>
                  </a:cxn>
                  <a:cxn ang="0">
                    <a:pos x="csX1" y="csY1"/>
                  </a:cxn>
                  <a:cxn ang="0">
                    <a:pos x="csX2" y="csY2"/>
                  </a:cxn>
                  <a:cxn ang="0">
                    <a:pos x="csX3" y="csY3"/>
                  </a:cxn>
                  <a:cxn ang="0">
                    <a:pos x="csX4" y="csY4"/>
                  </a:cxn>
                  <a:cxn ang="0">
                    <a:pos x="csX5" y="csY5"/>
                  </a:cxn>
                </a:cxnLst>
                <a:rect l="l" t="t" r="r" b="b"/>
                <a:pathLst>
                  <a:path w="10254" h="3591">
                    <a:moveTo>
                      <a:pt x="14194" y="2361"/>
                    </a:moveTo>
                    <a:lnTo>
                      <a:pt x="8044" y="1334"/>
                    </a:lnTo>
                    <a:lnTo>
                      <a:pt x="3939" y="2874"/>
                    </a:lnTo>
                    <a:lnTo>
                      <a:pt x="7018" y="4926"/>
                    </a:lnTo>
                    <a:lnTo>
                      <a:pt x="14194" y="4926"/>
                    </a:lnTo>
                    <a:lnTo>
                      <a:pt x="14194" y="23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0" name="Forme libre : forme 978">
                <a:extLst>
                  <a:ext uri="{FF2B5EF4-FFF2-40B4-BE49-F238E27FC236}">
                    <a16:creationId xmlns:a16="http://schemas.microsoft.com/office/drawing/2014/main" id="{9A8B9C6C-FC42-138A-DC5D-F54AB2416596}"/>
                  </a:ext>
                </a:extLst>
              </p:cNvPr>
              <p:cNvSpPr/>
              <p:nvPr/>
            </p:nvSpPr>
            <p:spPr>
              <a:xfrm>
                <a:off x="7660010" y="4512685"/>
                <a:ext cx="228671" cy="238816"/>
              </a:xfrm>
              <a:custGeom>
                <a:avLst/>
                <a:gdLst>
                  <a:gd name="csX0" fmla="*/ 184118 w 228671"/>
                  <a:gd name="csY0" fmla="*/ 115435 h 238816"/>
                  <a:gd name="csX1" fmla="*/ 167714 w 228671"/>
                  <a:gd name="csY1" fmla="*/ 114409 h 238816"/>
                  <a:gd name="csX2" fmla="*/ 152329 w 228671"/>
                  <a:gd name="csY2" fmla="*/ 102109 h 238816"/>
                  <a:gd name="csX3" fmla="*/ 147205 w 228671"/>
                  <a:gd name="csY3" fmla="*/ 91861 h 238816"/>
                  <a:gd name="csX4" fmla="*/ 126696 w 228671"/>
                  <a:gd name="csY4" fmla="*/ 73411 h 238816"/>
                  <a:gd name="csX5" fmla="*/ 119513 w 228671"/>
                  <a:gd name="csY5" fmla="*/ 73411 h 238816"/>
                  <a:gd name="csX6" fmla="*/ 102082 w 228671"/>
                  <a:gd name="csY6" fmla="*/ 53935 h 238816"/>
                  <a:gd name="csX7" fmla="*/ 88749 w 228671"/>
                  <a:gd name="csY7" fmla="*/ 47785 h 238816"/>
                  <a:gd name="csX8" fmla="*/ 74397 w 228671"/>
                  <a:gd name="csY8" fmla="*/ 34466 h 238816"/>
                  <a:gd name="csX9" fmla="*/ 69266 w 228671"/>
                  <a:gd name="csY9" fmla="*/ 31388 h 238816"/>
                  <a:gd name="csX10" fmla="*/ 65169 w 228671"/>
                  <a:gd name="csY10" fmla="*/ 23192 h 238816"/>
                  <a:gd name="csX11" fmla="*/ 55940 w 228671"/>
                  <a:gd name="csY11" fmla="*/ 9866 h 238816"/>
                  <a:gd name="csX12" fmla="*/ 48757 w 228671"/>
                  <a:gd name="csY12" fmla="*/ 7814 h 238816"/>
                  <a:gd name="csX13" fmla="*/ 20046 w 228671"/>
                  <a:gd name="csY13" fmla="*/ 6788 h 238816"/>
                  <a:gd name="csX14" fmla="*/ 4661 w 228671"/>
                  <a:gd name="csY14" fmla="*/ 1664 h 238816"/>
                  <a:gd name="csX15" fmla="*/ 3641 w 228671"/>
                  <a:gd name="csY15" fmla="*/ 11912 h 238816"/>
                  <a:gd name="csX16" fmla="*/ 26196 w 228671"/>
                  <a:gd name="csY16" fmla="*/ 40609 h 238816"/>
                  <a:gd name="csX17" fmla="*/ 36450 w 228671"/>
                  <a:gd name="csY17" fmla="*/ 41635 h 238816"/>
                  <a:gd name="csX18" fmla="*/ 49783 w 228671"/>
                  <a:gd name="csY18" fmla="*/ 51890 h 238816"/>
                  <a:gd name="csX19" fmla="*/ 52855 w 228671"/>
                  <a:gd name="csY19" fmla="*/ 65209 h 238816"/>
                  <a:gd name="csX20" fmla="*/ 67214 w 228671"/>
                  <a:gd name="csY20" fmla="*/ 71359 h 238816"/>
                  <a:gd name="csX21" fmla="*/ 77469 w 228671"/>
                  <a:gd name="csY21" fmla="*/ 84685 h 238816"/>
                  <a:gd name="csX22" fmla="*/ 85671 w 228671"/>
                  <a:gd name="csY22" fmla="*/ 116461 h 238816"/>
                  <a:gd name="csX23" fmla="*/ 94899 w 228671"/>
                  <a:gd name="csY23" fmla="*/ 117481 h 238816"/>
                  <a:gd name="csX24" fmla="*/ 120539 w 228671"/>
                  <a:gd name="csY24" fmla="*/ 145159 h 238816"/>
                  <a:gd name="csX25" fmla="*/ 124643 w 228671"/>
                  <a:gd name="csY25" fmla="*/ 159504 h 238816"/>
                  <a:gd name="csX26" fmla="*/ 147198 w 228671"/>
                  <a:gd name="csY26" fmla="*/ 193326 h 238816"/>
                  <a:gd name="csX27" fmla="*/ 184118 w 228671"/>
                  <a:gd name="csY27" fmla="*/ 223049 h 238816"/>
                  <a:gd name="csX28" fmla="*/ 203601 w 228671"/>
                  <a:gd name="csY28" fmla="*/ 228180 h 238816"/>
                  <a:gd name="csX29" fmla="*/ 224110 w 228671"/>
                  <a:gd name="csY29" fmla="*/ 240480 h 238816"/>
                  <a:gd name="csX30" fmla="*/ 232313 w 228671"/>
                  <a:gd name="csY30" fmla="*/ 238428 h 238816"/>
                  <a:gd name="csX31" fmla="*/ 232313 w 228671"/>
                  <a:gd name="csY31" fmla="*/ 188209 h 238816"/>
                  <a:gd name="csX32" fmla="*/ 215908 w 228671"/>
                  <a:gd name="csY32" fmla="*/ 168733 h 238816"/>
                  <a:gd name="csX33" fmla="*/ 206680 w 228671"/>
                  <a:gd name="csY33" fmla="*/ 167707 h 238816"/>
                  <a:gd name="csX34" fmla="*/ 199504 w 228671"/>
                  <a:gd name="csY34" fmla="*/ 145159 h 238816"/>
                  <a:gd name="csX35" fmla="*/ 186171 w 228671"/>
                  <a:gd name="csY35" fmla="*/ 133885 h 238816"/>
                  <a:gd name="csX36" fmla="*/ 186171 w 228671"/>
                  <a:gd name="csY36" fmla="*/ 122611 h 238816"/>
                  <a:gd name="csX37" fmla="*/ 184118 w 228671"/>
                  <a:gd name="csY37" fmla="*/ 115435 h 238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28671" h="238816">
                    <a:moveTo>
                      <a:pt x="184118" y="115435"/>
                    </a:moveTo>
                    <a:lnTo>
                      <a:pt x="167714" y="114409"/>
                    </a:lnTo>
                    <a:lnTo>
                      <a:pt x="152329" y="102109"/>
                    </a:lnTo>
                    <a:lnTo>
                      <a:pt x="147205" y="91861"/>
                    </a:lnTo>
                    <a:lnTo>
                      <a:pt x="126696" y="73411"/>
                    </a:lnTo>
                    <a:lnTo>
                      <a:pt x="119513" y="73411"/>
                    </a:lnTo>
                    <a:lnTo>
                      <a:pt x="102082" y="53935"/>
                    </a:lnTo>
                    <a:lnTo>
                      <a:pt x="88749" y="47785"/>
                    </a:lnTo>
                    <a:lnTo>
                      <a:pt x="74397" y="34466"/>
                    </a:lnTo>
                    <a:lnTo>
                      <a:pt x="69266" y="31388"/>
                    </a:lnTo>
                    <a:lnTo>
                      <a:pt x="65169" y="23192"/>
                    </a:lnTo>
                    <a:lnTo>
                      <a:pt x="55940" y="9866"/>
                    </a:lnTo>
                    <a:lnTo>
                      <a:pt x="48757" y="7814"/>
                    </a:lnTo>
                    <a:lnTo>
                      <a:pt x="20046" y="6788"/>
                    </a:lnTo>
                    <a:lnTo>
                      <a:pt x="4661" y="1664"/>
                    </a:lnTo>
                    <a:lnTo>
                      <a:pt x="3641" y="11912"/>
                    </a:lnTo>
                    <a:lnTo>
                      <a:pt x="26196" y="40609"/>
                    </a:lnTo>
                    <a:lnTo>
                      <a:pt x="36450" y="41635"/>
                    </a:lnTo>
                    <a:lnTo>
                      <a:pt x="49783" y="51890"/>
                    </a:lnTo>
                    <a:lnTo>
                      <a:pt x="52855" y="65209"/>
                    </a:lnTo>
                    <a:lnTo>
                      <a:pt x="67214" y="71359"/>
                    </a:lnTo>
                    <a:lnTo>
                      <a:pt x="77469" y="84685"/>
                    </a:lnTo>
                    <a:lnTo>
                      <a:pt x="85671" y="116461"/>
                    </a:lnTo>
                    <a:lnTo>
                      <a:pt x="94899" y="117481"/>
                    </a:lnTo>
                    <a:lnTo>
                      <a:pt x="120539" y="145159"/>
                    </a:lnTo>
                    <a:lnTo>
                      <a:pt x="124643" y="159504"/>
                    </a:lnTo>
                    <a:lnTo>
                      <a:pt x="147198" y="193326"/>
                    </a:lnTo>
                    <a:lnTo>
                      <a:pt x="184118" y="223049"/>
                    </a:lnTo>
                    <a:lnTo>
                      <a:pt x="203601" y="228180"/>
                    </a:lnTo>
                    <a:lnTo>
                      <a:pt x="224110" y="240480"/>
                    </a:lnTo>
                    <a:lnTo>
                      <a:pt x="232313" y="238428"/>
                    </a:lnTo>
                    <a:lnTo>
                      <a:pt x="232313" y="188209"/>
                    </a:lnTo>
                    <a:lnTo>
                      <a:pt x="215908" y="168733"/>
                    </a:lnTo>
                    <a:lnTo>
                      <a:pt x="206680" y="167707"/>
                    </a:lnTo>
                    <a:lnTo>
                      <a:pt x="199504" y="145159"/>
                    </a:lnTo>
                    <a:lnTo>
                      <a:pt x="186171" y="133885"/>
                    </a:lnTo>
                    <a:lnTo>
                      <a:pt x="186171" y="122611"/>
                    </a:lnTo>
                    <a:lnTo>
                      <a:pt x="184118" y="1154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1" name="Forme libre : forme 979">
                <a:extLst>
                  <a:ext uri="{FF2B5EF4-FFF2-40B4-BE49-F238E27FC236}">
                    <a16:creationId xmlns:a16="http://schemas.microsoft.com/office/drawing/2014/main" id="{1CCA37A2-2F0D-2967-D185-DCF9F23CB8D8}"/>
                  </a:ext>
                </a:extLst>
              </p:cNvPr>
              <p:cNvSpPr/>
              <p:nvPr/>
            </p:nvSpPr>
            <p:spPr>
              <a:xfrm>
                <a:off x="7877401" y="4661303"/>
                <a:ext cx="33841" cy="31776"/>
              </a:xfrm>
              <a:custGeom>
                <a:avLst/>
                <a:gdLst>
                  <a:gd name="csX0" fmla="*/ 4729 w 33841"/>
                  <a:gd name="csY0" fmla="*/ 2719 h 31776"/>
                  <a:gd name="csX1" fmla="*/ 3702 w 33841"/>
                  <a:gd name="csY1" fmla="*/ 9895 h 31776"/>
                  <a:gd name="csX2" fmla="*/ 9852 w 33841"/>
                  <a:gd name="csY2" fmla="*/ 11940 h 31776"/>
                  <a:gd name="csX3" fmla="*/ 27290 w 33841"/>
                  <a:gd name="csY3" fmla="*/ 33469 h 31776"/>
                  <a:gd name="csX4" fmla="*/ 37544 w 33841"/>
                  <a:gd name="csY4" fmla="*/ 29371 h 31776"/>
                  <a:gd name="csX5" fmla="*/ 18062 w 33841"/>
                  <a:gd name="csY5" fmla="*/ 1693 h 31776"/>
                  <a:gd name="csX6" fmla="*/ 4729 w 33841"/>
                  <a:gd name="csY6" fmla="*/ 2719 h 317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31776">
                    <a:moveTo>
                      <a:pt x="4729" y="2719"/>
                    </a:moveTo>
                    <a:lnTo>
                      <a:pt x="3702" y="9895"/>
                    </a:lnTo>
                    <a:lnTo>
                      <a:pt x="9852" y="11940"/>
                    </a:lnTo>
                    <a:lnTo>
                      <a:pt x="27290" y="33469"/>
                    </a:lnTo>
                    <a:lnTo>
                      <a:pt x="37544" y="29371"/>
                    </a:lnTo>
                    <a:lnTo>
                      <a:pt x="18062" y="1693"/>
                    </a:lnTo>
                    <a:lnTo>
                      <a:pt x="4729" y="27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2" name="Forme libre : forme 980">
                <a:extLst>
                  <a:ext uri="{FF2B5EF4-FFF2-40B4-BE49-F238E27FC236}">
                    <a16:creationId xmlns:a16="http://schemas.microsoft.com/office/drawing/2014/main" id="{8B509388-FB12-37EA-65FF-90EC19542F19}"/>
                  </a:ext>
                </a:extLst>
              </p:cNvPr>
              <p:cNvSpPr/>
              <p:nvPr/>
            </p:nvSpPr>
            <p:spPr>
              <a:xfrm>
                <a:off x="7925602" y="4680779"/>
                <a:ext cx="19482" cy="18449"/>
              </a:xfrm>
              <a:custGeom>
                <a:avLst/>
                <a:gdLst>
                  <a:gd name="csX0" fmla="*/ 23214 w 19482"/>
                  <a:gd name="csY0" fmla="*/ 10920 h 18449"/>
                  <a:gd name="csX1" fmla="*/ 18083 w 19482"/>
                  <a:gd name="csY1" fmla="*/ 4770 h 18449"/>
                  <a:gd name="csX2" fmla="*/ 10907 w 19482"/>
                  <a:gd name="csY2" fmla="*/ 1698 h 18449"/>
                  <a:gd name="csX3" fmla="*/ 3731 w 19482"/>
                  <a:gd name="csY3" fmla="*/ 11946 h 18449"/>
                  <a:gd name="csX4" fmla="*/ 9881 w 19482"/>
                  <a:gd name="csY4" fmla="*/ 20148 h 18449"/>
                  <a:gd name="csX5" fmla="*/ 21162 w 19482"/>
                  <a:gd name="csY5" fmla="*/ 16044 h 18449"/>
                  <a:gd name="csX6" fmla="*/ 23214 w 19482"/>
                  <a:gd name="csY6" fmla="*/ 1092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8449">
                    <a:moveTo>
                      <a:pt x="23214" y="10920"/>
                    </a:moveTo>
                    <a:lnTo>
                      <a:pt x="18083" y="4770"/>
                    </a:lnTo>
                    <a:lnTo>
                      <a:pt x="10907" y="1698"/>
                    </a:lnTo>
                    <a:lnTo>
                      <a:pt x="3731" y="11946"/>
                    </a:lnTo>
                    <a:lnTo>
                      <a:pt x="9881" y="20148"/>
                    </a:lnTo>
                    <a:lnTo>
                      <a:pt x="21162" y="16044"/>
                    </a:lnTo>
                    <a:lnTo>
                      <a:pt x="23214" y="109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3" name="Forme libre : forme 981">
                <a:extLst>
                  <a:ext uri="{FF2B5EF4-FFF2-40B4-BE49-F238E27FC236}">
                    <a16:creationId xmlns:a16="http://schemas.microsoft.com/office/drawing/2014/main" id="{1C4A7BD1-52F1-0465-3BB0-A57145516518}"/>
                  </a:ext>
                </a:extLst>
              </p:cNvPr>
              <p:cNvSpPr/>
              <p:nvPr/>
            </p:nvSpPr>
            <p:spPr>
              <a:xfrm>
                <a:off x="7888682" y="4755605"/>
                <a:ext cx="184581" cy="57395"/>
              </a:xfrm>
              <a:custGeom>
                <a:avLst/>
                <a:gdLst>
                  <a:gd name="csX0" fmla="*/ 33486 w 184581"/>
                  <a:gd name="csY0" fmla="*/ 10980 h 57395"/>
                  <a:gd name="csX1" fmla="*/ 16055 w 184581"/>
                  <a:gd name="csY1" fmla="*/ 1759 h 57395"/>
                  <a:gd name="csX2" fmla="*/ 3748 w 184581"/>
                  <a:gd name="csY2" fmla="*/ 18156 h 57395"/>
                  <a:gd name="csX3" fmla="*/ 15029 w 184581"/>
                  <a:gd name="csY3" fmla="*/ 34554 h 57395"/>
                  <a:gd name="csX4" fmla="*/ 50917 w 184581"/>
                  <a:gd name="csY4" fmla="*/ 37632 h 57395"/>
                  <a:gd name="csX5" fmla="*/ 58093 w 184581"/>
                  <a:gd name="csY5" fmla="*/ 40704 h 57395"/>
                  <a:gd name="csX6" fmla="*/ 86811 w 184581"/>
                  <a:gd name="csY6" fmla="*/ 40704 h 57395"/>
                  <a:gd name="csX7" fmla="*/ 109365 w 184581"/>
                  <a:gd name="csY7" fmla="*/ 50952 h 57395"/>
                  <a:gd name="csX8" fmla="*/ 149364 w 184581"/>
                  <a:gd name="csY8" fmla="*/ 50952 h 57395"/>
                  <a:gd name="csX9" fmla="*/ 172945 w 184581"/>
                  <a:gd name="csY9" fmla="*/ 59154 h 57395"/>
                  <a:gd name="csX10" fmla="*/ 188330 w 184581"/>
                  <a:gd name="csY10" fmla="*/ 59154 h 57395"/>
                  <a:gd name="csX11" fmla="*/ 187304 w 184581"/>
                  <a:gd name="csY11" fmla="*/ 46854 h 57395"/>
                  <a:gd name="csX12" fmla="*/ 182180 w 184581"/>
                  <a:gd name="csY12" fmla="*/ 40704 h 57395"/>
                  <a:gd name="csX13" fmla="*/ 172952 w 184581"/>
                  <a:gd name="csY13" fmla="*/ 42756 h 57395"/>
                  <a:gd name="csX14" fmla="*/ 148338 w 184581"/>
                  <a:gd name="csY14" fmla="*/ 36606 h 57395"/>
                  <a:gd name="csX15" fmla="*/ 147312 w 184581"/>
                  <a:gd name="csY15" fmla="*/ 23280 h 57395"/>
                  <a:gd name="csX16" fmla="*/ 111418 w 184581"/>
                  <a:gd name="csY16" fmla="*/ 14059 h 57395"/>
                  <a:gd name="csX17" fmla="*/ 107320 w 184581"/>
                  <a:gd name="csY17" fmla="*/ 18156 h 57395"/>
                  <a:gd name="csX18" fmla="*/ 104241 w 184581"/>
                  <a:gd name="csY18" fmla="*/ 25332 h 57395"/>
                  <a:gd name="csX19" fmla="*/ 64249 w 184581"/>
                  <a:gd name="csY19" fmla="*/ 19182 h 57395"/>
                  <a:gd name="csX20" fmla="*/ 60145 w 184581"/>
                  <a:gd name="csY20" fmla="*/ 7909 h 57395"/>
                  <a:gd name="csX21" fmla="*/ 39636 w 184581"/>
                  <a:gd name="csY21" fmla="*/ 7909 h 57395"/>
                  <a:gd name="csX22" fmla="*/ 33486 w 184581"/>
                  <a:gd name="csY22" fmla="*/ 10980 h 573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84581" h="57395">
                    <a:moveTo>
                      <a:pt x="33486" y="10980"/>
                    </a:moveTo>
                    <a:lnTo>
                      <a:pt x="16055" y="1759"/>
                    </a:lnTo>
                    <a:lnTo>
                      <a:pt x="3748" y="18156"/>
                    </a:lnTo>
                    <a:lnTo>
                      <a:pt x="15029" y="34554"/>
                    </a:lnTo>
                    <a:lnTo>
                      <a:pt x="50917" y="37632"/>
                    </a:lnTo>
                    <a:lnTo>
                      <a:pt x="58093" y="40704"/>
                    </a:lnTo>
                    <a:lnTo>
                      <a:pt x="86811" y="40704"/>
                    </a:lnTo>
                    <a:lnTo>
                      <a:pt x="109365" y="50952"/>
                    </a:lnTo>
                    <a:lnTo>
                      <a:pt x="149364" y="50952"/>
                    </a:lnTo>
                    <a:lnTo>
                      <a:pt x="172945" y="59154"/>
                    </a:lnTo>
                    <a:lnTo>
                      <a:pt x="188330" y="59154"/>
                    </a:lnTo>
                    <a:lnTo>
                      <a:pt x="187304" y="46854"/>
                    </a:lnTo>
                    <a:lnTo>
                      <a:pt x="182180" y="40704"/>
                    </a:lnTo>
                    <a:lnTo>
                      <a:pt x="172952" y="42756"/>
                    </a:lnTo>
                    <a:lnTo>
                      <a:pt x="148338" y="36606"/>
                    </a:lnTo>
                    <a:lnTo>
                      <a:pt x="147312" y="23280"/>
                    </a:lnTo>
                    <a:lnTo>
                      <a:pt x="111418" y="14059"/>
                    </a:lnTo>
                    <a:lnTo>
                      <a:pt x="107320" y="18156"/>
                    </a:lnTo>
                    <a:lnTo>
                      <a:pt x="104241" y="25332"/>
                    </a:lnTo>
                    <a:lnTo>
                      <a:pt x="64249" y="19182"/>
                    </a:lnTo>
                    <a:lnTo>
                      <a:pt x="60145" y="7909"/>
                    </a:lnTo>
                    <a:lnTo>
                      <a:pt x="39636" y="7909"/>
                    </a:lnTo>
                    <a:lnTo>
                      <a:pt x="33486" y="109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4" name="Forme libre : forme 982">
                <a:extLst>
                  <a:ext uri="{FF2B5EF4-FFF2-40B4-BE49-F238E27FC236}">
                    <a16:creationId xmlns:a16="http://schemas.microsoft.com/office/drawing/2014/main" id="{C86C4107-DF29-ABB2-BB48-060EFD861828}"/>
                  </a:ext>
                </a:extLst>
              </p:cNvPr>
              <p:cNvSpPr/>
              <p:nvPr/>
            </p:nvSpPr>
            <p:spPr>
              <a:xfrm rot="-236087" flipV="1">
                <a:off x="8042262" y="4778261"/>
                <a:ext cx="33294" cy="5924"/>
              </a:xfrm>
              <a:custGeom>
                <a:avLst/>
                <a:gdLst>
                  <a:gd name="csX0" fmla="*/ 3803 w 33294"/>
                  <a:gd name="csY0" fmla="*/ 1753 h 5924"/>
                  <a:gd name="csX1" fmla="*/ 33608 w 33294"/>
                  <a:gd name="csY1" fmla="*/ 1753 h 5924"/>
                  <a:gd name="csX2" fmla="*/ 37097 w 33294"/>
                  <a:gd name="csY2" fmla="*/ 7678 h 5924"/>
                  <a:gd name="csX3" fmla="*/ 4152 w 33294"/>
                  <a:gd name="csY3" fmla="*/ 6863 h 5924"/>
                  <a:gd name="csX4" fmla="*/ 3803 w 33294"/>
                  <a:gd name="csY4" fmla="*/ 1753 h 5924"/>
                </a:gdLst>
                <a:ahLst/>
                <a:cxnLst>
                  <a:cxn ang="0">
                    <a:pos x="csX0" y="csY0"/>
                  </a:cxn>
                  <a:cxn ang="0">
                    <a:pos x="csX1" y="csY1"/>
                  </a:cxn>
                  <a:cxn ang="0">
                    <a:pos x="csX2" y="csY2"/>
                  </a:cxn>
                  <a:cxn ang="0">
                    <a:pos x="csX3" y="csY3"/>
                  </a:cxn>
                  <a:cxn ang="0">
                    <a:pos x="csX4" y="csY4"/>
                  </a:cxn>
                </a:cxnLst>
                <a:rect l="l" t="t" r="r" b="b"/>
                <a:pathLst>
                  <a:path w="33294" h="5924">
                    <a:moveTo>
                      <a:pt x="3803" y="1753"/>
                    </a:moveTo>
                    <a:lnTo>
                      <a:pt x="33608" y="1753"/>
                    </a:lnTo>
                    <a:lnTo>
                      <a:pt x="37097" y="7678"/>
                    </a:lnTo>
                    <a:lnTo>
                      <a:pt x="4152" y="6863"/>
                    </a:lnTo>
                    <a:lnTo>
                      <a:pt x="3803" y="1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5" name="Forme libre : forme 983">
                <a:extLst>
                  <a:ext uri="{FF2B5EF4-FFF2-40B4-BE49-F238E27FC236}">
                    <a16:creationId xmlns:a16="http://schemas.microsoft.com/office/drawing/2014/main" id="{F4DA6819-26E0-7C7F-4143-14AB6E60F859}"/>
                  </a:ext>
                </a:extLst>
              </p:cNvPr>
              <p:cNvSpPr/>
              <p:nvPr/>
            </p:nvSpPr>
            <p:spPr>
              <a:xfrm>
                <a:off x="8080446" y="4801720"/>
                <a:ext cx="19482" cy="14352"/>
              </a:xfrm>
              <a:custGeom>
                <a:avLst/>
                <a:gdLst>
                  <a:gd name="csX0" fmla="*/ 23308 w 19482"/>
                  <a:gd name="csY0" fmla="*/ 14070 h 14352"/>
                  <a:gd name="csX1" fmla="*/ 21263 w 19482"/>
                  <a:gd name="csY1" fmla="*/ 2796 h 14352"/>
                  <a:gd name="csX2" fmla="*/ 3825 w 19482"/>
                  <a:gd name="csY2" fmla="*/ 1770 h 14352"/>
                  <a:gd name="csX3" fmla="*/ 4852 w 19482"/>
                  <a:gd name="csY3" fmla="*/ 12025 h 14352"/>
                  <a:gd name="csX4" fmla="*/ 14080 w 19482"/>
                  <a:gd name="csY4" fmla="*/ 16122 h 14352"/>
                  <a:gd name="csX5" fmla="*/ 23308 w 19482"/>
                  <a:gd name="csY5" fmla="*/ 14070 h 14352"/>
                </a:gdLst>
                <a:ahLst/>
                <a:cxnLst>
                  <a:cxn ang="0">
                    <a:pos x="csX0" y="csY0"/>
                  </a:cxn>
                  <a:cxn ang="0">
                    <a:pos x="csX1" y="csY1"/>
                  </a:cxn>
                  <a:cxn ang="0">
                    <a:pos x="csX2" y="csY2"/>
                  </a:cxn>
                  <a:cxn ang="0">
                    <a:pos x="csX3" y="csY3"/>
                  </a:cxn>
                  <a:cxn ang="0">
                    <a:pos x="csX4" y="csY4"/>
                  </a:cxn>
                  <a:cxn ang="0">
                    <a:pos x="csX5" y="csY5"/>
                  </a:cxn>
                </a:cxnLst>
                <a:rect l="l" t="t" r="r" b="b"/>
                <a:pathLst>
                  <a:path w="19482" h="14352">
                    <a:moveTo>
                      <a:pt x="23308" y="14070"/>
                    </a:moveTo>
                    <a:lnTo>
                      <a:pt x="21263" y="2796"/>
                    </a:lnTo>
                    <a:lnTo>
                      <a:pt x="3825" y="1770"/>
                    </a:lnTo>
                    <a:lnTo>
                      <a:pt x="4852" y="12025"/>
                    </a:lnTo>
                    <a:lnTo>
                      <a:pt x="14080" y="16122"/>
                    </a:lnTo>
                    <a:lnTo>
                      <a:pt x="23308" y="140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6" name="Forme libre : forme 984">
                <a:extLst>
                  <a:ext uri="{FF2B5EF4-FFF2-40B4-BE49-F238E27FC236}">
                    <a16:creationId xmlns:a16="http://schemas.microsoft.com/office/drawing/2014/main" id="{23936444-B197-41B8-7D66-59DB8C396B6D}"/>
                  </a:ext>
                </a:extLst>
              </p:cNvPr>
              <p:cNvSpPr/>
              <p:nvPr/>
            </p:nvSpPr>
            <p:spPr>
              <a:xfrm rot="8100000" flipV="1">
                <a:off x="8108318" y="4698878"/>
                <a:ext cx="14495" cy="9419"/>
              </a:xfrm>
              <a:custGeom>
                <a:avLst/>
                <a:gdLst>
                  <a:gd name="csX0" fmla="*/ 3840 w 14495"/>
                  <a:gd name="csY0" fmla="*/ 1707 h 9419"/>
                  <a:gd name="csX1" fmla="*/ 11085 w 14495"/>
                  <a:gd name="csY1" fmla="*/ 1707 h 9419"/>
                  <a:gd name="csX2" fmla="*/ 18336 w 14495"/>
                  <a:gd name="csY2" fmla="*/ 7502 h 9419"/>
                  <a:gd name="csX3" fmla="*/ 14710 w 14495"/>
                  <a:gd name="csY3" fmla="*/ 11127 h 9419"/>
                  <a:gd name="csX4" fmla="*/ 3840 w 14495"/>
                  <a:gd name="csY4" fmla="*/ 1707 h 9419"/>
                </a:gdLst>
                <a:ahLst/>
                <a:cxnLst>
                  <a:cxn ang="0">
                    <a:pos x="csX0" y="csY0"/>
                  </a:cxn>
                  <a:cxn ang="0">
                    <a:pos x="csX1" y="csY1"/>
                  </a:cxn>
                  <a:cxn ang="0">
                    <a:pos x="csX2" y="csY2"/>
                  </a:cxn>
                  <a:cxn ang="0">
                    <a:pos x="csX3" y="csY3"/>
                  </a:cxn>
                  <a:cxn ang="0">
                    <a:pos x="csX4" y="csY4"/>
                  </a:cxn>
                </a:cxnLst>
                <a:rect l="l" t="t" r="r" b="b"/>
                <a:pathLst>
                  <a:path w="14495" h="9419">
                    <a:moveTo>
                      <a:pt x="3840" y="1707"/>
                    </a:moveTo>
                    <a:lnTo>
                      <a:pt x="11085" y="1707"/>
                    </a:lnTo>
                    <a:lnTo>
                      <a:pt x="18336" y="7502"/>
                    </a:lnTo>
                    <a:lnTo>
                      <a:pt x="14710" y="11127"/>
                    </a:lnTo>
                    <a:lnTo>
                      <a:pt x="3840" y="1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7" name="Forme libre : forme 985">
                <a:extLst>
                  <a:ext uri="{FF2B5EF4-FFF2-40B4-BE49-F238E27FC236}">
                    <a16:creationId xmlns:a16="http://schemas.microsoft.com/office/drawing/2014/main" id="{5DF7BC84-1585-1C0E-55EE-9A4C2F9B96CB}"/>
                  </a:ext>
                </a:extLst>
              </p:cNvPr>
              <p:cNvSpPr/>
              <p:nvPr/>
            </p:nvSpPr>
            <p:spPr>
              <a:xfrm>
                <a:off x="8110184" y="4805824"/>
                <a:ext cx="71781" cy="18449"/>
              </a:xfrm>
              <a:custGeom>
                <a:avLst/>
                <a:gdLst>
                  <a:gd name="csX0" fmla="*/ 6932 w 71781"/>
                  <a:gd name="csY0" fmla="*/ 15100 h 18449"/>
                  <a:gd name="csX1" fmla="*/ 29493 w 71781"/>
                  <a:gd name="csY1" fmla="*/ 20224 h 18449"/>
                  <a:gd name="csX2" fmla="*/ 68459 w 71781"/>
                  <a:gd name="csY2" fmla="*/ 14074 h 18449"/>
                  <a:gd name="csX3" fmla="*/ 75635 w 71781"/>
                  <a:gd name="csY3" fmla="*/ 7924 h 18449"/>
                  <a:gd name="csX4" fmla="*/ 71537 w 71781"/>
                  <a:gd name="csY4" fmla="*/ 1781 h 18449"/>
                  <a:gd name="csX5" fmla="*/ 45898 w 71781"/>
                  <a:gd name="csY5" fmla="*/ 3826 h 18449"/>
                  <a:gd name="csX6" fmla="*/ 42826 w 71781"/>
                  <a:gd name="csY6" fmla="*/ 6905 h 18449"/>
                  <a:gd name="csX7" fmla="*/ 34617 w 71781"/>
                  <a:gd name="csY7" fmla="*/ 4852 h 18449"/>
                  <a:gd name="csX8" fmla="*/ 19239 w 71781"/>
                  <a:gd name="csY8" fmla="*/ 7924 h 18449"/>
                  <a:gd name="csX9" fmla="*/ 10010 w 71781"/>
                  <a:gd name="csY9" fmla="*/ 1774 h 18449"/>
                  <a:gd name="csX10" fmla="*/ 3853 w 71781"/>
                  <a:gd name="csY10" fmla="*/ 8950 h 18449"/>
                  <a:gd name="csX11" fmla="*/ 6932 w 71781"/>
                  <a:gd name="csY11" fmla="*/ 15100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781" h="18449">
                    <a:moveTo>
                      <a:pt x="6932" y="15100"/>
                    </a:moveTo>
                    <a:lnTo>
                      <a:pt x="29493" y="20224"/>
                    </a:lnTo>
                    <a:lnTo>
                      <a:pt x="68459" y="14074"/>
                    </a:lnTo>
                    <a:lnTo>
                      <a:pt x="75635" y="7924"/>
                    </a:lnTo>
                    <a:lnTo>
                      <a:pt x="71537" y="1781"/>
                    </a:lnTo>
                    <a:lnTo>
                      <a:pt x="45898" y="3826"/>
                    </a:lnTo>
                    <a:lnTo>
                      <a:pt x="42826" y="6905"/>
                    </a:lnTo>
                    <a:lnTo>
                      <a:pt x="34617" y="4852"/>
                    </a:lnTo>
                    <a:lnTo>
                      <a:pt x="19239" y="7924"/>
                    </a:lnTo>
                    <a:lnTo>
                      <a:pt x="10010" y="1774"/>
                    </a:lnTo>
                    <a:lnTo>
                      <a:pt x="3853" y="8950"/>
                    </a:lnTo>
                    <a:lnTo>
                      <a:pt x="6932" y="151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8" name="Forme libre : forme 986">
                <a:extLst>
                  <a:ext uri="{FF2B5EF4-FFF2-40B4-BE49-F238E27FC236}">
                    <a16:creationId xmlns:a16="http://schemas.microsoft.com/office/drawing/2014/main" id="{D95F6256-B8B0-0D96-59CF-711206BE521F}"/>
                  </a:ext>
                </a:extLst>
              </p:cNvPr>
              <p:cNvSpPr/>
              <p:nvPr/>
            </p:nvSpPr>
            <p:spPr>
              <a:xfrm>
                <a:off x="8190168" y="4807877"/>
                <a:ext cx="53324" cy="12299"/>
              </a:xfrm>
              <a:custGeom>
                <a:avLst/>
                <a:gdLst>
                  <a:gd name="csX0" fmla="*/ 57230 w 53324"/>
                  <a:gd name="csY0" fmla="*/ 8950 h 12299"/>
                  <a:gd name="csX1" fmla="*/ 54152 w 53324"/>
                  <a:gd name="csY1" fmla="*/ 2800 h 12299"/>
                  <a:gd name="csX2" fmla="*/ 24414 w 53324"/>
                  <a:gd name="csY2" fmla="*/ 1774 h 12299"/>
                  <a:gd name="csX3" fmla="*/ 3905 w 53324"/>
                  <a:gd name="csY3" fmla="*/ 8950 h 12299"/>
                  <a:gd name="csX4" fmla="*/ 8010 w 53324"/>
                  <a:gd name="csY4" fmla="*/ 14074 h 12299"/>
                  <a:gd name="csX5" fmla="*/ 53132 w 53324"/>
                  <a:gd name="csY5" fmla="*/ 13048 h 12299"/>
                  <a:gd name="csX6" fmla="*/ 57230 w 53324"/>
                  <a:gd name="csY6" fmla="*/ 8950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3324" h="12299">
                    <a:moveTo>
                      <a:pt x="57230" y="8950"/>
                    </a:moveTo>
                    <a:lnTo>
                      <a:pt x="54152" y="2800"/>
                    </a:lnTo>
                    <a:lnTo>
                      <a:pt x="24414" y="1774"/>
                    </a:lnTo>
                    <a:lnTo>
                      <a:pt x="3905" y="8950"/>
                    </a:lnTo>
                    <a:lnTo>
                      <a:pt x="8010" y="14074"/>
                    </a:lnTo>
                    <a:lnTo>
                      <a:pt x="53132" y="13048"/>
                    </a:lnTo>
                    <a:lnTo>
                      <a:pt x="57230" y="8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09" name="Forme libre : forme 987">
                <a:extLst>
                  <a:ext uri="{FF2B5EF4-FFF2-40B4-BE49-F238E27FC236}">
                    <a16:creationId xmlns:a16="http://schemas.microsoft.com/office/drawing/2014/main" id="{F5DE63B4-D22E-F90E-A47B-8D8A11DDC371}"/>
                  </a:ext>
                </a:extLst>
              </p:cNvPr>
              <p:cNvSpPr/>
              <p:nvPr/>
            </p:nvSpPr>
            <p:spPr>
              <a:xfrm>
                <a:off x="8174789" y="4828379"/>
                <a:ext cx="39991" cy="21521"/>
              </a:xfrm>
              <a:custGeom>
                <a:avLst/>
                <a:gdLst>
                  <a:gd name="csX0" fmla="*/ 3885 w 39991"/>
                  <a:gd name="csY0" fmla="*/ 5888 h 21521"/>
                  <a:gd name="csX1" fmla="*/ 19270 w 39991"/>
                  <a:gd name="csY1" fmla="*/ 17162 h 21521"/>
                  <a:gd name="csX2" fmla="*/ 38753 w 39991"/>
                  <a:gd name="csY2" fmla="*/ 23312 h 21521"/>
                  <a:gd name="csX3" fmla="*/ 43877 w 39991"/>
                  <a:gd name="csY3" fmla="*/ 20240 h 21521"/>
                  <a:gd name="csX4" fmla="*/ 28498 w 39991"/>
                  <a:gd name="csY4" fmla="*/ 5888 h 21521"/>
                  <a:gd name="csX5" fmla="*/ 7989 w 39991"/>
                  <a:gd name="csY5" fmla="*/ 1790 h 21521"/>
                  <a:gd name="csX6" fmla="*/ 3885 w 39991"/>
                  <a:gd name="csY6" fmla="*/ 5888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21521">
                    <a:moveTo>
                      <a:pt x="3885" y="5888"/>
                    </a:moveTo>
                    <a:lnTo>
                      <a:pt x="19270" y="17162"/>
                    </a:lnTo>
                    <a:lnTo>
                      <a:pt x="38753" y="23312"/>
                    </a:lnTo>
                    <a:lnTo>
                      <a:pt x="43877" y="20240"/>
                    </a:lnTo>
                    <a:lnTo>
                      <a:pt x="28498" y="5888"/>
                    </a:lnTo>
                    <a:lnTo>
                      <a:pt x="7989" y="1790"/>
                    </a:lnTo>
                    <a:lnTo>
                      <a:pt x="3885" y="5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0" name="Forme libre : forme 988">
                <a:extLst>
                  <a:ext uri="{FF2B5EF4-FFF2-40B4-BE49-F238E27FC236}">
                    <a16:creationId xmlns:a16="http://schemas.microsoft.com/office/drawing/2014/main" id="{370BEE4A-EFAE-E56B-F931-BD333BB1B3BD}"/>
                  </a:ext>
                </a:extLst>
              </p:cNvPr>
              <p:cNvSpPr/>
              <p:nvPr/>
            </p:nvSpPr>
            <p:spPr>
              <a:xfrm>
                <a:off x="8274256" y="4807877"/>
                <a:ext cx="76912" cy="40997"/>
              </a:xfrm>
              <a:custGeom>
                <a:avLst/>
                <a:gdLst>
                  <a:gd name="csX0" fmla="*/ 3954 w 76912"/>
                  <a:gd name="csY0" fmla="*/ 34576 h 40997"/>
                  <a:gd name="csX1" fmla="*/ 4980 w 76912"/>
                  <a:gd name="csY1" fmla="*/ 41752 h 40997"/>
                  <a:gd name="csX2" fmla="*/ 16261 w 76912"/>
                  <a:gd name="csY2" fmla="*/ 42778 h 40997"/>
                  <a:gd name="csX3" fmla="*/ 34718 w 76912"/>
                  <a:gd name="csY3" fmla="*/ 34576 h 40997"/>
                  <a:gd name="csX4" fmla="*/ 42920 w 76912"/>
                  <a:gd name="csY4" fmla="*/ 23302 h 40997"/>
                  <a:gd name="csX5" fmla="*/ 56253 w 76912"/>
                  <a:gd name="csY5" fmla="*/ 20224 h 40997"/>
                  <a:gd name="csX6" fmla="*/ 75736 w 76912"/>
                  <a:gd name="csY6" fmla="*/ 14081 h 40997"/>
                  <a:gd name="csX7" fmla="*/ 80866 w 76912"/>
                  <a:gd name="csY7" fmla="*/ 7931 h 40997"/>
                  <a:gd name="csX8" fmla="*/ 78814 w 76912"/>
                  <a:gd name="csY8" fmla="*/ 1781 h 40997"/>
                  <a:gd name="csX9" fmla="*/ 39848 w 76912"/>
                  <a:gd name="csY9" fmla="*/ 7931 h 40997"/>
                  <a:gd name="csX10" fmla="*/ 22411 w 76912"/>
                  <a:gd name="csY10" fmla="*/ 20224 h 40997"/>
                  <a:gd name="csX11" fmla="*/ 14209 w 76912"/>
                  <a:gd name="csY11" fmla="*/ 24328 h 40997"/>
                  <a:gd name="csX12" fmla="*/ 3954 w 76912"/>
                  <a:gd name="csY12" fmla="*/ 34576 h 4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6912" h="40997">
                    <a:moveTo>
                      <a:pt x="3954" y="34576"/>
                    </a:moveTo>
                    <a:lnTo>
                      <a:pt x="4980" y="41752"/>
                    </a:lnTo>
                    <a:lnTo>
                      <a:pt x="16261" y="42778"/>
                    </a:lnTo>
                    <a:lnTo>
                      <a:pt x="34718" y="34576"/>
                    </a:lnTo>
                    <a:lnTo>
                      <a:pt x="42920" y="23302"/>
                    </a:lnTo>
                    <a:lnTo>
                      <a:pt x="56253" y="20224"/>
                    </a:lnTo>
                    <a:lnTo>
                      <a:pt x="75736" y="14081"/>
                    </a:lnTo>
                    <a:lnTo>
                      <a:pt x="80866" y="7931"/>
                    </a:lnTo>
                    <a:lnTo>
                      <a:pt x="78814" y="1781"/>
                    </a:lnTo>
                    <a:lnTo>
                      <a:pt x="39848" y="7931"/>
                    </a:lnTo>
                    <a:lnTo>
                      <a:pt x="22411" y="20224"/>
                    </a:lnTo>
                    <a:lnTo>
                      <a:pt x="14209" y="24328"/>
                    </a:lnTo>
                    <a:lnTo>
                      <a:pt x="3954" y="345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1" name="Forme libre : forme 989">
                <a:extLst>
                  <a:ext uri="{FF2B5EF4-FFF2-40B4-BE49-F238E27FC236}">
                    <a16:creationId xmlns:a16="http://schemas.microsoft.com/office/drawing/2014/main" id="{1684EBA6-18E9-16B2-418C-AE48FB56CEF0}"/>
                  </a:ext>
                </a:extLst>
              </p:cNvPr>
              <p:cNvSpPr/>
              <p:nvPr/>
            </p:nvSpPr>
            <p:spPr>
              <a:xfrm>
                <a:off x="8284511" y="4802753"/>
                <a:ext cx="22561" cy="11273"/>
              </a:xfrm>
              <a:custGeom>
                <a:avLst/>
                <a:gdLst>
                  <a:gd name="csX0" fmla="*/ 3948 w 22561"/>
                  <a:gd name="csY0" fmla="*/ 13043 h 11273"/>
                  <a:gd name="csX1" fmla="*/ 15228 w 22561"/>
                  <a:gd name="csY1" fmla="*/ 12017 h 11273"/>
                  <a:gd name="csX2" fmla="*/ 26509 w 22561"/>
                  <a:gd name="csY2" fmla="*/ 6893 h 11273"/>
                  <a:gd name="csX3" fmla="*/ 26509 w 22561"/>
                  <a:gd name="csY3" fmla="*/ 1770 h 11273"/>
                  <a:gd name="csX4" fmla="*/ 15228 w 22561"/>
                  <a:gd name="csY4" fmla="*/ 3822 h 11273"/>
                  <a:gd name="csX5" fmla="*/ 4974 w 22561"/>
                  <a:gd name="csY5" fmla="*/ 7920 h 11273"/>
                  <a:gd name="csX6" fmla="*/ 3948 w 22561"/>
                  <a:gd name="csY6" fmla="*/ 13043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1273">
                    <a:moveTo>
                      <a:pt x="3948" y="13043"/>
                    </a:moveTo>
                    <a:lnTo>
                      <a:pt x="15228" y="12017"/>
                    </a:lnTo>
                    <a:lnTo>
                      <a:pt x="26509" y="6893"/>
                    </a:lnTo>
                    <a:lnTo>
                      <a:pt x="26509" y="1770"/>
                    </a:lnTo>
                    <a:lnTo>
                      <a:pt x="15228" y="3822"/>
                    </a:lnTo>
                    <a:lnTo>
                      <a:pt x="4974" y="7920"/>
                    </a:lnTo>
                    <a:lnTo>
                      <a:pt x="3948" y="130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2" name="Forme libre : forme 990">
                <a:extLst>
                  <a:ext uri="{FF2B5EF4-FFF2-40B4-BE49-F238E27FC236}">
                    <a16:creationId xmlns:a16="http://schemas.microsoft.com/office/drawing/2014/main" id="{22296B5D-43EB-112A-E5A2-913F13B0BCE8}"/>
                  </a:ext>
                </a:extLst>
              </p:cNvPr>
              <p:cNvSpPr/>
              <p:nvPr/>
            </p:nvSpPr>
            <p:spPr>
              <a:xfrm>
                <a:off x="8265028" y="4802753"/>
                <a:ext cx="14359" cy="11273"/>
              </a:xfrm>
              <a:custGeom>
                <a:avLst/>
                <a:gdLst>
                  <a:gd name="csX0" fmla="*/ 3934 w 14359"/>
                  <a:gd name="csY0" fmla="*/ 9966 h 11273"/>
                  <a:gd name="csX1" fmla="*/ 7012 w 14359"/>
                  <a:gd name="csY1" fmla="*/ 13044 h 11273"/>
                  <a:gd name="csX2" fmla="*/ 18293 w 14359"/>
                  <a:gd name="csY2" fmla="*/ 5868 h 11273"/>
                  <a:gd name="csX3" fmla="*/ 18293 w 14359"/>
                  <a:gd name="csY3" fmla="*/ 1770 h 11273"/>
                  <a:gd name="csX4" fmla="*/ 9065 w 14359"/>
                  <a:gd name="csY4" fmla="*/ 3816 h 11273"/>
                  <a:gd name="csX5" fmla="*/ 3934 w 14359"/>
                  <a:gd name="csY5" fmla="*/ 9966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3934" y="9966"/>
                    </a:moveTo>
                    <a:lnTo>
                      <a:pt x="7012" y="13044"/>
                    </a:lnTo>
                    <a:lnTo>
                      <a:pt x="18293" y="5868"/>
                    </a:lnTo>
                    <a:lnTo>
                      <a:pt x="18293" y="1770"/>
                    </a:lnTo>
                    <a:lnTo>
                      <a:pt x="9065" y="3816"/>
                    </a:lnTo>
                    <a:lnTo>
                      <a:pt x="3934" y="9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3" name="Forme libre : forme 991">
                <a:extLst>
                  <a:ext uri="{FF2B5EF4-FFF2-40B4-BE49-F238E27FC236}">
                    <a16:creationId xmlns:a16="http://schemas.microsoft.com/office/drawing/2014/main" id="{EDA60F34-0DF8-3AAC-F7EE-839EC81CE5EA}"/>
                  </a:ext>
                </a:extLst>
              </p:cNvPr>
              <p:cNvSpPr/>
              <p:nvPr/>
            </p:nvSpPr>
            <p:spPr>
              <a:xfrm rot="1107243" flipV="1">
                <a:off x="8249488" y="4800331"/>
                <a:ext cx="14263" cy="14270"/>
              </a:xfrm>
              <a:custGeom>
                <a:avLst/>
                <a:gdLst>
                  <a:gd name="csX0" fmla="*/ 3924 w 14263"/>
                  <a:gd name="csY0" fmla="*/ 1769 h 14270"/>
                  <a:gd name="csX1" fmla="*/ 10409 w 14263"/>
                  <a:gd name="csY1" fmla="*/ 1769 h 14270"/>
                  <a:gd name="csX2" fmla="*/ 18187 w 14263"/>
                  <a:gd name="csY2" fmla="*/ 14097 h 14270"/>
                  <a:gd name="csX3" fmla="*/ 11052 w 14263"/>
                  <a:gd name="csY3" fmla="*/ 16039 h 14270"/>
                  <a:gd name="csX4" fmla="*/ 3924 w 14263"/>
                  <a:gd name="csY4" fmla="*/ 1769 h 14270"/>
                </a:gdLst>
                <a:ahLst/>
                <a:cxnLst>
                  <a:cxn ang="0">
                    <a:pos x="csX0" y="csY0"/>
                  </a:cxn>
                  <a:cxn ang="0">
                    <a:pos x="csX1" y="csY1"/>
                  </a:cxn>
                  <a:cxn ang="0">
                    <a:pos x="csX2" y="csY2"/>
                  </a:cxn>
                  <a:cxn ang="0">
                    <a:pos x="csX3" y="csY3"/>
                  </a:cxn>
                  <a:cxn ang="0">
                    <a:pos x="csX4" y="csY4"/>
                  </a:cxn>
                </a:cxnLst>
                <a:rect l="l" t="t" r="r" b="b"/>
                <a:pathLst>
                  <a:path w="14263" h="14270">
                    <a:moveTo>
                      <a:pt x="3924" y="1769"/>
                    </a:moveTo>
                    <a:lnTo>
                      <a:pt x="10409" y="1769"/>
                    </a:lnTo>
                    <a:lnTo>
                      <a:pt x="18187" y="14097"/>
                    </a:lnTo>
                    <a:lnTo>
                      <a:pt x="11052" y="16039"/>
                    </a:lnTo>
                    <a:lnTo>
                      <a:pt x="3924" y="17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4" name="Forme libre : forme 992">
                <a:extLst>
                  <a:ext uri="{FF2B5EF4-FFF2-40B4-BE49-F238E27FC236}">
                    <a16:creationId xmlns:a16="http://schemas.microsoft.com/office/drawing/2014/main" id="{FFCB6EA2-47DD-13C5-C717-574306F44787}"/>
                  </a:ext>
                </a:extLst>
              </p:cNvPr>
              <p:cNvSpPr/>
              <p:nvPr/>
            </p:nvSpPr>
            <p:spPr>
              <a:xfrm>
                <a:off x="8324503" y="4789427"/>
                <a:ext cx="18463" cy="11273"/>
              </a:xfrm>
              <a:custGeom>
                <a:avLst/>
                <a:gdLst>
                  <a:gd name="csX0" fmla="*/ 4997 w 18463"/>
                  <a:gd name="csY0" fmla="*/ 13035 h 11273"/>
                  <a:gd name="csX1" fmla="*/ 18330 w 18463"/>
                  <a:gd name="csY1" fmla="*/ 9964 h 11273"/>
                  <a:gd name="csX2" fmla="*/ 22435 w 18463"/>
                  <a:gd name="csY2" fmla="*/ 4840 h 11273"/>
                  <a:gd name="csX3" fmla="*/ 20383 w 18463"/>
                  <a:gd name="csY3" fmla="*/ 1762 h 11273"/>
                  <a:gd name="csX4" fmla="*/ 3971 w 18463"/>
                  <a:gd name="csY4" fmla="*/ 7912 h 11273"/>
                  <a:gd name="csX5" fmla="*/ 4997 w 18463"/>
                  <a:gd name="csY5" fmla="*/ 13035 h 11273"/>
                </a:gdLst>
                <a:ahLst/>
                <a:cxnLst>
                  <a:cxn ang="0">
                    <a:pos x="csX0" y="csY0"/>
                  </a:cxn>
                  <a:cxn ang="0">
                    <a:pos x="csX1" y="csY1"/>
                  </a:cxn>
                  <a:cxn ang="0">
                    <a:pos x="csX2" y="csY2"/>
                  </a:cxn>
                  <a:cxn ang="0">
                    <a:pos x="csX3" y="csY3"/>
                  </a:cxn>
                  <a:cxn ang="0">
                    <a:pos x="csX4" y="csY4"/>
                  </a:cxn>
                  <a:cxn ang="0">
                    <a:pos x="csX5" y="csY5"/>
                  </a:cxn>
                </a:cxnLst>
                <a:rect l="l" t="t" r="r" b="b"/>
                <a:pathLst>
                  <a:path w="18463" h="11273">
                    <a:moveTo>
                      <a:pt x="4997" y="13035"/>
                    </a:moveTo>
                    <a:lnTo>
                      <a:pt x="18330" y="9964"/>
                    </a:lnTo>
                    <a:lnTo>
                      <a:pt x="22435" y="4840"/>
                    </a:lnTo>
                    <a:lnTo>
                      <a:pt x="20383" y="1762"/>
                    </a:lnTo>
                    <a:lnTo>
                      <a:pt x="3971" y="7912"/>
                    </a:lnTo>
                    <a:lnTo>
                      <a:pt x="4997" y="13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5" name="Forme libre : forme 993">
                <a:extLst>
                  <a:ext uri="{FF2B5EF4-FFF2-40B4-BE49-F238E27FC236}">
                    <a16:creationId xmlns:a16="http://schemas.microsoft.com/office/drawing/2014/main" id="{8F58F704-0D2C-8C6C-8BCA-3CF525BAA5ED}"/>
                  </a:ext>
                </a:extLst>
              </p:cNvPr>
              <p:cNvSpPr/>
              <p:nvPr/>
            </p:nvSpPr>
            <p:spPr>
              <a:xfrm>
                <a:off x="8172737" y="4592641"/>
                <a:ext cx="133315" cy="157840"/>
              </a:xfrm>
              <a:custGeom>
                <a:avLst/>
                <a:gdLst>
                  <a:gd name="csX0" fmla="*/ 6984 w 133315"/>
                  <a:gd name="csY0" fmla="*/ 92902 h 157840"/>
                  <a:gd name="csX1" fmla="*/ 3906 w 133315"/>
                  <a:gd name="csY1" fmla="*/ 111352 h 157840"/>
                  <a:gd name="csX2" fmla="*/ 16212 w 133315"/>
                  <a:gd name="csY2" fmla="*/ 112378 h 157840"/>
                  <a:gd name="csX3" fmla="*/ 21343 w 133315"/>
                  <a:gd name="csY3" fmla="*/ 119547 h 157840"/>
                  <a:gd name="csX4" fmla="*/ 23389 w 133315"/>
                  <a:gd name="csY4" fmla="*/ 139023 h 157840"/>
                  <a:gd name="csX5" fmla="*/ 16212 w 133315"/>
                  <a:gd name="csY5" fmla="*/ 153376 h 157840"/>
                  <a:gd name="csX6" fmla="*/ 16212 w 133315"/>
                  <a:gd name="csY6" fmla="*/ 159526 h 157840"/>
                  <a:gd name="csX7" fmla="*/ 26467 w 133315"/>
                  <a:gd name="csY7" fmla="*/ 158500 h 157840"/>
                  <a:gd name="csX8" fmla="*/ 32617 w 133315"/>
                  <a:gd name="csY8" fmla="*/ 141076 h 157840"/>
                  <a:gd name="csX9" fmla="*/ 34669 w 133315"/>
                  <a:gd name="csY9" fmla="*/ 107247 h 157840"/>
                  <a:gd name="csX10" fmla="*/ 29545 w 133315"/>
                  <a:gd name="csY10" fmla="*/ 101104 h 157840"/>
                  <a:gd name="csX11" fmla="*/ 33650 w 133315"/>
                  <a:gd name="csY11" fmla="*/ 97000 h 157840"/>
                  <a:gd name="csX12" fmla="*/ 40826 w 133315"/>
                  <a:gd name="csY12" fmla="*/ 98026 h 157840"/>
                  <a:gd name="csX13" fmla="*/ 42878 w 133315"/>
                  <a:gd name="csY13" fmla="*/ 90857 h 157840"/>
                  <a:gd name="csX14" fmla="*/ 52107 w 133315"/>
                  <a:gd name="csY14" fmla="*/ 95980 h 157840"/>
                  <a:gd name="csX15" fmla="*/ 51081 w 133315"/>
                  <a:gd name="csY15" fmla="*/ 116476 h 157840"/>
                  <a:gd name="csX16" fmla="*/ 62361 w 133315"/>
                  <a:gd name="csY16" fmla="*/ 128776 h 157840"/>
                  <a:gd name="csX17" fmla="*/ 60309 w 133315"/>
                  <a:gd name="csY17" fmla="*/ 143121 h 157840"/>
                  <a:gd name="csX18" fmla="*/ 69537 w 133315"/>
                  <a:gd name="csY18" fmla="*/ 145173 h 157840"/>
                  <a:gd name="csX19" fmla="*/ 74661 w 133315"/>
                  <a:gd name="csY19" fmla="*/ 129802 h 157840"/>
                  <a:gd name="csX20" fmla="*/ 82870 w 133315"/>
                  <a:gd name="csY20" fmla="*/ 128776 h 157840"/>
                  <a:gd name="csX21" fmla="*/ 81844 w 133315"/>
                  <a:gd name="csY21" fmla="*/ 122626 h 157840"/>
                  <a:gd name="csX22" fmla="*/ 75694 w 133315"/>
                  <a:gd name="csY22" fmla="*/ 109300 h 157840"/>
                  <a:gd name="csX23" fmla="*/ 75694 w 133315"/>
                  <a:gd name="csY23" fmla="*/ 90857 h 157840"/>
                  <a:gd name="csX24" fmla="*/ 58257 w 133315"/>
                  <a:gd name="csY24" fmla="*/ 84700 h 157840"/>
                  <a:gd name="csX25" fmla="*/ 55178 w 133315"/>
                  <a:gd name="csY25" fmla="*/ 77531 h 157840"/>
                  <a:gd name="csX26" fmla="*/ 59283 w 133315"/>
                  <a:gd name="csY26" fmla="*/ 74452 h 157840"/>
                  <a:gd name="csX27" fmla="*/ 71590 w 133315"/>
                  <a:gd name="csY27" fmla="*/ 76504 h 157840"/>
                  <a:gd name="csX28" fmla="*/ 86975 w 133315"/>
                  <a:gd name="csY28" fmla="*/ 61133 h 157840"/>
                  <a:gd name="csX29" fmla="*/ 100301 w 133315"/>
                  <a:gd name="csY29" fmla="*/ 60107 h 157840"/>
                  <a:gd name="csX30" fmla="*/ 106458 w 133315"/>
                  <a:gd name="csY30" fmla="*/ 54983 h 157840"/>
                  <a:gd name="csX31" fmla="*/ 95177 w 133315"/>
                  <a:gd name="csY31" fmla="*/ 48833 h 157840"/>
                  <a:gd name="csX32" fmla="*/ 75694 w 133315"/>
                  <a:gd name="csY32" fmla="*/ 50878 h 157840"/>
                  <a:gd name="csX33" fmla="*/ 56204 w 133315"/>
                  <a:gd name="csY33" fmla="*/ 58054 h 157840"/>
                  <a:gd name="csX34" fmla="*/ 48002 w 133315"/>
                  <a:gd name="csY34" fmla="*/ 68302 h 157840"/>
                  <a:gd name="csX35" fmla="*/ 28519 w 133315"/>
                  <a:gd name="csY35" fmla="*/ 50878 h 157840"/>
                  <a:gd name="csX36" fmla="*/ 30572 w 133315"/>
                  <a:gd name="csY36" fmla="*/ 38578 h 157840"/>
                  <a:gd name="csX37" fmla="*/ 38774 w 133315"/>
                  <a:gd name="csY37" fmla="*/ 29357 h 157840"/>
                  <a:gd name="csX38" fmla="*/ 95177 w 133315"/>
                  <a:gd name="csY38" fmla="*/ 29357 h 157840"/>
                  <a:gd name="csX39" fmla="*/ 108503 w 133315"/>
                  <a:gd name="csY39" fmla="*/ 33455 h 157840"/>
                  <a:gd name="csX40" fmla="*/ 127993 w 133315"/>
                  <a:gd name="csY40" fmla="*/ 25259 h 157840"/>
                  <a:gd name="csX41" fmla="*/ 137221 w 133315"/>
                  <a:gd name="csY41" fmla="*/ 1685 h 157840"/>
                  <a:gd name="csX42" fmla="*/ 126967 w 133315"/>
                  <a:gd name="csY42" fmla="*/ 1685 h 157840"/>
                  <a:gd name="csX43" fmla="*/ 120810 w 133315"/>
                  <a:gd name="csY43" fmla="*/ 13985 h 157840"/>
                  <a:gd name="csX44" fmla="*/ 105432 w 133315"/>
                  <a:gd name="csY44" fmla="*/ 18083 h 157840"/>
                  <a:gd name="csX45" fmla="*/ 78766 w 133315"/>
                  <a:gd name="csY45" fmla="*/ 19109 h 157840"/>
                  <a:gd name="csX46" fmla="*/ 55185 w 133315"/>
                  <a:gd name="csY46" fmla="*/ 8861 h 157840"/>
                  <a:gd name="csX47" fmla="*/ 49028 w 133315"/>
                  <a:gd name="csY47" fmla="*/ 8861 h 157840"/>
                  <a:gd name="csX48" fmla="*/ 41852 w 133315"/>
                  <a:gd name="csY48" fmla="*/ 20128 h 157840"/>
                  <a:gd name="csX49" fmla="*/ 35695 w 133315"/>
                  <a:gd name="csY49" fmla="*/ 19109 h 157840"/>
                  <a:gd name="csX50" fmla="*/ 28519 w 133315"/>
                  <a:gd name="csY50" fmla="*/ 22181 h 157840"/>
                  <a:gd name="csX51" fmla="*/ 23389 w 133315"/>
                  <a:gd name="csY51" fmla="*/ 40631 h 157840"/>
                  <a:gd name="csX52" fmla="*/ 17239 w 133315"/>
                  <a:gd name="csY52" fmla="*/ 51904 h 157840"/>
                  <a:gd name="csX53" fmla="*/ 14160 w 133315"/>
                  <a:gd name="csY53" fmla="*/ 63178 h 157840"/>
                  <a:gd name="csX54" fmla="*/ 16212 w 133315"/>
                  <a:gd name="csY54" fmla="*/ 80602 h 157840"/>
                  <a:gd name="csX55" fmla="*/ 11089 w 133315"/>
                  <a:gd name="csY55" fmla="*/ 91876 h 157840"/>
                  <a:gd name="csX56" fmla="*/ 6984 w 133315"/>
                  <a:gd name="csY56" fmla="*/ 92902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33315" h="157840">
                    <a:moveTo>
                      <a:pt x="6984" y="92902"/>
                    </a:moveTo>
                    <a:lnTo>
                      <a:pt x="3906" y="111352"/>
                    </a:lnTo>
                    <a:lnTo>
                      <a:pt x="16212" y="112378"/>
                    </a:lnTo>
                    <a:lnTo>
                      <a:pt x="21343" y="119547"/>
                    </a:lnTo>
                    <a:lnTo>
                      <a:pt x="23389" y="139023"/>
                    </a:lnTo>
                    <a:lnTo>
                      <a:pt x="16212" y="153376"/>
                    </a:lnTo>
                    <a:lnTo>
                      <a:pt x="16212" y="159526"/>
                    </a:lnTo>
                    <a:lnTo>
                      <a:pt x="26467" y="158500"/>
                    </a:lnTo>
                    <a:lnTo>
                      <a:pt x="32617" y="141076"/>
                    </a:lnTo>
                    <a:lnTo>
                      <a:pt x="34669" y="107247"/>
                    </a:lnTo>
                    <a:lnTo>
                      <a:pt x="29545" y="101104"/>
                    </a:lnTo>
                    <a:lnTo>
                      <a:pt x="33650" y="97000"/>
                    </a:lnTo>
                    <a:lnTo>
                      <a:pt x="40826" y="98026"/>
                    </a:lnTo>
                    <a:lnTo>
                      <a:pt x="42878" y="90857"/>
                    </a:lnTo>
                    <a:lnTo>
                      <a:pt x="52107" y="95980"/>
                    </a:lnTo>
                    <a:lnTo>
                      <a:pt x="51081" y="116476"/>
                    </a:lnTo>
                    <a:lnTo>
                      <a:pt x="62361" y="128776"/>
                    </a:lnTo>
                    <a:lnTo>
                      <a:pt x="60309" y="143121"/>
                    </a:lnTo>
                    <a:lnTo>
                      <a:pt x="69537" y="145173"/>
                    </a:lnTo>
                    <a:lnTo>
                      <a:pt x="74661" y="129802"/>
                    </a:lnTo>
                    <a:lnTo>
                      <a:pt x="82870" y="128776"/>
                    </a:lnTo>
                    <a:lnTo>
                      <a:pt x="81844" y="122626"/>
                    </a:lnTo>
                    <a:lnTo>
                      <a:pt x="75694" y="109300"/>
                    </a:lnTo>
                    <a:lnTo>
                      <a:pt x="75694" y="90857"/>
                    </a:lnTo>
                    <a:lnTo>
                      <a:pt x="58257" y="84700"/>
                    </a:lnTo>
                    <a:lnTo>
                      <a:pt x="55178" y="77531"/>
                    </a:lnTo>
                    <a:lnTo>
                      <a:pt x="59283" y="74452"/>
                    </a:lnTo>
                    <a:lnTo>
                      <a:pt x="71590" y="76504"/>
                    </a:lnTo>
                    <a:lnTo>
                      <a:pt x="86975" y="61133"/>
                    </a:lnTo>
                    <a:lnTo>
                      <a:pt x="100301" y="60107"/>
                    </a:lnTo>
                    <a:lnTo>
                      <a:pt x="106458" y="54983"/>
                    </a:lnTo>
                    <a:lnTo>
                      <a:pt x="95177" y="48833"/>
                    </a:lnTo>
                    <a:lnTo>
                      <a:pt x="75694" y="50878"/>
                    </a:lnTo>
                    <a:lnTo>
                      <a:pt x="56204" y="58054"/>
                    </a:lnTo>
                    <a:lnTo>
                      <a:pt x="48002" y="68302"/>
                    </a:lnTo>
                    <a:lnTo>
                      <a:pt x="28519" y="50878"/>
                    </a:lnTo>
                    <a:lnTo>
                      <a:pt x="30572" y="38578"/>
                    </a:lnTo>
                    <a:lnTo>
                      <a:pt x="38774" y="29357"/>
                    </a:lnTo>
                    <a:lnTo>
                      <a:pt x="95177" y="29357"/>
                    </a:lnTo>
                    <a:lnTo>
                      <a:pt x="108503" y="33455"/>
                    </a:lnTo>
                    <a:lnTo>
                      <a:pt x="127993" y="25259"/>
                    </a:lnTo>
                    <a:lnTo>
                      <a:pt x="137221" y="1685"/>
                    </a:lnTo>
                    <a:lnTo>
                      <a:pt x="126967" y="1685"/>
                    </a:lnTo>
                    <a:lnTo>
                      <a:pt x="120810" y="13985"/>
                    </a:lnTo>
                    <a:lnTo>
                      <a:pt x="105432" y="18083"/>
                    </a:lnTo>
                    <a:lnTo>
                      <a:pt x="78766" y="19109"/>
                    </a:lnTo>
                    <a:lnTo>
                      <a:pt x="55185" y="8861"/>
                    </a:lnTo>
                    <a:lnTo>
                      <a:pt x="49028" y="8861"/>
                    </a:lnTo>
                    <a:lnTo>
                      <a:pt x="41852" y="20128"/>
                    </a:lnTo>
                    <a:lnTo>
                      <a:pt x="35695" y="19109"/>
                    </a:lnTo>
                    <a:lnTo>
                      <a:pt x="28519" y="22181"/>
                    </a:lnTo>
                    <a:lnTo>
                      <a:pt x="23389" y="40631"/>
                    </a:lnTo>
                    <a:lnTo>
                      <a:pt x="17239" y="51904"/>
                    </a:lnTo>
                    <a:lnTo>
                      <a:pt x="14160" y="63178"/>
                    </a:lnTo>
                    <a:lnTo>
                      <a:pt x="16212" y="80602"/>
                    </a:lnTo>
                    <a:lnTo>
                      <a:pt x="11089" y="91876"/>
                    </a:lnTo>
                    <a:lnTo>
                      <a:pt x="6984" y="929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6" name="Forme libre : forme 994">
                <a:extLst>
                  <a:ext uri="{FF2B5EF4-FFF2-40B4-BE49-F238E27FC236}">
                    <a16:creationId xmlns:a16="http://schemas.microsoft.com/office/drawing/2014/main" id="{D4A702A2-A8A8-9D6A-2341-58DD005C596B}"/>
                  </a:ext>
                </a:extLst>
              </p:cNvPr>
              <p:cNvSpPr/>
              <p:nvPr/>
            </p:nvSpPr>
            <p:spPr>
              <a:xfrm>
                <a:off x="8192227" y="4222644"/>
                <a:ext cx="60501" cy="112738"/>
              </a:xfrm>
              <a:custGeom>
                <a:avLst/>
                <a:gdLst>
                  <a:gd name="csX0" fmla="*/ 6979 w 60501"/>
                  <a:gd name="csY0" fmla="*/ 52694 h 112738"/>
                  <a:gd name="csX1" fmla="*/ 3901 w 60501"/>
                  <a:gd name="csY1" fmla="*/ 59863 h 112738"/>
                  <a:gd name="csX2" fmla="*/ 13129 w 60501"/>
                  <a:gd name="csY2" fmla="*/ 82418 h 112738"/>
                  <a:gd name="csX3" fmla="*/ 26462 w 60501"/>
                  <a:gd name="csY3" fmla="*/ 88568 h 112738"/>
                  <a:gd name="csX4" fmla="*/ 27488 w 60501"/>
                  <a:gd name="csY4" fmla="*/ 105992 h 112738"/>
                  <a:gd name="csX5" fmla="*/ 40814 w 60501"/>
                  <a:gd name="csY5" fmla="*/ 114187 h 112738"/>
                  <a:gd name="csX6" fmla="*/ 44919 w 60501"/>
                  <a:gd name="csY6" fmla="*/ 109063 h 112738"/>
                  <a:gd name="csX7" fmla="*/ 49023 w 60501"/>
                  <a:gd name="csY7" fmla="*/ 98815 h 112738"/>
                  <a:gd name="csX8" fmla="*/ 45945 w 60501"/>
                  <a:gd name="csY8" fmla="*/ 92666 h 112738"/>
                  <a:gd name="csX9" fmla="*/ 39795 w 60501"/>
                  <a:gd name="csY9" fmla="*/ 74216 h 112738"/>
                  <a:gd name="csX10" fmla="*/ 42867 w 60501"/>
                  <a:gd name="csY10" fmla="*/ 64994 h 112738"/>
                  <a:gd name="csX11" fmla="*/ 63382 w 60501"/>
                  <a:gd name="csY11" fmla="*/ 48596 h 112738"/>
                  <a:gd name="csX12" fmla="*/ 64402 w 60501"/>
                  <a:gd name="csY12" fmla="*/ 35270 h 112738"/>
                  <a:gd name="csX13" fmla="*/ 57226 w 60501"/>
                  <a:gd name="csY13" fmla="*/ 27068 h 112738"/>
                  <a:gd name="csX14" fmla="*/ 60304 w 60501"/>
                  <a:gd name="csY14" fmla="*/ 5546 h 112738"/>
                  <a:gd name="csX15" fmla="*/ 54154 w 60501"/>
                  <a:gd name="csY15" fmla="*/ 1449 h 112738"/>
                  <a:gd name="csX16" fmla="*/ 41847 w 60501"/>
                  <a:gd name="csY16" fmla="*/ 9644 h 112738"/>
                  <a:gd name="csX17" fmla="*/ 31586 w 60501"/>
                  <a:gd name="csY17" fmla="*/ 4520 h 112738"/>
                  <a:gd name="csX18" fmla="*/ 24410 w 60501"/>
                  <a:gd name="csY18" fmla="*/ 5546 h 112738"/>
                  <a:gd name="csX19" fmla="*/ 24410 w 60501"/>
                  <a:gd name="csY19" fmla="*/ 13749 h 112738"/>
                  <a:gd name="csX20" fmla="*/ 19286 w 60501"/>
                  <a:gd name="csY20" fmla="*/ 19899 h 112738"/>
                  <a:gd name="csX21" fmla="*/ 14155 w 60501"/>
                  <a:gd name="csY21" fmla="*/ 51668 h 112738"/>
                  <a:gd name="csX22" fmla="*/ 6979 w 60501"/>
                  <a:gd name="csY22" fmla="*/ 52694 h 112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0501" h="112738">
                    <a:moveTo>
                      <a:pt x="6979" y="52694"/>
                    </a:moveTo>
                    <a:lnTo>
                      <a:pt x="3901" y="59863"/>
                    </a:lnTo>
                    <a:lnTo>
                      <a:pt x="13129" y="82418"/>
                    </a:lnTo>
                    <a:lnTo>
                      <a:pt x="26462" y="88568"/>
                    </a:lnTo>
                    <a:lnTo>
                      <a:pt x="27488" y="105992"/>
                    </a:lnTo>
                    <a:lnTo>
                      <a:pt x="40814" y="114187"/>
                    </a:lnTo>
                    <a:lnTo>
                      <a:pt x="44919" y="109063"/>
                    </a:lnTo>
                    <a:lnTo>
                      <a:pt x="49023" y="98815"/>
                    </a:lnTo>
                    <a:lnTo>
                      <a:pt x="45945" y="92666"/>
                    </a:lnTo>
                    <a:lnTo>
                      <a:pt x="39795" y="74216"/>
                    </a:lnTo>
                    <a:lnTo>
                      <a:pt x="42867" y="64994"/>
                    </a:lnTo>
                    <a:lnTo>
                      <a:pt x="63382" y="48596"/>
                    </a:lnTo>
                    <a:lnTo>
                      <a:pt x="64402" y="35270"/>
                    </a:lnTo>
                    <a:lnTo>
                      <a:pt x="57226" y="27068"/>
                    </a:lnTo>
                    <a:lnTo>
                      <a:pt x="60304" y="5546"/>
                    </a:lnTo>
                    <a:lnTo>
                      <a:pt x="54154" y="1449"/>
                    </a:lnTo>
                    <a:lnTo>
                      <a:pt x="41847" y="9644"/>
                    </a:lnTo>
                    <a:lnTo>
                      <a:pt x="31586" y="4520"/>
                    </a:lnTo>
                    <a:lnTo>
                      <a:pt x="24410" y="5546"/>
                    </a:lnTo>
                    <a:lnTo>
                      <a:pt x="24410" y="13749"/>
                    </a:lnTo>
                    <a:lnTo>
                      <a:pt x="19286" y="19899"/>
                    </a:lnTo>
                    <a:lnTo>
                      <a:pt x="14155" y="51668"/>
                    </a:lnTo>
                    <a:lnTo>
                      <a:pt x="6979" y="526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7" name="Forme libre : forme 995">
                <a:extLst>
                  <a:ext uri="{FF2B5EF4-FFF2-40B4-BE49-F238E27FC236}">
                    <a16:creationId xmlns:a16="http://schemas.microsoft.com/office/drawing/2014/main" id="{509877EE-CBBD-B46E-74D8-951C9595B90D}"/>
                  </a:ext>
                </a:extLst>
              </p:cNvPr>
              <p:cNvSpPr/>
              <p:nvPr/>
            </p:nvSpPr>
            <p:spPr>
              <a:xfrm>
                <a:off x="8203514" y="4334356"/>
                <a:ext cx="26659" cy="27671"/>
              </a:xfrm>
              <a:custGeom>
                <a:avLst/>
                <a:gdLst>
                  <a:gd name="csX0" fmla="*/ 17227 w 26659"/>
                  <a:gd name="csY0" fmla="*/ 2518 h 27671"/>
                  <a:gd name="csX1" fmla="*/ 6973 w 26659"/>
                  <a:gd name="csY1" fmla="*/ 1492 h 27671"/>
                  <a:gd name="csX2" fmla="*/ 3901 w 26659"/>
                  <a:gd name="csY2" fmla="*/ 5590 h 27671"/>
                  <a:gd name="csX3" fmla="*/ 13130 w 26659"/>
                  <a:gd name="csY3" fmla="*/ 12766 h 27671"/>
                  <a:gd name="csX4" fmla="*/ 17227 w 26659"/>
                  <a:gd name="csY4" fmla="*/ 27118 h 27671"/>
                  <a:gd name="csX5" fmla="*/ 26456 w 26659"/>
                  <a:gd name="csY5" fmla="*/ 29164 h 27671"/>
                  <a:gd name="csX6" fmla="*/ 30560 w 26659"/>
                  <a:gd name="csY6" fmla="*/ 24040 h 27671"/>
                  <a:gd name="csX7" fmla="*/ 28508 w 26659"/>
                  <a:gd name="csY7" fmla="*/ 11740 h 27671"/>
                  <a:gd name="csX8" fmla="*/ 17227 w 26659"/>
                  <a:gd name="csY8" fmla="*/ 2518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59" h="27671">
                    <a:moveTo>
                      <a:pt x="17227" y="2518"/>
                    </a:moveTo>
                    <a:lnTo>
                      <a:pt x="6973" y="1492"/>
                    </a:lnTo>
                    <a:lnTo>
                      <a:pt x="3901" y="5590"/>
                    </a:lnTo>
                    <a:lnTo>
                      <a:pt x="13130" y="12766"/>
                    </a:lnTo>
                    <a:lnTo>
                      <a:pt x="17227" y="27118"/>
                    </a:lnTo>
                    <a:lnTo>
                      <a:pt x="26456" y="29164"/>
                    </a:lnTo>
                    <a:lnTo>
                      <a:pt x="30560" y="24040"/>
                    </a:lnTo>
                    <a:lnTo>
                      <a:pt x="28508" y="11740"/>
                    </a:lnTo>
                    <a:lnTo>
                      <a:pt x="17227" y="2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8" name="Forme libre : forme 996">
                <a:extLst>
                  <a:ext uri="{FF2B5EF4-FFF2-40B4-BE49-F238E27FC236}">
                    <a16:creationId xmlns:a16="http://schemas.microsoft.com/office/drawing/2014/main" id="{39D312CB-1BDB-6AFF-3BF8-947DCEC18BA3}"/>
                  </a:ext>
                </a:extLst>
              </p:cNvPr>
              <p:cNvSpPr/>
              <p:nvPr/>
            </p:nvSpPr>
            <p:spPr>
              <a:xfrm>
                <a:off x="8239402" y="4320003"/>
                <a:ext cx="49220" cy="34847"/>
              </a:xfrm>
              <a:custGeom>
                <a:avLst/>
                <a:gdLst>
                  <a:gd name="csX0" fmla="*/ 27517 w 49220"/>
                  <a:gd name="csY0" fmla="*/ 9687 h 34847"/>
                  <a:gd name="csX1" fmla="*/ 20341 w 49220"/>
                  <a:gd name="csY1" fmla="*/ 1485 h 34847"/>
                  <a:gd name="csX2" fmla="*/ 12139 w 49220"/>
                  <a:gd name="csY2" fmla="*/ 1485 h 34847"/>
                  <a:gd name="csX3" fmla="*/ 3930 w 49220"/>
                  <a:gd name="csY3" fmla="*/ 8661 h 34847"/>
                  <a:gd name="csX4" fmla="*/ 15210 w 49220"/>
                  <a:gd name="csY4" fmla="*/ 21987 h 34847"/>
                  <a:gd name="csX5" fmla="*/ 19308 w 49220"/>
                  <a:gd name="csY5" fmla="*/ 15837 h 34847"/>
                  <a:gd name="csX6" fmla="*/ 30589 w 49220"/>
                  <a:gd name="csY6" fmla="*/ 26085 h 34847"/>
                  <a:gd name="csX7" fmla="*/ 50079 w 49220"/>
                  <a:gd name="csY7" fmla="*/ 36333 h 34847"/>
                  <a:gd name="csX8" fmla="*/ 53150 w 49220"/>
                  <a:gd name="csY8" fmla="*/ 30183 h 34847"/>
                  <a:gd name="csX9" fmla="*/ 45974 w 49220"/>
                  <a:gd name="csY9" fmla="*/ 27111 h 34847"/>
                  <a:gd name="csX10" fmla="*/ 42896 w 49220"/>
                  <a:gd name="csY10" fmla="*/ 13785 h 34847"/>
                  <a:gd name="csX11" fmla="*/ 35720 w 49220"/>
                  <a:gd name="csY11" fmla="*/ 4563 h 34847"/>
                  <a:gd name="csX12" fmla="*/ 27517 w 49220"/>
                  <a:gd name="csY12" fmla="*/ 9687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220" h="34847">
                    <a:moveTo>
                      <a:pt x="27517" y="9687"/>
                    </a:moveTo>
                    <a:lnTo>
                      <a:pt x="20341" y="1485"/>
                    </a:lnTo>
                    <a:lnTo>
                      <a:pt x="12139" y="1485"/>
                    </a:lnTo>
                    <a:lnTo>
                      <a:pt x="3930" y="8661"/>
                    </a:lnTo>
                    <a:lnTo>
                      <a:pt x="15210" y="21987"/>
                    </a:lnTo>
                    <a:lnTo>
                      <a:pt x="19308" y="15837"/>
                    </a:lnTo>
                    <a:lnTo>
                      <a:pt x="30589" y="26085"/>
                    </a:lnTo>
                    <a:lnTo>
                      <a:pt x="50079" y="36333"/>
                    </a:lnTo>
                    <a:lnTo>
                      <a:pt x="53150" y="30183"/>
                    </a:lnTo>
                    <a:lnTo>
                      <a:pt x="45974" y="27111"/>
                    </a:lnTo>
                    <a:lnTo>
                      <a:pt x="42896" y="13785"/>
                    </a:lnTo>
                    <a:lnTo>
                      <a:pt x="35720" y="4563"/>
                    </a:lnTo>
                    <a:lnTo>
                      <a:pt x="27517" y="9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19" name="Forme libre : forme 997">
                <a:extLst>
                  <a:ext uri="{FF2B5EF4-FFF2-40B4-BE49-F238E27FC236}">
                    <a16:creationId xmlns:a16="http://schemas.microsoft.com/office/drawing/2014/main" id="{B421E935-BC11-627C-EF5B-64E93050DEE0}"/>
                  </a:ext>
                </a:extLst>
              </p:cNvPr>
              <p:cNvSpPr/>
              <p:nvPr/>
            </p:nvSpPr>
            <p:spPr>
              <a:xfrm>
                <a:off x="8293746" y="4358956"/>
                <a:ext cx="23587" cy="28697"/>
              </a:xfrm>
              <a:custGeom>
                <a:avLst/>
                <a:gdLst>
                  <a:gd name="csX0" fmla="*/ 3954 w 23587"/>
                  <a:gd name="csY0" fmla="*/ 3560 h 28697"/>
                  <a:gd name="csX1" fmla="*/ 3954 w 23587"/>
                  <a:gd name="csY1" fmla="*/ 7657 h 28697"/>
                  <a:gd name="csX2" fmla="*/ 12156 w 23587"/>
                  <a:gd name="csY2" fmla="*/ 14833 h 28697"/>
                  <a:gd name="csX3" fmla="*/ 16260 w 23587"/>
                  <a:gd name="csY3" fmla="*/ 25081 h 28697"/>
                  <a:gd name="csX4" fmla="*/ 25489 w 23587"/>
                  <a:gd name="csY4" fmla="*/ 30205 h 28697"/>
                  <a:gd name="csX5" fmla="*/ 27541 w 23587"/>
                  <a:gd name="csY5" fmla="*/ 13807 h 28697"/>
                  <a:gd name="csX6" fmla="*/ 21384 w 23587"/>
                  <a:gd name="csY6" fmla="*/ 4586 h 28697"/>
                  <a:gd name="csX7" fmla="*/ 11130 w 23587"/>
                  <a:gd name="csY7" fmla="*/ 1507 h 28697"/>
                  <a:gd name="csX8" fmla="*/ 3954 w 23587"/>
                  <a:gd name="csY8" fmla="*/ 3560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7" h="28697">
                    <a:moveTo>
                      <a:pt x="3954" y="3560"/>
                    </a:moveTo>
                    <a:lnTo>
                      <a:pt x="3954" y="7657"/>
                    </a:lnTo>
                    <a:lnTo>
                      <a:pt x="12156" y="14833"/>
                    </a:lnTo>
                    <a:lnTo>
                      <a:pt x="16260" y="25081"/>
                    </a:lnTo>
                    <a:lnTo>
                      <a:pt x="25489" y="30205"/>
                    </a:lnTo>
                    <a:lnTo>
                      <a:pt x="27541" y="13807"/>
                    </a:lnTo>
                    <a:lnTo>
                      <a:pt x="21384" y="4586"/>
                    </a:lnTo>
                    <a:lnTo>
                      <a:pt x="11130" y="1507"/>
                    </a:lnTo>
                    <a:lnTo>
                      <a:pt x="3954" y="3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0" name="Forme libre : forme 998">
                <a:extLst>
                  <a:ext uri="{FF2B5EF4-FFF2-40B4-BE49-F238E27FC236}">
                    <a16:creationId xmlns:a16="http://schemas.microsoft.com/office/drawing/2014/main" id="{E761887E-9029-71CA-F36B-34DBDB0213A3}"/>
                  </a:ext>
                </a:extLst>
              </p:cNvPr>
              <p:cNvSpPr/>
              <p:nvPr/>
            </p:nvSpPr>
            <p:spPr>
              <a:xfrm>
                <a:off x="8283491" y="4323082"/>
                <a:ext cx="9228" cy="9221"/>
              </a:xfrm>
              <a:custGeom>
                <a:avLst/>
                <a:gdLst>
                  <a:gd name="csX0" fmla="*/ 3944 w 9228"/>
                  <a:gd name="csY0" fmla="*/ 7627 h 9221"/>
                  <a:gd name="csX1" fmla="*/ 5996 w 9228"/>
                  <a:gd name="csY1" fmla="*/ 10699 h 9221"/>
                  <a:gd name="csX2" fmla="*/ 13172 w 9228"/>
                  <a:gd name="csY2" fmla="*/ 9673 h 9221"/>
                  <a:gd name="csX3" fmla="*/ 13172 w 9228"/>
                  <a:gd name="csY3" fmla="*/ 3530 h 9221"/>
                  <a:gd name="csX4" fmla="*/ 5996 w 9228"/>
                  <a:gd name="csY4" fmla="*/ 1477 h 9221"/>
                  <a:gd name="csX5" fmla="*/ 3944 w 9228"/>
                  <a:gd name="csY5" fmla="*/ 7627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3944" y="7627"/>
                    </a:moveTo>
                    <a:lnTo>
                      <a:pt x="5996" y="10699"/>
                    </a:lnTo>
                    <a:lnTo>
                      <a:pt x="13172" y="9673"/>
                    </a:lnTo>
                    <a:lnTo>
                      <a:pt x="13172" y="3530"/>
                    </a:lnTo>
                    <a:lnTo>
                      <a:pt x="5996" y="1477"/>
                    </a:lnTo>
                    <a:lnTo>
                      <a:pt x="3944" y="76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1" name="Forme libre : forme 999">
                <a:extLst>
                  <a:ext uri="{FF2B5EF4-FFF2-40B4-BE49-F238E27FC236}">
                    <a16:creationId xmlns:a16="http://schemas.microsoft.com/office/drawing/2014/main" id="{08C11201-725E-33B5-C9FB-CF1D7681E8FE}"/>
                  </a:ext>
                </a:extLst>
              </p:cNvPr>
              <p:cNvSpPr/>
              <p:nvPr/>
            </p:nvSpPr>
            <p:spPr>
              <a:xfrm>
                <a:off x="8266061" y="4361008"/>
                <a:ext cx="15385" cy="11273"/>
              </a:xfrm>
              <a:custGeom>
                <a:avLst/>
                <a:gdLst>
                  <a:gd name="csX0" fmla="*/ 4961 w 15385"/>
                  <a:gd name="csY0" fmla="*/ 1502 h 11273"/>
                  <a:gd name="csX1" fmla="*/ 3935 w 15385"/>
                  <a:gd name="csY1" fmla="*/ 12776 h 11273"/>
                  <a:gd name="csX2" fmla="*/ 10092 w 15385"/>
                  <a:gd name="csY2" fmla="*/ 7652 h 11273"/>
                  <a:gd name="csX3" fmla="*/ 19320 w 15385"/>
                  <a:gd name="csY3" fmla="*/ 11750 h 11273"/>
                  <a:gd name="csX4" fmla="*/ 19320 w 15385"/>
                  <a:gd name="csY4" fmla="*/ 7652 h 11273"/>
                  <a:gd name="csX5" fmla="*/ 11111 w 15385"/>
                  <a:gd name="csY5" fmla="*/ 2528 h 11273"/>
                  <a:gd name="csX6" fmla="*/ 4961 w 15385"/>
                  <a:gd name="csY6" fmla="*/ 1502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4961" y="1502"/>
                    </a:moveTo>
                    <a:lnTo>
                      <a:pt x="3935" y="12776"/>
                    </a:lnTo>
                    <a:lnTo>
                      <a:pt x="10092" y="7652"/>
                    </a:lnTo>
                    <a:lnTo>
                      <a:pt x="19320" y="11750"/>
                    </a:lnTo>
                    <a:lnTo>
                      <a:pt x="19320" y="7652"/>
                    </a:lnTo>
                    <a:lnTo>
                      <a:pt x="11111" y="2528"/>
                    </a:lnTo>
                    <a:lnTo>
                      <a:pt x="4961" y="15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2" name="Forme libre : forme 1000">
                <a:extLst>
                  <a:ext uri="{FF2B5EF4-FFF2-40B4-BE49-F238E27FC236}">
                    <a16:creationId xmlns:a16="http://schemas.microsoft.com/office/drawing/2014/main" id="{92BA2927-23A5-C796-1F13-B7B74CBC3DE1}"/>
                  </a:ext>
                </a:extLst>
              </p:cNvPr>
              <p:cNvSpPr/>
              <p:nvPr/>
            </p:nvSpPr>
            <p:spPr>
              <a:xfrm>
                <a:off x="8243499" y="4380477"/>
                <a:ext cx="18456" cy="22547"/>
              </a:xfrm>
              <a:custGeom>
                <a:avLst/>
                <a:gdLst>
                  <a:gd name="csX0" fmla="*/ 5974 w 18456"/>
                  <a:gd name="csY0" fmla="*/ 1518 h 22547"/>
                  <a:gd name="csX1" fmla="*/ 3922 w 18456"/>
                  <a:gd name="csY1" fmla="*/ 24066 h 22547"/>
                  <a:gd name="csX2" fmla="*/ 19307 w 18456"/>
                  <a:gd name="csY2" fmla="*/ 14844 h 22547"/>
                  <a:gd name="csX3" fmla="*/ 22379 w 18456"/>
                  <a:gd name="csY3" fmla="*/ 4590 h 22547"/>
                  <a:gd name="csX4" fmla="*/ 15203 w 18456"/>
                  <a:gd name="csY4" fmla="*/ 1518 h 22547"/>
                  <a:gd name="csX5" fmla="*/ 5974 w 18456"/>
                  <a:gd name="csY5" fmla="*/ 1518 h 22547"/>
                </a:gdLst>
                <a:ahLst/>
                <a:cxnLst>
                  <a:cxn ang="0">
                    <a:pos x="csX0" y="csY0"/>
                  </a:cxn>
                  <a:cxn ang="0">
                    <a:pos x="csX1" y="csY1"/>
                  </a:cxn>
                  <a:cxn ang="0">
                    <a:pos x="csX2" y="csY2"/>
                  </a:cxn>
                  <a:cxn ang="0">
                    <a:pos x="csX3" y="csY3"/>
                  </a:cxn>
                  <a:cxn ang="0">
                    <a:pos x="csX4" y="csY4"/>
                  </a:cxn>
                  <a:cxn ang="0">
                    <a:pos x="csX5" y="csY5"/>
                  </a:cxn>
                </a:cxnLst>
                <a:rect l="l" t="t" r="r" b="b"/>
                <a:pathLst>
                  <a:path w="18456" h="22547">
                    <a:moveTo>
                      <a:pt x="5974" y="1518"/>
                    </a:moveTo>
                    <a:lnTo>
                      <a:pt x="3922" y="24066"/>
                    </a:lnTo>
                    <a:lnTo>
                      <a:pt x="19307" y="14844"/>
                    </a:lnTo>
                    <a:lnTo>
                      <a:pt x="22379" y="4590"/>
                    </a:lnTo>
                    <a:lnTo>
                      <a:pt x="15203" y="1518"/>
                    </a:lnTo>
                    <a:lnTo>
                      <a:pt x="5974" y="1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3" name="Forme libre : forme 1001">
                <a:extLst>
                  <a:ext uri="{FF2B5EF4-FFF2-40B4-BE49-F238E27FC236}">
                    <a16:creationId xmlns:a16="http://schemas.microsoft.com/office/drawing/2014/main" id="{7E3D8164-C771-8282-1D5C-F29B4A3F2673}"/>
                  </a:ext>
                </a:extLst>
              </p:cNvPr>
              <p:cNvSpPr/>
              <p:nvPr/>
            </p:nvSpPr>
            <p:spPr>
              <a:xfrm>
                <a:off x="8248623" y="4394829"/>
                <a:ext cx="26665" cy="34847"/>
              </a:xfrm>
              <a:custGeom>
                <a:avLst/>
                <a:gdLst>
                  <a:gd name="csX0" fmla="*/ 16235 w 26665"/>
                  <a:gd name="csY0" fmla="*/ 11778 h 34847"/>
                  <a:gd name="csX1" fmla="*/ 21366 w 26665"/>
                  <a:gd name="csY1" fmla="*/ 16902 h 34847"/>
                  <a:gd name="csX2" fmla="*/ 5981 w 26665"/>
                  <a:gd name="csY2" fmla="*/ 21006 h 34847"/>
                  <a:gd name="csX3" fmla="*/ 3929 w 26665"/>
                  <a:gd name="csY3" fmla="*/ 29202 h 34847"/>
                  <a:gd name="csX4" fmla="*/ 15209 w 26665"/>
                  <a:gd name="csY4" fmla="*/ 36378 h 34847"/>
                  <a:gd name="csX5" fmla="*/ 22392 w 26665"/>
                  <a:gd name="csY5" fmla="*/ 32273 h 34847"/>
                  <a:gd name="csX6" fmla="*/ 28542 w 26665"/>
                  <a:gd name="csY6" fmla="*/ 22026 h 34847"/>
                  <a:gd name="csX7" fmla="*/ 30594 w 26665"/>
                  <a:gd name="csY7" fmla="*/ 4602 h 34847"/>
                  <a:gd name="csX8" fmla="*/ 19314 w 26665"/>
                  <a:gd name="csY8" fmla="*/ 1530 h 34847"/>
                  <a:gd name="csX9" fmla="*/ 16235 w 26665"/>
                  <a:gd name="csY9" fmla="*/ 11778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665" h="34847">
                    <a:moveTo>
                      <a:pt x="16235" y="11778"/>
                    </a:moveTo>
                    <a:lnTo>
                      <a:pt x="21366" y="16902"/>
                    </a:lnTo>
                    <a:lnTo>
                      <a:pt x="5981" y="21006"/>
                    </a:lnTo>
                    <a:lnTo>
                      <a:pt x="3929" y="29202"/>
                    </a:lnTo>
                    <a:lnTo>
                      <a:pt x="15209" y="36378"/>
                    </a:lnTo>
                    <a:lnTo>
                      <a:pt x="22392" y="32273"/>
                    </a:lnTo>
                    <a:lnTo>
                      <a:pt x="28542" y="22026"/>
                    </a:lnTo>
                    <a:lnTo>
                      <a:pt x="30594" y="4602"/>
                    </a:lnTo>
                    <a:lnTo>
                      <a:pt x="19314" y="1530"/>
                    </a:lnTo>
                    <a:lnTo>
                      <a:pt x="16235" y="117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4" name="Forme libre : forme 1002">
                <a:extLst>
                  <a:ext uri="{FF2B5EF4-FFF2-40B4-BE49-F238E27FC236}">
                    <a16:creationId xmlns:a16="http://schemas.microsoft.com/office/drawing/2014/main" id="{8E2A15F6-016F-3CFF-1F92-15CA74B06610}"/>
                  </a:ext>
                </a:extLst>
              </p:cNvPr>
              <p:cNvSpPr/>
              <p:nvPr/>
            </p:nvSpPr>
            <p:spPr>
              <a:xfrm rot="-1304132" flipV="1">
                <a:off x="8271983" y="4393574"/>
                <a:ext cx="14817" cy="26091"/>
              </a:xfrm>
              <a:custGeom>
                <a:avLst/>
                <a:gdLst>
                  <a:gd name="csX0" fmla="*/ 3939 w 14817"/>
                  <a:gd name="csY0" fmla="*/ 1523 h 26091"/>
                  <a:gd name="csX1" fmla="*/ 9466 w 14817"/>
                  <a:gd name="csY1" fmla="*/ 1523 h 26091"/>
                  <a:gd name="csX2" fmla="*/ 15356 w 14817"/>
                  <a:gd name="csY2" fmla="*/ 8009 h 26091"/>
                  <a:gd name="csX3" fmla="*/ 18756 w 14817"/>
                  <a:gd name="csY3" fmla="*/ 27615 h 26091"/>
                  <a:gd name="csX4" fmla="*/ 3939 w 14817"/>
                  <a:gd name="csY4" fmla="*/ 1523 h 26091"/>
                </a:gdLst>
                <a:ahLst/>
                <a:cxnLst>
                  <a:cxn ang="0">
                    <a:pos x="csX0" y="csY0"/>
                  </a:cxn>
                  <a:cxn ang="0">
                    <a:pos x="csX1" y="csY1"/>
                  </a:cxn>
                  <a:cxn ang="0">
                    <a:pos x="csX2" y="csY2"/>
                  </a:cxn>
                  <a:cxn ang="0">
                    <a:pos x="csX3" y="csY3"/>
                  </a:cxn>
                  <a:cxn ang="0">
                    <a:pos x="csX4" y="csY4"/>
                  </a:cxn>
                </a:cxnLst>
                <a:rect l="l" t="t" r="r" b="b"/>
                <a:pathLst>
                  <a:path w="14817" h="26091">
                    <a:moveTo>
                      <a:pt x="3939" y="1523"/>
                    </a:moveTo>
                    <a:lnTo>
                      <a:pt x="9466" y="1523"/>
                    </a:lnTo>
                    <a:lnTo>
                      <a:pt x="15356" y="8009"/>
                    </a:lnTo>
                    <a:lnTo>
                      <a:pt x="18756" y="27615"/>
                    </a:lnTo>
                    <a:lnTo>
                      <a:pt x="3939"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5" name="Forme libre : forme 1003">
                <a:extLst>
                  <a:ext uri="{FF2B5EF4-FFF2-40B4-BE49-F238E27FC236}">
                    <a16:creationId xmlns:a16="http://schemas.microsoft.com/office/drawing/2014/main" id="{0E2173F6-CBCF-2E05-1564-89D835BEDECF}"/>
                  </a:ext>
                </a:extLst>
              </p:cNvPr>
              <p:cNvSpPr/>
              <p:nvPr/>
            </p:nvSpPr>
            <p:spPr>
              <a:xfrm>
                <a:off x="8288622" y="4387660"/>
                <a:ext cx="21535" cy="20495"/>
              </a:xfrm>
              <a:custGeom>
                <a:avLst/>
                <a:gdLst>
                  <a:gd name="csX0" fmla="*/ 14206 w 21535"/>
                  <a:gd name="csY0" fmla="*/ 11768 h 20495"/>
                  <a:gd name="csX1" fmla="*/ 15232 w 21535"/>
                  <a:gd name="csY1" fmla="*/ 22016 h 20495"/>
                  <a:gd name="csX2" fmla="*/ 25487 w 21535"/>
                  <a:gd name="csY2" fmla="*/ 20990 h 20495"/>
                  <a:gd name="csX3" fmla="*/ 22408 w 21535"/>
                  <a:gd name="csY3" fmla="*/ 11768 h 20495"/>
                  <a:gd name="csX4" fmla="*/ 15232 w 21535"/>
                  <a:gd name="csY4" fmla="*/ 1520 h 20495"/>
                  <a:gd name="csX5" fmla="*/ 3951 w 21535"/>
                  <a:gd name="csY5" fmla="*/ 1520 h 20495"/>
                  <a:gd name="csX6" fmla="*/ 14206 w 21535"/>
                  <a:gd name="csY6" fmla="*/ 11768 h 204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20495">
                    <a:moveTo>
                      <a:pt x="14206" y="11768"/>
                    </a:moveTo>
                    <a:lnTo>
                      <a:pt x="15232" y="22016"/>
                    </a:lnTo>
                    <a:lnTo>
                      <a:pt x="25487" y="20990"/>
                    </a:lnTo>
                    <a:lnTo>
                      <a:pt x="22408" y="11768"/>
                    </a:lnTo>
                    <a:lnTo>
                      <a:pt x="15232" y="1520"/>
                    </a:lnTo>
                    <a:lnTo>
                      <a:pt x="3951" y="1520"/>
                    </a:lnTo>
                    <a:lnTo>
                      <a:pt x="14206" y="117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6" name="Forme libre : forme 1004">
                <a:extLst>
                  <a:ext uri="{FF2B5EF4-FFF2-40B4-BE49-F238E27FC236}">
                    <a16:creationId xmlns:a16="http://schemas.microsoft.com/office/drawing/2014/main" id="{0295EAC9-52E0-9C0B-728D-16DEB3F6698F}"/>
                  </a:ext>
                </a:extLst>
              </p:cNvPr>
              <p:cNvSpPr/>
              <p:nvPr/>
            </p:nvSpPr>
            <p:spPr>
              <a:xfrm>
                <a:off x="8286563" y="4411227"/>
                <a:ext cx="15385" cy="11273"/>
              </a:xfrm>
              <a:custGeom>
                <a:avLst/>
                <a:gdLst>
                  <a:gd name="csX0" fmla="*/ 19335 w 15385"/>
                  <a:gd name="csY0" fmla="*/ 2559 h 11273"/>
                  <a:gd name="csX1" fmla="*/ 13185 w 15385"/>
                  <a:gd name="csY1" fmla="*/ 1533 h 11273"/>
                  <a:gd name="csX2" fmla="*/ 10106 w 15385"/>
                  <a:gd name="csY2" fmla="*/ 2559 h 11273"/>
                  <a:gd name="csX3" fmla="*/ 3949 w 15385"/>
                  <a:gd name="csY3" fmla="*/ 11780 h 11273"/>
                  <a:gd name="csX4" fmla="*/ 12159 w 15385"/>
                  <a:gd name="csY4" fmla="*/ 12806 h 11273"/>
                  <a:gd name="csX5" fmla="*/ 19335 w 15385"/>
                  <a:gd name="csY5" fmla="*/ 2559 h 11273"/>
                </a:gdLst>
                <a:ahLst/>
                <a:cxnLst>
                  <a:cxn ang="0">
                    <a:pos x="csX0" y="csY0"/>
                  </a:cxn>
                  <a:cxn ang="0">
                    <a:pos x="csX1" y="csY1"/>
                  </a:cxn>
                  <a:cxn ang="0">
                    <a:pos x="csX2" y="csY2"/>
                  </a:cxn>
                  <a:cxn ang="0">
                    <a:pos x="csX3" y="csY3"/>
                  </a:cxn>
                  <a:cxn ang="0">
                    <a:pos x="csX4" y="csY4"/>
                  </a:cxn>
                  <a:cxn ang="0">
                    <a:pos x="csX5" y="csY5"/>
                  </a:cxn>
                </a:cxnLst>
                <a:rect l="l" t="t" r="r" b="b"/>
                <a:pathLst>
                  <a:path w="15385" h="11273">
                    <a:moveTo>
                      <a:pt x="19335" y="2559"/>
                    </a:moveTo>
                    <a:lnTo>
                      <a:pt x="13185" y="1533"/>
                    </a:lnTo>
                    <a:lnTo>
                      <a:pt x="10106" y="2559"/>
                    </a:lnTo>
                    <a:lnTo>
                      <a:pt x="3949" y="11780"/>
                    </a:lnTo>
                    <a:lnTo>
                      <a:pt x="12159" y="12806"/>
                    </a:lnTo>
                    <a:lnTo>
                      <a:pt x="19335" y="2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7" name="Forme libre : forme 1005">
                <a:extLst>
                  <a:ext uri="{FF2B5EF4-FFF2-40B4-BE49-F238E27FC236}">
                    <a16:creationId xmlns:a16="http://schemas.microsoft.com/office/drawing/2014/main" id="{B82754C7-6B9E-6B31-2C2E-32772FDAC523}"/>
                  </a:ext>
                </a:extLst>
              </p:cNvPr>
              <p:cNvSpPr/>
              <p:nvPr/>
            </p:nvSpPr>
            <p:spPr>
              <a:xfrm>
                <a:off x="8241447" y="4423527"/>
                <a:ext cx="97421" cy="86092"/>
              </a:xfrm>
              <a:custGeom>
                <a:avLst/>
                <a:gdLst>
                  <a:gd name="csX0" fmla="*/ 76757 w 97421"/>
                  <a:gd name="csY0" fmla="*/ 1569 h 86092"/>
                  <a:gd name="csX1" fmla="*/ 80862 w 97421"/>
                  <a:gd name="csY1" fmla="*/ 10790 h 86092"/>
                  <a:gd name="csX2" fmla="*/ 76757 w 97421"/>
                  <a:gd name="csY2" fmla="*/ 16940 h 86092"/>
                  <a:gd name="csX3" fmla="*/ 73679 w 97421"/>
                  <a:gd name="csY3" fmla="*/ 13869 h 86092"/>
                  <a:gd name="csX4" fmla="*/ 67529 w 97421"/>
                  <a:gd name="csY4" fmla="*/ 13869 h 86092"/>
                  <a:gd name="csX5" fmla="*/ 64450 w 97421"/>
                  <a:gd name="csY5" fmla="*/ 22071 h 86092"/>
                  <a:gd name="csX6" fmla="*/ 57274 w 97421"/>
                  <a:gd name="csY6" fmla="*/ 23090 h 86092"/>
                  <a:gd name="csX7" fmla="*/ 55222 w 97421"/>
                  <a:gd name="csY7" fmla="*/ 33345 h 86092"/>
                  <a:gd name="csX8" fmla="*/ 48046 w 97421"/>
                  <a:gd name="csY8" fmla="*/ 35390 h 86092"/>
                  <a:gd name="csX9" fmla="*/ 44968 w 97421"/>
                  <a:gd name="csY9" fmla="*/ 26168 h 86092"/>
                  <a:gd name="csX10" fmla="*/ 33687 w 97421"/>
                  <a:gd name="csY10" fmla="*/ 18992 h 86092"/>
                  <a:gd name="csX11" fmla="*/ 17282 w 97421"/>
                  <a:gd name="csY11" fmla="*/ 36416 h 86092"/>
                  <a:gd name="csX12" fmla="*/ 10106 w 97421"/>
                  <a:gd name="csY12" fmla="*/ 38468 h 86092"/>
                  <a:gd name="csX13" fmla="*/ 3949 w 97421"/>
                  <a:gd name="csY13" fmla="*/ 48716 h 86092"/>
                  <a:gd name="csX14" fmla="*/ 3949 w 97421"/>
                  <a:gd name="csY14" fmla="*/ 55885 h 86092"/>
                  <a:gd name="csX15" fmla="*/ 9073 w 97421"/>
                  <a:gd name="csY15" fmla="*/ 53840 h 86092"/>
                  <a:gd name="csX16" fmla="*/ 13178 w 97421"/>
                  <a:gd name="csY16" fmla="*/ 50762 h 86092"/>
                  <a:gd name="csX17" fmla="*/ 13178 w 97421"/>
                  <a:gd name="csY17" fmla="*/ 45638 h 86092"/>
                  <a:gd name="csX18" fmla="*/ 20354 w 97421"/>
                  <a:gd name="csY18" fmla="*/ 40514 h 86092"/>
                  <a:gd name="csX19" fmla="*/ 26511 w 97421"/>
                  <a:gd name="csY19" fmla="*/ 48716 h 86092"/>
                  <a:gd name="csX20" fmla="*/ 32661 w 97421"/>
                  <a:gd name="csY20" fmla="*/ 44612 h 86092"/>
                  <a:gd name="csX21" fmla="*/ 44968 w 97421"/>
                  <a:gd name="csY21" fmla="*/ 44612 h 86092"/>
                  <a:gd name="csX22" fmla="*/ 53170 w 97421"/>
                  <a:gd name="csY22" fmla="*/ 50762 h 86092"/>
                  <a:gd name="csX23" fmla="*/ 48046 w 97421"/>
                  <a:gd name="csY23" fmla="*/ 62042 h 86092"/>
                  <a:gd name="csX24" fmla="*/ 48046 w 97421"/>
                  <a:gd name="csY24" fmla="*/ 68192 h 86092"/>
                  <a:gd name="csX25" fmla="*/ 64450 w 97421"/>
                  <a:gd name="csY25" fmla="*/ 82538 h 86092"/>
                  <a:gd name="csX26" fmla="*/ 70607 w 97421"/>
                  <a:gd name="csY26" fmla="*/ 78440 h 86092"/>
                  <a:gd name="csX27" fmla="*/ 74705 w 97421"/>
                  <a:gd name="csY27" fmla="*/ 76388 h 86092"/>
                  <a:gd name="csX28" fmla="*/ 73679 w 97421"/>
                  <a:gd name="csY28" fmla="*/ 83564 h 86092"/>
                  <a:gd name="csX29" fmla="*/ 78810 w 97421"/>
                  <a:gd name="csY29" fmla="*/ 87661 h 86092"/>
                  <a:gd name="csX30" fmla="*/ 81888 w 97421"/>
                  <a:gd name="csY30" fmla="*/ 84590 h 86092"/>
                  <a:gd name="csX31" fmla="*/ 81888 w 97421"/>
                  <a:gd name="csY31" fmla="*/ 71264 h 86092"/>
                  <a:gd name="csX32" fmla="*/ 76757 w 97421"/>
                  <a:gd name="csY32" fmla="*/ 65114 h 86092"/>
                  <a:gd name="csX33" fmla="*/ 77783 w 97421"/>
                  <a:gd name="csY33" fmla="*/ 57938 h 86092"/>
                  <a:gd name="csX34" fmla="*/ 82907 w 97421"/>
                  <a:gd name="csY34" fmla="*/ 55892 h 86092"/>
                  <a:gd name="csX35" fmla="*/ 93162 w 97421"/>
                  <a:gd name="csY35" fmla="*/ 63068 h 86092"/>
                  <a:gd name="csX36" fmla="*/ 99319 w 97421"/>
                  <a:gd name="csY36" fmla="*/ 55892 h 86092"/>
                  <a:gd name="csX37" fmla="*/ 101371 w 97421"/>
                  <a:gd name="csY37" fmla="*/ 42566 h 86092"/>
                  <a:gd name="csX38" fmla="*/ 95214 w 97421"/>
                  <a:gd name="csY38" fmla="*/ 33345 h 86092"/>
                  <a:gd name="csX39" fmla="*/ 96240 w 97421"/>
                  <a:gd name="csY39" fmla="*/ 23097 h 86092"/>
                  <a:gd name="csX40" fmla="*/ 92142 w 97421"/>
                  <a:gd name="csY40" fmla="*/ 10790 h 86092"/>
                  <a:gd name="csX41" fmla="*/ 76757 w 97421"/>
                  <a:gd name="csY41" fmla="*/ 1569 h 8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97421" h="86092">
                    <a:moveTo>
                      <a:pt x="76757" y="1569"/>
                    </a:moveTo>
                    <a:lnTo>
                      <a:pt x="80862" y="10790"/>
                    </a:lnTo>
                    <a:lnTo>
                      <a:pt x="76757" y="16940"/>
                    </a:lnTo>
                    <a:lnTo>
                      <a:pt x="73679" y="13869"/>
                    </a:lnTo>
                    <a:lnTo>
                      <a:pt x="67529" y="13869"/>
                    </a:lnTo>
                    <a:lnTo>
                      <a:pt x="64450" y="22071"/>
                    </a:lnTo>
                    <a:lnTo>
                      <a:pt x="57274" y="23090"/>
                    </a:lnTo>
                    <a:lnTo>
                      <a:pt x="55222" y="33345"/>
                    </a:lnTo>
                    <a:lnTo>
                      <a:pt x="48046" y="35390"/>
                    </a:lnTo>
                    <a:lnTo>
                      <a:pt x="44968" y="26168"/>
                    </a:lnTo>
                    <a:lnTo>
                      <a:pt x="33687" y="18992"/>
                    </a:lnTo>
                    <a:lnTo>
                      <a:pt x="17282" y="36416"/>
                    </a:lnTo>
                    <a:lnTo>
                      <a:pt x="10106" y="38468"/>
                    </a:lnTo>
                    <a:lnTo>
                      <a:pt x="3949" y="48716"/>
                    </a:lnTo>
                    <a:lnTo>
                      <a:pt x="3949" y="55885"/>
                    </a:lnTo>
                    <a:lnTo>
                      <a:pt x="9073" y="53840"/>
                    </a:lnTo>
                    <a:lnTo>
                      <a:pt x="13178" y="50762"/>
                    </a:lnTo>
                    <a:lnTo>
                      <a:pt x="13178" y="45638"/>
                    </a:lnTo>
                    <a:lnTo>
                      <a:pt x="20354" y="40514"/>
                    </a:lnTo>
                    <a:lnTo>
                      <a:pt x="26511" y="48716"/>
                    </a:lnTo>
                    <a:lnTo>
                      <a:pt x="32661" y="44612"/>
                    </a:lnTo>
                    <a:lnTo>
                      <a:pt x="44968" y="44612"/>
                    </a:lnTo>
                    <a:lnTo>
                      <a:pt x="53170" y="50762"/>
                    </a:lnTo>
                    <a:lnTo>
                      <a:pt x="48046" y="62042"/>
                    </a:lnTo>
                    <a:lnTo>
                      <a:pt x="48046" y="68192"/>
                    </a:lnTo>
                    <a:lnTo>
                      <a:pt x="64450" y="82538"/>
                    </a:lnTo>
                    <a:lnTo>
                      <a:pt x="70607" y="78440"/>
                    </a:lnTo>
                    <a:lnTo>
                      <a:pt x="74705" y="76388"/>
                    </a:lnTo>
                    <a:lnTo>
                      <a:pt x="73679" y="83564"/>
                    </a:lnTo>
                    <a:lnTo>
                      <a:pt x="78810" y="87661"/>
                    </a:lnTo>
                    <a:lnTo>
                      <a:pt x="81888" y="84590"/>
                    </a:lnTo>
                    <a:lnTo>
                      <a:pt x="81888" y="71264"/>
                    </a:lnTo>
                    <a:lnTo>
                      <a:pt x="76757" y="65114"/>
                    </a:lnTo>
                    <a:lnTo>
                      <a:pt x="77783" y="57938"/>
                    </a:lnTo>
                    <a:lnTo>
                      <a:pt x="82907" y="55892"/>
                    </a:lnTo>
                    <a:lnTo>
                      <a:pt x="93162" y="63068"/>
                    </a:lnTo>
                    <a:lnTo>
                      <a:pt x="99319" y="55892"/>
                    </a:lnTo>
                    <a:lnTo>
                      <a:pt x="101371" y="42566"/>
                    </a:lnTo>
                    <a:lnTo>
                      <a:pt x="95214" y="33345"/>
                    </a:lnTo>
                    <a:lnTo>
                      <a:pt x="96240" y="23097"/>
                    </a:lnTo>
                    <a:lnTo>
                      <a:pt x="92142" y="10790"/>
                    </a:lnTo>
                    <a:lnTo>
                      <a:pt x="76757" y="15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8" name="Forme libre : forme 1006">
                <a:extLst>
                  <a:ext uri="{FF2B5EF4-FFF2-40B4-BE49-F238E27FC236}">
                    <a16:creationId xmlns:a16="http://schemas.microsoft.com/office/drawing/2014/main" id="{97A484A2-5FCC-2E90-7F05-8F1C99D54430}"/>
                  </a:ext>
                </a:extLst>
              </p:cNvPr>
              <p:cNvSpPr/>
              <p:nvPr/>
            </p:nvSpPr>
            <p:spPr>
              <a:xfrm>
                <a:off x="8314255" y="4402005"/>
                <a:ext cx="10254" cy="11273"/>
              </a:xfrm>
              <a:custGeom>
                <a:avLst/>
                <a:gdLst>
                  <a:gd name="csX0" fmla="*/ 3963 w 10254"/>
                  <a:gd name="csY0" fmla="*/ 9728 h 11273"/>
                  <a:gd name="csX1" fmla="*/ 9094 w 10254"/>
                  <a:gd name="csY1" fmla="*/ 12800 h 11273"/>
                  <a:gd name="csX2" fmla="*/ 13191 w 10254"/>
                  <a:gd name="csY2" fmla="*/ 10754 h 11273"/>
                  <a:gd name="csX3" fmla="*/ 14217 w 10254"/>
                  <a:gd name="csY3" fmla="*/ 1526 h 11273"/>
                  <a:gd name="csX4" fmla="*/ 4989 w 10254"/>
                  <a:gd name="csY4" fmla="*/ 2552 h 11273"/>
                  <a:gd name="csX5" fmla="*/ 3963 w 10254"/>
                  <a:gd name="csY5" fmla="*/ 9728 h 11273"/>
                </a:gdLst>
                <a:ahLst/>
                <a:cxnLst>
                  <a:cxn ang="0">
                    <a:pos x="csX0" y="csY0"/>
                  </a:cxn>
                  <a:cxn ang="0">
                    <a:pos x="csX1" y="csY1"/>
                  </a:cxn>
                  <a:cxn ang="0">
                    <a:pos x="csX2" y="csY2"/>
                  </a:cxn>
                  <a:cxn ang="0">
                    <a:pos x="csX3" y="csY3"/>
                  </a:cxn>
                  <a:cxn ang="0">
                    <a:pos x="csX4" y="csY4"/>
                  </a:cxn>
                  <a:cxn ang="0">
                    <a:pos x="csX5" y="csY5"/>
                  </a:cxn>
                </a:cxnLst>
                <a:rect l="l" t="t" r="r" b="b"/>
                <a:pathLst>
                  <a:path w="10254" h="11273">
                    <a:moveTo>
                      <a:pt x="3963" y="9728"/>
                    </a:moveTo>
                    <a:lnTo>
                      <a:pt x="9094" y="12800"/>
                    </a:lnTo>
                    <a:lnTo>
                      <a:pt x="13191" y="10754"/>
                    </a:lnTo>
                    <a:lnTo>
                      <a:pt x="14217" y="1526"/>
                    </a:lnTo>
                    <a:lnTo>
                      <a:pt x="4989" y="2552"/>
                    </a:lnTo>
                    <a:lnTo>
                      <a:pt x="3963" y="97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29" name="Forme libre : forme 1007">
                <a:extLst>
                  <a:ext uri="{FF2B5EF4-FFF2-40B4-BE49-F238E27FC236}">
                    <a16:creationId xmlns:a16="http://schemas.microsoft.com/office/drawing/2014/main" id="{6DB82BEA-76E5-218A-5505-DD99F27DDDAD}"/>
                  </a:ext>
                </a:extLst>
              </p:cNvPr>
              <p:cNvSpPr/>
              <p:nvPr/>
            </p:nvSpPr>
            <p:spPr>
              <a:xfrm>
                <a:off x="8362483" y="4597765"/>
                <a:ext cx="28711" cy="39971"/>
              </a:xfrm>
              <a:custGeom>
                <a:avLst/>
                <a:gdLst>
                  <a:gd name="csX0" fmla="*/ 3997 w 28711"/>
                  <a:gd name="csY0" fmla="*/ 18053 h 39971"/>
                  <a:gd name="csX1" fmla="*/ 7075 w 28711"/>
                  <a:gd name="csY1" fmla="*/ 31379 h 39971"/>
                  <a:gd name="csX2" fmla="*/ 13225 w 28711"/>
                  <a:gd name="csY2" fmla="*/ 41626 h 39971"/>
                  <a:gd name="csX3" fmla="*/ 19375 w 28711"/>
                  <a:gd name="csY3" fmla="*/ 41626 h 39971"/>
                  <a:gd name="csX4" fmla="*/ 14251 w 28711"/>
                  <a:gd name="csY4" fmla="*/ 31379 h 39971"/>
                  <a:gd name="csX5" fmla="*/ 12199 w 28711"/>
                  <a:gd name="csY5" fmla="*/ 22150 h 39971"/>
                  <a:gd name="csX6" fmla="*/ 31682 w 28711"/>
                  <a:gd name="csY6" fmla="*/ 22150 h 39971"/>
                  <a:gd name="csX7" fmla="*/ 26558 w 28711"/>
                  <a:gd name="csY7" fmla="*/ 14981 h 39971"/>
                  <a:gd name="csX8" fmla="*/ 19375 w 28711"/>
                  <a:gd name="csY8" fmla="*/ 14981 h 39971"/>
                  <a:gd name="csX9" fmla="*/ 21427 w 28711"/>
                  <a:gd name="csY9" fmla="*/ 10876 h 39971"/>
                  <a:gd name="csX10" fmla="*/ 31682 w 28711"/>
                  <a:gd name="csY10" fmla="*/ 7805 h 39971"/>
                  <a:gd name="csX11" fmla="*/ 32708 w 28711"/>
                  <a:gd name="csY11" fmla="*/ 1655 h 39971"/>
                  <a:gd name="csX12" fmla="*/ 22453 w 28711"/>
                  <a:gd name="csY12" fmla="*/ 1655 h 39971"/>
                  <a:gd name="csX13" fmla="*/ 13225 w 28711"/>
                  <a:gd name="csY13" fmla="*/ 9857 h 39971"/>
                  <a:gd name="csX14" fmla="*/ 3997 w 28711"/>
                  <a:gd name="csY14" fmla="*/ 180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711" h="39971">
                    <a:moveTo>
                      <a:pt x="3997" y="18053"/>
                    </a:moveTo>
                    <a:lnTo>
                      <a:pt x="7075" y="31379"/>
                    </a:lnTo>
                    <a:lnTo>
                      <a:pt x="13225" y="41626"/>
                    </a:lnTo>
                    <a:lnTo>
                      <a:pt x="19375" y="41626"/>
                    </a:lnTo>
                    <a:lnTo>
                      <a:pt x="14251" y="31379"/>
                    </a:lnTo>
                    <a:lnTo>
                      <a:pt x="12199" y="22150"/>
                    </a:lnTo>
                    <a:lnTo>
                      <a:pt x="31682" y="22150"/>
                    </a:lnTo>
                    <a:lnTo>
                      <a:pt x="26558" y="14981"/>
                    </a:lnTo>
                    <a:lnTo>
                      <a:pt x="19375" y="14981"/>
                    </a:lnTo>
                    <a:lnTo>
                      <a:pt x="21427" y="10876"/>
                    </a:lnTo>
                    <a:lnTo>
                      <a:pt x="31682" y="7805"/>
                    </a:lnTo>
                    <a:lnTo>
                      <a:pt x="32708" y="1655"/>
                    </a:lnTo>
                    <a:lnTo>
                      <a:pt x="22453" y="1655"/>
                    </a:lnTo>
                    <a:lnTo>
                      <a:pt x="13225" y="9857"/>
                    </a:lnTo>
                    <a:lnTo>
                      <a:pt x="3997" y="180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0" name="Forme libre : forme 1008">
                <a:extLst>
                  <a:ext uri="{FF2B5EF4-FFF2-40B4-BE49-F238E27FC236}">
                    <a16:creationId xmlns:a16="http://schemas.microsoft.com/office/drawing/2014/main" id="{3EE38151-1E3F-7A7D-F8F8-24B92CEA6B56}"/>
                  </a:ext>
                </a:extLst>
              </p:cNvPr>
              <p:cNvSpPr/>
              <p:nvPr/>
            </p:nvSpPr>
            <p:spPr>
              <a:xfrm rot="-3266189" flipV="1">
                <a:off x="8354583" y="4590611"/>
                <a:ext cx="15966" cy="11205"/>
              </a:xfrm>
              <a:custGeom>
                <a:avLst/>
                <a:gdLst>
                  <a:gd name="csX0" fmla="*/ 3990 w 15966"/>
                  <a:gd name="csY0" fmla="*/ 1640 h 11205"/>
                  <a:gd name="csX1" fmla="*/ 12815 w 15966"/>
                  <a:gd name="csY1" fmla="*/ 1640 h 11205"/>
                  <a:gd name="csX2" fmla="*/ 19956 w 15966"/>
                  <a:gd name="csY2" fmla="*/ 9267 h 11205"/>
                  <a:gd name="csX3" fmla="*/ 16139 w 15966"/>
                  <a:gd name="csY3" fmla="*/ 12845 h 11205"/>
                  <a:gd name="csX4" fmla="*/ 3990 w 15966"/>
                  <a:gd name="csY4" fmla="*/ 1640 h 11205"/>
                </a:gdLst>
                <a:ahLst/>
                <a:cxnLst>
                  <a:cxn ang="0">
                    <a:pos x="csX0" y="csY0"/>
                  </a:cxn>
                  <a:cxn ang="0">
                    <a:pos x="csX1" y="csY1"/>
                  </a:cxn>
                  <a:cxn ang="0">
                    <a:pos x="csX2" y="csY2"/>
                  </a:cxn>
                  <a:cxn ang="0">
                    <a:pos x="csX3" y="csY3"/>
                  </a:cxn>
                  <a:cxn ang="0">
                    <a:pos x="csX4" y="csY4"/>
                  </a:cxn>
                </a:cxnLst>
                <a:rect l="l" t="t" r="r" b="b"/>
                <a:pathLst>
                  <a:path w="15966" h="11205">
                    <a:moveTo>
                      <a:pt x="3990" y="1640"/>
                    </a:moveTo>
                    <a:lnTo>
                      <a:pt x="12815" y="1640"/>
                    </a:lnTo>
                    <a:lnTo>
                      <a:pt x="19956" y="9267"/>
                    </a:lnTo>
                    <a:lnTo>
                      <a:pt x="16139" y="12845"/>
                    </a:lnTo>
                    <a:lnTo>
                      <a:pt x="3990" y="16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1" name="Forme libre : forme 1009">
                <a:extLst>
                  <a:ext uri="{FF2B5EF4-FFF2-40B4-BE49-F238E27FC236}">
                    <a16:creationId xmlns:a16="http://schemas.microsoft.com/office/drawing/2014/main" id="{DE5B1F48-4933-A893-766A-76065F8A0EDB}"/>
                  </a:ext>
                </a:extLst>
              </p:cNvPr>
              <p:cNvSpPr/>
              <p:nvPr/>
            </p:nvSpPr>
            <p:spPr>
              <a:xfrm rot="3080972" flipV="1">
                <a:off x="8377855" y="4575650"/>
                <a:ext cx="8804" cy="7853"/>
              </a:xfrm>
              <a:custGeom>
                <a:avLst/>
                <a:gdLst>
                  <a:gd name="csX0" fmla="*/ 6245 w 8804"/>
                  <a:gd name="csY0" fmla="*/ 1631 h 7853"/>
                  <a:gd name="csX1" fmla="*/ 12806 w 8804"/>
                  <a:gd name="csY1" fmla="*/ 1631 h 7853"/>
                  <a:gd name="csX2" fmla="*/ 11205 w 8804"/>
                  <a:gd name="csY2" fmla="*/ 9484 h 7853"/>
                  <a:gd name="csX3" fmla="*/ 4001 w 8804"/>
                  <a:gd name="csY3" fmla="*/ 8677 h 7853"/>
                  <a:gd name="csX4" fmla="*/ 6245 w 8804"/>
                  <a:gd name="csY4" fmla="*/ 1631 h 7853"/>
                </a:gdLst>
                <a:ahLst/>
                <a:cxnLst>
                  <a:cxn ang="0">
                    <a:pos x="csX0" y="csY0"/>
                  </a:cxn>
                  <a:cxn ang="0">
                    <a:pos x="csX1" y="csY1"/>
                  </a:cxn>
                  <a:cxn ang="0">
                    <a:pos x="csX2" y="csY2"/>
                  </a:cxn>
                  <a:cxn ang="0">
                    <a:pos x="csX3" y="csY3"/>
                  </a:cxn>
                  <a:cxn ang="0">
                    <a:pos x="csX4" y="csY4"/>
                  </a:cxn>
                </a:cxnLst>
                <a:rect l="l" t="t" r="r" b="b"/>
                <a:pathLst>
                  <a:path w="8804" h="7853">
                    <a:moveTo>
                      <a:pt x="6245" y="1631"/>
                    </a:moveTo>
                    <a:lnTo>
                      <a:pt x="12806" y="1631"/>
                    </a:lnTo>
                    <a:lnTo>
                      <a:pt x="11205" y="9484"/>
                    </a:lnTo>
                    <a:lnTo>
                      <a:pt x="4001" y="8677"/>
                    </a:lnTo>
                    <a:lnTo>
                      <a:pt x="6245" y="16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2" name="Forme libre : forme 1010">
                <a:extLst>
                  <a:ext uri="{FF2B5EF4-FFF2-40B4-BE49-F238E27FC236}">
                    <a16:creationId xmlns:a16="http://schemas.microsoft.com/office/drawing/2014/main" id="{5E297DFC-2C0B-4FD4-119E-2E835FAC93F9}"/>
                  </a:ext>
                </a:extLst>
              </p:cNvPr>
              <p:cNvSpPr/>
              <p:nvPr/>
            </p:nvSpPr>
            <p:spPr>
              <a:xfrm>
                <a:off x="8340934" y="4526024"/>
                <a:ext cx="9228" cy="13319"/>
              </a:xfrm>
              <a:custGeom>
                <a:avLst/>
                <a:gdLst>
                  <a:gd name="csX0" fmla="*/ 3979 w 9228"/>
                  <a:gd name="csY0" fmla="*/ 11850 h 13319"/>
                  <a:gd name="csX1" fmla="*/ 7057 w 9228"/>
                  <a:gd name="csY1" fmla="*/ 14921 h 13319"/>
                  <a:gd name="csX2" fmla="*/ 10129 w 9228"/>
                  <a:gd name="csY2" fmla="*/ 12876 h 13319"/>
                  <a:gd name="csX3" fmla="*/ 13207 w 9228"/>
                  <a:gd name="csY3" fmla="*/ 5700 h 13319"/>
                  <a:gd name="csX4" fmla="*/ 10129 w 9228"/>
                  <a:gd name="csY4" fmla="*/ 1602 h 13319"/>
                  <a:gd name="csX5" fmla="*/ 3979 w 9228"/>
                  <a:gd name="csY5" fmla="*/ 11850 h 13319"/>
                </a:gdLst>
                <a:ahLst/>
                <a:cxnLst>
                  <a:cxn ang="0">
                    <a:pos x="csX0" y="csY0"/>
                  </a:cxn>
                  <a:cxn ang="0">
                    <a:pos x="csX1" y="csY1"/>
                  </a:cxn>
                  <a:cxn ang="0">
                    <a:pos x="csX2" y="csY2"/>
                  </a:cxn>
                  <a:cxn ang="0">
                    <a:pos x="csX3" y="csY3"/>
                  </a:cxn>
                  <a:cxn ang="0">
                    <a:pos x="csX4" y="csY4"/>
                  </a:cxn>
                  <a:cxn ang="0">
                    <a:pos x="csX5" y="csY5"/>
                  </a:cxn>
                </a:cxnLst>
                <a:rect l="l" t="t" r="r" b="b"/>
                <a:pathLst>
                  <a:path w="9228" h="13319">
                    <a:moveTo>
                      <a:pt x="3979" y="11850"/>
                    </a:moveTo>
                    <a:lnTo>
                      <a:pt x="7057" y="14921"/>
                    </a:lnTo>
                    <a:lnTo>
                      <a:pt x="10129" y="12876"/>
                    </a:lnTo>
                    <a:lnTo>
                      <a:pt x="13207" y="5700"/>
                    </a:lnTo>
                    <a:lnTo>
                      <a:pt x="10129" y="1602"/>
                    </a:lnTo>
                    <a:lnTo>
                      <a:pt x="3979" y="11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3" name="Forme libre : forme 1011">
                <a:extLst>
                  <a:ext uri="{FF2B5EF4-FFF2-40B4-BE49-F238E27FC236}">
                    <a16:creationId xmlns:a16="http://schemas.microsoft.com/office/drawing/2014/main" id="{BE0B87E1-C4D2-C28D-7506-A3E8244BCFE0}"/>
                  </a:ext>
                </a:extLst>
              </p:cNvPr>
              <p:cNvSpPr/>
              <p:nvPr/>
            </p:nvSpPr>
            <p:spPr>
              <a:xfrm>
                <a:off x="8356326" y="4632613"/>
                <a:ext cx="11280" cy="12293"/>
              </a:xfrm>
              <a:custGeom>
                <a:avLst/>
                <a:gdLst>
                  <a:gd name="csX0" fmla="*/ 3989 w 11280"/>
                  <a:gd name="csY0" fmla="*/ 4739 h 12293"/>
                  <a:gd name="csX1" fmla="*/ 6041 w 11280"/>
                  <a:gd name="csY1" fmla="*/ 9863 h 12293"/>
                  <a:gd name="csX2" fmla="*/ 12191 w 11280"/>
                  <a:gd name="csY2" fmla="*/ 13961 h 12293"/>
                  <a:gd name="csX3" fmla="*/ 15269 w 11280"/>
                  <a:gd name="csY3" fmla="*/ 9863 h 12293"/>
                  <a:gd name="csX4" fmla="*/ 12191 w 11280"/>
                  <a:gd name="csY4" fmla="*/ 6791 h 12293"/>
                  <a:gd name="csX5" fmla="*/ 8093 w 11280"/>
                  <a:gd name="csY5" fmla="*/ 1668 h 12293"/>
                  <a:gd name="csX6" fmla="*/ 3989 w 11280"/>
                  <a:gd name="csY6" fmla="*/ 4739 h 122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2293">
                    <a:moveTo>
                      <a:pt x="3989" y="4739"/>
                    </a:moveTo>
                    <a:lnTo>
                      <a:pt x="6041" y="9863"/>
                    </a:lnTo>
                    <a:lnTo>
                      <a:pt x="12191" y="13961"/>
                    </a:lnTo>
                    <a:lnTo>
                      <a:pt x="15269" y="9863"/>
                    </a:lnTo>
                    <a:lnTo>
                      <a:pt x="12191" y="6791"/>
                    </a:lnTo>
                    <a:lnTo>
                      <a:pt x="8093" y="1668"/>
                    </a:lnTo>
                    <a:lnTo>
                      <a:pt x="3989" y="4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4" name="Forme libre : forme 1012">
                <a:extLst>
                  <a:ext uri="{FF2B5EF4-FFF2-40B4-BE49-F238E27FC236}">
                    <a16:creationId xmlns:a16="http://schemas.microsoft.com/office/drawing/2014/main" id="{4E1AC9EE-688A-5839-2BE6-9D75145B1674}"/>
                  </a:ext>
                </a:extLst>
              </p:cNvPr>
              <p:cNvSpPr/>
              <p:nvPr/>
            </p:nvSpPr>
            <p:spPr>
              <a:xfrm>
                <a:off x="8333738" y="4688988"/>
                <a:ext cx="21535" cy="14352"/>
              </a:xfrm>
              <a:custGeom>
                <a:avLst/>
                <a:gdLst>
                  <a:gd name="csX0" fmla="*/ 7056 w 21535"/>
                  <a:gd name="csY0" fmla="*/ 1703 h 14352"/>
                  <a:gd name="csX1" fmla="*/ 3978 w 21535"/>
                  <a:gd name="csY1" fmla="*/ 8879 h 14352"/>
                  <a:gd name="csX2" fmla="*/ 11154 w 21535"/>
                  <a:gd name="csY2" fmla="*/ 15029 h 14352"/>
                  <a:gd name="csX3" fmla="*/ 22441 w 21535"/>
                  <a:gd name="csY3" fmla="*/ 16055 h 14352"/>
                  <a:gd name="csX4" fmla="*/ 25513 w 21535"/>
                  <a:gd name="csY4" fmla="*/ 9905 h 14352"/>
                  <a:gd name="csX5" fmla="*/ 20389 w 21535"/>
                  <a:gd name="csY5" fmla="*/ 2729 h 14352"/>
                  <a:gd name="csX6" fmla="*/ 7056 w 21535"/>
                  <a:gd name="csY6" fmla="*/ 1703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4352">
                    <a:moveTo>
                      <a:pt x="7056" y="1703"/>
                    </a:moveTo>
                    <a:lnTo>
                      <a:pt x="3978" y="8879"/>
                    </a:lnTo>
                    <a:lnTo>
                      <a:pt x="11154" y="15029"/>
                    </a:lnTo>
                    <a:lnTo>
                      <a:pt x="22441" y="16055"/>
                    </a:lnTo>
                    <a:lnTo>
                      <a:pt x="25513" y="9905"/>
                    </a:lnTo>
                    <a:lnTo>
                      <a:pt x="20389" y="2729"/>
                    </a:lnTo>
                    <a:lnTo>
                      <a:pt x="7056" y="1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5" name="Forme libre : forme 1013">
                <a:extLst>
                  <a:ext uri="{FF2B5EF4-FFF2-40B4-BE49-F238E27FC236}">
                    <a16:creationId xmlns:a16="http://schemas.microsoft.com/office/drawing/2014/main" id="{07415EEF-A5A5-357F-2650-8EDE4E7F3722}"/>
                  </a:ext>
                </a:extLst>
              </p:cNvPr>
              <p:cNvSpPr/>
              <p:nvPr/>
            </p:nvSpPr>
            <p:spPr>
              <a:xfrm>
                <a:off x="8370665" y="4686936"/>
                <a:ext cx="66651" cy="24599"/>
              </a:xfrm>
              <a:custGeom>
                <a:avLst/>
                <a:gdLst>
                  <a:gd name="csX0" fmla="*/ 66573 w 66651"/>
                  <a:gd name="csY0" fmla="*/ 26302 h 24599"/>
                  <a:gd name="csX1" fmla="*/ 70670 w 66651"/>
                  <a:gd name="csY1" fmla="*/ 24250 h 24599"/>
                  <a:gd name="csX2" fmla="*/ 70670 w 66651"/>
                  <a:gd name="csY2" fmla="*/ 14002 h 24599"/>
                  <a:gd name="csX3" fmla="*/ 64521 w 66651"/>
                  <a:gd name="csY3" fmla="*/ 8878 h 24599"/>
                  <a:gd name="csX4" fmla="*/ 54266 w 66651"/>
                  <a:gd name="csY4" fmla="*/ 7852 h 24599"/>
                  <a:gd name="csX5" fmla="*/ 45038 w 66651"/>
                  <a:gd name="csY5" fmla="*/ 1702 h 24599"/>
                  <a:gd name="csX6" fmla="*/ 21450 w 66651"/>
                  <a:gd name="csY6" fmla="*/ 2728 h 24599"/>
                  <a:gd name="csX7" fmla="*/ 4019 w 66651"/>
                  <a:gd name="csY7" fmla="*/ 9904 h 24599"/>
                  <a:gd name="csX8" fmla="*/ 9143 w 66651"/>
                  <a:gd name="csY8" fmla="*/ 18100 h 24599"/>
                  <a:gd name="csX9" fmla="*/ 17352 w 66651"/>
                  <a:gd name="csY9" fmla="*/ 12976 h 24599"/>
                  <a:gd name="csX10" fmla="*/ 31705 w 66651"/>
                  <a:gd name="csY10" fmla="*/ 11950 h 24599"/>
                  <a:gd name="csX11" fmla="*/ 48116 w 66651"/>
                  <a:gd name="csY11" fmla="*/ 14002 h 24599"/>
                  <a:gd name="csX12" fmla="*/ 66573 w 66651"/>
                  <a:gd name="csY12" fmla="*/ 26302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651" h="24599">
                    <a:moveTo>
                      <a:pt x="66573" y="26302"/>
                    </a:moveTo>
                    <a:lnTo>
                      <a:pt x="70670" y="24250"/>
                    </a:lnTo>
                    <a:lnTo>
                      <a:pt x="70670" y="14002"/>
                    </a:lnTo>
                    <a:lnTo>
                      <a:pt x="64521" y="8878"/>
                    </a:lnTo>
                    <a:lnTo>
                      <a:pt x="54266" y="7852"/>
                    </a:lnTo>
                    <a:lnTo>
                      <a:pt x="45038" y="1702"/>
                    </a:lnTo>
                    <a:lnTo>
                      <a:pt x="21450" y="2728"/>
                    </a:lnTo>
                    <a:lnTo>
                      <a:pt x="4019" y="9904"/>
                    </a:lnTo>
                    <a:lnTo>
                      <a:pt x="9143" y="18100"/>
                    </a:lnTo>
                    <a:lnTo>
                      <a:pt x="17352" y="12976"/>
                    </a:lnTo>
                    <a:lnTo>
                      <a:pt x="31705" y="11950"/>
                    </a:lnTo>
                    <a:lnTo>
                      <a:pt x="48116" y="14002"/>
                    </a:lnTo>
                    <a:lnTo>
                      <a:pt x="66573" y="263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6" name="Forme libre : forme 1014">
                <a:extLst>
                  <a:ext uri="{FF2B5EF4-FFF2-40B4-BE49-F238E27FC236}">
                    <a16:creationId xmlns:a16="http://schemas.microsoft.com/office/drawing/2014/main" id="{43B8EBB0-EE4D-84F3-5DFB-ED891619D317}"/>
                  </a:ext>
                </a:extLst>
              </p:cNvPr>
              <p:cNvSpPr/>
              <p:nvPr/>
            </p:nvSpPr>
            <p:spPr>
              <a:xfrm>
                <a:off x="8290674" y="4660291"/>
                <a:ext cx="35887" cy="10247"/>
              </a:xfrm>
              <a:custGeom>
                <a:avLst/>
                <a:gdLst>
                  <a:gd name="csX0" fmla="*/ 18309 w 35887"/>
                  <a:gd name="csY0" fmla="*/ 4755 h 10247"/>
                  <a:gd name="csX1" fmla="*/ 12159 w 35887"/>
                  <a:gd name="csY1" fmla="*/ 1684 h 10247"/>
                  <a:gd name="csX2" fmla="*/ 3957 w 35887"/>
                  <a:gd name="csY2" fmla="*/ 3729 h 10247"/>
                  <a:gd name="csX3" fmla="*/ 3957 w 35887"/>
                  <a:gd name="csY3" fmla="*/ 7834 h 10247"/>
                  <a:gd name="csX4" fmla="*/ 11133 w 35887"/>
                  <a:gd name="csY4" fmla="*/ 11931 h 10247"/>
                  <a:gd name="csX5" fmla="*/ 38818 w 35887"/>
                  <a:gd name="csY5" fmla="*/ 10905 h 10247"/>
                  <a:gd name="csX6" fmla="*/ 39844 w 35887"/>
                  <a:gd name="csY6" fmla="*/ 6808 h 10247"/>
                  <a:gd name="csX7" fmla="*/ 24466 w 35887"/>
                  <a:gd name="csY7" fmla="*/ 6808 h 10247"/>
                  <a:gd name="csX8" fmla="*/ 18309 w 35887"/>
                  <a:gd name="csY8" fmla="*/ 4755 h 102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887" h="10247">
                    <a:moveTo>
                      <a:pt x="18309" y="4755"/>
                    </a:moveTo>
                    <a:lnTo>
                      <a:pt x="12159" y="1684"/>
                    </a:lnTo>
                    <a:lnTo>
                      <a:pt x="3957" y="3729"/>
                    </a:lnTo>
                    <a:lnTo>
                      <a:pt x="3957" y="7834"/>
                    </a:lnTo>
                    <a:lnTo>
                      <a:pt x="11133" y="11931"/>
                    </a:lnTo>
                    <a:lnTo>
                      <a:pt x="38818" y="10905"/>
                    </a:lnTo>
                    <a:lnTo>
                      <a:pt x="39844" y="6808"/>
                    </a:lnTo>
                    <a:lnTo>
                      <a:pt x="24466" y="6808"/>
                    </a:lnTo>
                    <a:lnTo>
                      <a:pt x="18309" y="47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7" name="Forme libre : forme 1015">
                <a:extLst>
                  <a:ext uri="{FF2B5EF4-FFF2-40B4-BE49-F238E27FC236}">
                    <a16:creationId xmlns:a16="http://schemas.microsoft.com/office/drawing/2014/main" id="{19063C3E-5587-1471-E938-9FF9DC9227BA}"/>
                  </a:ext>
                </a:extLst>
              </p:cNvPr>
              <p:cNvSpPr/>
              <p:nvPr/>
            </p:nvSpPr>
            <p:spPr>
              <a:xfrm>
                <a:off x="8251695" y="4721777"/>
                <a:ext cx="14359" cy="28697"/>
              </a:xfrm>
              <a:custGeom>
                <a:avLst/>
                <a:gdLst>
                  <a:gd name="csX0" fmla="*/ 3926 w 14359"/>
                  <a:gd name="csY0" fmla="*/ 28377 h 28697"/>
                  <a:gd name="csX1" fmla="*/ 8030 w 14359"/>
                  <a:gd name="csY1" fmla="*/ 30422 h 28697"/>
                  <a:gd name="csX2" fmla="*/ 15206 w 14359"/>
                  <a:gd name="csY2" fmla="*/ 22227 h 28697"/>
                  <a:gd name="csX3" fmla="*/ 18285 w 14359"/>
                  <a:gd name="csY3" fmla="*/ 6855 h 28697"/>
                  <a:gd name="csX4" fmla="*/ 14180 w 14359"/>
                  <a:gd name="csY4" fmla="*/ 1725 h 28697"/>
                  <a:gd name="csX5" fmla="*/ 9056 w 14359"/>
                  <a:gd name="csY5" fmla="*/ 5829 h 28697"/>
                  <a:gd name="csX6" fmla="*/ 13154 w 14359"/>
                  <a:gd name="csY6" fmla="*/ 13005 h 28697"/>
                  <a:gd name="csX7" fmla="*/ 8030 w 14359"/>
                  <a:gd name="csY7" fmla="*/ 23253 h 28697"/>
                  <a:gd name="csX8" fmla="*/ 3926 w 14359"/>
                  <a:gd name="csY8" fmla="*/ 28377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59" h="28697">
                    <a:moveTo>
                      <a:pt x="3926" y="28377"/>
                    </a:moveTo>
                    <a:lnTo>
                      <a:pt x="8030" y="30422"/>
                    </a:lnTo>
                    <a:lnTo>
                      <a:pt x="15206" y="22227"/>
                    </a:lnTo>
                    <a:lnTo>
                      <a:pt x="18285" y="6855"/>
                    </a:lnTo>
                    <a:lnTo>
                      <a:pt x="14180" y="1725"/>
                    </a:lnTo>
                    <a:lnTo>
                      <a:pt x="9056" y="5829"/>
                    </a:lnTo>
                    <a:lnTo>
                      <a:pt x="13154" y="13005"/>
                    </a:lnTo>
                    <a:lnTo>
                      <a:pt x="8030" y="23253"/>
                    </a:lnTo>
                    <a:lnTo>
                      <a:pt x="3926" y="283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8" name="Forme libre : forme 1016">
                <a:extLst>
                  <a:ext uri="{FF2B5EF4-FFF2-40B4-BE49-F238E27FC236}">
                    <a16:creationId xmlns:a16="http://schemas.microsoft.com/office/drawing/2014/main" id="{2AE681B2-EC6E-6496-0494-39124AA5C02D}"/>
                  </a:ext>
                </a:extLst>
              </p:cNvPr>
              <p:cNvSpPr/>
              <p:nvPr/>
            </p:nvSpPr>
            <p:spPr>
              <a:xfrm>
                <a:off x="8244519" y="4729979"/>
                <a:ext cx="11280" cy="10247"/>
              </a:xfrm>
              <a:custGeom>
                <a:avLst/>
                <a:gdLst>
                  <a:gd name="csX0" fmla="*/ 7000 w 11280"/>
                  <a:gd name="csY0" fmla="*/ 2753 h 10247"/>
                  <a:gd name="csX1" fmla="*/ 3921 w 11280"/>
                  <a:gd name="csY1" fmla="*/ 11974 h 10247"/>
                  <a:gd name="csX2" fmla="*/ 9052 w 11280"/>
                  <a:gd name="csY2" fmla="*/ 11974 h 10247"/>
                  <a:gd name="csX3" fmla="*/ 9052 w 11280"/>
                  <a:gd name="csY3" fmla="*/ 8903 h 10247"/>
                  <a:gd name="csX4" fmla="*/ 15202 w 11280"/>
                  <a:gd name="csY4" fmla="*/ 6850 h 10247"/>
                  <a:gd name="csX5" fmla="*/ 12130 w 11280"/>
                  <a:gd name="csY5" fmla="*/ 1726 h 10247"/>
                  <a:gd name="csX6" fmla="*/ 7000 w 11280"/>
                  <a:gd name="csY6" fmla="*/ 2753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0247">
                    <a:moveTo>
                      <a:pt x="7000" y="2753"/>
                    </a:moveTo>
                    <a:lnTo>
                      <a:pt x="3921" y="11974"/>
                    </a:lnTo>
                    <a:lnTo>
                      <a:pt x="9052" y="11974"/>
                    </a:lnTo>
                    <a:lnTo>
                      <a:pt x="9052" y="8903"/>
                    </a:lnTo>
                    <a:lnTo>
                      <a:pt x="15202" y="6850"/>
                    </a:lnTo>
                    <a:lnTo>
                      <a:pt x="12130" y="1726"/>
                    </a:lnTo>
                    <a:lnTo>
                      <a:pt x="7000" y="2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39" name="Forme libre : forme 1017">
                <a:extLst>
                  <a:ext uri="{FF2B5EF4-FFF2-40B4-BE49-F238E27FC236}">
                    <a16:creationId xmlns:a16="http://schemas.microsoft.com/office/drawing/2014/main" id="{CB3D2496-AB1D-D93E-F1E9-2E56635E8E02}"/>
                  </a:ext>
                </a:extLst>
              </p:cNvPr>
              <p:cNvSpPr/>
              <p:nvPr/>
            </p:nvSpPr>
            <p:spPr>
              <a:xfrm>
                <a:off x="8467081" y="4746384"/>
                <a:ext cx="15378" cy="10254"/>
              </a:xfrm>
              <a:custGeom>
                <a:avLst/>
                <a:gdLst>
                  <a:gd name="csX0" fmla="*/ 4057 w 15378"/>
                  <a:gd name="csY0" fmla="*/ 3789 h 10254"/>
                  <a:gd name="csX1" fmla="*/ 9181 w 15378"/>
                  <a:gd name="csY1" fmla="*/ 11991 h 10254"/>
                  <a:gd name="csX2" fmla="*/ 19436 w 15378"/>
                  <a:gd name="csY2" fmla="*/ 7886 h 10254"/>
                  <a:gd name="csX3" fmla="*/ 16364 w 15378"/>
                  <a:gd name="csY3" fmla="*/ 2762 h 10254"/>
                  <a:gd name="csX4" fmla="*/ 9181 w 15378"/>
                  <a:gd name="csY4" fmla="*/ 1736 h 10254"/>
                  <a:gd name="csX5" fmla="*/ 4057 w 15378"/>
                  <a:gd name="csY5" fmla="*/ 3789 h 10254"/>
                </a:gdLst>
                <a:ahLst/>
                <a:cxnLst>
                  <a:cxn ang="0">
                    <a:pos x="csX0" y="csY0"/>
                  </a:cxn>
                  <a:cxn ang="0">
                    <a:pos x="csX1" y="csY1"/>
                  </a:cxn>
                  <a:cxn ang="0">
                    <a:pos x="csX2" y="csY2"/>
                  </a:cxn>
                  <a:cxn ang="0">
                    <a:pos x="csX3" y="csY3"/>
                  </a:cxn>
                  <a:cxn ang="0">
                    <a:pos x="csX4" y="csY4"/>
                  </a:cxn>
                  <a:cxn ang="0">
                    <a:pos x="csX5" y="csY5"/>
                  </a:cxn>
                </a:cxnLst>
                <a:rect l="l" t="t" r="r" b="b"/>
                <a:pathLst>
                  <a:path w="15378" h="10254">
                    <a:moveTo>
                      <a:pt x="4057" y="3789"/>
                    </a:moveTo>
                    <a:lnTo>
                      <a:pt x="9181" y="11991"/>
                    </a:lnTo>
                    <a:lnTo>
                      <a:pt x="19436" y="7886"/>
                    </a:lnTo>
                    <a:lnTo>
                      <a:pt x="16364" y="2762"/>
                    </a:lnTo>
                    <a:lnTo>
                      <a:pt x="9181" y="1736"/>
                    </a:lnTo>
                    <a:lnTo>
                      <a:pt x="4057" y="3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0" name="Forme libre : forme 1018">
                <a:extLst>
                  <a:ext uri="{FF2B5EF4-FFF2-40B4-BE49-F238E27FC236}">
                    <a16:creationId xmlns:a16="http://schemas.microsoft.com/office/drawing/2014/main" id="{06FA4F2D-B930-284F-2CB5-04E92A945A73}"/>
                  </a:ext>
                </a:extLst>
              </p:cNvPr>
              <p:cNvSpPr/>
              <p:nvPr/>
            </p:nvSpPr>
            <p:spPr>
              <a:xfrm>
                <a:off x="8437330" y="4783284"/>
                <a:ext cx="13332" cy="17423"/>
              </a:xfrm>
              <a:custGeom>
                <a:avLst/>
                <a:gdLst>
                  <a:gd name="csX0" fmla="*/ 17373 w 13332"/>
                  <a:gd name="csY0" fmla="*/ 7911 h 17423"/>
                  <a:gd name="csX1" fmla="*/ 15328 w 13332"/>
                  <a:gd name="csY1" fmla="*/ 1761 h 17423"/>
                  <a:gd name="csX2" fmla="*/ 4041 w 13332"/>
                  <a:gd name="csY2" fmla="*/ 13035 h 17423"/>
                  <a:gd name="csX3" fmla="*/ 4041 w 13332"/>
                  <a:gd name="csY3" fmla="*/ 19185 h 17423"/>
                  <a:gd name="csX4" fmla="*/ 14295 w 13332"/>
                  <a:gd name="csY4" fmla="*/ 16106 h 17423"/>
                  <a:gd name="csX5" fmla="*/ 17373 w 13332"/>
                  <a:gd name="csY5" fmla="*/ 7911 h 17423"/>
                </a:gdLst>
                <a:ahLst/>
                <a:cxnLst>
                  <a:cxn ang="0">
                    <a:pos x="csX0" y="csY0"/>
                  </a:cxn>
                  <a:cxn ang="0">
                    <a:pos x="csX1" y="csY1"/>
                  </a:cxn>
                  <a:cxn ang="0">
                    <a:pos x="csX2" y="csY2"/>
                  </a:cxn>
                  <a:cxn ang="0">
                    <a:pos x="csX3" y="csY3"/>
                  </a:cxn>
                  <a:cxn ang="0">
                    <a:pos x="csX4" y="csY4"/>
                  </a:cxn>
                  <a:cxn ang="0">
                    <a:pos x="csX5" y="csY5"/>
                  </a:cxn>
                </a:cxnLst>
                <a:rect l="l" t="t" r="r" b="b"/>
                <a:pathLst>
                  <a:path w="13332" h="17423">
                    <a:moveTo>
                      <a:pt x="17373" y="7911"/>
                    </a:moveTo>
                    <a:lnTo>
                      <a:pt x="15328" y="1761"/>
                    </a:lnTo>
                    <a:lnTo>
                      <a:pt x="4041" y="13035"/>
                    </a:lnTo>
                    <a:lnTo>
                      <a:pt x="4041" y="19185"/>
                    </a:lnTo>
                    <a:lnTo>
                      <a:pt x="14295" y="16106"/>
                    </a:lnTo>
                    <a:lnTo>
                      <a:pt x="17373" y="7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1" name="Forme libre : forme 1019">
                <a:extLst>
                  <a:ext uri="{FF2B5EF4-FFF2-40B4-BE49-F238E27FC236}">
                    <a16:creationId xmlns:a16="http://schemas.microsoft.com/office/drawing/2014/main" id="{9172AEAC-520F-2E4F-4D32-18B901E877ED}"/>
                  </a:ext>
                </a:extLst>
              </p:cNvPr>
              <p:cNvSpPr/>
              <p:nvPr/>
            </p:nvSpPr>
            <p:spPr>
              <a:xfrm>
                <a:off x="8405519" y="4794557"/>
                <a:ext cx="9228" cy="9221"/>
              </a:xfrm>
              <a:custGeom>
                <a:avLst/>
                <a:gdLst>
                  <a:gd name="csX0" fmla="*/ 8117 w 9228"/>
                  <a:gd name="csY0" fmla="*/ 10986 h 9221"/>
                  <a:gd name="csX1" fmla="*/ 13247 w 9228"/>
                  <a:gd name="csY1" fmla="*/ 9960 h 9221"/>
                  <a:gd name="csX2" fmla="*/ 13247 w 9228"/>
                  <a:gd name="csY2" fmla="*/ 1764 h 9221"/>
                  <a:gd name="csX3" fmla="*/ 4019 w 9228"/>
                  <a:gd name="csY3" fmla="*/ 1764 h 9221"/>
                  <a:gd name="csX4" fmla="*/ 5038 w 9228"/>
                  <a:gd name="csY4" fmla="*/ 5862 h 9221"/>
                  <a:gd name="csX5" fmla="*/ 8117 w 9228"/>
                  <a:gd name="csY5" fmla="*/ 10986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8117" y="10986"/>
                    </a:moveTo>
                    <a:lnTo>
                      <a:pt x="13247" y="9960"/>
                    </a:lnTo>
                    <a:lnTo>
                      <a:pt x="13247" y="1764"/>
                    </a:lnTo>
                    <a:lnTo>
                      <a:pt x="4019" y="1764"/>
                    </a:lnTo>
                    <a:lnTo>
                      <a:pt x="5038" y="5862"/>
                    </a:lnTo>
                    <a:lnTo>
                      <a:pt x="8117" y="109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2" name="Forme libre : forme 1020">
                <a:extLst>
                  <a:ext uri="{FF2B5EF4-FFF2-40B4-BE49-F238E27FC236}">
                    <a16:creationId xmlns:a16="http://schemas.microsoft.com/office/drawing/2014/main" id="{D83BB8D6-4FCF-3898-647D-883F77A8FA3B}"/>
                  </a:ext>
                </a:extLst>
              </p:cNvPr>
              <p:cNvSpPr/>
              <p:nvPr/>
            </p:nvSpPr>
            <p:spPr>
              <a:xfrm rot="5019030" flipV="1">
                <a:off x="8502256" y="4761886"/>
                <a:ext cx="10747" cy="8599"/>
              </a:xfrm>
              <a:custGeom>
                <a:avLst/>
                <a:gdLst>
                  <a:gd name="csX0" fmla="*/ 5548 w 10747"/>
                  <a:gd name="csY0" fmla="*/ 1745 h 8599"/>
                  <a:gd name="csX1" fmla="*/ 14825 w 10747"/>
                  <a:gd name="csY1" fmla="*/ 1745 h 8599"/>
                  <a:gd name="csX2" fmla="*/ 11664 w 10747"/>
                  <a:gd name="csY2" fmla="*/ 10344 h 8599"/>
                  <a:gd name="csX3" fmla="*/ 4078 w 10747"/>
                  <a:gd name="csY3" fmla="*/ 7061 h 8599"/>
                  <a:gd name="csX4" fmla="*/ 5548 w 10747"/>
                  <a:gd name="csY4" fmla="*/ 1745 h 8599"/>
                </a:gdLst>
                <a:ahLst/>
                <a:cxnLst>
                  <a:cxn ang="0">
                    <a:pos x="csX0" y="csY0"/>
                  </a:cxn>
                  <a:cxn ang="0">
                    <a:pos x="csX1" y="csY1"/>
                  </a:cxn>
                  <a:cxn ang="0">
                    <a:pos x="csX2" y="csY2"/>
                  </a:cxn>
                  <a:cxn ang="0">
                    <a:pos x="csX3" y="csY3"/>
                  </a:cxn>
                  <a:cxn ang="0">
                    <a:pos x="csX4" y="csY4"/>
                  </a:cxn>
                </a:cxnLst>
                <a:rect l="l" t="t" r="r" b="b"/>
                <a:pathLst>
                  <a:path w="10747" h="8599">
                    <a:moveTo>
                      <a:pt x="5548" y="1745"/>
                    </a:moveTo>
                    <a:lnTo>
                      <a:pt x="14825" y="1745"/>
                    </a:lnTo>
                    <a:lnTo>
                      <a:pt x="11664" y="10344"/>
                    </a:lnTo>
                    <a:lnTo>
                      <a:pt x="4078" y="7061"/>
                    </a:lnTo>
                    <a:lnTo>
                      <a:pt x="5548" y="17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3" name="Forme libre : forme 1021">
                <a:extLst>
                  <a:ext uri="{FF2B5EF4-FFF2-40B4-BE49-F238E27FC236}">
                    <a16:creationId xmlns:a16="http://schemas.microsoft.com/office/drawing/2014/main" id="{32C720C3-FF73-8CEA-FFD0-34DFDE7286D5}"/>
                  </a:ext>
                </a:extLst>
              </p:cNvPr>
              <p:cNvSpPr/>
              <p:nvPr/>
            </p:nvSpPr>
            <p:spPr>
              <a:xfrm rot="10800000" flipV="1">
                <a:off x="8509084" y="4745358"/>
                <a:ext cx="9228" cy="12299"/>
              </a:xfrm>
              <a:custGeom>
                <a:avLst/>
                <a:gdLst>
                  <a:gd name="csX0" fmla="*/ 5109 w 9228"/>
                  <a:gd name="csY0" fmla="*/ 1737 h 12299"/>
                  <a:gd name="csX1" fmla="*/ 12285 w 9228"/>
                  <a:gd name="csY1" fmla="*/ 1737 h 12299"/>
                  <a:gd name="csX2" fmla="*/ 13311 w 9228"/>
                  <a:gd name="csY2" fmla="*/ 7887 h 12299"/>
                  <a:gd name="csX3" fmla="*/ 4083 w 9228"/>
                  <a:gd name="csY3" fmla="*/ 14037 h 12299"/>
                  <a:gd name="csX4" fmla="*/ 5109 w 9228"/>
                  <a:gd name="csY4" fmla="*/ 1737 h 12299"/>
                </a:gdLst>
                <a:ahLst/>
                <a:cxnLst>
                  <a:cxn ang="0">
                    <a:pos x="csX0" y="csY0"/>
                  </a:cxn>
                  <a:cxn ang="0">
                    <a:pos x="csX1" y="csY1"/>
                  </a:cxn>
                  <a:cxn ang="0">
                    <a:pos x="csX2" y="csY2"/>
                  </a:cxn>
                  <a:cxn ang="0">
                    <a:pos x="csX3" y="csY3"/>
                  </a:cxn>
                  <a:cxn ang="0">
                    <a:pos x="csX4" y="csY4"/>
                  </a:cxn>
                </a:cxnLst>
                <a:rect l="l" t="t" r="r" b="b"/>
                <a:pathLst>
                  <a:path w="9228" h="12299">
                    <a:moveTo>
                      <a:pt x="5109" y="1737"/>
                    </a:moveTo>
                    <a:lnTo>
                      <a:pt x="12285" y="1737"/>
                    </a:lnTo>
                    <a:lnTo>
                      <a:pt x="13311" y="7887"/>
                    </a:lnTo>
                    <a:lnTo>
                      <a:pt x="4083" y="14037"/>
                    </a:lnTo>
                    <a:lnTo>
                      <a:pt x="5109" y="17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4" name="Forme libre : forme 1022">
                <a:extLst>
                  <a:ext uri="{FF2B5EF4-FFF2-40B4-BE49-F238E27FC236}">
                    <a16:creationId xmlns:a16="http://schemas.microsoft.com/office/drawing/2014/main" id="{B2E23020-E14D-E3B4-7D79-A53663A40C45}"/>
                  </a:ext>
                </a:extLst>
              </p:cNvPr>
              <p:cNvSpPr/>
              <p:nvPr/>
            </p:nvSpPr>
            <p:spPr>
              <a:xfrm>
                <a:off x="8440401" y="4638769"/>
                <a:ext cx="421461" cy="218314"/>
              </a:xfrm>
              <a:custGeom>
                <a:avLst/>
                <a:gdLst>
                  <a:gd name="csX0" fmla="*/ 315921 w 421461"/>
                  <a:gd name="csY0" fmla="*/ 164690 h 218314"/>
                  <a:gd name="csX1" fmla="*/ 327202 w 421461"/>
                  <a:gd name="csY1" fmla="*/ 166742 h 218314"/>
                  <a:gd name="csX2" fmla="*/ 335404 w 421461"/>
                  <a:gd name="csY2" fmla="*/ 182114 h 218314"/>
                  <a:gd name="csX3" fmla="*/ 345658 w 421461"/>
                  <a:gd name="csY3" fmla="*/ 187238 h 218314"/>
                  <a:gd name="csX4" fmla="*/ 350782 w 421461"/>
                  <a:gd name="csY4" fmla="*/ 201590 h 218314"/>
                  <a:gd name="csX5" fmla="*/ 364115 w 421461"/>
                  <a:gd name="csY5" fmla="*/ 208766 h 218314"/>
                  <a:gd name="csX6" fmla="*/ 383598 w 421461"/>
                  <a:gd name="csY6" fmla="*/ 208766 h 218314"/>
                  <a:gd name="csX7" fmla="*/ 402062 w 421461"/>
                  <a:gd name="csY7" fmla="*/ 214916 h 218314"/>
                  <a:gd name="csX8" fmla="*/ 419492 w 421461"/>
                  <a:gd name="csY8" fmla="*/ 220040 h 218314"/>
                  <a:gd name="csX9" fmla="*/ 425642 w 421461"/>
                  <a:gd name="csY9" fmla="*/ 219014 h 218314"/>
                  <a:gd name="csX10" fmla="*/ 422571 w 421461"/>
                  <a:gd name="csY10" fmla="*/ 208766 h 218314"/>
                  <a:gd name="csX11" fmla="*/ 395905 w 421461"/>
                  <a:gd name="csY11" fmla="*/ 193388 h 218314"/>
                  <a:gd name="csX12" fmla="*/ 379500 w 421461"/>
                  <a:gd name="csY12" fmla="*/ 187238 h 218314"/>
                  <a:gd name="csX13" fmla="*/ 369246 w 421461"/>
                  <a:gd name="csY13" fmla="*/ 171866 h 218314"/>
                  <a:gd name="csX14" fmla="*/ 370272 w 421461"/>
                  <a:gd name="csY14" fmla="*/ 160592 h 218314"/>
                  <a:gd name="csX15" fmla="*/ 356939 w 421461"/>
                  <a:gd name="csY15" fmla="*/ 159566 h 218314"/>
                  <a:gd name="csX16" fmla="*/ 345658 w 421461"/>
                  <a:gd name="csY16" fmla="*/ 144195 h 218314"/>
                  <a:gd name="csX17" fmla="*/ 345658 w 421461"/>
                  <a:gd name="csY17" fmla="*/ 139071 h 218314"/>
                  <a:gd name="csX18" fmla="*/ 358991 w 421461"/>
                  <a:gd name="csY18" fmla="*/ 135992 h 218314"/>
                  <a:gd name="csX19" fmla="*/ 361044 w 421461"/>
                  <a:gd name="csY19" fmla="*/ 127797 h 218314"/>
                  <a:gd name="csX20" fmla="*/ 353861 w 421461"/>
                  <a:gd name="csY20" fmla="*/ 122666 h 218314"/>
                  <a:gd name="csX21" fmla="*/ 318999 w 421461"/>
                  <a:gd name="csY21" fmla="*/ 109347 h 218314"/>
                  <a:gd name="csX22" fmla="*/ 315921 w 421461"/>
                  <a:gd name="csY22" fmla="*/ 90897 h 218314"/>
                  <a:gd name="csX23" fmla="*/ 301562 w 421461"/>
                  <a:gd name="csY23" fmla="*/ 84747 h 218314"/>
                  <a:gd name="csX24" fmla="*/ 283105 w 421461"/>
                  <a:gd name="csY24" fmla="*/ 70395 h 218314"/>
                  <a:gd name="csX25" fmla="*/ 269772 w 421461"/>
                  <a:gd name="csY25" fmla="*/ 65271 h 218314"/>
                  <a:gd name="csX26" fmla="*/ 235937 w 421461"/>
                  <a:gd name="csY26" fmla="*/ 55023 h 218314"/>
                  <a:gd name="csX27" fmla="*/ 214689 w 421461"/>
                  <a:gd name="csY27" fmla="*/ 45371 h 218314"/>
                  <a:gd name="csX28" fmla="*/ 213376 w 421461"/>
                  <a:gd name="csY28" fmla="*/ 44769 h 218314"/>
                  <a:gd name="csX29" fmla="*/ 196964 w 421461"/>
                  <a:gd name="csY29" fmla="*/ 43749 h 218314"/>
                  <a:gd name="csX30" fmla="*/ 175436 w 421461"/>
                  <a:gd name="csY30" fmla="*/ 28371 h 218314"/>
                  <a:gd name="csX31" fmla="*/ 138516 w 421461"/>
                  <a:gd name="csY31" fmla="*/ 23247 h 218314"/>
                  <a:gd name="csX32" fmla="*/ 126209 w 421461"/>
                  <a:gd name="csY32" fmla="*/ 28371 h 218314"/>
                  <a:gd name="csX33" fmla="*/ 125183 w 421461"/>
                  <a:gd name="csY33" fmla="*/ 35547 h 218314"/>
                  <a:gd name="csX34" fmla="*/ 93393 w 421461"/>
                  <a:gd name="csY34" fmla="*/ 64245 h 218314"/>
                  <a:gd name="csX35" fmla="*/ 83138 w 421461"/>
                  <a:gd name="csY35" fmla="*/ 56043 h 218314"/>
                  <a:gd name="csX36" fmla="*/ 80060 w 421461"/>
                  <a:gd name="csY36" fmla="*/ 44769 h 218314"/>
                  <a:gd name="csX37" fmla="*/ 69812 w 421461"/>
                  <a:gd name="csY37" fmla="*/ 37593 h 218314"/>
                  <a:gd name="csX38" fmla="*/ 69812 w 421461"/>
                  <a:gd name="csY38" fmla="*/ 20169 h 218314"/>
                  <a:gd name="csX39" fmla="*/ 64682 w 421461"/>
                  <a:gd name="csY39" fmla="*/ 8895 h 218314"/>
                  <a:gd name="csX40" fmla="*/ 47251 w 421461"/>
                  <a:gd name="csY40" fmla="*/ 8895 h 218314"/>
                  <a:gd name="csX41" fmla="*/ 34944 w 421461"/>
                  <a:gd name="csY41" fmla="*/ 1726 h 218314"/>
                  <a:gd name="csX42" fmla="*/ 26742 w 421461"/>
                  <a:gd name="csY42" fmla="*/ 1726 h 218314"/>
                  <a:gd name="csX43" fmla="*/ 17513 w 421461"/>
                  <a:gd name="csY43" fmla="*/ 7869 h 218314"/>
                  <a:gd name="csX44" fmla="*/ 10330 w 421461"/>
                  <a:gd name="csY44" fmla="*/ 7869 h 218314"/>
                  <a:gd name="csX45" fmla="*/ 4180 w 421461"/>
                  <a:gd name="csY45" fmla="*/ 21195 h 218314"/>
                  <a:gd name="csX46" fmla="*/ 17513 w 421461"/>
                  <a:gd name="csY46" fmla="*/ 24273 h 218314"/>
                  <a:gd name="csX47" fmla="*/ 26742 w 421461"/>
                  <a:gd name="csY47" fmla="*/ 37593 h 218314"/>
                  <a:gd name="csX48" fmla="*/ 33918 w 421461"/>
                  <a:gd name="csY48" fmla="*/ 40671 h 218314"/>
                  <a:gd name="csX49" fmla="*/ 54427 w 421461"/>
                  <a:gd name="csY49" fmla="*/ 40671 h 218314"/>
                  <a:gd name="csX50" fmla="*/ 59551 w 421461"/>
                  <a:gd name="csY50" fmla="*/ 43743 h 218314"/>
                  <a:gd name="csX51" fmla="*/ 54427 w 421461"/>
                  <a:gd name="csY51" fmla="*/ 51945 h 218314"/>
                  <a:gd name="csX52" fmla="*/ 22637 w 421461"/>
                  <a:gd name="csY52" fmla="*/ 48866 h 218314"/>
                  <a:gd name="csX53" fmla="*/ 23663 w 421461"/>
                  <a:gd name="csY53" fmla="*/ 52971 h 218314"/>
                  <a:gd name="csX54" fmla="*/ 32892 w 421461"/>
                  <a:gd name="csY54" fmla="*/ 61166 h 218314"/>
                  <a:gd name="csX55" fmla="*/ 38016 w 421461"/>
                  <a:gd name="csY55" fmla="*/ 77564 h 218314"/>
                  <a:gd name="csX56" fmla="*/ 50322 w 421461"/>
                  <a:gd name="csY56" fmla="*/ 83714 h 218314"/>
                  <a:gd name="csX57" fmla="*/ 54427 w 421461"/>
                  <a:gd name="csY57" fmla="*/ 75519 h 218314"/>
                  <a:gd name="csX58" fmla="*/ 62629 w 421461"/>
                  <a:gd name="csY58" fmla="*/ 73466 h 218314"/>
                  <a:gd name="csX59" fmla="*/ 82112 w 421461"/>
                  <a:gd name="csY59" fmla="*/ 82695 h 218314"/>
                  <a:gd name="csX60" fmla="*/ 102621 w 421461"/>
                  <a:gd name="csY60" fmla="*/ 90890 h 218314"/>
                  <a:gd name="csX61" fmla="*/ 120059 w 421461"/>
                  <a:gd name="csY61" fmla="*/ 93969 h 218314"/>
                  <a:gd name="csX62" fmla="*/ 136463 w 421461"/>
                  <a:gd name="csY62" fmla="*/ 99092 h 218314"/>
                  <a:gd name="csX63" fmla="*/ 157998 w 421461"/>
                  <a:gd name="csY63" fmla="*/ 116516 h 218314"/>
                  <a:gd name="csX64" fmla="*/ 161077 w 421461"/>
                  <a:gd name="csY64" fmla="*/ 134966 h 218314"/>
                  <a:gd name="csX65" fmla="*/ 169279 w 421461"/>
                  <a:gd name="csY65" fmla="*/ 142142 h 218314"/>
                  <a:gd name="csX66" fmla="*/ 173377 w 421461"/>
                  <a:gd name="csY66" fmla="*/ 152390 h 218314"/>
                  <a:gd name="csX67" fmla="*/ 175429 w 421461"/>
                  <a:gd name="csY67" fmla="*/ 168788 h 218314"/>
                  <a:gd name="csX68" fmla="*/ 194912 w 421461"/>
                  <a:gd name="csY68" fmla="*/ 167762 h 218314"/>
                  <a:gd name="csX69" fmla="*/ 206193 w 421461"/>
                  <a:gd name="csY69" fmla="*/ 179035 h 218314"/>
                  <a:gd name="csX70" fmla="*/ 221578 w 421461"/>
                  <a:gd name="csY70" fmla="*/ 189290 h 218314"/>
                  <a:gd name="csX71" fmla="*/ 261570 w 421461"/>
                  <a:gd name="csY71" fmla="*/ 189290 h 218314"/>
                  <a:gd name="csX72" fmla="*/ 270798 w 421461"/>
                  <a:gd name="csY72" fmla="*/ 183140 h 218314"/>
                  <a:gd name="csX73" fmla="*/ 259518 w 421461"/>
                  <a:gd name="csY73" fmla="*/ 173912 h 218314"/>
                  <a:gd name="csX74" fmla="*/ 262596 w 421461"/>
                  <a:gd name="csY74" fmla="*/ 167762 h 218314"/>
                  <a:gd name="csX75" fmla="*/ 282079 w 421461"/>
                  <a:gd name="csY75" fmla="*/ 167762 h 218314"/>
                  <a:gd name="csX76" fmla="*/ 279001 w 421461"/>
                  <a:gd name="csY76" fmla="*/ 156488 h 218314"/>
                  <a:gd name="csX77" fmla="*/ 293360 w 421461"/>
                  <a:gd name="csY77" fmla="*/ 154442 h 218314"/>
                  <a:gd name="csX78" fmla="*/ 315921 w 421461"/>
                  <a:gd name="csY78" fmla="*/ 164690 h 218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421461" h="218314">
                    <a:moveTo>
                      <a:pt x="315921" y="164690"/>
                    </a:moveTo>
                    <a:lnTo>
                      <a:pt x="327202" y="166742"/>
                    </a:lnTo>
                    <a:lnTo>
                      <a:pt x="335404" y="182114"/>
                    </a:lnTo>
                    <a:lnTo>
                      <a:pt x="345658" y="187238"/>
                    </a:lnTo>
                    <a:lnTo>
                      <a:pt x="350782" y="201590"/>
                    </a:lnTo>
                    <a:lnTo>
                      <a:pt x="364115" y="208766"/>
                    </a:lnTo>
                    <a:lnTo>
                      <a:pt x="383598" y="208766"/>
                    </a:lnTo>
                    <a:lnTo>
                      <a:pt x="402062" y="214916"/>
                    </a:lnTo>
                    <a:lnTo>
                      <a:pt x="419492" y="220040"/>
                    </a:lnTo>
                    <a:lnTo>
                      <a:pt x="425642" y="219014"/>
                    </a:lnTo>
                    <a:lnTo>
                      <a:pt x="422571" y="208766"/>
                    </a:lnTo>
                    <a:lnTo>
                      <a:pt x="395905" y="193388"/>
                    </a:lnTo>
                    <a:lnTo>
                      <a:pt x="379500" y="187238"/>
                    </a:lnTo>
                    <a:lnTo>
                      <a:pt x="369246" y="171866"/>
                    </a:lnTo>
                    <a:lnTo>
                      <a:pt x="370272" y="160592"/>
                    </a:lnTo>
                    <a:lnTo>
                      <a:pt x="356939" y="159566"/>
                    </a:lnTo>
                    <a:lnTo>
                      <a:pt x="345658" y="144195"/>
                    </a:lnTo>
                    <a:lnTo>
                      <a:pt x="345658" y="139071"/>
                    </a:lnTo>
                    <a:lnTo>
                      <a:pt x="358991" y="135992"/>
                    </a:lnTo>
                    <a:lnTo>
                      <a:pt x="361044" y="127797"/>
                    </a:lnTo>
                    <a:lnTo>
                      <a:pt x="353861" y="122666"/>
                    </a:lnTo>
                    <a:lnTo>
                      <a:pt x="318999" y="109347"/>
                    </a:lnTo>
                    <a:lnTo>
                      <a:pt x="315921" y="90897"/>
                    </a:lnTo>
                    <a:lnTo>
                      <a:pt x="301562" y="84747"/>
                    </a:lnTo>
                    <a:lnTo>
                      <a:pt x="283105" y="70395"/>
                    </a:lnTo>
                    <a:lnTo>
                      <a:pt x="269772" y="65271"/>
                    </a:lnTo>
                    <a:lnTo>
                      <a:pt x="235937" y="55023"/>
                    </a:lnTo>
                    <a:lnTo>
                      <a:pt x="214689" y="45371"/>
                    </a:lnTo>
                    <a:lnTo>
                      <a:pt x="213376" y="44769"/>
                    </a:lnTo>
                    <a:lnTo>
                      <a:pt x="196964" y="43749"/>
                    </a:lnTo>
                    <a:lnTo>
                      <a:pt x="175436" y="28371"/>
                    </a:lnTo>
                    <a:lnTo>
                      <a:pt x="138516" y="23247"/>
                    </a:lnTo>
                    <a:lnTo>
                      <a:pt x="126209" y="28371"/>
                    </a:lnTo>
                    <a:lnTo>
                      <a:pt x="125183" y="35547"/>
                    </a:lnTo>
                    <a:lnTo>
                      <a:pt x="93393" y="64245"/>
                    </a:lnTo>
                    <a:lnTo>
                      <a:pt x="83138" y="56043"/>
                    </a:lnTo>
                    <a:lnTo>
                      <a:pt x="80060" y="44769"/>
                    </a:lnTo>
                    <a:lnTo>
                      <a:pt x="69812" y="37593"/>
                    </a:lnTo>
                    <a:lnTo>
                      <a:pt x="69812" y="20169"/>
                    </a:lnTo>
                    <a:lnTo>
                      <a:pt x="64682" y="8895"/>
                    </a:lnTo>
                    <a:lnTo>
                      <a:pt x="47251" y="8895"/>
                    </a:lnTo>
                    <a:lnTo>
                      <a:pt x="34944" y="1726"/>
                    </a:lnTo>
                    <a:lnTo>
                      <a:pt x="26742" y="1726"/>
                    </a:lnTo>
                    <a:lnTo>
                      <a:pt x="17513" y="7869"/>
                    </a:lnTo>
                    <a:lnTo>
                      <a:pt x="10330" y="7869"/>
                    </a:lnTo>
                    <a:lnTo>
                      <a:pt x="4180" y="21195"/>
                    </a:lnTo>
                    <a:lnTo>
                      <a:pt x="17513" y="24273"/>
                    </a:lnTo>
                    <a:lnTo>
                      <a:pt x="26742" y="37593"/>
                    </a:lnTo>
                    <a:lnTo>
                      <a:pt x="33918" y="40671"/>
                    </a:lnTo>
                    <a:lnTo>
                      <a:pt x="54427" y="40671"/>
                    </a:lnTo>
                    <a:lnTo>
                      <a:pt x="59551" y="43743"/>
                    </a:lnTo>
                    <a:lnTo>
                      <a:pt x="54427" y="51945"/>
                    </a:lnTo>
                    <a:lnTo>
                      <a:pt x="22637" y="48866"/>
                    </a:lnTo>
                    <a:lnTo>
                      <a:pt x="23663" y="52971"/>
                    </a:lnTo>
                    <a:lnTo>
                      <a:pt x="32892" y="61166"/>
                    </a:lnTo>
                    <a:lnTo>
                      <a:pt x="38016" y="77564"/>
                    </a:lnTo>
                    <a:lnTo>
                      <a:pt x="50322" y="83714"/>
                    </a:lnTo>
                    <a:lnTo>
                      <a:pt x="54427" y="75519"/>
                    </a:lnTo>
                    <a:lnTo>
                      <a:pt x="62629" y="73466"/>
                    </a:lnTo>
                    <a:lnTo>
                      <a:pt x="82112" y="82695"/>
                    </a:lnTo>
                    <a:lnTo>
                      <a:pt x="102621" y="90890"/>
                    </a:lnTo>
                    <a:lnTo>
                      <a:pt x="120059" y="93969"/>
                    </a:lnTo>
                    <a:lnTo>
                      <a:pt x="136463" y="99092"/>
                    </a:lnTo>
                    <a:lnTo>
                      <a:pt x="157998" y="116516"/>
                    </a:lnTo>
                    <a:lnTo>
                      <a:pt x="161077" y="134966"/>
                    </a:lnTo>
                    <a:lnTo>
                      <a:pt x="169279" y="142142"/>
                    </a:lnTo>
                    <a:lnTo>
                      <a:pt x="173377" y="152390"/>
                    </a:lnTo>
                    <a:lnTo>
                      <a:pt x="175429" y="168788"/>
                    </a:lnTo>
                    <a:lnTo>
                      <a:pt x="194912" y="167762"/>
                    </a:lnTo>
                    <a:lnTo>
                      <a:pt x="206193" y="179035"/>
                    </a:lnTo>
                    <a:lnTo>
                      <a:pt x="221578" y="189290"/>
                    </a:lnTo>
                    <a:lnTo>
                      <a:pt x="261570" y="189290"/>
                    </a:lnTo>
                    <a:lnTo>
                      <a:pt x="270798" y="183140"/>
                    </a:lnTo>
                    <a:lnTo>
                      <a:pt x="259518" y="173912"/>
                    </a:lnTo>
                    <a:lnTo>
                      <a:pt x="262596" y="167762"/>
                    </a:lnTo>
                    <a:lnTo>
                      <a:pt x="282079" y="167762"/>
                    </a:lnTo>
                    <a:lnTo>
                      <a:pt x="279001" y="156488"/>
                    </a:lnTo>
                    <a:lnTo>
                      <a:pt x="293360" y="154442"/>
                    </a:lnTo>
                    <a:lnTo>
                      <a:pt x="315921" y="1646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5" name="Forme libre : forme 1023">
                <a:extLst>
                  <a:ext uri="{FF2B5EF4-FFF2-40B4-BE49-F238E27FC236}">
                    <a16:creationId xmlns:a16="http://schemas.microsoft.com/office/drawing/2014/main" id="{6FB35D4C-DA71-FCDD-9B2E-65091199597D}"/>
                  </a:ext>
                </a:extLst>
              </p:cNvPr>
              <p:cNvSpPr/>
              <p:nvPr/>
            </p:nvSpPr>
            <p:spPr>
              <a:xfrm>
                <a:off x="8580859" y="4783284"/>
                <a:ext cx="25639" cy="24599"/>
              </a:xfrm>
              <a:custGeom>
                <a:avLst/>
                <a:gdLst>
                  <a:gd name="csX0" fmla="*/ 24641 w 25639"/>
                  <a:gd name="csY0" fmla="*/ 1764 h 24599"/>
                  <a:gd name="csX1" fmla="*/ 13360 w 25639"/>
                  <a:gd name="csY1" fmla="*/ 3817 h 24599"/>
                  <a:gd name="csX2" fmla="*/ 4132 w 25639"/>
                  <a:gd name="csY2" fmla="*/ 20214 h 24599"/>
                  <a:gd name="csX3" fmla="*/ 5151 w 25639"/>
                  <a:gd name="csY3" fmla="*/ 26364 h 24599"/>
                  <a:gd name="csX4" fmla="*/ 29772 w 25639"/>
                  <a:gd name="csY4" fmla="*/ 24312 h 24599"/>
                  <a:gd name="csX5" fmla="*/ 28745 w 25639"/>
                  <a:gd name="csY5" fmla="*/ 9967 h 24599"/>
                  <a:gd name="csX6" fmla="*/ 24641 w 25639"/>
                  <a:gd name="csY6" fmla="*/ 1764 h 245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24599">
                    <a:moveTo>
                      <a:pt x="24641" y="1764"/>
                    </a:moveTo>
                    <a:lnTo>
                      <a:pt x="13360" y="3817"/>
                    </a:lnTo>
                    <a:lnTo>
                      <a:pt x="4132" y="20214"/>
                    </a:lnTo>
                    <a:lnTo>
                      <a:pt x="5151" y="26364"/>
                    </a:lnTo>
                    <a:lnTo>
                      <a:pt x="29772" y="24312"/>
                    </a:lnTo>
                    <a:lnTo>
                      <a:pt x="28745" y="9967"/>
                    </a:lnTo>
                    <a:lnTo>
                      <a:pt x="24641" y="1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6" name="Forme libre : forme 1024">
                <a:extLst>
                  <a:ext uri="{FF2B5EF4-FFF2-40B4-BE49-F238E27FC236}">
                    <a16:creationId xmlns:a16="http://schemas.microsoft.com/office/drawing/2014/main" id="{FE25EBD8-492C-1037-78FA-863DB8300305}"/>
                  </a:ext>
                </a:extLst>
              </p:cNvPr>
              <p:cNvSpPr/>
              <p:nvPr/>
            </p:nvSpPr>
            <p:spPr>
              <a:xfrm>
                <a:off x="8358379" y="4656186"/>
                <a:ext cx="13332" cy="6149"/>
              </a:xfrm>
              <a:custGeom>
                <a:avLst/>
                <a:gdLst>
                  <a:gd name="csX0" fmla="*/ 8096 w 13332"/>
                  <a:gd name="csY0" fmla="*/ 1680 h 6149"/>
                  <a:gd name="csX1" fmla="*/ 3991 w 13332"/>
                  <a:gd name="csY1" fmla="*/ 4752 h 6149"/>
                  <a:gd name="csX2" fmla="*/ 8096 w 13332"/>
                  <a:gd name="csY2" fmla="*/ 6804 h 6149"/>
                  <a:gd name="csX3" fmla="*/ 16298 w 13332"/>
                  <a:gd name="csY3" fmla="*/ 7830 h 6149"/>
                  <a:gd name="csX4" fmla="*/ 17324 w 13332"/>
                  <a:gd name="csY4" fmla="*/ 2706 h 6149"/>
                  <a:gd name="csX5" fmla="*/ 8096 w 13332"/>
                  <a:gd name="csY5" fmla="*/ 1680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8096" y="1680"/>
                    </a:moveTo>
                    <a:lnTo>
                      <a:pt x="3991" y="4752"/>
                    </a:lnTo>
                    <a:lnTo>
                      <a:pt x="8096" y="6804"/>
                    </a:lnTo>
                    <a:lnTo>
                      <a:pt x="16298" y="7830"/>
                    </a:lnTo>
                    <a:lnTo>
                      <a:pt x="17324" y="2706"/>
                    </a:lnTo>
                    <a:lnTo>
                      <a:pt x="8096" y="16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7" name="Forme libre : forme 1025">
                <a:extLst>
                  <a:ext uri="{FF2B5EF4-FFF2-40B4-BE49-F238E27FC236}">
                    <a16:creationId xmlns:a16="http://schemas.microsoft.com/office/drawing/2014/main" id="{C0354BD6-F800-56D3-8F26-1A8DF5FDB888}"/>
                  </a:ext>
                </a:extLst>
              </p:cNvPr>
              <p:cNvSpPr/>
              <p:nvPr/>
            </p:nvSpPr>
            <p:spPr>
              <a:xfrm>
                <a:off x="8411669" y="4657212"/>
                <a:ext cx="15385" cy="11273"/>
              </a:xfrm>
              <a:custGeom>
                <a:avLst/>
                <a:gdLst>
                  <a:gd name="csX0" fmla="*/ 4023 w 15385"/>
                  <a:gd name="csY0" fmla="*/ 7832 h 11273"/>
                  <a:gd name="csX1" fmla="*/ 5050 w 15385"/>
                  <a:gd name="csY1" fmla="*/ 11929 h 11273"/>
                  <a:gd name="csX2" fmla="*/ 13252 w 15385"/>
                  <a:gd name="csY2" fmla="*/ 12956 h 11273"/>
                  <a:gd name="csX3" fmla="*/ 19409 w 15385"/>
                  <a:gd name="csY3" fmla="*/ 7832 h 11273"/>
                  <a:gd name="csX4" fmla="*/ 19409 w 15385"/>
                  <a:gd name="csY4" fmla="*/ 2708 h 11273"/>
                  <a:gd name="csX5" fmla="*/ 7102 w 15385"/>
                  <a:gd name="csY5" fmla="*/ 1682 h 11273"/>
                  <a:gd name="csX6" fmla="*/ 4023 w 15385"/>
                  <a:gd name="csY6" fmla="*/ 7832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4023" y="7832"/>
                    </a:moveTo>
                    <a:lnTo>
                      <a:pt x="5050" y="11929"/>
                    </a:lnTo>
                    <a:lnTo>
                      <a:pt x="13252" y="12956"/>
                    </a:lnTo>
                    <a:lnTo>
                      <a:pt x="19409" y="7832"/>
                    </a:lnTo>
                    <a:lnTo>
                      <a:pt x="19409" y="2708"/>
                    </a:lnTo>
                    <a:lnTo>
                      <a:pt x="7102" y="1682"/>
                    </a:lnTo>
                    <a:lnTo>
                      <a:pt x="4023" y="78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8" name="Forme libre : forme 1026">
                <a:extLst>
                  <a:ext uri="{FF2B5EF4-FFF2-40B4-BE49-F238E27FC236}">
                    <a16:creationId xmlns:a16="http://schemas.microsoft.com/office/drawing/2014/main" id="{B546D96B-D086-78C8-1652-1ED31DF0CFFC}"/>
                  </a:ext>
                </a:extLst>
              </p:cNvPr>
              <p:cNvSpPr/>
              <p:nvPr/>
            </p:nvSpPr>
            <p:spPr>
              <a:xfrm rot="-8387004" flipV="1">
                <a:off x="8527369" y="4640853"/>
                <a:ext cx="28294" cy="9091"/>
              </a:xfrm>
              <a:custGeom>
                <a:avLst/>
                <a:gdLst>
                  <a:gd name="csX0" fmla="*/ 4101 w 28294"/>
                  <a:gd name="csY0" fmla="*/ 1671 h 9091"/>
                  <a:gd name="csX1" fmla="*/ 21559 w 28294"/>
                  <a:gd name="csY1" fmla="*/ 1671 h 9091"/>
                  <a:gd name="csX2" fmla="*/ 32395 w 28294"/>
                  <a:gd name="csY2" fmla="*/ 9490 h 9091"/>
                  <a:gd name="csX3" fmla="*/ 8499 w 28294"/>
                  <a:gd name="csY3" fmla="*/ 10762 h 9091"/>
                  <a:gd name="csX4" fmla="*/ 4101 w 28294"/>
                  <a:gd name="csY4" fmla="*/ 1671 h 9091"/>
                </a:gdLst>
                <a:ahLst/>
                <a:cxnLst>
                  <a:cxn ang="0">
                    <a:pos x="csX0" y="csY0"/>
                  </a:cxn>
                  <a:cxn ang="0">
                    <a:pos x="csX1" y="csY1"/>
                  </a:cxn>
                  <a:cxn ang="0">
                    <a:pos x="csX2" y="csY2"/>
                  </a:cxn>
                  <a:cxn ang="0">
                    <a:pos x="csX3" y="csY3"/>
                  </a:cxn>
                  <a:cxn ang="0">
                    <a:pos x="csX4" y="csY4"/>
                  </a:cxn>
                </a:cxnLst>
                <a:rect l="l" t="t" r="r" b="b"/>
                <a:pathLst>
                  <a:path w="28294" h="9091">
                    <a:moveTo>
                      <a:pt x="4101" y="1671"/>
                    </a:moveTo>
                    <a:lnTo>
                      <a:pt x="21559" y="1671"/>
                    </a:lnTo>
                    <a:lnTo>
                      <a:pt x="32395" y="9490"/>
                    </a:lnTo>
                    <a:lnTo>
                      <a:pt x="8499" y="10762"/>
                    </a:lnTo>
                    <a:lnTo>
                      <a:pt x="4101" y="1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49" name="Forme libre : forme 1027">
                <a:extLst>
                  <a:ext uri="{FF2B5EF4-FFF2-40B4-BE49-F238E27FC236}">
                    <a16:creationId xmlns:a16="http://schemas.microsoft.com/office/drawing/2014/main" id="{B072CF65-5AA6-83FF-3C22-4CADEA1B6A7F}"/>
                  </a:ext>
                </a:extLst>
              </p:cNvPr>
              <p:cNvSpPr/>
              <p:nvPr/>
            </p:nvSpPr>
            <p:spPr>
              <a:xfrm>
                <a:off x="8807485" y="4712569"/>
                <a:ext cx="88193" cy="47147"/>
              </a:xfrm>
              <a:custGeom>
                <a:avLst/>
                <a:gdLst>
                  <a:gd name="csX0" fmla="*/ 4281 w 88193"/>
                  <a:gd name="csY0" fmla="*/ 30423 h 47147"/>
                  <a:gd name="csX1" fmla="*/ 8386 w 88193"/>
                  <a:gd name="csY1" fmla="*/ 39645 h 47147"/>
                  <a:gd name="csX2" fmla="*/ 23764 w 88193"/>
                  <a:gd name="csY2" fmla="*/ 48873 h 47147"/>
                  <a:gd name="csX3" fmla="*/ 47352 w 88193"/>
                  <a:gd name="csY3" fmla="*/ 47847 h 47147"/>
                  <a:gd name="csX4" fmla="*/ 85291 w 88193"/>
                  <a:gd name="csY4" fmla="*/ 33502 h 47147"/>
                  <a:gd name="csX5" fmla="*/ 90422 w 88193"/>
                  <a:gd name="csY5" fmla="*/ 34521 h 47147"/>
                  <a:gd name="csX6" fmla="*/ 89396 w 88193"/>
                  <a:gd name="csY6" fmla="*/ 16078 h 47147"/>
                  <a:gd name="csX7" fmla="*/ 92474 w 88193"/>
                  <a:gd name="csY7" fmla="*/ 9928 h 47147"/>
                  <a:gd name="csX8" fmla="*/ 84272 w 88193"/>
                  <a:gd name="csY8" fmla="*/ 1726 h 47147"/>
                  <a:gd name="csX9" fmla="*/ 79141 w 88193"/>
                  <a:gd name="csY9" fmla="*/ 6850 h 47147"/>
                  <a:gd name="csX10" fmla="*/ 77089 w 88193"/>
                  <a:gd name="csY10" fmla="*/ 17104 h 47147"/>
                  <a:gd name="csX11" fmla="*/ 56580 w 88193"/>
                  <a:gd name="csY11" fmla="*/ 34521 h 47147"/>
                  <a:gd name="csX12" fmla="*/ 36071 w 88193"/>
                  <a:gd name="csY12" fmla="*/ 34521 h 47147"/>
                  <a:gd name="csX13" fmla="*/ 19667 w 88193"/>
                  <a:gd name="csY13" fmla="*/ 31449 h 47147"/>
                  <a:gd name="csX14" fmla="*/ 4281 w 88193"/>
                  <a:gd name="csY14" fmla="*/ 30423 h 4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193" h="47147">
                    <a:moveTo>
                      <a:pt x="4281" y="30423"/>
                    </a:moveTo>
                    <a:lnTo>
                      <a:pt x="8386" y="39645"/>
                    </a:lnTo>
                    <a:lnTo>
                      <a:pt x="23764" y="48873"/>
                    </a:lnTo>
                    <a:lnTo>
                      <a:pt x="47352" y="47847"/>
                    </a:lnTo>
                    <a:lnTo>
                      <a:pt x="85291" y="33502"/>
                    </a:lnTo>
                    <a:lnTo>
                      <a:pt x="90422" y="34521"/>
                    </a:lnTo>
                    <a:lnTo>
                      <a:pt x="89396" y="16078"/>
                    </a:lnTo>
                    <a:lnTo>
                      <a:pt x="92474" y="9928"/>
                    </a:lnTo>
                    <a:lnTo>
                      <a:pt x="84272" y="1726"/>
                    </a:lnTo>
                    <a:lnTo>
                      <a:pt x="79141" y="6850"/>
                    </a:lnTo>
                    <a:lnTo>
                      <a:pt x="77089" y="17104"/>
                    </a:lnTo>
                    <a:lnTo>
                      <a:pt x="56580" y="34521"/>
                    </a:lnTo>
                    <a:lnTo>
                      <a:pt x="36071" y="34521"/>
                    </a:lnTo>
                    <a:cubicBezTo>
                      <a:pt x="36071" y="34521"/>
                      <a:pt x="25817" y="33495"/>
                      <a:pt x="19667" y="31449"/>
                    </a:cubicBezTo>
                    <a:cubicBezTo>
                      <a:pt x="13510" y="29397"/>
                      <a:pt x="4281" y="30423"/>
                      <a:pt x="4281" y="30423"/>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0" name="Forme libre : forme 1028">
                <a:extLst>
                  <a:ext uri="{FF2B5EF4-FFF2-40B4-BE49-F238E27FC236}">
                    <a16:creationId xmlns:a16="http://schemas.microsoft.com/office/drawing/2014/main" id="{89DC0B9A-D641-9016-C594-5438CD40A87D}"/>
                  </a:ext>
                </a:extLst>
              </p:cNvPr>
              <p:cNvSpPr/>
              <p:nvPr/>
            </p:nvSpPr>
            <p:spPr>
              <a:xfrm>
                <a:off x="8845459" y="4676695"/>
                <a:ext cx="66657" cy="50219"/>
              </a:xfrm>
              <a:custGeom>
                <a:avLst/>
                <a:gdLst>
                  <a:gd name="csX0" fmla="*/ 21740 w 66657"/>
                  <a:gd name="csY0" fmla="*/ 5806 h 50219"/>
                  <a:gd name="csX1" fmla="*/ 12511 w 66657"/>
                  <a:gd name="csY1" fmla="*/ 1709 h 50219"/>
                  <a:gd name="csX2" fmla="*/ 4302 w 66657"/>
                  <a:gd name="csY2" fmla="*/ 1709 h 50219"/>
                  <a:gd name="csX3" fmla="*/ 5328 w 66657"/>
                  <a:gd name="csY3" fmla="*/ 7859 h 50219"/>
                  <a:gd name="csX4" fmla="*/ 21740 w 66657"/>
                  <a:gd name="csY4" fmla="*/ 12982 h 50219"/>
                  <a:gd name="csX5" fmla="*/ 39170 w 66657"/>
                  <a:gd name="csY5" fmla="*/ 18106 h 50219"/>
                  <a:gd name="csX6" fmla="*/ 47379 w 66657"/>
                  <a:gd name="csY6" fmla="*/ 29380 h 50219"/>
                  <a:gd name="csX7" fmla="*/ 54555 w 66657"/>
                  <a:gd name="csY7" fmla="*/ 31432 h 50219"/>
                  <a:gd name="csX8" fmla="*/ 63784 w 66657"/>
                  <a:gd name="csY8" fmla="*/ 51928 h 50219"/>
                  <a:gd name="csX9" fmla="*/ 70960 w 66657"/>
                  <a:gd name="csY9" fmla="*/ 47830 h 50219"/>
                  <a:gd name="csX10" fmla="*/ 68908 w 66657"/>
                  <a:gd name="csY10" fmla="*/ 34504 h 50219"/>
                  <a:gd name="csX11" fmla="*/ 58653 w 66657"/>
                  <a:gd name="csY11" fmla="*/ 28354 h 50219"/>
                  <a:gd name="csX12" fmla="*/ 47379 w 66657"/>
                  <a:gd name="csY12" fmla="*/ 16054 h 50219"/>
                  <a:gd name="csX13" fmla="*/ 34046 w 66657"/>
                  <a:gd name="csY13" fmla="*/ 7859 h 50219"/>
                  <a:gd name="csX14" fmla="*/ 21740 w 66657"/>
                  <a:gd name="csY14" fmla="*/ 5806 h 502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6657" h="50219">
                    <a:moveTo>
                      <a:pt x="21740" y="5806"/>
                    </a:moveTo>
                    <a:lnTo>
                      <a:pt x="12511" y="1709"/>
                    </a:lnTo>
                    <a:lnTo>
                      <a:pt x="4302" y="1709"/>
                    </a:lnTo>
                    <a:lnTo>
                      <a:pt x="5328" y="7859"/>
                    </a:lnTo>
                    <a:lnTo>
                      <a:pt x="21740" y="12982"/>
                    </a:lnTo>
                    <a:lnTo>
                      <a:pt x="39170" y="18106"/>
                    </a:lnTo>
                    <a:lnTo>
                      <a:pt x="47379" y="29380"/>
                    </a:lnTo>
                    <a:lnTo>
                      <a:pt x="54555" y="31432"/>
                    </a:lnTo>
                    <a:lnTo>
                      <a:pt x="63784" y="51928"/>
                    </a:lnTo>
                    <a:lnTo>
                      <a:pt x="70960" y="47830"/>
                    </a:lnTo>
                    <a:lnTo>
                      <a:pt x="68908" y="34504"/>
                    </a:lnTo>
                    <a:lnTo>
                      <a:pt x="58653" y="28354"/>
                    </a:lnTo>
                    <a:lnTo>
                      <a:pt x="47379" y="16054"/>
                    </a:lnTo>
                    <a:lnTo>
                      <a:pt x="34046" y="7859"/>
                    </a:lnTo>
                    <a:lnTo>
                      <a:pt x="21740" y="5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1" name="Forme libre : forme 1029">
                <a:extLst>
                  <a:ext uri="{FF2B5EF4-FFF2-40B4-BE49-F238E27FC236}">
                    <a16:creationId xmlns:a16="http://schemas.microsoft.com/office/drawing/2014/main" id="{ECB91C39-D8B5-AECF-DA95-4CDB4F3789D4}"/>
                  </a:ext>
                </a:extLst>
              </p:cNvPr>
              <p:cNvSpPr/>
              <p:nvPr/>
            </p:nvSpPr>
            <p:spPr>
              <a:xfrm>
                <a:off x="8947997" y="4743319"/>
                <a:ext cx="21535" cy="31769"/>
              </a:xfrm>
              <a:custGeom>
                <a:avLst/>
                <a:gdLst>
                  <a:gd name="csX0" fmla="*/ 4352 w 21535"/>
                  <a:gd name="csY0" fmla="*/ 7892 h 31769"/>
                  <a:gd name="csX1" fmla="*/ 14606 w 21535"/>
                  <a:gd name="csY1" fmla="*/ 24290 h 31769"/>
                  <a:gd name="csX2" fmla="*/ 25887 w 21535"/>
                  <a:gd name="csY2" fmla="*/ 33511 h 31769"/>
                  <a:gd name="csX3" fmla="*/ 25887 w 21535"/>
                  <a:gd name="csY3" fmla="*/ 23263 h 31769"/>
                  <a:gd name="csX4" fmla="*/ 23834 w 21535"/>
                  <a:gd name="csY4" fmla="*/ 18140 h 31769"/>
                  <a:gd name="csX5" fmla="*/ 5378 w 21535"/>
                  <a:gd name="csY5" fmla="*/ 1742 h 31769"/>
                  <a:gd name="csX6" fmla="*/ 4352 w 21535"/>
                  <a:gd name="csY6" fmla="*/ 7892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31769">
                    <a:moveTo>
                      <a:pt x="4352" y="7892"/>
                    </a:moveTo>
                    <a:cubicBezTo>
                      <a:pt x="4352" y="7892"/>
                      <a:pt x="11528" y="23263"/>
                      <a:pt x="14606" y="24290"/>
                    </a:cubicBezTo>
                    <a:cubicBezTo>
                      <a:pt x="17678" y="25316"/>
                      <a:pt x="25887" y="33511"/>
                      <a:pt x="25887" y="33511"/>
                    </a:cubicBezTo>
                    <a:lnTo>
                      <a:pt x="25887" y="23263"/>
                    </a:lnTo>
                    <a:lnTo>
                      <a:pt x="23834" y="18140"/>
                    </a:lnTo>
                    <a:lnTo>
                      <a:pt x="5378" y="1742"/>
                    </a:lnTo>
                    <a:lnTo>
                      <a:pt x="4352" y="78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2" name="Forme libre : forme 1030">
                <a:extLst>
                  <a:ext uri="{FF2B5EF4-FFF2-40B4-BE49-F238E27FC236}">
                    <a16:creationId xmlns:a16="http://schemas.microsoft.com/office/drawing/2014/main" id="{025B6691-2B0D-DBA4-9B36-EFD6FE30E75F}"/>
                  </a:ext>
                </a:extLst>
              </p:cNvPr>
              <p:cNvSpPr/>
              <p:nvPr/>
            </p:nvSpPr>
            <p:spPr>
              <a:xfrm>
                <a:off x="8984883" y="4765860"/>
                <a:ext cx="20509" cy="17423"/>
              </a:xfrm>
              <a:custGeom>
                <a:avLst/>
                <a:gdLst>
                  <a:gd name="csX0" fmla="*/ 24886 w 20509"/>
                  <a:gd name="csY0" fmla="*/ 15075 h 17423"/>
                  <a:gd name="csX1" fmla="*/ 16684 w 20509"/>
                  <a:gd name="csY1" fmla="*/ 4828 h 17423"/>
                  <a:gd name="csX2" fmla="*/ 6429 w 20509"/>
                  <a:gd name="csY2" fmla="*/ 1749 h 17423"/>
                  <a:gd name="csX3" fmla="*/ 4377 w 20509"/>
                  <a:gd name="csY3" fmla="*/ 8925 h 17423"/>
                  <a:gd name="csX4" fmla="*/ 18729 w 20509"/>
                  <a:gd name="csY4" fmla="*/ 19173 h 17423"/>
                  <a:gd name="csX5" fmla="*/ 24886 w 20509"/>
                  <a:gd name="csY5" fmla="*/ 15075 h 17423"/>
                </a:gdLst>
                <a:ahLst/>
                <a:cxnLst>
                  <a:cxn ang="0">
                    <a:pos x="csX0" y="csY0"/>
                  </a:cxn>
                  <a:cxn ang="0">
                    <a:pos x="csX1" y="csY1"/>
                  </a:cxn>
                  <a:cxn ang="0">
                    <a:pos x="csX2" y="csY2"/>
                  </a:cxn>
                  <a:cxn ang="0">
                    <a:pos x="csX3" y="csY3"/>
                  </a:cxn>
                  <a:cxn ang="0">
                    <a:pos x="csX4" y="csY4"/>
                  </a:cxn>
                  <a:cxn ang="0">
                    <a:pos x="csX5" y="csY5"/>
                  </a:cxn>
                </a:cxnLst>
                <a:rect l="l" t="t" r="r" b="b"/>
                <a:pathLst>
                  <a:path w="20509" h="17423">
                    <a:moveTo>
                      <a:pt x="24886" y="15075"/>
                    </a:moveTo>
                    <a:lnTo>
                      <a:pt x="16684" y="4828"/>
                    </a:lnTo>
                    <a:lnTo>
                      <a:pt x="6429" y="1749"/>
                    </a:lnTo>
                    <a:lnTo>
                      <a:pt x="4377" y="8925"/>
                    </a:lnTo>
                    <a:lnTo>
                      <a:pt x="18729" y="19173"/>
                    </a:lnTo>
                    <a:lnTo>
                      <a:pt x="24886" y="150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3" name="Forme libre : forme 1031">
                <a:extLst>
                  <a:ext uri="{FF2B5EF4-FFF2-40B4-BE49-F238E27FC236}">
                    <a16:creationId xmlns:a16="http://schemas.microsoft.com/office/drawing/2014/main" id="{DC93023B-B2BA-D426-69B6-33908F0D4FD8}"/>
                  </a:ext>
                </a:extLst>
              </p:cNvPr>
              <p:cNvSpPr/>
              <p:nvPr/>
            </p:nvSpPr>
            <p:spPr>
              <a:xfrm>
                <a:off x="9025942" y="4785343"/>
                <a:ext cx="34861" cy="21521"/>
              </a:xfrm>
              <a:custGeom>
                <a:avLst/>
                <a:gdLst>
                  <a:gd name="csX0" fmla="*/ 39268 w 34861"/>
                  <a:gd name="csY0" fmla="*/ 23283 h 21521"/>
                  <a:gd name="csX1" fmla="*/ 30040 w 34861"/>
                  <a:gd name="csY1" fmla="*/ 10983 h 21521"/>
                  <a:gd name="csX2" fmla="*/ 10557 w 34861"/>
                  <a:gd name="csY2" fmla="*/ 1761 h 21521"/>
                  <a:gd name="csX3" fmla="*/ 4407 w 34861"/>
                  <a:gd name="csY3" fmla="*/ 4833 h 21521"/>
                  <a:gd name="csX4" fmla="*/ 6453 w 34861"/>
                  <a:gd name="csY4" fmla="*/ 12009 h 21521"/>
                  <a:gd name="csX5" fmla="*/ 32092 w 34861"/>
                  <a:gd name="csY5" fmla="*/ 23283 h 21521"/>
                  <a:gd name="csX6" fmla="*/ 39268 w 34861"/>
                  <a:gd name="csY6" fmla="*/ 23283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861" h="21521">
                    <a:moveTo>
                      <a:pt x="39268" y="23283"/>
                    </a:moveTo>
                    <a:lnTo>
                      <a:pt x="30040" y="10983"/>
                    </a:lnTo>
                    <a:lnTo>
                      <a:pt x="10557" y="1761"/>
                    </a:lnTo>
                    <a:lnTo>
                      <a:pt x="4407" y="4833"/>
                    </a:lnTo>
                    <a:lnTo>
                      <a:pt x="6453" y="12009"/>
                    </a:lnTo>
                    <a:lnTo>
                      <a:pt x="32092" y="23283"/>
                    </a:lnTo>
                    <a:lnTo>
                      <a:pt x="39268" y="23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4" name="Forme libre : forme 1032">
                <a:extLst>
                  <a:ext uri="{FF2B5EF4-FFF2-40B4-BE49-F238E27FC236}">
                    <a16:creationId xmlns:a16="http://schemas.microsoft.com/office/drawing/2014/main" id="{29EB3323-1971-020C-E6F5-26E65D2E3533}"/>
                  </a:ext>
                </a:extLst>
              </p:cNvPr>
              <p:cNvSpPr/>
              <p:nvPr/>
            </p:nvSpPr>
            <p:spPr>
              <a:xfrm>
                <a:off x="9073063" y="4807890"/>
                <a:ext cx="25639" cy="27671"/>
              </a:xfrm>
              <a:custGeom>
                <a:avLst/>
                <a:gdLst>
                  <a:gd name="csX0" fmla="*/ 30072 w 25639"/>
                  <a:gd name="csY0" fmla="*/ 24325 h 27671"/>
                  <a:gd name="csX1" fmla="*/ 15713 w 25639"/>
                  <a:gd name="csY1" fmla="*/ 3823 h 27671"/>
                  <a:gd name="csX2" fmla="*/ 8537 w 25639"/>
                  <a:gd name="csY2" fmla="*/ 1777 h 27671"/>
                  <a:gd name="csX3" fmla="*/ 4432 w 25639"/>
                  <a:gd name="csY3" fmla="*/ 6901 h 27671"/>
                  <a:gd name="csX4" fmla="*/ 8537 w 25639"/>
                  <a:gd name="csY4" fmla="*/ 14077 h 27671"/>
                  <a:gd name="csX5" fmla="*/ 21870 w 25639"/>
                  <a:gd name="csY5" fmla="*/ 27397 h 27671"/>
                  <a:gd name="csX6" fmla="*/ 29046 w 25639"/>
                  <a:gd name="csY6" fmla="*/ 29449 h 27671"/>
                  <a:gd name="csX7" fmla="*/ 30072 w 25639"/>
                  <a:gd name="csY7" fmla="*/ 24325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27671">
                    <a:moveTo>
                      <a:pt x="30072" y="24325"/>
                    </a:moveTo>
                    <a:lnTo>
                      <a:pt x="15713" y="3823"/>
                    </a:lnTo>
                    <a:lnTo>
                      <a:pt x="8537" y="1777"/>
                    </a:lnTo>
                    <a:lnTo>
                      <a:pt x="4432" y="6901"/>
                    </a:lnTo>
                    <a:lnTo>
                      <a:pt x="8537" y="14077"/>
                    </a:lnTo>
                    <a:lnTo>
                      <a:pt x="21870" y="27397"/>
                    </a:lnTo>
                    <a:lnTo>
                      <a:pt x="29046" y="29449"/>
                    </a:lnTo>
                    <a:lnTo>
                      <a:pt x="30072" y="24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5" name="Forme libre : forme 1033">
                <a:extLst>
                  <a:ext uri="{FF2B5EF4-FFF2-40B4-BE49-F238E27FC236}">
                    <a16:creationId xmlns:a16="http://schemas.microsoft.com/office/drawing/2014/main" id="{69AB7EE7-1FB2-E3B0-7D54-587D52C8DB26}"/>
                  </a:ext>
                </a:extLst>
              </p:cNvPr>
              <p:cNvSpPr/>
              <p:nvPr/>
            </p:nvSpPr>
            <p:spPr>
              <a:xfrm>
                <a:off x="9092552" y="4846836"/>
                <a:ext cx="18456" cy="14352"/>
              </a:xfrm>
              <a:custGeom>
                <a:avLst/>
                <a:gdLst>
                  <a:gd name="csX0" fmla="*/ 13669 w 18456"/>
                  <a:gd name="csY0" fmla="*/ 1799 h 14352"/>
                  <a:gd name="csX1" fmla="*/ 4440 w 18456"/>
                  <a:gd name="csY1" fmla="*/ 1799 h 14352"/>
                  <a:gd name="csX2" fmla="*/ 6486 w 18456"/>
                  <a:gd name="csY2" fmla="*/ 7949 h 14352"/>
                  <a:gd name="csX3" fmla="*/ 17766 w 18456"/>
                  <a:gd name="csY3" fmla="*/ 16152 h 14352"/>
                  <a:gd name="csX4" fmla="*/ 22897 w 18456"/>
                  <a:gd name="csY4" fmla="*/ 15125 h 14352"/>
                  <a:gd name="csX5" fmla="*/ 21871 w 18456"/>
                  <a:gd name="csY5" fmla="*/ 5897 h 14352"/>
                  <a:gd name="csX6" fmla="*/ 13669 w 18456"/>
                  <a:gd name="csY6" fmla="*/ 1799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4352">
                    <a:moveTo>
                      <a:pt x="13669" y="1799"/>
                    </a:moveTo>
                    <a:lnTo>
                      <a:pt x="4440" y="1799"/>
                    </a:lnTo>
                    <a:lnTo>
                      <a:pt x="6486" y="7949"/>
                    </a:lnTo>
                    <a:lnTo>
                      <a:pt x="17766" y="16152"/>
                    </a:lnTo>
                    <a:lnTo>
                      <a:pt x="22897" y="15125"/>
                    </a:lnTo>
                    <a:lnTo>
                      <a:pt x="21871" y="5897"/>
                    </a:lnTo>
                    <a:lnTo>
                      <a:pt x="13669" y="1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6" name="Forme libre : forme 1034">
                <a:extLst>
                  <a:ext uri="{FF2B5EF4-FFF2-40B4-BE49-F238E27FC236}">
                    <a16:creationId xmlns:a16="http://schemas.microsoft.com/office/drawing/2014/main" id="{F1B30E1E-88D6-6966-36A6-E199B12E96B2}"/>
                  </a:ext>
                </a:extLst>
              </p:cNvPr>
              <p:cNvSpPr/>
              <p:nvPr/>
            </p:nvSpPr>
            <p:spPr>
              <a:xfrm>
                <a:off x="9060804" y="4869383"/>
                <a:ext cx="13326" cy="10247"/>
              </a:xfrm>
              <a:custGeom>
                <a:avLst/>
                <a:gdLst>
                  <a:gd name="csX0" fmla="*/ 4418 w 13326"/>
                  <a:gd name="csY0" fmla="*/ 3863 h 10247"/>
                  <a:gd name="csX1" fmla="*/ 4418 w 13326"/>
                  <a:gd name="csY1" fmla="*/ 8987 h 10247"/>
                  <a:gd name="csX2" fmla="*/ 7497 w 13326"/>
                  <a:gd name="csY2" fmla="*/ 12059 h 10247"/>
                  <a:gd name="csX3" fmla="*/ 17744 w 13326"/>
                  <a:gd name="csY3" fmla="*/ 10013 h 10247"/>
                  <a:gd name="csX4" fmla="*/ 10568 w 13326"/>
                  <a:gd name="csY4" fmla="*/ 1811 h 10247"/>
                  <a:gd name="csX5" fmla="*/ 4418 w 13326"/>
                  <a:gd name="csY5" fmla="*/ 3863 h 10247"/>
                </a:gdLst>
                <a:ahLst/>
                <a:cxnLst>
                  <a:cxn ang="0">
                    <a:pos x="csX0" y="csY0"/>
                  </a:cxn>
                  <a:cxn ang="0">
                    <a:pos x="csX1" y="csY1"/>
                  </a:cxn>
                  <a:cxn ang="0">
                    <a:pos x="csX2" y="csY2"/>
                  </a:cxn>
                  <a:cxn ang="0">
                    <a:pos x="csX3" y="csY3"/>
                  </a:cxn>
                  <a:cxn ang="0">
                    <a:pos x="csX4" y="csY4"/>
                  </a:cxn>
                  <a:cxn ang="0">
                    <a:pos x="csX5" y="csY5"/>
                  </a:cxn>
                </a:cxnLst>
                <a:rect l="l" t="t" r="r" b="b"/>
                <a:pathLst>
                  <a:path w="13326" h="10247">
                    <a:moveTo>
                      <a:pt x="4418" y="3863"/>
                    </a:moveTo>
                    <a:lnTo>
                      <a:pt x="4418" y="8987"/>
                    </a:lnTo>
                    <a:lnTo>
                      <a:pt x="7497" y="12059"/>
                    </a:lnTo>
                    <a:lnTo>
                      <a:pt x="17744" y="10013"/>
                    </a:lnTo>
                    <a:lnTo>
                      <a:pt x="10568" y="1811"/>
                    </a:lnTo>
                    <a:lnTo>
                      <a:pt x="4418" y="38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7" name="Forme libre : forme 1035">
                <a:extLst>
                  <a:ext uri="{FF2B5EF4-FFF2-40B4-BE49-F238E27FC236}">
                    <a16:creationId xmlns:a16="http://schemas.microsoft.com/office/drawing/2014/main" id="{76F7B391-E4C7-18FE-F2B1-F38E8C67B2D0}"/>
                  </a:ext>
                </a:extLst>
              </p:cNvPr>
              <p:cNvSpPr/>
              <p:nvPr/>
            </p:nvSpPr>
            <p:spPr>
              <a:xfrm>
                <a:off x="9056699" y="4825314"/>
                <a:ext cx="19482" cy="10247"/>
              </a:xfrm>
              <a:custGeom>
                <a:avLst/>
                <a:gdLst>
                  <a:gd name="csX0" fmla="*/ 4417 w 19482"/>
                  <a:gd name="csY0" fmla="*/ 1785 h 10247"/>
                  <a:gd name="csX1" fmla="*/ 4417 w 19482"/>
                  <a:gd name="csY1" fmla="*/ 4863 h 10247"/>
                  <a:gd name="csX2" fmla="*/ 14672 w 19482"/>
                  <a:gd name="csY2" fmla="*/ 12032 h 10247"/>
                  <a:gd name="csX3" fmla="*/ 23900 w 19482"/>
                  <a:gd name="csY3" fmla="*/ 7935 h 10247"/>
                  <a:gd name="csX4" fmla="*/ 14672 w 19482"/>
                  <a:gd name="csY4" fmla="*/ 1785 h 10247"/>
                  <a:gd name="csX5" fmla="*/ 4417 w 19482"/>
                  <a:gd name="csY5" fmla="*/ 1785 h 10247"/>
                </a:gdLst>
                <a:ahLst/>
                <a:cxnLst>
                  <a:cxn ang="0">
                    <a:pos x="csX0" y="csY0"/>
                  </a:cxn>
                  <a:cxn ang="0">
                    <a:pos x="csX1" y="csY1"/>
                  </a:cxn>
                  <a:cxn ang="0">
                    <a:pos x="csX2" y="csY2"/>
                  </a:cxn>
                  <a:cxn ang="0">
                    <a:pos x="csX3" y="csY3"/>
                  </a:cxn>
                  <a:cxn ang="0">
                    <a:pos x="csX4" y="csY4"/>
                  </a:cxn>
                  <a:cxn ang="0">
                    <a:pos x="csX5" y="csY5"/>
                  </a:cxn>
                </a:cxnLst>
                <a:rect l="l" t="t" r="r" b="b"/>
                <a:pathLst>
                  <a:path w="19482" h="10247">
                    <a:moveTo>
                      <a:pt x="4417" y="1785"/>
                    </a:moveTo>
                    <a:lnTo>
                      <a:pt x="4417" y="4863"/>
                    </a:lnTo>
                    <a:lnTo>
                      <a:pt x="14672" y="12032"/>
                    </a:lnTo>
                    <a:lnTo>
                      <a:pt x="23900" y="7935"/>
                    </a:lnTo>
                    <a:lnTo>
                      <a:pt x="14672" y="1785"/>
                    </a:lnTo>
                    <a:lnTo>
                      <a:pt x="4417" y="17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8" name="Forme libre : forme 1036">
                <a:extLst>
                  <a:ext uri="{FF2B5EF4-FFF2-40B4-BE49-F238E27FC236}">
                    <a16:creationId xmlns:a16="http://schemas.microsoft.com/office/drawing/2014/main" id="{1BB3447A-47EE-911D-470D-BC33BE79FCB6}"/>
                  </a:ext>
                </a:extLst>
              </p:cNvPr>
              <p:cNvSpPr/>
              <p:nvPr/>
            </p:nvSpPr>
            <p:spPr>
              <a:xfrm>
                <a:off x="8861870" y="4835562"/>
                <a:ext cx="10254" cy="15371"/>
              </a:xfrm>
              <a:custGeom>
                <a:avLst/>
                <a:gdLst>
                  <a:gd name="csX0" fmla="*/ 4296 w 10254"/>
                  <a:gd name="csY0" fmla="*/ 5890 h 15371"/>
                  <a:gd name="csX1" fmla="*/ 8401 w 10254"/>
                  <a:gd name="csY1" fmla="*/ 9988 h 15371"/>
                  <a:gd name="csX2" fmla="*/ 9427 w 10254"/>
                  <a:gd name="csY2" fmla="*/ 17164 h 15371"/>
                  <a:gd name="csX3" fmla="*/ 14551 w 10254"/>
                  <a:gd name="csY3" fmla="*/ 17164 h 15371"/>
                  <a:gd name="csX4" fmla="*/ 13525 w 10254"/>
                  <a:gd name="csY4" fmla="*/ 9988 h 15371"/>
                  <a:gd name="csX5" fmla="*/ 8401 w 10254"/>
                  <a:gd name="csY5" fmla="*/ 1792 h 15371"/>
                  <a:gd name="csX6" fmla="*/ 4296 w 10254"/>
                  <a:gd name="csY6" fmla="*/ 589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254" h="15371">
                    <a:moveTo>
                      <a:pt x="4296" y="5890"/>
                    </a:moveTo>
                    <a:lnTo>
                      <a:pt x="8401" y="9988"/>
                    </a:lnTo>
                    <a:lnTo>
                      <a:pt x="9427" y="17164"/>
                    </a:lnTo>
                    <a:lnTo>
                      <a:pt x="14551" y="17164"/>
                    </a:lnTo>
                    <a:lnTo>
                      <a:pt x="13525" y="9988"/>
                    </a:lnTo>
                    <a:lnTo>
                      <a:pt x="8401" y="1792"/>
                    </a:lnTo>
                    <a:lnTo>
                      <a:pt x="4296" y="5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59" name="Forme libre : forme 1037">
                <a:extLst>
                  <a:ext uri="{FF2B5EF4-FFF2-40B4-BE49-F238E27FC236}">
                    <a16:creationId xmlns:a16="http://schemas.microsoft.com/office/drawing/2014/main" id="{86197671-B0B6-6011-6818-445C4B9A1F35}"/>
                  </a:ext>
                </a:extLst>
              </p:cNvPr>
              <p:cNvSpPr/>
              <p:nvPr/>
            </p:nvSpPr>
            <p:spPr>
              <a:xfrm>
                <a:off x="8899769" y="4854005"/>
                <a:ext cx="12306" cy="8202"/>
              </a:xfrm>
              <a:custGeom>
                <a:avLst/>
                <a:gdLst>
                  <a:gd name="csX0" fmla="*/ 4320 w 12306"/>
                  <a:gd name="csY0" fmla="*/ 6924 h 8202"/>
                  <a:gd name="csX1" fmla="*/ 11503 w 12306"/>
                  <a:gd name="csY1" fmla="*/ 10003 h 8202"/>
                  <a:gd name="csX2" fmla="*/ 16627 w 12306"/>
                  <a:gd name="csY2" fmla="*/ 6924 h 8202"/>
                  <a:gd name="csX3" fmla="*/ 12522 w 12306"/>
                  <a:gd name="csY3" fmla="*/ 1801 h 8202"/>
                  <a:gd name="csX4" fmla="*/ 4320 w 12306"/>
                  <a:gd name="csY4" fmla="*/ 2827 h 8202"/>
                  <a:gd name="csX5" fmla="*/ 4320 w 12306"/>
                  <a:gd name="csY5" fmla="*/ 6924 h 8202"/>
                </a:gdLst>
                <a:ahLst/>
                <a:cxnLst>
                  <a:cxn ang="0">
                    <a:pos x="csX0" y="csY0"/>
                  </a:cxn>
                  <a:cxn ang="0">
                    <a:pos x="csX1" y="csY1"/>
                  </a:cxn>
                  <a:cxn ang="0">
                    <a:pos x="csX2" y="csY2"/>
                  </a:cxn>
                  <a:cxn ang="0">
                    <a:pos x="csX3" y="csY3"/>
                  </a:cxn>
                  <a:cxn ang="0">
                    <a:pos x="csX4" y="csY4"/>
                  </a:cxn>
                  <a:cxn ang="0">
                    <a:pos x="csX5" y="csY5"/>
                  </a:cxn>
                </a:cxnLst>
                <a:rect l="l" t="t" r="r" b="b"/>
                <a:pathLst>
                  <a:path w="12306" h="8202">
                    <a:moveTo>
                      <a:pt x="4320" y="6924"/>
                    </a:moveTo>
                    <a:lnTo>
                      <a:pt x="11503" y="10003"/>
                    </a:lnTo>
                    <a:lnTo>
                      <a:pt x="16627" y="6924"/>
                    </a:lnTo>
                    <a:lnTo>
                      <a:pt x="12522" y="1801"/>
                    </a:lnTo>
                    <a:lnTo>
                      <a:pt x="4320" y="2827"/>
                    </a:lnTo>
                    <a:lnTo>
                      <a:pt x="4320" y="69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0" name="Forme libre : forme 1038">
                <a:extLst>
                  <a:ext uri="{FF2B5EF4-FFF2-40B4-BE49-F238E27FC236}">
                    <a16:creationId xmlns:a16="http://schemas.microsoft.com/office/drawing/2014/main" id="{D21A975F-10BA-0E88-4B79-78BB58AA2357}"/>
                  </a:ext>
                </a:extLst>
              </p:cNvPr>
              <p:cNvSpPr/>
              <p:nvPr/>
            </p:nvSpPr>
            <p:spPr>
              <a:xfrm>
                <a:off x="8042520" y="4857083"/>
                <a:ext cx="882929" cy="683625"/>
              </a:xfrm>
              <a:custGeom>
                <a:avLst/>
                <a:gdLst>
                  <a:gd name="csX0" fmla="*/ 308615 w 882929"/>
                  <a:gd name="csY0" fmla="*/ 77886 h 683625"/>
                  <a:gd name="csX1" fmla="*/ 300413 w 882929"/>
                  <a:gd name="csY1" fmla="*/ 77886 h 683625"/>
                  <a:gd name="csX2" fmla="*/ 292211 w 882929"/>
                  <a:gd name="csY2" fmla="*/ 87107 h 683625"/>
                  <a:gd name="csX3" fmla="*/ 284001 w 882929"/>
                  <a:gd name="csY3" fmla="*/ 85062 h 683625"/>
                  <a:gd name="csX4" fmla="*/ 272721 w 882929"/>
                  <a:gd name="csY4" fmla="*/ 94283 h 683625"/>
                  <a:gd name="csX5" fmla="*/ 272721 w 882929"/>
                  <a:gd name="csY5" fmla="*/ 105557 h 683625"/>
                  <a:gd name="csX6" fmla="*/ 259395 w 882929"/>
                  <a:gd name="csY6" fmla="*/ 106583 h 683625"/>
                  <a:gd name="csX7" fmla="*/ 255290 w 882929"/>
                  <a:gd name="csY7" fmla="*/ 131183 h 683625"/>
                  <a:gd name="csX8" fmla="*/ 247088 w 882929"/>
                  <a:gd name="csY8" fmla="*/ 131183 h 683625"/>
                  <a:gd name="csX9" fmla="*/ 239912 w 882929"/>
                  <a:gd name="csY9" fmla="*/ 132202 h 683625"/>
                  <a:gd name="csX10" fmla="*/ 237859 w 882929"/>
                  <a:gd name="csY10" fmla="*/ 136307 h 683625"/>
                  <a:gd name="csX11" fmla="*/ 242983 w 882929"/>
                  <a:gd name="csY11" fmla="*/ 142457 h 683625"/>
                  <a:gd name="csX12" fmla="*/ 231703 w 882929"/>
                  <a:gd name="csY12" fmla="*/ 143483 h 683625"/>
                  <a:gd name="csX13" fmla="*/ 219396 w 882929"/>
                  <a:gd name="csY13" fmla="*/ 131183 h 683625"/>
                  <a:gd name="csX14" fmla="*/ 212220 w 882929"/>
                  <a:gd name="csY14" fmla="*/ 140405 h 683625"/>
                  <a:gd name="csX15" fmla="*/ 207089 w 882929"/>
                  <a:gd name="csY15" fmla="*/ 154757 h 683625"/>
                  <a:gd name="csX16" fmla="*/ 204017 w 882929"/>
                  <a:gd name="csY16" fmla="*/ 166031 h 683625"/>
                  <a:gd name="csX17" fmla="*/ 211194 w 882929"/>
                  <a:gd name="csY17" fmla="*/ 170128 h 683625"/>
                  <a:gd name="csX18" fmla="*/ 197861 w 882929"/>
                  <a:gd name="csY18" fmla="*/ 186526 h 683625"/>
                  <a:gd name="csX19" fmla="*/ 192737 w 882929"/>
                  <a:gd name="csY19" fmla="*/ 192676 h 683625"/>
                  <a:gd name="csX20" fmla="*/ 172228 w 882929"/>
                  <a:gd name="csY20" fmla="*/ 206002 h 683625"/>
                  <a:gd name="csX21" fmla="*/ 166071 w 882929"/>
                  <a:gd name="csY21" fmla="*/ 210100 h 683625"/>
                  <a:gd name="csX22" fmla="*/ 143510 w 882929"/>
                  <a:gd name="csY22" fmla="*/ 211126 h 683625"/>
                  <a:gd name="csX23" fmla="*/ 137360 w 882929"/>
                  <a:gd name="csY23" fmla="*/ 218295 h 683625"/>
                  <a:gd name="csX24" fmla="*/ 124027 w 882929"/>
                  <a:gd name="csY24" fmla="*/ 220348 h 683625"/>
                  <a:gd name="csX25" fmla="*/ 111727 w 882929"/>
                  <a:gd name="csY25" fmla="*/ 231621 h 683625"/>
                  <a:gd name="csX26" fmla="*/ 101465 w 882929"/>
                  <a:gd name="csY26" fmla="*/ 232647 h 683625"/>
                  <a:gd name="csX27" fmla="*/ 95315 w 882929"/>
                  <a:gd name="csY27" fmla="*/ 227524 h 683625"/>
                  <a:gd name="csX28" fmla="*/ 85061 w 882929"/>
                  <a:gd name="csY28" fmla="*/ 229569 h 683625"/>
                  <a:gd name="csX29" fmla="*/ 67630 w 882929"/>
                  <a:gd name="csY29" fmla="*/ 245967 h 683625"/>
                  <a:gd name="csX30" fmla="*/ 63526 w 882929"/>
                  <a:gd name="csY30" fmla="*/ 248019 h 683625"/>
                  <a:gd name="csX31" fmla="*/ 50193 w 882929"/>
                  <a:gd name="csY31" fmla="*/ 253143 h 683625"/>
                  <a:gd name="csX32" fmla="*/ 39938 w 882929"/>
                  <a:gd name="csY32" fmla="*/ 266469 h 683625"/>
                  <a:gd name="csX33" fmla="*/ 36860 w 882929"/>
                  <a:gd name="csY33" fmla="*/ 259293 h 683625"/>
                  <a:gd name="csX34" fmla="*/ 32762 w 882929"/>
                  <a:gd name="csY34" fmla="*/ 256221 h 683625"/>
                  <a:gd name="csX35" fmla="*/ 29684 w 882929"/>
                  <a:gd name="csY35" fmla="*/ 261345 h 683625"/>
                  <a:gd name="csX36" fmla="*/ 19429 w 882929"/>
                  <a:gd name="csY36" fmla="*/ 310538 h 683625"/>
                  <a:gd name="csX37" fmla="*/ 24553 w 882929"/>
                  <a:gd name="csY37" fmla="*/ 326936 h 683625"/>
                  <a:gd name="csX38" fmla="*/ 34807 w 882929"/>
                  <a:gd name="csY38" fmla="*/ 352562 h 683625"/>
                  <a:gd name="csX39" fmla="*/ 33788 w 882929"/>
                  <a:gd name="csY39" fmla="*/ 360764 h 683625"/>
                  <a:gd name="csX40" fmla="*/ 30710 w 882929"/>
                  <a:gd name="csY40" fmla="*/ 361790 h 683625"/>
                  <a:gd name="csX41" fmla="*/ 23534 w 882929"/>
                  <a:gd name="csY41" fmla="*/ 349490 h 683625"/>
                  <a:gd name="csX42" fmla="*/ 19429 w 882929"/>
                  <a:gd name="csY42" fmla="*/ 349490 h 683625"/>
                  <a:gd name="csX43" fmla="*/ 21481 w 882929"/>
                  <a:gd name="csY43" fmla="*/ 355640 h 683625"/>
                  <a:gd name="csX44" fmla="*/ 27631 w 882929"/>
                  <a:gd name="csY44" fmla="*/ 367940 h 683625"/>
                  <a:gd name="csX45" fmla="*/ 23527 w 882929"/>
                  <a:gd name="csY45" fmla="*/ 371012 h 683625"/>
                  <a:gd name="csX46" fmla="*/ 8148 w 882929"/>
                  <a:gd name="csY46" fmla="*/ 346412 h 683625"/>
                  <a:gd name="csX47" fmla="*/ 4044 w 882929"/>
                  <a:gd name="csY47" fmla="*/ 345386 h 683625"/>
                  <a:gd name="csX48" fmla="*/ 4044 w 882929"/>
                  <a:gd name="csY48" fmla="*/ 349490 h 683625"/>
                  <a:gd name="csX49" fmla="*/ 23527 w 882929"/>
                  <a:gd name="csY49" fmla="*/ 380233 h 683625"/>
                  <a:gd name="csX50" fmla="*/ 25579 w 882929"/>
                  <a:gd name="csY50" fmla="*/ 389462 h 683625"/>
                  <a:gd name="csX51" fmla="*/ 32762 w 882929"/>
                  <a:gd name="csY51" fmla="*/ 400736 h 683625"/>
                  <a:gd name="csX52" fmla="*/ 33788 w 882929"/>
                  <a:gd name="csY52" fmla="*/ 407912 h 683625"/>
                  <a:gd name="csX53" fmla="*/ 47114 w 882929"/>
                  <a:gd name="csY53" fmla="*/ 424309 h 683625"/>
                  <a:gd name="csX54" fmla="*/ 48140 w 882929"/>
                  <a:gd name="csY54" fmla="*/ 431485 h 683625"/>
                  <a:gd name="csX55" fmla="*/ 49167 w 882929"/>
                  <a:gd name="csY55" fmla="*/ 467352 h 683625"/>
                  <a:gd name="csX56" fmla="*/ 59421 w 882929"/>
                  <a:gd name="csY56" fmla="*/ 480678 h 683625"/>
                  <a:gd name="csX57" fmla="*/ 62493 w 882929"/>
                  <a:gd name="csY57" fmla="*/ 491952 h 683625"/>
                  <a:gd name="csX58" fmla="*/ 67623 w 882929"/>
                  <a:gd name="csY58" fmla="*/ 510402 h 683625"/>
                  <a:gd name="csX59" fmla="*/ 63519 w 882929"/>
                  <a:gd name="csY59" fmla="*/ 518604 h 683625"/>
                  <a:gd name="csX60" fmla="*/ 60447 w 882929"/>
                  <a:gd name="csY60" fmla="*/ 543204 h 683625"/>
                  <a:gd name="csX61" fmla="*/ 52238 w 882929"/>
                  <a:gd name="csY61" fmla="*/ 545250 h 683625"/>
                  <a:gd name="csX62" fmla="*/ 49167 w 882929"/>
                  <a:gd name="csY62" fmla="*/ 555497 h 683625"/>
                  <a:gd name="csX63" fmla="*/ 53264 w 882929"/>
                  <a:gd name="csY63" fmla="*/ 566771 h 683625"/>
                  <a:gd name="csX64" fmla="*/ 72747 w 882929"/>
                  <a:gd name="csY64" fmla="*/ 571902 h 683625"/>
                  <a:gd name="csX65" fmla="*/ 80949 w 882929"/>
                  <a:gd name="csY65" fmla="*/ 581124 h 683625"/>
                  <a:gd name="csX66" fmla="*/ 101465 w 882929"/>
                  <a:gd name="csY66" fmla="*/ 584202 h 683625"/>
                  <a:gd name="csX67" fmla="*/ 125046 w 882929"/>
                  <a:gd name="csY67" fmla="*/ 584202 h 683625"/>
                  <a:gd name="csX68" fmla="*/ 129151 w 882929"/>
                  <a:gd name="csY68" fmla="*/ 581124 h 683625"/>
                  <a:gd name="csX69" fmla="*/ 130177 w 882929"/>
                  <a:gd name="csY69" fmla="*/ 570876 h 683625"/>
                  <a:gd name="csX70" fmla="*/ 144529 w 882929"/>
                  <a:gd name="csY70" fmla="*/ 567797 h 683625"/>
                  <a:gd name="csX71" fmla="*/ 151712 w 882929"/>
                  <a:gd name="csY71" fmla="*/ 560628 h 683625"/>
                  <a:gd name="csX72" fmla="*/ 172221 w 882929"/>
                  <a:gd name="csY72" fmla="*/ 554478 h 683625"/>
                  <a:gd name="csX73" fmla="*/ 178371 w 882929"/>
                  <a:gd name="csY73" fmla="*/ 549354 h 683625"/>
                  <a:gd name="csX74" fmla="*/ 212213 w 882929"/>
                  <a:gd name="csY74" fmla="*/ 550380 h 683625"/>
                  <a:gd name="csX75" fmla="*/ 217344 w 882929"/>
                  <a:gd name="csY75" fmla="*/ 553452 h 683625"/>
                  <a:gd name="csX76" fmla="*/ 232722 w 882929"/>
                  <a:gd name="csY76" fmla="*/ 553452 h 683625"/>
                  <a:gd name="csX77" fmla="*/ 244003 w 882929"/>
                  <a:gd name="csY77" fmla="*/ 545250 h 683625"/>
                  <a:gd name="csX78" fmla="*/ 244003 w 882929"/>
                  <a:gd name="csY78" fmla="*/ 538081 h 683625"/>
                  <a:gd name="csX79" fmla="*/ 262459 w 882929"/>
                  <a:gd name="csY79" fmla="*/ 525781 h 683625"/>
                  <a:gd name="csX80" fmla="*/ 275792 w 882929"/>
                  <a:gd name="csY80" fmla="*/ 526807 h 683625"/>
                  <a:gd name="csX81" fmla="*/ 293223 w 882929"/>
                  <a:gd name="csY81" fmla="*/ 511428 h 683625"/>
                  <a:gd name="csX82" fmla="*/ 322967 w 882929"/>
                  <a:gd name="csY82" fmla="*/ 509383 h 683625"/>
                  <a:gd name="csX83" fmla="*/ 353731 w 882929"/>
                  <a:gd name="csY83" fmla="*/ 497083 h 683625"/>
                  <a:gd name="csX84" fmla="*/ 400899 w 882929"/>
                  <a:gd name="csY84" fmla="*/ 492985 h 683625"/>
                  <a:gd name="csX85" fmla="*/ 425513 w 882929"/>
                  <a:gd name="csY85" fmla="*/ 510409 h 683625"/>
                  <a:gd name="csX86" fmla="*/ 437819 w 882929"/>
                  <a:gd name="csY86" fmla="*/ 506311 h 683625"/>
                  <a:gd name="csX87" fmla="*/ 459355 w 882929"/>
                  <a:gd name="csY87" fmla="*/ 513487 h 683625"/>
                  <a:gd name="csX88" fmla="*/ 470635 w 882929"/>
                  <a:gd name="csY88" fmla="*/ 535009 h 683625"/>
                  <a:gd name="csX89" fmla="*/ 482935 w 882929"/>
                  <a:gd name="csY89" fmla="*/ 546283 h 683625"/>
                  <a:gd name="csX90" fmla="*/ 484987 w 882929"/>
                  <a:gd name="csY90" fmla="*/ 560628 h 683625"/>
                  <a:gd name="csX91" fmla="*/ 479864 w 882929"/>
                  <a:gd name="csY91" fmla="*/ 566778 h 683625"/>
                  <a:gd name="csX92" fmla="*/ 484987 w 882929"/>
                  <a:gd name="csY92" fmla="*/ 572928 h 683625"/>
                  <a:gd name="csX93" fmla="*/ 501399 w 882929"/>
                  <a:gd name="csY93" fmla="*/ 580104 h 683625"/>
                  <a:gd name="csX94" fmla="*/ 512679 w 882929"/>
                  <a:gd name="csY94" fmla="*/ 571909 h 683625"/>
                  <a:gd name="csX95" fmla="*/ 510627 w 882929"/>
                  <a:gd name="csY95" fmla="*/ 561654 h 683625"/>
                  <a:gd name="csX96" fmla="*/ 529084 w 882929"/>
                  <a:gd name="csY96" fmla="*/ 540133 h 683625"/>
                  <a:gd name="csX97" fmla="*/ 536260 w 882929"/>
                  <a:gd name="csY97" fmla="*/ 535009 h 683625"/>
                  <a:gd name="csX98" fmla="*/ 537286 w 882929"/>
                  <a:gd name="csY98" fmla="*/ 526807 h 683625"/>
                  <a:gd name="csX99" fmla="*/ 548567 w 882929"/>
                  <a:gd name="csY99" fmla="*/ 527833 h 683625"/>
                  <a:gd name="csX100" fmla="*/ 547548 w 882929"/>
                  <a:gd name="csY100" fmla="*/ 543211 h 683625"/>
                  <a:gd name="csX101" fmla="*/ 538312 w 882929"/>
                  <a:gd name="csY101" fmla="*/ 555504 h 683625"/>
                  <a:gd name="csX102" fmla="*/ 536260 w 882929"/>
                  <a:gd name="csY102" fmla="*/ 570883 h 683625"/>
                  <a:gd name="csX103" fmla="*/ 529084 w 882929"/>
                  <a:gd name="csY103" fmla="*/ 577033 h 683625"/>
                  <a:gd name="csX104" fmla="*/ 523953 w 882929"/>
                  <a:gd name="csY104" fmla="*/ 581130 h 683625"/>
                  <a:gd name="csX105" fmla="*/ 523953 w 882929"/>
                  <a:gd name="csY105" fmla="*/ 590352 h 683625"/>
                  <a:gd name="csX106" fmla="*/ 536260 w 882929"/>
                  <a:gd name="csY106" fmla="*/ 590352 h 683625"/>
                  <a:gd name="csX107" fmla="*/ 546515 w 882929"/>
                  <a:gd name="csY107" fmla="*/ 580104 h 683625"/>
                  <a:gd name="csX108" fmla="*/ 546515 w 882929"/>
                  <a:gd name="csY108" fmla="*/ 570883 h 683625"/>
                  <a:gd name="csX109" fmla="*/ 557802 w 882929"/>
                  <a:gd name="csY109" fmla="*/ 571909 h 683625"/>
                  <a:gd name="csX110" fmla="*/ 563952 w 882929"/>
                  <a:gd name="csY110" fmla="*/ 582157 h 683625"/>
                  <a:gd name="csX111" fmla="*/ 550619 w 882929"/>
                  <a:gd name="csY111" fmla="*/ 588306 h 683625"/>
                  <a:gd name="csX112" fmla="*/ 554717 w 882929"/>
                  <a:gd name="csY112" fmla="*/ 597528 h 683625"/>
                  <a:gd name="csX113" fmla="*/ 574207 w 882929"/>
                  <a:gd name="csY113" fmla="*/ 602652 h 683625"/>
                  <a:gd name="csX114" fmla="*/ 578304 w 882929"/>
                  <a:gd name="csY114" fmla="*/ 611880 h 683625"/>
                  <a:gd name="csX115" fmla="*/ 586513 w 882929"/>
                  <a:gd name="csY115" fmla="*/ 621102 h 683625"/>
                  <a:gd name="csX116" fmla="*/ 582409 w 882929"/>
                  <a:gd name="csY116" fmla="*/ 635454 h 683625"/>
                  <a:gd name="csX117" fmla="*/ 592663 w 882929"/>
                  <a:gd name="csY117" fmla="*/ 643649 h 683625"/>
                  <a:gd name="csX118" fmla="*/ 596761 w 882929"/>
                  <a:gd name="csY118" fmla="*/ 655949 h 683625"/>
                  <a:gd name="csX119" fmla="*/ 607016 w 882929"/>
                  <a:gd name="csY119" fmla="*/ 662099 h 683625"/>
                  <a:gd name="csX120" fmla="*/ 619322 w 882929"/>
                  <a:gd name="csY120" fmla="*/ 665178 h 683625"/>
                  <a:gd name="csX121" fmla="*/ 625479 w 882929"/>
                  <a:gd name="csY121" fmla="*/ 671328 h 683625"/>
                  <a:gd name="csX122" fmla="*/ 633682 w 882929"/>
                  <a:gd name="csY122" fmla="*/ 670302 h 683625"/>
                  <a:gd name="csX123" fmla="*/ 673674 w 882929"/>
                  <a:gd name="csY123" fmla="*/ 685673 h 683625"/>
                  <a:gd name="csX124" fmla="*/ 672647 w 882929"/>
                  <a:gd name="csY124" fmla="*/ 673373 h 683625"/>
                  <a:gd name="csX125" fmla="*/ 683928 w 882929"/>
                  <a:gd name="csY125" fmla="*/ 667230 h 683625"/>
                  <a:gd name="csX126" fmla="*/ 691111 w 882929"/>
                  <a:gd name="csY126" fmla="*/ 652878 h 683625"/>
                  <a:gd name="csX127" fmla="*/ 709568 w 882929"/>
                  <a:gd name="csY127" fmla="*/ 655949 h 683625"/>
                  <a:gd name="csX128" fmla="*/ 707516 w 882929"/>
                  <a:gd name="csY128" fmla="*/ 669276 h 683625"/>
                  <a:gd name="csX129" fmla="*/ 717770 w 882929"/>
                  <a:gd name="csY129" fmla="*/ 679523 h 683625"/>
                  <a:gd name="csX130" fmla="*/ 735201 w 882929"/>
                  <a:gd name="csY130" fmla="*/ 677478 h 683625"/>
                  <a:gd name="csX131" fmla="*/ 749560 w 882929"/>
                  <a:gd name="csY131" fmla="*/ 671328 h 683625"/>
                  <a:gd name="csX132" fmla="*/ 751612 w 882929"/>
                  <a:gd name="csY132" fmla="*/ 662106 h 683625"/>
                  <a:gd name="csX133" fmla="*/ 759814 w 882929"/>
                  <a:gd name="csY133" fmla="*/ 651852 h 683625"/>
                  <a:gd name="csX134" fmla="*/ 773147 w 882929"/>
                  <a:gd name="csY134" fmla="*/ 648780 h 683625"/>
                  <a:gd name="csX135" fmla="*/ 808009 w 882929"/>
                  <a:gd name="csY135" fmla="*/ 639552 h 683625"/>
                  <a:gd name="csX136" fmla="*/ 809035 w 882929"/>
                  <a:gd name="csY136" fmla="*/ 628278 h 683625"/>
                  <a:gd name="csX137" fmla="*/ 808009 w 882929"/>
                  <a:gd name="csY137" fmla="*/ 607783 h 683625"/>
                  <a:gd name="csX138" fmla="*/ 825446 w 882929"/>
                  <a:gd name="csY138" fmla="*/ 573961 h 683625"/>
                  <a:gd name="csX139" fmla="*/ 823394 w 882929"/>
                  <a:gd name="csY139" fmla="*/ 565759 h 683625"/>
                  <a:gd name="csX140" fmla="*/ 838779 w 882929"/>
                  <a:gd name="csY140" fmla="*/ 542185 h 683625"/>
                  <a:gd name="csX141" fmla="*/ 838779 w 882929"/>
                  <a:gd name="csY141" fmla="*/ 532964 h 683625"/>
                  <a:gd name="csX142" fmla="*/ 861340 w 882929"/>
                  <a:gd name="csY142" fmla="*/ 505292 h 683625"/>
                  <a:gd name="csX143" fmla="*/ 868516 w 882929"/>
                  <a:gd name="csY143" fmla="*/ 495044 h 683625"/>
                  <a:gd name="csX144" fmla="*/ 868516 w 882929"/>
                  <a:gd name="csY144" fmla="*/ 486842 h 683625"/>
                  <a:gd name="csX145" fmla="*/ 877745 w 882929"/>
                  <a:gd name="csY145" fmla="*/ 474542 h 683625"/>
                  <a:gd name="csX146" fmla="*/ 877745 w 882929"/>
                  <a:gd name="csY146" fmla="*/ 468392 h 683625"/>
                  <a:gd name="csX147" fmla="*/ 875693 w 882929"/>
                  <a:gd name="csY147" fmla="*/ 453021 h 683625"/>
                  <a:gd name="csX148" fmla="*/ 881849 w 882929"/>
                  <a:gd name="csY148" fmla="*/ 434571 h 683625"/>
                  <a:gd name="csX149" fmla="*/ 881849 w 882929"/>
                  <a:gd name="csY149" fmla="*/ 406899 h 683625"/>
                  <a:gd name="csX150" fmla="*/ 886973 w 882929"/>
                  <a:gd name="csY150" fmla="*/ 392547 h 683625"/>
                  <a:gd name="csX151" fmla="*/ 876726 w 882929"/>
                  <a:gd name="csY151" fmla="*/ 380247 h 683625"/>
                  <a:gd name="csX152" fmla="*/ 873647 w 882929"/>
                  <a:gd name="csY152" fmla="*/ 366921 h 683625"/>
                  <a:gd name="csX153" fmla="*/ 877745 w 882929"/>
                  <a:gd name="csY153" fmla="*/ 334126 h 683625"/>
                  <a:gd name="csX154" fmla="*/ 875699 w 882929"/>
                  <a:gd name="csY154" fmla="*/ 330028 h 683625"/>
                  <a:gd name="csX155" fmla="*/ 869543 w 882929"/>
                  <a:gd name="csY155" fmla="*/ 338230 h 683625"/>
                  <a:gd name="csX156" fmla="*/ 859288 w 882929"/>
                  <a:gd name="csY156" fmla="*/ 322852 h 683625"/>
                  <a:gd name="csX157" fmla="*/ 848007 w 882929"/>
                  <a:gd name="csY157" fmla="*/ 303376 h 683625"/>
                  <a:gd name="csX158" fmla="*/ 837753 w 882929"/>
                  <a:gd name="csY158" fmla="*/ 297233 h 683625"/>
                  <a:gd name="csX159" fmla="*/ 823401 w 882929"/>
                  <a:gd name="csY159" fmla="*/ 282880 h 683625"/>
                  <a:gd name="csX160" fmla="*/ 821348 w 882929"/>
                  <a:gd name="csY160" fmla="*/ 268528 h 683625"/>
                  <a:gd name="csX161" fmla="*/ 814172 w 882929"/>
                  <a:gd name="csY161" fmla="*/ 269554 h 683625"/>
                  <a:gd name="csX162" fmla="*/ 804937 w 882929"/>
                  <a:gd name="csY162" fmla="*/ 271606 h 683625"/>
                  <a:gd name="csX163" fmla="*/ 791611 w 882929"/>
                  <a:gd name="csY163" fmla="*/ 259307 h 683625"/>
                  <a:gd name="csX164" fmla="*/ 792637 w 882929"/>
                  <a:gd name="csY164" fmla="*/ 238804 h 683625"/>
                  <a:gd name="csX165" fmla="*/ 782382 w 882929"/>
                  <a:gd name="csY165" fmla="*/ 225485 h 683625"/>
                  <a:gd name="csX166" fmla="*/ 780330 w 882929"/>
                  <a:gd name="csY166" fmla="*/ 214211 h 683625"/>
                  <a:gd name="csX167" fmla="*/ 776226 w 882929"/>
                  <a:gd name="csY167" fmla="*/ 208061 h 683625"/>
                  <a:gd name="csX168" fmla="*/ 760847 w 882929"/>
                  <a:gd name="csY168" fmla="*/ 206009 h 683625"/>
                  <a:gd name="csX169" fmla="*/ 751619 w 882929"/>
                  <a:gd name="csY169" fmla="*/ 193709 h 683625"/>
                  <a:gd name="csX170" fmla="*/ 734181 w 882929"/>
                  <a:gd name="csY170" fmla="*/ 191657 h 683625"/>
                  <a:gd name="csX171" fmla="*/ 731110 w 882929"/>
                  <a:gd name="csY171" fmla="*/ 175259 h 683625"/>
                  <a:gd name="csX172" fmla="*/ 725979 w 882929"/>
                  <a:gd name="csY172" fmla="*/ 166038 h 683625"/>
                  <a:gd name="csX173" fmla="*/ 720855 w 882929"/>
                  <a:gd name="csY173" fmla="*/ 139385 h 683625"/>
                  <a:gd name="csX174" fmla="*/ 709575 w 882929"/>
                  <a:gd name="csY174" fmla="*/ 127085 h 683625"/>
                  <a:gd name="csX175" fmla="*/ 707522 w 882929"/>
                  <a:gd name="csY175" fmla="*/ 89166 h 683625"/>
                  <a:gd name="csX176" fmla="*/ 699320 w 882929"/>
                  <a:gd name="csY176" fmla="*/ 86095 h 683625"/>
                  <a:gd name="csX177" fmla="*/ 689066 w 882929"/>
                  <a:gd name="csY177" fmla="*/ 78919 h 683625"/>
                  <a:gd name="csX178" fmla="*/ 682909 w 882929"/>
                  <a:gd name="csY178" fmla="*/ 77892 h 683625"/>
                  <a:gd name="csX179" fmla="*/ 678811 w 882929"/>
                  <a:gd name="csY179" fmla="*/ 85069 h 683625"/>
                  <a:gd name="csX180" fmla="*/ 674713 w 882929"/>
                  <a:gd name="csY180" fmla="*/ 65592 h 683625"/>
                  <a:gd name="csX181" fmla="*/ 663426 w 882929"/>
                  <a:gd name="csY181" fmla="*/ 44071 h 683625"/>
                  <a:gd name="csX182" fmla="*/ 662400 w 882929"/>
                  <a:gd name="csY182" fmla="*/ 30745 h 683625"/>
                  <a:gd name="csX183" fmla="*/ 655224 w 882929"/>
                  <a:gd name="csY183" fmla="*/ 22543 h 683625"/>
                  <a:gd name="csX184" fmla="*/ 654197 w 882929"/>
                  <a:gd name="csY184" fmla="*/ 8197 h 683625"/>
                  <a:gd name="csX185" fmla="*/ 647021 w 882929"/>
                  <a:gd name="csY185" fmla="*/ 2047 h 683625"/>
                  <a:gd name="csX186" fmla="*/ 642924 w 882929"/>
                  <a:gd name="csY186" fmla="*/ 5119 h 683625"/>
                  <a:gd name="csX187" fmla="*/ 639845 w 882929"/>
                  <a:gd name="csY187" fmla="*/ 19471 h 683625"/>
                  <a:gd name="csX188" fmla="*/ 636767 w 882929"/>
                  <a:gd name="csY188" fmla="*/ 27666 h 683625"/>
                  <a:gd name="csX189" fmla="*/ 629591 w 882929"/>
                  <a:gd name="csY189" fmla="*/ 32790 h 683625"/>
                  <a:gd name="csX190" fmla="*/ 626512 w 882929"/>
                  <a:gd name="csY190" fmla="*/ 40993 h 683625"/>
                  <a:gd name="csX191" fmla="*/ 633688 w 882929"/>
                  <a:gd name="csY191" fmla="*/ 49195 h 683625"/>
                  <a:gd name="csX192" fmla="*/ 629591 w 882929"/>
                  <a:gd name="csY192" fmla="*/ 53292 h 683625"/>
                  <a:gd name="csX193" fmla="*/ 624460 w 882929"/>
                  <a:gd name="csY193" fmla="*/ 59442 h 683625"/>
                  <a:gd name="csX194" fmla="*/ 624460 w 882929"/>
                  <a:gd name="csY194" fmla="*/ 71742 h 683625"/>
                  <a:gd name="csX195" fmla="*/ 630610 w 882929"/>
                  <a:gd name="csY195" fmla="*/ 79938 h 683625"/>
                  <a:gd name="csX196" fmla="*/ 628565 w 882929"/>
                  <a:gd name="csY196" fmla="*/ 89166 h 683625"/>
                  <a:gd name="csX197" fmla="*/ 622408 w 882929"/>
                  <a:gd name="csY197" fmla="*/ 111714 h 683625"/>
                  <a:gd name="csX198" fmla="*/ 616258 w 882929"/>
                  <a:gd name="csY198" fmla="*/ 145535 h 683625"/>
                  <a:gd name="csX199" fmla="*/ 603951 w 882929"/>
                  <a:gd name="csY199" fmla="*/ 156809 h 683625"/>
                  <a:gd name="csX200" fmla="*/ 585494 w 882929"/>
                  <a:gd name="csY200" fmla="*/ 155783 h 683625"/>
                  <a:gd name="csX201" fmla="*/ 573187 w 882929"/>
                  <a:gd name="csY201" fmla="*/ 145535 h 683625"/>
                  <a:gd name="csX202" fmla="*/ 566004 w 882929"/>
                  <a:gd name="csY202" fmla="*/ 139385 h 683625"/>
                  <a:gd name="csX203" fmla="*/ 548574 w 882929"/>
                  <a:gd name="csY203" fmla="*/ 133235 h 683625"/>
                  <a:gd name="csX204" fmla="*/ 532169 w 882929"/>
                  <a:gd name="csY204" fmla="*/ 119909 h 683625"/>
                  <a:gd name="csX205" fmla="*/ 530117 w 882929"/>
                  <a:gd name="csY205" fmla="*/ 114785 h 683625"/>
                  <a:gd name="csX206" fmla="*/ 516784 w 882929"/>
                  <a:gd name="csY206" fmla="*/ 113759 h 683625"/>
                  <a:gd name="csX207" fmla="*/ 513706 w 882929"/>
                  <a:gd name="csY207" fmla="*/ 108635 h 683625"/>
                  <a:gd name="csX208" fmla="*/ 503451 w 882929"/>
                  <a:gd name="csY208" fmla="*/ 102485 h 683625"/>
                  <a:gd name="csX209" fmla="*/ 495249 w 882929"/>
                  <a:gd name="csY209" fmla="*/ 98388 h 683625"/>
                  <a:gd name="csX210" fmla="*/ 498327 w 882929"/>
                  <a:gd name="csY210" fmla="*/ 89159 h 683625"/>
                  <a:gd name="csX211" fmla="*/ 504477 w 882929"/>
                  <a:gd name="csY211" fmla="*/ 84036 h 683625"/>
                  <a:gd name="csX212" fmla="*/ 504477 w 882929"/>
                  <a:gd name="csY212" fmla="*/ 65592 h 683625"/>
                  <a:gd name="csX213" fmla="*/ 516784 w 882929"/>
                  <a:gd name="csY213" fmla="*/ 60462 h 683625"/>
                  <a:gd name="csX214" fmla="*/ 521915 w 882929"/>
                  <a:gd name="csY214" fmla="*/ 55338 h 683625"/>
                  <a:gd name="csX215" fmla="*/ 522941 w 882929"/>
                  <a:gd name="csY215" fmla="*/ 45090 h 683625"/>
                  <a:gd name="csX216" fmla="*/ 522941 w 882929"/>
                  <a:gd name="csY216" fmla="*/ 34843 h 683625"/>
                  <a:gd name="csX217" fmla="*/ 516784 w 882929"/>
                  <a:gd name="csY217" fmla="*/ 33816 h 683625"/>
                  <a:gd name="csX218" fmla="*/ 508582 w 882929"/>
                  <a:gd name="csY218" fmla="*/ 36888 h 683625"/>
                  <a:gd name="csX219" fmla="*/ 503458 w 882929"/>
                  <a:gd name="csY219" fmla="*/ 32790 h 683625"/>
                  <a:gd name="csX220" fmla="*/ 483968 w 882929"/>
                  <a:gd name="csY220" fmla="*/ 32790 h 683625"/>
                  <a:gd name="csX221" fmla="*/ 471668 w 882929"/>
                  <a:gd name="csY221" fmla="*/ 26640 h 683625"/>
                  <a:gd name="csX222" fmla="*/ 449107 w 882929"/>
                  <a:gd name="csY222" fmla="*/ 25614 h 683625"/>
                  <a:gd name="csX223" fmla="*/ 437826 w 882929"/>
                  <a:gd name="csY223" fmla="*/ 17419 h 683625"/>
                  <a:gd name="csX224" fmla="*/ 417317 w 882929"/>
                  <a:gd name="csY224" fmla="*/ 16393 h 683625"/>
                  <a:gd name="csX225" fmla="*/ 417317 w 882929"/>
                  <a:gd name="csY225" fmla="*/ 21516 h 683625"/>
                  <a:gd name="csX226" fmla="*/ 433722 w 882929"/>
                  <a:gd name="csY226" fmla="*/ 30738 h 683625"/>
                  <a:gd name="csX227" fmla="*/ 430650 w 882929"/>
                  <a:gd name="csY227" fmla="*/ 39966 h 683625"/>
                  <a:gd name="csX228" fmla="*/ 402958 w 882929"/>
                  <a:gd name="csY228" fmla="*/ 38940 h 683625"/>
                  <a:gd name="csX229" fmla="*/ 390651 w 882929"/>
                  <a:gd name="csY229" fmla="*/ 39966 h 683625"/>
                  <a:gd name="csX230" fmla="*/ 379371 w 882929"/>
                  <a:gd name="csY230" fmla="*/ 52266 h 683625"/>
                  <a:gd name="csX231" fmla="*/ 379371 w 882929"/>
                  <a:gd name="csY231" fmla="*/ 60462 h 683625"/>
                  <a:gd name="csX232" fmla="*/ 373221 w 882929"/>
                  <a:gd name="csY232" fmla="*/ 63540 h 683625"/>
                  <a:gd name="csX233" fmla="*/ 363992 w 882929"/>
                  <a:gd name="csY233" fmla="*/ 86088 h 683625"/>
                  <a:gd name="csX234" fmla="*/ 375273 w 882929"/>
                  <a:gd name="csY234" fmla="*/ 97362 h 683625"/>
                  <a:gd name="csX235" fmla="*/ 376292 w 882929"/>
                  <a:gd name="csY235" fmla="*/ 106583 h 683625"/>
                  <a:gd name="csX236" fmla="*/ 373221 w 882929"/>
                  <a:gd name="csY236" fmla="*/ 110681 h 683625"/>
                  <a:gd name="csX237" fmla="*/ 368090 w 882929"/>
                  <a:gd name="csY237" fmla="*/ 102485 h 683625"/>
                  <a:gd name="csX238" fmla="*/ 358862 w 882929"/>
                  <a:gd name="csY238" fmla="*/ 103512 h 683625"/>
                  <a:gd name="csX239" fmla="*/ 353731 w 882929"/>
                  <a:gd name="csY239" fmla="*/ 103512 h 683625"/>
                  <a:gd name="csX240" fmla="*/ 352712 w 882929"/>
                  <a:gd name="csY240" fmla="*/ 96335 h 683625"/>
                  <a:gd name="csX241" fmla="*/ 347581 w 882929"/>
                  <a:gd name="csY241" fmla="*/ 96335 h 683625"/>
                  <a:gd name="csX242" fmla="*/ 340405 w 882929"/>
                  <a:gd name="csY242" fmla="*/ 103512 h 683625"/>
                  <a:gd name="csX243" fmla="*/ 325020 w 882929"/>
                  <a:gd name="csY243" fmla="*/ 70709 h 683625"/>
                  <a:gd name="csX244" fmla="*/ 315791 w 882929"/>
                  <a:gd name="csY244" fmla="*/ 72762 h 683625"/>
                  <a:gd name="csX245" fmla="*/ 308615 w 882929"/>
                  <a:gd name="csY245" fmla="*/ 77886 h 6836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Lst>
                <a:rect l="l" t="t" r="r" b="b"/>
                <a:pathLst>
                  <a:path w="882929" h="683625">
                    <a:moveTo>
                      <a:pt x="308615" y="77886"/>
                    </a:moveTo>
                    <a:lnTo>
                      <a:pt x="300413" y="77886"/>
                    </a:lnTo>
                    <a:lnTo>
                      <a:pt x="292211" y="87107"/>
                    </a:lnTo>
                    <a:lnTo>
                      <a:pt x="284001" y="85062"/>
                    </a:lnTo>
                    <a:lnTo>
                      <a:pt x="272721" y="94283"/>
                    </a:lnTo>
                    <a:lnTo>
                      <a:pt x="272721" y="105557"/>
                    </a:lnTo>
                    <a:lnTo>
                      <a:pt x="259395" y="106583"/>
                    </a:lnTo>
                    <a:lnTo>
                      <a:pt x="255290" y="131183"/>
                    </a:lnTo>
                    <a:lnTo>
                      <a:pt x="247088" y="131183"/>
                    </a:lnTo>
                    <a:lnTo>
                      <a:pt x="239912" y="132202"/>
                    </a:lnTo>
                    <a:lnTo>
                      <a:pt x="237859" y="136307"/>
                    </a:lnTo>
                    <a:lnTo>
                      <a:pt x="242983" y="142457"/>
                    </a:lnTo>
                    <a:lnTo>
                      <a:pt x="231703" y="143483"/>
                    </a:lnTo>
                    <a:lnTo>
                      <a:pt x="219396" y="131183"/>
                    </a:lnTo>
                    <a:lnTo>
                      <a:pt x="212220" y="140405"/>
                    </a:lnTo>
                    <a:lnTo>
                      <a:pt x="207089" y="154757"/>
                    </a:lnTo>
                    <a:lnTo>
                      <a:pt x="204017" y="166031"/>
                    </a:lnTo>
                    <a:lnTo>
                      <a:pt x="211194" y="170128"/>
                    </a:lnTo>
                    <a:lnTo>
                      <a:pt x="197861" y="186526"/>
                    </a:lnTo>
                    <a:lnTo>
                      <a:pt x="192737" y="192676"/>
                    </a:lnTo>
                    <a:lnTo>
                      <a:pt x="172228" y="206002"/>
                    </a:lnTo>
                    <a:lnTo>
                      <a:pt x="166071" y="210100"/>
                    </a:lnTo>
                    <a:lnTo>
                      <a:pt x="143510" y="211126"/>
                    </a:lnTo>
                    <a:lnTo>
                      <a:pt x="137360" y="218295"/>
                    </a:lnTo>
                    <a:lnTo>
                      <a:pt x="124027" y="220348"/>
                    </a:lnTo>
                    <a:lnTo>
                      <a:pt x="111727" y="231621"/>
                    </a:lnTo>
                    <a:lnTo>
                      <a:pt x="101465" y="232647"/>
                    </a:lnTo>
                    <a:lnTo>
                      <a:pt x="95315" y="227524"/>
                    </a:lnTo>
                    <a:lnTo>
                      <a:pt x="85061" y="229569"/>
                    </a:lnTo>
                    <a:lnTo>
                      <a:pt x="67630" y="245967"/>
                    </a:lnTo>
                    <a:lnTo>
                      <a:pt x="63526" y="248019"/>
                    </a:lnTo>
                    <a:lnTo>
                      <a:pt x="50193" y="253143"/>
                    </a:lnTo>
                    <a:lnTo>
                      <a:pt x="39938" y="266469"/>
                    </a:lnTo>
                    <a:lnTo>
                      <a:pt x="36860" y="259293"/>
                    </a:lnTo>
                    <a:lnTo>
                      <a:pt x="32762" y="256221"/>
                    </a:lnTo>
                    <a:lnTo>
                      <a:pt x="29684" y="261345"/>
                    </a:lnTo>
                    <a:lnTo>
                      <a:pt x="19429" y="310538"/>
                    </a:lnTo>
                    <a:lnTo>
                      <a:pt x="24553" y="326936"/>
                    </a:lnTo>
                    <a:lnTo>
                      <a:pt x="34807" y="352562"/>
                    </a:lnTo>
                    <a:lnTo>
                      <a:pt x="33788" y="360764"/>
                    </a:lnTo>
                    <a:lnTo>
                      <a:pt x="30710" y="361790"/>
                    </a:lnTo>
                    <a:lnTo>
                      <a:pt x="23534" y="349490"/>
                    </a:lnTo>
                    <a:lnTo>
                      <a:pt x="19429" y="349490"/>
                    </a:lnTo>
                    <a:lnTo>
                      <a:pt x="21481" y="355640"/>
                    </a:lnTo>
                    <a:lnTo>
                      <a:pt x="27631" y="367940"/>
                    </a:lnTo>
                    <a:lnTo>
                      <a:pt x="23527" y="371012"/>
                    </a:lnTo>
                    <a:lnTo>
                      <a:pt x="8148" y="346412"/>
                    </a:lnTo>
                    <a:lnTo>
                      <a:pt x="4044" y="345386"/>
                    </a:lnTo>
                    <a:lnTo>
                      <a:pt x="4044" y="349490"/>
                    </a:lnTo>
                    <a:lnTo>
                      <a:pt x="23527" y="380233"/>
                    </a:lnTo>
                    <a:lnTo>
                      <a:pt x="25579" y="389462"/>
                    </a:lnTo>
                    <a:lnTo>
                      <a:pt x="32762" y="400736"/>
                    </a:lnTo>
                    <a:lnTo>
                      <a:pt x="33788" y="407912"/>
                    </a:lnTo>
                    <a:lnTo>
                      <a:pt x="47114" y="424309"/>
                    </a:lnTo>
                    <a:lnTo>
                      <a:pt x="48140" y="431485"/>
                    </a:lnTo>
                    <a:lnTo>
                      <a:pt x="49167" y="467352"/>
                    </a:lnTo>
                    <a:lnTo>
                      <a:pt x="59421" y="480678"/>
                    </a:lnTo>
                    <a:lnTo>
                      <a:pt x="62493" y="491952"/>
                    </a:lnTo>
                    <a:lnTo>
                      <a:pt x="67623" y="510402"/>
                    </a:lnTo>
                    <a:lnTo>
                      <a:pt x="63519" y="518604"/>
                    </a:lnTo>
                    <a:lnTo>
                      <a:pt x="60447" y="543204"/>
                    </a:lnTo>
                    <a:lnTo>
                      <a:pt x="52238" y="545250"/>
                    </a:lnTo>
                    <a:lnTo>
                      <a:pt x="49167" y="555497"/>
                    </a:lnTo>
                    <a:lnTo>
                      <a:pt x="53264" y="566771"/>
                    </a:lnTo>
                    <a:lnTo>
                      <a:pt x="72747" y="571902"/>
                    </a:lnTo>
                    <a:lnTo>
                      <a:pt x="80949" y="581124"/>
                    </a:lnTo>
                    <a:lnTo>
                      <a:pt x="101465" y="584202"/>
                    </a:lnTo>
                    <a:lnTo>
                      <a:pt x="125046" y="584202"/>
                    </a:lnTo>
                    <a:lnTo>
                      <a:pt x="129151" y="581124"/>
                    </a:lnTo>
                    <a:lnTo>
                      <a:pt x="130177" y="570876"/>
                    </a:lnTo>
                    <a:lnTo>
                      <a:pt x="144529" y="567797"/>
                    </a:lnTo>
                    <a:lnTo>
                      <a:pt x="151712" y="560628"/>
                    </a:lnTo>
                    <a:lnTo>
                      <a:pt x="172221" y="554478"/>
                    </a:lnTo>
                    <a:lnTo>
                      <a:pt x="178371" y="549354"/>
                    </a:lnTo>
                    <a:lnTo>
                      <a:pt x="212213" y="550380"/>
                    </a:lnTo>
                    <a:lnTo>
                      <a:pt x="217344" y="553452"/>
                    </a:lnTo>
                    <a:lnTo>
                      <a:pt x="232722" y="553452"/>
                    </a:lnTo>
                    <a:lnTo>
                      <a:pt x="244003" y="545250"/>
                    </a:lnTo>
                    <a:lnTo>
                      <a:pt x="244003" y="538081"/>
                    </a:lnTo>
                    <a:lnTo>
                      <a:pt x="262459" y="525781"/>
                    </a:lnTo>
                    <a:lnTo>
                      <a:pt x="275792" y="526807"/>
                    </a:lnTo>
                    <a:lnTo>
                      <a:pt x="293223" y="511428"/>
                    </a:lnTo>
                    <a:lnTo>
                      <a:pt x="322967" y="509383"/>
                    </a:lnTo>
                    <a:lnTo>
                      <a:pt x="353731" y="497083"/>
                    </a:lnTo>
                    <a:lnTo>
                      <a:pt x="400899" y="492985"/>
                    </a:lnTo>
                    <a:lnTo>
                      <a:pt x="425513" y="510409"/>
                    </a:lnTo>
                    <a:lnTo>
                      <a:pt x="437819" y="506311"/>
                    </a:lnTo>
                    <a:lnTo>
                      <a:pt x="459355" y="513487"/>
                    </a:lnTo>
                    <a:lnTo>
                      <a:pt x="470635" y="535009"/>
                    </a:lnTo>
                    <a:lnTo>
                      <a:pt x="482935" y="546283"/>
                    </a:lnTo>
                    <a:lnTo>
                      <a:pt x="484987" y="560628"/>
                    </a:lnTo>
                    <a:lnTo>
                      <a:pt x="479864" y="566778"/>
                    </a:lnTo>
                    <a:lnTo>
                      <a:pt x="484987" y="572928"/>
                    </a:lnTo>
                    <a:lnTo>
                      <a:pt x="501399" y="580104"/>
                    </a:lnTo>
                    <a:lnTo>
                      <a:pt x="512679" y="571909"/>
                    </a:lnTo>
                    <a:lnTo>
                      <a:pt x="510627" y="561654"/>
                    </a:lnTo>
                    <a:lnTo>
                      <a:pt x="529084" y="540133"/>
                    </a:lnTo>
                    <a:lnTo>
                      <a:pt x="536260" y="535009"/>
                    </a:lnTo>
                    <a:lnTo>
                      <a:pt x="537286" y="526807"/>
                    </a:lnTo>
                    <a:lnTo>
                      <a:pt x="548567" y="527833"/>
                    </a:lnTo>
                    <a:lnTo>
                      <a:pt x="547548" y="543211"/>
                    </a:lnTo>
                    <a:lnTo>
                      <a:pt x="538312" y="555504"/>
                    </a:lnTo>
                    <a:lnTo>
                      <a:pt x="536260" y="570883"/>
                    </a:lnTo>
                    <a:lnTo>
                      <a:pt x="529084" y="577033"/>
                    </a:lnTo>
                    <a:lnTo>
                      <a:pt x="523953" y="581130"/>
                    </a:lnTo>
                    <a:lnTo>
                      <a:pt x="523953" y="590352"/>
                    </a:lnTo>
                    <a:lnTo>
                      <a:pt x="536260" y="590352"/>
                    </a:lnTo>
                    <a:lnTo>
                      <a:pt x="546515" y="580104"/>
                    </a:lnTo>
                    <a:lnTo>
                      <a:pt x="546515" y="570883"/>
                    </a:lnTo>
                    <a:lnTo>
                      <a:pt x="557802" y="571909"/>
                    </a:lnTo>
                    <a:lnTo>
                      <a:pt x="563952" y="582157"/>
                    </a:lnTo>
                    <a:lnTo>
                      <a:pt x="550619" y="588306"/>
                    </a:lnTo>
                    <a:lnTo>
                      <a:pt x="554717" y="597528"/>
                    </a:lnTo>
                    <a:lnTo>
                      <a:pt x="574207" y="602652"/>
                    </a:lnTo>
                    <a:lnTo>
                      <a:pt x="578304" y="611880"/>
                    </a:lnTo>
                    <a:lnTo>
                      <a:pt x="586513" y="621102"/>
                    </a:lnTo>
                    <a:lnTo>
                      <a:pt x="582409" y="635454"/>
                    </a:lnTo>
                    <a:lnTo>
                      <a:pt x="592663" y="643649"/>
                    </a:lnTo>
                    <a:lnTo>
                      <a:pt x="596761" y="655949"/>
                    </a:lnTo>
                    <a:lnTo>
                      <a:pt x="607016" y="662099"/>
                    </a:lnTo>
                    <a:lnTo>
                      <a:pt x="619322" y="665178"/>
                    </a:lnTo>
                    <a:lnTo>
                      <a:pt x="625479" y="671328"/>
                    </a:lnTo>
                    <a:cubicBezTo>
                      <a:pt x="625479" y="671328"/>
                      <a:pt x="630603" y="669276"/>
                      <a:pt x="633682" y="670302"/>
                    </a:cubicBezTo>
                    <a:cubicBezTo>
                      <a:pt x="636760" y="671328"/>
                      <a:pt x="673674" y="685673"/>
                      <a:pt x="673674" y="685673"/>
                    </a:cubicBezTo>
                    <a:lnTo>
                      <a:pt x="672647" y="673373"/>
                    </a:lnTo>
                    <a:lnTo>
                      <a:pt x="683928" y="667230"/>
                    </a:lnTo>
                    <a:lnTo>
                      <a:pt x="691111" y="652878"/>
                    </a:lnTo>
                    <a:lnTo>
                      <a:pt x="709568" y="655949"/>
                    </a:lnTo>
                    <a:lnTo>
                      <a:pt x="707516" y="669276"/>
                    </a:lnTo>
                    <a:lnTo>
                      <a:pt x="717770" y="679523"/>
                    </a:lnTo>
                    <a:lnTo>
                      <a:pt x="735201" y="677478"/>
                    </a:lnTo>
                    <a:lnTo>
                      <a:pt x="749560" y="671328"/>
                    </a:lnTo>
                    <a:lnTo>
                      <a:pt x="751612" y="662106"/>
                    </a:lnTo>
                    <a:lnTo>
                      <a:pt x="759814" y="651852"/>
                    </a:lnTo>
                    <a:lnTo>
                      <a:pt x="773147" y="648780"/>
                    </a:lnTo>
                    <a:lnTo>
                      <a:pt x="808009" y="639552"/>
                    </a:lnTo>
                    <a:lnTo>
                      <a:pt x="809035" y="628278"/>
                    </a:lnTo>
                    <a:lnTo>
                      <a:pt x="808009" y="607783"/>
                    </a:lnTo>
                    <a:lnTo>
                      <a:pt x="825446" y="573961"/>
                    </a:lnTo>
                    <a:lnTo>
                      <a:pt x="823394" y="565759"/>
                    </a:lnTo>
                    <a:lnTo>
                      <a:pt x="838779" y="542185"/>
                    </a:lnTo>
                    <a:lnTo>
                      <a:pt x="838779" y="532964"/>
                    </a:lnTo>
                    <a:lnTo>
                      <a:pt x="861340" y="505292"/>
                    </a:lnTo>
                    <a:lnTo>
                      <a:pt x="868516" y="495044"/>
                    </a:lnTo>
                    <a:lnTo>
                      <a:pt x="868516" y="486842"/>
                    </a:lnTo>
                    <a:lnTo>
                      <a:pt x="877745" y="474542"/>
                    </a:lnTo>
                    <a:lnTo>
                      <a:pt x="877745" y="468392"/>
                    </a:lnTo>
                    <a:lnTo>
                      <a:pt x="875693" y="453021"/>
                    </a:lnTo>
                    <a:lnTo>
                      <a:pt x="881849" y="434571"/>
                    </a:lnTo>
                    <a:lnTo>
                      <a:pt x="881849" y="406899"/>
                    </a:lnTo>
                    <a:lnTo>
                      <a:pt x="886973" y="392547"/>
                    </a:lnTo>
                    <a:lnTo>
                      <a:pt x="876726" y="380247"/>
                    </a:lnTo>
                    <a:lnTo>
                      <a:pt x="873647" y="366921"/>
                    </a:lnTo>
                    <a:lnTo>
                      <a:pt x="877745" y="334126"/>
                    </a:lnTo>
                    <a:lnTo>
                      <a:pt x="875699" y="330028"/>
                    </a:lnTo>
                    <a:lnTo>
                      <a:pt x="869543" y="338230"/>
                    </a:lnTo>
                    <a:lnTo>
                      <a:pt x="859288" y="322852"/>
                    </a:lnTo>
                    <a:lnTo>
                      <a:pt x="848007" y="303376"/>
                    </a:lnTo>
                    <a:lnTo>
                      <a:pt x="837753" y="297233"/>
                    </a:lnTo>
                    <a:lnTo>
                      <a:pt x="823401" y="282880"/>
                    </a:lnTo>
                    <a:lnTo>
                      <a:pt x="821348" y="268528"/>
                    </a:lnTo>
                    <a:lnTo>
                      <a:pt x="814172" y="269554"/>
                    </a:lnTo>
                    <a:lnTo>
                      <a:pt x="804937" y="271606"/>
                    </a:lnTo>
                    <a:lnTo>
                      <a:pt x="791611" y="259307"/>
                    </a:lnTo>
                    <a:lnTo>
                      <a:pt x="792637" y="238804"/>
                    </a:lnTo>
                    <a:lnTo>
                      <a:pt x="782382" y="225485"/>
                    </a:lnTo>
                    <a:lnTo>
                      <a:pt x="780330" y="214211"/>
                    </a:lnTo>
                    <a:lnTo>
                      <a:pt x="776226" y="208061"/>
                    </a:lnTo>
                    <a:lnTo>
                      <a:pt x="760847" y="206009"/>
                    </a:lnTo>
                    <a:lnTo>
                      <a:pt x="751619" y="193709"/>
                    </a:lnTo>
                    <a:lnTo>
                      <a:pt x="734181" y="191657"/>
                    </a:lnTo>
                    <a:lnTo>
                      <a:pt x="731110" y="175259"/>
                    </a:lnTo>
                    <a:lnTo>
                      <a:pt x="725979" y="166038"/>
                    </a:lnTo>
                    <a:lnTo>
                      <a:pt x="720855" y="139385"/>
                    </a:lnTo>
                    <a:lnTo>
                      <a:pt x="709575" y="127085"/>
                    </a:lnTo>
                    <a:lnTo>
                      <a:pt x="707522" y="89166"/>
                    </a:lnTo>
                    <a:lnTo>
                      <a:pt x="699320" y="86095"/>
                    </a:lnTo>
                    <a:lnTo>
                      <a:pt x="689066" y="78919"/>
                    </a:lnTo>
                    <a:lnTo>
                      <a:pt x="682909" y="77892"/>
                    </a:lnTo>
                    <a:lnTo>
                      <a:pt x="678811" y="85069"/>
                    </a:lnTo>
                    <a:lnTo>
                      <a:pt x="674713" y="65592"/>
                    </a:lnTo>
                    <a:lnTo>
                      <a:pt x="663426" y="44071"/>
                    </a:lnTo>
                    <a:lnTo>
                      <a:pt x="662400" y="30745"/>
                    </a:lnTo>
                    <a:lnTo>
                      <a:pt x="655224" y="22543"/>
                    </a:lnTo>
                    <a:lnTo>
                      <a:pt x="654197" y="8197"/>
                    </a:lnTo>
                    <a:lnTo>
                      <a:pt x="647021" y="2047"/>
                    </a:lnTo>
                    <a:lnTo>
                      <a:pt x="642924" y="5119"/>
                    </a:lnTo>
                    <a:lnTo>
                      <a:pt x="639845" y="19471"/>
                    </a:lnTo>
                    <a:lnTo>
                      <a:pt x="636767" y="27666"/>
                    </a:lnTo>
                    <a:lnTo>
                      <a:pt x="629591" y="32790"/>
                    </a:lnTo>
                    <a:lnTo>
                      <a:pt x="626512" y="40993"/>
                    </a:lnTo>
                    <a:lnTo>
                      <a:pt x="633688" y="49195"/>
                    </a:lnTo>
                    <a:lnTo>
                      <a:pt x="629591" y="53292"/>
                    </a:lnTo>
                    <a:lnTo>
                      <a:pt x="624460" y="59442"/>
                    </a:lnTo>
                    <a:lnTo>
                      <a:pt x="624460" y="71742"/>
                    </a:lnTo>
                    <a:lnTo>
                      <a:pt x="630610" y="79938"/>
                    </a:lnTo>
                    <a:lnTo>
                      <a:pt x="628565" y="89166"/>
                    </a:lnTo>
                    <a:lnTo>
                      <a:pt x="622408" y="111714"/>
                    </a:lnTo>
                    <a:lnTo>
                      <a:pt x="616258" y="145535"/>
                    </a:lnTo>
                    <a:lnTo>
                      <a:pt x="603951" y="156809"/>
                    </a:lnTo>
                    <a:lnTo>
                      <a:pt x="585494" y="155783"/>
                    </a:lnTo>
                    <a:lnTo>
                      <a:pt x="573187" y="145535"/>
                    </a:lnTo>
                    <a:lnTo>
                      <a:pt x="566004" y="139385"/>
                    </a:lnTo>
                    <a:lnTo>
                      <a:pt x="548574" y="133235"/>
                    </a:lnTo>
                    <a:lnTo>
                      <a:pt x="532169" y="119909"/>
                    </a:lnTo>
                    <a:lnTo>
                      <a:pt x="530117" y="114785"/>
                    </a:lnTo>
                    <a:lnTo>
                      <a:pt x="516784" y="113759"/>
                    </a:lnTo>
                    <a:lnTo>
                      <a:pt x="513706" y="108635"/>
                    </a:lnTo>
                    <a:lnTo>
                      <a:pt x="503451" y="102485"/>
                    </a:lnTo>
                    <a:lnTo>
                      <a:pt x="495249" y="98388"/>
                    </a:lnTo>
                    <a:lnTo>
                      <a:pt x="498327" y="89159"/>
                    </a:lnTo>
                    <a:lnTo>
                      <a:pt x="504477" y="84036"/>
                    </a:lnTo>
                    <a:lnTo>
                      <a:pt x="504477" y="65592"/>
                    </a:lnTo>
                    <a:lnTo>
                      <a:pt x="516784" y="60462"/>
                    </a:lnTo>
                    <a:lnTo>
                      <a:pt x="521915" y="55338"/>
                    </a:lnTo>
                    <a:lnTo>
                      <a:pt x="522941" y="45090"/>
                    </a:lnTo>
                    <a:lnTo>
                      <a:pt x="522941" y="34843"/>
                    </a:lnTo>
                    <a:lnTo>
                      <a:pt x="516784" y="33816"/>
                    </a:lnTo>
                    <a:lnTo>
                      <a:pt x="508582" y="36888"/>
                    </a:lnTo>
                    <a:lnTo>
                      <a:pt x="503458" y="32790"/>
                    </a:lnTo>
                    <a:lnTo>
                      <a:pt x="483968" y="32790"/>
                    </a:lnTo>
                    <a:lnTo>
                      <a:pt x="471668" y="26640"/>
                    </a:lnTo>
                    <a:lnTo>
                      <a:pt x="449107" y="25614"/>
                    </a:lnTo>
                    <a:lnTo>
                      <a:pt x="437826" y="17419"/>
                    </a:lnTo>
                    <a:lnTo>
                      <a:pt x="417317" y="16393"/>
                    </a:lnTo>
                    <a:lnTo>
                      <a:pt x="417317" y="21516"/>
                    </a:lnTo>
                    <a:lnTo>
                      <a:pt x="433722" y="30738"/>
                    </a:lnTo>
                    <a:lnTo>
                      <a:pt x="430650" y="39966"/>
                    </a:lnTo>
                    <a:lnTo>
                      <a:pt x="402958" y="38940"/>
                    </a:lnTo>
                    <a:lnTo>
                      <a:pt x="390651" y="39966"/>
                    </a:lnTo>
                    <a:lnTo>
                      <a:pt x="379371" y="52266"/>
                    </a:lnTo>
                    <a:lnTo>
                      <a:pt x="379371" y="60462"/>
                    </a:lnTo>
                    <a:lnTo>
                      <a:pt x="373221" y="63540"/>
                    </a:lnTo>
                    <a:lnTo>
                      <a:pt x="363992" y="86088"/>
                    </a:lnTo>
                    <a:lnTo>
                      <a:pt x="375273" y="97362"/>
                    </a:lnTo>
                    <a:lnTo>
                      <a:pt x="376292" y="106583"/>
                    </a:lnTo>
                    <a:lnTo>
                      <a:pt x="373221" y="110681"/>
                    </a:lnTo>
                    <a:lnTo>
                      <a:pt x="368090" y="102485"/>
                    </a:lnTo>
                    <a:lnTo>
                      <a:pt x="358862" y="103512"/>
                    </a:lnTo>
                    <a:lnTo>
                      <a:pt x="353731" y="103512"/>
                    </a:lnTo>
                    <a:lnTo>
                      <a:pt x="352712" y="96335"/>
                    </a:lnTo>
                    <a:lnTo>
                      <a:pt x="347581" y="96335"/>
                    </a:lnTo>
                    <a:lnTo>
                      <a:pt x="340405" y="103512"/>
                    </a:lnTo>
                    <a:lnTo>
                      <a:pt x="325020" y="70709"/>
                    </a:lnTo>
                    <a:lnTo>
                      <a:pt x="315791" y="72762"/>
                    </a:lnTo>
                    <a:lnTo>
                      <a:pt x="308615" y="778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1" name="Forme libre : forme 1039">
                <a:extLst>
                  <a:ext uri="{FF2B5EF4-FFF2-40B4-BE49-F238E27FC236}">
                    <a16:creationId xmlns:a16="http://schemas.microsoft.com/office/drawing/2014/main" id="{ABEEE620-768B-97BB-73A2-BF9BAA073AB3}"/>
                  </a:ext>
                </a:extLst>
              </p:cNvPr>
              <p:cNvSpPr/>
              <p:nvPr/>
            </p:nvSpPr>
            <p:spPr>
              <a:xfrm>
                <a:off x="8712396" y="5557107"/>
                <a:ext cx="6156" cy="10760"/>
              </a:xfrm>
              <a:custGeom>
                <a:avLst/>
                <a:gdLst>
                  <a:gd name="csX0" fmla="*/ 4204 w 6156"/>
                  <a:gd name="csY0" fmla="*/ 7614 h 10760"/>
                  <a:gd name="csX1" fmla="*/ 6510 w 6156"/>
                  <a:gd name="csY1" fmla="*/ 12991 h 10760"/>
                  <a:gd name="csX2" fmla="*/ 10361 w 6156"/>
                  <a:gd name="csY2" fmla="*/ 6847 h 10760"/>
                  <a:gd name="csX3" fmla="*/ 6510 w 6156"/>
                  <a:gd name="csY3" fmla="*/ 2230 h 10760"/>
                  <a:gd name="csX4" fmla="*/ 4204 w 6156"/>
                  <a:gd name="csY4" fmla="*/ 3769 h 10760"/>
                  <a:gd name="csX5" fmla="*/ 4204 w 6156"/>
                  <a:gd name="csY5" fmla="*/ 7614 h 10760"/>
                </a:gdLst>
                <a:ahLst/>
                <a:cxnLst>
                  <a:cxn ang="0">
                    <a:pos x="csX0" y="csY0"/>
                  </a:cxn>
                  <a:cxn ang="0">
                    <a:pos x="csX1" y="csY1"/>
                  </a:cxn>
                  <a:cxn ang="0">
                    <a:pos x="csX2" y="csY2"/>
                  </a:cxn>
                  <a:cxn ang="0">
                    <a:pos x="csX3" y="csY3"/>
                  </a:cxn>
                  <a:cxn ang="0">
                    <a:pos x="csX4" y="csY4"/>
                  </a:cxn>
                  <a:cxn ang="0">
                    <a:pos x="csX5" y="csY5"/>
                  </a:cxn>
                </a:cxnLst>
                <a:rect l="l" t="t" r="r" b="b"/>
                <a:pathLst>
                  <a:path w="6156" h="10760">
                    <a:moveTo>
                      <a:pt x="4204" y="7614"/>
                    </a:moveTo>
                    <a:lnTo>
                      <a:pt x="6510" y="12991"/>
                    </a:lnTo>
                    <a:lnTo>
                      <a:pt x="10361" y="6847"/>
                    </a:lnTo>
                    <a:lnTo>
                      <a:pt x="6510" y="2230"/>
                    </a:lnTo>
                    <a:lnTo>
                      <a:pt x="4204" y="3769"/>
                    </a:lnTo>
                    <a:lnTo>
                      <a:pt x="4204" y="76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2" name="Forme libre : forme 1040">
                <a:extLst>
                  <a:ext uri="{FF2B5EF4-FFF2-40B4-BE49-F238E27FC236}">
                    <a16:creationId xmlns:a16="http://schemas.microsoft.com/office/drawing/2014/main" id="{D8EDFD03-2FA9-1CA5-40FD-5A54AE698D9F}"/>
                  </a:ext>
                </a:extLst>
              </p:cNvPr>
              <p:cNvSpPr/>
              <p:nvPr/>
            </p:nvSpPr>
            <p:spPr>
              <a:xfrm>
                <a:off x="8801588" y="5558646"/>
                <a:ext cx="10001" cy="13072"/>
              </a:xfrm>
              <a:custGeom>
                <a:avLst/>
                <a:gdLst>
                  <a:gd name="csX0" fmla="*/ 14263 w 10001"/>
                  <a:gd name="csY0" fmla="*/ 13764 h 13072"/>
                  <a:gd name="csX1" fmla="*/ 11184 w 10001"/>
                  <a:gd name="csY1" fmla="*/ 3004 h 13072"/>
                  <a:gd name="csX2" fmla="*/ 6573 w 10001"/>
                  <a:gd name="csY2" fmla="*/ 2231 h 13072"/>
                  <a:gd name="csX3" fmla="*/ 4261 w 10001"/>
                  <a:gd name="csY3" fmla="*/ 7614 h 13072"/>
                  <a:gd name="csX4" fmla="*/ 4261 w 10001"/>
                  <a:gd name="csY4" fmla="*/ 9920 h 13072"/>
                  <a:gd name="csX5" fmla="*/ 8106 w 10001"/>
                  <a:gd name="csY5" fmla="*/ 15304 h 13072"/>
                  <a:gd name="csX6" fmla="*/ 14263 w 10001"/>
                  <a:gd name="csY6" fmla="*/ 13764 h 130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13072">
                    <a:moveTo>
                      <a:pt x="14263" y="13764"/>
                    </a:moveTo>
                    <a:lnTo>
                      <a:pt x="11184" y="3004"/>
                    </a:lnTo>
                    <a:lnTo>
                      <a:pt x="6573" y="2231"/>
                    </a:lnTo>
                    <a:lnTo>
                      <a:pt x="4261" y="7614"/>
                    </a:lnTo>
                    <a:lnTo>
                      <a:pt x="4261" y="9920"/>
                    </a:lnTo>
                    <a:lnTo>
                      <a:pt x="8106" y="15304"/>
                    </a:lnTo>
                    <a:lnTo>
                      <a:pt x="14263" y="13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3" name="Forme libre : forme 1041">
                <a:extLst>
                  <a:ext uri="{FF2B5EF4-FFF2-40B4-BE49-F238E27FC236}">
                    <a16:creationId xmlns:a16="http://schemas.microsoft.com/office/drawing/2014/main" id="{CA4F5A5A-99FA-BDB8-A71E-43F8D8469433}"/>
                  </a:ext>
                </a:extLst>
              </p:cNvPr>
              <p:cNvSpPr/>
              <p:nvPr/>
            </p:nvSpPr>
            <p:spPr>
              <a:xfrm>
                <a:off x="8727774" y="5585551"/>
                <a:ext cx="84601" cy="84560"/>
              </a:xfrm>
              <a:custGeom>
                <a:avLst/>
                <a:gdLst>
                  <a:gd name="csX0" fmla="*/ 61923 w 84601"/>
                  <a:gd name="csY0" fmla="*/ 14574 h 84560"/>
                  <a:gd name="csX1" fmla="*/ 49616 w 84601"/>
                  <a:gd name="csY1" fmla="*/ 18419 h 84560"/>
                  <a:gd name="csX2" fmla="*/ 31159 w 84601"/>
                  <a:gd name="csY2" fmla="*/ 11496 h 84560"/>
                  <a:gd name="csX3" fmla="*/ 15781 w 84601"/>
                  <a:gd name="csY3" fmla="*/ 3040 h 84560"/>
                  <a:gd name="csX4" fmla="*/ 8858 w 84601"/>
                  <a:gd name="csY4" fmla="*/ 2274 h 84560"/>
                  <a:gd name="csX5" fmla="*/ 4240 w 84601"/>
                  <a:gd name="csY5" fmla="*/ 8424 h 84560"/>
                  <a:gd name="csX6" fmla="*/ 9624 w 84601"/>
                  <a:gd name="csY6" fmla="*/ 22256 h 84560"/>
                  <a:gd name="csX7" fmla="*/ 17313 w 84601"/>
                  <a:gd name="csY7" fmla="*/ 30718 h 84560"/>
                  <a:gd name="csX8" fmla="*/ 18853 w 84601"/>
                  <a:gd name="csY8" fmla="*/ 54545 h 84560"/>
                  <a:gd name="csX9" fmla="*/ 28081 w 84601"/>
                  <a:gd name="csY9" fmla="*/ 66072 h 84560"/>
                  <a:gd name="csX10" fmla="*/ 35004 w 84601"/>
                  <a:gd name="csY10" fmla="*/ 80678 h 84560"/>
                  <a:gd name="csX11" fmla="*/ 40388 w 84601"/>
                  <a:gd name="csY11" fmla="*/ 86834 h 84560"/>
                  <a:gd name="csX12" fmla="*/ 60384 w 84601"/>
                  <a:gd name="csY12" fmla="*/ 84522 h 84560"/>
                  <a:gd name="csX13" fmla="*/ 65001 w 84601"/>
                  <a:gd name="csY13" fmla="*/ 73761 h 84560"/>
                  <a:gd name="csX14" fmla="*/ 73457 w 84601"/>
                  <a:gd name="csY14" fmla="*/ 73761 h 84560"/>
                  <a:gd name="csX15" fmla="*/ 78074 w 84601"/>
                  <a:gd name="csY15" fmla="*/ 59156 h 84560"/>
                  <a:gd name="csX16" fmla="*/ 85764 w 84601"/>
                  <a:gd name="csY16" fmla="*/ 49935 h 84560"/>
                  <a:gd name="csX17" fmla="*/ 88842 w 84601"/>
                  <a:gd name="csY17" fmla="*/ 26874 h 84560"/>
                  <a:gd name="csX18" fmla="*/ 88842 w 84601"/>
                  <a:gd name="csY18" fmla="*/ 6119 h 84560"/>
                  <a:gd name="csX19" fmla="*/ 81153 w 84601"/>
                  <a:gd name="csY19" fmla="*/ 3813 h 84560"/>
                  <a:gd name="csX20" fmla="*/ 74230 w 84601"/>
                  <a:gd name="csY20" fmla="*/ 4579 h 84560"/>
                  <a:gd name="csX21" fmla="*/ 61923 w 84601"/>
                  <a:gd name="csY21" fmla="*/ 14574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4601" h="84560">
                    <a:moveTo>
                      <a:pt x="61923" y="14574"/>
                    </a:moveTo>
                    <a:lnTo>
                      <a:pt x="49616" y="18419"/>
                    </a:lnTo>
                    <a:lnTo>
                      <a:pt x="31159" y="11496"/>
                    </a:lnTo>
                    <a:lnTo>
                      <a:pt x="15781" y="3040"/>
                    </a:lnTo>
                    <a:lnTo>
                      <a:pt x="8858" y="2274"/>
                    </a:lnTo>
                    <a:lnTo>
                      <a:pt x="4240" y="8424"/>
                    </a:lnTo>
                    <a:lnTo>
                      <a:pt x="9624" y="22256"/>
                    </a:lnTo>
                    <a:lnTo>
                      <a:pt x="17313" y="30718"/>
                    </a:lnTo>
                    <a:lnTo>
                      <a:pt x="18853" y="54545"/>
                    </a:lnTo>
                    <a:lnTo>
                      <a:pt x="28081" y="66072"/>
                    </a:lnTo>
                    <a:lnTo>
                      <a:pt x="35004" y="80678"/>
                    </a:lnTo>
                    <a:lnTo>
                      <a:pt x="40388" y="86834"/>
                    </a:lnTo>
                    <a:lnTo>
                      <a:pt x="60384" y="84522"/>
                    </a:lnTo>
                    <a:lnTo>
                      <a:pt x="65001" y="73761"/>
                    </a:lnTo>
                    <a:lnTo>
                      <a:pt x="73457" y="73761"/>
                    </a:lnTo>
                    <a:lnTo>
                      <a:pt x="78074" y="59156"/>
                    </a:lnTo>
                    <a:lnTo>
                      <a:pt x="85764" y="49935"/>
                    </a:lnTo>
                    <a:lnTo>
                      <a:pt x="88842" y="26874"/>
                    </a:lnTo>
                    <a:lnTo>
                      <a:pt x="88842" y="6119"/>
                    </a:lnTo>
                    <a:lnTo>
                      <a:pt x="81153" y="3813"/>
                    </a:lnTo>
                    <a:lnTo>
                      <a:pt x="74230" y="4579"/>
                    </a:lnTo>
                    <a:lnTo>
                      <a:pt x="61923" y="145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4" name="Forme libre : forme 1042">
                <a:extLst>
                  <a:ext uri="{FF2B5EF4-FFF2-40B4-BE49-F238E27FC236}">
                    <a16:creationId xmlns:a16="http://schemas.microsoft.com/office/drawing/2014/main" id="{C4D54CCB-C142-4212-F79A-BBD8948B9587}"/>
                  </a:ext>
                </a:extLst>
              </p:cNvPr>
              <p:cNvSpPr/>
              <p:nvPr/>
            </p:nvSpPr>
            <p:spPr>
              <a:xfrm rot="-485971" flipV="1">
                <a:off x="5577664" y="3375683"/>
                <a:ext cx="9679" cy="3584"/>
              </a:xfrm>
              <a:custGeom>
                <a:avLst/>
                <a:gdLst>
                  <a:gd name="csX0" fmla="*/ 6538 w 9679"/>
                  <a:gd name="csY0" fmla="*/ 899 h 3584"/>
                  <a:gd name="csX1" fmla="*/ 11977 w 9679"/>
                  <a:gd name="csY1" fmla="*/ 899 h 3584"/>
                  <a:gd name="csX2" fmla="*/ 8604 w 9679"/>
                  <a:gd name="csY2" fmla="*/ 4483 h 3584"/>
                  <a:gd name="csX3" fmla="*/ 2297 w 9679"/>
                  <a:gd name="csY3" fmla="*/ 3827 h 3584"/>
                  <a:gd name="csX4" fmla="*/ 6538 w 9679"/>
                  <a:gd name="csY4" fmla="*/ 899 h 3584"/>
                </a:gdLst>
                <a:ahLst/>
                <a:cxnLst>
                  <a:cxn ang="0">
                    <a:pos x="csX0" y="csY0"/>
                  </a:cxn>
                  <a:cxn ang="0">
                    <a:pos x="csX1" y="csY1"/>
                  </a:cxn>
                  <a:cxn ang="0">
                    <a:pos x="csX2" y="csY2"/>
                  </a:cxn>
                  <a:cxn ang="0">
                    <a:pos x="csX3" y="csY3"/>
                  </a:cxn>
                  <a:cxn ang="0">
                    <a:pos x="csX4" y="csY4"/>
                  </a:cxn>
                </a:cxnLst>
                <a:rect l="l" t="t" r="r" b="b"/>
                <a:pathLst>
                  <a:path w="9679" h="3584">
                    <a:moveTo>
                      <a:pt x="6538" y="899"/>
                    </a:moveTo>
                    <a:lnTo>
                      <a:pt x="11977" y="899"/>
                    </a:lnTo>
                    <a:lnTo>
                      <a:pt x="8604" y="4483"/>
                    </a:lnTo>
                    <a:lnTo>
                      <a:pt x="2297" y="3827"/>
                    </a:lnTo>
                    <a:lnTo>
                      <a:pt x="6538" y="8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5" name="Forme libre : forme 1043">
                <a:extLst>
                  <a:ext uri="{FF2B5EF4-FFF2-40B4-BE49-F238E27FC236}">
                    <a16:creationId xmlns:a16="http://schemas.microsoft.com/office/drawing/2014/main" id="{99705060-6D21-38FB-1F37-6EA50638986B}"/>
                  </a:ext>
                </a:extLst>
              </p:cNvPr>
              <p:cNvSpPr/>
              <p:nvPr/>
            </p:nvSpPr>
            <p:spPr>
              <a:xfrm>
                <a:off x="9133112" y="3040397"/>
                <a:ext cx="26918" cy="29976"/>
              </a:xfrm>
              <a:custGeom>
                <a:avLst/>
                <a:gdLst>
                  <a:gd name="csX0" fmla="*/ 29849 w 26918"/>
                  <a:gd name="csY0" fmla="*/ 705 h 29976"/>
                  <a:gd name="csX1" fmla="*/ 12931 w 26918"/>
                  <a:gd name="csY1" fmla="*/ 9160 h 29976"/>
                  <a:gd name="csX2" fmla="*/ 11392 w 26918"/>
                  <a:gd name="csY2" fmla="*/ 19155 h 29976"/>
                  <a:gd name="csX3" fmla="*/ 5235 w 26918"/>
                  <a:gd name="csY3" fmla="*/ 23766 h 29976"/>
                  <a:gd name="csX4" fmla="*/ 4469 w 26918"/>
                  <a:gd name="csY4" fmla="*/ 29916 h 29976"/>
                  <a:gd name="csX5" fmla="*/ 12931 w 26918"/>
                  <a:gd name="csY5" fmla="*/ 30682 h 29976"/>
                  <a:gd name="csX6" fmla="*/ 31388 w 26918"/>
                  <a:gd name="csY6" fmla="*/ 17616 h 29976"/>
                  <a:gd name="csX7" fmla="*/ 29849 w 26918"/>
                  <a:gd name="csY7" fmla="*/ 705 h 29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918" h="29976">
                    <a:moveTo>
                      <a:pt x="29849" y="705"/>
                    </a:moveTo>
                    <a:lnTo>
                      <a:pt x="12931" y="9160"/>
                    </a:lnTo>
                    <a:lnTo>
                      <a:pt x="11392" y="19155"/>
                    </a:lnTo>
                    <a:lnTo>
                      <a:pt x="5235" y="23766"/>
                    </a:lnTo>
                    <a:lnTo>
                      <a:pt x="4469" y="29916"/>
                    </a:lnTo>
                    <a:lnTo>
                      <a:pt x="12931" y="30682"/>
                    </a:lnTo>
                    <a:lnTo>
                      <a:pt x="31388" y="17616"/>
                    </a:lnTo>
                    <a:lnTo>
                      <a:pt x="29849" y="7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6" name="Forme libre : forme 1044">
                <a:extLst>
                  <a:ext uri="{FF2B5EF4-FFF2-40B4-BE49-F238E27FC236}">
                    <a16:creationId xmlns:a16="http://schemas.microsoft.com/office/drawing/2014/main" id="{A8ED860E-C682-D8CD-794E-0DD21D6129E1}"/>
                  </a:ext>
                </a:extLst>
              </p:cNvPr>
              <p:cNvSpPr/>
              <p:nvPr/>
            </p:nvSpPr>
            <p:spPr>
              <a:xfrm>
                <a:off x="9182360" y="3192601"/>
                <a:ext cx="26918" cy="29976"/>
              </a:xfrm>
              <a:custGeom>
                <a:avLst/>
                <a:gdLst>
                  <a:gd name="csX0" fmla="*/ 17570 w 26918"/>
                  <a:gd name="csY0" fmla="*/ 6174 h 29976"/>
                  <a:gd name="csX1" fmla="*/ 8342 w 26918"/>
                  <a:gd name="csY1" fmla="*/ 797 h 29976"/>
                  <a:gd name="csX2" fmla="*/ 4497 w 26918"/>
                  <a:gd name="csY2" fmla="*/ 9245 h 29976"/>
                  <a:gd name="csX3" fmla="*/ 16804 w 26918"/>
                  <a:gd name="csY3" fmla="*/ 25390 h 29976"/>
                  <a:gd name="csX4" fmla="*/ 31416 w 26918"/>
                  <a:gd name="csY4" fmla="*/ 30774 h 29976"/>
                  <a:gd name="csX5" fmla="*/ 30643 w 26918"/>
                  <a:gd name="csY5" fmla="*/ 25390 h 29976"/>
                  <a:gd name="csX6" fmla="*/ 17570 w 26918"/>
                  <a:gd name="csY6" fmla="*/ 6174 h 299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918" h="29976">
                    <a:moveTo>
                      <a:pt x="17570" y="6174"/>
                    </a:moveTo>
                    <a:lnTo>
                      <a:pt x="8342" y="797"/>
                    </a:lnTo>
                    <a:lnTo>
                      <a:pt x="4497" y="9245"/>
                    </a:lnTo>
                    <a:lnTo>
                      <a:pt x="16804" y="25390"/>
                    </a:lnTo>
                    <a:lnTo>
                      <a:pt x="31416" y="30774"/>
                    </a:lnTo>
                    <a:lnTo>
                      <a:pt x="30643" y="25390"/>
                    </a:lnTo>
                    <a:lnTo>
                      <a:pt x="17570" y="61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7" name="Forme libre : forme 1045">
                <a:extLst>
                  <a:ext uri="{FF2B5EF4-FFF2-40B4-BE49-F238E27FC236}">
                    <a16:creationId xmlns:a16="http://schemas.microsoft.com/office/drawing/2014/main" id="{0A7F1E95-FF84-885B-D284-D85C1F77627B}"/>
                  </a:ext>
                </a:extLst>
              </p:cNvPr>
              <p:cNvSpPr/>
              <p:nvPr/>
            </p:nvSpPr>
            <p:spPr>
              <a:xfrm>
                <a:off x="9217727" y="3208745"/>
                <a:ext cx="22301" cy="19216"/>
              </a:xfrm>
              <a:custGeom>
                <a:avLst/>
                <a:gdLst>
                  <a:gd name="csX0" fmla="*/ 17591 w 22301"/>
                  <a:gd name="csY0" fmla="*/ 20017 h 19216"/>
                  <a:gd name="csX1" fmla="*/ 26819 w 22301"/>
                  <a:gd name="csY1" fmla="*/ 16172 h 19216"/>
                  <a:gd name="csX2" fmla="*/ 13746 w 22301"/>
                  <a:gd name="csY2" fmla="*/ 801 h 19216"/>
                  <a:gd name="csX3" fmla="*/ 4518 w 22301"/>
                  <a:gd name="csY3" fmla="*/ 3106 h 19216"/>
                  <a:gd name="csX4" fmla="*/ 6823 w 22301"/>
                  <a:gd name="csY4" fmla="*/ 10795 h 19216"/>
                  <a:gd name="csX5" fmla="*/ 17591 w 22301"/>
                  <a:gd name="csY5" fmla="*/ 20017 h 19216"/>
                </a:gdLst>
                <a:ahLst/>
                <a:cxnLst>
                  <a:cxn ang="0">
                    <a:pos x="csX0" y="csY0"/>
                  </a:cxn>
                  <a:cxn ang="0">
                    <a:pos x="csX1" y="csY1"/>
                  </a:cxn>
                  <a:cxn ang="0">
                    <a:pos x="csX2" y="csY2"/>
                  </a:cxn>
                  <a:cxn ang="0">
                    <a:pos x="csX3" y="csY3"/>
                  </a:cxn>
                  <a:cxn ang="0">
                    <a:pos x="csX4" y="csY4"/>
                  </a:cxn>
                  <a:cxn ang="0">
                    <a:pos x="csX5" y="csY5"/>
                  </a:cxn>
                </a:cxnLst>
                <a:rect l="l" t="t" r="r" b="b"/>
                <a:pathLst>
                  <a:path w="22301" h="19216">
                    <a:moveTo>
                      <a:pt x="17591" y="20017"/>
                    </a:moveTo>
                    <a:lnTo>
                      <a:pt x="26819" y="16172"/>
                    </a:lnTo>
                    <a:lnTo>
                      <a:pt x="13746" y="801"/>
                    </a:lnTo>
                    <a:lnTo>
                      <a:pt x="4518" y="3106"/>
                    </a:lnTo>
                    <a:lnTo>
                      <a:pt x="6823" y="10795"/>
                    </a:lnTo>
                    <a:lnTo>
                      <a:pt x="17591" y="200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8" name="Forme libre : forme 1046">
                <a:extLst>
                  <a:ext uri="{FF2B5EF4-FFF2-40B4-BE49-F238E27FC236}">
                    <a16:creationId xmlns:a16="http://schemas.microsoft.com/office/drawing/2014/main" id="{2912AB81-2A48-3FCF-DA26-801D8A2236F1}"/>
                  </a:ext>
                </a:extLst>
              </p:cNvPr>
              <p:cNvSpPr/>
              <p:nvPr/>
            </p:nvSpPr>
            <p:spPr>
              <a:xfrm rot="-1593248" flipV="1">
                <a:off x="6801052" y="4040298"/>
                <a:ext cx="16048" cy="3666"/>
              </a:xfrm>
              <a:custGeom>
                <a:avLst/>
                <a:gdLst>
                  <a:gd name="csX0" fmla="*/ 3043 w 16048"/>
                  <a:gd name="csY0" fmla="*/ 1303 h 3666"/>
                  <a:gd name="csX1" fmla="*/ 19092 w 16048"/>
                  <a:gd name="csY1" fmla="*/ 1303 h 3666"/>
                  <a:gd name="csX2" fmla="*/ 18633 w 16048"/>
                  <a:gd name="csY2" fmla="*/ 4970 h 3666"/>
                  <a:gd name="csX3" fmla="*/ 4418 w 16048"/>
                  <a:gd name="csY3" fmla="*/ 4060 h 3666"/>
                  <a:gd name="csX4" fmla="*/ 3043 w 16048"/>
                  <a:gd name="csY4" fmla="*/ 1303 h 3666"/>
                </a:gdLst>
                <a:ahLst/>
                <a:cxnLst>
                  <a:cxn ang="0">
                    <a:pos x="csX0" y="csY0"/>
                  </a:cxn>
                  <a:cxn ang="0">
                    <a:pos x="csX1" y="csY1"/>
                  </a:cxn>
                  <a:cxn ang="0">
                    <a:pos x="csX2" y="csY2"/>
                  </a:cxn>
                  <a:cxn ang="0">
                    <a:pos x="csX3" y="csY3"/>
                  </a:cxn>
                  <a:cxn ang="0">
                    <a:pos x="csX4" y="csY4"/>
                  </a:cxn>
                </a:cxnLst>
                <a:rect l="l" t="t" r="r" b="b"/>
                <a:pathLst>
                  <a:path w="16048" h="3666">
                    <a:moveTo>
                      <a:pt x="3043" y="1303"/>
                    </a:moveTo>
                    <a:lnTo>
                      <a:pt x="19092" y="1303"/>
                    </a:lnTo>
                    <a:lnTo>
                      <a:pt x="18633" y="4970"/>
                    </a:lnTo>
                    <a:lnTo>
                      <a:pt x="4418" y="4060"/>
                    </a:lnTo>
                    <a:lnTo>
                      <a:pt x="3043" y="1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69" name="Forme libre : forme 1047">
                <a:extLst>
                  <a:ext uri="{FF2B5EF4-FFF2-40B4-BE49-F238E27FC236}">
                    <a16:creationId xmlns:a16="http://schemas.microsoft.com/office/drawing/2014/main" id="{22B421B6-4050-E854-A19A-153A96887E7F}"/>
                  </a:ext>
                </a:extLst>
              </p:cNvPr>
              <p:cNvSpPr/>
              <p:nvPr/>
            </p:nvSpPr>
            <p:spPr>
              <a:xfrm rot="2697708" flipV="1">
                <a:off x="6684388" y="4040292"/>
                <a:ext cx="7983" cy="7969"/>
              </a:xfrm>
              <a:custGeom>
                <a:avLst/>
                <a:gdLst>
                  <a:gd name="csX0" fmla="*/ 2970 w 7983"/>
                  <a:gd name="csY0" fmla="*/ 1305 h 7969"/>
                  <a:gd name="csX1" fmla="*/ 10221 w 7983"/>
                  <a:gd name="csY1" fmla="*/ 1305 h 7969"/>
                  <a:gd name="csX2" fmla="*/ 10953 w 7983"/>
                  <a:gd name="csY2" fmla="*/ 9275 h 7969"/>
                  <a:gd name="csX3" fmla="*/ 5152 w 7983"/>
                  <a:gd name="csY3" fmla="*/ 7818 h 7969"/>
                  <a:gd name="csX4" fmla="*/ 2970 w 7983"/>
                  <a:gd name="csY4" fmla="*/ 1305 h 7969"/>
                </a:gdLst>
                <a:ahLst/>
                <a:cxnLst>
                  <a:cxn ang="0">
                    <a:pos x="csX0" y="csY0"/>
                  </a:cxn>
                  <a:cxn ang="0">
                    <a:pos x="csX1" y="csY1"/>
                  </a:cxn>
                  <a:cxn ang="0">
                    <a:pos x="csX2" y="csY2"/>
                  </a:cxn>
                  <a:cxn ang="0">
                    <a:pos x="csX3" y="csY3"/>
                  </a:cxn>
                  <a:cxn ang="0">
                    <a:pos x="csX4" y="csY4"/>
                  </a:cxn>
                </a:cxnLst>
                <a:rect l="l" t="t" r="r" b="b"/>
                <a:pathLst>
                  <a:path w="7983" h="7969">
                    <a:moveTo>
                      <a:pt x="2970" y="1305"/>
                    </a:moveTo>
                    <a:lnTo>
                      <a:pt x="10221" y="1305"/>
                    </a:lnTo>
                    <a:lnTo>
                      <a:pt x="10953" y="9275"/>
                    </a:lnTo>
                    <a:lnTo>
                      <a:pt x="5152" y="7818"/>
                    </a:lnTo>
                    <a:lnTo>
                      <a:pt x="2970" y="1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0" name="Forme libre : forme 1048">
                <a:extLst>
                  <a:ext uri="{FF2B5EF4-FFF2-40B4-BE49-F238E27FC236}">
                    <a16:creationId xmlns:a16="http://schemas.microsoft.com/office/drawing/2014/main" id="{EE658BF1-1820-8056-8C3A-8D6942BBC94E}"/>
                  </a:ext>
                </a:extLst>
              </p:cNvPr>
              <p:cNvSpPr/>
              <p:nvPr/>
            </p:nvSpPr>
            <p:spPr>
              <a:xfrm>
                <a:off x="9206378" y="4949333"/>
                <a:ext cx="11280" cy="20502"/>
              </a:xfrm>
              <a:custGeom>
                <a:avLst/>
                <a:gdLst>
                  <a:gd name="csX0" fmla="*/ 4507 w 11280"/>
                  <a:gd name="csY0" fmla="*/ 9039 h 20502"/>
                  <a:gd name="csX1" fmla="*/ 4507 w 11280"/>
                  <a:gd name="csY1" fmla="*/ 17235 h 20502"/>
                  <a:gd name="csX2" fmla="*/ 9637 w 11280"/>
                  <a:gd name="csY2" fmla="*/ 22365 h 20502"/>
                  <a:gd name="csX3" fmla="*/ 15787 w 11280"/>
                  <a:gd name="csY3" fmla="*/ 16215 h 20502"/>
                  <a:gd name="csX4" fmla="*/ 15787 w 11280"/>
                  <a:gd name="csY4" fmla="*/ 5968 h 20502"/>
                  <a:gd name="csX5" fmla="*/ 6559 w 11280"/>
                  <a:gd name="csY5" fmla="*/ 1863 h 20502"/>
                  <a:gd name="csX6" fmla="*/ 4507 w 11280"/>
                  <a:gd name="csY6" fmla="*/ 9039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4507" y="9039"/>
                    </a:moveTo>
                    <a:lnTo>
                      <a:pt x="4507" y="17235"/>
                    </a:lnTo>
                    <a:lnTo>
                      <a:pt x="9637" y="22365"/>
                    </a:lnTo>
                    <a:lnTo>
                      <a:pt x="15787" y="16215"/>
                    </a:lnTo>
                    <a:lnTo>
                      <a:pt x="15787" y="5968"/>
                    </a:lnTo>
                    <a:lnTo>
                      <a:pt x="6559" y="1863"/>
                    </a:lnTo>
                    <a:lnTo>
                      <a:pt x="4507" y="90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1" name="Forme libre : forme 1049">
                <a:extLst>
                  <a:ext uri="{FF2B5EF4-FFF2-40B4-BE49-F238E27FC236}">
                    <a16:creationId xmlns:a16="http://schemas.microsoft.com/office/drawing/2014/main" id="{5B3DE198-C231-051F-B24E-5BF06E65D45C}"/>
                  </a:ext>
                </a:extLst>
              </p:cNvPr>
              <p:cNvSpPr/>
              <p:nvPr/>
            </p:nvSpPr>
            <p:spPr>
              <a:xfrm rot="-4556474" flipV="1">
                <a:off x="9219033" y="4970402"/>
                <a:ext cx="8448" cy="13928"/>
              </a:xfrm>
              <a:custGeom>
                <a:avLst/>
                <a:gdLst>
                  <a:gd name="csX0" fmla="*/ 4515 w 8448"/>
                  <a:gd name="csY0" fmla="*/ 1873 h 13928"/>
                  <a:gd name="csX1" fmla="*/ 8743 w 8448"/>
                  <a:gd name="csY1" fmla="*/ 1873 h 13928"/>
                  <a:gd name="csX2" fmla="*/ 12964 w 8448"/>
                  <a:gd name="csY2" fmla="*/ 14556 h 13928"/>
                  <a:gd name="csX3" fmla="*/ 9488 w 8448"/>
                  <a:gd name="csY3" fmla="*/ 15801 h 13928"/>
                  <a:gd name="csX4" fmla="*/ 4515 w 8448"/>
                  <a:gd name="csY4" fmla="*/ 1873 h 13928"/>
                </a:gdLst>
                <a:ahLst/>
                <a:cxnLst>
                  <a:cxn ang="0">
                    <a:pos x="csX0" y="csY0"/>
                  </a:cxn>
                  <a:cxn ang="0">
                    <a:pos x="csX1" y="csY1"/>
                  </a:cxn>
                  <a:cxn ang="0">
                    <a:pos x="csX2" y="csY2"/>
                  </a:cxn>
                  <a:cxn ang="0">
                    <a:pos x="csX3" y="csY3"/>
                  </a:cxn>
                  <a:cxn ang="0">
                    <a:pos x="csX4" y="csY4"/>
                  </a:cxn>
                </a:cxnLst>
                <a:rect l="l" t="t" r="r" b="b"/>
                <a:pathLst>
                  <a:path w="8448" h="13928">
                    <a:moveTo>
                      <a:pt x="4515" y="1873"/>
                    </a:moveTo>
                    <a:lnTo>
                      <a:pt x="8743" y="1873"/>
                    </a:lnTo>
                    <a:lnTo>
                      <a:pt x="12964" y="14556"/>
                    </a:lnTo>
                    <a:lnTo>
                      <a:pt x="9488" y="15801"/>
                    </a:lnTo>
                    <a:lnTo>
                      <a:pt x="4515" y="18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2" name="Forme libre : forme 1050">
                <a:extLst>
                  <a:ext uri="{FF2B5EF4-FFF2-40B4-BE49-F238E27FC236}">
                    <a16:creationId xmlns:a16="http://schemas.microsoft.com/office/drawing/2014/main" id="{417419F7-8F64-0862-6F14-661A0501C052}"/>
                  </a:ext>
                </a:extLst>
              </p:cNvPr>
              <p:cNvSpPr/>
              <p:nvPr/>
            </p:nvSpPr>
            <p:spPr>
              <a:xfrm>
                <a:off x="9253581" y="5029276"/>
                <a:ext cx="11287" cy="11273"/>
              </a:xfrm>
              <a:custGeom>
                <a:avLst/>
                <a:gdLst>
                  <a:gd name="csX0" fmla="*/ 10693 w 11287"/>
                  <a:gd name="csY0" fmla="*/ 1909 h 11273"/>
                  <a:gd name="csX1" fmla="*/ 4536 w 11287"/>
                  <a:gd name="csY1" fmla="*/ 3962 h 11273"/>
                  <a:gd name="csX2" fmla="*/ 5562 w 11287"/>
                  <a:gd name="csY2" fmla="*/ 9085 h 11273"/>
                  <a:gd name="csX3" fmla="*/ 10693 w 11287"/>
                  <a:gd name="csY3" fmla="*/ 13183 h 11273"/>
                  <a:gd name="csX4" fmla="*/ 15824 w 11287"/>
                  <a:gd name="csY4" fmla="*/ 11138 h 11273"/>
                  <a:gd name="csX5" fmla="*/ 10693 w 11287"/>
                  <a:gd name="csY5" fmla="*/ 1909 h 11273"/>
                </a:gdLst>
                <a:ahLst/>
                <a:cxnLst>
                  <a:cxn ang="0">
                    <a:pos x="csX0" y="csY0"/>
                  </a:cxn>
                  <a:cxn ang="0">
                    <a:pos x="csX1" y="csY1"/>
                  </a:cxn>
                  <a:cxn ang="0">
                    <a:pos x="csX2" y="csY2"/>
                  </a:cxn>
                  <a:cxn ang="0">
                    <a:pos x="csX3" y="csY3"/>
                  </a:cxn>
                  <a:cxn ang="0">
                    <a:pos x="csX4" y="csY4"/>
                  </a:cxn>
                  <a:cxn ang="0">
                    <a:pos x="csX5" y="csY5"/>
                  </a:cxn>
                </a:cxnLst>
                <a:rect l="l" t="t" r="r" b="b"/>
                <a:pathLst>
                  <a:path w="11287" h="11273">
                    <a:moveTo>
                      <a:pt x="10693" y="1909"/>
                    </a:moveTo>
                    <a:lnTo>
                      <a:pt x="4536" y="3962"/>
                    </a:lnTo>
                    <a:lnTo>
                      <a:pt x="5562" y="9085"/>
                    </a:lnTo>
                    <a:lnTo>
                      <a:pt x="10693" y="13183"/>
                    </a:lnTo>
                    <a:lnTo>
                      <a:pt x="15824" y="11138"/>
                    </a:lnTo>
                    <a:lnTo>
                      <a:pt x="10693"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3" name="Forme libre : forme 1051">
                <a:extLst>
                  <a:ext uri="{FF2B5EF4-FFF2-40B4-BE49-F238E27FC236}">
                    <a16:creationId xmlns:a16="http://schemas.microsoft.com/office/drawing/2014/main" id="{AEC93BA6-7FB9-8D93-FB73-DFFC35735F97}"/>
                  </a:ext>
                </a:extLst>
              </p:cNvPr>
              <p:cNvSpPr/>
              <p:nvPr/>
            </p:nvSpPr>
            <p:spPr>
              <a:xfrm rot="-1305709" flipV="1">
                <a:off x="9258228" y="5047091"/>
                <a:ext cx="7429" cy="6669"/>
              </a:xfrm>
              <a:custGeom>
                <a:avLst/>
                <a:gdLst>
                  <a:gd name="csX0" fmla="*/ 4537 w 7429"/>
                  <a:gd name="csY0" fmla="*/ 1917 h 6669"/>
                  <a:gd name="csX1" fmla="*/ 10058 w 7429"/>
                  <a:gd name="csY1" fmla="*/ 1917 h 6669"/>
                  <a:gd name="csX2" fmla="*/ 11967 w 7429"/>
                  <a:gd name="csY2" fmla="*/ 6685 h 6669"/>
                  <a:gd name="csX3" fmla="*/ 7199 w 7429"/>
                  <a:gd name="csY3" fmla="*/ 8587 h 6669"/>
                  <a:gd name="csX4" fmla="*/ 4537 w 7429"/>
                  <a:gd name="csY4" fmla="*/ 1917 h 6669"/>
                </a:gdLst>
                <a:ahLst/>
                <a:cxnLst>
                  <a:cxn ang="0">
                    <a:pos x="csX0" y="csY0"/>
                  </a:cxn>
                  <a:cxn ang="0">
                    <a:pos x="csX1" y="csY1"/>
                  </a:cxn>
                  <a:cxn ang="0">
                    <a:pos x="csX2" y="csY2"/>
                  </a:cxn>
                  <a:cxn ang="0">
                    <a:pos x="csX3" y="csY3"/>
                  </a:cxn>
                  <a:cxn ang="0">
                    <a:pos x="csX4" y="csY4"/>
                  </a:cxn>
                </a:cxnLst>
                <a:rect l="l" t="t" r="r" b="b"/>
                <a:pathLst>
                  <a:path w="7429" h="6669">
                    <a:moveTo>
                      <a:pt x="4537" y="1917"/>
                    </a:moveTo>
                    <a:lnTo>
                      <a:pt x="10058" y="1917"/>
                    </a:lnTo>
                    <a:lnTo>
                      <a:pt x="11967" y="6685"/>
                    </a:lnTo>
                    <a:lnTo>
                      <a:pt x="7199" y="8587"/>
                    </a:lnTo>
                    <a:lnTo>
                      <a:pt x="4537" y="1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4" name="Forme libre : forme 1052">
                <a:extLst>
                  <a:ext uri="{FF2B5EF4-FFF2-40B4-BE49-F238E27FC236}">
                    <a16:creationId xmlns:a16="http://schemas.microsoft.com/office/drawing/2014/main" id="{DD1381B2-7DCE-DD87-9FE8-E4046C3A31A1}"/>
                  </a:ext>
                </a:extLst>
              </p:cNvPr>
              <p:cNvSpPr/>
              <p:nvPr/>
            </p:nvSpPr>
            <p:spPr>
              <a:xfrm>
                <a:off x="9215614" y="5079495"/>
                <a:ext cx="8202" cy="8202"/>
              </a:xfrm>
              <a:custGeom>
                <a:avLst/>
                <a:gdLst>
                  <a:gd name="csX0" fmla="*/ 4511 w 8202"/>
                  <a:gd name="csY0" fmla="*/ 9114 h 8202"/>
                  <a:gd name="csX1" fmla="*/ 9642 w 8202"/>
                  <a:gd name="csY1" fmla="*/ 10140 h 8202"/>
                  <a:gd name="csX2" fmla="*/ 12714 w 8202"/>
                  <a:gd name="csY2" fmla="*/ 6042 h 8202"/>
                  <a:gd name="csX3" fmla="*/ 8616 w 8202"/>
                  <a:gd name="csY3" fmla="*/ 1938 h 8202"/>
                  <a:gd name="csX4" fmla="*/ 5538 w 8202"/>
                  <a:gd name="csY4" fmla="*/ 399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9642" y="10140"/>
                    </a:lnTo>
                    <a:lnTo>
                      <a:pt x="12714" y="6042"/>
                    </a:lnTo>
                    <a:lnTo>
                      <a:pt x="8616" y="1938"/>
                    </a:lnTo>
                    <a:lnTo>
                      <a:pt x="5538" y="399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5" name="Forme libre : forme 1053">
                <a:extLst>
                  <a:ext uri="{FF2B5EF4-FFF2-40B4-BE49-F238E27FC236}">
                    <a16:creationId xmlns:a16="http://schemas.microsoft.com/office/drawing/2014/main" id="{AF302640-1FAB-D2A9-FB5F-FA875049E3ED}"/>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6" name="Forme libre : forme 1054">
                <a:extLst>
                  <a:ext uri="{FF2B5EF4-FFF2-40B4-BE49-F238E27FC236}">
                    <a16:creationId xmlns:a16="http://schemas.microsoft.com/office/drawing/2014/main" id="{842966AF-24D3-D726-8D6D-F448BB4035C0}"/>
                  </a:ext>
                </a:extLst>
              </p:cNvPr>
              <p:cNvSpPr/>
              <p:nvPr/>
            </p:nvSpPr>
            <p:spPr>
              <a:xfrm>
                <a:off x="9152034" y="5069247"/>
                <a:ext cx="58448" cy="45095"/>
              </a:xfrm>
              <a:custGeom>
                <a:avLst/>
                <a:gdLst>
                  <a:gd name="csX0" fmla="*/ 60889 w 58448"/>
                  <a:gd name="csY0" fmla="*/ 37815 h 45095"/>
                  <a:gd name="csX1" fmla="*/ 42432 w 58448"/>
                  <a:gd name="csY1" fmla="*/ 25515 h 45095"/>
                  <a:gd name="csX2" fmla="*/ 36275 w 58448"/>
                  <a:gd name="csY2" fmla="*/ 21417 h 45095"/>
                  <a:gd name="csX3" fmla="*/ 21923 w 58448"/>
                  <a:gd name="csY3" fmla="*/ 10137 h 45095"/>
                  <a:gd name="csX4" fmla="*/ 15773 w 58448"/>
                  <a:gd name="csY4" fmla="*/ 9117 h 45095"/>
                  <a:gd name="csX5" fmla="*/ 9616 w 58448"/>
                  <a:gd name="csY5" fmla="*/ 3993 h 45095"/>
                  <a:gd name="csX6" fmla="*/ 4493 w 58448"/>
                  <a:gd name="csY6" fmla="*/ 1941 h 45095"/>
                  <a:gd name="csX7" fmla="*/ 4493 w 58448"/>
                  <a:gd name="csY7" fmla="*/ 10137 h 45095"/>
                  <a:gd name="csX8" fmla="*/ 5512 w 58448"/>
                  <a:gd name="csY8" fmla="*/ 15267 h 45095"/>
                  <a:gd name="csX9" fmla="*/ 16799 w 58448"/>
                  <a:gd name="csY9" fmla="*/ 26541 h 45095"/>
                  <a:gd name="csX10" fmla="*/ 22949 w 58448"/>
                  <a:gd name="csY10" fmla="*/ 29613 h 45095"/>
                  <a:gd name="csX11" fmla="*/ 46530 w 58448"/>
                  <a:gd name="csY11" fmla="*/ 42939 h 45095"/>
                  <a:gd name="csX12" fmla="*/ 58837 w 58448"/>
                  <a:gd name="csY12" fmla="*/ 47036 h 45095"/>
                  <a:gd name="csX13" fmla="*/ 62941 w 58448"/>
                  <a:gd name="csY13" fmla="*/ 43965 h 45095"/>
                  <a:gd name="csX14" fmla="*/ 60889 w 58448"/>
                  <a:gd name="csY14" fmla="*/ 37815 h 45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48" h="45095">
                    <a:moveTo>
                      <a:pt x="60889" y="37815"/>
                    </a:moveTo>
                    <a:lnTo>
                      <a:pt x="42432" y="25515"/>
                    </a:lnTo>
                    <a:lnTo>
                      <a:pt x="36275" y="21417"/>
                    </a:lnTo>
                    <a:lnTo>
                      <a:pt x="21923" y="10137"/>
                    </a:lnTo>
                    <a:lnTo>
                      <a:pt x="15773" y="9117"/>
                    </a:lnTo>
                    <a:lnTo>
                      <a:pt x="9616" y="3993"/>
                    </a:lnTo>
                    <a:lnTo>
                      <a:pt x="4493" y="1941"/>
                    </a:lnTo>
                    <a:lnTo>
                      <a:pt x="4493" y="10137"/>
                    </a:lnTo>
                    <a:lnTo>
                      <a:pt x="5512" y="15267"/>
                    </a:lnTo>
                    <a:lnTo>
                      <a:pt x="16799" y="26541"/>
                    </a:lnTo>
                    <a:lnTo>
                      <a:pt x="22949" y="29613"/>
                    </a:lnTo>
                    <a:lnTo>
                      <a:pt x="46530" y="42939"/>
                    </a:lnTo>
                    <a:lnTo>
                      <a:pt x="58837" y="47036"/>
                    </a:lnTo>
                    <a:lnTo>
                      <a:pt x="62941" y="43965"/>
                    </a:lnTo>
                    <a:lnTo>
                      <a:pt x="60889" y="378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7" name="Forme libre : forme 1055">
                <a:extLst>
                  <a:ext uri="{FF2B5EF4-FFF2-40B4-BE49-F238E27FC236}">
                    <a16:creationId xmlns:a16="http://schemas.microsoft.com/office/drawing/2014/main" id="{E57C1742-24BA-584F-F19F-6DB08E90F600}"/>
                  </a:ext>
                </a:extLst>
              </p:cNvPr>
              <p:cNvSpPr/>
              <p:nvPr/>
            </p:nvSpPr>
            <p:spPr>
              <a:xfrm>
                <a:off x="9436096" y="5005189"/>
                <a:ext cx="24613" cy="18449"/>
              </a:xfrm>
              <a:custGeom>
                <a:avLst/>
                <a:gdLst>
                  <a:gd name="csX0" fmla="*/ 4650 w 24613"/>
                  <a:gd name="csY0" fmla="*/ 14195 h 18449"/>
                  <a:gd name="csX1" fmla="*/ 13878 w 24613"/>
                  <a:gd name="csY1" fmla="*/ 20345 h 18449"/>
                  <a:gd name="csX2" fmla="*/ 29263 w 24613"/>
                  <a:gd name="csY2" fmla="*/ 18806 h 18449"/>
                  <a:gd name="csX3" fmla="*/ 29263 w 24613"/>
                  <a:gd name="csY3" fmla="*/ 9585 h 18449"/>
                  <a:gd name="csX4" fmla="*/ 24646 w 24613"/>
                  <a:gd name="csY4" fmla="*/ 1896 h 18449"/>
                  <a:gd name="csX5" fmla="*/ 6189 w 24613"/>
                  <a:gd name="csY5" fmla="*/ 3435 h 18449"/>
                  <a:gd name="csX6" fmla="*/ 4650 w 24613"/>
                  <a:gd name="csY6" fmla="*/ 1419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4650" y="14195"/>
                    </a:moveTo>
                    <a:lnTo>
                      <a:pt x="13878" y="20345"/>
                    </a:lnTo>
                    <a:lnTo>
                      <a:pt x="29263" y="18806"/>
                    </a:lnTo>
                    <a:lnTo>
                      <a:pt x="29263" y="9585"/>
                    </a:lnTo>
                    <a:lnTo>
                      <a:pt x="24646" y="1896"/>
                    </a:lnTo>
                    <a:lnTo>
                      <a:pt x="6189" y="3435"/>
                    </a:lnTo>
                    <a:lnTo>
                      <a:pt x="4650" y="141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8" name="Forme libre : forme 1056">
                <a:extLst>
                  <a:ext uri="{FF2B5EF4-FFF2-40B4-BE49-F238E27FC236}">
                    <a16:creationId xmlns:a16="http://schemas.microsoft.com/office/drawing/2014/main" id="{43B5402D-B15B-2645-2C31-245EC6EE7C58}"/>
                  </a:ext>
                </a:extLst>
              </p:cNvPr>
              <p:cNvSpPr/>
              <p:nvPr/>
            </p:nvSpPr>
            <p:spPr>
              <a:xfrm>
                <a:off x="9459157" y="4974446"/>
                <a:ext cx="32309" cy="16910"/>
              </a:xfrm>
              <a:custGeom>
                <a:avLst/>
                <a:gdLst>
                  <a:gd name="csX0" fmla="*/ 23132 w 32309"/>
                  <a:gd name="csY0" fmla="*/ 4949 h 16910"/>
                  <a:gd name="csX1" fmla="*/ 4668 w 32309"/>
                  <a:gd name="csY1" fmla="*/ 15710 h 16910"/>
                  <a:gd name="csX2" fmla="*/ 13903 w 32309"/>
                  <a:gd name="csY2" fmla="*/ 18788 h 16910"/>
                  <a:gd name="csX3" fmla="*/ 36978 w 32309"/>
                  <a:gd name="csY3" fmla="*/ 6488 h 16910"/>
                  <a:gd name="csX4" fmla="*/ 30821 w 32309"/>
                  <a:gd name="csY4" fmla="*/ 1878 h 16910"/>
                  <a:gd name="csX5" fmla="*/ 23132 w 32309"/>
                  <a:gd name="csY5" fmla="*/ 4949 h 16910"/>
                </a:gdLst>
                <a:ahLst/>
                <a:cxnLst>
                  <a:cxn ang="0">
                    <a:pos x="csX0" y="csY0"/>
                  </a:cxn>
                  <a:cxn ang="0">
                    <a:pos x="csX1" y="csY1"/>
                  </a:cxn>
                  <a:cxn ang="0">
                    <a:pos x="csX2" y="csY2"/>
                  </a:cxn>
                  <a:cxn ang="0">
                    <a:pos x="csX3" y="csY3"/>
                  </a:cxn>
                  <a:cxn ang="0">
                    <a:pos x="csX4" y="csY4"/>
                  </a:cxn>
                  <a:cxn ang="0">
                    <a:pos x="csX5" y="csY5"/>
                  </a:cxn>
                </a:cxnLst>
                <a:rect l="l" t="t" r="r" b="b"/>
                <a:pathLst>
                  <a:path w="32309" h="16910">
                    <a:moveTo>
                      <a:pt x="23132" y="4949"/>
                    </a:moveTo>
                    <a:lnTo>
                      <a:pt x="4668" y="15710"/>
                    </a:lnTo>
                    <a:lnTo>
                      <a:pt x="13903" y="18788"/>
                    </a:lnTo>
                    <a:lnTo>
                      <a:pt x="36978" y="6488"/>
                    </a:lnTo>
                    <a:lnTo>
                      <a:pt x="30821" y="1878"/>
                    </a:lnTo>
                    <a:lnTo>
                      <a:pt x="23132" y="4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79" name="Forme libre : forme 1057">
                <a:extLst>
                  <a:ext uri="{FF2B5EF4-FFF2-40B4-BE49-F238E27FC236}">
                    <a16:creationId xmlns:a16="http://schemas.microsoft.com/office/drawing/2014/main" id="{2BB5F6B9-A8BE-E423-0A4C-2893FF14EABB}"/>
                  </a:ext>
                </a:extLst>
              </p:cNvPr>
              <p:cNvSpPr/>
              <p:nvPr/>
            </p:nvSpPr>
            <p:spPr>
              <a:xfrm>
                <a:off x="9339229" y="5407989"/>
                <a:ext cx="123054" cy="190642"/>
              </a:xfrm>
              <a:custGeom>
                <a:avLst/>
                <a:gdLst>
                  <a:gd name="csX0" fmla="*/ 109226 w 123054"/>
                  <a:gd name="csY0" fmla="*/ 91366 h 190642"/>
                  <a:gd name="csX1" fmla="*/ 92309 w 123054"/>
                  <a:gd name="csY1" fmla="*/ 94444 h 190642"/>
                  <a:gd name="csX2" fmla="*/ 76923 w 123054"/>
                  <a:gd name="csY2" fmla="*/ 85216 h 190642"/>
                  <a:gd name="csX3" fmla="*/ 72313 w 123054"/>
                  <a:gd name="csY3" fmla="*/ 66766 h 190642"/>
                  <a:gd name="csX4" fmla="*/ 63084 w 123054"/>
                  <a:gd name="csY4" fmla="*/ 56005 h 190642"/>
                  <a:gd name="csX5" fmla="*/ 64617 w 123054"/>
                  <a:gd name="csY5" fmla="*/ 66766 h 190642"/>
                  <a:gd name="csX6" fmla="*/ 61545 w 123054"/>
                  <a:gd name="csY6" fmla="*/ 71377 h 190642"/>
                  <a:gd name="csX7" fmla="*/ 53856 w 123054"/>
                  <a:gd name="csY7" fmla="*/ 63694 h 190642"/>
                  <a:gd name="csX8" fmla="*/ 44621 w 123054"/>
                  <a:gd name="csY8" fmla="*/ 43705 h 190642"/>
                  <a:gd name="csX9" fmla="*/ 44621 w 123054"/>
                  <a:gd name="csY9" fmla="*/ 32945 h 190642"/>
                  <a:gd name="csX10" fmla="*/ 33853 w 123054"/>
                  <a:gd name="csY10" fmla="*/ 22184 h 190642"/>
                  <a:gd name="csX11" fmla="*/ 27703 w 123054"/>
                  <a:gd name="csY11" fmla="*/ 22184 h 190642"/>
                  <a:gd name="csX12" fmla="*/ 4629 w 123054"/>
                  <a:gd name="csY12" fmla="*/ 2195 h 190642"/>
                  <a:gd name="csX13" fmla="*/ 4629 w 123054"/>
                  <a:gd name="csY13" fmla="*/ 12955 h 190642"/>
                  <a:gd name="csX14" fmla="*/ 12318 w 123054"/>
                  <a:gd name="csY14" fmla="*/ 22184 h 190642"/>
                  <a:gd name="csX15" fmla="*/ 33853 w 123054"/>
                  <a:gd name="csY15" fmla="*/ 54466 h 190642"/>
                  <a:gd name="csX16" fmla="*/ 43088 w 123054"/>
                  <a:gd name="csY16" fmla="*/ 72916 h 190642"/>
                  <a:gd name="csX17" fmla="*/ 50771 w 123054"/>
                  <a:gd name="csY17" fmla="*/ 103666 h 190642"/>
                  <a:gd name="csX18" fmla="*/ 46160 w 123054"/>
                  <a:gd name="csY18" fmla="*/ 122116 h 190642"/>
                  <a:gd name="csX19" fmla="*/ 27703 w 123054"/>
                  <a:gd name="csY19" fmla="*/ 126727 h 190642"/>
                  <a:gd name="csX20" fmla="*/ 27703 w 123054"/>
                  <a:gd name="csY20" fmla="*/ 137487 h 190642"/>
                  <a:gd name="csX21" fmla="*/ 43081 w 123054"/>
                  <a:gd name="csY21" fmla="*/ 142098 h 190642"/>
                  <a:gd name="csX22" fmla="*/ 56927 w 123054"/>
                  <a:gd name="csY22" fmla="*/ 157476 h 190642"/>
                  <a:gd name="csX23" fmla="*/ 55388 w 123054"/>
                  <a:gd name="csY23" fmla="*/ 174387 h 190642"/>
                  <a:gd name="csX24" fmla="*/ 43081 w 123054"/>
                  <a:gd name="csY24" fmla="*/ 186687 h 190642"/>
                  <a:gd name="csX25" fmla="*/ 56927 w 123054"/>
                  <a:gd name="csY25" fmla="*/ 192837 h 190642"/>
                  <a:gd name="csX26" fmla="*/ 70773 w 123054"/>
                  <a:gd name="csY26" fmla="*/ 188220 h 190642"/>
                  <a:gd name="csX27" fmla="*/ 89230 w 123054"/>
                  <a:gd name="csY27" fmla="*/ 149787 h 190642"/>
                  <a:gd name="csX28" fmla="*/ 96919 w 123054"/>
                  <a:gd name="csY28" fmla="*/ 140566 h 190642"/>
                  <a:gd name="csX29" fmla="*/ 92302 w 123054"/>
                  <a:gd name="csY29" fmla="*/ 131337 h 190642"/>
                  <a:gd name="csX30" fmla="*/ 93848 w 123054"/>
                  <a:gd name="csY30" fmla="*/ 125187 h 190642"/>
                  <a:gd name="csX31" fmla="*/ 107687 w 123054"/>
                  <a:gd name="csY31" fmla="*/ 125187 h 190642"/>
                  <a:gd name="csX32" fmla="*/ 118455 w 123054"/>
                  <a:gd name="csY32" fmla="*/ 129798 h 190642"/>
                  <a:gd name="csX33" fmla="*/ 121533 w 123054"/>
                  <a:gd name="csY33" fmla="*/ 103666 h 190642"/>
                  <a:gd name="csX34" fmla="*/ 127683 w 123054"/>
                  <a:gd name="csY34" fmla="*/ 94444 h 190642"/>
                  <a:gd name="csX35" fmla="*/ 127683 w 123054"/>
                  <a:gd name="csY35" fmla="*/ 77527 h 190642"/>
                  <a:gd name="csX36" fmla="*/ 115383 w 123054"/>
                  <a:gd name="csY36" fmla="*/ 80605 h 190642"/>
                  <a:gd name="csX37" fmla="*/ 109226 w 123054"/>
                  <a:gd name="csY37" fmla="*/ 91366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09226" y="91366"/>
                    </a:moveTo>
                    <a:lnTo>
                      <a:pt x="92309" y="94444"/>
                    </a:lnTo>
                    <a:lnTo>
                      <a:pt x="76923" y="85216"/>
                    </a:lnTo>
                    <a:lnTo>
                      <a:pt x="72313" y="66766"/>
                    </a:lnTo>
                    <a:lnTo>
                      <a:pt x="63084" y="56005"/>
                    </a:lnTo>
                    <a:lnTo>
                      <a:pt x="64617" y="66766"/>
                    </a:lnTo>
                    <a:lnTo>
                      <a:pt x="61545" y="71377"/>
                    </a:lnTo>
                    <a:lnTo>
                      <a:pt x="53856" y="63694"/>
                    </a:lnTo>
                    <a:lnTo>
                      <a:pt x="44621" y="43705"/>
                    </a:lnTo>
                    <a:lnTo>
                      <a:pt x="44621" y="32945"/>
                    </a:lnTo>
                    <a:lnTo>
                      <a:pt x="33853" y="22184"/>
                    </a:lnTo>
                    <a:lnTo>
                      <a:pt x="27703" y="22184"/>
                    </a:lnTo>
                    <a:lnTo>
                      <a:pt x="4629" y="2195"/>
                    </a:lnTo>
                    <a:lnTo>
                      <a:pt x="4629" y="12955"/>
                    </a:lnTo>
                    <a:lnTo>
                      <a:pt x="12318" y="22184"/>
                    </a:lnTo>
                    <a:lnTo>
                      <a:pt x="33853" y="54466"/>
                    </a:lnTo>
                    <a:lnTo>
                      <a:pt x="43088" y="72916"/>
                    </a:lnTo>
                    <a:lnTo>
                      <a:pt x="50771" y="103666"/>
                    </a:lnTo>
                    <a:lnTo>
                      <a:pt x="46160" y="122116"/>
                    </a:lnTo>
                    <a:lnTo>
                      <a:pt x="27703" y="126727"/>
                    </a:lnTo>
                    <a:lnTo>
                      <a:pt x="27703" y="137487"/>
                    </a:lnTo>
                    <a:lnTo>
                      <a:pt x="43081" y="142098"/>
                    </a:lnTo>
                    <a:lnTo>
                      <a:pt x="56927" y="157476"/>
                    </a:lnTo>
                    <a:lnTo>
                      <a:pt x="55388" y="174387"/>
                    </a:lnTo>
                    <a:lnTo>
                      <a:pt x="43081" y="186687"/>
                    </a:lnTo>
                    <a:lnTo>
                      <a:pt x="56927" y="192837"/>
                    </a:lnTo>
                    <a:lnTo>
                      <a:pt x="70773" y="188220"/>
                    </a:lnTo>
                    <a:lnTo>
                      <a:pt x="89230" y="149787"/>
                    </a:lnTo>
                    <a:lnTo>
                      <a:pt x="96919" y="140566"/>
                    </a:lnTo>
                    <a:lnTo>
                      <a:pt x="92302" y="131337"/>
                    </a:lnTo>
                    <a:lnTo>
                      <a:pt x="93848" y="125187"/>
                    </a:lnTo>
                    <a:lnTo>
                      <a:pt x="107687" y="125187"/>
                    </a:lnTo>
                    <a:lnTo>
                      <a:pt x="118455" y="129798"/>
                    </a:lnTo>
                    <a:lnTo>
                      <a:pt x="121533" y="103666"/>
                    </a:lnTo>
                    <a:lnTo>
                      <a:pt x="127683" y="94444"/>
                    </a:lnTo>
                    <a:lnTo>
                      <a:pt x="127683" y="77527"/>
                    </a:lnTo>
                    <a:lnTo>
                      <a:pt x="115383" y="80605"/>
                    </a:lnTo>
                    <a:lnTo>
                      <a:pt x="109226" y="91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0" name="Forme libre : forme 1058">
                <a:extLst>
                  <a:ext uri="{FF2B5EF4-FFF2-40B4-BE49-F238E27FC236}">
                    <a16:creationId xmlns:a16="http://schemas.microsoft.com/office/drawing/2014/main" id="{2C34F6C7-31E8-80A6-42B5-06AC6E863036}"/>
                  </a:ext>
                </a:extLst>
              </p:cNvPr>
              <p:cNvSpPr/>
              <p:nvPr/>
            </p:nvSpPr>
            <p:spPr>
              <a:xfrm>
                <a:off x="9206885" y="5574025"/>
                <a:ext cx="159974" cy="174662"/>
              </a:xfrm>
              <a:custGeom>
                <a:avLst/>
                <a:gdLst>
                  <a:gd name="csX0" fmla="*/ 149152 w 159974"/>
                  <a:gd name="csY0" fmla="*/ 22289 h 174662"/>
                  <a:gd name="csX1" fmla="*/ 141463 w 159974"/>
                  <a:gd name="csY1" fmla="*/ 22289 h 174662"/>
                  <a:gd name="csX2" fmla="*/ 141463 w 159974"/>
                  <a:gd name="csY2" fmla="*/ 9989 h 174662"/>
                  <a:gd name="csX3" fmla="*/ 135306 w 159974"/>
                  <a:gd name="csY3" fmla="*/ 2300 h 174662"/>
                  <a:gd name="csX4" fmla="*/ 123006 w 159974"/>
                  <a:gd name="csY4" fmla="*/ 6911 h 174662"/>
                  <a:gd name="csX5" fmla="*/ 121467 w 159974"/>
                  <a:gd name="csY5" fmla="*/ 20750 h 174662"/>
                  <a:gd name="csX6" fmla="*/ 107621 w 159974"/>
                  <a:gd name="csY6" fmla="*/ 39200 h 174662"/>
                  <a:gd name="csX7" fmla="*/ 107621 w 159974"/>
                  <a:gd name="csY7" fmla="*/ 49960 h 174662"/>
                  <a:gd name="csX8" fmla="*/ 99932 w 159974"/>
                  <a:gd name="csY8" fmla="*/ 63793 h 174662"/>
                  <a:gd name="csX9" fmla="*/ 73779 w 159974"/>
                  <a:gd name="csY9" fmla="*/ 79171 h 174662"/>
                  <a:gd name="csX10" fmla="*/ 55322 w 159974"/>
                  <a:gd name="csY10" fmla="*/ 97621 h 174662"/>
                  <a:gd name="csX11" fmla="*/ 30708 w 159974"/>
                  <a:gd name="csY11" fmla="*/ 111453 h 174662"/>
                  <a:gd name="csX12" fmla="*/ 16862 w 159974"/>
                  <a:gd name="csY12" fmla="*/ 126832 h 174662"/>
                  <a:gd name="csX13" fmla="*/ 4562 w 159974"/>
                  <a:gd name="csY13" fmla="*/ 153436 h 174662"/>
                  <a:gd name="csX14" fmla="*/ 7634 w 159974"/>
                  <a:gd name="csY14" fmla="*/ 165196 h 174662"/>
                  <a:gd name="csX15" fmla="*/ 24558 w 159974"/>
                  <a:gd name="csY15" fmla="*/ 165196 h 174662"/>
                  <a:gd name="csX16" fmla="*/ 59933 w 159974"/>
                  <a:gd name="csY16" fmla="*/ 176962 h 174662"/>
                  <a:gd name="csX17" fmla="*/ 89164 w 159974"/>
                  <a:gd name="csY17" fmla="*/ 149516 h 174662"/>
                  <a:gd name="csX18" fmla="*/ 106082 w 159974"/>
                  <a:gd name="csY18" fmla="*/ 112993 h 174662"/>
                  <a:gd name="csX19" fmla="*/ 116849 w 159974"/>
                  <a:gd name="csY19" fmla="*/ 99160 h 174662"/>
                  <a:gd name="csX20" fmla="*/ 136845 w 159974"/>
                  <a:gd name="csY20" fmla="*/ 93010 h 174662"/>
                  <a:gd name="csX21" fmla="*/ 141463 w 159974"/>
                  <a:gd name="csY21" fmla="*/ 77632 h 174662"/>
                  <a:gd name="csX22" fmla="*/ 149152 w 159974"/>
                  <a:gd name="csY22" fmla="*/ 66871 h 174662"/>
                  <a:gd name="csX23" fmla="*/ 161459 w 159974"/>
                  <a:gd name="csY23" fmla="*/ 48421 h 174662"/>
                  <a:gd name="csX24" fmla="*/ 164537 w 159974"/>
                  <a:gd name="csY24" fmla="*/ 16139 h 174662"/>
                  <a:gd name="csX25" fmla="*/ 153770 w 159974"/>
                  <a:gd name="csY25" fmla="*/ 14600 h 174662"/>
                  <a:gd name="csX26" fmla="*/ 149152 w 159974"/>
                  <a:gd name="csY26" fmla="*/ 22289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9152" y="22289"/>
                    </a:moveTo>
                    <a:lnTo>
                      <a:pt x="141463" y="22289"/>
                    </a:lnTo>
                    <a:lnTo>
                      <a:pt x="141463" y="9989"/>
                    </a:lnTo>
                    <a:lnTo>
                      <a:pt x="135306" y="2300"/>
                    </a:lnTo>
                    <a:lnTo>
                      <a:pt x="123006" y="6911"/>
                    </a:lnTo>
                    <a:lnTo>
                      <a:pt x="121467" y="20750"/>
                    </a:lnTo>
                    <a:lnTo>
                      <a:pt x="107621" y="39200"/>
                    </a:lnTo>
                    <a:lnTo>
                      <a:pt x="107621" y="49960"/>
                    </a:lnTo>
                    <a:lnTo>
                      <a:pt x="99932" y="63793"/>
                    </a:lnTo>
                    <a:lnTo>
                      <a:pt x="73779" y="79171"/>
                    </a:lnTo>
                    <a:lnTo>
                      <a:pt x="55322" y="97621"/>
                    </a:lnTo>
                    <a:lnTo>
                      <a:pt x="30708" y="111453"/>
                    </a:lnTo>
                    <a:lnTo>
                      <a:pt x="16862" y="126832"/>
                    </a:lnTo>
                    <a:lnTo>
                      <a:pt x="4562" y="153436"/>
                    </a:lnTo>
                    <a:lnTo>
                      <a:pt x="7634" y="165196"/>
                    </a:lnTo>
                    <a:lnTo>
                      <a:pt x="24558" y="165196"/>
                    </a:lnTo>
                    <a:lnTo>
                      <a:pt x="59933" y="176962"/>
                    </a:lnTo>
                    <a:lnTo>
                      <a:pt x="89164" y="149516"/>
                    </a:lnTo>
                    <a:lnTo>
                      <a:pt x="106082" y="112993"/>
                    </a:lnTo>
                    <a:lnTo>
                      <a:pt x="116849" y="99160"/>
                    </a:lnTo>
                    <a:lnTo>
                      <a:pt x="136845" y="93010"/>
                    </a:lnTo>
                    <a:lnTo>
                      <a:pt x="141463" y="77632"/>
                    </a:lnTo>
                    <a:lnTo>
                      <a:pt x="149152" y="66871"/>
                    </a:lnTo>
                    <a:lnTo>
                      <a:pt x="161459" y="48421"/>
                    </a:lnTo>
                    <a:lnTo>
                      <a:pt x="164537" y="16139"/>
                    </a:lnTo>
                    <a:lnTo>
                      <a:pt x="153770" y="14600"/>
                    </a:lnTo>
                    <a:lnTo>
                      <a:pt x="149152" y="222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1" name="Forme libre : forme 1059">
                <a:extLst>
                  <a:ext uri="{FF2B5EF4-FFF2-40B4-BE49-F238E27FC236}">
                    <a16:creationId xmlns:a16="http://schemas.microsoft.com/office/drawing/2014/main" id="{ED76BC16-B32D-029C-8306-44DC24BCD361}"/>
                  </a:ext>
                </a:extLst>
              </p:cNvPr>
              <p:cNvSpPr/>
              <p:nvPr/>
            </p:nvSpPr>
            <p:spPr>
              <a:xfrm rot="-948642" flipV="1">
                <a:off x="9226606" y="5752518"/>
                <a:ext cx="12087" cy="11732"/>
              </a:xfrm>
              <a:custGeom>
                <a:avLst/>
                <a:gdLst>
                  <a:gd name="csX0" fmla="*/ 4519 w 12087"/>
                  <a:gd name="csY0" fmla="*/ 2348 h 11732"/>
                  <a:gd name="csX1" fmla="*/ 14110 w 12087"/>
                  <a:gd name="csY1" fmla="*/ 2348 h 11732"/>
                  <a:gd name="csX2" fmla="*/ 16607 w 12087"/>
                  <a:gd name="csY2" fmla="*/ 11145 h 11732"/>
                  <a:gd name="csX3" fmla="*/ 11046 w 12087"/>
                  <a:gd name="csY3" fmla="*/ 14080 h 11732"/>
                  <a:gd name="csX4" fmla="*/ 4519 w 12087"/>
                  <a:gd name="csY4" fmla="*/ 2348 h 11732"/>
                </a:gdLst>
                <a:ahLst/>
                <a:cxnLst>
                  <a:cxn ang="0">
                    <a:pos x="csX0" y="csY0"/>
                  </a:cxn>
                  <a:cxn ang="0">
                    <a:pos x="csX1" y="csY1"/>
                  </a:cxn>
                  <a:cxn ang="0">
                    <a:pos x="csX2" y="csY2"/>
                  </a:cxn>
                  <a:cxn ang="0">
                    <a:pos x="csX3" y="csY3"/>
                  </a:cxn>
                  <a:cxn ang="0">
                    <a:pos x="csX4" y="csY4"/>
                  </a:cxn>
                </a:cxnLst>
                <a:rect l="l" t="t" r="r" b="b"/>
                <a:pathLst>
                  <a:path w="12087" h="11732">
                    <a:moveTo>
                      <a:pt x="4519" y="2348"/>
                    </a:moveTo>
                    <a:lnTo>
                      <a:pt x="14110" y="2348"/>
                    </a:lnTo>
                    <a:lnTo>
                      <a:pt x="16607" y="11145"/>
                    </a:lnTo>
                    <a:lnTo>
                      <a:pt x="11046" y="14080"/>
                    </a:lnTo>
                    <a:lnTo>
                      <a:pt x="4519" y="2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2" name="Forme libre : forme 1060">
                <a:extLst>
                  <a:ext uri="{FF2B5EF4-FFF2-40B4-BE49-F238E27FC236}">
                    <a16:creationId xmlns:a16="http://schemas.microsoft.com/office/drawing/2014/main" id="{C6F633F7-DBFF-A175-7895-DB3A0B1A880F}"/>
                  </a:ext>
                </a:extLst>
              </p:cNvPr>
              <p:cNvSpPr/>
              <p:nvPr/>
            </p:nvSpPr>
            <p:spPr>
              <a:xfrm rot="2211583" flipV="1">
                <a:off x="9581062" y="5640574"/>
                <a:ext cx="7689" cy="8913"/>
              </a:xfrm>
              <a:custGeom>
                <a:avLst/>
                <a:gdLst>
                  <a:gd name="csX0" fmla="*/ 4734 w 7689"/>
                  <a:gd name="csY0" fmla="*/ 2280 h 8913"/>
                  <a:gd name="csX1" fmla="*/ 12423 w 7689"/>
                  <a:gd name="csY1" fmla="*/ 2280 h 8913"/>
                  <a:gd name="csX2" fmla="*/ 11506 w 7689"/>
                  <a:gd name="csY2" fmla="*/ 11194 h 8913"/>
                  <a:gd name="csX3" fmla="*/ 6889 w 7689"/>
                  <a:gd name="csY3" fmla="*/ 9654 h 8913"/>
                  <a:gd name="csX4" fmla="*/ 4734 w 7689"/>
                  <a:gd name="csY4" fmla="*/ 2280 h 8913"/>
                </a:gdLst>
                <a:ahLst/>
                <a:cxnLst>
                  <a:cxn ang="0">
                    <a:pos x="csX0" y="csY0"/>
                  </a:cxn>
                  <a:cxn ang="0">
                    <a:pos x="csX1" y="csY1"/>
                  </a:cxn>
                  <a:cxn ang="0">
                    <a:pos x="csX2" y="csY2"/>
                  </a:cxn>
                  <a:cxn ang="0">
                    <a:pos x="csX3" y="csY3"/>
                  </a:cxn>
                  <a:cxn ang="0">
                    <a:pos x="csX4" y="csY4"/>
                  </a:cxn>
                </a:cxnLst>
                <a:rect l="l" t="t" r="r" b="b"/>
                <a:pathLst>
                  <a:path w="7689" h="8913">
                    <a:moveTo>
                      <a:pt x="4734" y="2280"/>
                    </a:moveTo>
                    <a:lnTo>
                      <a:pt x="12423" y="2280"/>
                    </a:lnTo>
                    <a:lnTo>
                      <a:pt x="11506" y="11194"/>
                    </a:lnTo>
                    <a:lnTo>
                      <a:pt x="6889" y="9654"/>
                    </a:lnTo>
                    <a:lnTo>
                      <a:pt x="4734" y="2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3" name="Forme libre : forme 1061">
                <a:extLst>
                  <a:ext uri="{FF2B5EF4-FFF2-40B4-BE49-F238E27FC236}">
                    <a16:creationId xmlns:a16="http://schemas.microsoft.com/office/drawing/2014/main" id="{E264B14D-577B-65F5-A614-1FE2FEC496D7}"/>
                  </a:ext>
                </a:extLst>
              </p:cNvPr>
              <p:cNvSpPr/>
              <p:nvPr/>
            </p:nvSpPr>
            <p:spPr>
              <a:xfrm>
                <a:off x="7087686" y="5812054"/>
                <a:ext cx="41784" cy="26351"/>
              </a:xfrm>
              <a:custGeom>
                <a:avLst/>
                <a:gdLst>
                  <a:gd name="csX0" fmla="*/ 37836 w 41784"/>
                  <a:gd name="csY0" fmla="*/ 13062 h 26351"/>
                  <a:gd name="csX1" fmla="*/ 23224 w 41784"/>
                  <a:gd name="csY1" fmla="*/ 13062 h 26351"/>
                  <a:gd name="csX2" fmla="*/ 24763 w 41784"/>
                  <a:gd name="csY2" fmla="*/ 9361 h 26351"/>
                  <a:gd name="csX3" fmla="*/ 22711 w 41784"/>
                  <a:gd name="csY3" fmla="*/ 7836 h 26351"/>
                  <a:gd name="csX4" fmla="*/ 17580 w 41784"/>
                  <a:gd name="csY4" fmla="*/ 9361 h 26351"/>
                  <a:gd name="csX5" fmla="*/ 17327 w 41784"/>
                  <a:gd name="csY5" fmla="*/ 3916 h 26351"/>
                  <a:gd name="csX6" fmla="*/ 13996 w 41784"/>
                  <a:gd name="csY6" fmla="*/ 3478 h 26351"/>
                  <a:gd name="csX7" fmla="*/ 14509 w 41784"/>
                  <a:gd name="csY7" fmla="*/ 8054 h 26351"/>
                  <a:gd name="csX8" fmla="*/ 11177 w 41784"/>
                  <a:gd name="csY8" fmla="*/ 7179 h 26351"/>
                  <a:gd name="csX9" fmla="*/ 9125 w 41784"/>
                  <a:gd name="csY9" fmla="*/ 2390 h 26351"/>
                  <a:gd name="csX10" fmla="*/ 5534 w 41784"/>
                  <a:gd name="csY10" fmla="*/ 2390 h 26351"/>
                  <a:gd name="csX11" fmla="*/ 5021 w 41784"/>
                  <a:gd name="csY11" fmla="*/ 9580 h 26351"/>
                  <a:gd name="csX12" fmla="*/ 7073 w 41784"/>
                  <a:gd name="csY12" fmla="*/ 13500 h 26351"/>
                  <a:gd name="csX13" fmla="*/ 10151 w 41784"/>
                  <a:gd name="csY13" fmla="*/ 14588 h 26351"/>
                  <a:gd name="csX14" fmla="*/ 10404 w 41784"/>
                  <a:gd name="csY14" fmla="*/ 21558 h 26351"/>
                  <a:gd name="csX15" fmla="*/ 4507 w 41784"/>
                  <a:gd name="csY15" fmla="*/ 24172 h 26351"/>
                  <a:gd name="csX16" fmla="*/ 3228 w 41784"/>
                  <a:gd name="csY16" fmla="*/ 28522 h 26351"/>
                  <a:gd name="csX17" fmla="*/ 11684 w 41784"/>
                  <a:gd name="csY17" fmla="*/ 26128 h 26351"/>
                  <a:gd name="csX18" fmla="*/ 18607 w 41784"/>
                  <a:gd name="csY18" fmla="*/ 28310 h 26351"/>
                  <a:gd name="csX19" fmla="*/ 23737 w 41784"/>
                  <a:gd name="csY19" fmla="*/ 28741 h 26351"/>
                  <a:gd name="csX20" fmla="*/ 23737 w 41784"/>
                  <a:gd name="csY20" fmla="*/ 26566 h 26351"/>
                  <a:gd name="csX21" fmla="*/ 28608 w 41784"/>
                  <a:gd name="csY21" fmla="*/ 25478 h 26351"/>
                  <a:gd name="csX22" fmla="*/ 27329 w 41784"/>
                  <a:gd name="csY22" fmla="*/ 23296 h 26351"/>
                  <a:gd name="csX23" fmla="*/ 29121 w 41784"/>
                  <a:gd name="csY23" fmla="*/ 20683 h 26351"/>
                  <a:gd name="csX24" fmla="*/ 43220 w 41784"/>
                  <a:gd name="csY24" fmla="*/ 21777 h 26351"/>
                  <a:gd name="csX25" fmla="*/ 45012 w 41784"/>
                  <a:gd name="csY25" fmla="*/ 11974 h 26351"/>
                  <a:gd name="csX26" fmla="*/ 40655 w 41784"/>
                  <a:gd name="csY26" fmla="*/ 9792 h 26351"/>
                  <a:gd name="csX27" fmla="*/ 37836 w 41784"/>
                  <a:gd name="csY27" fmla="*/ 13062 h 263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1784" h="26351">
                    <a:moveTo>
                      <a:pt x="37836" y="13062"/>
                    </a:moveTo>
                    <a:lnTo>
                      <a:pt x="23224" y="13062"/>
                    </a:lnTo>
                    <a:lnTo>
                      <a:pt x="24763" y="9361"/>
                    </a:lnTo>
                    <a:lnTo>
                      <a:pt x="22711" y="7836"/>
                    </a:lnTo>
                    <a:lnTo>
                      <a:pt x="17580" y="9361"/>
                    </a:lnTo>
                    <a:lnTo>
                      <a:pt x="17327" y="3916"/>
                    </a:lnTo>
                    <a:lnTo>
                      <a:pt x="13996" y="3478"/>
                    </a:lnTo>
                    <a:lnTo>
                      <a:pt x="14509" y="8054"/>
                    </a:lnTo>
                    <a:lnTo>
                      <a:pt x="11177" y="7179"/>
                    </a:lnTo>
                    <a:lnTo>
                      <a:pt x="9125" y="2390"/>
                    </a:lnTo>
                    <a:lnTo>
                      <a:pt x="5534" y="2390"/>
                    </a:lnTo>
                    <a:lnTo>
                      <a:pt x="5021" y="9580"/>
                    </a:lnTo>
                    <a:lnTo>
                      <a:pt x="7073" y="13500"/>
                    </a:lnTo>
                    <a:lnTo>
                      <a:pt x="10151" y="14588"/>
                    </a:lnTo>
                    <a:lnTo>
                      <a:pt x="10404" y="21558"/>
                    </a:lnTo>
                    <a:lnTo>
                      <a:pt x="4507" y="24172"/>
                    </a:lnTo>
                    <a:lnTo>
                      <a:pt x="3228" y="28522"/>
                    </a:lnTo>
                    <a:lnTo>
                      <a:pt x="11684" y="26128"/>
                    </a:lnTo>
                    <a:lnTo>
                      <a:pt x="18607" y="28310"/>
                    </a:lnTo>
                    <a:lnTo>
                      <a:pt x="23737" y="28741"/>
                    </a:lnTo>
                    <a:lnTo>
                      <a:pt x="23737" y="26566"/>
                    </a:lnTo>
                    <a:lnTo>
                      <a:pt x="28608" y="25478"/>
                    </a:lnTo>
                    <a:lnTo>
                      <a:pt x="27329" y="23296"/>
                    </a:lnTo>
                    <a:lnTo>
                      <a:pt x="29121" y="20683"/>
                    </a:lnTo>
                    <a:lnTo>
                      <a:pt x="43220" y="21777"/>
                    </a:lnTo>
                    <a:lnTo>
                      <a:pt x="45012" y="11974"/>
                    </a:lnTo>
                    <a:lnTo>
                      <a:pt x="40655" y="9792"/>
                    </a:lnTo>
                    <a:lnTo>
                      <a:pt x="37836" y="130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4" name="Forme libre : forme 1062">
                <a:extLst>
                  <a:ext uri="{FF2B5EF4-FFF2-40B4-BE49-F238E27FC236}">
                    <a16:creationId xmlns:a16="http://schemas.microsoft.com/office/drawing/2014/main" id="{2D4F8A02-3FB2-84C2-CC68-ACBF6A9DDE72}"/>
                  </a:ext>
                </a:extLst>
              </p:cNvPr>
              <p:cNvSpPr/>
              <p:nvPr/>
            </p:nvSpPr>
            <p:spPr>
              <a:xfrm>
                <a:off x="6317132" y="6549545"/>
                <a:ext cx="76659" cy="31906"/>
              </a:xfrm>
              <a:custGeom>
                <a:avLst/>
                <a:gdLst>
                  <a:gd name="csX0" fmla="*/ 62854 w 76659"/>
                  <a:gd name="csY0" fmla="*/ 23965 h 31906"/>
                  <a:gd name="csX1" fmla="*/ 54563 w 76659"/>
                  <a:gd name="csY1" fmla="*/ 15167 h 31906"/>
                  <a:gd name="csX2" fmla="*/ 37988 w 76659"/>
                  <a:gd name="csY2" fmla="*/ 13402 h 31906"/>
                  <a:gd name="csX3" fmla="*/ 27631 w 76659"/>
                  <a:gd name="csY3" fmla="*/ 2840 h 31906"/>
                  <a:gd name="csX4" fmla="*/ 11055 w 76659"/>
                  <a:gd name="csY4" fmla="*/ 2840 h 31906"/>
                  <a:gd name="csX5" fmla="*/ 2771 w 76659"/>
                  <a:gd name="csY5" fmla="*/ 11644 h 31906"/>
                  <a:gd name="csX6" fmla="*/ 4843 w 76659"/>
                  <a:gd name="csY6" fmla="*/ 18683 h 31906"/>
                  <a:gd name="csX7" fmla="*/ 11055 w 76659"/>
                  <a:gd name="csY7" fmla="*/ 31004 h 31906"/>
                  <a:gd name="csX8" fmla="*/ 4843 w 76659"/>
                  <a:gd name="csY8" fmla="*/ 34746 h 31906"/>
                  <a:gd name="csX9" fmla="*/ 79430 w 76659"/>
                  <a:gd name="csY9" fmla="*/ 34746 h 31906"/>
                  <a:gd name="csX10" fmla="*/ 64927 w 76659"/>
                  <a:gd name="csY10" fmla="*/ 32769 h 31906"/>
                  <a:gd name="csX11" fmla="*/ 62854 w 76659"/>
                  <a:gd name="csY11" fmla="*/ 23965 h 31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659" h="31906">
                    <a:moveTo>
                      <a:pt x="62854" y="23965"/>
                    </a:moveTo>
                    <a:lnTo>
                      <a:pt x="54563" y="15167"/>
                    </a:lnTo>
                    <a:lnTo>
                      <a:pt x="37988" y="13402"/>
                    </a:lnTo>
                    <a:lnTo>
                      <a:pt x="27631" y="2840"/>
                    </a:lnTo>
                    <a:lnTo>
                      <a:pt x="11055" y="2840"/>
                    </a:lnTo>
                    <a:lnTo>
                      <a:pt x="2771" y="11644"/>
                    </a:lnTo>
                    <a:lnTo>
                      <a:pt x="4843" y="18683"/>
                    </a:lnTo>
                    <a:lnTo>
                      <a:pt x="11055" y="31004"/>
                    </a:lnTo>
                    <a:lnTo>
                      <a:pt x="4843" y="34746"/>
                    </a:lnTo>
                    <a:lnTo>
                      <a:pt x="79430" y="34746"/>
                    </a:lnTo>
                    <a:lnTo>
                      <a:pt x="64927" y="32769"/>
                    </a:lnTo>
                    <a:lnTo>
                      <a:pt x="62854" y="23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5" name="Forme libre : forme 1063">
                <a:extLst>
                  <a:ext uri="{FF2B5EF4-FFF2-40B4-BE49-F238E27FC236}">
                    <a16:creationId xmlns:a16="http://schemas.microsoft.com/office/drawing/2014/main" id="{16CD0A4D-A2C6-5640-CB4C-3DCE93BC494A}"/>
                  </a:ext>
                </a:extLst>
              </p:cNvPr>
              <p:cNvSpPr/>
              <p:nvPr/>
            </p:nvSpPr>
            <p:spPr>
              <a:xfrm>
                <a:off x="6454908" y="6407405"/>
                <a:ext cx="671298" cy="174046"/>
              </a:xfrm>
              <a:custGeom>
                <a:avLst/>
                <a:gdLst>
                  <a:gd name="csX0" fmla="*/ 660396 w 671298"/>
                  <a:gd name="csY0" fmla="*/ 96531 h 174046"/>
                  <a:gd name="csX1" fmla="*/ 641747 w 671298"/>
                  <a:gd name="csY1" fmla="*/ 101812 h 174046"/>
                  <a:gd name="csX2" fmla="*/ 630870 w 671298"/>
                  <a:gd name="csY2" fmla="*/ 97851 h 174046"/>
                  <a:gd name="csX3" fmla="*/ 596686 w 671298"/>
                  <a:gd name="csY3" fmla="*/ 97851 h 174046"/>
                  <a:gd name="csX4" fmla="*/ 576485 w 671298"/>
                  <a:gd name="csY4" fmla="*/ 88609 h 174046"/>
                  <a:gd name="csX5" fmla="*/ 550065 w 671298"/>
                  <a:gd name="csY5" fmla="*/ 85968 h 174046"/>
                  <a:gd name="csX6" fmla="*/ 525205 w 671298"/>
                  <a:gd name="csY6" fmla="*/ 83328 h 174046"/>
                  <a:gd name="csX7" fmla="*/ 489462 w 671298"/>
                  <a:gd name="csY7" fmla="*/ 95210 h 174046"/>
                  <a:gd name="csX8" fmla="*/ 467707 w 671298"/>
                  <a:gd name="csY8" fmla="*/ 80687 h 174046"/>
                  <a:gd name="csX9" fmla="*/ 441288 w 671298"/>
                  <a:gd name="csY9" fmla="*/ 83328 h 174046"/>
                  <a:gd name="csX10" fmla="*/ 428858 w 671298"/>
                  <a:gd name="csY10" fmla="*/ 72765 h 174046"/>
                  <a:gd name="csX11" fmla="*/ 413322 w 671298"/>
                  <a:gd name="csY11" fmla="*/ 66164 h 174046"/>
                  <a:gd name="csX12" fmla="*/ 397780 w 671298"/>
                  <a:gd name="csY12" fmla="*/ 62210 h 174046"/>
                  <a:gd name="csX13" fmla="*/ 383797 w 671298"/>
                  <a:gd name="csY13" fmla="*/ 54288 h 174046"/>
                  <a:gd name="csX14" fmla="*/ 380684 w 671298"/>
                  <a:gd name="csY14" fmla="*/ 46366 h 174046"/>
                  <a:gd name="csX15" fmla="*/ 400885 w 671298"/>
                  <a:gd name="csY15" fmla="*/ 42405 h 174046"/>
                  <a:gd name="csX16" fmla="*/ 403998 w 671298"/>
                  <a:gd name="csY16" fmla="*/ 31843 h 174046"/>
                  <a:gd name="csX17" fmla="*/ 394674 w 671298"/>
                  <a:gd name="csY17" fmla="*/ 31843 h 174046"/>
                  <a:gd name="csX18" fmla="*/ 380684 w 671298"/>
                  <a:gd name="csY18" fmla="*/ 23921 h 174046"/>
                  <a:gd name="csX19" fmla="*/ 357377 w 671298"/>
                  <a:gd name="csY19" fmla="*/ 12038 h 174046"/>
                  <a:gd name="csX20" fmla="*/ 324746 w 671298"/>
                  <a:gd name="csY20" fmla="*/ 2796 h 174046"/>
                  <a:gd name="csX21" fmla="*/ 310763 w 671298"/>
                  <a:gd name="csY21" fmla="*/ 9398 h 174046"/>
                  <a:gd name="csX22" fmla="*/ 296774 w 671298"/>
                  <a:gd name="csY22" fmla="*/ 9398 h 174046"/>
                  <a:gd name="csX23" fmla="*/ 267255 w 671298"/>
                  <a:gd name="csY23" fmla="*/ 17320 h 174046"/>
                  <a:gd name="csX24" fmla="*/ 256371 w 671298"/>
                  <a:gd name="csY24" fmla="*/ 31843 h 174046"/>
                  <a:gd name="csX25" fmla="*/ 245494 w 671298"/>
                  <a:gd name="csY25" fmla="*/ 31843 h 174046"/>
                  <a:gd name="csX26" fmla="*/ 247054 w 671298"/>
                  <a:gd name="csY26" fmla="*/ 50327 h 174046"/>
                  <a:gd name="csX27" fmla="*/ 253265 w 671298"/>
                  <a:gd name="csY27" fmla="*/ 63530 h 174046"/>
                  <a:gd name="csX28" fmla="*/ 250160 w 671298"/>
                  <a:gd name="csY28" fmla="*/ 79367 h 174046"/>
                  <a:gd name="csX29" fmla="*/ 233064 w 671298"/>
                  <a:gd name="csY29" fmla="*/ 71445 h 174046"/>
                  <a:gd name="csX30" fmla="*/ 219081 w 671298"/>
                  <a:gd name="csY30" fmla="*/ 58249 h 174046"/>
                  <a:gd name="csX31" fmla="*/ 195768 w 671298"/>
                  <a:gd name="csY31" fmla="*/ 68804 h 174046"/>
                  <a:gd name="csX32" fmla="*/ 212863 w 671298"/>
                  <a:gd name="csY32" fmla="*/ 79367 h 174046"/>
                  <a:gd name="csX33" fmla="*/ 211310 w 671298"/>
                  <a:gd name="csY33" fmla="*/ 96531 h 174046"/>
                  <a:gd name="csX34" fmla="*/ 181785 w 671298"/>
                  <a:gd name="csY34" fmla="*/ 99171 h 174046"/>
                  <a:gd name="csX35" fmla="*/ 184890 w 671298"/>
                  <a:gd name="csY35" fmla="*/ 83328 h 174046"/>
                  <a:gd name="csX36" fmla="*/ 166242 w 671298"/>
                  <a:gd name="csY36" fmla="*/ 70125 h 174046"/>
                  <a:gd name="csX37" fmla="*/ 153812 w 671298"/>
                  <a:gd name="csY37" fmla="*/ 80687 h 174046"/>
                  <a:gd name="csX38" fmla="*/ 147601 w 671298"/>
                  <a:gd name="csY38" fmla="*/ 96531 h 174046"/>
                  <a:gd name="csX39" fmla="*/ 124287 w 671298"/>
                  <a:gd name="csY39" fmla="*/ 97851 h 174046"/>
                  <a:gd name="csX40" fmla="*/ 99427 w 671298"/>
                  <a:gd name="csY40" fmla="*/ 107093 h 174046"/>
                  <a:gd name="csX41" fmla="*/ 85444 w 671298"/>
                  <a:gd name="csY41" fmla="*/ 117655 h 174046"/>
                  <a:gd name="csX42" fmla="*/ 77673 w 671298"/>
                  <a:gd name="csY42" fmla="*/ 115015 h 174046"/>
                  <a:gd name="csX43" fmla="*/ 62130 w 671298"/>
                  <a:gd name="csY43" fmla="*/ 120296 h 174046"/>
                  <a:gd name="csX44" fmla="*/ 66796 w 671298"/>
                  <a:gd name="csY44" fmla="*/ 128218 h 174046"/>
                  <a:gd name="csX45" fmla="*/ 60577 w 671298"/>
                  <a:gd name="csY45" fmla="*/ 130858 h 174046"/>
                  <a:gd name="csX46" fmla="*/ 43482 w 671298"/>
                  <a:gd name="csY46" fmla="*/ 130858 h 174046"/>
                  <a:gd name="csX47" fmla="*/ 37270 w 671298"/>
                  <a:gd name="csY47" fmla="*/ 134812 h 174046"/>
                  <a:gd name="csX48" fmla="*/ 37270 w 671298"/>
                  <a:gd name="csY48" fmla="*/ 140094 h 174046"/>
                  <a:gd name="csX49" fmla="*/ 31052 w 671298"/>
                  <a:gd name="csY49" fmla="*/ 145375 h 174046"/>
                  <a:gd name="csX50" fmla="*/ 17069 w 671298"/>
                  <a:gd name="csY50" fmla="*/ 145375 h 174046"/>
                  <a:gd name="csX51" fmla="*/ 13963 w 671298"/>
                  <a:gd name="csY51" fmla="*/ 154617 h 174046"/>
                  <a:gd name="csX52" fmla="*/ 6192 w 671298"/>
                  <a:gd name="csY52" fmla="*/ 169140 h 174046"/>
                  <a:gd name="csX53" fmla="*/ 3080 w 671298"/>
                  <a:gd name="csY53" fmla="*/ 176843 h 174046"/>
                  <a:gd name="csX54" fmla="*/ 626211 w 671298"/>
                  <a:gd name="csY54" fmla="*/ 176843 h 174046"/>
                  <a:gd name="csX55" fmla="*/ 623099 w 671298"/>
                  <a:gd name="csY55" fmla="*/ 175742 h 174046"/>
                  <a:gd name="csX56" fmla="*/ 635536 w 671298"/>
                  <a:gd name="csY56" fmla="*/ 170460 h 174046"/>
                  <a:gd name="csX57" fmla="*/ 643300 w 671298"/>
                  <a:gd name="csY57" fmla="*/ 162539 h 174046"/>
                  <a:gd name="csX58" fmla="*/ 633976 w 671298"/>
                  <a:gd name="csY58" fmla="*/ 153296 h 174046"/>
                  <a:gd name="csX59" fmla="*/ 644860 w 671298"/>
                  <a:gd name="csY59" fmla="*/ 148015 h 174046"/>
                  <a:gd name="csX60" fmla="*/ 654177 w 671298"/>
                  <a:gd name="csY60" fmla="*/ 137453 h 174046"/>
                  <a:gd name="csX61" fmla="*/ 652624 w 671298"/>
                  <a:gd name="csY61" fmla="*/ 129538 h 174046"/>
                  <a:gd name="csX62" fmla="*/ 661948 w 671298"/>
                  <a:gd name="csY62" fmla="*/ 128218 h 174046"/>
                  <a:gd name="csX63" fmla="*/ 674378 w 671298"/>
                  <a:gd name="csY63" fmla="*/ 117655 h 174046"/>
                  <a:gd name="csX64" fmla="*/ 660396 w 671298"/>
                  <a:gd name="csY64" fmla="*/ 108413 h 174046"/>
                  <a:gd name="csX65" fmla="*/ 660396 w 671298"/>
                  <a:gd name="csY65" fmla="*/ 96531 h 1740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671298" h="174046">
                    <a:moveTo>
                      <a:pt x="660396" y="96531"/>
                    </a:moveTo>
                    <a:lnTo>
                      <a:pt x="641747" y="101812"/>
                    </a:lnTo>
                    <a:lnTo>
                      <a:pt x="630870" y="97851"/>
                    </a:lnTo>
                    <a:lnTo>
                      <a:pt x="596686" y="97851"/>
                    </a:lnTo>
                    <a:lnTo>
                      <a:pt x="576485" y="88609"/>
                    </a:lnTo>
                    <a:lnTo>
                      <a:pt x="550065" y="85968"/>
                    </a:lnTo>
                    <a:lnTo>
                      <a:pt x="525205" y="83328"/>
                    </a:lnTo>
                    <a:lnTo>
                      <a:pt x="489462" y="95210"/>
                    </a:lnTo>
                    <a:lnTo>
                      <a:pt x="467707" y="80687"/>
                    </a:lnTo>
                    <a:lnTo>
                      <a:pt x="441288" y="83328"/>
                    </a:lnTo>
                    <a:lnTo>
                      <a:pt x="428858" y="72765"/>
                    </a:lnTo>
                    <a:lnTo>
                      <a:pt x="413322" y="66164"/>
                    </a:lnTo>
                    <a:lnTo>
                      <a:pt x="397780" y="62210"/>
                    </a:lnTo>
                    <a:lnTo>
                      <a:pt x="383797" y="54288"/>
                    </a:lnTo>
                    <a:lnTo>
                      <a:pt x="380684" y="46366"/>
                    </a:lnTo>
                    <a:lnTo>
                      <a:pt x="400885" y="42405"/>
                    </a:lnTo>
                    <a:lnTo>
                      <a:pt x="403998" y="31843"/>
                    </a:lnTo>
                    <a:lnTo>
                      <a:pt x="394674" y="31843"/>
                    </a:lnTo>
                    <a:lnTo>
                      <a:pt x="380684" y="23921"/>
                    </a:lnTo>
                    <a:lnTo>
                      <a:pt x="357377" y="12038"/>
                    </a:lnTo>
                    <a:lnTo>
                      <a:pt x="324746" y="2796"/>
                    </a:lnTo>
                    <a:lnTo>
                      <a:pt x="310763" y="9398"/>
                    </a:lnTo>
                    <a:lnTo>
                      <a:pt x="296774" y="9398"/>
                    </a:lnTo>
                    <a:lnTo>
                      <a:pt x="267255" y="17320"/>
                    </a:lnTo>
                    <a:lnTo>
                      <a:pt x="256371" y="31843"/>
                    </a:lnTo>
                    <a:lnTo>
                      <a:pt x="245494" y="31843"/>
                    </a:lnTo>
                    <a:lnTo>
                      <a:pt x="247054" y="50327"/>
                    </a:lnTo>
                    <a:lnTo>
                      <a:pt x="253265" y="63530"/>
                    </a:lnTo>
                    <a:lnTo>
                      <a:pt x="250160" y="79367"/>
                    </a:lnTo>
                    <a:lnTo>
                      <a:pt x="233064" y="71445"/>
                    </a:lnTo>
                    <a:lnTo>
                      <a:pt x="219081" y="58249"/>
                    </a:lnTo>
                    <a:lnTo>
                      <a:pt x="195768" y="68804"/>
                    </a:lnTo>
                    <a:lnTo>
                      <a:pt x="212863" y="79367"/>
                    </a:lnTo>
                    <a:lnTo>
                      <a:pt x="211310" y="96531"/>
                    </a:lnTo>
                    <a:lnTo>
                      <a:pt x="181785" y="99171"/>
                    </a:lnTo>
                    <a:lnTo>
                      <a:pt x="184890" y="83328"/>
                    </a:lnTo>
                    <a:lnTo>
                      <a:pt x="166242" y="70125"/>
                    </a:lnTo>
                    <a:lnTo>
                      <a:pt x="153812" y="80687"/>
                    </a:lnTo>
                    <a:lnTo>
                      <a:pt x="147601" y="96531"/>
                    </a:lnTo>
                    <a:lnTo>
                      <a:pt x="124287" y="97851"/>
                    </a:lnTo>
                    <a:lnTo>
                      <a:pt x="99427" y="107093"/>
                    </a:lnTo>
                    <a:lnTo>
                      <a:pt x="85444" y="117655"/>
                    </a:lnTo>
                    <a:lnTo>
                      <a:pt x="77673" y="115015"/>
                    </a:lnTo>
                    <a:lnTo>
                      <a:pt x="62130" y="120296"/>
                    </a:lnTo>
                    <a:lnTo>
                      <a:pt x="66796" y="128218"/>
                    </a:lnTo>
                    <a:lnTo>
                      <a:pt x="60577" y="130858"/>
                    </a:lnTo>
                    <a:lnTo>
                      <a:pt x="43482" y="130858"/>
                    </a:lnTo>
                    <a:lnTo>
                      <a:pt x="37270" y="134812"/>
                    </a:lnTo>
                    <a:lnTo>
                      <a:pt x="37270" y="140094"/>
                    </a:lnTo>
                    <a:lnTo>
                      <a:pt x="31052" y="145375"/>
                    </a:lnTo>
                    <a:lnTo>
                      <a:pt x="17069" y="145375"/>
                    </a:lnTo>
                    <a:lnTo>
                      <a:pt x="13963" y="154617"/>
                    </a:lnTo>
                    <a:lnTo>
                      <a:pt x="6192" y="169140"/>
                    </a:lnTo>
                    <a:lnTo>
                      <a:pt x="3080" y="176843"/>
                    </a:lnTo>
                    <a:lnTo>
                      <a:pt x="626211" y="176843"/>
                    </a:lnTo>
                    <a:lnTo>
                      <a:pt x="623099" y="175742"/>
                    </a:lnTo>
                    <a:lnTo>
                      <a:pt x="635536" y="170460"/>
                    </a:lnTo>
                    <a:lnTo>
                      <a:pt x="643300" y="162539"/>
                    </a:lnTo>
                    <a:lnTo>
                      <a:pt x="633976" y="153296"/>
                    </a:lnTo>
                    <a:lnTo>
                      <a:pt x="644860" y="148015"/>
                    </a:lnTo>
                    <a:lnTo>
                      <a:pt x="654177" y="137453"/>
                    </a:lnTo>
                    <a:lnTo>
                      <a:pt x="652624" y="129538"/>
                    </a:lnTo>
                    <a:lnTo>
                      <a:pt x="661948" y="128218"/>
                    </a:lnTo>
                    <a:lnTo>
                      <a:pt x="674378" y="117655"/>
                    </a:lnTo>
                    <a:lnTo>
                      <a:pt x="660396" y="108413"/>
                    </a:lnTo>
                    <a:lnTo>
                      <a:pt x="660396" y="965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6" name="Forme libre : forme 1064">
                <a:extLst>
                  <a:ext uri="{FF2B5EF4-FFF2-40B4-BE49-F238E27FC236}">
                    <a16:creationId xmlns:a16="http://schemas.microsoft.com/office/drawing/2014/main" id="{07F7E6C8-399D-C243-A726-30A82DC5641C}"/>
                  </a:ext>
                </a:extLst>
              </p:cNvPr>
              <p:cNvSpPr/>
              <p:nvPr/>
            </p:nvSpPr>
            <p:spPr>
              <a:xfrm>
                <a:off x="7247633" y="6400810"/>
                <a:ext cx="1824033" cy="183521"/>
              </a:xfrm>
              <a:custGeom>
                <a:avLst/>
                <a:gdLst>
                  <a:gd name="csX0" fmla="*/ 1775228 w 1824033"/>
                  <a:gd name="csY0" fmla="*/ 178363 h 183521"/>
                  <a:gd name="csX1" fmla="*/ 1742596 w 1824033"/>
                  <a:gd name="csY1" fmla="*/ 167800 h 183521"/>
                  <a:gd name="csX2" fmla="*/ 1731719 w 1824033"/>
                  <a:gd name="csY2" fmla="*/ 153277 h 183521"/>
                  <a:gd name="csX3" fmla="*/ 1706853 w 1824033"/>
                  <a:gd name="csY3" fmla="*/ 146676 h 183521"/>
                  <a:gd name="csX4" fmla="*/ 1671116 w 1824033"/>
                  <a:gd name="csY4" fmla="*/ 151957 h 183521"/>
                  <a:gd name="csX5" fmla="*/ 1655573 w 1824033"/>
                  <a:gd name="csY5" fmla="*/ 140081 h 183521"/>
                  <a:gd name="csX6" fmla="*/ 1635372 w 1824033"/>
                  <a:gd name="csY6" fmla="*/ 133480 h 183521"/>
                  <a:gd name="csX7" fmla="*/ 1599635 w 1824033"/>
                  <a:gd name="csY7" fmla="*/ 133480 h 183521"/>
                  <a:gd name="csX8" fmla="*/ 1571663 w 1824033"/>
                  <a:gd name="csY8" fmla="*/ 140081 h 183521"/>
                  <a:gd name="csX9" fmla="*/ 1557680 w 1824033"/>
                  <a:gd name="csY9" fmla="*/ 126878 h 183521"/>
                  <a:gd name="csX10" fmla="*/ 1557680 w 1824033"/>
                  <a:gd name="csY10" fmla="*/ 113675 h 183521"/>
                  <a:gd name="csX11" fmla="*/ 1529707 w 1824033"/>
                  <a:gd name="csY11" fmla="*/ 91230 h 183521"/>
                  <a:gd name="csX12" fmla="*/ 1529707 w 1824033"/>
                  <a:gd name="csY12" fmla="*/ 72753 h 183521"/>
                  <a:gd name="csX13" fmla="*/ 1548356 w 1824033"/>
                  <a:gd name="csY13" fmla="*/ 62190 h 183521"/>
                  <a:gd name="csX14" fmla="*/ 1548356 w 1824033"/>
                  <a:gd name="csY14" fmla="*/ 46347 h 183521"/>
                  <a:gd name="csX15" fmla="*/ 1523489 w 1824033"/>
                  <a:gd name="csY15" fmla="*/ 51628 h 183521"/>
                  <a:gd name="csX16" fmla="*/ 1498629 w 1824033"/>
                  <a:gd name="csY16" fmla="*/ 66151 h 183521"/>
                  <a:gd name="csX17" fmla="*/ 1486199 w 1824033"/>
                  <a:gd name="csY17" fmla="*/ 60870 h 183521"/>
                  <a:gd name="csX18" fmla="*/ 1456674 w 1824033"/>
                  <a:gd name="csY18" fmla="*/ 62190 h 183521"/>
                  <a:gd name="csX19" fmla="*/ 1447349 w 1824033"/>
                  <a:gd name="csY19" fmla="*/ 56909 h 183521"/>
                  <a:gd name="csX20" fmla="*/ 1419377 w 1824033"/>
                  <a:gd name="csY20" fmla="*/ 52948 h 183521"/>
                  <a:gd name="csX21" fmla="*/ 1397623 w 1824033"/>
                  <a:gd name="csY21" fmla="*/ 38425 h 183521"/>
                  <a:gd name="csX22" fmla="*/ 1364992 w 1824033"/>
                  <a:gd name="csY22" fmla="*/ 41066 h 183521"/>
                  <a:gd name="csX23" fmla="*/ 1346343 w 1824033"/>
                  <a:gd name="csY23" fmla="*/ 37105 h 183521"/>
                  <a:gd name="csX24" fmla="*/ 1330801 w 1824033"/>
                  <a:gd name="csY24" fmla="*/ 39745 h 183521"/>
                  <a:gd name="csX25" fmla="*/ 1290398 w 1824033"/>
                  <a:gd name="csY25" fmla="*/ 12026 h 183521"/>
                  <a:gd name="csX26" fmla="*/ 1284187 w 1824033"/>
                  <a:gd name="csY26" fmla="*/ 26543 h 183521"/>
                  <a:gd name="csX27" fmla="*/ 1263986 w 1824033"/>
                  <a:gd name="csY27" fmla="*/ 19941 h 183521"/>
                  <a:gd name="csX28" fmla="*/ 1260873 w 1824033"/>
                  <a:gd name="csY28" fmla="*/ 27863 h 183521"/>
                  <a:gd name="csX29" fmla="*/ 1200269 w 1824033"/>
                  <a:gd name="csY29" fmla="*/ 26543 h 183521"/>
                  <a:gd name="csX30" fmla="*/ 1175409 w 1824033"/>
                  <a:gd name="csY30" fmla="*/ 66151 h 183521"/>
                  <a:gd name="csX31" fmla="*/ 1144331 w 1824033"/>
                  <a:gd name="csY31" fmla="*/ 74073 h 183521"/>
                  <a:gd name="csX32" fmla="*/ 1130348 w 1824033"/>
                  <a:gd name="csY32" fmla="*/ 56909 h 183521"/>
                  <a:gd name="csX33" fmla="*/ 1124130 w 1824033"/>
                  <a:gd name="csY33" fmla="*/ 30503 h 183521"/>
                  <a:gd name="csX34" fmla="*/ 1114806 w 1824033"/>
                  <a:gd name="csY34" fmla="*/ 2784 h 183521"/>
                  <a:gd name="csX35" fmla="*/ 1100816 w 1824033"/>
                  <a:gd name="csY35" fmla="*/ 17300 h 183521"/>
                  <a:gd name="csX36" fmla="*/ 1099263 w 1824033"/>
                  <a:gd name="csY36" fmla="*/ 48988 h 183521"/>
                  <a:gd name="csX37" fmla="*/ 1079069 w 1824033"/>
                  <a:gd name="csY37" fmla="*/ 52948 h 183521"/>
                  <a:gd name="csX38" fmla="*/ 1041772 w 1824033"/>
                  <a:gd name="csY38" fmla="*/ 46347 h 183521"/>
                  <a:gd name="csX39" fmla="*/ 1010694 w 1824033"/>
                  <a:gd name="csY39" fmla="*/ 58230 h 183521"/>
                  <a:gd name="csX40" fmla="*/ 999817 w 1824033"/>
                  <a:gd name="csY40" fmla="*/ 70112 h 183521"/>
                  <a:gd name="csX41" fmla="*/ 985827 w 1824033"/>
                  <a:gd name="csY41" fmla="*/ 60870 h 183521"/>
                  <a:gd name="csX42" fmla="*/ 957862 w 1824033"/>
                  <a:gd name="csY42" fmla="*/ 63511 h 183521"/>
                  <a:gd name="csX43" fmla="*/ 926783 w 1824033"/>
                  <a:gd name="csY43" fmla="*/ 64831 h 183521"/>
                  <a:gd name="csX44" fmla="*/ 897258 w 1824033"/>
                  <a:gd name="csY44" fmla="*/ 52948 h 183521"/>
                  <a:gd name="csX45" fmla="*/ 881715 w 1824033"/>
                  <a:gd name="csY45" fmla="*/ 45027 h 183521"/>
                  <a:gd name="csX46" fmla="*/ 842866 w 1824033"/>
                  <a:gd name="csY46" fmla="*/ 41066 h 183521"/>
                  <a:gd name="csX47" fmla="*/ 844419 w 1824033"/>
                  <a:gd name="csY47" fmla="*/ 25222 h 183521"/>
                  <a:gd name="csX48" fmla="*/ 827330 w 1824033"/>
                  <a:gd name="csY48" fmla="*/ 10706 h 183521"/>
                  <a:gd name="csX49" fmla="*/ 782262 w 1824033"/>
                  <a:gd name="csY49" fmla="*/ 18621 h 183521"/>
                  <a:gd name="csX50" fmla="*/ 769832 w 1824033"/>
                  <a:gd name="csY50" fmla="*/ 33144 h 183521"/>
                  <a:gd name="csX51" fmla="*/ 777604 w 1824033"/>
                  <a:gd name="csY51" fmla="*/ 45027 h 183521"/>
                  <a:gd name="csX52" fmla="*/ 779156 w 1824033"/>
                  <a:gd name="csY52" fmla="*/ 63511 h 183521"/>
                  <a:gd name="csX53" fmla="*/ 751184 w 1824033"/>
                  <a:gd name="csY53" fmla="*/ 67472 h 183521"/>
                  <a:gd name="csX54" fmla="*/ 718553 w 1824033"/>
                  <a:gd name="csY54" fmla="*/ 60870 h 183521"/>
                  <a:gd name="csX55" fmla="*/ 707676 w 1824033"/>
                  <a:gd name="csY55" fmla="*/ 46347 h 183521"/>
                  <a:gd name="csX56" fmla="*/ 690580 w 1824033"/>
                  <a:gd name="csY56" fmla="*/ 45027 h 183521"/>
                  <a:gd name="csX57" fmla="*/ 671939 w 1824033"/>
                  <a:gd name="csY57" fmla="*/ 38425 h 183521"/>
                  <a:gd name="csX58" fmla="*/ 667273 w 1824033"/>
                  <a:gd name="csY58" fmla="*/ 30503 h 183521"/>
                  <a:gd name="csX59" fmla="*/ 629983 w 1824033"/>
                  <a:gd name="csY59" fmla="*/ 21261 h 183521"/>
                  <a:gd name="csX60" fmla="*/ 608223 w 1824033"/>
                  <a:gd name="csY60" fmla="*/ 30503 h 183521"/>
                  <a:gd name="csX61" fmla="*/ 592687 w 1824033"/>
                  <a:gd name="csY61" fmla="*/ 19941 h 183521"/>
                  <a:gd name="csX62" fmla="*/ 555390 w 1824033"/>
                  <a:gd name="csY62" fmla="*/ 18621 h 183521"/>
                  <a:gd name="csX63" fmla="*/ 538295 w 1824033"/>
                  <a:gd name="csY63" fmla="*/ 27863 h 183521"/>
                  <a:gd name="csX64" fmla="*/ 536742 w 1824033"/>
                  <a:gd name="csY64" fmla="*/ 43706 h 183521"/>
                  <a:gd name="csX65" fmla="*/ 522759 w 1824033"/>
                  <a:gd name="csY65" fmla="*/ 55589 h 183521"/>
                  <a:gd name="csX66" fmla="*/ 491681 w 1824033"/>
                  <a:gd name="csY66" fmla="*/ 47667 h 183521"/>
                  <a:gd name="csX67" fmla="*/ 476138 w 1824033"/>
                  <a:gd name="csY67" fmla="*/ 50308 h 183521"/>
                  <a:gd name="csX68" fmla="*/ 449725 w 1824033"/>
                  <a:gd name="csY68" fmla="*/ 46347 h 183521"/>
                  <a:gd name="csX69" fmla="*/ 423306 w 1824033"/>
                  <a:gd name="csY69" fmla="*/ 45027 h 183521"/>
                  <a:gd name="csX70" fmla="*/ 399999 w 1824033"/>
                  <a:gd name="csY70" fmla="*/ 46347 h 183521"/>
                  <a:gd name="csX71" fmla="*/ 389122 w 1824033"/>
                  <a:gd name="csY71" fmla="*/ 51628 h 183521"/>
                  <a:gd name="csX72" fmla="*/ 368921 w 1824033"/>
                  <a:gd name="csY72" fmla="*/ 46347 h 183521"/>
                  <a:gd name="csX73" fmla="*/ 354931 w 1824033"/>
                  <a:gd name="csY73" fmla="*/ 50308 h 183521"/>
                  <a:gd name="csX74" fmla="*/ 334736 w 1824033"/>
                  <a:gd name="csY74" fmla="*/ 52948 h 183521"/>
                  <a:gd name="csX75" fmla="*/ 316088 w 1824033"/>
                  <a:gd name="csY75" fmla="*/ 62190 h 183521"/>
                  <a:gd name="csX76" fmla="*/ 291221 w 1824033"/>
                  <a:gd name="csY76" fmla="*/ 64831 h 183521"/>
                  <a:gd name="csX77" fmla="*/ 289668 w 1824033"/>
                  <a:gd name="csY77" fmla="*/ 56909 h 183521"/>
                  <a:gd name="csX78" fmla="*/ 246160 w 1824033"/>
                  <a:gd name="csY78" fmla="*/ 71433 h 183521"/>
                  <a:gd name="csX79" fmla="*/ 236836 w 1824033"/>
                  <a:gd name="csY79" fmla="*/ 80668 h 183521"/>
                  <a:gd name="csX80" fmla="*/ 222847 w 1824033"/>
                  <a:gd name="csY80" fmla="*/ 89910 h 183521"/>
                  <a:gd name="csX81" fmla="*/ 218188 w 1824033"/>
                  <a:gd name="csY81" fmla="*/ 79354 h 183521"/>
                  <a:gd name="csX82" fmla="*/ 194881 w 1824033"/>
                  <a:gd name="csY82" fmla="*/ 81995 h 183521"/>
                  <a:gd name="csX83" fmla="*/ 184004 w 1824033"/>
                  <a:gd name="csY83" fmla="*/ 97832 h 183521"/>
                  <a:gd name="csX84" fmla="*/ 173120 w 1824033"/>
                  <a:gd name="csY84" fmla="*/ 88590 h 183521"/>
                  <a:gd name="csX85" fmla="*/ 162243 w 1824033"/>
                  <a:gd name="csY85" fmla="*/ 80668 h 183521"/>
                  <a:gd name="csX86" fmla="*/ 140489 w 1824033"/>
                  <a:gd name="csY86" fmla="*/ 87269 h 183521"/>
                  <a:gd name="csX87" fmla="*/ 140489 w 1824033"/>
                  <a:gd name="csY87" fmla="*/ 99152 h 183521"/>
                  <a:gd name="csX88" fmla="*/ 107858 w 1824033"/>
                  <a:gd name="csY88" fmla="*/ 114995 h 183521"/>
                  <a:gd name="csX89" fmla="*/ 69008 w 1824033"/>
                  <a:gd name="csY89" fmla="*/ 126878 h 183521"/>
                  <a:gd name="csX90" fmla="*/ 64349 w 1824033"/>
                  <a:gd name="csY90" fmla="*/ 144035 h 183521"/>
                  <a:gd name="csX91" fmla="*/ 51919 w 1824033"/>
                  <a:gd name="csY91" fmla="*/ 149323 h 183521"/>
                  <a:gd name="csX92" fmla="*/ 48807 w 1824033"/>
                  <a:gd name="csY92" fmla="*/ 170441 h 183521"/>
                  <a:gd name="csX93" fmla="*/ 17181 w 1824033"/>
                  <a:gd name="csY93" fmla="*/ 183637 h 183521"/>
                  <a:gd name="csX94" fmla="*/ 3992 w 1824033"/>
                  <a:gd name="csY94" fmla="*/ 186305 h 183521"/>
                  <a:gd name="csX95" fmla="*/ 1828026 w 1824033"/>
                  <a:gd name="csY95" fmla="*/ 183671 h 183521"/>
                  <a:gd name="csX96" fmla="*/ 1807859 w 1824033"/>
                  <a:gd name="csY96" fmla="*/ 171761 h 183521"/>
                  <a:gd name="csX97" fmla="*/ 1775228 w 1824033"/>
                  <a:gd name="csY97" fmla="*/ 178363 h 18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Lst>
                <a:rect l="l" t="t" r="r" b="b"/>
                <a:pathLst>
                  <a:path w="1824033" h="183521">
                    <a:moveTo>
                      <a:pt x="1775228" y="178363"/>
                    </a:moveTo>
                    <a:lnTo>
                      <a:pt x="1742596" y="167800"/>
                    </a:lnTo>
                    <a:lnTo>
                      <a:pt x="1731719" y="153277"/>
                    </a:lnTo>
                    <a:lnTo>
                      <a:pt x="1706853" y="146676"/>
                    </a:lnTo>
                    <a:lnTo>
                      <a:pt x="1671116" y="151957"/>
                    </a:lnTo>
                    <a:lnTo>
                      <a:pt x="1655573" y="140081"/>
                    </a:lnTo>
                    <a:lnTo>
                      <a:pt x="1635372" y="133480"/>
                    </a:lnTo>
                    <a:lnTo>
                      <a:pt x="1599635" y="133480"/>
                    </a:lnTo>
                    <a:lnTo>
                      <a:pt x="1571663" y="140081"/>
                    </a:lnTo>
                    <a:lnTo>
                      <a:pt x="1557680" y="126878"/>
                    </a:lnTo>
                    <a:lnTo>
                      <a:pt x="1557680" y="113675"/>
                    </a:lnTo>
                    <a:lnTo>
                      <a:pt x="1529707" y="91230"/>
                    </a:lnTo>
                    <a:lnTo>
                      <a:pt x="1529707" y="72753"/>
                    </a:lnTo>
                    <a:lnTo>
                      <a:pt x="1548356" y="62190"/>
                    </a:lnTo>
                    <a:lnTo>
                      <a:pt x="1548356" y="46347"/>
                    </a:lnTo>
                    <a:lnTo>
                      <a:pt x="1523489" y="51628"/>
                    </a:lnTo>
                    <a:lnTo>
                      <a:pt x="1498629" y="66151"/>
                    </a:lnTo>
                    <a:lnTo>
                      <a:pt x="1486199" y="60870"/>
                    </a:lnTo>
                    <a:lnTo>
                      <a:pt x="1456674" y="62190"/>
                    </a:lnTo>
                    <a:lnTo>
                      <a:pt x="1447349" y="56909"/>
                    </a:lnTo>
                    <a:lnTo>
                      <a:pt x="1419377" y="52948"/>
                    </a:lnTo>
                    <a:lnTo>
                      <a:pt x="1397623" y="38425"/>
                    </a:lnTo>
                    <a:lnTo>
                      <a:pt x="1364992" y="41066"/>
                    </a:lnTo>
                    <a:lnTo>
                      <a:pt x="1346343" y="37105"/>
                    </a:lnTo>
                    <a:lnTo>
                      <a:pt x="1330801" y="39745"/>
                    </a:lnTo>
                    <a:lnTo>
                      <a:pt x="1290398" y="12026"/>
                    </a:lnTo>
                    <a:lnTo>
                      <a:pt x="1284187" y="26543"/>
                    </a:lnTo>
                    <a:lnTo>
                      <a:pt x="1263986" y="19941"/>
                    </a:lnTo>
                    <a:lnTo>
                      <a:pt x="1260873" y="27863"/>
                    </a:lnTo>
                    <a:lnTo>
                      <a:pt x="1200269" y="26543"/>
                    </a:lnTo>
                    <a:lnTo>
                      <a:pt x="1175409" y="66151"/>
                    </a:lnTo>
                    <a:lnTo>
                      <a:pt x="1144331" y="74073"/>
                    </a:lnTo>
                    <a:lnTo>
                      <a:pt x="1130348" y="56909"/>
                    </a:lnTo>
                    <a:lnTo>
                      <a:pt x="1124130" y="30503"/>
                    </a:lnTo>
                    <a:lnTo>
                      <a:pt x="1114806" y="2784"/>
                    </a:lnTo>
                    <a:lnTo>
                      <a:pt x="1100816" y="17300"/>
                    </a:lnTo>
                    <a:lnTo>
                      <a:pt x="1099263" y="48988"/>
                    </a:lnTo>
                    <a:lnTo>
                      <a:pt x="1079069" y="52948"/>
                    </a:lnTo>
                    <a:lnTo>
                      <a:pt x="1041772" y="46347"/>
                    </a:lnTo>
                    <a:lnTo>
                      <a:pt x="1010694" y="58230"/>
                    </a:lnTo>
                    <a:lnTo>
                      <a:pt x="999817" y="70112"/>
                    </a:lnTo>
                    <a:lnTo>
                      <a:pt x="985827" y="60870"/>
                    </a:lnTo>
                    <a:lnTo>
                      <a:pt x="957862" y="63511"/>
                    </a:lnTo>
                    <a:lnTo>
                      <a:pt x="926783" y="64831"/>
                    </a:lnTo>
                    <a:lnTo>
                      <a:pt x="897258" y="52948"/>
                    </a:lnTo>
                    <a:lnTo>
                      <a:pt x="881715" y="45027"/>
                    </a:lnTo>
                    <a:lnTo>
                      <a:pt x="842866" y="41066"/>
                    </a:lnTo>
                    <a:lnTo>
                      <a:pt x="844419" y="25222"/>
                    </a:lnTo>
                    <a:lnTo>
                      <a:pt x="827330" y="10706"/>
                    </a:lnTo>
                    <a:lnTo>
                      <a:pt x="782262" y="18621"/>
                    </a:lnTo>
                    <a:lnTo>
                      <a:pt x="769832" y="33144"/>
                    </a:lnTo>
                    <a:lnTo>
                      <a:pt x="777604" y="45027"/>
                    </a:lnTo>
                    <a:lnTo>
                      <a:pt x="779156" y="63511"/>
                    </a:lnTo>
                    <a:lnTo>
                      <a:pt x="751184" y="67472"/>
                    </a:lnTo>
                    <a:lnTo>
                      <a:pt x="718553" y="60870"/>
                    </a:lnTo>
                    <a:lnTo>
                      <a:pt x="707676" y="46347"/>
                    </a:lnTo>
                    <a:lnTo>
                      <a:pt x="690580" y="45027"/>
                    </a:lnTo>
                    <a:lnTo>
                      <a:pt x="671939" y="38425"/>
                    </a:lnTo>
                    <a:lnTo>
                      <a:pt x="667273" y="30503"/>
                    </a:lnTo>
                    <a:lnTo>
                      <a:pt x="629983" y="21261"/>
                    </a:lnTo>
                    <a:lnTo>
                      <a:pt x="608223" y="30503"/>
                    </a:lnTo>
                    <a:lnTo>
                      <a:pt x="592687" y="19941"/>
                    </a:lnTo>
                    <a:lnTo>
                      <a:pt x="555390" y="18621"/>
                    </a:lnTo>
                    <a:lnTo>
                      <a:pt x="538295" y="27863"/>
                    </a:lnTo>
                    <a:lnTo>
                      <a:pt x="536742" y="43706"/>
                    </a:lnTo>
                    <a:lnTo>
                      <a:pt x="522759" y="55589"/>
                    </a:lnTo>
                    <a:lnTo>
                      <a:pt x="491681" y="47667"/>
                    </a:lnTo>
                    <a:lnTo>
                      <a:pt x="476138" y="50308"/>
                    </a:lnTo>
                    <a:lnTo>
                      <a:pt x="449725" y="46347"/>
                    </a:lnTo>
                    <a:lnTo>
                      <a:pt x="423306" y="45027"/>
                    </a:lnTo>
                    <a:lnTo>
                      <a:pt x="399999" y="46347"/>
                    </a:lnTo>
                    <a:lnTo>
                      <a:pt x="389122" y="51628"/>
                    </a:lnTo>
                    <a:lnTo>
                      <a:pt x="368921" y="46347"/>
                    </a:lnTo>
                    <a:lnTo>
                      <a:pt x="354931" y="50308"/>
                    </a:lnTo>
                    <a:lnTo>
                      <a:pt x="334736" y="52948"/>
                    </a:lnTo>
                    <a:lnTo>
                      <a:pt x="316088" y="62190"/>
                    </a:lnTo>
                    <a:lnTo>
                      <a:pt x="291221" y="64831"/>
                    </a:lnTo>
                    <a:lnTo>
                      <a:pt x="289668" y="56909"/>
                    </a:lnTo>
                    <a:lnTo>
                      <a:pt x="246160" y="71433"/>
                    </a:lnTo>
                    <a:lnTo>
                      <a:pt x="236836" y="80668"/>
                    </a:lnTo>
                    <a:lnTo>
                      <a:pt x="222847" y="89910"/>
                    </a:lnTo>
                    <a:lnTo>
                      <a:pt x="218188" y="79354"/>
                    </a:lnTo>
                    <a:lnTo>
                      <a:pt x="194881" y="81995"/>
                    </a:lnTo>
                    <a:lnTo>
                      <a:pt x="184004" y="97832"/>
                    </a:lnTo>
                    <a:lnTo>
                      <a:pt x="173120" y="88590"/>
                    </a:lnTo>
                    <a:lnTo>
                      <a:pt x="162243" y="80668"/>
                    </a:lnTo>
                    <a:lnTo>
                      <a:pt x="140489" y="87269"/>
                    </a:lnTo>
                    <a:lnTo>
                      <a:pt x="140489" y="99152"/>
                    </a:lnTo>
                    <a:lnTo>
                      <a:pt x="107858" y="114995"/>
                    </a:lnTo>
                    <a:lnTo>
                      <a:pt x="69008" y="126878"/>
                    </a:lnTo>
                    <a:lnTo>
                      <a:pt x="64349" y="144035"/>
                    </a:lnTo>
                    <a:lnTo>
                      <a:pt x="51919" y="149323"/>
                    </a:lnTo>
                    <a:lnTo>
                      <a:pt x="48807" y="170441"/>
                    </a:lnTo>
                    <a:lnTo>
                      <a:pt x="17181" y="183637"/>
                    </a:lnTo>
                    <a:lnTo>
                      <a:pt x="3992" y="186305"/>
                    </a:lnTo>
                    <a:lnTo>
                      <a:pt x="1828026" y="183671"/>
                    </a:lnTo>
                    <a:lnTo>
                      <a:pt x="1807859" y="171761"/>
                    </a:lnTo>
                    <a:lnTo>
                      <a:pt x="1775228" y="178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7" name="Forme libre : forme 1065">
                <a:extLst>
                  <a:ext uri="{FF2B5EF4-FFF2-40B4-BE49-F238E27FC236}">
                    <a16:creationId xmlns:a16="http://schemas.microsoft.com/office/drawing/2014/main" id="{337DC6EA-66C0-300F-D8C7-80E7971F5215}"/>
                  </a:ext>
                </a:extLst>
              </p:cNvPr>
              <p:cNvSpPr/>
              <p:nvPr/>
            </p:nvSpPr>
            <p:spPr>
              <a:xfrm rot="1950597" flipV="1">
                <a:off x="9178539" y="6472262"/>
                <a:ext cx="16438" cy="8906"/>
              </a:xfrm>
              <a:custGeom>
                <a:avLst/>
                <a:gdLst>
                  <a:gd name="csX0" fmla="*/ 4491 w 16438"/>
                  <a:gd name="csY0" fmla="*/ 2787 h 8906"/>
                  <a:gd name="csX1" fmla="*/ 19233 w 16438"/>
                  <a:gd name="csY1" fmla="*/ 2787 h 8906"/>
                  <a:gd name="csX2" fmla="*/ 20929 w 16438"/>
                  <a:gd name="csY2" fmla="*/ 11694 h 8906"/>
                  <a:gd name="csX3" fmla="*/ 9628 w 16438"/>
                  <a:gd name="csY3" fmla="*/ 9190 h 8906"/>
                  <a:gd name="csX4" fmla="*/ 4491 w 16438"/>
                  <a:gd name="csY4" fmla="*/ 2787 h 8906"/>
                </a:gdLst>
                <a:ahLst/>
                <a:cxnLst>
                  <a:cxn ang="0">
                    <a:pos x="csX0" y="csY0"/>
                  </a:cxn>
                  <a:cxn ang="0">
                    <a:pos x="csX1" y="csY1"/>
                  </a:cxn>
                  <a:cxn ang="0">
                    <a:pos x="csX2" y="csY2"/>
                  </a:cxn>
                  <a:cxn ang="0">
                    <a:pos x="csX3" y="csY3"/>
                  </a:cxn>
                  <a:cxn ang="0">
                    <a:pos x="csX4" y="csY4"/>
                  </a:cxn>
                </a:cxnLst>
                <a:rect l="l" t="t" r="r" b="b"/>
                <a:pathLst>
                  <a:path w="16438" h="8906">
                    <a:moveTo>
                      <a:pt x="4491" y="2787"/>
                    </a:moveTo>
                    <a:lnTo>
                      <a:pt x="19233" y="2787"/>
                    </a:lnTo>
                    <a:lnTo>
                      <a:pt x="20929" y="11694"/>
                    </a:lnTo>
                    <a:lnTo>
                      <a:pt x="9628" y="9190"/>
                    </a:lnTo>
                    <a:lnTo>
                      <a:pt x="4491" y="2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8" name="Forme libre : forme 1066">
                <a:extLst>
                  <a:ext uri="{FF2B5EF4-FFF2-40B4-BE49-F238E27FC236}">
                    <a16:creationId xmlns:a16="http://schemas.microsoft.com/office/drawing/2014/main" id="{E4487F77-A283-7BBA-828B-11CE19BBA212}"/>
                  </a:ext>
                </a:extLst>
              </p:cNvPr>
              <p:cNvSpPr/>
              <p:nvPr/>
            </p:nvSpPr>
            <p:spPr>
              <a:xfrm rot="2117904" flipV="1">
                <a:off x="9141271" y="6444605"/>
                <a:ext cx="14208" cy="8626"/>
              </a:xfrm>
              <a:custGeom>
                <a:avLst/>
                <a:gdLst>
                  <a:gd name="csX0" fmla="*/ 4467 w 14208"/>
                  <a:gd name="csY0" fmla="*/ 2770 h 8626"/>
                  <a:gd name="csX1" fmla="*/ 15892 w 14208"/>
                  <a:gd name="csY1" fmla="*/ 2770 h 8626"/>
                  <a:gd name="csX2" fmla="*/ 18676 w 14208"/>
                  <a:gd name="csY2" fmla="*/ 9597 h 8626"/>
                  <a:gd name="csX3" fmla="*/ 9790 w 14208"/>
                  <a:gd name="csY3" fmla="*/ 11396 h 8626"/>
                  <a:gd name="csX4" fmla="*/ 4467 w 14208"/>
                  <a:gd name="csY4" fmla="*/ 2770 h 8626"/>
                </a:gdLst>
                <a:ahLst/>
                <a:cxnLst>
                  <a:cxn ang="0">
                    <a:pos x="csX0" y="csY0"/>
                  </a:cxn>
                  <a:cxn ang="0">
                    <a:pos x="csX1" y="csY1"/>
                  </a:cxn>
                  <a:cxn ang="0">
                    <a:pos x="csX2" y="csY2"/>
                  </a:cxn>
                  <a:cxn ang="0">
                    <a:pos x="csX3" y="csY3"/>
                  </a:cxn>
                  <a:cxn ang="0">
                    <a:pos x="csX4" y="csY4"/>
                  </a:cxn>
                </a:cxnLst>
                <a:rect l="l" t="t" r="r" b="b"/>
                <a:pathLst>
                  <a:path w="14208" h="8626">
                    <a:moveTo>
                      <a:pt x="4467" y="2770"/>
                    </a:moveTo>
                    <a:lnTo>
                      <a:pt x="15892" y="2770"/>
                    </a:lnTo>
                    <a:lnTo>
                      <a:pt x="18676" y="9597"/>
                    </a:lnTo>
                    <a:lnTo>
                      <a:pt x="9790" y="11396"/>
                    </a:lnTo>
                    <a:lnTo>
                      <a:pt x="4467" y="2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89" name="Forme libre : forme 1067">
                <a:extLst>
                  <a:ext uri="{FF2B5EF4-FFF2-40B4-BE49-F238E27FC236}">
                    <a16:creationId xmlns:a16="http://schemas.microsoft.com/office/drawing/2014/main" id="{FBDBCA6C-8AC4-CCB9-31B7-F559B9DF9D93}"/>
                  </a:ext>
                </a:extLst>
              </p:cNvPr>
              <p:cNvSpPr/>
              <p:nvPr/>
            </p:nvSpPr>
            <p:spPr>
              <a:xfrm rot="-4416869" flipV="1">
                <a:off x="9131003" y="6422952"/>
                <a:ext cx="10959" cy="10801"/>
              </a:xfrm>
              <a:custGeom>
                <a:avLst/>
                <a:gdLst>
                  <a:gd name="csX0" fmla="*/ 4462 w 10959"/>
                  <a:gd name="csY0" fmla="*/ 2756 h 10801"/>
                  <a:gd name="csX1" fmla="*/ 9969 w 10959"/>
                  <a:gd name="csY1" fmla="*/ 2756 h 10801"/>
                  <a:gd name="csX2" fmla="*/ 15421 w 10959"/>
                  <a:gd name="csY2" fmla="*/ 7593 h 10801"/>
                  <a:gd name="csX3" fmla="*/ 8163 w 10959"/>
                  <a:gd name="csY3" fmla="*/ 13558 h 10801"/>
                  <a:gd name="csX4" fmla="*/ 4462 w 10959"/>
                  <a:gd name="csY4" fmla="*/ 2756 h 10801"/>
                </a:gdLst>
                <a:ahLst/>
                <a:cxnLst>
                  <a:cxn ang="0">
                    <a:pos x="csX0" y="csY0"/>
                  </a:cxn>
                  <a:cxn ang="0">
                    <a:pos x="csX1" y="csY1"/>
                  </a:cxn>
                  <a:cxn ang="0">
                    <a:pos x="csX2" y="csY2"/>
                  </a:cxn>
                  <a:cxn ang="0">
                    <a:pos x="csX3" y="csY3"/>
                  </a:cxn>
                  <a:cxn ang="0">
                    <a:pos x="csX4" y="csY4"/>
                  </a:cxn>
                </a:cxnLst>
                <a:rect l="l" t="t" r="r" b="b"/>
                <a:pathLst>
                  <a:path w="10959" h="10801">
                    <a:moveTo>
                      <a:pt x="4462" y="2756"/>
                    </a:moveTo>
                    <a:lnTo>
                      <a:pt x="9969" y="2756"/>
                    </a:lnTo>
                    <a:lnTo>
                      <a:pt x="15421" y="7593"/>
                    </a:lnTo>
                    <a:lnTo>
                      <a:pt x="8163" y="13558"/>
                    </a:lnTo>
                    <a:lnTo>
                      <a:pt x="4462" y="27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0" name="Forme libre : forme 1068">
                <a:extLst>
                  <a:ext uri="{FF2B5EF4-FFF2-40B4-BE49-F238E27FC236}">
                    <a16:creationId xmlns:a16="http://schemas.microsoft.com/office/drawing/2014/main" id="{43C4EB49-EF35-79EB-D626-2EC3481CBBEA}"/>
                  </a:ext>
                </a:extLst>
              </p:cNvPr>
              <p:cNvSpPr/>
              <p:nvPr/>
            </p:nvSpPr>
            <p:spPr>
              <a:xfrm>
                <a:off x="9988206" y="4207942"/>
                <a:ext cx="22301" cy="28444"/>
              </a:xfrm>
              <a:custGeom>
                <a:avLst/>
                <a:gdLst>
                  <a:gd name="csX0" fmla="*/ 21905 w 22301"/>
                  <a:gd name="csY0" fmla="*/ 11409 h 28444"/>
                  <a:gd name="csX1" fmla="*/ 13443 w 22301"/>
                  <a:gd name="csY1" fmla="*/ 1414 h 28444"/>
                  <a:gd name="csX2" fmla="*/ 9599 w 22301"/>
                  <a:gd name="csY2" fmla="*/ 1414 h 28444"/>
                  <a:gd name="csX3" fmla="*/ 4988 w 22301"/>
                  <a:gd name="csY3" fmla="*/ 8337 h 28444"/>
                  <a:gd name="csX4" fmla="*/ 6527 w 22301"/>
                  <a:gd name="csY4" fmla="*/ 22169 h 28444"/>
                  <a:gd name="csX5" fmla="*/ 11138 w 22301"/>
                  <a:gd name="csY5" fmla="*/ 29859 h 28444"/>
                  <a:gd name="csX6" fmla="*/ 27289 w 22301"/>
                  <a:gd name="csY6" fmla="*/ 18325 h 28444"/>
                  <a:gd name="csX7" fmla="*/ 26516 w 22301"/>
                  <a:gd name="csY7" fmla="*/ 12948 h 28444"/>
                  <a:gd name="csX8" fmla="*/ 21905 w 22301"/>
                  <a:gd name="csY8" fmla="*/ 11409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21905" y="11409"/>
                    </a:moveTo>
                    <a:lnTo>
                      <a:pt x="13443" y="1414"/>
                    </a:lnTo>
                    <a:lnTo>
                      <a:pt x="9599" y="1414"/>
                    </a:lnTo>
                    <a:lnTo>
                      <a:pt x="4988" y="8337"/>
                    </a:lnTo>
                    <a:lnTo>
                      <a:pt x="6527" y="22169"/>
                    </a:lnTo>
                    <a:lnTo>
                      <a:pt x="11138" y="29859"/>
                    </a:lnTo>
                    <a:lnTo>
                      <a:pt x="27289" y="18325"/>
                    </a:lnTo>
                    <a:lnTo>
                      <a:pt x="26516" y="12948"/>
                    </a:lnTo>
                    <a:lnTo>
                      <a:pt x="21905" y="114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1" name="Forme libre : forme 1069">
                <a:extLst>
                  <a:ext uri="{FF2B5EF4-FFF2-40B4-BE49-F238E27FC236}">
                    <a16:creationId xmlns:a16="http://schemas.microsoft.com/office/drawing/2014/main" id="{19A6C285-BF93-2D0B-CE89-D4AA0A7F43F3}"/>
                  </a:ext>
                </a:extLst>
              </p:cNvPr>
              <p:cNvSpPr/>
              <p:nvPr/>
            </p:nvSpPr>
            <p:spPr>
              <a:xfrm>
                <a:off x="9976686" y="4191798"/>
                <a:ext cx="9994" cy="5383"/>
              </a:xfrm>
              <a:custGeom>
                <a:avLst/>
                <a:gdLst>
                  <a:gd name="csX0" fmla="*/ 10360 w 9994"/>
                  <a:gd name="csY0" fmla="*/ 1397 h 5383"/>
                  <a:gd name="csX1" fmla="*/ 4976 w 9994"/>
                  <a:gd name="csY1" fmla="*/ 2163 h 5383"/>
                  <a:gd name="csX2" fmla="*/ 11126 w 9994"/>
                  <a:gd name="csY2" fmla="*/ 6781 h 5383"/>
                  <a:gd name="csX3" fmla="*/ 14971 w 9994"/>
                  <a:gd name="csY3" fmla="*/ 6781 h 5383"/>
                  <a:gd name="csX4" fmla="*/ 14205 w 9994"/>
                  <a:gd name="csY4" fmla="*/ 2936 h 5383"/>
                  <a:gd name="csX5" fmla="*/ 10360 w 9994"/>
                  <a:gd name="csY5" fmla="*/ 1397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10360" y="1397"/>
                    </a:moveTo>
                    <a:lnTo>
                      <a:pt x="4976" y="2163"/>
                    </a:lnTo>
                    <a:lnTo>
                      <a:pt x="11126" y="6781"/>
                    </a:lnTo>
                    <a:lnTo>
                      <a:pt x="14971" y="6781"/>
                    </a:lnTo>
                    <a:lnTo>
                      <a:pt x="14205" y="2936"/>
                    </a:lnTo>
                    <a:lnTo>
                      <a:pt x="10360" y="13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2" name="Forme libre : forme 1070">
                <a:extLst>
                  <a:ext uri="{FF2B5EF4-FFF2-40B4-BE49-F238E27FC236}">
                    <a16:creationId xmlns:a16="http://schemas.microsoft.com/office/drawing/2014/main" id="{0B1CB4EC-5132-2B9A-0A20-C851C4753D96}"/>
                  </a:ext>
                </a:extLst>
              </p:cNvPr>
              <p:cNvSpPr/>
              <p:nvPr/>
            </p:nvSpPr>
            <p:spPr>
              <a:xfrm rot="1856924" flipV="1">
                <a:off x="9964016" y="4184068"/>
                <a:ext cx="5274" cy="3160"/>
              </a:xfrm>
              <a:custGeom>
                <a:avLst/>
                <a:gdLst>
                  <a:gd name="csX0" fmla="*/ 4967 w 5274"/>
                  <a:gd name="csY0" fmla="*/ 1391 h 3160"/>
                  <a:gd name="csX1" fmla="*/ 9447 w 5274"/>
                  <a:gd name="csY1" fmla="*/ 1391 h 3160"/>
                  <a:gd name="csX2" fmla="*/ 10241 w 5274"/>
                  <a:gd name="csY2" fmla="*/ 4552 h 3160"/>
                  <a:gd name="csX3" fmla="*/ 6157 w 5274"/>
                  <a:gd name="csY3" fmla="*/ 3895 h 3160"/>
                  <a:gd name="csX4" fmla="*/ 4967 w 5274"/>
                  <a:gd name="csY4" fmla="*/ 1391 h 3160"/>
                </a:gdLst>
                <a:ahLst/>
                <a:cxnLst>
                  <a:cxn ang="0">
                    <a:pos x="csX0" y="csY0"/>
                  </a:cxn>
                  <a:cxn ang="0">
                    <a:pos x="csX1" y="csY1"/>
                  </a:cxn>
                  <a:cxn ang="0">
                    <a:pos x="csX2" y="csY2"/>
                  </a:cxn>
                  <a:cxn ang="0">
                    <a:pos x="csX3" y="csY3"/>
                  </a:cxn>
                  <a:cxn ang="0">
                    <a:pos x="csX4" y="csY4"/>
                  </a:cxn>
                </a:cxnLst>
                <a:rect l="l" t="t" r="r" b="b"/>
                <a:pathLst>
                  <a:path w="5274" h="3160">
                    <a:moveTo>
                      <a:pt x="4967" y="1391"/>
                    </a:moveTo>
                    <a:lnTo>
                      <a:pt x="9447" y="1391"/>
                    </a:lnTo>
                    <a:lnTo>
                      <a:pt x="10241" y="4552"/>
                    </a:lnTo>
                    <a:lnTo>
                      <a:pt x="6157" y="3895"/>
                    </a:lnTo>
                    <a:lnTo>
                      <a:pt x="4967" y="13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3" name="Forme libre : forme 1071">
                <a:extLst>
                  <a:ext uri="{FF2B5EF4-FFF2-40B4-BE49-F238E27FC236}">
                    <a16:creationId xmlns:a16="http://schemas.microsoft.com/office/drawing/2014/main" id="{D2AE4A10-060E-513C-F5BC-7E9B88744845}"/>
                  </a:ext>
                </a:extLst>
              </p:cNvPr>
              <p:cNvSpPr/>
              <p:nvPr/>
            </p:nvSpPr>
            <p:spPr>
              <a:xfrm rot="2209748" flipV="1">
                <a:off x="9940815" y="4179348"/>
                <a:ext cx="7073" cy="3379"/>
              </a:xfrm>
              <a:custGeom>
                <a:avLst/>
                <a:gdLst>
                  <a:gd name="csX0" fmla="*/ 4953 w 7073"/>
                  <a:gd name="csY0" fmla="*/ 1388 h 3379"/>
                  <a:gd name="csX1" fmla="*/ 8797 w 7073"/>
                  <a:gd name="csY1" fmla="*/ 1388 h 3379"/>
                  <a:gd name="csX2" fmla="*/ 12026 w 7073"/>
                  <a:gd name="csY2" fmla="*/ 4768 h 3379"/>
                  <a:gd name="csX3" fmla="*/ 5869 w 7073"/>
                  <a:gd name="csY3" fmla="*/ 4002 h 3379"/>
                  <a:gd name="csX4" fmla="*/ 4953 w 7073"/>
                  <a:gd name="csY4" fmla="*/ 1388 h 3379"/>
                </a:gdLst>
                <a:ahLst/>
                <a:cxnLst>
                  <a:cxn ang="0">
                    <a:pos x="csX0" y="csY0"/>
                  </a:cxn>
                  <a:cxn ang="0">
                    <a:pos x="csX1" y="csY1"/>
                  </a:cxn>
                  <a:cxn ang="0">
                    <a:pos x="csX2" y="csY2"/>
                  </a:cxn>
                  <a:cxn ang="0">
                    <a:pos x="csX3" y="csY3"/>
                  </a:cxn>
                  <a:cxn ang="0">
                    <a:pos x="csX4" y="csY4"/>
                  </a:cxn>
                </a:cxnLst>
                <a:rect l="l" t="t" r="r" b="b"/>
                <a:pathLst>
                  <a:path w="7073" h="3379">
                    <a:moveTo>
                      <a:pt x="4953" y="1388"/>
                    </a:moveTo>
                    <a:lnTo>
                      <a:pt x="8797" y="1388"/>
                    </a:lnTo>
                    <a:lnTo>
                      <a:pt x="12026" y="4768"/>
                    </a:lnTo>
                    <a:lnTo>
                      <a:pt x="5869" y="4002"/>
                    </a:lnTo>
                    <a:lnTo>
                      <a:pt x="4953" y="1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4" name="Forme libre : forme 1072">
                <a:extLst>
                  <a:ext uri="{FF2B5EF4-FFF2-40B4-BE49-F238E27FC236}">
                    <a16:creationId xmlns:a16="http://schemas.microsoft.com/office/drawing/2014/main" id="{44C7434F-DFEE-D130-7299-DAB4DA70694F}"/>
                  </a:ext>
                </a:extLst>
              </p:cNvPr>
              <p:cNvSpPr/>
              <p:nvPr/>
            </p:nvSpPr>
            <p:spPr>
              <a:xfrm rot="3376241" flipV="1">
                <a:off x="9909330" y="4161378"/>
                <a:ext cx="4692" cy="7032"/>
              </a:xfrm>
              <a:custGeom>
                <a:avLst/>
                <a:gdLst>
                  <a:gd name="csX0" fmla="*/ 4933 w 4692"/>
                  <a:gd name="csY0" fmla="*/ 1379 h 7032"/>
                  <a:gd name="csX1" fmla="*/ 7703 w 4692"/>
                  <a:gd name="csY1" fmla="*/ 1379 h 7032"/>
                  <a:gd name="csX2" fmla="*/ 9626 w 4692"/>
                  <a:gd name="csY2" fmla="*/ 8411 h 7032"/>
                  <a:gd name="csX3" fmla="*/ 5788 w 4692"/>
                  <a:gd name="csY3" fmla="*/ 8206 h 7032"/>
                  <a:gd name="csX4" fmla="*/ 4933 w 4692"/>
                  <a:gd name="csY4" fmla="*/ 1379 h 7032"/>
                </a:gdLst>
                <a:ahLst/>
                <a:cxnLst>
                  <a:cxn ang="0">
                    <a:pos x="csX0" y="csY0"/>
                  </a:cxn>
                  <a:cxn ang="0">
                    <a:pos x="csX1" y="csY1"/>
                  </a:cxn>
                  <a:cxn ang="0">
                    <a:pos x="csX2" y="csY2"/>
                  </a:cxn>
                  <a:cxn ang="0">
                    <a:pos x="csX3" y="csY3"/>
                  </a:cxn>
                  <a:cxn ang="0">
                    <a:pos x="csX4" y="csY4"/>
                  </a:cxn>
                </a:cxnLst>
                <a:rect l="l" t="t" r="r" b="b"/>
                <a:pathLst>
                  <a:path w="4692" h="7032">
                    <a:moveTo>
                      <a:pt x="4933" y="1379"/>
                    </a:moveTo>
                    <a:lnTo>
                      <a:pt x="7703" y="1379"/>
                    </a:lnTo>
                    <a:lnTo>
                      <a:pt x="9626" y="8411"/>
                    </a:lnTo>
                    <a:lnTo>
                      <a:pt x="5788" y="8206"/>
                    </a:lnTo>
                    <a:lnTo>
                      <a:pt x="4933" y="1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5" name="Forme libre : forme 1073">
                <a:extLst>
                  <a:ext uri="{FF2B5EF4-FFF2-40B4-BE49-F238E27FC236}">
                    <a16:creationId xmlns:a16="http://schemas.microsoft.com/office/drawing/2014/main" id="{7B6BB67A-8F88-90EE-2E57-2CF384566FF0}"/>
                  </a:ext>
                </a:extLst>
              </p:cNvPr>
              <p:cNvSpPr/>
              <p:nvPr/>
            </p:nvSpPr>
            <p:spPr>
              <a:xfrm rot="2962842" flipV="1">
                <a:off x="9722557" y="4093799"/>
                <a:ext cx="7087" cy="6505"/>
              </a:xfrm>
              <a:custGeom>
                <a:avLst/>
                <a:gdLst>
                  <a:gd name="csX0" fmla="*/ 4820 w 7087"/>
                  <a:gd name="csY0" fmla="*/ 1337 h 6505"/>
                  <a:gd name="csX1" fmla="*/ 11907 w 7087"/>
                  <a:gd name="csY1" fmla="*/ 1337 h 6505"/>
                  <a:gd name="csX2" fmla="*/ 11408 w 7087"/>
                  <a:gd name="csY2" fmla="*/ 7843 h 6505"/>
                  <a:gd name="csX3" fmla="*/ 5073 w 7087"/>
                  <a:gd name="csY3" fmla="*/ 5168 h 6505"/>
                  <a:gd name="csX4" fmla="*/ 4820 w 7087"/>
                  <a:gd name="csY4" fmla="*/ 1337 h 6505"/>
                </a:gdLst>
                <a:ahLst/>
                <a:cxnLst>
                  <a:cxn ang="0">
                    <a:pos x="csX0" y="csY0"/>
                  </a:cxn>
                  <a:cxn ang="0">
                    <a:pos x="csX1" y="csY1"/>
                  </a:cxn>
                  <a:cxn ang="0">
                    <a:pos x="csX2" y="csY2"/>
                  </a:cxn>
                  <a:cxn ang="0">
                    <a:pos x="csX3" y="csY3"/>
                  </a:cxn>
                  <a:cxn ang="0">
                    <a:pos x="csX4" y="csY4"/>
                  </a:cxn>
                </a:cxnLst>
                <a:rect l="l" t="t" r="r" b="b"/>
                <a:pathLst>
                  <a:path w="7087" h="6505">
                    <a:moveTo>
                      <a:pt x="4820" y="1337"/>
                    </a:moveTo>
                    <a:lnTo>
                      <a:pt x="11907" y="1337"/>
                    </a:lnTo>
                    <a:lnTo>
                      <a:pt x="11408" y="7843"/>
                    </a:lnTo>
                    <a:lnTo>
                      <a:pt x="5073" y="5168"/>
                    </a:lnTo>
                    <a:lnTo>
                      <a:pt x="4820" y="13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6" name="Forme libre : forme 1074">
                <a:extLst>
                  <a:ext uri="{FF2B5EF4-FFF2-40B4-BE49-F238E27FC236}">
                    <a16:creationId xmlns:a16="http://schemas.microsoft.com/office/drawing/2014/main" id="{3F44ED62-4988-FEF1-145A-D5C54162CB53}"/>
                  </a:ext>
                </a:extLst>
              </p:cNvPr>
              <p:cNvSpPr/>
              <p:nvPr/>
            </p:nvSpPr>
            <p:spPr>
              <a:xfrm>
                <a:off x="9842857" y="2706670"/>
                <a:ext cx="13846" cy="13839"/>
              </a:xfrm>
              <a:custGeom>
                <a:avLst/>
                <a:gdLst>
                  <a:gd name="csX0" fmla="*/ 4895 w 13846"/>
                  <a:gd name="csY0" fmla="*/ 2035 h 13839"/>
                  <a:gd name="csX1" fmla="*/ 15662 w 13846"/>
                  <a:gd name="csY1" fmla="*/ 14335 h 13839"/>
                  <a:gd name="csX2" fmla="*/ 18741 w 13846"/>
                  <a:gd name="csY2" fmla="*/ 9724 h 13839"/>
                  <a:gd name="csX3" fmla="*/ 14123 w 13846"/>
                  <a:gd name="csY3" fmla="*/ 5106 h 13839"/>
                  <a:gd name="csX4" fmla="*/ 14123 w 13846"/>
                  <a:gd name="csY4" fmla="*/ 495 h 13839"/>
                  <a:gd name="csX5" fmla="*/ 4895 w 13846"/>
                  <a:gd name="csY5" fmla="*/ 2035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4895" y="2035"/>
                    </a:moveTo>
                    <a:lnTo>
                      <a:pt x="15662" y="14335"/>
                    </a:lnTo>
                    <a:lnTo>
                      <a:pt x="18741" y="9724"/>
                    </a:lnTo>
                    <a:lnTo>
                      <a:pt x="14123" y="5106"/>
                    </a:lnTo>
                    <a:lnTo>
                      <a:pt x="14123" y="495"/>
                    </a:lnTo>
                    <a:lnTo>
                      <a:pt x="4895" y="2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7" name="Forme libre : forme 1075">
                <a:extLst>
                  <a:ext uri="{FF2B5EF4-FFF2-40B4-BE49-F238E27FC236}">
                    <a16:creationId xmlns:a16="http://schemas.microsoft.com/office/drawing/2014/main" id="{29E96A14-FA66-24A1-DFBA-3B1E397C9188}"/>
                  </a:ext>
                </a:extLst>
              </p:cNvPr>
              <p:cNvSpPr/>
              <p:nvPr/>
            </p:nvSpPr>
            <p:spPr>
              <a:xfrm>
                <a:off x="9742856" y="3274486"/>
                <a:ext cx="22561" cy="17423"/>
              </a:xfrm>
              <a:custGeom>
                <a:avLst/>
                <a:gdLst>
                  <a:gd name="csX0" fmla="*/ 22269 w 22561"/>
                  <a:gd name="csY0" fmla="*/ 843 h 17423"/>
                  <a:gd name="csX1" fmla="*/ 5858 w 22561"/>
                  <a:gd name="csY1" fmla="*/ 14169 h 17423"/>
                  <a:gd name="csX2" fmla="*/ 4838 w 22561"/>
                  <a:gd name="csY2" fmla="*/ 18267 h 17423"/>
                  <a:gd name="csX3" fmla="*/ 12015 w 22561"/>
                  <a:gd name="csY3" fmla="*/ 17240 h 17423"/>
                  <a:gd name="csX4" fmla="*/ 27400 w 22561"/>
                  <a:gd name="csY4" fmla="*/ 5967 h 17423"/>
                  <a:gd name="csX5" fmla="*/ 26374 w 22561"/>
                  <a:gd name="csY5" fmla="*/ 1869 h 17423"/>
                  <a:gd name="csX6" fmla="*/ 22269 w 22561"/>
                  <a:gd name="csY6" fmla="*/ 843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2269" y="843"/>
                    </a:moveTo>
                    <a:lnTo>
                      <a:pt x="5858" y="14169"/>
                    </a:lnTo>
                    <a:lnTo>
                      <a:pt x="4838" y="18267"/>
                    </a:lnTo>
                    <a:lnTo>
                      <a:pt x="12015" y="17240"/>
                    </a:lnTo>
                    <a:lnTo>
                      <a:pt x="27400" y="5967"/>
                    </a:lnTo>
                    <a:lnTo>
                      <a:pt x="26374" y="1869"/>
                    </a:lnTo>
                    <a:lnTo>
                      <a:pt x="22269" y="8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8" name="Forme libre : forme 1076">
                <a:extLst>
                  <a:ext uri="{FF2B5EF4-FFF2-40B4-BE49-F238E27FC236}">
                    <a16:creationId xmlns:a16="http://schemas.microsoft.com/office/drawing/2014/main" id="{09671252-87CB-9F28-1424-CAA8860B93D0}"/>
                  </a:ext>
                </a:extLst>
              </p:cNvPr>
              <p:cNvSpPr/>
              <p:nvPr/>
            </p:nvSpPr>
            <p:spPr>
              <a:xfrm>
                <a:off x="9710082" y="3286786"/>
                <a:ext cx="23580" cy="22547"/>
              </a:xfrm>
              <a:custGeom>
                <a:avLst/>
                <a:gdLst>
                  <a:gd name="csX0" fmla="*/ 11993 w 23580"/>
                  <a:gd name="csY0" fmla="*/ 3923 h 22547"/>
                  <a:gd name="csX1" fmla="*/ 10967 w 23580"/>
                  <a:gd name="csY1" fmla="*/ 11099 h 22547"/>
                  <a:gd name="csX2" fmla="*/ 4817 w 23580"/>
                  <a:gd name="csY2" fmla="*/ 20321 h 22547"/>
                  <a:gd name="csX3" fmla="*/ 7889 w 23580"/>
                  <a:gd name="csY3" fmla="*/ 23399 h 22547"/>
                  <a:gd name="csX4" fmla="*/ 28398 w 23580"/>
                  <a:gd name="csY4" fmla="*/ 3923 h 22547"/>
                  <a:gd name="csX5" fmla="*/ 21222 w 23580"/>
                  <a:gd name="csY5" fmla="*/ 852 h 22547"/>
                  <a:gd name="csX6" fmla="*/ 11993 w 23580"/>
                  <a:gd name="csY6" fmla="*/ 3923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0" h="22547">
                    <a:moveTo>
                      <a:pt x="11993" y="3923"/>
                    </a:moveTo>
                    <a:lnTo>
                      <a:pt x="10967" y="11099"/>
                    </a:lnTo>
                    <a:lnTo>
                      <a:pt x="4817" y="20321"/>
                    </a:lnTo>
                    <a:lnTo>
                      <a:pt x="7889" y="23399"/>
                    </a:lnTo>
                    <a:lnTo>
                      <a:pt x="28398" y="3923"/>
                    </a:lnTo>
                    <a:lnTo>
                      <a:pt x="21222" y="852"/>
                    </a:lnTo>
                    <a:lnTo>
                      <a:pt x="11993" y="39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99" name="Forme libre : forme 1077">
                <a:extLst>
                  <a:ext uri="{FF2B5EF4-FFF2-40B4-BE49-F238E27FC236}">
                    <a16:creationId xmlns:a16="http://schemas.microsoft.com/office/drawing/2014/main" id="{CEE3D290-753C-B9BF-3819-D84324487303}"/>
                  </a:ext>
                </a:extLst>
              </p:cNvPr>
              <p:cNvSpPr/>
              <p:nvPr/>
            </p:nvSpPr>
            <p:spPr>
              <a:xfrm>
                <a:off x="9572654" y="3327777"/>
                <a:ext cx="24613" cy="16404"/>
              </a:xfrm>
              <a:custGeom>
                <a:avLst/>
                <a:gdLst>
                  <a:gd name="csX0" fmla="*/ 27297 w 24613"/>
                  <a:gd name="csY0" fmla="*/ 8050 h 16404"/>
                  <a:gd name="csX1" fmla="*/ 29350 w 24613"/>
                  <a:gd name="csY1" fmla="*/ 1900 h 16404"/>
                  <a:gd name="csX2" fmla="*/ 23193 w 24613"/>
                  <a:gd name="csY2" fmla="*/ 874 h 16404"/>
                  <a:gd name="csX3" fmla="*/ 21147 w 24613"/>
                  <a:gd name="csY3" fmla="*/ 3952 h 16404"/>
                  <a:gd name="csX4" fmla="*/ 6788 w 24613"/>
                  <a:gd name="csY4" fmla="*/ 11128 h 16404"/>
                  <a:gd name="csX5" fmla="*/ 4736 w 24613"/>
                  <a:gd name="csY5" fmla="*/ 15226 h 16404"/>
                  <a:gd name="csX6" fmla="*/ 12938 w 24613"/>
                  <a:gd name="csY6" fmla="*/ 17278 h 16404"/>
                  <a:gd name="csX7" fmla="*/ 27297 w 24613"/>
                  <a:gd name="csY7" fmla="*/ 8050 h 16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404">
                    <a:moveTo>
                      <a:pt x="27297" y="8050"/>
                    </a:moveTo>
                    <a:lnTo>
                      <a:pt x="29350" y="1900"/>
                    </a:lnTo>
                    <a:lnTo>
                      <a:pt x="23193" y="874"/>
                    </a:lnTo>
                    <a:lnTo>
                      <a:pt x="21147" y="3952"/>
                    </a:lnTo>
                    <a:lnTo>
                      <a:pt x="6788" y="11128"/>
                    </a:lnTo>
                    <a:lnTo>
                      <a:pt x="4736" y="15226"/>
                    </a:lnTo>
                    <a:lnTo>
                      <a:pt x="12938" y="17278"/>
                    </a:lnTo>
                    <a:lnTo>
                      <a:pt x="27297" y="8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0" name="Forme libre : forme 1078">
                <a:extLst>
                  <a:ext uri="{FF2B5EF4-FFF2-40B4-BE49-F238E27FC236}">
                    <a16:creationId xmlns:a16="http://schemas.microsoft.com/office/drawing/2014/main" id="{758D4441-74FB-CBBC-8C7B-131E63748012}"/>
                  </a:ext>
                </a:extLst>
              </p:cNvPr>
              <p:cNvSpPr/>
              <p:nvPr/>
            </p:nvSpPr>
            <p:spPr>
              <a:xfrm rot="-180894" flipV="1">
                <a:off x="9595060" y="3337735"/>
                <a:ext cx="19729" cy="4904"/>
              </a:xfrm>
              <a:custGeom>
                <a:avLst/>
                <a:gdLst>
                  <a:gd name="csX0" fmla="*/ 4745 w 19729"/>
                  <a:gd name="csY0" fmla="*/ 876 h 4904"/>
                  <a:gd name="csX1" fmla="*/ 24256 w 19729"/>
                  <a:gd name="csY1" fmla="*/ 876 h 4904"/>
                  <a:gd name="csX2" fmla="*/ 24474 w 19729"/>
                  <a:gd name="csY2" fmla="*/ 4973 h 4904"/>
                  <a:gd name="csX3" fmla="*/ 9117 w 19729"/>
                  <a:gd name="csY3" fmla="*/ 5781 h 4904"/>
                  <a:gd name="csX4" fmla="*/ 4745 w 19729"/>
                  <a:gd name="csY4" fmla="*/ 876 h 4904"/>
                </a:gdLst>
                <a:ahLst/>
                <a:cxnLst>
                  <a:cxn ang="0">
                    <a:pos x="csX0" y="csY0"/>
                  </a:cxn>
                  <a:cxn ang="0">
                    <a:pos x="csX1" y="csY1"/>
                  </a:cxn>
                  <a:cxn ang="0">
                    <a:pos x="csX2" y="csY2"/>
                  </a:cxn>
                  <a:cxn ang="0">
                    <a:pos x="csX3" y="csY3"/>
                  </a:cxn>
                  <a:cxn ang="0">
                    <a:pos x="csX4" y="csY4"/>
                  </a:cxn>
                </a:cxnLst>
                <a:rect l="l" t="t" r="r" b="b"/>
                <a:pathLst>
                  <a:path w="19729" h="4904">
                    <a:moveTo>
                      <a:pt x="4745" y="876"/>
                    </a:moveTo>
                    <a:lnTo>
                      <a:pt x="24256" y="876"/>
                    </a:lnTo>
                    <a:lnTo>
                      <a:pt x="24474" y="4973"/>
                    </a:lnTo>
                    <a:lnTo>
                      <a:pt x="9117" y="5781"/>
                    </a:lnTo>
                    <a:lnTo>
                      <a:pt x="4745" y="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1" name="Forme libre : forme 1079">
                <a:extLst>
                  <a:ext uri="{FF2B5EF4-FFF2-40B4-BE49-F238E27FC236}">
                    <a16:creationId xmlns:a16="http://schemas.microsoft.com/office/drawing/2014/main" id="{ECFC6EB5-5745-0A0B-EA85-7BDBED774022}"/>
                  </a:ext>
                </a:extLst>
              </p:cNvPr>
              <p:cNvSpPr/>
              <p:nvPr/>
            </p:nvSpPr>
            <p:spPr>
              <a:xfrm>
                <a:off x="9506010" y="3345201"/>
                <a:ext cx="21535" cy="10247"/>
              </a:xfrm>
              <a:custGeom>
                <a:avLst/>
                <a:gdLst>
                  <a:gd name="csX0" fmla="*/ 7770 w 21535"/>
                  <a:gd name="csY0" fmla="*/ 1909 h 10247"/>
                  <a:gd name="csX1" fmla="*/ 4692 w 21535"/>
                  <a:gd name="csY1" fmla="*/ 9085 h 10247"/>
                  <a:gd name="csX2" fmla="*/ 26227 w 21535"/>
                  <a:gd name="csY2" fmla="*/ 11131 h 10247"/>
                  <a:gd name="csX3" fmla="*/ 26227 w 21535"/>
                  <a:gd name="csY3" fmla="*/ 3961 h 10247"/>
                  <a:gd name="csX4" fmla="*/ 14946 w 21535"/>
                  <a:gd name="csY4" fmla="*/ 883 h 10247"/>
                  <a:gd name="csX5" fmla="*/ 7770 w 21535"/>
                  <a:gd name="csY5" fmla="*/ 1909 h 10247"/>
                </a:gdLst>
                <a:ahLst/>
                <a:cxnLst>
                  <a:cxn ang="0">
                    <a:pos x="csX0" y="csY0"/>
                  </a:cxn>
                  <a:cxn ang="0">
                    <a:pos x="csX1" y="csY1"/>
                  </a:cxn>
                  <a:cxn ang="0">
                    <a:pos x="csX2" y="csY2"/>
                  </a:cxn>
                  <a:cxn ang="0">
                    <a:pos x="csX3" y="csY3"/>
                  </a:cxn>
                  <a:cxn ang="0">
                    <a:pos x="csX4" y="csY4"/>
                  </a:cxn>
                  <a:cxn ang="0">
                    <a:pos x="csX5" y="csY5"/>
                  </a:cxn>
                </a:cxnLst>
                <a:rect l="l" t="t" r="r" b="b"/>
                <a:pathLst>
                  <a:path w="21535" h="10247">
                    <a:moveTo>
                      <a:pt x="7770" y="1909"/>
                    </a:moveTo>
                    <a:lnTo>
                      <a:pt x="4692" y="9085"/>
                    </a:lnTo>
                    <a:lnTo>
                      <a:pt x="26227" y="11131"/>
                    </a:lnTo>
                    <a:lnTo>
                      <a:pt x="26227" y="3961"/>
                    </a:lnTo>
                    <a:lnTo>
                      <a:pt x="14946" y="883"/>
                    </a:lnTo>
                    <a:lnTo>
                      <a:pt x="7770"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2" name="Forme libre : forme 1080">
                <a:extLst>
                  <a:ext uri="{FF2B5EF4-FFF2-40B4-BE49-F238E27FC236}">
                    <a16:creationId xmlns:a16="http://schemas.microsoft.com/office/drawing/2014/main" id="{8D89406C-83A6-8686-7E0A-98221BE67E7E}"/>
                  </a:ext>
                </a:extLst>
              </p:cNvPr>
              <p:cNvSpPr/>
              <p:nvPr/>
            </p:nvSpPr>
            <p:spPr>
              <a:xfrm>
                <a:off x="9531595" y="3345201"/>
                <a:ext cx="13332" cy="14352"/>
              </a:xfrm>
              <a:custGeom>
                <a:avLst/>
                <a:gdLst>
                  <a:gd name="csX0" fmla="*/ 8810 w 13332"/>
                  <a:gd name="csY0" fmla="*/ 8060 h 14352"/>
                  <a:gd name="csX1" fmla="*/ 4706 w 13332"/>
                  <a:gd name="csY1" fmla="*/ 13184 h 14352"/>
                  <a:gd name="csX2" fmla="*/ 7784 w 13332"/>
                  <a:gd name="csY2" fmla="*/ 15236 h 14352"/>
                  <a:gd name="csX3" fmla="*/ 18039 w 13332"/>
                  <a:gd name="csY3" fmla="*/ 6007 h 14352"/>
                  <a:gd name="csX4" fmla="*/ 18039 w 13332"/>
                  <a:gd name="csY4" fmla="*/ 2936 h 14352"/>
                  <a:gd name="csX5" fmla="*/ 11889 w 13332"/>
                  <a:gd name="csY5" fmla="*/ 884 h 14352"/>
                  <a:gd name="csX6" fmla="*/ 8810 w 13332"/>
                  <a:gd name="csY6" fmla="*/ 8060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4352">
                    <a:moveTo>
                      <a:pt x="8810" y="8060"/>
                    </a:moveTo>
                    <a:lnTo>
                      <a:pt x="4706" y="13184"/>
                    </a:lnTo>
                    <a:lnTo>
                      <a:pt x="7784" y="15236"/>
                    </a:lnTo>
                    <a:lnTo>
                      <a:pt x="18039" y="6007"/>
                    </a:lnTo>
                    <a:lnTo>
                      <a:pt x="18039" y="2936"/>
                    </a:lnTo>
                    <a:lnTo>
                      <a:pt x="11889" y="884"/>
                    </a:lnTo>
                    <a:lnTo>
                      <a:pt x="8810" y="80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3" name="Forme libre : forme 1081">
                <a:extLst>
                  <a:ext uri="{FF2B5EF4-FFF2-40B4-BE49-F238E27FC236}">
                    <a16:creationId xmlns:a16="http://schemas.microsoft.com/office/drawing/2014/main" id="{A5C6482A-2D90-E9C2-AC71-606B88278B2B}"/>
                  </a:ext>
                </a:extLst>
              </p:cNvPr>
              <p:cNvSpPr/>
              <p:nvPr/>
            </p:nvSpPr>
            <p:spPr>
              <a:xfrm>
                <a:off x="9440351" y="3350325"/>
                <a:ext cx="17430" cy="12299"/>
              </a:xfrm>
              <a:custGeom>
                <a:avLst/>
                <a:gdLst>
                  <a:gd name="csX0" fmla="*/ 22084 w 17430"/>
                  <a:gd name="csY0" fmla="*/ 10107 h 12299"/>
                  <a:gd name="csX1" fmla="*/ 11829 w 17430"/>
                  <a:gd name="csY1" fmla="*/ 886 h 12299"/>
                  <a:gd name="csX2" fmla="*/ 4653 w 17430"/>
                  <a:gd name="csY2" fmla="*/ 886 h 12299"/>
                  <a:gd name="csX3" fmla="*/ 5679 w 17430"/>
                  <a:gd name="csY3" fmla="*/ 4983 h 12299"/>
                  <a:gd name="csX4" fmla="*/ 14908 w 17430"/>
                  <a:gd name="csY4" fmla="*/ 13186 h 12299"/>
                  <a:gd name="csX5" fmla="*/ 22084 w 17430"/>
                  <a:gd name="csY5" fmla="*/ 10107 h 12299"/>
                </a:gdLst>
                <a:ahLst/>
                <a:cxnLst>
                  <a:cxn ang="0">
                    <a:pos x="csX0" y="csY0"/>
                  </a:cxn>
                  <a:cxn ang="0">
                    <a:pos x="csX1" y="csY1"/>
                  </a:cxn>
                  <a:cxn ang="0">
                    <a:pos x="csX2" y="csY2"/>
                  </a:cxn>
                  <a:cxn ang="0">
                    <a:pos x="csX3" y="csY3"/>
                  </a:cxn>
                  <a:cxn ang="0">
                    <a:pos x="csX4" y="csY4"/>
                  </a:cxn>
                  <a:cxn ang="0">
                    <a:pos x="csX5" y="csY5"/>
                  </a:cxn>
                </a:cxnLst>
                <a:rect l="l" t="t" r="r" b="b"/>
                <a:pathLst>
                  <a:path w="17430" h="12299">
                    <a:moveTo>
                      <a:pt x="22084" y="10107"/>
                    </a:moveTo>
                    <a:lnTo>
                      <a:pt x="11829" y="886"/>
                    </a:lnTo>
                    <a:lnTo>
                      <a:pt x="4653" y="886"/>
                    </a:lnTo>
                    <a:lnTo>
                      <a:pt x="5679" y="4983"/>
                    </a:lnTo>
                    <a:lnTo>
                      <a:pt x="14908" y="13186"/>
                    </a:lnTo>
                    <a:lnTo>
                      <a:pt x="22084" y="10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4" name="Forme libre : forme 1082">
                <a:extLst>
                  <a:ext uri="{FF2B5EF4-FFF2-40B4-BE49-F238E27FC236}">
                    <a16:creationId xmlns:a16="http://schemas.microsoft.com/office/drawing/2014/main" id="{033E036C-859F-4E68-409C-3488C0A3DA55}"/>
                  </a:ext>
                </a:extLst>
              </p:cNvPr>
              <p:cNvSpPr/>
              <p:nvPr/>
            </p:nvSpPr>
            <p:spPr>
              <a:xfrm>
                <a:off x="9407515" y="3331875"/>
                <a:ext cx="15378" cy="11273"/>
              </a:xfrm>
              <a:custGeom>
                <a:avLst/>
                <a:gdLst>
                  <a:gd name="csX0" fmla="*/ 17958 w 15378"/>
                  <a:gd name="csY0" fmla="*/ 9076 h 11273"/>
                  <a:gd name="csX1" fmla="*/ 20010 w 15378"/>
                  <a:gd name="csY1" fmla="*/ 1900 h 11273"/>
                  <a:gd name="csX2" fmla="*/ 13860 w 15378"/>
                  <a:gd name="csY2" fmla="*/ 874 h 11273"/>
                  <a:gd name="csX3" fmla="*/ 9756 w 15378"/>
                  <a:gd name="csY3" fmla="*/ 5998 h 11273"/>
                  <a:gd name="csX4" fmla="*/ 4632 w 15378"/>
                  <a:gd name="csY4" fmla="*/ 10103 h 11273"/>
                  <a:gd name="csX5" fmla="*/ 11808 w 15378"/>
                  <a:gd name="csY5" fmla="*/ 12148 h 11273"/>
                  <a:gd name="csX6" fmla="*/ 17958 w 15378"/>
                  <a:gd name="csY6" fmla="*/ 9076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1273">
                    <a:moveTo>
                      <a:pt x="17958" y="9076"/>
                    </a:moveTo>
                    <a:lnTo>
                      <a:pt x="20010" y="1900"/>
                    </a:lnTo>
                    <a:lnTo>
                      <a:pt x="13860" y="874"/>
                    </a:lnTo>
                    <a:lnTo>
                      <a:pt x="9756" y="5998"/>
                    </a:lnTo>
                    <a:lnTo>
                      <a:pt x="4632" y="10103"/>
                    </a:lnTo>
                    <a:lnTo>
                      <a:pt x="11808" y="12148"/>
                    </a:lnTo>
                    <a:lnTo>
                      <a:pt x="17958" y="9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5" name="Forme libre : forme 1083">
                <a:extLst>
                  <a:ext uri="{FF2B5EF4-FFF2-40B4-BE49-F238E27FC236}">
                    <a16:creationId xmlns:a16="http://schemas.microsoft.com/office/drawing/2014/main" id="{CA571D1B-A2B1-2D01-374B-E48CC28BEABC}"/>
                  </a:ext>
                </a:extLst>
              </p:cNvPr>
              <p:cNvSpPr/>
              <p:nvPr/>
            </p:nvSpPr>
            <p:spPr>
              <a:xfrm>
                <a:off x="9304956" y="3302151"/>
                <a:ext cx="20509" cy="11273"/>
              </a:xfrm>
              <a:custGeom>
                <a:avLst/>
                <a:gdLst>
                  <a:gd name="csX0" fmla="*/ 5595 w 20509"/>
                  <a:gd name="csY0" fmla="*/ 857 h 11273"/>
                  <a:gd name="csX1" fmla="*/ 4569 w 20509"/>
                  <a:gd name="csY1" fmla="*/ 5981 h 11273"/>
                  <a:gd name="csX2" fmla="*/ 16876 w 20509"/>
                  <a:gd name="csY2" fmla="*/ 12131 h 11273"/>
                  <a:gd name="csX3" fmla="*/ 25078 w 20509"/>
                  <a:gd name="csY3" fmla="*/ 10079 h 11273"/>
                  <a:gd name="csX4" fmla="*/ 18928 w 20509"/>
                  <a:gd name="csY4" fmla="*/ 3929 h 11273"/>
                  <a:gd name="csX5" fmla="*/ 5595 w 20509"/>
                  <a:gd name="csY5" fmla="*/ 857 h 11273"/>
                </a:gdLst>
                <a:ahLst/>
                <a:cxnLst>
                  <a:cxn ang="0">
                    <a:pos x="csX0" y="csY0"/>
                  </a:cxn>
                  <a:cxn ang="0">
                    <a:pos x="csX1" y="csY1"/>
                  </a:cxn>
                  <a:cxn ang="0">
                    <a:pos x="csX2" y="csY2"/>
                  </a:cxn>
                  <a:cxn ang="0">
                    <a:pos x="csX3" y="csY3"/>
                  </a:cxn>
                  <a:cxn ang="0">
                    <a:pos x="csX4" y="csY4"/>
                  </a:cxn>
                  <a:cxn ang="0">
                    <a:pos x="csX5" y="csY5"/>
                  </a:cxn>
                </a:cxnLst>
                <a:rect l="l" t="t" r="r" b="b"/>
                <a:pathLst>
                  <a:path w="20509" h="11273">
                    <a:moveTo>
                      <a:pt x="5595" y="857"/>
                    </a:moveTo>
                    <a:lnTo>
                      <a:pt x="4569" y="5981"/>
                    </a:lnTo>
                    <a:lnTo>
                      <a:pt x="16876" y="12131"/>
                    </a:lnTo>
                    <a:lnTo>
                      <a:pt x="25078" y="10079"/>
                    </a:lnTo>
                    <a:lnTo>
                      <a:pt x="18928" y="3929"/>
                    </a:lnTo>
                    <a:lnTo>
                      <a:pt x="5595" y="8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6" name="Forme libre : forme 1084">
                <a:extLst>
                  <a:ext uri="{FF2B5EF4-FFF2-40B4-BE49-F238E27FC236}">
                    <a16:creationId xmlns:a16="http://schemas.microsoft.com/office/drawing/2014/main" id="{25236F00-C89D-1156-C726-F6F618CCBC33}"/>
                  </a:ext>
                </a:extLst>
              </p:cNvPr>
              <p:cNvSpPr/>
              <p:nvPr/>
            </p:nvSpPr>
            <p:spPr>
              <a:xfrm rot="-8102292" flipV="1">
                <a:off x="9320328" y="3320968"/>
                <a:ext cx="15959" cy="7969"/>
              </a:xfrm>
              <a:custGeom>
                <a:avLst/>
                <a:gdLst>
                  <a:gd name="csX0" fmla="*/ 4579 w 15959"/>
                  <a:gd name="csY0" fmla="*/ 866 h 7969"/>
                  <a:gd name="csX1" fmla="*/ 11831 w 15959"/>
                  <a:gd name="csY1" fmla="*/ 866 h 7969"/>
                  <a:gd name="csX2" fmla="*/ 20539 w 15959"/>
                  <a:gd name="csY2" fmla="*/ 8111 h 7969"/>
                  <a:gd name="csX3" fmla="*/ 12563 w 15959"/>
                  <a:gd name="csY3" fmla="*/ 8836 h 7969"/>
                  <a:gd name="csX4" fmla="*/ 4579 w 15959"/>
                  <a:gd name="csY4" fmla="*/ 866 h 7969"/>
                </a:gdLst>
                <a:ahLst/>
                <a:cxnLst>
                  <a:cxn ang="0">
                    <a:pos x="csX0" y="csY0"/>
                  </a:cxn>
                  <a:cxn ang="0">
                    <a:pos x="csX1" y="csY1"/>
                  </a:cxn>
                  <a:cxn ang="0">
                    <a:pos x="csX2" y="csY2"/>
                  </a:cxn>
                  <a:cxn ang="0">
                    <a:pos x="csX3" y="csY3"/>
                  </a:cxn>
                  <a:cxn ang="0">
                    <a:pos x="csX4" y="csY4"/>
                  </a:cxn>
                </a:cxnLst>
                <a:rect l="l" t="t" r="r" b="b"/>
                <a:pathLst>
                  <a:path w="15959" h="7969">
                    <a:moveTo>
                      <a:pt x="4579" y="866"/>
                    </a:moveTo>
                    <a:lnTo>
                      <a:pt x="11831" y="866"/>
                    </a:lnTo>
                    <a:lnTo>
                      <a:pt x="20539" y="8111"/>
                    </a:lnTo>
                    <a:lnTo>
                      <a:pt x="12563" y="8836"/>
                    </a:lnTo>
                    <a:lnTo>
                      <a:pt x="4579" y="8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7" name="Forme libre : forme 1085">
                <a:extLst>
                  <a:ext uri="{FF2B5EF4-FFF2-40B4-BE49-F238E27FC236}">
                    <a16:creationId xmlns:a16="http://schemas.microsoft.com/office/drawing/2014/main" id="{8F09BC33-C2F8-17A7-2155-0F5AC8344378}"/>
                  </a:ext>
                </a:extLst>
              </p:cNvPr>
              <p:cNvSpPr/>
              <p:nvPr/>
            </p:nvSpPr>
            <p:spPr>
              <a:xfrm>
                <a:off x="9739778" y="3015175"/>
                <a:ext cx="37946" cy="29723"/>
              </a:xfrm>
              <a:custGeom>
                <a:avLst/>
                <a:gdLst>
                  <a:gd name="csX0" fmla="*/ 28429 w 37946"/>
                  <a:gd name="csY0" fmla="*/ 689 h 29723"/>
                  <a:gd name="csX1" fmla="*/ 18174 w 37946"/>
                  <a:gd name="csY1" fmla="*/ 5813 h 29723"/>
                  <a:gd name="csX2" fmla="*/ 4841 w 37946"/>
                  <a:gd name="csY2" fmla="*/ 8885 h 29723"/>
                  <a:gd name="csX3" fmla="*/ 5867 w 37946"/>
                  <a:gd name="csY3" fmla="*/ 17087 h 29723"/>
                  <a:gd name="csX4" fmla="*/ 14069 w 37946"/>
                  <a:gd name="csY4" fmla="*/ 19139 h 29723"/>
                  <a:gd name="csX5" fmla="*/ 26376 w 37946"/>
                  <a:gd name="csY5" fmla="*/ 30413 h 29723"/>
                  <a:gd name="csX6" fmla="*/ 34578 w 37946"/>
                  <a:gd name="csY6" fmla="*/ 25289 h 29723"/>
                  <a:gd name="csX7" fmla="*/ 42788 w 37946"/>
                  <a:gd name="csY7" fmla="*/ 22211 h 29723"/>
                  <a:gd name="csX8" fmla="*/ 41761 w 37946"/>
                  <a:gd name="csY8" fmla="*/ 7866 h 29723"/>
                  <a:gd name="csX9" fmla="*/ 28429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8429" y="689"/>
                    </a:moveTo>
                    <a:lnTo>
                      <a:pt x="18174" y="5813"/>
                    </a:lnTo>
                    <a:lnTo>
                      <a:pt x="4841" y="8885"/>
                    </a:lnTo>
                    <a:lnTo>
                      <a:pt x="5867" y="17087"/>
                    </a:lnTo>
                    <a:lnTo>
                      <a:pt x="14069" y="19139"/>
                    </a:lnTo>
                    <a:lnTo>
                      <a:pt x="26376" y="30413"/>
                    </a:lnTo>
                    <a:lnTo>
                      <a:pt x="34578" y="25289"/>
                    </a:lnTo>
                    <a:lnTo>
                      <a:pt x="42788" y="22211"/>
                    </a:lnTo>
                    <a:lnTo>
                      <a:pt x="41761" y="7866"/>
                    </a:lnTo>
                    <a:lnTo>
                      <a:pt x="28429"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8" name="Forme libre : forme 1086">
                <a:extLst>
                  <a:ext uri="{FF2B5EF4-FFF2-40B4-BE49-F238E27FC236}">
                    <a16:creationId xmlns:a16="http://schemas.microsoft.com/office/drawing/2014/main" id="{FB39764A-46C3-9101-AEA8-1A2234DCC3AF}"/>
                  </a:ext>
                </a:extLst>
              </p:cNvPr>
              <p:cNvSpPr/>
              <p:nvPr/>
            </p:nvSpPr>
            <p:spPr>
              <a:xfrm>
                <a:off x="9638293" y="2866563"/>
                <a:ext cx="74860" cy="29723"/>
              </a:xfrm>
              <a:custGeom>
                <a:avLst/>
                <a:gdLst>
                  <a:gd name="csX0" fmla="*/ 79655 w 74860"/>
                  <a:gd name="csY0" fmla="*/ 16994 h 29723"/>
                  <a:gd name="csX1" fmla="*/ 66322 w 74860"/>
                  <a:gd name="csY1" fmla="*/ 14942 h 29723"/>
                  <a:gd name="csX2" fmla="*/ 46840 w 74860"/>
                  <a:gd name="csY2" fmla="*/ 2642 h 29723"/>
                  <a:gd name="csX3" fmla="*/ 24285 w 74860"/>
                  <a:gd name="csY3" fmla="*/ 2642 h 29723"/>
                  <a:gd name="csX4" fmla="*/ 7874 w 74860"/>
                  <a:gd name="csY4" fmla="*/ 597 h 29723"/>
                  <a:gd name="csX5" fmla="*/ 4795 w 74860"/>
                  <a:gd name="csY5" fmla="*/ 10844 h 29723"/>
                  <a:gd name="csX6" fmla="*/ 10952 w 74860"/>
                  <a:gd name="csY6" fmla="*/ 21092 h 29723"/>
                  <a:gd name="csX7" fmla="*/ 30435 w 74860"/>
                  <a:gd name="csY7" fmla="*/ 15968 h 29723"/>
                  <a:gd name="csX8" fmla="*/ 54022 w 74860"/>
                  <a:gd name="csY8" fmla="*/ 30320 h 29723"/>
                  <a:gd name="csX9" fmla="*/ 63251 w 74860"/>
                  <a:gd name="csY9" fmla="*/ 26216 h 29723"/>
                  <a:gd name="csX10" fmla="*/ 77603 w 74860"/>
                  <a:gd name="csY10" fmla="*/ 22118 h 29723"/>
                  <a:gd name="csX11" fmla="*/ 79655 w 74860"/>
                  <a:gd name="csY11" fmla="*/ 16994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9655" y="16994"/>
                    </a:moveTo>
                    <a:lnTo>
                      <a:pt x="66322" y="14942"/>
                    </a:lnTo>
                    <a:lnTo>
                      <a:pt x="46840" y="2642"/>
                    </a:lnTo>
                    <a:lnTo>
                      <a:pt x="24285" y="2642"/>
                    </a:lnTo>
                    <a:lnTo>
                      <a:pt x="7874" y="597"/>
                    </a:lnTo>
                    <a:lnTo>
                      <a:pt x="4795" y="10844"/>
                    </a:lnTo>
                    <a:lnTo>
                      <a:pt x="10952" y="21092"/>
                    </a:lnTo>
                    <a:lnTo>
                      <a:pt x="30435" y="15968"/>
                    </a:lnTo>
                    <a:lnTo>
                      <a:pt x="54022" y="30320"/>
                    </a:lnTo>
                    <a:lnTo>
                      <a:pt x="63251" y="26216"/>
                    </a:lnTo>
                    <a:lnTo>
                      <a:pt x="77603" y="22118"/>
                    </a:lnTo>
                    <a:lnTo>
                      <a:pt x="79655" y="16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09" name="Forme libre : forme 1087">
                <a:extLst>
                  <a:ext uri="{FF2B5EF4-FFF2-40B4-BE49-F238E27FC236}">
                    <a16:creationId xmlns:a16="http://schemas.microsoft.com/office/drawing/2014/main" id="{2C908EF6-AD40-93FC-CBC4-B74E4259E09F}"/>
                  </a:ext>
                </a:extLst>
              </p:cNvPr>
              <p:cNvSpPr/>
              <p:nvPr/>
            </p:nvSpPr>
            <p:spPr>
              <a:xfrm>
                <a:off x="10045895" y="3097177"/>
                <a:ext cx="29997" cy="13066"/>
              </a:xfrm>
              <a:custGeom>
                <a:avLst/>
                <a:gdLst>
                  <a:gd name="csX0" fmla="*/ 8101 w 29997"/>
                  <a:gd name="csY0" fmla="*/ 2265 h 13066"/>
                  <a:gd name="csX1" fmla="*/ 5023 w 29997"/>
                  <a:gd name="csY1" fmla="*/ 6110 h 13066"/>
                  <a:gd name="csX2" fmla="*/ 6562 w 29997"/>
                  <a:gd name="csY2" fmla="*/ 13799 h 13066"/>
                  <a:gd name="csX3" fmla="*/ 32715 w 29997"/>
                  <a:gd name="csY3" fmla="*/ 11494 h 13066"/>
                  <a:gd name="csX4" fmla="*/ 35020 w 29997"/>
                  <a:gd name="csY4" fmla="*/ 6876 h 13066"/>
                  <a:gd name="csX5" fmla="*/ 25792 w 29997"/>
                  <a:gd name="csY5" fmla="*/ 733 h 13066"/>
                  <a:gd name="csX6" fmla="*/ 8101 w 29997"/>
                  <a:gd name="csY6" fmla="*/ 226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8101" y="2265"/>
                    </a:moveTo>
                    <a:lnTo>
                      <a:pt x="5023" y="6110"/>
                    </a:lnTo>
                    <a:lnTo>
                      <a:pt x="6562" y="13799"/>
                    </a:lnTo>
                    <a:lnTo>
                      <a:pt x="32715" y="11494"/>
                    </a:lnTo>
                    <a:lnTo>
                      <a:pt x="35020" y="6876"/>
                    </a:lnTo>
                    <a:lnTo>
                      <a:pt x="25792" y="733"/>
                    </a:lnTo>
                    <a:lnTo>
                      <a:pt x="8101" y="2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0" name="Forme libre : forme 1088">
                <a:extLst>
                  <a:ext uri="{FF2B5EF4-FFF2-40B4-BE49-F238E27FC236}">
                    <a16:creationId xmlns:a16="http://schemas.microsoft.com/office/drawing/2014/main" id="{5951E189-007C-443C-BCCB-89629D8C3F56}"/>
                  </a:ext>
                </a:extLst>
              </p:cNvPr>
              <p:cNvSpPr/>
              <p:nvPr/>
            </p:nvSpPr>
            <p:spPr>
              <a:xfrm>
                <a:off x="10014359" y="3120238"/>
                <a:ext cx="56916" cy="35360"/>
              </a:xfrm>
              <a:custGeom>
                <a:avLst/>
                <a:gdLst>
                  <a:gd name="csX0" fmla="*/ 33472 w 56916"/>
                  <a:gd name="csY0" fmla="*/ 1522 h 35360"/>
                  <a:gd name="csX1" fmla="*/ 22704 w 56916"/>
                  <a:gd name="csY1" fmla="*/ 7672 h 35360"/>
                  <a:gd name="csX2" fmla="*/ 10397 w 56916"/>
                  <a:gd name="csY2" fmla="*/ 9211 h 35360"/>
                  <a:gd name="csX3" fmla="*/ 5013 w 56916"/>
                  <a:gd name="csY3" fmla="*/ 11516 h 35360"/>
                  <a:gd name="csX4" fmla="*/ 5786 w 56916"/>
                  <a:gd name="csY4" fmla="*/ 21511 h 35360"/>
                  <a:gd name="csX5" fmla="*/ 14242 w 56916"/>
                  <a:gd name="csY5" fmla="*/ 26888 h 35360"/>
                  <a:gd name="csX6" fmla="*/ 14242 w 56916"/>
                  <a:gd name="csY6" fmla="*/ 32272 h 35360"/>
                  <a:gd name="csX7" fmla="*/ 22704 w 56916"/>
                  <a:gd name="csY7" fmla="*/ 36116 h 35360"/>
                  <a:gd name="csX8" fmla="*/ 27322 w 56916"/>
                  <a:gd name="csY8" fmla="*/ 30732 h 35360"/>
                  <a:gd name="csX9" fmla="*/ 41161 w 56916"/>
                  <a:gd name="csY9" fmla="*/ 29193 h 35360"/>
                  <a:gd name="csX10" fmla="*/ 41161 w 56916"/>
                  <a:gd name="csY10" fmla="*/ 23816 h 35360"/>
                  <a:gd name="csX11" fmla="*/ 57312 w 56916"/>
                  <a:gd name="csY11" fmla="*/ 13822 h 35360"/>
                  <a:gd name="csX12" fmla="*/ 61930 w 56916"/>
                  <a:gd name="csY12" fmla="*/ 6905 h 35360"/>
                  <a:gd name="csX13" fmla="*/ 58851 w 56916"/>
                  <a:gd name="csY13" fmla="*/ 755 h 35360"/>
                  <a:gd name="csX14" fmla="*/ 33472 w 56916"/>
                  <a:gd name="csY14" fmla="*/ 1522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33472" y="1522"/>
                    </a:moveTo>
                    <a:lnTo>
                      <a:pt x="22704" y="7672"/>
                    </a:lnTo>
                    <a:lnTo>
                      <a:pt x="10397" y="9211"/>
                    </a:lnTo>
                    <a:lnTo>
                      <a:pt x="5013" y="11516"/>
                    </a:lnTo>
                    <a:lnTo>
                      <a:pt x="5786" y="21511"/>
                    </a:lnTo>
                    <a:lnTo>
                      <a:pt x="14242" y="26888"/>
                    </a:lnTo>
                    <a:lnTo>
                      <a:pt x="14242" y="32272"/>
                    </a:lnTo>
                    <a:lnTo>
                      <a:pt x="22704" y="36116"/>
                    </a:lnTo>
                    <a:lnTo>
                      <a:pt x="27322" y="30732"/>
                    </a:lnTo>
                    <a:lnTo>
                      <a:pt x="41161" y="29193"/>
                    </a:lnTo>
                    <a:lnTo>
                      <a:pt x="41161" y="23816"/>
                    </a:lnTo>
                    <a:lnTo>
                      <a:pt x="57312" y="13822"/>
                    </a:lnTo>
                    <a:lnTo>
                      <a:pt x="61930" y="6905"/>
                    </a:lnTo>
                    <a:lnTo>
                      <a:pt x="58851" y="755"/>
                    </a:lnTo>
                    <a:lnTo>
                      <a:pt x="33472"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1" name="Forme libre : forme 1089">
                <a:extLst>
                  <a:ext uri="{FF2B5EF4-FFF2-40B4-BE49-F238E27FC236}">
                    <a16:creationId xmlns:a16="http://schemas.microsoft.com/office/drawing/2014/main" id="{115982F8-8680-AC1E-00B8-50385119F78A}"/>
                  </a:ext>
                </a:extLst>
              </p:cNvPr>
              <p:cNvSpPr/>
              <p:nvPr/>
            </p:nvSpPr>
            <p:spPr>
              <a:xfrm rot="4911737" flipV="1">
                <a:off x="9882450" y="3219579"/>
                <a:ext cx="8557" cy="7976"/>
              </a:xfrm>
              <a:custGeom>
                <a:avLst/>
                <a:gdLst>
                  <a:gd name="csX0" fmla="*/ 6224 w 8557"/>
                  <a:gd name="csY0" fmla="*/ 806 h 7976"/>
                  <a:gd name="csX1" fmla="*/ 13476 w 8557"/>
                  <a:gd name="csY1" fmla="*/ 806 h 7976"/>
                  <a:gd name="csX2" fmla="*/ 8400 w 8557"/>
                  <a:gd name="csY2" fmla="*/ 8782 h 7976"/>
                  <a:gd name="csX3" fmla="*/ 4918 w 8557"/>
                  <a:gd name="csY3" fmla="*/ 6176 h 7976"/>
                  <a:gd name="csX4" fmla="*/ 6224 w 8557"/>
                  <a:gd name="csY4" fmla="*/ 806 h 7976"/>
                </a:gdLst>
                <a:ahLst/>
                <a:cxnLst>
                  <a:cxn ang="0">
                    <a:pos x="csX0" y="csY0"/>
                  </a:cxn>
                  <a:cxn ang="0">
                    <a:pos x="csX1" y="csY1"/>
                  </a:cxn>
                  <a:cxn ang="0">
                    <a:pos x="csX2" y="csY2"/>
                  </a:cxn>
                  <a:cxn ang="0">
                    <a:pos x="csX3" y="csY3"/>
                  </a:cxn>
                  <a:cxn ang="0">
                    <a:pos x="csX4" y="csY4"/>
                  </a:cxn>
                </a:cxnLst>
                <a:rect l="l" t="t" r="r" b="b"/>
                <a:pathLst>
                  <a:path w="8557" h="7976">
                    <a:moveTo>
                      <a:pt x="6224" y="806"/>
                    </a:moveTo>
                    <a:lnTo>
                      <a:pt x="13476" y="806"/>
                    </a:lnTo>
                    <a:lnTo>
                      <a:pt x="8400" y="8782"/>
                    </a:lnTo>
                    <a:lnTo>
                      <a:pt x="4918" y="6176"/>
                    </a:lnTo>
                    <a:lnTo>
                      <a:pt x="6224"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2" name="Forme libre : forme 1090">
                <a:extLst>
                  <a:ext uri="{FF2B5EF4-FFF2-40B4-BE49-F238E27FC236}">
                    <a16:creationId xmlns:a16="http://schemas.microsoft.com/office/drawing/2014/main" id="{07F8C0C4-CF09-4701-9ADE-EEF350668093}"/>
                  </a:ext>
                </a:extLst>
              </p:cNvPr>
              <p:cNvSpPr/>
              <p:nvPr/>
            </p:nvSpPr>
            <p:spPr>
              <a:xfrm rot="3804569" flipV="1">
                <a:off x="9897232" y="3225414"/>
                <a:ext cx="7791" cy="9173"/>
              </a:xfrm>
              <a:custGeom>
                <a:avLst/>
                <a:gdLst>
                  <a:gd name="csX0" fmla="*/ 5836 w 7791"/>
                  <a:gd name="csY0" fmla="*/ 809 h 9173"/>
                  <a:gd name="csX1" fmla="*/ 12718 w 7791"/>
                  <a:gd name="csY1" fmla="*/ 809 h 9173"/>
                  <a:gd name="csX2" fmla="*/ 8135 w 7791"/>
                  <a:gd name="csY2" fmla="*/ 9983 h 9173"/>
                  <a:gd name="csX3" fmla="*/ 4926 w 7791"/>
                  <a:gd name="csY3" fmla="*/ 8143 h 9173"/>
                  <a:gd name="csX4" fmla="*/ 5836 w 7791"/>
                  <a:gd name="csY4" fmla="*/ 809 h 9173"/>
                </a:gdLst>
                <a:ahLst/>
                <a:cxnLst>
                  <a:cxn ang="0">
                    <a:pos x="csX0" y="csY0"/>
                  </a:cxn>
                  <a:cxn ang="0">
                    <a:pos x="csX1" y="csY1"/>
                  </a:cxn>
                  <a:cxn ang="0">
                    <a:pos x="csX2" y="csY2"/>
                  </a:cxn>
                  <a:cxn ang="0">
                    <a:pos x="csX3" y="csY3"/>
                  </a:cxn>
                  <a:cxn ang="0">
                    <a:pos x="csX4" y="csY4"/>
                  </a:cxn>
                </a:cxnLst>
                <a:rect l="l" t="t" r="r" b="b"/>
                <a:pathLst>
                  <a:path w="7791" h="9173">
                    <a:moveTo>
                      <a:pt x="5836" y="809"/>
                    </a:moveTo>
                    <a:lnTo>
                      <a:pt x="12718" y="809"/>
                    </a:lnTo>
                    <a:lnTo>
                      <a:pt x="8135" y="9983"/>
                    </a:lnTo>
                    <a:lnTo>
                      <a:pt x="4926" y="8143"/>
                    </a:lnTo>
                    <a:lnTo>
                      <a:pt x="5836" y="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3" name="Forme libre : forme 1091">
                <a:extLst>
                  <a:ext uri="{FF2B5EF4-FFF2-40B4-BE49-F238E27FC236}">
                    <a16:creationId xmlns:a16="http://schemas.microsoft.com/office/drawing/2014/main" id="{79D2B2C6-45DB-AE01-CC8E-4E4B9E56FE36}"/>
                  </a:ext>
                </a:extLst>
              </p:cNvPr>
              <p:cNvSpPr/>
              <p:nvPr/>
            </p:nvSpPr>
            <p:spPr>
              <a:xfrm>
                <a:off x="5079953" y="2706718"/>
                <a:ext cx="235341" cy="158353"/>
              </a:xfrm>
              <a:custGeom>
                <a:avLst/>
                <a:gdLst>
                  <a:gd name="csX0" fmla="*/ 152807 w 235341"/>
                  <a:gd name="csY0" fmla="*/ 140433 h 158353"/>
                  <a:gd name="csX1" fmla="*/ 169724 w 235341"/>
                  <a:gd name="csY1" fmla="*/ 137355 h 158353"/>
                  <a:gd name="csX2" fmla="*/ 183570 w 235341"/>
                  <a:gd name="csY2" fmla="*/ 121983 h 158353"/>
                  <a:gd name="csX3" fmla="*/ 203566 w 235341"/>
                  <a:gd name="csY3" fmla="*/ 120444 h 158353"/>
                  <a:gd name="csX4" fmla="*/ 209716 w 235341"/>
                  <a:gd name="csY4" fmla="*/ 105073 h 158353"/>
                  <a:gd name="csX5" fmla="*/ 226641 w 235341"/>
                  <a:gd name="csY5" fmla="*/ 92773 h 158353"/>
                  <a:gd name="csX6" fmla="*/ 237408 w 235341"/>
                  <a:gd name="csY6" fmla="*/ 69712 h 158353"/>
                  <a:gd name="csX7" fmla="*/ 232791 w 235341"/>
                  <a:gd name="csY7" fmla="*/ 54340 h 158353"/>
                  <a:gd name="csX8" fmla="*/ 223562 w 235341"/>
                  <a:gd name="csY8" fmla="*/ 54340 h 158353"/>
                  <a:gd name="csX9" fmla="*/ 218951 w 235341"/>
                  <a:gd name="csY9" fmla="*/ 45112 h 158353"/>
                  <a:gd name="csX10" fmla="*/ 211255 w 235341"/>
                  <a:gd name="csY10" fmla="*/ 43580 h 158353"/>
                  <a:gd name="csX11" fmla="*/ 212801 w 235341"/>
                  <a:gd name="csY11" fmla="*/ 28201 h 158353"/>
                  <a:gd name="csX12" fmla="*/ 208184 w 235341"/>
                  <a:gd name="csY12" fmla="*/ 18980 h 158353"/>
                  <a:gd name="csX13" fmla="*/ 217412 w 235341"/>
                  <a:gd name="csY13" fmla="*/ 12830 h 158353"/>
                  <a:gd name="csX14" fmla="*/ 215873 w 235341"/>
                  <a:gd name="csY14" fmla="*/ 6680 h 158353"/>
                  <a:gd name="csX15" fmla="*/ 208184 w 235341"/>
                  <a:gd name="csY15" fmla="*/ 9758 h 158353"/>
                  <a:gd name="csX16" fmla="*/ 195877 w 235341"/>
                  <a:gd name="csY16" fmla="*/ 9758 h 158353"/>
                  <a:gd name="csX17" fmla="*/ 191266 w 235341"/>
                  <a:gd name="csY17" fmla="*/ 530 h 158353"/>
                  <a:gd name="csX18" fmla="*/ 172803 w 235341"/>
                  <a:gd name="csY18" fmla="*/ 530 h 158353"/>
                  <a:gd name="csX19" fmla="*/ 174342 w 235341"/>
                  <a:gd name="csY19" fmla="*/ 20512 h 158353"/>
                  <a:gd name="csX20" fmla="*/ 155885 w 235341"/>
                  <a:gd name="csY20" fmla="*/ 28201 h 158353"/>
                  <a:gd name="csX21" fmla="*/ 145117 w 235341"/>
                  <a:gd name="csY21" fmla="*/ 20512 h 158353"/>
                  <a:gd name="csX22" fmla="*/ 132811 w 235341"/>
                  <a:gd name="csY22" fmla="*/ 23590 h 158353"/>
                  <a:gd name="csX23" fmla="*/ 135889 w 235341"/>
                  <a:gd name="csY23" fmla="*/ 32812 h 158353"/>
                  <a:gd name="csX24" fmla="*/ 129732 w 235341"/>
                  <a:gd name="csY24" fmla="*/ 35890 h 158353"/>
                  <a:gd name="csX25" fmla="*/ 123582 w 235341"/>
                  <a:gd name="csY25" fmla="*/ 23590 h 158353"/>
                  <a:gd name="csX26" fmla="*/ 105125 w 235341"/>
                  <a:gd name="csY26" fmla="*/ 28201 h 158353"/>
                  <a:gd name="csX27" fmla="*/ 105125 w 235341"/>
                  <a:gd name="csY27" fmla="*/ 42040 h 158353"/>
                  <a:gd name="csX28" fmla="*/ 95897 w 235341"/>
                  <a:gd name="csY28" fmla="*/ 31280 h 158353"/>
                  <a:gd name="csX29" fmla="*/ 88201 w 235341"/>
                  <a:gd name="csY29" fmla="*/ 29740 h 158353"/>
                  <a:gd name="csX30" fmla="*/ 82051 w 235341"/>
                  <a:gd name="csY30" fmla="*/ 34351 h 158353"/>
                  <a:gd name="csX31" fmla="*/ 91279 w 235341"/>
                  <a:gd name="csY31" fmla="*/ 40501 h 158353"/>
                  <a:gd name="csX32" fmla="*/ 86662 w 235341"/>
                  <a:gd name="csY32" fmla="*/ 48190 h 158353"/>
                  <a:gd name="csX33" fmla="*/ 74362 w 235341"/>
                  <a:gd name="csY33" fmla="*/ 51262 h 158353"/>
                  <a:gd name="csX34" fmla="*/ 77433 w 235341"/>
                  <a:gd name="csY34" fmla="*/ 57412 h 158353"/>
                  <a:gd name="csX35" fmla="*/ 72823 w 235341"/>
                  <a:gd name="csY35" fmla="*/ 62023 h 158353"/>
                  <a:gd name="csX36" fmla="*/ 65133 w 235341"/>
                  <a:gd name="csY36" fmla="*/ 57412 h 158353"/>
                  <a:gd name="csX37" fmla="*/ 58977 w 235341"/>
                  <a:gd name="csY37" fmla="*/ 37430 h 158353"/>
                  <a:gd name="csX38" fmla="*/ 62055 w 235341"/>
                  <a:gd name="csY38" fmla="*/ 22051 h 158353"/>
                  <a:gd name="csX39" fmla="*/ 42059 w 235341"/>
                  <a:gd name="csY39" fmla="*/ 5141 h 158353"/>
                  <a:gd name="csX40" fmla="*/ 26674 w 235341"/>
                  <a:gd name="csY40" fmla="*/ 5141 h 158353"/>
                  <a:gd name="csX41" fmla="*/ 32824 w 235341"/>
                  <a:gd name="csY41" fmla="*/ 18980 h 158353"/>
                  <a:gd name="csX42" fmla="*/ 40520 w 235341"/>
                  <a:gd name="csY42" fmla="*/ 29740 h 158353"/>
                  <a:gd name="csX43" fmla="*/ 29752 w 235341"/>
                  <a:gd name="csY43" fmla="*/ 32812 h 158353"/>
                  <a:gd name="csX44" fmla="*/ 26674 w 235341"/>
                  <a:gd name="csY44" fmla="*/ 26662 h 158353"/>
                  <a:gd name="csX45" fmla="*/ 22056 w 235341"/>
                  <a:gd name="csY45" fmla="*/ 23590 h 158353"/>
                  <a:gd name="csX46" fmla="*/ 2067 w 235341"/>
                  <a:gd name="csY46" fmla="*/ 48190 h 158353"/>
                  <a:gd name="csX47" fmla="*/ 3606 w 235341"/>
                  <a:gd name="csY47" fmla="*/ 55873 h 158353"/>
                  <a:gd name="csX48" fmla="*/ 17445 w 235341"/>
                  <a:gd name="csY48" fmla="*/ 54334 h 158353"/>
                  <a:gd name="csX49" fmla="*/ 46670 w 235341"/>
                  <a:gd name="csY49" fmla="*/ 54334 h 158353"/>
                  <a:gd name="csX50" fmla="*/ 51287 w 235341"/>
                  <a:gd name="csY50" fmla="*/ 62023 h 158353"/>
                  <a:gd name="csX51" fmla="*/ 42059 w 235341"/>
                  <a:gd name="csY51" fmla="*/ 68173 h 158353"/>
                  <a:gd name="csX52" fmla="*/ 62055 w 235341"/>
                  <a:gd name="csY52" fmla="*/ 77401 h 158353"/>
                  <a:gd name="csX53" fmla="*/ 57437 w 235341"/>
                  <a:gd name="csY53" fmla="*/ 82012 h 158353"/>
                  <a:gd name="csX54" fmla="*/ 45131 w 235341"/>
                  <a:gd name="csY54" fmla="*/ 80473 h 158353"/>
                  <a:gd name="csX55" fmla="*/ 28213 w 235341"/>
                  <a:gd name="csY55" fmla="*/ 82012 h 158353"/>
                  <a:gd name="csX56" fmla="*/ 14367 w 235341"/>
                  <a:gd name="csY56" fmla="*/ 85083 h 158353"/>
                  <a:gd name="csX57" fmla="*/ 12828 w 235341"/>
                  <a:gd name="csY57" fmla="*/ 94312 h 158353"/>
                  <a:gd name="csX58" fmla="*/ 37441 w 235341"/>
                  <a:gd name="csY58" fmla="*/ 91233 h 158353"/>
                  <a:gd name="csX59" fmla="*/ 46670 w 235341"/>
                  <a:gd name="csY59" fmla="*/ 94312 h 158353"/>
                  <a:gd name="csX60" fmla="*/ 46670 w 235341"/>
                  <a:gd name="csY60" fmla="*/ 101994 h 158353"/>
                  <a:gd name="csX61" fmla="*/ 55898 w 235341"/>
                  <a:gd name="csY61" fmla="*/ 114294 h 158353"/>
                  <a:gd name="csX62" fmla="*/ 54359 w 235341"/>
                  <a:gd name="csY62" fmla="*/ 126594 h 158353"/>
                  <a:gd name="csX63" fmla="*/ 38981 w 235341"/>
                  <a:gd name="csY63" fmla="*/ 126594 h 158353"/>
                  <a:gd name="csX64" fmla="*/ 37441 w 235341"/>
                  <a:gd name="csY64" fmla="*/ 134283 h 158353"/>
                  <a:gd name="csX65" fmla="*/ 49748 w 235341"/>
                  <a:gd name="csY65" fmla="*/ 138894 h 158353"/>
                  <a:gd name="csX66" fmla="*/ 72816 w 235341"/>
                  <a:gd name="csY66" fmla="*/ 141966 h 158353"/>
                  <a:gd name="csX67" fmla="*/ 97429 w 235341"/>
                  <a:gd name="csY67" fmla="*/ 158883 h 158353"/>
                  <a:gd name="csX68" fmla="*/ 137421 w 235341"/>
                  <a:gd name="csY68" fmla="*/ 157344 h 158353"/>
                  <a:gd name="csX69" fmla="*/ 152807 w 235341"/>
                  <a:gd name="csY69" fmla="*/ 140433 h 158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235341" h="158353">
                    <a:moveTo>
                      <a:pt x="152807" y="140433"/>
                    </a:moveTo>
                    <a:lnTo>
                      <a:pt x="169724" y="137355"/>
                    </a:lnTo>
                    <a:lnTo>
                      <a:pt x="183570" y="121983"/>
                    </a:lnTo>
                    <a:lnTo>
                      <a:pt x="203566" y="120444"/>
                    </a:lnTo>
                    <a:lnTo>
                      <a:pt x="209716" y="105073"/>
                    </a:lnTo>
                    <a:lnTo>
                      <a:pt x="226641" y="92773"/>
                    </a:lnTo>
                    <a:lnTo>
                      <a:pt x="237408" y="69712"/>
                    </a:lnTo>
                    <a:lnTo>
                      <a:pt x="232791" y="54340"/>
                    </a:lnTo>
                    <a:lnTo>
                      <a:pt x="223562" y="54340"/>
                    </a:lnTo>
                    <a:lnTo>
                      <a:pt x="218951" y="45112"/>
                    </a:lnTo>
                    <a:lnTo>
                      <a:pt x="211255" y="43580"/>
                    </a:lnTo>
                    <a:lnTo>
                      <a:pt x="212801" y="28201"/>
                    </a:lnTo>
                    <a:lnTo>
                      <a:pt x="208184" y="18980"/>
                    </a:lnTo>
                    <a:lnTo>
                      <a:pt x="217412" y="12830"/>
                    </a:lnTo>
                    <a:lnTo>
                      <a:pt x="215873" y="6680"/>
                    </a:lnTo>
                    <a:lnTo>
                      <a:pt x="208184" y="9758"/>
                    </a:lnTo>
                    <a:lnTo>
                      <a:pt x="195877" y="9758"/>
                    </a:lnTo>
                    <a:lnTo>
                      <a:pt x="191266" y="530"/>
                    </a:lnTo>
                    <a:lnTo>
                      <a:pt x="172803" y="530"/>
                    </a:lnTo>
                    <a:lnTo>
                      <a:pt x="174342" y="20512"/>
                    </a:lnTo>
                    <a:lnTo>
                      <a:pt x="155885" y="28201"/>
                    </a:lnTo>
                    <a:lnTo>
                      <a:pt x="145117" y="20512"/>
                    </a:lnTo>
                    <a:lnTo>
                      <a:pt x="132811" y="23590"/>
                    </a:lnTo>
                    <a:lnTo>
                      <a:pt x="135889" y="32812"/>
                    </a:lnTo>
                    <a:lnTo>
                      <a:pt x="129732" y="35890"/>
                    </a:lnTo>
                    <a:lnTo>
                      <a:pt x="123582" y="23590"/>
                    </a:lnTo>
                    <a:lnTo>
                      <a:pt x="105125" y="28201"/>
                    </a:lnTo>
                    <a:lnTo>
                      <a:pt x="105125" y="42040"/>
                    </a:lnTo>
                    <a:lnTo>
                      <a:pt x="95897" y="31280"/>
                    </a:lnTo>
                    <a:lnTo>
                      <a:pt x="88201" y="29740"/>
                    </a:lnTo>
                    <a:lnTo>
                      <a:pt x="82051" y="34351"/>
                    </a:lnTo>
                    <a:lnTo>
                      <a:pt x="91279" y="40501"/>
                    </a:lnTo>
                    <a:lnTo>
                      <a:pt x="86662" y="48190"/>
                    </a:lnTo>
                    <a:lnTo>
                      <a:pt x="74362" y="51262"/>
                    </a:lnTo>
                    <a:lnTo>
                      <a:pt x="77433" y="57412"/>
                    </a:lnTo>
                    <a:lnTo>
                      <a:pt x="72823" y="62023"/>
                    </a:lnTo>
                    <a:lnTo>
                      <a:pt x="65133" y="57412"/>
                    </a:lnTo>
                    <a:lnTo>
                      <a:pt x="58977" y="37430"/>
                    </a:lnTo>
                    <a:lnTo>
                      <a:pt x="62055" y="22051"/>
                    </a:lnTo>
                    <a:lnTo>
                      <a:pt x="42059" y="5141"/>
                    </a:lnTo>
                    <a:lnTo>
                      <a:pt x="26674" y="5141"/>
                    </a:lnTo>
                    <a:lnTo>
                      <a:pt x="32824" y="18980"/>
                    </a:lnTo>
                    <a:lnTo>
                      <a:pt x="40520" y="29740"/>
                    </a:lnTo>
                    <a:lnTo>
                      <a:pt x="29752" y="32812"/>
                    </a:lnTo>
                    <a:lnTo>
                      <a:pt x="26674" y="26662"/>
                    </a:lnTo>
                    <a:lnTo>
                      <a:pt x="22056" y="23590"/>
                    </a:lnTo>
                    <a:lnTo>
                      <a:pt x="2067" y="48190"/>
                    </a:lnTo>
                    <a:lnTo>
                      <a:pt x="3606" y="55873"/>
                    </a:lnTo>
                    <a:lnTo>
                      <a:pt x="17445" y="54334"/>
                    </a:lnTo>
                    <a:lnTo>
                      <a:pt x="46670" y="54334"/>
                    </a:lnTo>
                    <a:lnTo>
                      <a:pt x="51287" y="62023"/>
                    </a:lnTo>
                    <a:lnTo>
                      <a:pt x="42059" y="68173"/>
                    </a:lnTo>
                    <a:lnTo>
                      <a:pt x="62055" y="77401"/>
                    </a:lnTo>
                    <a:lnTo>
                      <a:pt x="57437" y="82012"/>
                    </a:lnTo>
                    <a:lnTo>
                      <a:pt x="45131" y="80473"/>
                    </a:lnTo>
                    <a:lnTo>
                      <a:pt x="28213" y="82012"/>
                    </a:lnTo>
                    <a:lnTo>
                      <a:pt x="14367" y="85083"/>
                    </a:lnTo>
                    <a:lnTo>
                      <a:pt x="12828" y="94312"/>
                    </a:lnTo>
                    <a:lnTo>
                      <a:pt x="37441" y="91233"/>
                    </a:lnTo>
                    <a:lnTo>
                      <a:pt x="46670" y="94312"/>
                    </a:lnTo>
                    <a:lnTo>
                      <a:pt x="46670" y="101994"/>
                    </a:lnTo>
                    <a:lnTo>
                      <a:pt x="55898" y="114294"/>
                    </a:lnTo>
                    <a:lnTo>
                      <a:pt x="54359" y="126594"/>
                    </a:lnTo>
                    <a:lnTo>
                      <a:pt x="38981" y="126594"/>
                    </a:lnTo>
                    <a:lnTo>
                      <a:pt x="37441" y="134283"/>
                    </a:lnTo>
                    <a:lnTo>
                      <a:pt x="49748" y="138894"/>
                    </a:lnTo>
                    <a:lnTo>
                      <a:pt x="72816" y="141966"/>
                    </a:lnTo>
                    <a:lnTo>
                      <a:pt x="97429" y="158883"/>
                    </a:lnTo>
                    <a:lnTo>
                      <a:pt x="137421" y="157344"/>
                    </a:lnTo>
                    <a:lnTo>
                      <a:pt x="152807" y="140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4" name="Forme libre : forme 1092">
                <a:extLst>
                  <a:ext uri="{FF2B5EF4-FFF2-40B4-BE49-F238E27FC236}">
                    <a16:creationId xmlns:a16="http://schemas.microsoft.com/office/drawing/2014/main" id="{6BC8AEE0-FE9F-42F2-BCF2-BFD44FA5F995}"/>
                  </a:ext>
                </a:extLst>
              </p:cNvPr>
              <p:cNvSpPr/>
              <p:nvPr/>
            </p:nvSpPr>
            <p:spPr>
              <a:xfrm>
                <a:off x="5379120" y="3214834"/>
                <a:ext cx="109215" cy="139130"/>
              </a:xfrm>
              <a:custGeom>
                <a:avLst/>
                <a:gdLst>
                  <a:gd name="csX0" fmla="*/ 2198 w 109215"/>
                  <a:gd name="csY0" fmla="*/ 114600 h 139130"/>
                  <a:gd name="csX1" fmla="*/ 4503 w 109215"/>
                  <a:gd name="csY1" fmla="*/ 127673 h 139130"/>
                  <a:gd name="csX2" fmla="*/ 11426 w 109215"/>
                  <a:gd name="csY2" fmla="*/ 130745 h 139130"/>
                  <a:gd name="csX3" fmla="*/ 13732 w 109215"/>
                  <a:gd name="csY3" fmla="*/ 136895 h 139130"/>
                  <a:gd name="csX4" fmla="*/ 22960 w 109215"/>
                  <a:gd name="csY4" fmla="*/ 139966 h 139130"/>
                  <a:gd name="csX5" fmla="*/ 34501 w 109215"/>
                  <a:gd name="csY5" fmla="*/ 133816 h 139130"/>
                  <a:gd name="csX6" fmla="*/ 52191 w 109215"/>
                  <a:gd name="csY6" fmla="*/ 125361 h 139130"/>
                  <a:gd name="csX7" fmla="*/ 72954 w 109215"/>
                  <a:gd name="csY7" fmla="*/ 116906 h 139130"/>
                  <a:gd name="csX8" fmla="*/ 86800 w 109215"/>
                  <a:gd name="csY8" fmla="*/ 113834 h 139130"/>
                  <a:gd name="csX9" fmla="*/ 92183 w 109215"/>
                  <a:gd name="csY9" fmla="*/ 88468 h 139130"/>
                  <a:gd name="csX10" fmla="*/ 95255 w 109215"/>
                  <a:gd name="csY10" fmla="*/ 75402 h 139130"/>
                  <a:gd name="csX11" fmla="*/ 93723 w 109215"/>
                  <a:gd name="csY11" fmla="*/ 66940 h 139130"/>
                  <a:gd name="csX12" fmla="*/ 93723 w 109215"/>
                  <a:gd name="csY12" fmla="*/ 47723 h 139130"/>
                  <a:gd name="csX13" fmla="*/ 106029 w 109215"/>
                  <a:gd name="csY13" fmla="*/ 40041 h 139130"/>
                  <a:gd name="csX14" fmla="*/ 111413 w 109215"/>
                  <a:gd name="csY14" fmla="*/ 25436 h 139130"/>
                  <a:gd name="csX15" fmla="*/ 105256 w 109215"/>
                  <a:gd name="csY15" fmla="*/ 23130 h 139130"/>
                  <a:gd name="csX16" fmla="*/ 95262 w 109215"/>
                  <a:gd name="csY16" fmla="*/ 5447 h 139130"/>
                  <a:gd name="csX17" fmla="*/ 80650 w 109215"/>
                  <a:gd name="csY17" fmla="*/ 3907 h 139130"/>
                  <a:gd name="csX18" fmla="*/ 78337 w 109215"/>
                  <a:gd name="csY18" fmla="*/ 836 h 139130"/>
                  <a:gd name="csX19" fmla="*/ 66037 w 109215"/>
                  <a:gd name="csY19" fmla="*/ 1602 h 139130"/>
                  <a:gd name="csX20" fmla="*/ 48347 w 109215"/>
                  <a:gd name="csY20" fmla="*/ 3907 h 139130"/>
                  <a:gd name="csX21" fmla="*/ 43729 w 109215"/>
                  <a:gd name="csY21" fmla="*/ 10057 h 139130"/>
                  <a:gd name="csX22" fmla="*/ 39112 w 109215"/>
                  <a:gd name="csY22" fmla="*/ 25436 h 139130"/>
                  <a:gd name="csX23" fmla="*/ 43729 w 109215"/>
                  <a:gd name="csY23" fmla="*/ 33884 h 139130"/>
                  <a:gd name="csX24" fmla="*/ 32962 w 109215"/>
                  <a:gd name="csY24" fmla="*/ 40034 h 139130"/>
                  <a:gd name="csX25" fmla="*/ 22194 w 109215"/>
                  <a:gd name="csY25" fmla="*/ 36196 h 139130"/>
                  <a:gd name="csX26" fmla="*/ 12966 w 109215"/>
                  <a:gd name="csY26" fmla="*/ 39268 h 139130"/>
                  <a:gd name="csX27" fmla="*/ 7582 w 109215"/>
                  <a:gd name="csY27" fmla="*/ 48496 h 139130"/>
                  <a:gd name="csX28" fmla="*/ 16044 w 109215"/>
                  <a:gd name="csY28" fmla="*/ 59257 h 139130"/>
                  <a:gd name="csX29" fmla="*/ 15271 w 109215"/>
                  <a:gd name="csY29" fmla="*/ 65407 h 139130"/>
                  <a:gd name="csX30" fmla="*/ 9121 w 109215"/>
                  <a:gd name="csY30" fmla="*/ 70018 h 139130"/>
                  <a:gd name="csX31" fmla="*/ 13732 w 109215"/>
                  <a:gd name="csY31" fmla="*/ 74629 h 139130"/>
                  <a:gd name="csX32" fmla="*/ 22194 w 109215"/>
                  <a:gd name="csY32" fmla="*/ 70018 h 139130"/>
                  <a:gd name="csX33" fmla="*/ 28344 w 109215"/>
                  <a:gd name="csY33" fmla="*/ 73089 h 139130"/>
                  <a:gd name="csX34" fmla="*/ 22194 w 109215"/>
                  <a:gd name="csY34" fmla="*/ 86156 h 139130"/>
                  <a:gd name="csX35" fmla="*/ 21421 w 109215"/>
                  <a:gd name="csY35" fmla="*/ 96150 h 139130"/>
                  <a:gd name="csX36" fmla="*/ 27578 w 109215"/>
                  <a:gd name="csY36" fmla="*/ 99229 h 139130"/>
                  <a:gd name="csX37" fmla="*/ 28344 w 109215"/>
                  <a:gd name="csY37" fmla="*/ 101534 h 139130"/>
                  <a:gd name="csX38" fmla="*/ 9121 w 109215"/>
                  <a:gd name="csY38" fmla="*/ 108450 h 139130"/>
                  <a:gd name="csX39" fmla="*/ 2198 w 109215"/>
                  <a:gd name="csY39" fmla="*/ 114600 h 1391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09215" h="139130">
                    <a:moveTo>
                      <a:pt x="2198" y="114600"/>
                    </a:moveTo>
                    <a:lnTo>
                      <a:pt x="4503" y="127673"/>
                    </a:lnTo>
                    <a:lnTo>
                      <a:pt x="11426" y="130745"/>
                    </a:lnTo>
                    <a:lnTo>
                      <a:pt x="13732" y="136895"/>
                    </a:lnTo>
                    <a:lnTo>
                      <a:pt x="22960" y="139966"/>
                    </a:lnTo>
                    <a:lnTo>
                      <a:pt x="34501" y="133816"/>
                    </a:lnTo>
                    <a:lnTo>
                      <a:pt x="52191" y="125361"/>
                    </a:lnTo>
                    <a:lnTo>
                      <a:pt x="72954" y="116906"/>
                    </a:lnTo>
                    <a:lnTo>
                      <a:pt x="86800" y="113834"/>
                    </a:lnTo>
                    <a:lnTo>
                      <a:pt x="92183" y="88468"/>
                    </a:lnTo>
                    <a:lnTo>
                      <a:pt x="95255" y="75402"/>
                    </a:lnTo>
                    <a:lnTo>
                      <a:pt x="93723" y="66940"/>
                    </a:lnTo>
                    <a:lnTo>
                      <a:pt x="93723" y="47723"/>
                    </a:lnTo>
                    <a:lnTo>
                      <a:pt x="106029" y="40041"/>
                    </a:lnTo>
                    <a:lnTo>
                      <a:pt x="111413" y="25436"/>
                    </a:lnTo>
                    <a:lnTo>
                      <a:pt x="105256" y="23130"/>
                    </a:lnTo>
                    <a:lnTo>
                      <a:pt x="95262" y="5447"/>
                    </a:lnTo>
                    <a:lnTo>
                      <a:pt x="80650" y="3907"/>
                    </a:lnTo>
                    <a:lnTo>
                      <a:pt x="78337" y="836"/>
                    </a:lnTo>
                    <a:lnTo>
                      <a:pt x="66037" y="1602"/>
                    </a:lnTo>
                    <a:lnTo>
                      <a:pt x="48347" y="3907"/>
                    </a:lnTo>
                    <a:lnTo>
                      <a:pt x="43729" y="10057"/>
                    </a:lnTo>
                    <a:lnTo>
                      <a:pt x="39112" y="25436"/>
                    </a:lnTo>
                    <a:lnTo>
                      <a:pt x="43729" y="33884"/>
                    </a:lnTo>
                    <a:lnTo>
                      <a:pt x="32962" y="40034"/>
                    </a:lnTo>
                    <a:lnTo>
                      <a:pt x="22194" y="36196"/>
                    </a:lnTo>
                    <a:lnTo>
                      <a:pt x="12966" y="39268"/>
                    </a:lnTo>
                    <a:lnTo>
                      <a:pt x="7582" y="48496"/>
                    </a:lnTo>
                    <a:lnTo>
                      <a:pt x="16044" y="59257"/>
                    </a:lnTo>
                    <a:lnTo>
                      <a:pt x="15271" y="65407"/>
                    </a:lnTo>
                    <a:lnTo>
                      <a:pt x="9121" y="70018"/>
                    </a:lnTo>
                    <a:lnTo>
                      <a:pt x="13732" y="74629"/>
                    </a:lnTo>
                    <a:lnTo>
                      <a:pt x="22194" y="70018"/>
                    </a:lnTo>
                    <a:lnTo>
                      <a:pt x="28344" y="73089"/>
                    </a:lnTo>
                    <a:lnTo>
                      <a:pt x="22194" y="86156"/>
                    </a:lnTo>
                    <a:lnTo>
                      <a:pt x="21421" y="96150"/>
                    </a:lnTo>
                    <a:lnTo>
                      <a:pt x="27578" y="99229"/>
                    </a:lnTo>
                    <a:lnTo>
                      <a:pt x="28344" y="101534"/>
                    </a:lnTo>
                    <a:lnTo>
                      <a:pt x="9121" y="108450"/>
                    </a:lnTo>
                    <a:lnTo>
                      <a:pt x="2198" y="1146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5" name="Forme libre : forme 1093">
                <a:extLst>
                  <a:ext uri="{FF2B5EF4-FFF2-40B4-BE49-F238E27FC236}">
                    <a16:creationId xmlns:a16="http://schemas.microsoft.com/office/drawing/2014/main" id="{AB17E383-05C8-2DF2-BA96-210B726245F3}"/>
                  </a:ext>
                </a:extLst>
              </p:cNvPr>
              <p:cNvSpPr/>
              <p:nvPr/>
            </p:nvSpPr>
            <p:spPr>
              <a:xfrm>
                <a:off x="7959444" y="4471694"/>
                <a:ext cx="219449" cy="239835"/>
              </a:xfrm>
              <a:custGeom>
                <a:avLst/>
                <a:gdLst>
                  <a:gd name="csX0" fmla="*/ 8920 w 219449"/>
                  <a:gd name="csY0" fmla="*/ 169719 h 239835"/>
                  <a:gd name="csX1" fmla="*/ 23279 w 219449"/>
                  <a:gd name="csY1" fmla="*/ 182019 h 239835"/>
                  <a:gd name="csX2" fmla="*/ 33533 w 219449"/>
                  <a:gd name="csY2" fmla="*/ 216867 h 239835"/>
                  <a:gd name="csX3" fmla="*/ 62245 w 219449"/>
                  <a:gd name="csY3" fmla="*/ 221991 h 239835"/>
                  <a:gd name="csX4" fmla="*/ 71473 w 219449"/>
                  <a:gd name="csY4" fmla="*/ 231219 h 239835"/>
                  <a:gd name="csX5" fmla="*/ 86858 w 219449"/>
                  <a:gd name="csY5" fmla="*/ 223017 h 239835"/>
                  <a:gd name="csX6" fmla="*/ 99165 w 219449"/>
                  <a:gd name="csY6" fmla="*/ 225069 h 239835"/>
                  <a:gd name="csX7" fmla="*/ 104289 w 219449"/>
                  <a:gd name="csY7" fmla="*/ 230193 h 239835"/>
                  <a:gd name="csX8" fmla="*/ 114544 w 219449"/>
                  <a:gd name="csY8" fmla="*/ 227115 h 239835"/>
                  <a:gd name="csX9" fmla="*/ 126850 w 219449"/>
                  <a:gd name="csY9" fmla="*/ 236343 h 239835"/>
                  <a:gd name="csX10" fmla="*/ 127876 w 219449"/>
                  <a:gd name="csY10" fmla="*/ 241467 h 239835"/>
                  <a:gd name="csX11" fmla="*/ 144281 w 219449"/>
                  <a:gd name="csY11" fmla="*/ 235317 h 239835"/>
                  <a:gd name="csX12" fmla="*/ 163764 w 219449"/>
                  <a:gd name="csY12" fmla="*/ 214822 h 239835"/>
                  <a:gd name="csX13" fmla="*/ 161712 w 219449"/>
                  <a:gd name="csY13" fmla="*/ 193293 h 239835"/>
                  <a:gd name="csX14" fmla="*/ 172999 w 219449"/>
                  <a:gd name="csY14" fmla="*/ 189196 h 239835"/>
                  <a:gd name="csX15" fmla="*/ 190430 w 219449"/>
                  <a:gd name="csY15" fmla="*/ 166648 h 239835"/>
                  <a:gd name="csX16" fmla="*/ 186325 w 219449"/>
                  <a:gd name="csY16" fmla="*/ 147172 h 239835"/>
                  <a:gd name="csX17" fmla="*/ 199658 w 219449"/>
                  <a:gd name="csY17" fmla="*/ 133853 h 239835"/>
                  <a:gd name="csX18" fmla="*/ 203763 w 219449"/>
                  <a:gd name="csY18" fmla="*/ 139996 h 239835"/>
                  <a:gd name="csX19" fmla="*/ 219141 w 219449"/>
                  <a:gd name="csY19" fmla="*/ 138976 h 239835"/>
                  <a:gd name="csX20" fmla="*/ 214017 w 219449"/>
                  <a:gd name="csY20" fmla="*/ 127703 h 239835"/>
                  <a:gd name="csX21" fmla="*/ 197613 w 219449"/>
                  <a:gd name="csY21" fmla="*/ 121553 h 239835"/>
                  <a:gd name="csX22" fmla="*/ 198632 w 219449"/>
                  <a:gd name="csY22" fmla="*/ 101050 h 239835"/>
                  <a:gd name="csX23" fmla="*/ 187351 w 219449"/>
                  <a:gd name="csY23" fmla="*/ 89777 h 239835"/>
                  <a:gd name="csX24" fmla="*/ 187351 w 219449"/>
                  <a:gd name="csY24" fmla="*/ 73379 h 239835"/>
                  <a:gd name="csX25" fmla="*/ 197613 w 219449"/>
                  <a:gd name="csY25" fmla="*/ 64157 h 239835"/>
                  <a:gd name="csX26" fmla="*/ 208887 w 219449"/>
                  <a:gd name="csY26" fmla="*/ 60053 h 239835"/>
                  <a:gd name="csX27" fmla="*/ 203763 w 219449"/>
                  <a:gd name="csY27" fmla="*/ 49805 h 239835"/>
                  <a:gd name="csX28" fmla="*/ 223246 w 219449"/>
                  <a:gd name="csY28" fmla="*/ 43655 h 239835"/>
                  <a:gd name="csX29" fmla="*/ 209913 w 219449"/>
                  <a:gd name="csY29" fmla="*/ 28284 h 239835"/>
                  <a:gd name="csX30" fmla="*/ 190430 w 219449"/>
                  <a:gd name="csY30" fmla="*/ 25205 h 239835"/>
                  <a:gd name="csX31" fmla="*/ 182228 w 219449"/>
                  <a:gd name="csY31" fmla="*/ 1631 h 239835"/>
                  <a:gd name="csX32" fmla="*/ 147359 w 219449"/>
                  <a:gd name="csY32" fmla="*/ 35453 h 239835"/>
                  <a:gd name="csX33" fmla="*/ 144288 w 219449"/>
                  <a:gd name="csY33" fmla="*/ 55955 h 239835"/>
                  <a:gd name="csX34" fmla="*/ 129929 w 219449"/>
                  <a:gd name="csY34" fmla="*/ 54929 h 239835"/>
                  <a:gd name="csX35" fmla="*/ 123067 w 219449"/>
                  <a:gd name="csY35" fmla="*/ 57754 h 239835"/>
                  <a:gd name="csX36" fmla="*/ 112491 w 219449"/>
                  <a:gd name="csY36" fmla="*/ 62105 h 239835"/>
                  <a:gd name="csX37" fmla="*/ 101211 w 219449"/>
                  <a:gd name="csY37" fmla="*/ 82600 h 239835"/>
                  <a:gd name="csX38" fmla="*/ 78649 w 219449"/>
                  <a:gd name="csY38" fmla="*/ 90803 h 239835"/>
                  <a:gd name="csX39" fmla="*/ 69421 w 219449"/>
                  <a:gd name="csY39" fmla="*/ 97972 h 239835"/>
                  <a:gd name="csX40" fmla="*/ 53016 w 219449"/>
                  <a:gd name="csY40" fmla="*/ 98998 h 239835"/>
                  <a:gd name="csX41" fmla="*/ 49938 w 219449"/>
                  <a:gd name="csY41" fmla="*/ 121546 h 239835"/>
                  <a:gd name="csX42" fmla="*/ 21227 w 219449"/>
                  <a:gd name="csY42" fmla="*/ 122572 h 239835"/>
                  <a:gd name="csX43" fmla="*/ 19174 w 219449"/>
                  <a:gd name="csY43" fmla="*/ 121546 h 239835"/>
                  <a:gd name="csX44" fmla="*/ 19291 w 219449"/>
                  <a:gd name="csY44" fmla="*/ 121744 h 239835"/>
                  <a:gd name="csX45" fmla="*/ 14051 w 219449"/>
                  <a:gd name="csY45" fmla="*/ 119500 h 239835"/>
                  <a:gd name="csX46" fmla="*/ 3796 w 219449"/>
                  <a:gd name="csY46" fmla="*/ 126670 h 239835"/>
                  <a:gd name="csX47" fmla="*/ 8920 w 219449"/>
                  <a:gd name="csY47" fmla="*/ 169719 h 239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219449" h="239835">
                    <a:moveTo>
                      <a:pt x="8920" y="169719"/>
                    </a:moveTo>
                    <a:lnTo>
                      <a:pt x="23279" y="182019"/>
                    </a:lnTo>
                    <a:lnTo>
                      <a:pt x="33533" y="216867"/>
                    </a:lnTo>
                    <a:lnTo>
                      <a:pt x="62245" y="221991"/>
                    </a:lnTo>
                    <a:lnTo>
                      <a:pt x="71473" y="231219"/>
                    </a:lnTo>
                    <a:lnTo>
                      <a:pt x="86858" y="223017"/>
                    </a:lnTo>
                    <a:lnTo>
                      <a:pt x="99165" y="225069"/>
                    </a:lnTo>
                    <a:lnTo>
                      <a:pt x="104289" y="230193"/>
                    </a:lnTo>
                    <a:lnTo>
                      <a:pt x="114544" y="227115"/>
                    </a:lnTo>
                    <a:lnTo>
                      <a:pt x="126850" y="236343"/>
                    </a:lnTo>
                    <a:lnTo>
                      <a:pt x="127876" y="241467"/>
                    </a:lnTo>
                    <a:lnTo>
                      <a:pt x="144281" y="235317"/>
                    </a:lnTo>
                    <a:lnTo>
                      <a:pt x="163764" y="214822"/>
                    </a:lnTo>
                    <a:lnTo>
                      <a:pt x="161712" y="193293"/>
                    </a:lnTo>
                    <a:lnTo>
                      <a:pt x="172999" y="189196"/>
                    </a:lnTo>
                    <a:lnTo>
                      <a:pt x="190430" y="166648"/>
                    </a:lnTo>
                    <a:lnTo>
                      <a:pt x="186325" y="147172"/>
                    </a:lnTo>
                    <a:lnTo>
                      <a:pt x="199658" y="133853"/>
                    </a:lnTo>
                    <a:lnTo>
                      <a:pt x="203763" y="139996"/>
                    </a:lnTo>
                    <a:lnTo>
                      <a:pt x="219141" y="138976"/>
                    </a:lnTo>
                    <a:lnTo>
                      <a:pt x="214017" y="127703"/>
                    </a:lnTo>
                    <a:lnTo>
                      <a:pt x="197613" y="121553"/>
                    </a:lnTo>
                    <a:lnTo>
                      <a:pt x="198632" y="101050"/>
                    </a:lnTo>
                    <a:lnTo>
                      <a:pt x="187351" y="89777"/>
                    </a:lnTo>
                    <a:lnTo>
                      <a:pt x="187351" y="73379"/>
                    </a:lnTo>
                    <a:lnTo>
                      <a:pt x="197613" y="64157"/>
                    </a:lnTo>
                    <a:lnTo>
                      <a:pt x="208887" y="60053"/>
                    </a:lnTo>
                    <a:lnTo>
                      <a:pt x="203763" y="49805"/>
                    </a:lnTo>
                    <a:lnTo>
                      <a:pt x="223246" y="43655"/>
                    </a:lnTo>
                    <a:lnTo>
                      <a:pt x="209913" y="28284"/>
                    </a:lnTo>
                    <a:lnTo>
                      <a:pt x="190430" y="25205"/>
                    </a:lnTo>
                    <a:lnTo>
                      <a:pt x="182228" y="1631"/>
                    </a:lnTo>
                    <a:lnTo>
                      <a:pt x="147359" y="35453"/>
                    </a:lnTo>
                    <a:lnTo>
                      <a:pt x="144288" y="55955"/>
                    </a:lnTo>
                    <a:lnTo>
                      <a:pt x="129929" y="54929"/>
                    </a:lnTo>
                    <a:lnTo>
                      <a:pt x="123067" y="57754"/>
                    </a:lnTo>
                    <a:lnTo>
                      <a:pt x="112491" y="62105"/>
                    </a:lnTo>
                    <a:lnTo>
                      <a:pt x="101211" y="82600"/>
                    </a:lnTo>
                    <a:lnTo>
                      <a:pt x="78649" y="90803"/>
                    </a:lnTo>
                    <a:lnTo>
                      <a:pt x="69421" y="97972"/>
                    </a:lnTo>
                    <a:lnTo>
                      <a:pt x="53016" y="98998"/>
                    </a:lnTo>
                    <a:lnTo>
                      <a:pt x="49938" y="121546"/>
                    </a:lnTo>
                    <a:lnTo>
                      <a:pt x="21227" y="122572"/>
                    </a:lnTo>
                    <a:lnTo>
                      <a:pt x="19174" y="121546"/>
                    </a:lnTo>
                    <a:lnTo>
                      <a:pt x="19291" y="121744"/>
                    </a:lnTo>
                    <a:lnTo>
                      <a:pt x="14051" y="119500"/>
                    </a:lnTo>
                    <a:lnTo>
                      <a:pt x="3796" y="126670"/>
                    </a:lnTo>
                    <a:lnTo>
                      <a:pt x="8920" y="1697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6" name="Forme libre : forme 1094">
                <a:extLst>
                  <a:ext uri="{FF2B5EF4-FFF2-40B4-BE49-F238E27FC236}">
                    <a16:creationId xmlns:a16="http://schemas.microsoft.com/office/drawing/2014/main" id="{13373C34-016E-9804-30A8-B3BB4734B279}"/>
                  </a:ext>
                </a:extLst>
              </p:cNvPr>
              <p:cNvSpPr/>
              <p:nvPr/>
            </p:nvSpPr>
            <p:spPr>
              <a:xfrm>
                <a:off x="10127747" y="2960345"/>
                <a:ext cx="1190" cy="5944"/>
              </a:xfrm>
              <a:custGeom>
                <a:avLst/>
                <a:gdLst>
                  <a:gd name="csX0" fmla="*/ 5100 w 1190"/>
                  <a:gd name="csY0" fmla="*/ 647 h 5944"/>
                  <a:gd name="csX1" fmla="*/ 5065 w 1190"/>
                  <a:gd name="csY1" fmla="*/ 6592 h 5944"/>
                  <a:gd name="csX2" fmla="*/ 6256 w 1190"/>
                  <a:gd name="csY2" fmla="*/ 647 h 5944"/>
                  <a:gd name="csX3" fmla="*/ 5100 w 1190"/>
                  <a:gd name="csY3" fmla="*/ 647 h 5944"/>
                </a:gdLst>
                <a:ahLst/>
                <a:cxnLst>
                  <a:cxn ang="0">
                    <a:pos x="csX0" y="csY0"/>
                  </a:cxn>
                  <a:cxn ang="0">
                    <a:pos x="csX1" y="csY1"/>
                  </a:cxn>
                  <a:cxn ang="0">
                    <a:pos x="csX2" y="csY2"/>
                  </a:cxn>
                  <a:cxn ang="0">
                    <a:pos x="csX3" y="csY3"/>
                  </a:cxn>
                </a:cxnLst>
                <a:rect l="l" t="t" r="r" b="b"/>
                <a:pathLst>
                  <a:path w="1190" h="5944">
                    <a:moveTo>
                      <a:pt x="5100" y="647"/>
                    </a:moveTo>
                    <a:lnTo>
                      <a:pt x="5065" y="6592"/>
                    </a:lnTo>
                    <a:lnTo>
                      <a:pt x="6256" y="647"/>
                    </a:lnTo>
                    <a:lnTo>
                      <a:pt x="5100" y="6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7" name="Forme libre : forme 1095">
                <a:extLst>
                  <a:ext uri="{FF2B5EF4-FFF2-40B4-BE49-F238E27FC236}">
                    <a16:creationId xmlns:a16="http://schemas.microsoft.com/office/drawing/2014/main" id="{A2111DF0-7D53-732E-C6B4-F8DE63A0B253}"/>
                  </a:ext>
                </a:extLst>
              </p:cNvPr>
              <p:cNvSpPr/>
              <p:nvPr/>
            </p:nvSpPr>
            <p:spPr>
              <a:xfrm>
                <a:off x="10075092" y="2966283"/>
                <a:ext cx="52647" cy="92454"/>
              </a:xfrm>
              <a:custGeom>
                <a:avLst/>
                <a:gdLst>
                  <a:gd name="csX0" fmla="*/ 40432 w 52647"/>
                  <a:gd name="csY0" fmla="*/ 16265 h 92454"/>
                  <a:gd name="csX1" fmla="*/ 18896 w 52647"/>
                  <a:gd name="csY1" fmla="*/ 31636 h 92454"/>
                  <a:gd name="csX2" fmla="*/ 20436 w 52647"/>
                  <a:gd name="csY2" fmla="*/ 40865 h 92454"/>
                  <a:gd name="csX3" fmla="*/ 8129 w 52647"/>
                  <a:gd name="csY3" fmla="*/ 71608 h 92454"/>
                  <a:gd name="csX4" fmla="*/ 9668 w 52647"/>
                  <a:gd name="csY4" fmla="*/ 77765 h 92454"/>
                  <a:gd name="csX5" fmla="*/ 14279 w 52647"/>
                  <a:gd name="csY5" fmla="*/ 76225 h 92454"/>
                  <a:gd name="csX6" fmla="*/ 18896 w 52647"/>
                  <a:gd name="csY6" fmla="*/ 79297 h 92454"/>
                  <a:gd name="csX7" fmla="*/ 14279 w 52647"/>
                  <a:gd name="csY7" fmla="*/ 83908 h 92454"/>
                  <a:gd name="csX8" fmla="*/ 8129 w 52647"/>
                  <a:gd name="csY8" fmla="*/ 86986 h 92454"/>
                  <a:gd name="csX9" fmla="*/ 5050 w 52647"/>
                  <a:gd name="csY9" fmla="*/ 93136 h 92454"/>
                  <a:gd name="csX10" fmla="*/ 23507 w 52647"/>
                  <a:gd name="csY10" fmla="*/ 93136 h 92454"/>
                  <a:gd name="csX11" fmla="*/ 46582 w 52647"/>
                  <a:gd name="csY11" fmla="*/ 79297 h 92454"/>
                  <a:gd name="csX12" fmla="*/ 57349 w 52647"/>
                  <a:gd name="csY12" fmla="*/ 63925 h 92454"/>
                  <a:gd name="csX13" fmla="*/ 57698 w 52647"/>
                  <a:gd name="csY13" fmla="*/ 681 h 92454"/>
                  <a:gd name="csX14" fmla="*/ 54271 w 52647"/>
                  <a:gd name="csY14" fmla="*/ 17804 h 92454"/>
                  <a:gd name="csX15" fmla="*/ 40432 w 52647"/>
                  <a:gd name="csY15" fmla="*/ 16265 h 92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2647" h="92454">
                    <a:moveTo>
                      <a:pt x="40432" y="16265"/>
                    </a:moveTo>
                    <a:lnTo>
                      <a:pt x="18896" y="31636"/>
                    </a:lnTo>
                    <a:lnTo>
                      <a:pt x="20436" y="40865"/>
                    </a:lnTo>
                    <a:lnTo>
                      <a:pt x="8129" y="71608"/>
                    </a:lnTo>
                    <a:lnTo>
                      <a:pt x="9668" y="77765"/>
                    </a:lnTo>
                    <a:lnTo>
                      <a:pt x="14279" y="76225"/>
                    </a:lnTo>
                    <a:lnTo>
                      <a:pt x="18896" y="79297"/>
                    </a:lnTo>
                    <a:lnTo>
                      <a:pt x="14279" y="83908"/>
                    </a:lnTo>
                    <a:lnTo>
                      <a:pt x="8129" y="86986"/>
                    </a:lnTo>
                    <a:lnTo>
                      <a:pt x="5050" y="93136"/>
                    </a:lnTo>
                    <a:lnTo>
                      <a:pt x="23507" y="93136"/>
                    </a:lnTo>
                    <a:lnTo>
                      <a:pt x="46582" y="79297"/>
                    </a:lnTo>
                    <a:lnTo>
                      <a:pt x="57349" y="63925"/>
                    </a:lnTo>
                    <a:lnTo>
                      <a:pt x="57698" y="681"/>
                    </a:lnTo>
                    <a:lnTo>
                      <a:pt x="54271" y="17804"/>
                    </a:lnTo>
                    <a:lnTo>
                      <a:pt x="40432" y="16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8" name="Forme libre : forme 1096">
                <a:extLst>
                  <a:ext uri="{FF2B5EF4-FFF2-40B4-BE49-F238E27FC236}">
                    <a16:creationId xmlns:a16="http://schemas.microsoft.com/office/drawing/2014/main" id="{598D8AA0-4438-919D-6156-AFA9FEDD05FC}"/>
                  </a:ext>
                </a:extLst>
              </p:cNvPr>
              <p:cNvSpPr/>
              <p:nvPr/>
            </p:nvSpPr>
            <p:spPr>
              <a:xfrm>
                <a:off x="9728997" y="2541182"/>
                <a:ext cx="400925" cy="715107"/>
              </a:xfrm>
              <a:custGeom>
                <a:avLst/>
                <a:gdLst>
                  <a:gd name="csX0" fmla="*/ 395684 w 400925"/>
                  <a:gd name="csY0" fmla="*/ 31097 h 715107"/>
                  <a:gd name="csX1" fmla="*/ 372610 w 400925"/>
                  <a:gd name="csY1" fmla="*/ 33861 h 715107"/>
                  <a:gd name="csX2" fmla="*/ 357231 w 400925"/>
                  <a:gd name="csY2" fmla="*/ 36632 h 715107"/>
                  <a:gd name="csX3" fmla="*/ 346464 w 400925"/>
                  <a:gd name="csY3" fmla="*/ 33861 h 715107"/>
                  <a:gd name="csX4" fmla="*/ 355692 w 400925"/>
                  <a:gd name="csY4" fmla="*/ 28327 h 715107"/>
                  <a:gd name="csX5" fmla="*/ 334157 w 400925"/>
                  <a:gd name="csY5" fmla="*/ 23716 h 715107"/>
                  <a:gd name="csX6" fmla="*/ 340307 w 400925"/>
                  <a:gd name="csY6" fmla="*/ 16335 h 715107"/>
                  <a:gd name="csX7" fmla="*/ 320311 w 400925"/>
                  <a:gd name="csY7" fmla="*/ 16335 h 715107"/>
                  <a:gd name="csX8" fmla="*/ 304933 w 400925"/>
                  <a:gd name="csY8" fmla="*/ 20945 h 715107"/>
                  <a:gd name="csX9" fmla="*/ 288008 w 400925"/>
                  <a:gd name="csY9" fmla="*/ 11724 h 715107"/>
                  <a:gd name="csX10" fmla="*/ 277240 w 400925"/>
                  <a:gd name="csY10" fmla="*/ 12647 h 715107"/>
                  <a:gd name="csX11" fmla="*/ 274169 w 400925"/>
                  <a:gd name="csY11" fmla="*/ 19105 h 715107"/>
                  <a:gd name="csX12" fmla="*/ 266473 w 400925"/>
                  <a:gd name="csY12" fmla="*/ 19105 h 715107"/>
                  <a:gd name="csX13" fmla="*/ 255705 w 400925"/>
                  <a:gd name="csY13" fmla="*/ 13571 h 715107"/>
                  <a:gd name="csX14" fmla="*/ 271091 w 400925"/>
                  <a:gd name="csY14" fmla="*/ 6189 h 715107"/>
                  <a:gd name="csX15" fmla="*/ 261862 w 400925"/>
                  <a:gd name="csY15" fmla="*/ 5266 h 715107"/>
                  <a:gd name="csX16" fmla="*/ 249555 w 400925"/>
                  <a:gd name="csY16" fmla="*/ 655 h 715107"/>
                  <a:gd name="csX17" fmla="*/ 221870 w 400925"/>
                  <a:gd name="csY17" fmla="*/ 18182 h 715107"/>
                  <a:gd name="csX18" fmla="*/ 198796 w 400925"/>
                  <a:gd name="csY18" fmla="*/ 19105 h 715107"/>
                  <a:gd name="csX19" fmla="*/ 194178 w 400925"/>
                  <a:gd name="csY19" fmla="*/ 17258 h 715107"/>
                  <a:gd name="csX20" fmla="*/ 151108 w 400925"/>
                  <a:gd name="csY20" fmla="*/ 39395 h 715107"/>
                  <a:gd name="csX21" fmla="*/ 143419 w 400925"/>
                  <a:gd name="csY21" fmla="*/ 39395 h 715107"/>
                  <a:gd name="csX22" fmla="*/ 121883 w 400925"/>
                  <a:gd name="csY22" fmla="*/ 46777 h 715107"/>
                  <a:gd name="csX23" fmla="*/ 111116 w 400925"/>
                  <a:gd name="csY23" fmla="*/ 58769 h 715107"/>
                  <a:gd name="csX24" fmla="*/ 103427 w 400925"/>
                  <a:gd name="csY24" fmla="*/ 82753 h 715107"/>
                  <a:gd name="csX25" fmla="*/ 83424 w 400925"/>
                  <a:gd name="csY25" fmla="*/ 93822 h 715107"/>
                  <a:gd name="csX26" fmla="*/ 38821 w 400925"/>
                  <a:gd name="csY26" fmla="*/ 94745 h 715107"/>
                  <a:gd name="csX27" fmla="*/ 37282 w 400925"/>
                  <a:gd name="csY27" fmla="*/ 108577 h 715107"/>
                  <a:gd name="csX28" fmla="*/ 28053 w 400925"/>
                  <a:gd name="csY28" fmla="*/ 110424 h 715107"/>
                  <a:gd name="csX29" fmla="*/ 38821 w 400925"/>
                  <a:gd name="csY29" fmla="*/ 115959 h 715107"/>
                  <a:gd name="csX30" fmla="*/ 49589 w 400925"/>
                  <a:gd name="csY30" fmla="*/ 119653 h 715107"/>
                  <a:gd name="csX31" fmla="*/ 69585 w 400925"/>
                  <a:gd name="csY31" fmla="*/ 127951 h 715107"/>
                  <a:gd name="csX32" fmla="*/ 89581 w 400925"/>
                  <a:gd name="csY32" fmla="*/ 141790 h 715107"/>
                  <a:gd name="csX33" fmla="*/ 91120 w 400925"/>
                  <a:gd name="csY33" fmla="*/ 154699 h 715107"/>
                  <a:gd name="csX34" fmla="*/ 100348 w 400925"/>
                  <a:gd name="csY34" fmla="*/ 156546 h 715107"/>
                  <a:gd name="csX35" fmla="*/ 109577 w 400925"/>
                  <a:gd name="csY35" fmla="*/ 157469 h 715107"/>
                  <a:gd name="csX36" fmla="*/ 129573 w 400925"/>
                  <a:gd name="csY36" fmla="*/ 157469 h 715107"/>
                  <a:gd name="csX37" fmla="*/ 135723 w 400925"/>
                  <a:gd name="csY37" fmla="*/ 156546 h 715107"/>
                  <a:gd name="csX38" fmla="*/ 143419 w 400925"/>
                  <a:gd name="csY38" fmla="*/ 159316 h 715107"/>
                  <a:gd name="csX39" fmla="*/ 140340 w 400925"/>
                  <a:gd name="csY39" fmla="*/ 163927 h 715107"/>
                  <a:gd name="csX40" fmla="*/ 134183 w 400925"/>
                  <a:gd name="csY40" fmla="*/ 170761 h 715107"/>
                  <a:gd name="csX41" fmla="*/ 148029 w 400925"/>
                  <a:gd name="csY41" fmla="*/ 179983 h 715107"/>
                  <a:gd name="csX42" fmla="*/ 160336 w 400925"/>
                  <a:gd name="csY42" fmla="*/ 173833 h 715107"/>
                  <a:gd name="csX43" fmla="*/ 178793 w 400925"/>
                  <a:gd name="csY43" fmla="*/ 172294 h 715107"/>
                  <a:gd name="csX44" fmla="*/ 184943 w 400925"/>
                  <a:gd name="csY44" fmla="*/ 179983 h 715107"/>
                  <a:gd name="csX45" fmla="*/ 178793 w 400925"/>
                  <a:gd name="csY45" fmla="*/ 184594 h 715107"/>
                  <a:gd name="csX46" fmla="*/ 157258 w 400925"/>
                  <a:gd name="csY46" fmla="*/ 187672 h 715107"/>
                  <a:gd name="csX47" fmla="*/ 152647 w 400925"/>
                  <a:gd name="csY47" fmla="*/ 201504 h 715107"/>
                  <a:gd name="csX48" fmla="*/ 143419 w 400925"/>
                  <a:gd name="csY48" fmla="*/ 201504 h 715107"/>
                  <a:gd name="csX49" fmla="*/ 134183 w 400925"/>
                  <a:gd name="csY49" fmla="*/ 209194 h 715107"/>
                  <a:gd name="csX50" fmla="*/ 109577 w 400925"/>
                  <a:gd name="csY50" fmla="*/ 201504 h 715107"/>
                  <a:gd name="csX51" fmla="*/ 88035 w 400925"/>
                  <a:gd name="csY51" fmla="*/ 204583 h 715107"/>
                  <a:gd name="csX52" fmla="*/ 89574 w 400925"/>
                  <a:gd name="csY52" fmla="*/ 195354 h 715107"/>
                  <a:gd name="csX53" fmla="*/ 91120 w 400925"/>
                  <a:gd name="csY53" fmla="*/ 184594 h 715107"/>
                  <a:gd name="csX54" fmla="*/ 71117 w 400925"/>
                  <a:gd name="csY54" fmla="*/ 186133 h 715107"/>
                  <a:gd name="csX55" fmla="*/ 52660 w 400925"/>
                  <a:gd name="csY55" fmla="*/ 190744 h 715107"/>
                  <a:gd name="csX56" fmla="*/ 46503 w 400925"/>
                  <a:gd name="csY56" fmla="*/ 199965 h 715107"/>
                  <a:gd name="csX57" fmla="*/ 31125 w 400925"/>
                  <a:gd name="csY57" fmla="*/ 201504 h 715107"/>
                  <a:gd name="csX58" fmla="*/ 26507 w 400925"/>
                  <a:gd name="csY58" fmla="*/ 213804 h 715107"/>
                  <a:gd name="csX59" fmla="*/ 18818 w 400925"/>
                  <a:gd name="csY59" fmla="*/ 216876 h 715107"/>
                  <a:gd name="csX60" fmla="*/ 4972 w 400925"/>
                  <a:gd name="csY60" fmla="*/ 230715 h 715107"/>
                  <a:gd name="csX61" fmla="*/ 17279 w 400925"/>
                  <a:gd name="csY61" fmla="*/ 241476 h 715107"/>
                  <a:gd name="csX62" fmla="*/ 24968 w 400925"/>
                  <a:gd name="csY62" fmla="*/ 241476 h 715107"/>
                  <a:gd name="csX63" fmla="*/ 38814 w 400925"/>
                  <a:gd name="csY63" fmla="*/ 243015 h 715107"/>
                  <a:gd name="csX64" fmla="*/ 44971 w 400925"/>
                  <a:gd name="csY64" fmla="*/ 249165 h 715107"/>
                  <a:gd name="csX65" fmla="*/ 38814 w 400925"/>
                  <a:gd name="csY65" fmla="*/ 252237 h 715107"/>
                  <a:gd name="csX66" fmla="*/ 24968 w 400925"/>
                  <a:gd name="csY66" fmla="*/ 252237 h 715107"/>
                  <a:gd name="csX67" fmla="*/ 44964 w 400925"/>
                  <a:gd name="csY67" fmla="*/ 281447 h 715107"/>
                  <a:gd name="csX68" fmla="*/ 66499 w 400925"/>
                  <a:gd name="csY68" fmla="*/ 281447 h 715107"/>
                  <a:gd name="csX69" fmla="*/ 81885 w 400925"/>
                  <a:gd name="csY69" fmla="*/ 276836 h 715107"/>
                  <a:gd name="csX70" fmla="*/ 94191 w 400925"/>
                  <a:gd name="csY70" fmla="*/ 282986 h 715107"/>
                  <a:gd name="csX71" fmla="*/ 114187 w 400925"/>
                  <a:gd name="csY71" fmla="*/ 284526 h 715107"/>
                  <a:gd name="csX72" fmla="*/ 121876 w 400925"/>
                  <a:gd name="csY72" fmla="*/ 273765 h 715107"/>
                  <a:gd name="csX73" fmla="*/ 134183 w 400925"/>
                  <a:gd name="csY73" fmla="*/ 270686 h 715107"/>
                  <a:gd name="csX74" fmla="*/ 141872 w 400925"/>
                  <a:gd name="csY74" fmla="*/ 263004 h 715107"/>
                  <a:gd name="csX75" fmla="*/ 160336 w 400925"/>
                  <a:gd name="csY75" fmla="*/ 269154 h 715107"/>
                  <a:gd name="csX76" fmla="*/ 160336 w 400925"/>
                  <a:gd name="csY76" fmla="*/ 281447 h 715107"/>
                  <a:gd name="csX77" fmla="*/ 148029 w 400925"/>
                  <a:gd name="csY77" fmla="*/ 281447 h 715107"/>
                  <a:gd name="csX78" fmla="*/ 146490 w 400925"/>
                  <a:gd name="csY78" fmla="*/ 286065 h 715107"/>
                  <a:gd name="csX79" fmla="*/ 160336 w 400925"/>
                  <a:gd name="csY79" fmla="*/ 301436 h 715107"/>
                  <a:gd name="csX80" fmla="*/ 161875 w 400925"/>
                  <a:gd name="csY80" fmla="*/ 318347 h 715107"/>
                  <a:gd name="csX81" fmla="*/ 141872 w 400925"/>
                  <a:gd name="csY81" fmla="*/ 342947 h 715107"/>
                  <a:gd name="csX82" fmla="*/ 129566 w 400925"/>
                  <a:gd name="csY82" fmla="*/ 338336 h 715107"/>
                  <a:gd name="csX83" fmla="*/ 115727 w 400925"/>
                  <a:gd name="csY83" fmla="*/ 344479 h 715107"/>
                  <a:gd name="csX84" fmla="*/ 95731 w 400925"/>
                  <a:gd name="csY84" fmla="*/ 353708 h 715107"/>
                  <a:gd name="csX85" fmla="*/ 86502 w 400925"/>
                  <a:gd name="csY85" fmla="*/ 344479 h 715107"/>
                  <a:gd name="csX86" fmla="*/ 71117 w 400925"/>
                  <a:gd name="csY86" fmla="*/ 364469 h 715107"/>
                  <a:gd name="csX87" fmla="*/ 68039 w 400925"/>
                  <a:gd name="csY87" fmla="*/ 381379 h 715107"/>
                  <a:gd name="csX88" fmla="*/ 60349 w 400925"/>
                  <a:gd name="csY88" fmla="*/ 385990 h 715107"/>
                  <a:gd name="csX89" fmla="*/ 49575 w 400925"/>
                  <a:gd name="csY89" fmla="*/ 412129 h 715107"/>
                  <a:gd name="csX90" fmla="*/ 44964 w 400925"/>
                  <a:gd name="csY90" fmla="*/ 416740 h 715107"/>
                  <a:gd name="csX91" fmla="*/ 48043 w 400925"/>
                  <a:gd name="csY91" fmla="*/ 430579 h 715107"/>
                  <a:gd name="csX92" fmla="*/ 57271 w 400925"/>
                  <a:gd name="csY92" fmla="*/ 444411 h 715107"/>
                  <a:gd name="csX93" fmla="*/ 63428 w 400925"/>
                  <a:gd name="csY93" fmla="*/ 442872 h 715107"/>
                  <a:gd name="csX94" fmla="*/ 68039 w 400925"/>
                  <a:gd name="csY94" fmla="*/ 449029 h 715107"/>
                  <a:gd name="csX95" fmla="*/ 63428 w 400925"/>
                  <a:gd name="csY95" fmla="*/ 465940 h 715107"/>
                  <a:gd name="csX96" fmla="*/ 54193 w 400925"/>
                  <a:gd name="csY96" fmla="*/ 467472 h 715107"/>
                  <a:gd name="csX97" fmla="*/ 88035 w 400925"/>
                  <a:gd name="csY97" fmla="*/ 498222 h 715107"/>
                  <a:gd name="csX98" fmla="*/ 103413 w 400925"/>
                  <a:gd name="csY98" fmla="*/ 496683 h 715107"/>
                  <a:gd name="csX99" fmla="*/ 120337 w 400925"/>
                  <a:gd name="csY99" fmla="*/ 492072 h 715107"/>
                  <a:gd name="csX100" fmla="*/ 121363 w 400925"/>
                  <a:gd name="csY100" fmla="*/ 482850 h 715107"/>
                  <a:gd name="csX101" fmla="*/ 127513 w 400925"/>
                  <a:gd name="csY101" fmla="*/ 480798 h 715107"/>
                  <a:gd name="csX102" fmla="*/ 127513 w 400925"/>
                  <a:gd name="csY102" fmla="*/ 495150 h 715107"/>
                  <a:gd name="csX103" fmla="*/ 131618 w 400925"/>
                  <a:gd name="csY103" fmla="*/ 509496 h 715107"/>
                  <a:gd name="csX104" fmla="*/ 135716 w 400925"/>
                  <a:gd name="csY104" fmla="*/ 532043 h 715107"/>
                  <a:gd name="csX105" fmla="*/ 131618 w 400925"/>
                  <a:gd name="csY105" fmla="*/ 548448 h 715107"/>
                  <a:gd name="csX106" fmla="*/ 143918 w 400925"/>
                  <a:gd name="csY106" fmla="*/ 544343 h 715107"/>
                  <a:gd name="csX107" fmla="*/ 166486 w 400925"/>
                  <a:gd name="csY107" fmla="*/ 532043 h 715107"/>
                  <a:gd name="csX108" fmla="*/ 174688 w 400925"/>
                  <a:gd name="csY108" fmla="*/ 538200 h 715107"/>
                  <a:gd name="csX109" fmla="*/ 182891 w 400925"/>
                  <a:gd name="csY109" fmla="*/ 540246 h 715107"/>
                  <a:gd name="csX110" fmla="*/ 191093 w 400925"/>
                  <a:gd name="csY110" fmla="*/ 552546 h 715107"/>
                  <a:gd name="csX111" fmla="*/ 197250 w 400925"/>
                  <a:gd name="csY111" fmla="*/ 554598 h 715107"/>
                  <a:gd name="csX112" fmla="*/ 203400 w 400925"/>
                  <a:gd name="csY112" fmla="*/ 536148 h 715107"/>
                  <a:gd name="csX113" fmla="*/ 213654 w 400925"/>
                  <a:gd name="csY113" fmla="*/ 542298 h 715107"/>
                  <a:gd name="csX114" fmla="*/ 219804 w 400925"/>
                  <a:gd name="csY114" fmla="*/ 544350 h 715107"/>
                  <a:gd name="csX115" fmla="*/ 230059 w 400925"/>
                  <a:gd name="csY115" fmla="*/ 542298 h 715107"/>
                  <a:gd name="csX116" fmla="*/ 240313 w 400925"/>
                  <a:gd name="csY116" fmla="*/ 534096 h 715107"/>
                  <a:gd name="csX117" fmla="*/ 242366 w 400925"/>
                  <a:gd name="csY117" fmla="*/ 542298 h 715107"/>
                  <a:gd name="csX118" fmla="*/ 230059 w 400925"/>
                  <a:gd name="csY118" fmla="*/ 573048 h 715107"/>
                  <a:gd name="csX119" fmla="*/ 230059 w 400925"/>
                  <a:gd name="csY119" fmla="*/ 593543 h 715107"/>
                  <a:gd name="csX120" fmla="*/ 213654 w 400925"/>
                  <a:gd name="csY120" fmla="*/ 599693 h 715107"/>
                  <a:gd name="csX121" fmla="*/ 199295 w 400925"/>
                  <a:gd name="csY121" fmla="*/ 618143 h 715107"/>
                  <a:gd name="csX122" fmla="*/ 178786 w 400925"/>
                  <a:gd name="csY122" fmla="*/ 632489 h 715107"/>
                  <a:gd name="csX123" fmla="*/ 169558 w 400925"/>
                  <a:gd name="csY123" fmla="*/ 642736 h 715107"/>
                  <a:gd name="csX124" fmla="*/ 166479 w 400925"/>
                  <a:gd name="csY124" fmla="*/ 655036 h 715107"/>
                  <a:gd name="csX125" fmla="*/ 160329 w 400925"/>
                  <a:gd name="csY125" fmla="*/ 658115 h 715107"/>
                  <a:gd name="csX126" fmla="*/ 151101 w 400925"/>
                  <a:gd name="csY126" fmla="*/ 653504 h 715107"/>
                  <a:gd name="csX127" fmla="*/ 137255 w 400925"/>
                  <a:gd name="csY127" fmla="*/ 656575 h 715107"/>
                  <a:gd name="csX128" fmla="*/ 120337 w 400925"/>
                  <a:gd name="csY128" fmla="*/ 670415 h 715107"/>
                  <a:gd name="csX129" fmla="*/ 111109 w 400925"/>
                  <a:gd name="csY129" fmla="*/ 684247 h 715107"/>
                  <a:gd name="csX130" fmla="*/ 100334 w 400925"/>
                  <a:gd name="csY130" fmla="*/ 692702 h 715107"/>
                  <a:gd name="csX131" fmla="*/ 91106 w 400925"/>
                  <a:gd name="csY131" fmla="*/ 691170 h 715107"/>
                  <a:gd name="csX132" fmla="*/ 78033 w 400925"/>
                  <a:gd name="csY132" fmla="*/ 698086 h 715107"/>
                  <a:gd name="csX133" fmla="*/ 73422 w 400925"/>
                  <a:gd name="csY133" fmla="*/ 709613 h 715107"/>
                  <a:gd name="csX134" fmla="*/ 74189 w 400925"/>
                  <a:gd name="csY134" fmla="*/ 715763 h 715107"/>
                  <a:gd name="csX135" fmla="*/ 90340 w 400925"/>
                  <a:gd name="csY135" fmla="*/ 711152 h 715107"/>
                  <a:gd name="csX136" fmla="*/ 102647 w 400925"/>
                  <a:gd name="csY136" fmla="*/ 700391 h 715107"/>
                  <a:gd name="csX137" fmla="*/ 106491 w 400925"/>
                  <a:gd name="csY137" fmla="*/ 693475 h 715107"/>
                  <a:gd name="csX138" fmla="*/ 112641 w 400925"/>
                  <a:gd name="csY138" fmla="*/ 693475 h 715107"/>
                  <a:gd name="csX139" fmla="*/ 132637 w 400925"/>
                  <a:gd name="csY139" fmla="*/ 682715 h 715107"/>
                  <a:gd name="csX140" fmla="*/ 137255 w 400925"/>
                  <a:gd name="csY140" fmla="*/ 668875 h 715107"/>
                  <a:gd name="csX141" fmla="*/ 143405 w 400925"/>
                  <a:gd name="csY141" fmla="*/ 670415 h 715107"/>
                  <a:gd name="csX142" fmla="*/ 148022 w 400925"/>
                  <a:gd name="csY142" fmla="*/ 675025 h 715107"/>
                  <a:gd name="csX143" fmla="*/ 158790 w 400925"/>
                  <a:gd name="csY143" fmla="*/ 675025 h 715107"/>
                  <a:gd name="csX144" fmla="*/ 180325 w 400925"/>
                  <a:gd name="csY144" fmla="*/ 662725 h 715107"/>
                  <a:gd name="csX145" fmla="*/ 192632 w 400925"/>
                  <a:gd name="csY145" fmla="*/ 655036 h 715107"/>
                  <a:gd name="csX146" fmla="*/ 206471 w 400925"/>
                  <a:gd name="csY146" fmla="*/ 650425 h 715107"/>
                  <a:gd name="csX147" fmla="*/ 208010 w 400925"/>
                  <a:gd name="csY147" fmla="*/ 644275 h 715107"/>
                  <a:gd name="csX148" fmla="*/ 241852 w 400925"/>
                  <a:gd name="csY148" fmla="*/ 618143 h 715107"/>
                  <a:gd name="csX149" fmla="*/ 251081 w 400925"/>
                  <a:gd name="csY149" fmla="*/ 610454 h 715107"/>
                  <a:gd name="csX150" fmla="*/ 251081 w 400925"/>
                  <a:gd name="csY150" fmla="*/ 599693 h 715107"/>
                  <a:gd name="csX151" fmla="*/ 271077 w 400925"/>
                  <a:gd name="csY151" fmla="*/ 585861 h 715107"/>
                  <a:gd name="csX152" fmla="*/ 284923 w 400925"/>
                  <a:gd name="csY152" fmla="*/ 575093 h 715107"/>
                  <a:gd name="csX153" fmla="*/ 301840 w 400925"/>
                  <a:gd name="csY153" fmla="*/ 565872 h 715107"/>
                  <a:gd name="csX154" fmla="*/ 304919 w 400925"/>
                  <a:gd name="csY154" fmla="*/ 548961 h 715107"/>
                  <a:gd name="csX155" fmla="*/ 315686 w 400925"/>
                  <a:gd name="csY155" fmla="*/ 545883 h 715107"/>
                  <a:gd name="csX156" fmla="*/ 314147 w 400925"/>
                  <a:gd name="csY156" fmla="*/ 527440 h 715107"/>
                  <a:gd name="csX157" fmla="*/ 303380 w 400925"/>
                  <a:gd name="csY157" fmla="*/ 527440 h 715107"/>
                  <a:gd name="csX158" fmla="*/ 301847 w 400925"/>
                  <a:gd name="csY158" fmla="*/ 519750 h 715107"/>
                  <a:gd name="csX159" fmla="*/ 312615 w 400925"/>
                  <a:gd name="csY159" fmla="*/ 504379 h 715107"/>
                  <a:gd name="csX160" fmla="*/ 326454 w 400925"/>
                  <a:gd name="csY160" fmla="*/ 504379 h 715107"/>
                  <a:gd name="csX161" fmla="*/ 337222 w 400925"/>
                  <a:gd name="csY161" fmla="*/ 492079 h 715107"/>
                  <a:gd name="csX162" fmla="*/ 334150 w 400925"/>
                  <a:gd name="csY162" fmla="*/ 478240 h 715107"/>
                  <a:gd name="csX163" fmla="*/ 374142 w 400925"/>
                  <a:gd name="csY163" fmla="*/ 427508 h 715107"/>
                  <a:gd name="csX164" fmla="*/ 389520 w 400925"/>
                  <a:gd name="csY164" fmla="*/ 429047 h 715107"/>
                  <a:gd name="csX165" fmla="*/ 397216 w 400925"/>
                  <a:gd name="csY165" fmla="*/ 419818 h 715107"/>
                  <a:gd name="csX166" fmla="*/ 403749 w 400925"/>
                  <a:gd name="csY166" fmla="*/ 419818 h 715107"/>
                  <a:gd name="csX167" fmla="*/ 405898 w 400925"/>
                  <a:gd name="csY167" fmla="*/ 32766 h 715107"/>
                  <a:gd name="csX168" fmla="*/ 395684 w 400925"/>
                  <a:gd name="csY168" fmla="*/ 31097 h 71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Lst>
                <a:rect l="l" t="t" r="r" b="b"/>
                <a:pathLst>
                  <a:path w="400925" h="715107">
                    <a:moveTo>
                      <a:pt x="395684" y="31097"/>
                    </a:moveTo>
                    <a:lnTo>
                      <a:pt x="372610" y="33861"/>
                    </a:lnTo>
                    <a:lnTo>
                      <a:pt x="357231" y="36632"/>
                    </a:lnTo>
                    <a:lnTo>
                      <a:pt x="346464" y="33861"/>
                    </a:lnTo>
                    <a:lnTo>
                      <a:pt x="355692" y="28327"/>
                    </a:lnTo>
                    <a:lnTo>
                      <a:pt x="334157" y="23716"/>
                    </a:lnTo>
                    <a:lnTo>
                      <a:pt x="340307" y="16335"/>
                    </a:lnTo>
                    <a:lnTo>
                      <a:pt x="320311" y="16335"/>
                    </a:lnTo>
                    <a:lnTo>
                      <a:pt x="304933" y="20945"/>
                    </a:lnTo>
                    <a:lnTo>
                      <a:pt x="288008" y="11724"/>
                    </a:lnTo>
                    <a:lnTo>
                      <a:pt x="277240" y="12647"/>
                    </a:lnTo>
                    <a:lnTo>
                      <a:pt x="274169" y="19105"/>
                    </a:lnTo>
                    <a:lnTo>
                      <a:pt x="266473" y="19105"/>
                    </a:lnTo>
                    <a:lnTo>
                      <a:pt x="255705" y="13571"/>
                    </a:lnTo>
                    <a:lnTo>
                      <a:pt x="271091" y="6189"/>
                    </a:lnTo>
                    <a:lnTo>
                      <a:pt x="261862" y="5266"/>
                    </a:lnTo>
                    <a:lnTo>
                      <a:pt x="249555" y="655"/>
                    </a:lnTo>
                    <a:lnTo>
                      <a:pt x="221870" y="18182"/>
                    </a:lnTo>
                    <a:lnTo>
                      <a:pt x="198796" y="19105"/>
                    </a:lnTo>
                    <a:lnTo>
                      <a:pt x="194178" y="17258"/>
                    </a:lnTo>
                    <a:lnTo>
                      <a:pt x="151108" y="39395"/>
                    </a:lnTo>
                    <a:lnTo>
                      <a:pt x="143419" y="39395"/>
                    </a:lnTo>
                    <a:lnTo>
                      <a:pt x="121883" y="46777"/>
                    </a:lnTo>
                    <a:lnTo>
                      <a:pt x="111116" y="58769"/>
                    </a:lnTo>
                    <a:lnTo>
                      <a:pt x="103427" y="82753"/>
                    </a:lnTo>
                    <a:lnTo>
                      <a:pt x="83424" y="93822"/>
                    </a:lnTo>
                    <a:lnTo>
                      <a:pt x="38821" y="94745"/>
                    </a:lnTo>
                    <a:lnTo>
                      <a:pt x="37282" y="108577"/>
                    </a:lnTo>
                    <a:lnTo>
                      <a:pt x="28053" y="110424"/>
                    </a:lnTo>
                    <a:lnTo>
                      <a:pt x="38821" y="115959"/>
                    </a:lnTo>
                    <a:lnTo>
                      <a:pt x="49589" y="119653"/>
                    </a:lnTo>
                    <a:lnTo>
                      <a:pt x="69585" y="127951"/>
                    </a:lnTo>
                    <a:lnTo>
                      <a:pt x="89581" y="141790"/>
                    </a:lnTo>
                    <a:lnTo>
                      <a:pt x="91120" y="154699"/>
                    </a:lnTo>
                    <a:lnTo>
                      <a:pt x="100348" y="156546"/>
                    </a:lnTo>
                    <a:lnTo>
                      <a:pt x="109577" y="157469"/>
                    </a:lnTo>
                    <a:lnTo>
                      <a:pt x="129573" y="157469"/>
                    </a:lnTo>
                    <a:lnTo>
                      <a:pt x="135723" y="156546"/>
                    </a:lnTo>
                    <a:lnTo>
                      <a:pt x="143419" y="159316"/>
                    </a:lnTo>
                    <a:lnTo>
                      <a:pt x="140340" y="163927"/>
                    </a:lnTo>
                    <a:lnTo>
                      <a:pt x="134183" y="170761"/>
                    </a:lnTo>
                    <a:lnTo>
                      <a:pt x="148029" y="179983"/>
                    </a:lnTo>
                    <a:lnTo>
                      <a:pt x="160336" y="173833"/>
                    </a:lnTo>
                    <a:lnTo>
                      <a:pt x="178793" y="172294"/>
                    </a:lnTo>
                    <a:lnTo>
                      <a:pt x="184943" y="179983"/>
                    </a:lnTo>
                    <a:lnTo>
                      <a:pt x="178793" y="184594"/>
                    </a:lnTo>
                    <a:lnTo>
                      <a:pt x="157258" y="187672"/>
                    </a:lnTo>
                    <a:lnTo>
                      <a:pt x="152647" y="201504"/>
                    </a:lnTo>
                    <a:lnTo>
                      <a:pt x="143419" y="201504"/>
                    </a:lnTo>
                    <a:lnTo>
                      <a:pt x="134183" y="209194"/>
                    </a:lnTo>
                    <a:lnTo>
                      <a:pt x="109577" y="201504"/>
                    </a:lnTo>
                    <a:lnTo>
                      <a:pt x="88035" y="204583"/>
                    </a:lnTo>
                    <a:lnTo>
                      <a:pt x="89574" y="195354"/>
                    </a:lnTo>
                    <a:lnTo>
                      <a:pt x="91120" y="184594"/>
                    </a:lnTo>
                    <a:lnTo>
                      <a:pt x="71117" y="186133"/>
                    </a:lnTo>
                    <a:lnTo>
                      <a:pt x="52660" y="190744"/>
                    </a:lnTo>
                    <a:lnTo>
                      <a:pt x="46503" y="199965"/>
                    </a:lnTo>
                    <a:lnTo>
                      <a:pt x="31125" y="201504"/>
                    </a:lnTo>
                    <a:lnTo>
                      <a:pt x="26507" y="213804"/>
                    </a:lnTo>
                    <a:lnTo>
                      <a:pt x="18818" y="216876"/>
                    </a:lnTo>
                    <a:lnTo>
                      <a:pt x="4972" y="230715"/>
                    </a:lnTo>
                    <a:lnTo>
                      <a:pt x="17279" y="241476"/>
                    </a:lnTo>
                    <a:lnTo>
                      <a:pt x="24968" y="241476"/>
                    </a:lnTo>
                    <a:lnTo>
                      <a:pt x="38814" y="243015"/>
                    </a:lnTo>
                    <a:lnTo>
                      <a:pt x="44971" y="249165"/>
                    </a:lnTo>
                    <a:lnTo>
                      <a:pt x="38814" y="252237"/>
                    </a:lnTo>
                    <a:lnTo>
                      <a:pt x="24968" y="252237"/>
                    </a:lnTo>
                    <a:lnTo>
                      <a:pt x="44964" y="281447"/>
                    </a:lnTo>
                    <a:lnTo>
                      <a:pt x="66499" y="281447"/>
                    </a:lnTo>
                    <a:lnTo>
                      <a:pt x="81885" y="276836"/>
                    </a:lnTo>
                    <a:lnTo>
                      <a:pt x="94191" y="282986"/>
                    </a:lnTo>
                    <a:lnTo>
                      <a:pt x="114187" y="284526"/>
                    </a:lnTo>
                    <a:lnTo>
                      <a:pt x="121876" y="273765"/>
                    </a:lnTo>
                    <a:lnTo>
                      <a:pt x="134183" y="270686"/>
                    </a:lnTo>
                    <a:lnTo>
                      <a:pt x="141872" y="263004"/>
                    </a:lnTo>
                    <a:lnTo>
                      <a:pt x="160336" y="269154"/>
                    </a:lnTo>
                    <a:lnTo>
                      <a:pt x="160336" y="281447"/>
                    </a:lnTo>
                    <a:lnTo>
                      <a:pt x="148029" y="281447"/>
                    </a:lnTo>
                    <a:lnTo>
                      <a:pt x="146490" y="286065"/>
                    </a:lnTo>
                    <a:lnTo>
                      <a:pt x="160336" y="301436"/>
                    </a:lnTo>
                    <a:lnTo>
                      <a:pt x="161875" y="318347"/>
                    </a:lnTo>
                    <a:lnTo>
                      <a:pt x="141872" y="342947"/>
                    </a:lnTo>
                    <a:lnTo>
                      <a:pt x="129566" y="338336"/>
                    </a:lnTo>
                    <a:lnTo>
                      <a:pt x="115727" y="344479"/>
                    </a:lnTo>
                    <a:lnTo>
                      <a:pt x="95731" y="353708"/>
                    </a:lnTo>
                    <a:lnTo>
                      <a:pt x="86502" y="344479"/>
                    </a:lnTo>
                    <a:lnTo>
                      <a:pt x="71117" y="364469"/>
                    </a:lnTo>
                    <a:lnTo>
                      <a:pt x="68039" y="381379"/>
                    </a:lnTo>
                    <a:lnTo>
                      <a:pt x="60349" y="385990"/>
                    </a:lnTo>
                    <a:lnTo>
                      <a:pt x="49575" y="412129"/>
                    </a:lnTo>
                    <a:lnTo>
                      <a:pt x="44964" y="416740"/>
                    </a:lnTo>
                    <a:lnTo>
                      <a:pt x="48043" y="430579"/>
                    </a:lnTo>
                    <a:lnTo>
                      <a:pt x="57271" y="444411"/>
                    </a:lnTo>
                    <a:lnTo>
                      <a:pt x="63428" y="442872"/>
                    </a:lnTo>
                    <a:lnTo>
                      <a:pt x="68039" y="449029"/>
                    </a:lnTo>
                    <a:lnTo>
                      <a:pt x="63428" y="465940"/>
                    </a:lnTo>
                    <a:lnTo>
                      <a:pt x="54193" y="467472"/>
                    </a:lnTo>
                    <a:lnTo>
                      <a:pt x="88035" y="498222"/>
                    </a:lnTo>
                    <a:lnTo>
                      <a:pt x="103413" y="496683"/>
                    </a:lnTo>
                    <a:lnTo>
                      <a:pt x="120337" y="492072"/>
                    </a:lnTo>
                    <a:lnTo>
                      <a:pt x="121363" y="482850"/>
                    </a:lnTo>
                    <a:lnTo>
                      <a:pt x="127513" y="480798"/>
                    </a:lnTo>
                    <a:lnTo>
                      <a:pt x="127513" y="495150"/>
                    </a:lnTo>
                    <a:lnTo>
                      <a:pt x="131618" y="509496"/>
                    </a:lnTo>
                    <a:lnTo>
                      <a:pt x="135716" y="532043"/>
                    </a:lnTo>
                    <a:lnTo>
                      <a:pt x="131618" y="548448"/>
                    </a:lnTo>
                    <a:lnTo>
                      <a:pt x="143918" y="544343"/>
                    </a:lnTo>
                    <a:lnTo>
                      <a:pt x="166486" y="532043"/>
                    </a:lnTo>
                    <a:lnTo>
                      <a:pt x="174688" y="538200"/>
                    </a:lnTo>
                    <a:lnTo>
                      <a:pt x="182891" y="540246"/>
                    </a:lnTo>
                    <a:lnTo>
                      <a:pt x="191093" y="552546"/>
                    </a:lnTo>
                    <a:lnTo>
                      <a:pt x="197250" y="554598"/>
                    </a:lnTo>
                    <a:lnTo>
                      <a:pt x="203400" y="536148"/>
                    </a:lnTo>
                    <a:lnTo>
                      <a:pt x="213654" y="542298"/>
                    </a:lnTo>
                    <a:lnTo>
                      <a:pt x="219804" y="544350"/>
                    </a:lnTo>
                    <a:lnTo>
                      <a:pt x="230059" y="542298"/>
                    </a:lnTo>
                    <a:lnTo>
                      <a:pt x="240313" y="534096"/>
                    </a:lnTo>
                    <a:lnTo>
                      <a:pt x="242366" y="542298"/>
                    </a:lnTo>
                    <a:lnTo>
                      <a:pt x="230059" y="573048"/>
                    </a:lnTo>
                    <a:lnTo>
                      <a:pt x="230059" y="593543"/>
                    </a:lnTo>
                    <a:lnTo>
                      <a:pt x="213654" y="599693"/>
                    </a:lnTo>
                    <a:lnTo>
                      <a:pt x="199295" y="618143"/>
                    </a:lnTo>
                    <a:lnTo>
                      <a:pt x="178786" y="632489"/>
                    </a:lnTo>
                    <a:lnTo>
                      <a:pt x="169558" y="642736"/>
                    </a:lnTo>
                    <a:lnTo>
                      <a:pt x="166479" y="655036"/>
                    </a:lnTo>
                    <a:lnTo>
                      <a:pt x="160329" y="658115"/>
                    </a:lnTo>
                    <a:lnTo>
                      <a:pt x="151101" y="653504"/>
                    </a:lnTo>
                    <a:lnTo>
                      <a:pt x="137255" y="656575"/>
                    </a:lnTo>
                    <a:lnTo>
                      <a:pt x="120337" y="670415"/>
                    </a:lnTo>
                    <a:lnTo>
                      <a:pt x="111109" y="684247"/>
                    </a:lnTo>
                    <a:lnTo>
                      <a:pt x="100334" y="692702"/>
                    </a:lnTo>
                    <a:lnTo>
                      <a:pt x="91106" y="691170"/>
                    </a:lnTo>
                    <a:lnTo>
                      <a:pt x="78033" y="698086"/>
                    </a:lnTo>
                    <a:lnTo>
                      <a:pt x="73422" y="709613"/>
                    </a:lnTo>
                    <a:lnTo>
                      <a:pt x="74189" y="715763"/>
                    </a:lnTo>
                    <a:lnTo>
                      <a:pt x="90340" y="711152"/>
                    </a:lnTo>
                    <a:lnTo>
                      <a:pt x="102647" y="700391"/>
                    </a:lnTo>
                    <a:lnTo>
                      <a:pt x="106491" y="693475"/>
                    </a:lnTo>
                    <a:lnTo>
                      <a:pt x="112641" y="693475"/>
                    </a:lnTo>
                    <a:lnTo>
                      <a:pt x="132637" y="682715"/>
                    </a:lnTo>
                    <a:lnTo>
                      <a:pt x="137255" y="668875"/>
                    </a:lnTo>
                    <a:lnTo>
                      <a:pt x="143405" y="670415"/>
                    </a:lnTo>
                    <a:lnTo>
                      <a:pt x="148022" y="675025"/>
                    </a:lnTo>
                    <a:lnTo>
                      <a:pt x="158790" y="675025"/>
                    </a:lnTo>
                    <a:lnTo>
                      <a:pt x="180325" y="662725"/>
                    </a:lnTo>
                    <a:lnTo>
                      <a:pt x="192632" y="655036"/>
                    </a:lnTo>
                    <a:lnTo>
                      <a:pt x="206471" y="650425"/>
                    </a:lnTo>
                    <a:lnTo>
                      <a:pt x="208010" y="644275"/>
                    </a:lnTo>
                    <a:lnTo>
                      <a:pt x="241852" y="618143"/>
                    </a:lnTo>
                    <a:lnTo>
                      <a:pt x="251081" y="610454"/>
                    </a:lnTo>
                    <a:lnTo>
                      <a:pt x="251081" y="599693"/>
                    </a:lnTo>
                    <a:lnTo>
                      <a:pt x="271077" y="585861"/>
                    </a:lnTo>
                    <a:lnTo>
                      <a:pt x="284923" y="575093"/>
                    </a:lnTo>
                    <a:lnTo>
                      <a:pt x="301840" y="565872"/>
                    </a:lnTo>
                    <a:lnTo>
                      <a:pt x="304919" y="548961"/>
                    </a:lnTo>
                    <a:lnTo>
                      <a:pt x="315686" y="545883"/>
                    </a:lnTo>
                    <a:lnTo>
                      <a:pt x="314147" y="527440"/>
                    </a:lnTo>
                    <a:lnTo>
                      <a:pt x="303380" y="527440"/>
                    </a:lnTo>
                    <a:lnTo>
                      <a:pt x="301847" y="519750"/>
                    </a:lnTo>
                    <a:lnTo>
                      <a:pt x="312615" y="504379"/>
                    </a:lnTo>
                    <a:lnTo>
                      <a:pt x="326454" y="504379"/>
                    </a:lnTo>
                    <a:lnTo>
                      <a:pt x="337222" y="492079"/>
                    </a:lnTo>
                    <a:lnTo>
                      <a:pt x="334150" y="478240"/>
                    </a:lnTo>
                    <a:lnTo>
                      <a:pt x="374142" y="427508"/>
                    </a:lnTo>
                    <a:lnTo>
                      <a:pt x="389520" y="429047"/>
                    </a:lnTo>
                    <a:lnTo>
                      <a:pt x="397216" y="419818"/>
                    </a:lnTo>
                    <a:lnTo>
                      <a:pt x="403749" y="419818"/>
                    </a:lnTo>
                    <a:lnTo>
                      <a:pt x="405898" y="32766"/>
                    </a:lnTo>
                    <a:lnTo>
                      <a:pt x="395684" y="310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19" name="Forme libre : forme 1097">
                <a:extLst>
                  <a:ext uri="{FF2B5EF4-FFF2-40B4-BE49-F238E27FC236}">
                    <a16:creationId xmlns:a16="http://schemas.microsoft.com/office/drawing/2014/main" id="{76FCC200-AF74-734D-EB87-148558024E59}"/>
                  </a:ext>
                </a:extLst>
              </p:cNvPr>
              <p:cNvSpPr/>
              <p:nvPr/>
            </p:nvSpPr>
            <p:spPr>
              <a:xfrm rot="2696176" flipV="1">
                <a:off x="5188536" y="4005100"/>
                <a:ext cx="5445" cy="4891"/>
              </a:xfrm>
              <a:custGeom>
                <a:avLst/>
                <a:gdLst>
                  <a:gd name="csX0" fmla="*/ 2058 w 5445"/>
                  <a:gd name="csY0" fmla="*/ 1283 h 4891"/>
                  <a:gd name="csX1" fmla="*/ 6409 w 5445"/>
                  <a:gd name="csY1" fmla="*/ 1283 h 4891"/>
                  <a:gd name="csX2" fmla="*/ 7503 w 5445"/>
                  <a:gd name="csY2" fmla="*/ 5634 h 4891"/>
                  <a:gd name="csX3" fmla="*/ 3693 w 5445"/>
                  <a:gd name="csY3" fmla="*/ 6174 h 4891"/>
                  <a:gd name="csX4" fmla="*/ 2058 w 5445"/>
                  <a:gd name="csY4" fmla="*/ 1283 h 4891"/>
                </a:gdLst>
                <a:ahLst/>
                <a:cxnLst>
                  <a:cxn ang="0">
                    <a:pos x="csX0" y="csY0"/>
                  </a:cxn>
                  <a:cxn ang="0">
                    <a:pos x="csX1" y="csY1"/>
                  </a:cxn>
                  <a:cxn ang="0">
                    <a:pos x="csX2" y="csY2"/>
                  </a:cxn>
                  <a:cxn ang="0">
                    <a:pos x="csX3" y="csY3"/>
                  </a:cxn>
                  <a:cxn ang="0">
                    <a:pos x="csX4" y="csY4"/>
                  </a:cxn>
                </a:cxnLst>
                <a:rect l="l" t="t" r="r" b="b"/>
                <a:pathLst>
                  <a:path w="5445" h="4891">
                    <a:moveTo>
                      <a:pt x="2058" y="1283"/>
                    </a:moveTo>
                    <a:lnTo>
                      <a:pt x="6409" y="1283"/>
                    </a:lnTo>
                    <a:lnTo>
                      <a:pt x="7503" y="5634"/>
                    </a:lnTo>
                    <a:lnTo>
                      <a:pt x="3693" y="6174"/>
                    </a:lnTo>
                    <a:lnTo>
                      <a:pt x="2058" y="12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0" name="Forme libre : forme 1098">
                <a:extLst>
                  <a:ext uri="{FF2B5EF4-FFF2-40B4-BE49-F238E27FC236}">
                    <a16:creationId xmlns:a16="http://schemas.microsoft.com/office/drawing/2014/main" id="{8969105C-DD96-5943-3894-F681E3E2998F}"/>
                  </a:ext>
                </a:extLst>
              </p:cNvPr>
              <p:cNvSpPr/>
              <p:nvPr/>
            </p:nvSpPr>
            <p:spPr>
              <a:xfrm rot="2434637" flipV="1">
                <a:off x="5209161" y="4018277"/>
                <a:ext cx="9180" cy="5835"/>
              </a:xfrm>
              <a:custGeom>
                <a:avLst/>
                <a:gdLst>
                  <a:gd name="csX0" fmla="*/ 2071 w 9180"/>
                  <a:gd name="csY0" fmla="*/ 1291 h 5835"/>
                  <a:gd name="csX1" fmla="*/ 9159 w 9180"/>
                  <a:gd name="csY1" fmla="*/ 1291 h 5835"/>
                  <a:gd name="csX2" fmla="*/ 11252 w 9180"/>
                  <a:gd name="csY2" fmla="*/ 7126 h 5835"/>
                  <a:gd name="csX3" fmla="*/ 4582 w 9180"/>
                  <a:gd name="csY3" fmla="*/ 5464 h 5835"/>
                  <a:gd name="csX4" fmla="*/ 2071 w 9180"/>
                  <a:gd name="csY4" fmla="*/ 1291 h 5835"/>
                </a:gdLst>
                <a:ahLst/>
                <a:cxnLst>
                  <a:cxn ang="0">
                    <a:pos x="csX0" y="csY0"/>
                  </a:cxn>
                  <a:cxn ang="0">
                    <a:pos x="csX1" y="csY1"/>
                  </a:cxn>
                  <a:cxn ang="0">
                    <a:pos x="csX2" y="csY2"/>
                  </a:cxn>
                  <a:cxn ang="0">
                    <a:pos x="csX3" y="csY3"/>
                  </a:cxn>
                  <a:cxn ang="0">
                    <a:pos x="csX4" y="csY4"/>
                  </a:cxn>
                </a:cxnLst>
                <a:rect l="l" t="t" r="r" b="b"/>
                <a:pathLst>
                  <a:path w="9180" h="5835">
                    <a:moveTo>
                      <a:pt x="2071" y="1291"/>
                    </a:moveTo>
                    <a:lnTo>
                      <a:pt x="9159" y="1291"/>
                    </a:lnTo>
                    <a:lnTo>
                      <a:pt x="11252" y="7126"/>
                    </a:lnTo>
                    <a:lnTo>
                      <a:pt x="4582" y="5464"/>
                    </a:lnTo>
                    <a:lnTo>
                      <a:pt x="2071" y="1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1" name="Forme libre : forme 1099">
                <a:extLst>
                  <a:ext uri="{FF2B5EF4-FFF2-40B4-BE49-F238E27FC236}">
                    <a16:creationId xmlns:a16="http://schemas.microsoft.com/office/drawing/2014/main" id="{2F1E6813-EC6F-9622-DE3D-8A5EA24F2C76}"/>
                  </a:ext>
                </a:extLst>
              </p:cNvPr>
              <p:cNvSpPr/>
              <p:nvPr/>
            </p:nvSpPr>
            <p:spPr>
              <a:xfrm>
                <a:off x="5228360" y="4014276"/>
                <a:ext cx="6156" cy="6923"/>
              </a:xfrm>
              <a:custGeom>
                <a:avLst/>
                <a:gdLst>
                  <a:gd name="csX0" fmla="*/ 2856 w 6156"/>
                  <a:gd name="csY0" fmla="*/ 2828 h 6923"/>
                  <a:gd name="csX1" fmla="*/ 2083 w 6156"/>
                  <a:gd name="csY1" fmla="*/ 5907 h 6923"/>
                  <a:gd name="csX2" fmla="*/ 5161 w 6156"/>
                  <a:gd name="csY2" fmla="*/ 8212 h 6923"/>
                  <a:gd name="csX3" fmla="*/ 8239 w 6156"/>
                  <a:gd name="csY3" fmla="*/ 6673 h 6923"/>
                  <a:gd name="csX4" fmla="*/ 7466 w 6156"/>
                  <a:gd name="csY4" fmla="*/ 1289 h 6923"/>
                  <a:gd name="csX5" fmla="*/ 2856 w 6156"/>
                  <a:gd name="csY5" fmla="*/ 2828 h 6923"/>
                </a:gdLst>
                <a:ahLst/>
                <a:cxnLst>
                  <a:cxn ang="0">
                    <a:pos x="csX0" y="csY0"/>
                  </a:cxn>
                  <a:cxn ang="0">
                    <a:pos x="csX1" y="csY1"/>
                  </a:cxn>
                  <a:cxn ang="0">
                    <a:pos x="csX2" y="csY2"/>
                  </a:cxn>
                  <a:cxn ang="0">
                    <a:pos x="csX3" y="csY3"/>
                  </a:cxn>
                  <a:cxn ang="0">
                    <a:pos x="csX4" y="csY4"/>
                  </a:cxn>
                  <a:cxn ang="0">
                    <a:pos x="csX5" y="csY5"/>
                  </a:cxn>
                </a:cxnLst>
                <a:rect l="l" t="t" r="r" b="b"/>
                <a:pathLst>
                  <a:path w="6156" h="6923">
                    <a:moveTo>
                      <a:pt x="2856" y="2828"/>
                    </a:moveTo>
                    <a:lnTo>
                      <a:pt x="2083" y="5907"/>
                    </a:lnTo>
                    <a:lnTo>
                      <a:pt x="5161" y="8212"/>
                    </a:lnTo>
                    <a:lnTo>
                      <a:pt x="8239" y="6673"/>
                    </a:lnTo>
                    <a:lnTo>
                      <a:pt x="7466" y="1289"/>
                    </a:lnTo>
                    <a:lnTo>
                      <a:pt x="2856" y="28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2" name="Forme libre : forme 1100">
                <a:extLst>
                  <a:ext uri="{FF2B5EF4-FFF2-40B4-BE49-F238E27FC236}">
                    <a16:creationId xmlns:a16="http://schemas.microsoft.com/office/drawing/2014/main" id="{C244586B-37E3-8BFF-C6B5-537D9995C43F}"/>
                  </a:ext>
                </a:extLst>
              </p:cNvPr>
              <p:cNvSpPr/>
              <p:nvPr/>
            </p:nvSpPr>
            <p:spPr>
              <a:xfrm>
                <a:off x="5242979" y="4006587"/>
                <a:ext cx="9228" cy="10760"/>
              </a:xfrm>
              <a:custGeom>
                <a:avLst/>
                <a:gdLst>
                  <a:gd name="csX0" fmla="*/ 2092 w 9228"/>
                  <a:gd name="csY0" fmla="*/ 5896 h 10760"/>
                  <a:gd name="csX1" fmla="*/ 2858 w 9228"/>
                  <a:gd name="csY1" fmla="*/ 12046 h 10760"/>
                  <a:gd name="csX2" fmla="*/ 10554 w 9228"/>
                  <a:gd name="csY2" fmla="*/ 9741 h 10760"/>
                  <a:gd name="csX3" fmla="*/ 11320 w 9228"/>
                  <a:gd name="csY3" fmla="*/ 4357 h 10760"/>
                  <a:gd name="csX4" fmla="*/ 6710 w 9228"/>
                  <a:gd name="csY4" fmla="*/ 1286 h 10760"/>
                  <a:gd name="csX5" fmla="*/ 2092 w 9228"/>
                  <a:gd name="csY5" fmla="*/ 5896 h 10760"/>
                </a:gdLst>
                <a:ahLst/>
                <a:cxnLst>
                  <a:cxn ang="0">
                    <a:pos x="csX0" y="csY0"/>
                  </a:cxn>
                  <a:cxn ang="0">
                    <a:pos x="csX1" y="csY1"/>
                  </a:cxn>
                  <a:cxn ang="0">
                    <a:pos x="csX2" y="csY2"/>
                  </a:cxn>
                  <a:cxn ang="0">
                    <a:pos x="csX3" y="csY3"/>
                  </a:cxn>
                  <a:cxn ang="0">
                    <a:pos x="csX4" y="csY4"/>
                  </a:cxn>
                  <a:cxn ang="0">
                    <a:pos x="csX5" y="csY5"/>
                  </a:cxn>
                </a:cxnLst>
                <a:rect l="l" t="t" r="r" b="b"/>
                <a:pathLst>
                  <a:path w="9228" h="10760">
                    <a:moveTo>
                      <a:pt x="2092" y="5896"/>
                    </a:moveTo>
                    <a:lnTo>
                      <a:pt x="2858" y="12046"/>
                    </a:lnTo>
                    <a:lnTo>
                      <a:pt x="10554" y="9741"/>
                    </a:lnTo>
                    <a:lnTo>
                      <a:pt x="11320" y="4357"/>
                    </a:lnTo>
                    <a:lnTo>
                      <a:pt x="6710" y="1286"/>
                    </a:lnTo>
                    <a:lnTo>
                      <a:pt x="2092" y="58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3" name="Forme libre : forme 1101">
                <a:extLst>
                  <a:ext uri="{FF2B5EF4-FFF2-40B4-BE49-F238E27FC236}">
                    <a16:creationId xmlns:a16="http://schemas.microsoft.com/office/drawing/2014/main" id="{371E21E1-A85E-A628-D57E-FE22A448C670}"/>
                  </a:ext>
                </a:extLst>
              </p:cNvPr>
              <p:cNvSpPr/>
              <p:nvPr/>
            </p:nvSpPr>
            <p:spPr>
              <a:xfrm>
                <a:off x="5253747" y="3998905"/>
                <a:ext cx="5383" cy="5376"/>
              </a:xfrm>
              <a:custGeom>
                <a:avLst/>
                <a:gdLst>
                  <a:gd name="csX0" fmla="*/ 7482 w 5383"/>
                  <a:gd name="csY0" fmla="*/ 1279 h 5376"/>
                  <a:gd name="csX1" fmla="*/ 2098 w 5383"/>
                  <a:gd name="csY1" fmla="*/ 2819 h 5376"/>
                  <a:gd name="csX2" fmla="*/ 6716 w 5383"/>
                  <a:gd name="csY2" fmla="*/ 6656 h 5376"/>
                  <a:gd name="csX3" fmla="*/ 7482 w 5383"/>
                  <a:gd name="csY3" fmla="*/ 1279 h 5376"/>
                </a:gdLst>
                <a:ahLst/>
                <a:cxnLst>
                  <a:cxn ang="0">
                    <a:pos x="csX0" y="csY0"/>
                  </a:cxn>
                  <a:cxn ang="0">
                    <a:pos x="csX1" y="csY1"/>
                  </a:cxn>
                  <a:cxn ang="0">
                    <a:pos x="csX2" y="csY2"/>
                  </a:cxn>
                  <a:cxn ang="0">
                    <a:pos x="csX3" y="csY3"/>
                  </a:cxn>
                </a:cxnLst>
                <a:rect l="l" t="t" r="r" b="b"/>
                <a:pathLst>
                  <a:path w="5383" h="5376">
                    <a:moveTo>
                      <a:pt x="7482" y="1279"/>
                    </a:moveTo>
                    <a:lnTo>
                      <a:pt x="2098" y="2819"/>
                    </a:lnTo>
                    <a:lnTo>
                      <a:pt x="6716" y="6656"/>
                    </a:lnTo>
                    <a:lnTo>
                      <a:pt x="7482" y="12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4" name="Forme libre : forme 1102">
                <a:extLst>
                  <a:ext uri="{FF2B5EF4-FFF2-40B4-BE49-F238E27FC236}">
                    <a16:creationId xmlns:a16="http://schemas.microsoft.com/office/drawing/2014/main" id="{B749CB07-77D0-2840-A2E4-CC0AED72F15A}"/>
                  </a:ext>
                </a:extLst>
              </p:cNvPr>
              <p:cNvSpPr/>
              <p:nvPr/>
            </p:nvSpPr>
            <p:spPr>
              <a:xfrm rot="7256924" flipV="1">
                <a:off x="5079218" y="4271725"/>
                <a:ext cx="7251" cy="9625"/>
              </a:xfrm>
              <a:custGeom>
                <a:avLst/>
                <a:gdLst>
                  <a:gd name="csX0" fmla="*/ 4756 w 7251"/>
                  <a:gd name="csY0" fmla="*/ 1447 h 9625"/>
                  <a:gd name="csX1" fmla="*/ 9243 w 7251"/>
                  <a:gd name="csY1" fmla="*/ 1447 h 9625"/>
                  <a:gd name="csX2" fmla="*/ 4359 w 7251"/>
                  <a:gd name="csY2" fmla="*/ 11072 h 9625"/>
                  <a:gd name="csX3" fmla="*/ 1992 w 7251"/>
                  <a:gd name="csY3" fmla="*/ 6064 h 9625"/>
                  <a:gd name="csX4" fmla="*/ 4756 w 7251"/>
                  <a:gd name="csY4" fmla="*/ 1447 h 9625"/>
                </a:gdLst>
                <a:ahLst/>
                <a:cxnLst>
                  <a:cxn ang="0">
                    <a:pos x="csX0" y="csY0"/>
                  </a:cxn>
                  <a:cxn ang="0">
                    <a:pos x="csX1" y="csY1"/>
                  </a:cxn>
                  <a:cxn ang="0">
                    <a:pos x="csX2" y="csY2"/>
                  </a:cxn>
                  <a:cxn ang="0">
                    <a:pos x="csX3" y="csY3"/>
                  </a:cxn>
                  <a:cxn ang="0">
                    <a:pos x="csX4" y="csY4"/>
                  </a:cxn>
                </a:cxnLst>
                <a:rect l="l" t="t" r="r" b="b"/>
                <a:pathLst>
                  <a:path w="7251" h="9625">
                    <a:moveTo>
                      <a:pt x="4756" y="1447"/>
                    </a:moveTo>
                    <a:lnTo>
                      <a:pt x="9243" y="1447"/>
                    </a:lnTo>
                    <a:lnTo>
                      <a:pt x="4359" y="11072"/>
                    </a:lnTo>
                    <a:lnTo>
                      <a:pt x="1992" y="6064"/>
                    </a:lnTo>
                    <a:lnTo>
                      <a:pt x="4756" y="14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5" name="Forme libre : forme 1103">
                <a:extLst>
                  <a:ext uri="{FF2B5EF4-FFF2-40B4-BE49-F238E27FC236}">
                    <a16:creationId xmlns:a16="http://schemas.microsoft.com/office/drawing/2014/main" id="{5823E846-B793-5B42-3E77-9D5529EB5231}"/>
                  </a:ext>
                </a:extLst>
              </p:cNvPr>
              <p:cNvSpPr/>
              <p:nvPr/>
            </p:nvSpPr>
            <p:spPr>
              <a:xfrm rot="3806095" flipV="1">
                <a:off x="5097380" y="4306568"/>
                <a:ext cx="5848" cy="6533"/>
              </a:xfrm>
              <a:custGeom>
                <a:avLst/>
                <a:gdLst>
                  <a:gd name="csX0" fmla="*/ 2002 w 5848"/>
                  <a:gd name="csY0" fmla="*/ 1467 h 6533"/>
                  <a:gd name="csX1" fmla="*/ 7160 w 5848"/>
                  <a:gd name="csY1" fmla="*/ 1467 h 6533"/>
                  <a:gd name="csX2" fmla="*/ 7851 w 5848"/>
                  <a:gd name="csY2" fmla="*/ 8000 h 6533"/>
                  <a:gd name="csX3" fmla="*/ 2009 w 5848"/>
                  <a:gd name="csY3" fmla="*/ 6625 h 6533"/>
                  <a:gd name="csX4" fmla="*/ 2002 w 5848"/>
                  <a:gd name="csY4" fmla="*/ 1467 h 6533"/>
                </a:gdLst>
                <a:ahLst/>
                <a:cxnLst>
                  <a:cxn ang="0">
                    <a:pos x="csX0" y="csY0"/>
                  </a:cxn>
                  <a:cxn ang="0">
                    <a:pos x="csX1" y="csY1"/>
                  </a:cxn>
                  <a:cxn ang="0">
                    <a:pos x="csX2" y="csY2"/>
                  </a:cxn>
                  <a:cxn ang="0">
                    <a:pos x="csX3" y="csY3"/>
                  </a:cxn>
                  <a:cxn ang="0">
                    <a:pos x="csX4" y="csY4"/>
                  </a:cxn>
                </a:cxnLst>
                <a:rect l="l" t="t" r="r" b="b"/>
                <a:pathLst>
                  <a:path w="5848" h="6533">
                    <a:moveTo>
                      <a:pt x="2002" y="1467"/>
                    </a:moveTo>
                    <a:lnTo>
                      <a:pt x="7160" y="1467"/>
                    </a:lnTo>
                    <a:lnTo>
                      <a:pt x="7851" y="8000"/>
                    </a:lnTo>
                    <a:lnTo>
                      <a:pt x="2009" y="6625"/>
                    </a:lnTo>
                    <a:lnTo>
                      <a:pt x="2002" y="14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6" name="Forme libre : forme 1104">
                <a:extLst>
                  <a:ext uri="{FF2B5EF4-FFF2-40B4-BE49-F238E27FC236}">
                    <a16:creationId xmlns:a16="http://schemas.microsoft.com/office/drawing/2014/main" id="{C4D6D10A-3C08-D08F-6D87-6A808267B814}"/>
                  </a:ext>
                </a:extLst>
              </p:cNvPr>
              <p:cNvSpPr/>
              <p:nvPr/>
            </p:nvSpPr>
            <p:spPr>
              <a:xfrm rot="3268153" flipV="1">
                <a:off x="5075592" y="4312788"/>
                <a:ext cx="6615" cy="5992"/>
              </a:xfrm>
              <a:custGeom>
                <a:avLst/>
                <a:gdLst>
                  <a:gd name="csX0" fmla="*/ 1989 w 6615"/>
                  <a:gd name="csY0" fmla="*/ 1471 h 5992"/>
                  <a:gd name="csX1" fmla="*/ 8605 w 6615"/>
                  <a:gd name="csY1" fmla="*/ 1471 h 5992"/>
                  <a:gd name="csX2" fmla="*/ 8160 w 6615"/>
                  <a:gd name="csY2" fmla="*/ 7463 h 5992"/>
                  <a:gd name="csX3" fmla="*/ 2345 w 6615"/>
                  <a:gd name="csY3" fmla="*/ 5945 h 5992"/>
                  <a:gd name="csX4" fmla="*/ 1989 w 6615"/>
                  <a:gd name="csY4" fmla="*/ 1471 h 5992"/>
                </a:gdLst>
                <a:ahLst/>
                <a:cxnLst>
                  <a:cxn ang="0">
                    <a:pos x="csX0" y="csY0"/>
                  </a:cxn>
                  <a:cxn ang="0">
                    <a:pos x="csX1" y="csY1"/>
                  </a:cxn>
                  <a:cxn ang="0">
                    <a:pos x="csX2" y="csY2"/>
                  </a:cxn>
                  <a:cxn ang="0">
                    <a:pos x="csX3" y="csY3"/>
                  </a:cxn>
                  <a:cxn ang="0">
                    <a:pos x="csX4" y="csY4"/>
                  </a:cxn>
                </a:cxnLst>
                <a:rect l="l" t="t" r="r" b="b"/>
                <a:pathLst>
                  <a:path w="6615" h="5992">
                    <a:moveTo>
                      <a:pt x="1989" y="1471"/>
                    </a:moveTo>
                    <a:lnTo>
                      <a:pt x="8605" y="1471"/>
                    </a:lnTo>
                    <a:lnTo>
                      <a:pt x="8160" y="7463"/>
                    </a:lnTo>
                    <a:lnTo>
                      <a:pt x="2345" y="5945"/>
                    </a:lnTo>
                    <a:lnTo>
                      <a:pt x="1989" y="14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7" name="Forme libre : forme 1105">
                <a:extLst>
                  <a:ext uri="{FF2B5EF4-FFF2-40B4-BE49-F238E27FC236}">
                    <a16:creationId xmlns:a16="http://schemas.microsoft.com/office/drawing/2014/main" id="{4BD926AD-E8D1-125C-8BB5-DFB29C3F8E90}"/>
                  </a:ext>
                </a:extLst>
              </p:cNvPr>
              <p:cNvSpPr/>
              <p:nvPr/>
            </p:nvSpPr>
            <p:spPr>
              <a:xfrm>
                <a:off x="5234674" y="2254855"/>
                <a:ext cx="4473752" cy="3183828"/>
              </a:xfrm>
              <a:custGeom>
                <a:avLst/>
                <a:gdLst>
                  <a:gd name="csX0" fmla="*/ 4408293 w 4473752"/>
                  <a:gd name="csY0" fmla="*/ 541415 h 3183828"/>
                  <a:gd name="csX1" fmla="*/ 4409319 w 4473752"/>
                  <a:gd name="csY1" fmla="*/ 529115 h 3183828"/>
                  <a:gd name="csX2" fmla="*/ 4423678 w 4473752"/>
                  <a:gd name="csY2" fmla="*/ 517841 h 3183828"/>
                  <a:gd name="csX3" fmla="*/ 4415469 w 4473752"/>
                  <a:gd name="csY3" fmla="*/ 508619 h 3183828"/>
                  <a:gd name="csX4" fmla="*/ 4420600 w 4473752"/>
                  <a:gd name="csY4" fmla="*/ 504515 h 3183828"/>
                  <a:gd name="csX5" fmla="*/ 4423678 w 4473752"/>
                  <a:gd name="csY5" fmla="*/ 497339 h 3183828"/>
                  <a:gd name="csX6" fmla="*/ 4451364 w 4473752"/>
                  <a:gd name="csY6" fmla="*/ 491196 h 3183828"/>
                  <a:gd name="csX7" fmla="*/ 4458540 w 4473752"/>
                  <a:gd name="csY7" fmla="*/ 482994 h 3183828"/>
                  <a:gd name="csX8" fmla="*/ 4460592 w 4473752"/>
                  <a:gd name="csY8" fmla="*/ 471720 h 3183828"/>
                  <a:gd name="csX9" fmla="*/ 4474438 w 4473752"/>
                  <a:gd name="csY9" fmla="*/ 470180 h 3183828"/>
                  <a:gd name="csX10" fmla="*/ 4477516 w 4473752"/>
                  <a:gd name="csY10" fmla="*/ 459420 h 3183828"/>
                  <a:gd name="csX11" fmla="*/ 4451364 w 4473752"/>
                  <a:gd name="csY11" fmla="*/ 445471 h 3183828"/>
                  <a:gd name="csX12" fmla="*/ 4425218 w 4473752"/>
                  <a:gd name="csY12" fmla="*/ 427021 h 3183828"/>
                  <a:gd name="csX13" fmla="*/ 4412911 w 4473752"/>
                  <a:gd name="csY13" fmla="*/ 428868 h 3183828"/>
                  <a:gd name="csX14" fmla="*/ 4400604 w 4473752"/>
                  <a:gd name="csY14" fmla="*/ 426098 h 3183828"/>
                  <a:gd name="csX15" fmla="*/ 4379069 w 4473752"/>
                  <a:gd name="csY15" fmla="*/ 426098 h 3183828"/>
                  <a:gd name="csX16" fmla="*/ 4383680 w 4473752"/>
                  <a:gd name="csY16" fmla="*/ 435326 h 3183828"/>
                  <a:gd name="csX17" fmla="*/ 4382147 w 4473752"/>
                  <a:gd name="csY17" fmla="*/ 441784 h 3183828"/>
                  <a:gd name="csX18" fmla="*/ 4388297 w 4473752"/>
                  <a:gd name="csY18" fmla="*/ 446395 h 3183828"/>
                  <a:gd name="csX19" fmla="*/ 4383680 w 4473752"/>
                  <a:gd name="csY19" fmla="*/ 451929 h 3183828"/>
                  <a:gd name="csX20" fmla="*/ 4363684 w 4473752"/>
                  <a:gd name="csY20" fmla="*/ 439013 h 3183828"/>
                  <a:gd name="csX21" fmla="*/ 4372912 w 4473752"/>
                  <a:gd name="csY21" fmla="*/ 431632 h 3183828"/>
                  <a:gd name="csX22" fmla="*/ 4369840 w 4473752"/>
                  <a:gd name="csY22" fmla="*/ 418723 h 3183828"/>
                  <a:gd name="csX23" fmla="*/ 4349844 w 4473752"/>
                  <a:gd name="csY23" fmla="*/ 404884 h 3183828"/>
                  <a:gd name="csX24" fmla="*/ 4339077 w 4473752"/>
                  <a:gd name="csY24" fmla="*/ 406731 h 3183828"/>
                  <a:gd name="csX25" fmla="*/ 4339077 w 4473752"/>
                  <a:gd name="csY25" fmla="*/ 399350 h 3183828"/>
                  <a:gd name="csX26" fmla="*/ 4328309 w 4473752"/>
                  <a:gd name="csY26" fmla="*/ 397503 h 3183828"/>
                  <a:gd name="csX27" fmla="*/ 4328309 w 4473752"/>
                  <a:gd name="csY27" fmla="*/ 392892 h 3183828"/>
                  <a:gd name="csX28" fmla="*/ 4314463 w 4473752"/>
                  <a:gd name="csY28" fmla="*/ 390121 h 3183828"/>
                  <a:gd name="csX29" fmla="*/ 4283700 w 4473752"/>
                  <a:gd name="csY29" fmla="*/ 375365 h 3183828"/>
                  <a:gd name="csX30" fmla="*/ 4283700 w 4473752"/>
                  <a:gd name="csY30" fmla="*/ 370748 h 3183828"/>
                  <a:gd name="csX31" fmla="*/ 4272939 w 4473752"/>
                  <a:gd name="csY31" fmla="*/ 364297 h 3183828"/>
                  <a:gd name="csX32" fmla="*/ 4259093 w 4473752"/>
                  <a:gd name="csY32" fmla="*/ 364297 h 3183828"/>
                  <a:gd name="csX33" fmla="*/ 4257554 w 4473752"/>
                  <a:gd name="csY33" fmla="*/ 358763 h 3183828"/>
                  <a:gd name="csX34" fmla="*/ 4237558 w 4473752"/>
                  <a:gd name="csY34" fmla="*/ 346770 h 3183828"/>
                  <a:gd name="csX35" fmla="*/ 4223712 w 4473752"/>
                  <a:gd name="csY35" fmla="*/ 344923 h 3183828"/>
                  <a:gd name="csX36" fmla="*/ 4208333 w 4473752"/>
                  <a:gd name="csY36" fmla="*/ 337542 h 3183828"/>
                  <a:gd name="csX37" fmla="*/ 4197566 w 4473752"/>
                  <a:gd name="csY37" fmla="*/ 337542 h 3183828"/>
                  <a:gd name="csX38" fmla="*/ 4171413 w 4473752"/>
                  <a:gd name="csY38" fmla="*/ 329237 h 3183828"/>
                  <a:gd name="csX39" fmla="*/ 4165263 w 4473752"/>
                  <a:gd name="csY39" fmla="*/ 331084 h 3183828"/>
                  <a:gd name="csX40" fmla="*/ 4156034 w 4473752"/>
                  <a:gd name="csY40" fmla="*/ 328320 h 3183828"/>
                  <a:gd name="csX41" fmla="*/ 4142188 w 4473752"/>
                  <a:gd name="csY41" fmla="*/ 327397 h 3183828"/>
                  <a:gd name="csX42" fmla="*/ 4125271 w 4473752"/>
                  <a:gd name="csY42" fmla="*/ 325550 h 3183828"/>
                  <a:gd name="csX43" fmla="*/ 4116036 w 4473752"/>
                  <a:gd name="csY43" fmla="*/ 328320 h 3183828"/>
                  <a:gd name="csX44" fmla="*/ 4103736 w 4473752"/>
                  <a:gd name="csY44" fmla="*/ 326473 h 3183828"/>
                  <a:gd name="csX45" fmla="*/ 4056048 w 4473752"/>
                  <a:gd name="csY45" fmla="*/ 317245 h 3183828"/>
                  <a:gd name="csX46" fmla="*/ 4049898 w 4473752"/>
                  <a:gd name="csY46" fmla="*/ 323703 h 3183828"/>
                  <a:gd name="csX47" fmla="*/ 4057587 w 4473752"/>
                  <a:gd name="csY47" fmla="*/ 328314 h 3183828"/>
                  <a:gd name="csX48" fmla="*/ 4052969 w 4473752"/>
                  <a:gd name="csY48" fmla="*/ 332008 h 3183828"/>
                  <a:gd name="csX49" fmla="*/ 4046819 w 4473752"/>
                  <a:gd name="csY49" fmla="*/ 332931 h 3183828"/>
                  <a:gd name="csX50" fmla="*/ 4043741 w 4473752"/>
                  <a:gd name="csY50" fmla="*/ 337542 h 3183828"/>
                  <a:gd name="csX51" fmla="*/ 4068354 w 4473752"/>
                  <a:gd name="csY51" fmla="*/ 351381 h 3183828"/>
                  <a:gd name="csX52" fmla="*/ 4063737 w 4473752"/>
                  <a:gd name="csY52" fmla="*/ 364290 h 3183828"/>
                  <a:gd name="csX53" fmla="*/ 4032973 w 4473752"/>
                  <a:gd name="csY53" fmla="*/ 363373 h 3183828"/>
                  <a:gd name="csX54" fmla="*/ 4029902 w 4473752"/>
                  <a:gd name="csY54" fmla="*/ 353221 h 3183828"/>
                  <a:gd name="csX55" fmla="*/ 4009899 w 4473752"/>
                  <a:gd name="csY55" fmla="*/ 352298 h 3183828"/>
                  <a:gd name="csX56" fmla="*/ 4000670 w 4473752"/>
                  <a:gd name="csY56" fmla="*/ 337542 h 3183828"/>
                  <a:gd name="csX57" fmla="*/ 3992981 w 4473752"/>
                  <a:gd name="csY57" fmla="*/ 332924 h 3183828"/>
                  <a:gd name="csX58" fmla="*/ 3979135 w 4473752"/>
                  <a:gd name="csY58" fmla="*/ 343076 h 3183828"/>
                  <a:gd name="csX59" fmla="*/ 3934533 w 4473752"/>
                  <a:gd name="csY59" fmla="*/ 340306 h 3183828"/>
                  <a:gd name="csX60" fmla="*/ 3914537 w 4473752"/>
                  <a:gd name="csY60" fmla="*/ 332008 h 3183828"/>
                  <a:gd name="csX61" fmla="*/ 3903769 w 4473752"/>
                  <a:gd name="csY61" fmla="*/ 335695 h 3183828"/>
                  <a:gd name="csX62" fmla="*/ 3889923 w 4473752"/>
                  <a:gd name="csY62" fmla="*/ 332924 h 3183828"/>
                  <a:gd name="csX63" fmla="*/ 3876077 w 4473752"/>
                  <a:gd name="csY63" fmla="*/ 338466 h 3183828"/>
                  <a:gd name="csX64" fmla="*/ 3868388 w 4473752"/>
                  <a:gd name="csY64" fmla="*/ 337542 h 3183828"/>
                  <a:gd name="csX65" fmla="*/ 3863770 w 4473752"/>
                  <a:gd name="csY65" fmla="*/ 339382 h 3183828"/>
                  <a:gd name="csX66" fmla="*/ 3856081 w 4473752"/>
                  <a:gd name="csY66" fmla="*/ 338459 h 3183828"/>
                  <a:gd name="csX67" fmla="*/ 3851470 w 4473752"/>
                  <a:gd name="csY67" fmla="*/ 340306 h 3183828"/>
                  <a:gd name="csX68" fmla="*/ 3846853 w 4473752"/>
                  <a:gd name="csY68" fmla="*/ 336619 h 3183828"/>
                  <a:gd name="csX69" fmla="*/ 3839163 w 4473752"/>
                  <a:gd name="csY69" fmla="*/ 337542 h 3183828"/>
                  <a:gd name="csX70" fmla="*/ 3825317 w 4473752"/>
                  <a:gd name="csY70" fmla="*/ 332001 h 3183828"/>
                  <a:gd name="csX71" fmla="*/ 3822246 w 4473752"/>
                  <a:gd name="csY71" fmla="*/ 320939 h 3183828"/>
                  <a:gd name="csX72" fmla="*/ 3831474 w 4473752"/>
                  <a:gd name="csY72" fmla="*/ 312634 h 3183828"/>
                  <a:gd name="csX73" fmla="*/ 3826857 w 4473752"/>
                  <a:gd name="csY73" fmla="*/ 299719 h 3183828"/>
                  <a:gd name="csX74" fmla="*/ 3800704 w 4473752"/>
                  <a:gd name="csY74" fmla="*/ 284963 h 3183828"/>
                  <a:gd name="csX75" fmla="*/ 3782247 w 4473752"/>
                  <a:gd name="csY75" fmla="*/ 283116 h 3183828"/>
                  <a:gd name="csX76" fmla="*/ 3762251 w 4473752"/>
                  <a:gd name="csY76" fmla="*/ 278505 h 3183828"/>
                  <a:gd name="csX77" fmla="*/ 3737637 w 4473752"/>
                  <a:gd name="csY77" fmla="*/ 279422 h 3183828"/>
                  <a:gd name="csX78" fmla="*/ 3700724 w 4473752"/>
                  <a:gd name="csY78" fmla="*/ 290490 h 3183828"/>
                  <a:gd name="csX79" fmla="*/ 3673039 w 4473752"/>
                  <a:gd name="csY79" fmla="*/ 293261 h 3183828"/>
                  <a:gd name="csX80" fmla="*/ 3657653 w 4473752"/>
                  <a:gd name="csY80" fmla="*/ 287727 h 3183828"/>
                  <a:gd name="csX81" fmla="*/ 3656114 w 4473752"/>
                  <a:gd name="csY81" fmla="*/ 280345 h 3183828"/>
                  <a:gd name="csX82" fmla="*/ 3639197 w 4473752"/>
                  <a:gd name="csY82" fmla="*/ 270200 h 3183828"/>
                  <a:gd name="csX83" fmla="*/ 3616122 w 4473752"/>
                  <a:gd name="csY83" fmla="*/ 260972 h 3183828"/>
                  <a:gd name="csX84" fmla="*/ 3596126 w 4473752"/>
                  <a:gd name="csY84" fmla="*/ 257284 h 3183828"/>
                  <a:gd name="csX85" fmla="*/ 3594587 w 4473752"/>
                  <a:gd name="csY85" fmla="*/ 250827 h 3183828"/>
                  <a:gd name="csX86" fmla="*/ 3603815 w 4473752"/>
                  <a:gd name="csY86" fmla="*/ 251750 h 3183828"/>
                  <a:gd name="csX87" fmla="*/ 3613044 w 4473752"/>
                  <a:gd name="csY87" fmla="*/ 253597 h 3183828"/>
                  <a:gd name="csX88" fmla="*/ 3614583 w 4473752"/>
                  <a:gd name="csY88" fmla="*/ 241605 h 3183828"/>
                  <a:gd name="csX89" fmla="*/ 3605355 w 4473752"/>
                  <a:gd name="csY89" fmla="*/ 240681 h 3183828"/>
                  <a:gd name="csX90" fmla="*/ 3588437 w 4473752"/>
                  <a:gd name="csY90" fmla="*/ 233300 h 3183828"/>
                  <a:gd name="csX91" fmla="*/ 3554595 w 4473752"/>
                  <a:gd name="csY91" fmla="*/ 233300 h 3183828"/>
                  <a:gd name="csX92" fmla="*/ 3543827 w 4473752"/>
                  <a:gd name="csY92" fmla="*/ 247139 h 3183828"/>
                  <a:gd name="csX93" fmla="*/ 3525371 w 4473752"/>
                  <a:gd name="csY93" fmla="*/ 255437 h 3183828"/>
                  <a:gd name="csX94" fmla="*/ 3502296 w 4473752"/>
                  <a:gd name="csY94" fmla="*/ 260048 h 3183828"/>
                  <a:gd name="csX95" fmla="*/ 3499218 w 4473752"/>
                  <a:gd name="csY95" fmla="*/ 248056 h 3183828"/>
                  <a:gd name="csX96" fmla="*/ 3514603 w 4473752"/>
                  <a:gd name="csY96" fmla="*/ 248056 h 3183828"/>
                  <a:gd name="csX97" fmla="*/ 3517682 w 4473752"/>
                  <a:gd name="csY97" fmla="*/ 237911 h 3183828"/>
                  <a:gd name="csX98" fmla="*/ 3491529 w 4473752"/>
                  <a:gd name="csY98" fmla="*/ 239758 h 3183828"/>
                  <a:gd name="csX99" fmla="*/ 3485379 w 4473752"/>
                  <a:gd name="csY99" fmla="*/ 235147 h 3183828"/>
                  <a:gd name="csX100" fmla="*/ 3494607 w 4473752"/>
                  <a:gd name="csY100" fmla="*/ 227766 h 3183828"/>
                  <a:gd name="csX101" fmla="*/ 3514603 w 4473752"/>
                  <a:gd name="csY101" fmla="*/ 227766 h 3183828"/>
                  <a:gd name="csX102" fmla="*/ 3534599 w 4473752"/>
                  <a:gd name="csY102" fmla="*/ 230530 h 3183828"/>
                  <a:gd name="csX103" fmla="*/ 3494607 w 4473752"/>
                  <a:gd name="csY103" fmla="*/ 218544 h 3183828"/>
                  <a:gd name="csX104" fmla="*/ 3473072 w 4473752"/>
                  <a:gd name="csY104" fmla="*/ 216697 h 3183828"/>
                  <a:gd name="csX105" fmla="*/ 3445387 w 4473752"/>
                  <a:gd name="csY105" fmla="*/ 213003 h 3183828"/>
                  <a:gd name="csX106" fmla="*/ 3428462 w 4473752"/>
                  <a:gd name="csY106" fmla="*/ 213927 h 3183828"/>
                  <a:gd name="csX107" fmla="*/ 3425384 w 4473752"/>
                  <a:gd name="csY107" fmla="*/ 209316 h 3183828"/>
                  <a:gd name="csX108" fmla="*/ 3419234 w 4473752"/>
                  <a:gd name="csY108" fmla="*/ 207469 h 3183828"/>
                  <a:gd name="csX109" fmla="*/ 3416155 w 4473752"/>
                  <a:gd name="csY109" fmla="*/ 212080 h 3183828"/>
                  <a:gd name="csX110" fmla="*/ 3420773 w 4473752"/>
                  <a:gd name="csY110" fmla="*/ 216697 h 3183828"/>
                  <a:gd name="csX111" fmla="*/ 3403849 w 4473752"/>
                  <a:gd name="csY111" fmla="*/ 224995 h 3183828"/>
                  <a:gd name="csX112" fmla="*/ 3391549 w 4473752"/>
                  <a:gd name="csY112" fmla="*/ 225919 h 3183828"/>
                  <a:gd name="csX113" fmla="*/ 3382320 w 4473752"/>
                  <a:gd name="csY113" fmla="*/ 224072 h 3183828"/>
                  <a:gd name="csX114" fmla="*/ 3379242 w 4473752"/>
                  <a:gd name="csY114" fmla="*/ 234224 h 3183828"/>
                  <a:gd name="csX115" fmla="*/ 3399238 w 4473752"/>
                  <a:gd name="csY115" fmla="*/ 233300 h 3183828"/>
                  <a:gd name="csX116" fmla="*/ 3393088 w 4473752"/>
                  <a:gd name="csY116" fmla="*/ 238835 h 3183828"/>
                  <a:gd name="csX117" fmla="*/ 3391549 w 4473752"/>
                  <a:gd name="csY117" fmla="*/ 252674 h 3183828"/>
                  <a:gd name="csX118" fmla="*/ 3399238 w 4473752"/>
                  <a:gd name="csY118" fmla="*/ 263742 h 3183828"/>
                  <a:gd name="csX119" fmla="*/ 3379235 w 4473752"/>
                  <a:gd name="csY119" fmla="*/ 267429 h 3183828"/>
                  <a:gd name="csX120" fmla="*/ 3377703 w 4473752"/>
                  <a:gd name="csY120" fmla="*/ 260972 h 3183828"/>
                  <a:gd name="csX121" fmla="*/ 3366935 w 4473752"/>
                  <a:gd name="csY121" fmla="*/ 258208 h 3183828"/>
                  <a:gd name="csX122" fmla="*/ 3359246 w 4473752"/>
                  <a:gd name="csY122" fmla="*/ 264659 h 3183828"/>
                  <a:gd name="csX123" fmla="*/ 3356168 w 4473752"/>
                  <a:gd name="csY123" fmla="*/ 274811 h 3183828"/>
                  <a:gd name="csX124" fmla="*/ 3345400 w 4473752"/>
                  <a:gd name="csY124" fmla="*/ 275728 h 3183828"/>
                  <a:gd name="csX125" fmla="*/ 3326936 w 4473752"/>
                  <a:gd name="csY125" fmla="*/ 263735 h 3183828"/>
                  <a:gd name="csX126" fmla="*/ 3300790 w 4473752"/>
                  <a:gd name="csY126" fmla="*/ 260972 h 3183828"/>
                  <a:gd name="csX127" fmla="*/ 3279255 w 4473752"/>
                  <a:gd name="csY127" fmla="*/ 269276 h 3183828"/>
                  <a:gd name="csX128" fmla="*/ 3262338 w 4473752"/>
                  <a:gd name="csY128" fmla="*/ 268353 h 3183828"/>
                  <a:gd name="csX129" fmla="*/ 3243881 w 4473752"/>
                  <a:gd name="csY129" fmla="*/ 256361 h 3183828"/>
                  <a:gd name="csX130" fmla="*/ 3237724 w 4473752"/>
                  <a:gd name="csY130" fmla="*/ 248980 h 3183828"/>
                  <a:gd name="csX131" fmla="*/ 3225417 w 4473752"/>
                  <a:gd name="csY131" fmla="*/ 263735 h 3183828"/>
                  <a:gd name="csX132" fmla="*/ 3217728 w 4473752"/>
                  <a:gd name="csY132" fmla="*/ 285879 h 3183828"/>
                  <a:gd name="csX133" fmla="*/ 3208500 w 4473752"/>
                  <a:gd name="csY133" fmla="*/ 294177 h 3183828"/>
                  <a:gd name="csX134" fmla="*/ 3162351 w 4473752"/>
                  <a:gd name="csY134" fmla="*/ 268353 h 3183828"/>
                  <a:gd name="csX135" fmla="*/ 3159272 w 4473752"/>
                  <a:gd name="csY135" fmla="*/ 260048 h 3183828"/>
                  <a:gd name="csX136" fmla="*/ 3165429 w 4473752"/>
                  <a:gd name="csY136" fmla="*/ 256361 h 3183828"/>
                  <a:gd name="csX137" fmla="*/ 3157740 w 4473752"/>
                  <a:gd name="csY137" fmla="*/ 248980 h 3183828"/>
                  <a:gd name="csX138" fmla="*/ 3151583 w 4473752"/>
                  <a:gd name="csY138" fmla="*/ 252667 h 3183828"/>
                  <a:gd name="csX139" fmla="*/ 3142355 w 4473752"/>
                  <a:gd name="csY139" fmla="*/ 246209 h 3183828"/>
                  <a:gd name="csX140" fmla="*/ 3140816 w 4473752"/>
                  <a:gd name="csY140" fmla="*/ 236987 h 3183828"/>
                  <a:gd name="csX141" fmla="*/ 3156201 w 4473752"/>
                  <a:gd name="csY141" fmla="*/ 241598 h 3183828"/>
                  <a:gd name="csX142" fmla="*/ 3165429 w 4473752"/>
                  <a:gd name="csY142" fmla="*/ 242522 h 3183828"/>
                  <a:gd name="csX143" fmla="*/ 3166968 w 4473752"/>
                  <a:gd name="csY143" fmla="*/ 230530 h 3183828"/>
                  <a:gd name="csX144" fmla="*/ 3150044 w 4473752"/>
                  <a:gd name="csY144" fmla="*/ 227759 h 3183828"/>
                  <a:gd name="csX145" fmla="*/ 3143894 w 4473752"/>
                  <a:gd name="csY145" fmla="*/ 224995 h 3183828"/>
                  <a:gd name="csX146" fmla="*/ 3143894 w 4473752"/>
                  <a:gd name="csY146" fmla="*/ 220385 h 3183828"/>
                  <a:gd name="csX147" fmla="*/ 3159279 w 4473752"/>
                  <a:gd name="csY147" fmla="*/ 223148 h 3183828"/>
                  <a:gd name="csX148" fmla="*/ 3168508 w 4473752"/>
                  <a:gd name="csY148" fmla="*/ 215774 h 3183828"/>
                  <a:gd name="csX149" fmla="*/ 3156201 w 4473752"/>
                  <a:gd name="csY149" fmla="*/ 211156 h 3183828"/>
                  <a:gd name="csX150" fmla="*/ 3156201 w 4473752"/>
                  <a:gd name="csY150" fmla="*/ 203775 h 3183828"/>
                  <a:gd name="csX151" fmla="*/ 3134666 w 4473752"/>
                  <a:gd name="csY151" fmla="*/ 183485 h 3183828"/>
                  <a:gd name="csX152" fmla="*/ 3123898 w 4473752"/>
                  <a:gd name="csY152" fmla="*/ 181638 h 3183828"/>
                  <a:gd name="csX153" fmla="*/ 3110052 w 4473752"/>
                  <a:gd name="csY153" fmla="*/ 189019 h 3183828"/>
                  <a:gd name="csX154" fmla="*/ 3096213 w 4473752"/>
                  <a:gd name="csY154" fmla="*/ 179797 h 3183828"/>
                  <a:gd name="csX155" fmla="*/ 3083906 w 4473752"/>
                  <a:gd name="csY155" fmla="*/ 184408 h 3183828"/>
                  <a:gd name="csX156" fmla="*/ 3073138 w 4473752"/>
                  <a:gd name="csY156" fmla="*/ 178874 h 3183828"/>
                  <a:gd name="csX157" fmla="*/ 3074678 w 4473752"/>
                  <a:gd name="csY157" fmla="*/ 173340 h 3183828"/>
                  <a:gd name="csX158" fmla="*/ 3053142 w 4473752"/>
                  <a:gd name="csY158" fmla="*/ 169645 h 3183828"/>
                  <a:gd name="csX159" fmla="*/ 3046986 w 4473752"/>
                  <a:gd name="csY159" fmla="*/ 172416 h 3183828"/>
                  <a:gd name="csX160" fmla="*/ 3039296 w 4473752"/>
                  <a:gd name="csY160" fmla="*/ 170569 h 3183828"/>
                  <a:gd name="csX161" fmla="*/ 3034686 w 4473752"/>
                  <a:gd name="csY161" fmla="*/ 174256 h 3183828"/>
                  <a:gd name="csX162" fmla="*/ 3036225 w 4473752"/>
                  <a:gd name="csY162" fmla="*/ 181638 h 3183828"/>
                  <a:gd name="csX163" fmla="*/ 3040836 w 4473752"/>
                  <a:gd name="csY163" fmla="*/ 186248 h 3183828"/>
                  <a:gd name="csX164" fmla="*/ 3040836 w 4473752"/>
                  <a:gd name="csY164" fmla="*/ 198241 h 3183828"/>
                  <a:gd name="csX165" fmla="*/ 3030068 w 4473752"/>
                  <a:gd name="csY165" fmla="*/ 200088 h 3183828"/>
                  <a:gd name="csX166" fmla="*/ 3022379 w 4473752"/>
                  <a:gd name="csY166" fmla="*/ 200088 h 3183828"/>
                  <a:gd name="csX167" fmla="*/ 3014690 w 4473752"/>
                  <a:gd name="csY167" fmla="*/ 206545 h 3183828"/>
                  <a:gd name="csX168" fmla="*/ 3000844 w 4473752"/>
                  <a:gd name="csY168" fmla="*/ 206545 h 3183828"/>
                  <a:gd name="csX169" fmla="*/ 2982387 w 4473752"/>
                  <a:gd name="csY169" fmla="*/ 201935 h 3183828"/>
                  <a:gd name="csX170" fmla="*/ 2970080 w 4473752"/>
                  <a:gd name="csY170" fmla="*/ 201011 h 3183828"/>
                  <a:gd name="csX171" fmla="*/ 2963930 w 4473752"/>
                  <a:gd name="csY171" fmla="*/ 203775 h 3183828"/>
                  <a:gd name="csX172" fmla="*/ 2920853 w 4473752"/>
                  <a:gd name="csY172" fmla="*/ 192706 h 3183828"/>
                  <a:gd name="csX173" fmla="*/ 2922392 w 4473752"/>
                  <a:gd name="csY173" fmla="*/ 184401 h 3183828"/>
                  <a:gd name="csX174" fmla="*/ 2928549 w 4473752"/>
                  <a:gd name="csY174" fmla="*/ 182561 h 3183828"/>
                  <a:gd name="csX175" fmla="*/ 2940856 w 4473752"/>
                  <a:gd name="csY175" fmla="*/ 181638 h 3183828"/>
                  <a:gd name="csX176" fmla="*/ 2937777 w 4473752"/>
                  <a:gd name="csY176" fmla="*/ 177027 h 3183828"/>
                  <a:gd name="csX177" fmla="*/ 2917781 w 4473752"/>
                  <a:gd name="csY177" fmla="*/ 175180 h 3183828"/>
                  <a:gd name="csX178" fmla="*/ 2882400 w 4473752"/>
                  <a:gd name="csY178" fmla="*/ 173333 h 3183828"/>
                  <a:gd name="csX179" fmla="*/ 2865483 w 4473752"/>
                  <a:gd name="csY179" fmla="*/ 170569 h 3183828"/>
                  <a:gd name="csX180" fmla="*/ 2828562 w 4473752"/>
                  <a:gd name="csY180" fmla="*/ 177944 h 3183828"/>
                  <a:gd name="csX181" fmla="*/ 2827030 w 4473752"/>
                  <a:gd name="csY181" fmla="*/ 185325 h 3183828"/>
                  <a:gd name="csX182" fmla="*/ 2814723 w 4473752"/>
                  <a:gd name="csY182" fmla="*/ 187172 h 3183828"/>
                  <a:gd name="csX183" fmla="*/ 2811644 w 4473752"/>
                  <a:gd name="csY183" fmla="*/ 180714 h 3183828"/>
                  <a:gd name="csX184" fmla="*/ 2819334 w 4473752"/>
                  <a:gd name="csY184" fmla="*/ 176103 h 3183828"/>
                  <a:gd name="csX185" fmla="*/ 2823951 w 4473752"/>
                  <a:gd name="csY185" fmla="*/ 168722 h 3183828"/>
                  <a:gd name="csX186" fmla="*/ 2817794 w 4473752"/>
                  <a:gd name="csY186" fmla="*/ 163188 h 3183828"/>
                  <a:gd name="csX187" fmla="*/ 2807027 w 4473752"/>
                  <a:gd name="csY187" fmla="*/ 160417 h 3183828"/>
                  <a:gd name="csX188" fmla="*/ 2807027 w 4473752"/>
                  <a:gd name="csY188" fmla="*/ 170569 h 3183828"/>
                  <a:gd name="csX189" fmla="*/ 2793188 w 4473752"/>
                  <a:gd name="csY189" fmla="*/ 171486 h 3183828"/>
                  <a:gd name="csX190" fmla="*/ 2773192 w 4473752"/>
                  <a:gd name="csY190" fmla="*/ 167798 h 3183828"/>
                  <a:gd name="csX191" fmla="*/ 2774731 w 4473752"/>
                  <a:gd name="csY191" fmla="*/ 157653 h 3183828"/>
                  <a:gd name="csX192" fmla="*/ 2757807 w 4473752"/>
                  <a:gd name="csY192" fmla="*/ 159500 h 3183828"/>
                  <a:gd name="csX193" fmla="*/ 2747039 w 4473752"/>
                  <a:gd name="csY193" fmla="*/ 157653 h 3183828"/>
                  <a:gd name="csX194" fmla="*/ 2734732 w 4473752"/>
                  <a:gd name="csY194" fmla="*/ 165952 h 3183828"/>
                  <a:gd name="csX195" fmla="*/ 2737811 w 4473752"/>
                  <a:gd name="csY195" fmla="*/ 171486 h 3183828"/>
                  <a:gd name="csX196" fmla="*/ 2748578 w 4473752"/>
                  <a:gd name="csY196" fmla="*/ 171486 h 3183828"/>
                  <a:gd name="csX197" fmla="*/ 2759346 w 4473752"/>
                  <a:gd name="csY197" fmla="*/ 169645 h 3183828"/>
                  <a:gd name="csX198" fmla="*/ 2742421 w 4473752"/>
                  <a:gd name="csY198" fmla="*/ 184401 h 3183828"/>
                  <a:gd name="csX199" fmla="*/ 2728582 w 4473752"/>
                  <a:gd name="csY199" fmla="*/ 183478 h 3183828"/>
                  <a:gd name="csX200" fmla="*/ 2722425 w 4473752"/>
                  <a:gd name="csY200" fmla="*/ 187172 h 3183828"/>
                  <a:gd name="csX201" fmla="*/ 2711658 w 4473752"/>
                  <a:gd name="csY201" fmla="*/ 187172 h 3183828"/>
                  <a:gd name="csX202" fmla="*/ 2700897 w 4473752"/>
                  <a:gd name="csY202" fmla="*/ 192706 h 3183828"/>
                  <a:gd name="csX203" fmla="*/ 2697819 w 4473752"/>
                  <a:gd name="csY203" fmla="*/ 197317 h 3183828"/>
                  <a:gd name="csX204" fmla="*/ 2673205 w 4473752"/>
                  <a:gd name="csY204" fmla="*/ 198241 h 3183828"/>
                  <a:gd name="csX205" fmla="*/ 2670127 w 4473752"/>
                  <a:gd name="csY205" fmla="*/ 206539 h 3183828"/>
                  <a:gd name="csX206" fmla="*/ 2650131 w 4473752"/>
                  <a:gd name="csY206" fmla="*/ 214843 h 3183828"/>
                  <a:gd name="csX207" fmla="*/ 2636285 w 4473752"/>
                  <a:gd name="csY207" fmla="*/ 215767 h 3183828"/>
                  <a:gd name="csX208" fmla="*/ 2654748 w 4473752"/>
                  <a:gd name="csY208" fmla="*/ 204698 h 3183828"/>
                  <a:gd name="csX209" fmla="*/ 2654748 w 4473752"/>
                  <a:gd name="csY209" fmla="*/ 192706 h 3183828"/>
                  <a:gd name="csX210" fmla="*/ 2663977 w 4473752"/>
                  <a:gd name="csY210" fmla="*/ 188096 h 3183828"/>
                  <a:gd name="csX211" fmla="*/ 2673205 w 4473752"/>
                  <a:gd name="csY211" fmla="*/ 188096 h 3183828"/>
                  <a:gd name="csX212" fmla="*/ 2674744 w 4473752"/>
                  <a:gd name="csY212" fmla="*/ 177944 h 3183828"/>
                  <a:gd name="csX213" fmla="*/ 2685512 w 4473752"/>
                  <a:gd name="csY213" fmla="*/ 174256 h 3183828"/>
                  <a:gd name="csX214" fmla="*/ 2697819 w 4473752"/>
                  <a:gd name="csY214" fmla="*/ 174256 h 3183828"/>
                  <a:gd name="csX215" fmla="*/ 2711658 w 4473752"/>
                  <a:gd name="csY215" fmla="*/ 160417 h 3183828"/>
                  <a:gd name="csX216" fmla="*/ 2731661 w 4473752"/>
                  <a:gd name="csY216" fmla="*/ 151196 h 3183828"/>
                  <a:gd name="csX217" fmla="*/ 2740889 w 4473752"/>
                  <a:gd name="csY217" fmla="*/ 150272 h 3183828"/>
                  <a:gd name="csX218" fmla="*/ 2742428 w 4473752"/>
                  <a:gd name="csY218" fmla="*/ 142891 h 3183828"/>
                  <a:gd name="csX219" fmla="*/ 2771653 w 4473752"/>
                  <a:gd name="csY219" fmla="*/ 126288 h 3183828"/>
                  <a:gd name="csX220" fmla="*/ 2788570 w 4473752"/>
                  <a:gd name="csY220" fmla="*/ 126288 h 3183828"/>
                  <a:gd name="csX221" fmla="*/ 2790109 w 4473752"/>
                  <a:gd name="csY221" fmla="*/ 117066 h 3183828"/>
                  <a:gd name="csX222" fmla="*/ 2811644 w 4473752"/>
                  <a:gd name="csY222" fmla="*/ 105074 h 3183828"/>
                  <a:gd name="csX223" fmla="*/ 2820873 w 4473752"/>
                  <a:gd name="csY223" fmla="*/ 93308 h 3183828"/>
                  <a:gd name="csX224" fmla="*/ 2799338 w 4473752"/>
                  <a:gd name="csY224" fmla="*/ 84647 h 3183828"/>
                  <a:gd name="csX225" fmla="*/ 2794727 w 4473752"/>
                  <a:gd name="csY225" fmla="*/ 79318 h 3183828"/>
                  <a:gd name="csX226" fmla="*/ 2796266 w 4473752"/>
                  <a:gd name="csY226" fmla="*/ 76650 h 3183828"/>
                  <a:gd name="csX227" fmla="*/ 2800877 w 4473752"/>
                  <a:gd name="csY227" fmla="*/ 76650 h 3183828"/>
                  <a:gd name="csX228" fmla="*/ 2810105 w 4473752"/>
                  <a:gd name="csY228" fmla="*/ 82650 h 3183828"/>
                  <a:gd name="csX229" fmla="*/ 2827030 w 4473752"/>
                  <a:gd name="csY229" fmla="*/ 86645 h 3183828"/>
                  <a:gd name="csX230" fmla="*/ 2827030 w 4473752"/>
                  <a:gd name="csY230" fmla="*/ 73982 h 3183828"/>
                  <a:gd name="csX231" fmla="*/ 2819334 w 4473752"/>
                  <a:gd name="csY231" fmla="*/ 72648 h 3183828"/>
                  <a:gd name="csX232" fmla="*/ 2820880 w 4473752"/>
                  <a:gd name="csY232" fmla="*/ 60656 h 3183828"/>
                  <a:gd name="csX233" fmla="*/ 2813184 w 4473752"/>
                  <a:gd name="csY233" fmla="*/ 59322 h 3183828"/>
                  <a:gd name="csX234" fmla="*/ 2800877 w 4473752"/>
                  <a:gd name="csY234" fmla="*/ 67319 h 3183828"/>
                  <a:gd name="csX235" fmla="*/ 2796266 w 4473752"/>
                  <a:gd name="csY235" fmla="*/ 65985 h 3183828"/>
                  <a:gd name="csX236" fmla="*/ 2800877 w 4473752"/>
                  <a:gd name="csY236" fmla="*/ 58652 h 3183828"/>
                  <a:gd name="csX237" fmla="*/ 2777809 w 4473752"/>
                  <a:gd name="csY237" fmla="*/ 47323 h 3183828"/>
                  <a:gd name="csX238" fmla="*/ 2767042 w 4473752"/>
                  <a:gd name="csY238" fmla="*/ 45989 h 3183828"/>
                  <a:gd name="csX239" fmla="*/ 2760885 w 4473752"/>
                  <a:gd name="csY239" fmla="*/ 42658 h 3183828"/>
                  <a:gd name="csX240" fmla="*/ 2697819 w 4473752"/>
                  <a:gd name="csY240" fmla="*/ 45326 h 3183828"/>
                  <a:gd name="csX241" fmla="*/ 2693208 w 4473752"/>
                  <a:gd name="csY241" fmla="*/ 50655 h 3183828"/>
                  <a:gd name="csX242" fmla="*/ 2673212 w 4473752"/>
                  <a:gd name="csY242" fmla="*/ 52652 h 3183828"/>
                  <a:gd name="csX243" fmla="*/ 2660905 w 4473752"/>
                  <a:gd name="csY243" fmla="*/ 48657 h 3183828"/>
                  <a:gd name="csX244" fmla="*/ 2677823 w 4473752"/>
                  <a:gd name="csY244" fmla="*/ 41994 h 3183828"/>
                  <a:gd name="csX245" fmla="*/ 2680901 w 4473752"/>
                  <a:gd name="csY245" fmla="*/ 32663 h 3183828"/>
                  <a:gd name="csX246" fmla="*/ 2665516 w 4473752"/>
                  <a:gd name="csY246" fmla="*/ 29995 h 3183828"/>
                  <a:gd name="csX247" fmla="*/ 2654748 w 4473752"/>
                  <a:gd name="csY247" fmla="*/ 34661 h 3183828"/>
                  <a:gd name="csX248" fmla="*/ 2645520 w 4473752"/>
                  <a:gd name="csY248" fmla="*/ 33990 h 3183828"/>
                  <a:gd name="csX249" fmla="*/ 2645520 w 4473752"/>
                  <a:gd name="csY249" fmla="*/ 27998 h 3183828"/>
                  <a:gd name="csX250" fmla="*/ 2622452 w 4473752"/>
                  <a:gd name="csY250" fmla="*/ 27327 h 3183828"/>
                  <a:gd name="csX251" fmla="*/ 2622452 w 4473752"/>
                  <a:gd name="csY251" fmla="*/ 23996 h 3183828"/>
                  <a:gd name="csX252" fmla="*/ 2648598 w 4473752"/>
                  <a:gd name="csY252" fmla="*/ 21998 h 3183828"/>
                  <a:gd name="csX253" fmla="*/ 2659366 w 4473752"/>
                  <a:gd name="csY253" fmla="*/ 13331 h 3183828"/>
                  <a:gd name="csX254" fmla="*/ 2651677 w 4473752"/>
                  <a:gd name="csY254" fmla="*/ 6668 h 3183828"/>
                  <a:gd name="csX255" fmla="*/ 2637831 w 4473752"/>
                  <a:gd name="csY255" fmla="*/ 7331 h 3183828"/>
                  <a:gd name="csX256" fmla="*/ 2614756 w 4473752"/>
                  <a:gd name="csY256" fmla="*/ 1339 h 3183828"/>
                  <a:gd name="csX257" fmla="*/ 2585532 w 4473752"/>
                  <a:gd name="csY257" fmla="*/ 8665 h 3183828"/>
                  <a:gd name="csX258" fmla="*/ 2579382 w 4473752"/>
                  <a:gd name="csY258" fmla="*/ 13331 h 3183828"/>
                  <a:gd name="csX259" fmla="*/ 2559386 w 4473752"/>
                  <a:gd name="csY259" fmla="*/ 22662 h 3183828"/>
                  <a:gd name="csX260" fmla="*/ 2557847 w 4473752"/>
                  <a:gd name="csY260" fmla="*/ 29325 h 3183828"/>
                  <a:gd name="csX261" fmla="*/ 2545540 w 4473752"/>
                  <a:gd name="csY261" fmla="*/ 34661 h 3183828"/>
                  <a:gd name="csX262" fmla="*/ 2550151 w 4473752"/>
                  <a:gd name="csY262" fmla="*/ 41324 h 3183828"/>
                  <a:gd name="csX263" fmla="*/ 2557847 w 4473752"/>
                  <a:gd name="csY263" fmla="*/ 43992 h 3183828"/>
                  <a:gd name="csX264" fmla="*/ 2551690 w 4473752"/>
                  <a:gd name="csY264" fmla="*/ 45326 h 3183828"/>
                  <a:gd name="csX265" fmla="*/ 2557847 w 4473752"/>
                  <a:gd name="csY265" fmla="*/ 51318 h 3183828"/>
                  <a:gd name="csX266" fmla="*/ 2570147 w 4473752"/>
                  <a:gd name="csY266" fmla="*/ 51989 h 3183828"/>
                  <a:gd name="csX267" fmla="*/ 2580914 w 4473752"/>
                  <a:gd name="csY267" fmla="*/ 55320 h 3183828"/>
                  <a:gd name="csX268" fmla="*/ 2605528 w 4473752"/>
                  <a:gd name="csY268" fmla="*/ 53323 h 3183828"/>
                  <a:gd name="csX269" fmla="*/ 2608606 w 4473752"/>
                  <a:gd name="csY269" fmla="*/ 55984 h 3183828"/>
                  <a:gd name="csX270" fmla="*/ 2587071 w 4473752"/>
                  <a:gd name="csY270" fmla="*/ 59322 h 3183828"/>
                  <a:gd name="csX271" fmla="*/ 2567075 w 4473752"/>
                  <a:gd name="csY271" fmla="*/ 56654 h 3183828"/>
                  <a:gd name="csX272" fmla="*/ 2556308 w 4473752"/>
                  <a:gd name="csY272" fmla="*/ 55320 h 3183828"/>
                  <a:gd name="csX273" fmla="*/ 2542461 w 4473752"/>
                  <a:gd name="csY273" fmla="*/ 52652 h 3183828"/>
                  <a:gd name="csX274" fmla="*/ 2522465 w 4473752"/>
                  <a:gd name="csY274" fmla="*/ 54657 h 3183828"/>
                  <a:gd name="csX275" fmla="*/ 2507080 w 4473752"/>
                  <a:gd name="csY275" fmla="*/ 50655 h 3183828"/>
                  <a:gd name="csX276" fmla="*/ 2502469 w 4473752"/>
                  <a:gd name="csY276" fmla="*/ 53323 h 3183828"/>
                  <a:gd name="csX277" fmla="*/ 2508619 w 4473752"/>
                  <a:gd name="csY277" fmla="*/ 56654 h 3183828"/>
                  <a:gd name="csX278" fmla="*/ 2530155 w 4473752"/>
                  <a:gd name="csY278" fmla="*/ 64651 h 3183828"/>
                  <a:gd name="csX279" fmla="*/ 2534772 w 4473752"/>
                  <a:gd name="csY279" fmla="*/ 69980 h 3183828"/>
                  <a:gd name="csX280" fmla="*/ 2531694 w 4473752"/>
                  <a:gd name="csY280" fmla="*/ 79311 h 3183828"/>
                  <a:gd name="csX281" fmla="*/ 2514776 w 4473752"/>
                  <a:gd name="csY281" fmla="*/ 82643 h 3183828"/>
                  <a:gd name="csX282" fmla="*/ 2510159 w 4473752"/>
                  <a:gd name="csY282" fmla="*/ 75316 h 3183828"/>
                  <a:gd name="csX283" fmla="*/ 2519387 w 4473752"/>
                  <a:gd name="csY283" fmla="*/ 69317 h 3183828"/>
                  <a:gd name="csX284" fmla="*/ 2497852 w 4473752"/>
                  <a:gd name="csY284" fmla="*/ 61983 h 3183828"/>
                  <a:gd name="csX285" fmla="*/ 2487084 w 4473752"/>
                  <a:gd name="csY285" fmla="*/ 65985 h 3183828"/>
                  <a:gd name="csX286" fmla="*/ 2477856 w 4473752"/>
                  <a:gd name="csY286" fmla="*/ 71978 h 3183828"/>
                  <a:gd name="csX287" fmla="*/ 2454782 w 4473752"/>
                  <a:gd name="csY287" fmla="*/ 79311 h 3183828"/>
                  <a:gd name="csX288" fmla="*/ 2454782 w 4473752"/>
                  <a:gd name="csY288" fmla="*/ 73982 h 3183828"/>
                  <a:gd name="csX289" fmla="*/ 2444014 w 4473752"/>
                  <a:gd name="csY289" fmla="*/ 74646 h 3183828"/>
                  <a:gd name="csX290" fmla="*/ 2434786 w 4473752"/>
                  <a:gd name="csY290" fmla="*/ 79311 h 3183828"/>
                  <a:gd name="csX291" fmla="*/ 2428635 w 4473752"/>
                  <a:gd name="csY291" fmla="*/ 77977 h 3183828"/>
                  <a:gd name="csX292" fmla="*/ 2442482 w 4473752"/>
                  <a:gd name="csY292" fmla="*/ 69980 h 3183828"/>
                  <a:gd name="csX293" fmla="*/ 2419407 w 4473752"/>
                  <a:gd name="csY293" fmla="*/ 65985 h 3183828"/>
                  <a:gd name="csX294" fmla="*/ 2405561 w 4473752"/>
                  <a:gd name="csY294" fmla="*/ 67983 h 3183828"/>
                  <a:gd name="csX295" fmla="*/ 2380948 w 4473752"/>
                  <a:gd name="csY295" fmla="*/ 68646 h 3183828"/>
                  <a:gd name="csX296" fmla="*/ 2370180 w 4473752"/>
                  <a:gd name="csY296" fmla="*/ 71314 h 3183828"/>
                  <a:gd name="csX297" fmla="*/ 2374797 w 4473752"/>
                  <a:gd name="csY297" fmla="*/ 75316 h 3183828"/>
                  <a:gd name="csX298" fmla="*/ 2384026 w 4473752"/>
                  <a:gd name="csY298" fmla="*/ 76643 h 3183828"/>
                  <a:gd name="csX299" fmla="*/ 2396333 w 4473752"/>
                  <a:gd name="csY299" fmla="*/ 75980 h 3183828"/>
                  <a:gd name="csX300" fmla="*/ 2393254 w 4473752"/>
                  <a:gd name="csY300" fmla="*/ 79311 h 3183828"/>
                  <a:gd name="csX301" fmla="*/ 2373258 w 4473752"/>
                  <a:gd name="csY301" fmla="*/ 81309 h 3183828"/>
                  <a:gd name="csX302" fmla="*/ 2342495 w 4473752"/>
                  <a:gd name="csY302" fmla="*/ 82643 h 3183828"/>
                  <a:gd name="csX303" fmla="*/ 2334799 w 4473752"/>
                  <a:gd name="csY303" fmla="*/ 87308 h 3183828"/>
                  <a:gd name="csX304" fmla="*/ 2322499 w 4473752"/>
                  <a:gd name="csY304" fmla="*/ 85974 h 3183828"/>
                  <a:gd name="csX305" fmla="*/ 2305574 w 4473752"/>
                  <a:gd name="csY305" fmla="*/ 89976 h 3183828"/>
                  <a:gd name="csX306" fmla="*/ 2284039 w 4473752"/>
                  <a:gd name="csY306" fmla="*/ 91974 h 3183828"/>
                  <a:gd name="csX307" fmla="*/ 2267122 w 4473752"/>
                  <a:gd name="csY307" fmla="*/ 102297 h 3183828"/>
                  <a:gd name="csX308" fmla="*/ 2254815 w 4473752"/>
                  <a:gd name="csY308" fmla="*/ 102639 h 3183828"/>
                  <a:gd name="csX309" fmla="*/ 2244047 w 4473752"/>
                  <a:gd name="csY309" fmla="*/ 102297 h 3183828"/>
                  <a:gd name="csX310" fmla="*/ 2239429 w 4473752"/>
                  <a:gd name="csY310" fmla="*/ 105991 h 3183828"/>
                  <a:gd name="csX311" fmla="*/ 2247126 w 4473752"/>
                  <a:gd name="csY311" fmla="*/ 106914 h 3183828"/>
                  <a:gd name="csX312" fmla="*/ 2257893 w 4473752"/>
                  <a:gd name="csY312" fmla="*/ 107838 h 3183828"/>
                  <a:gd name="csX313" fmla="*/ 2254815 w 4473752"/>
                  <a:gd name="csY313" fmla="*/ 112449 h 3183828"/>
                  <a:gd name="csX314" fmla="*/ 2245586 w 4473752"/>
                  <a:gd name="csY314" fmla="*/ 117983 h 3183828"/>
                  <a:gd name="csX315" fmla="*/ 2237897 w 4473752"/>
                  <a:gd name="csY315" fmla="*/ 125364 h 3183828"/>
                  <a:gd name="csX316" fmla="*/ 2224051 w 4473752"/>
                  <a:gd name="csY316" fmla="*/ 119830 h 3183828"/>
                  <a:gd name="csX317" fmla="*/ 2216362 w 4473752"/>
                  <a:gd name="csY317" fmla="*/ 126281 h 3183828"/>
                  <a:gd name="csX318" fmla="*/ 2220973 w 4473752"/>
                  <a:gd name="csY318" fmla="*/ 132739 h 3183828"/>
                  <a:gd name="csX319" fmla="*/ 2231740 w 4473752"/>
                  <a:gd name="csY319" fmla="*/ 131815 h 3183828"/>
                  <a:gd name="csX320" fmla="*/ 2242508 w 4473752"/>
                  <a:gd name="csY320" fmla="*/ 135509 h 3183828"/>
                  <a:gd name="csX321" fmla="*/ 2240969 w 4473752"/>
                  <a:gd name="csY321" fmla="*/ 139197 h 3183828"/>
                  <a:gd name="csX322" fmla="*/ 2224051 w 4473752"/>
                  <a:gd name="csY322" fmla="*/ 138273 h 3183828"/>
                  <a:gd name="csX323" fmla="*/ 2220973 w 4473752"/>
                  <a:gd name="csY323" fmla="*/ 144731 h 3183828"/>
                  <a:gd name="csX324" fmla="*/ 2231740 w 4473752"/>
                  <a:gd name="csY324" fmla="*/ 145654 h 3183828"/>
                  <a:gd name="csX325" fmla="*/ 2240969 w 4473752"/>
                  <a:gd name="csY325" fmla="*/ 151189 h 3183828"/>
                  <a:gd name="csX326" fmla="*/ 2239429 w 4473752"/>
                  <a:gd name="csY326" fmla="*/ 157647 h 3183828"/>
                  <a:gd name="csX327" fmla="*/ 2247126 w 4473752"/>
                  <a:gd name="csY327" fmla="*/ 164104 h 3183828"/>
                  <a:gd name="csX328" fmla="*/ 2245586 w 4473752"/>
                  <a:gd name="csY328" fmla="*/ 172402 h 3183828"/>
                  <a:gd name="csX329" fmla="*/ 2236358 w 4473752"/>
                  <a:gd name="csY329" fmla="*/ 165952 h 3183828"/>
                  <a:gd name="csX330" fmla="*/ 2216362 w 4473752"/>
                  <a:gd name="csY330" fmla="*/ 165952 h 3183828"/>
                  <a:gd name="csX331" fmla="*/ 2207133 w 4473752"/>
                  <a:gd name="csY331" fmla="*/ 171486 h 3183828"/>
                  <a:gd name="csX332" fmla="*/ 2191748 w 4473752"/>
                  <a:gd name="csY332" fmla="*/ 171486 h 3183828"/>
                  <a:gd name="csX333" fmla="*/ 2182520 w 4473752"/>
                  <a:gd name="csY333" fmla="*/ 169639 h 3183828"/>
                  <a:gd name="csX334" fmla="*/ 2159446 w 4473752"/>
                  <a:gd name="csY334" fmla="*/ 173326 h 3183828"/>
                  <a:gd name="csX335" fmla="*/ 2124064 w 4473752"/>
                  <a:gd name="csY335" fmla="*/ 177937 h 3183828"/>
                  <a:gd name="csX336" fmla="*/ 2113297 w 4473752"/>
                  <a:gd name="csY336" fmla="*/ 177937 h 3183828"/>
                  <a:gd name="csX337" fmla="*/ 2100990 w 4473752"/>
                  <a:gd name="csY337" fmla="*/ 190852 h 3183828"/>
                  <a:gd name="csX338" fmla="*/ 2108686 w 4473752"/>
                  <a:gd name="csY338" fmla="*/ 197310 h 3183828"/>
                  <a:gd name="csX339" fmla="*/ 2107147 w 4473752"/>
                  <a:gd name="csY339" fmla="*/ 214837 h 3183828"/>
                  <a:gd name="csX340" fmla="*/ 2114836 w 4473752"/>
                  <a:gd name="csY340" fmla="*/ 220371 h 3183828"/>
                  <a:gd name="csX341" fmla="*/ 2113297 w 4473752"/>
                  <a:gd name="csY341" fmla="*/ 228676 h 3183828"/>
                  <a:gd name="csX342" fmla="*/ 2144060 w 4473752"/>
                  <a:gd name="csY342" fmla="*/ 236974 h 3183828"/>
                  <a:gd name="csX343" fmla="*/ 2144060 w 4473752"/>
                  <a:gd name="csY343" fmla="*/ 247126 h 3183828"/>
                  <a:gd name="csX344" fmla="*/ 2167135 w 4473752"/>
                  <a:gd name="csY344" fmla="*/ 252660 h 3183828"/>
                  <a:gd name="csX345" fmla="*/ 2171745 w 4473752"/>
                  <a:gd name="csY345" fmla="*/ 264652 h 3183828"/>
                  <a:gd name="csX346" fmla="*/ 2164056 w 4473752"/>
                  <a:gd name="csY346" fmla="*/ 276644 h 3183828"/>
                  <a:gd name="csX347" fmla="*/ 2164056 w 4473752"/>
                  <a:gd name="csY347" fmla="*/ 287713 h 3183828"/>
                  <a:gd name="csX348" fmla="*/ 2179441 w 4473752"/>
                  <a:gd name="csY348" fmla="*/ 303392 h 3183828"/>
                  <a:gd name="csX349" fmla="*/ 2176363 w 4473752"/>
                  <a:gd name="csY349" fmla="*/ 312620 h 3183828"/>
                  <a:gd name="csX350" fmla="*/ 2162517 w 4473752"/>
                  <a:gd name="csY350" fmla="*/ 318155 h 3183828"/>
                  <a:gd name="csX351" fmla="*/ 2190202 w 4473752"/>
                  <a:gd name="csY351" fmla="*/ 336605 h 3183828"/>
                  <a:gd name="csX352" fmla="*/ 2194820 w 4473752"/>
                  <a:gd name="csY352" fmla="*/ 340292 h 3183828"/>
                  <a:gd name="csX353" fmla="*/ 2187131 w 4473752"/>
                  <a:gd name="csY353" fmla="*/ 343979 h 3183828"/>
                  <a:gd name="csX354" fmla="*/ 2177902 w 4473752"/>
                  <a:gd name="csY354" fmla="*/ 342139 h 3183828"/>
                  <a:gd name="csX355" fmla="*/ 2170206 w 4473752"/>
                  <a:gd name="csY355" fmla="*/ 332911 h 3183828"/>
                  <a:gd name="csX356" fmla="*/ 2148671 w 4473752"/>
                  <a:gd name="csY356" fmla="*/ 317231 h 3183828"/>
                  <a:gd name="csX357" fmla="*/ 2164056 w 4473752"/>
                  <a:gd name="csY357" fmla="*/ 306163 h 3183828"/>
                  <a:gd name="csX358" fmla="*/ 2162517 w 4473752"/>
                  <a:gd name="csY358" fmla="*/ 291400 h 3183828"/>
                  <a:gd name="csX359" fmla="*/ 2144060 w 4473752"/>
                  <a:gd name="csY359" fmla="*/ 296018 h 3183828"/>
                  <a:gd name="csX360" fmla="*/ 2142521 w 4473752"/>
                  <a:gd name="csY360" fmla="*/ 283102 h 3183828"/>
                  <a:gd name="csX361" fmla="*/ 2134832 w 4473752"/>
                  <a:gd name="csY361" fmla="*/ 279408 h 3183828"/>
                  <a:gd name="csX362" fmla="*/ 2144060 w 4473752"/>
                  <a:gd name="csY362" fmla="*/ 273874 h 3183828"/>
                  <a:gd name="csX363" fmla="*/ 2153289 w 4473752"/>
                  <a:gd name="csY363" fmla="*/ 272950 h 3183828"/>
                  <a:gd name="csX364" fmla="*/ 2160978 w 4473752"/>
                  <a:gd name="csY364" fmla="*/ 262805 h 3183828"/>
                  <a:gd name="csX365" fmla="*/ 2157906 w 4473752"/>
                  <a:gd name="csY365" fmla="*/ 259118 h 3183828"/>
                  <a:gd name="csX366" fmla="*/ 2133293 w 4473752"/>
                  <a:gd name="csY366" fmla="*/ 261881 h 3183828"/>
                  <a:gd name="csX367" fmla="*/ 2105607 w 4473752"/>
                  <a:gd name="csY367" fmla="*/ 246202 h 3183828"/>
                  <a:gd name="csX368" fmla="*/ 2073305 w 4473752"/>
                  <a:gd name="csY368" fmla="*/ 232363 h 3183828"/>
                  <a:gd name="csX369" fmla="*/ 2053309 w 4473752"/>
                  <a:gd name="csY369" fmla="*/ 232363 h 3183828"/>
                  <a:gd name="csX370" fmla="*/ 2034852 w 4473752"/>
                  <a:gd name="csY370" fmla="*/ 239744 h 3183828"/>
                  <a:gd name="csX371" fmla="*/ 2034852 w 4473752"/>
                  <a:gd name="csY371" fmla="*/ 244355 h 3183828"/>
                  <a:gd name="csX372" fmla="*/ 2042541 w 4473752"/>
                  <a:gd name="csY372" fmla="*/ 244355 h 3183828"/>
                  <a:gd name="csX373" fmla="*/ 2051769 w 4473752"/>
                  <a:gd name="csY373" fmla="*/ 242515 h 3183828"/>
                  <a:gd name="csX374" fmla="*/ 2051769 w 4473752"/>
                  <a:gd name="csY374" fmla="*/ 254500 h 3183828"/>
                  <a:gd name="csX375" fmla="*/ 2039463 w 4473752"/>
                  <a:gd name="csY375" fmla="*/ 254500 h 3183828"/>
                  <a:gd name="csX376" fmla="*/ 2027156 w 4473752"/>
                  <a:gd name="csY376" fmla="*/ 246202 h 3183828"/>
                  <a:gd name="csX377" fmla="*/ 2014849 w 4473752"/>
                  <a:gd name="csY377" fmla="*/ 248042 h 3183828"/>
                  <a:gd name="csX378" fmla="*/ 2007160 w 4473752"/>
                  <a:gd name="csY378" fmla="*/ 255424 h 3183828"/>
                  <a:gd name="csX379" fmla="*/ 2017928 w 4473752"/>
                  <a:gd name="csY379" fmla="*/ 266492 h 3183828"/>
                  <a:gd name="csX380" fmla="*/ 2042541 w 4473752"/>
                  <a:gd name="csY380" fmla="*/ 274797 h 3183828"/>
                  <a:gd name="csX381" fmla="*/ 2053309 w 4473752"/>
                  <a:gd name="csY381" fmla="*/ 273874 h 3183828"/>
                  <a:gd name="csX382" fmla="*/ 2053309 w 4473752"/>
                  <a:gd name="csY382" fmla="*/ 279408 h 3183828"/>
                  <a:gd name="csX383" fmla="*/ 2062537 w 4473752"/>
                  <a:gd name="csY383" fmla="*/ 285866 h 3183828"/>
                  <a:gd name="csX384" fmla="*/ 2073305 w 4473752"/>
                  <a:gd name="csY384" fmla="*/ 287713 h 3183828"/>
                  <a:gd name="csX385" fmla="*/ 2071765 w 4473752"/>
                  <a:gd name="csY385" fmla="*/ 293247 h 3183828"/>
                  <a:gd name="csX386" fmla="*/ 2056380 w 4473752"/>
                  <a:gd name="csY386" fmla="*/ 291400 h 3183828"/>
                  <a:gd name="csX387" fmla="*/ 2044073 w 4473752"/>
                  <a:gd name="csY387" fmla="*/ 284019 h 3183828"/>
                  <a:gd name="csX388" fmla="*/ 2027156 w 4473752"/>
                  <a:gd name="csY388" fmla="*/ 284019 h 3183828"/>
                  <a:gd name="csX389" fmla="*/ 1993314 w 4473752"/>
                  <a:gd name="csY389" fmla="*/ 274797 h 3183828"/>
                  <a:gd name="csX390" fmla="*/ 2001010 w 4473752"/>
                  <a:gd name="csY390" fmla="*/ 262805 h 3183828"/>
                  <a:gd name="csX391" fmla="*/ 1991775 w 4473752"/>
                  <a:gd name="csY391" fmla="*/ 258194 h 3183828"/>
                  <a:gd name="csX392" fmla="*/ 1991775 w 4473752"/>
                  <a:gd name="csY392" fmla="*/ 249889 h 3183828"/>
                  <a:gd name="csX393" fmla="*/ 2002549 w 4473752"/>
                  <a:gd name="csY393" fmla="*/ 239744 h 3183828"/>
                  <a:gd name="csX394" fmla="*/ 2001010 w 4473752"/>
                  <a:gd name="csY394" fmla="*/ 220371 h 3183828"/>
                  <a:gd name="csX395" fmla="*/ 1987164 w 4473752"/>
                  <a:gd name="csY395" fmla="*/ 209302 h 3183828"/>
                  <a:gd name="csX396" fmla="*/ 1977935 w 4473752"/>
                  <a:gd name="csY396" fmla="*/ 207455 h 3183828"/>
                  <a:gd name="csX397" fmla="*/ 1973318 w 4473752"/>
                  <a:gd name="csY397" fmla="*/ 209302 h 3183828"/>
                  <a:gd name="csX398" fmla="*/ 1984092 w 4473752"/>
                  <a:gd name="csY398" fmla="*/ 216684 h 3183828"/>
                  <a:gd name="csX399" fmla="*/ 1987164 w 4473752"/>
                  <a:gd name="csY399" fmla="*/ 225905 h 3183828"/>
                  <a:gd name="csX400" fmla="*/ 1990242 w 4473752"/>
                  <a:gd name="csY400" fmla="*/ 230516 h 3183828"/>
                  <a:gd name="csX401" fmla="*/ 1988703 w 4473752"/>
                  <a:gd name="csY401" fmla="*/ 242508 h 3183828"/>
                  <a:gd name="csX402" fmla="*/ 1954861 w 4473752"/>
                  <a:gd name="csY402" fmla="*/ 255424 h 3183828"/>
                  <a:gd name="csX403" fmla="*/ 1945633 w 4473752"/>
                  <a:gd name="csY403" fmla="*/ 272950 h 3183828"/>
                  <a:gd name="csX404" fmla="*/ 1965629 w 4473752"/>
                  <a:gd name="csY404" fmla="*/ 288629 h 3183828"/>
                  <a:gd name="csX405" fmla="*/ 1971779 w 4473752"/>
                  <a:gd name="csY405" fmla="*/ 305239 h 3183828"/>
                  <a:gd name="csX406" fmla="*/ 1962550 w 4473752"/>
                  <a:gd name="csY406" fmla="*/ 314461 h 3183828"/>
                  <a:gd name="csX407" fmla="*/ 1951783 w 4473752"/>
                  <a:gd name="csY407" fmla="*/ 323689 h 3183828"/>
                  <a:gd name="csX408" fmla="*/ 1950243 w 4473752"/>
                  <a:gd name="csY408" fmla="*/ 334758 h 3183828"/>
                  <a:gd name="csX409" fmla="*/ 1956400 w 4473752"/>
                  <a:gd name="csY409" fmla="*/ 346750 h 3183828"/>
                  <a:gd name="csX410" fmla="*/ 1959472 w 4473752"/>
                  <a:gd name="csY410" fmla="*/ 357819 h 3183828"/>
                  <a:gd name="csX411" fmla="*/ 1982546 w 4473752"/>
                  <a:gd name="csY411" fmla="*/ 362429 h 3183828"/>
                  <a:gd name="csX412" fmla="*/ 1996392 w 4473752"/>
                  <a:gd name="csY412" fmla="*/ 355971 h 3183828"/>
                  <a:gd name="csX413" fmla="*/ 2022538 w 4473752"/>
                  <a:gd name="csY413" fmla="*/ 360582 h 3183828"/>
                  <a:gd name="csX414" fmla="*/ 2030234 w 4473752"/>
                  <a:gd name="csY414" fmla="*/ 368887 h 3183828"/>
                  <a:gd name="csX415" fmla="*/ 2041002 w 4473752"/>
                  <a:gd name="csY415" fmla="*/ 372574 h 3183828"/>
                  <a:gd name="csX416" fmla="*/ 2054841 w 4473752"/>
                  <a:gd name="csY416" fmla="*/ 389177 h 3183828"/>
                  <a:gd name="csX417" fmla="*/ 2039463 w 4473752"/>
                  <a:gd name="csY417" fmla="*/ 398406 h 3183828"/>
                  <a:gd name="csX418" fmla="*/ 2040995 w 4473752"/>
                  <a:gd name="csY418" fmla="*/ 405787 h 3183828"/>
                  <a:gd name="csX419" fmla="*/ 2051763 w 4473752"/>
                  <a:gd name="csY419" fmla="*/ 414085 h 3183828"/>
                  <a:gd name="csX420" fmla="*/ 2060998 w 4473752"/>
                  <a:gd name="csY420" fmla="*/ 412238 h 3183828"/>
                  <a:gd name="csX421" fmla="*/ 2070226 w 4473752"/>
                  <a:gd name="csY421" fmla="*/ 415932 h 3183828"/>
                  <a:gd name="csX422" fmla="*/ 2057920 w 4473752"/>
                  <a:gd name="csY422" fmla="*/ 418696 h 3183828"/>
                  <a:gd name="csX423" fmla="*/ 2037917 w 4473752"/>
                  <a:gd name="csY423" fmla="*/ 415932 h 3183828"/>
                  <a:gd name="csX424" fmla="*/ 2028688 w 4473752"/>
                  <a:gd name="csY424" fmla="*/ 410398 h 3183828"/>
                  <a:gd name="csX425" fmla="*/ 2034845 w 4473752"/>
                  <a:gd name="csY425" fmla="*/ 386413 h 3183828"/>
                  <a:gd name="csX426" fmla="*/ 2022538 w 4473752"/>
                  <a:gd name="csY426" fmla="*/ 373498 h 3183828"/>
                  <a:gd name="csX427" fmla="*/ 2017928 w 4473752"/>
                  <a:gd name="csY427" fmla="*/ 367040 h 3183828"/>
                  <a:gd name="csX428" fmla="*/ 2002542 w 4473752"/>
                  <a:gd name="csY428" fmla="*/ 366116 h 3183828"/>
                  <a:gd name="csX429" fmla="*/ 1964090 w 4473752"/>
                  <a:gd name="csY429" fmla="*/ 379956 h 3183828"/>
                  <a:gd name="csX430" fmla="*/ 1970239 w 4473752"/>
                  <a:gd name="csY430" fmla="*/ 385490 h 3183828"/>
                  <a:gd name="csX431" fmla="*/ 1982546 w 4473752"/>
                  <a:gd name="csY431" fmla="*/ 404863 h 3183828"/>
                  <a:gd name="csX432" fmla="*/ 1977929 w 4473752"/>
                  <a:gd name="csY432" fmla="*/ 415932 h 3183828"/>
                  <a:gd name="csX433" fmla="*/ 1965622 w 4473752"/>
                  <a:gd name="csY433" fmla="*/ 422390 h 3183828"/>
                  <a:gd name="csX434" fmla="*/ 1951783 w 4473752"/>
                  <a:gd name="csY434" fmla="*/ 440833 h 3183828"/>
                  <a:gd name="csX435" fmla="*/ 1931780 w 4473752"/>
                  <a:gd name="csY435" fmla="*/ 451908 h 3183828"/>
                  <a:gd name="csX436" fmla="*/ 1922551 w 4473752"/>
                  <a:gd name="csY436" fmla="*/ 467068 h 3183828"/>
                  <a:gd name="csX437" fmla="*/ 1914862 w 4473752"/>
                  <a:gd name="csY437" fmla="*/ 460918 h 3183828"/>
                  <a:gd name="csX438" fmla="*/ 1874870 w 4473752"/>
                  <a:gd name="csY438" fmla="*/ 459379 h 3183828"/>
                  <a:gd name="csX439" fmla="*/ 1859485 w 4473752"/>
                  <a:gd name="csY439" fmla="*/ 447291 h 3183828"/>
                  <a:gd name="csX440" fmla="*/ 1844107 w 4473752"/>
                  <a:gd name="csY440" fmla="*/ 446367 h 3183828"/>
                  <a:gd name="csX441" fmla="*/ 1839489 w 4473752"/>
                  <a:gd name="csY441" fmla="*/ 441756 h 3183828"/>
                  <a:gd name="csX442" fmla="*/ 1845646 w 4473752"/>
                  <a:gd name="csY442" fmla="*/ 438993 h 3183828"/>
                  <a:gd name="csX443" fmla="*/ 1861024 w 4473752"/>
                  <a:gd name="csY443" fmla="*/ 438993 h 3183828"/>
                  <a:gd name="csX444" fmla="*/ 1871792 w 4473752"/>
                  <a:gd name="csY444" fmla="*/ 436222 h 3183828"/>
                  <a:gd name="csX445" fmla="*/ 1881020 w 4473752"/>
                  <a:gd name="csY445" fmla="*/ 439909 h 3183828"/>
                  <a:gd name="csX446" fmla="*/ 1893327 w 4473752"/>
                  <a:gd name="csY446" fmla="*/ 450061 h 3183828"/>
                  <a:gd name="csX447" fmla="*/ 1910252 w 4473752"/>
                  <a:gd name="csY447" fmla="*/ 442680 h 3183828"/>
                  <a:gd name="csX448" fmla="*/ 1910252 w 4473752"/>
                  <a:gd name="csY448" fmla="*/ 436222 h 3183828"/>
                  <a:gd name="csX449" fmla="*/ 1919480 w 4473752"/>
                  <a:gd name="csY449" fmla="*/ 430688 h 3183828"/>
                  <a:gd name="csX450" fmla="*/ 1917941 w 4473752"/>
                  <a:gd name="csY450" fmla="*/ 425154 h 3183828"/>
                  <a:gd name="csX451" fmla="*/ 1936398 w 4473752"/>
                  <a:gd name="csY451" fmla="*/ 414085 h 3183828"/>
                  <a:gd name="csX452" fmla="*/ 1945633 w 4473752"/>
                  <a:gd name="csY452" fmla="*/ 398406 h 3183828"/>
                  <a:gd name="csX453" fmla="*/ 1941015 w 4473752"/>
                  <a:gd name="csY453" fmla="*/ 391948 h 3183828"/>
                  <a:gd name="csX454" fmla="*/ 1957933 w 4473752"/>
                  <a:gd name="csY454" fmla="*/ 379956 h 3183828"/>
                  <a:gd name="csX455" fmla="*/ 1942554 w 4473752"/>
                  <a:gd name="csY455" fmla="*/ 377185 h 3183828"/>
                  <a:gd name="csX456" fmla="*/ 1928708 w 4473752"/>
                  <a:gd name="csY456" fmla="*/ 364269 h 3183828"/>
                  <a:gd name="csX457" fmla="*/ 1936404 w 4473752"/>
                  <a:gd name="csY457" fmla="*/ 352284 h 3183828"/>
                  <a:gd name="csX458" fmla="*/ 1928708 w 4473752"/>
                  <a:gd name="csY458" fmla="*/ 346750 h 3183828"/>
                  <a:gd name="csX459" fmla="*/ 1928708 w 4473752"/>
                  <a:gd name="csY459" fmla="*/ 319072 h 3183828"/>
                  <a:gd name="csX460" fmla="*/ 1942554 w 4473752"/>
                  <a:gd name="csY460" fmla="*/ 309850 h 3183828"/>
                  <a:gd name="csX461" fmla="*/ 1931787 w 4473752"/>
                  <a:gd name="csY461" fmla="*/ 305239 h 3183828"/>
                  <a:gd name="csX462" fmla="*/ 1930247 w 4473752"/>
                  <a:gd name="csY462" fmla="*/ 279408 h 3183828"/>
                  <a:gd name="csX463" fmla="*/ 1911791 w 4473752"/>
                  <a:gd name="csY463" fmla="*/ 276637 h 3183828"/>
                  <a:gd name="csX464" fmla="*/ 1913330 w 4473752"/>
                  <a:gd name="csY464" fmla="*/ 266492 h 3183828"/>
                  <a:gd name="csX465" fmla="*/ 1937943 w 4473752"/>
                  <a:gd name="csY465" fmla="*/ 248042 h 3183828"/>
                  <a:gd name="csX466" fmla="*/ 1939476 w 4473752"/>
                  <a:gd name="csY466" fmla="*/ 237897 h 3183828"/>
                  <a:gd name="csX467" fmla="*/ 1934865 w 4473752"/>
                  <a:gd name="csY467" fmla="*/ 236050 h 3183828"/>
                  <a:gd name="csX468" fmla="*/ 1937943 w 4473752"/>
                  <a:gd name="csY468" fmla="*/ 219447 h 3183828"/>
                  <a:gd name="csX469" fmla="*/ 1916408 w 4473752"/>
                  <a:gd name="csY469" fmla="*/ 208379 h 3183828"/>
                  <a:gd name="csX470" fmla="*/ 1893334 w 4473752"/>
                  <a:gd name="csY470" fmla="*/ 210226 h 3183828"/>
                  <a:gd name="csX471" fmla="*/ 1879488 w 4473752"/>
                  <a:gd name="csY471" fmla="*/ 205608 h 3183828"/>
                  <a:gd name="csX472" fmla="*/ 1862570 w 4473752"/>
                  <a:gd name="csY472" fmla="*/ 209302 h 3183828"/>
                  <a:gd name="csX473" fmla="*/ 1851803 w 4473752"/>
                  <a:gd name="csY473" fmla="*/ 246202 h 3183828"/>
                  <a:gd name="csX474" fmla="*/ 1834878 w 4473752"/>
                  <a:gd name="csY474" fmla="*/ 268339 h 3183828"/>
                  <a:gd name="csX475" fmla="*/ 1814882 w 4473752"/>
                  <a:gd name="csY475" fmla="*/ 285866 h 3183828"/>
                  <a:gd name="csX476" fmla="*/ 1808732 w 4473752"/>
                  <a:gd name="csY476" fmla="*/ 298775 h 3183828"/>
                  <a:gd name="csX477" fmla="*/ 1813343 w 4473752"/>
                  <a:gd name="csY477" fmla="*/ 301545 h 3183828"/>
                  <a:gd name="csX478" fmla="*/ 1811804 w 4473752"/>
                  <a:gd name="csY478" fmla="*/ 327376 h 3183828"/>
                  <a:gd name="csX479" fmla="*/ 1807193 w 4473752"/>
                  <a:gd name="csY479" fmla="*/ 329217 h 3183828"/>
                  <a:gd name="csX480" fmla="*/ 1811804 w 4473752"/>
                  <a:gd name="csY480" fmla="*/ 344903 h 3183828"/>
                  <a:gd name="csX481" fmla="*/ 1819500 w 4473752"/>
                  <a:gd name="csY481" fmla="*/ 341209 h 3183828"/>
                  <a:gd name="csX482" fmla="*/ 1833339 w 4473752"/>
                  <a:gd name="csY482" fmla="*/ 349514 h 3183828"/>
                  <a:gd name="csX483" fmla="*/ 1830268 w 4473752"/>
                  <a:gd name="csY483" fmla="*/ 356895 h 3183828"/>
                  <a:gd name="csX484" fmla="*/ 1845646 w 4473752"/>
                  <a:gd name="csY484" fmla="*/ 367964 h 3183828"/>
                  <a:gd name="csX485" fmla="*/ 1857953 w 4473752"/>
                  <a:gd name="csY485" fmla="*/ 368887 h 3183828"/>
                  <a:gd name="csX486" fmla="*/ 1856413 w 4473752"/>
                  <a:gd name="csY486" fmla="*/ 381796 h 3183828"/>
                  <a:gd name="csX487" fmla="*/ 1836418 w 4473752"/>
                  <a:gd name="csY487" fmla="*/ 393788 h 3183828"/>
                  <a:gd name="csX488" fmla="*/ 1830261 w 4473752"/>
                  <a:gd name="csY488" fmla="*/ 390101 h 3183828"/>
                  <a:gd name="csX489" fmla="*/ 1828728 w 4473752"/>
                  <a:gd name="csY489" fmla="*/ 380872 h 3183828"/>
                  <a:gd name="csX490" fmla="*/ 1814882 w 4473752"/>
                  <a:gd name="csY490" fmla="*/ 372574 h 3183828"/>
                  <a:gd name="csX491" fmla="*/ 1804115 w 4473752"/>
                  <a:gd name="csY491" fmla="*/ 372574 h 3183828"/>
                  <a:gd name="csX492" fmla="*/ 1791808 w 4473752"/>
                  <a:gd name="csY492" fmla="*/ 365193 h 3183828"/>
                  <a:gd name="csX493" fmla="*/ 1777962 w 4473752"/>
                  <a:gd name="csY493" fmla="*/ 362429 h 3183828"/>
                  <a:gd name="csX494" fmla="*/ 1765655 w 4473752"/>
                  <a:gd name="csY494" fmla="*/ 355048 h 3183828"/>
                  <a:gd name="csX495" fmla="*/ 1741048 w 4473752"/>
                  <a:gd name="csY495" fmla="*/ 343979 h 3183828"/>
                  <a:gd name="csX496" fmla="*/ 1681060 w 4473752"/>
                  <a:gd name="csY496" fmla="*/ 336598 h 3183828"/>
                  <a:gd name="csX497" fmla="*/ 1665675 w 4473752"/>
                  <a:gd name="csY497" fmla="*/ 346743 h 3183828"/>
                  <a:gd name="csX498" fmla="*/ 1674904 w 4473752"/>
                  <a:gd name="csY498" fmla="*/ 355048 h 3183828"/>
                  <a:gd name="csX499" fmla="*/ 1673364 w 4473752"/>
                  <a:gd name="csY499" fmla="*/ 371651 h 3183828"/>
                  <a:gd name="csX500" fmla="*/ 1654908 w 4473752"/>
                  <a:gd name="csY500" fmla="*/ 376262 h 3183828"/>
                  <a:gd name="csX501" fmla="*/ 1656447 w 4473752"/>
                  <a:gd name="csY501" fmla="*/ 382719 h 3183828"/>
                  <a:gd name="csX502" fmla="*/ 1647218 w 4473752"/>
                  <a:gd name="csY502" fmla="*/ 386407 h 3183828"/>
                  <a:gd name="csX503" fmla="*/ 1637990 w 4473752"/>
                  <a:gd name="csY503" fmla="*/ 381796 h 3183828"/>
                  <a:gd name="csX504" fmla="*/ 1639529 w 4473752"/>
                  <a:gd name="csY504" fmla="*/ 370727 h 3183828"/>
                  <a:gd name="csX505" fmla="*/ 1627222 w 4473752"/>
                  <a:gd name="csY505" fmla="*/ 366116 h 3183828"/>
                  <a:gd name="csX506" fmla="*/ 1614916 w 4473752"/>
                  <a:gd name="csY506" fmla="*/ 373498 h 3183828"/>
                  <a:gd name="csX507" fmla="*/ 1602609 w 4473752"/>
                  <a:gd name="csY507" fmla="*/ 374415 h 3183828"/>
                  <a:gd name="csX508" fmla="*/ 1590302 w 4473752"/>
                  <a:gd name="csY508" fmla="*/ 381796 h 3183828"/>
                  <a:gd name="csX509" fmla="*/ 1573384 w 4473752"/>
                  <a:gd name="csY509" fmla="*/ 381796 h 3183828"/>
                  <a:gd name="csX510" fmla="*/ 1571845 w 4473752"/>
                  <a:gd name="csY510" fmla="*/ 379032 h 3183828"/>
                  <a:gd name="csX511" fmla="*/ 1559539 w 4473752"/>
                  <a:gd name="csY511" fmla="*/ 379025 h 3183828"/>
                  <a:gd name="csX512" fmla="*/ 1548771 w 4473752"/>
                  <a:gd name="csY512" fmla="*/ 386407 h 3183828"/>
                  <a:gd name="csX513" fmla="*/ 1550310 w 4473752"/>
                  <a:gd name="csY513" fmla="*/ 392864 h 3183828"/>
                  <a:gd name="csX514" fmla="*/ 1538003 w 4473752"/>
                  <a:gd name="csY514" fmla="*/ 392864 h 3183828"/>
                  <a:gd name="csX515" fmla="*/ 1533386 w 4473752"/>
                  <a:gd name="csY515" fmla="*/ 390094 h 3183828"/>
                  <a:gd name="csX516" fmla="*/ 1521086 w 4473752"/>
                  <a:gd name="csY516" fmla="*/ 394711 h 3183828"/>
                  <a:gd name="csX517" fmla="*/ 1514929 w 4473752"/>
                  <a:gd name="csY517" fmla="*/ 389177 h 3183828"/>
                  <a:gd name="csX518" fmla="*/ 1527236 w 4473752"/>
                  <a:gd name="csY518" fmla="*/ 381796 h 3183828"/>
                  <a:gd name="csX519" fmla="*/ 1522618 w 4473752"/>
                  <a:gd name="csY519" fmla="*/ 374415 h 3183828"/>
                  <a:gd name="csX520" fmla="*/ 1530314 w 4473752"/>
                  <a:gd name="csY520" fmla="*/ 367957 h 3183828"/>
                  <a:gd name="csX521" fmla="*/ 1514929 w 4473752"/>
                  <a:gd name="csY521" fmla="*/ 368880 h 3183828"/>
                  <a:gd name="csX522" fmla="*/ 1502622 w 4473752"/>
                  <a:gd name="csY522" fmla="*/ 375338 h 3183828"/>
                  <a:gd name="csX523" fmla="*/ 1493394 w 4473752"/>
                  <a:gd name="csY523" fmla="*/ 378109 h 3183828"/>
                  <a:gd name="csX524" fmla="*/ 1494933 w 4473752"/>
                  <a:gd name="csY524" fmla="*/ 384560 h 3183828"/>
                  <a:gd name="csX525" fmla="*/ 1485705 w 4473752"/>
                  <a:gd name="csY525" fmla="*/ 388254 h 3183828"/>
                  <a:gd name="csX526" fmla="*/ 1484165 w 4473752"/>
                  <a:gd name="csY526" fmla="*/ 382719 h 3183828"/>
                  <a:gd name="csX527" fmla="*/ 1476476 w 4473752"/>
                  <a:gd name="csY527" fmla="*/ 380872 h 3183828"/>
                  <a:gd name="csX528" fmla="*/ 1454941 w 4473752"/>
                  <a:gd name="csY528" fmla="*/ 386407 h 3183828"/>
                  <a:gd name="csX529" fmla="*/ 1442634 w 4473752"/>
                  <a:gd name="csY529" fmla="*/ 396552 h 3183828"/>
                  <a:gd name="csX530" fmla="*/ 1428788 w 4473752"/>
                  <a:gd name="csY530" fmla="*/ 404856 h 3183828"/>
                  <a:gd name="csX531" fmla="*/ 1411870 w 4473752"/>
                  <a:gd name="csY531" fmla="*/ 404856 h 3183828"/>
                  <a:gd name="csX532" fmla="*/ 1411870 w 4473752"/>
                  <a:gd name="csY532" fmla="*/ 413161 h 3183828"/>
                  <a:gd name="csX533" fmla="*/ 1405720 w 4473752"/>
                  <a:gd name="csY533" fmla="*/ 414078 h 3183828"/>
                  <a:gd name="csX534" fmla="*/ 1396492 w 4473752"/>
                  <a:gd name="csY534" fmla="*/ 408544 h 3183828"/>
                  <a:gd name="csX535" fmla="*/ 1390335 w 4473752"/>
                  <a:gd name="csY535" fmla="*/ 410391 h 3183828"/>
                  <a:gd name="csX536" fmla="*/ 1391875 w 4473752"/>
                  <a:gd name="csY536" fmla="*/ 420536 h 3183828"/>
                  <a:gd name="csX537" fmla="*/ 1390335 w 4473752"/>
                  <a:gd name="csY537" fmla="*/ 432528 h 3183828"/>
                  <a:gd name="csX538" fmla="*/ 1370339 w 4473752"/>
                  <a:gd name="csY538" fmla="*/ 438986 h 3183828"/>
                  <a:gd name="csX539" fmla="*/ 1344187 w 4473752"/>
                  <a:gd name="csY539" fmla="*/ 432528 h 3183828"/>
                  <a:gd name="csX540" fmla="*/ 1342654 w 4473752"/>
                  <a:gd name="csY540" fmla="*/ 426070 h 3183828"/>
                  <a:gd name="csX541" fmla="*/ 1330347 w 4473752"/>
                  <a:gd name="csY541" fmla="*/ 417765 h 3183828"/>
                  <a:gd name="csX542" fmla="*/ 1339576 w 4473752"/>
                  <a:gd name="csY542" fmla="*/ 413155 h 3183828"/>
                  <a:gd name="csX543" fmla="*/ 1341115 w 4473752"/>
                  <a:gd name="csY543" fmla="*/ 408544 h 3183828"/>
                  <a:gd name="csX544" fmla="*/ 1370339 w 4473752"/>
                  <a:gd name="csY544" fmla="*/ 403010 h 3183828"/>
                  <a:gd name="csX545" fmla="*/ 1356500 w 4473752"/>
                  <a:gd name="csY545" fmla="*/ 387330 h 3183828"/>
                  <a:gd name="csX546" fmla="*/ 1330347 w 4473752"/>
                  <a:gd name="csY546" fmla="*/ 379949 h 3183828"/>
                  <a:gd name="csX547" fmla="*/ 1302662 w 4473752"/>
                  <a:gd name="csY547" fmla="*/ 376262 h 3183828"/>
                  <a:gd name="csX548" fmla="*/ 1293434 w 4473752"/>
                  <a:gd name="csY548" fmla="*/ 377178 h 3183828"/>
                  <a:gd name="csX549" fmla="*/ 1291888 w 4473752"/>
                  <a:gd name="csY549" fmla="*/ 382719 h 3183828"/>
                  <a:gd name="csX550" fmla="*/ 1305734 w 4473752"/>
                  <a:gd name="csY550" fmla="*/ 390094 h 3183828"/>
                  <a:gd name="csX551" fmla="*/ 1313423 w 4473752"/>
                  <a:gd name="csY551" fmla="*/ 395635 h 3183828"/>
                  <a:gd name="csX552" fmla="*/ 1313423 w 4473752"/>
                  <a:gd name="csY552" fmla="*/ 413155 h 3183828"/>
                  <a:gd name="csX553" fmla="*/ 1305734 w 4473752"/>
                  <a:gd name="csY553" fmla="*/ 418689 h 3183828"/>
                  <a:gd name="csX554" fmla="*/ 1305734 w 4473752"/>
                  <a:gd name="csY554" fmla="*/ 426070 h 3183828"/>
                  <a:gd name="csX555" fmla="*/ 1321119 w 4473752"/>
                  <a:gd name="csY555" fmla="*/ 433452 h 3183828"/>
                  <a:gd name="csX556" fmla="*/ 1310351 w 4473752"/>
                  <a:gd name="csY556" fmla="*/ 468600 h 3183828"/>
                  <a:gd name="csX557" fmla="*/ 1284198 w 4473752"/>
                  <a:gd name="csY557" fmla="*/ 450978 h 3183828"/>
                  <a:gd name="csX558" fmla="*/ 1262663 w 4473752"/>
                  <a:gd name="csY558" fmla="*/ 449131 h 3183828"/>
                  <a:gd name="csX559" fmla="*/ 1261124 w 4473752"/>
                  <a:gd name="csY559" fmla="*/ 465522 h 3183828"/>
                  <a:gd name="csX560" fmla="*/ 1242667 w 4473752"/>
                  <a:gd name="csY560" fmla="*/ 476283 h 3183828"/>
                  <a:gd name="csX561" fmla="*/ 1214975 w 4473752"/>
                  <a:gd name="csY561" fmla="*/ 499343 h 3183828"/>
                  <a:gd name="csX562" fmla="*/ 1231900 w 4473752"/>
                  <a:gd name="csY562" fmla="*/ 533165 h 3183828"/>
                  <a:gd name="csX563" fmla="*/ 1225743 w 4473752"/>
                  <a:gd name="csY563" fmla="*/ 545465 h 3183828"/>
                  <a:gd name="csX564" fmla="*/ 1202675 w 4473752"/>
                  <a:gd name="csY564" fmla="*/ 547004 h 3183828"/>
                  <a:gd name="csX565" fmla="*/ 1171912 w 4473752"/>
                  <a:gd name="csY565" fmla="*/ 533165 h 3183828"/>
                  <a:gd name="csX566" fmla="*/ 1164216 w 4473752"/>
                  <a:gd name="csY566" fmla="*/ 520865 h 3183828"/>
                  <a:gd name="csX567" fmla="*/ 1153448 w 4473752"/>
                  <a:gd name="csY567" fmla="*/ 519332 h 3183828"/>
                  <a:gd name="csX568" fmla="*/ 1147298 w 4473752"/>
                  <a:gd name="csY568" fmla="*/ 537776 h 3183828"/>
                  <a:gd name="csX569" fmla="*/ 1162677 w 4473752"/>
                  <a:gd name="csY569" fmla="*/ 559304 h 3183828"/>
                  <a:gd name="csX570" fmla="*/ 1171912 w 4473752"/>
                  <a:gd name="csY570" fmla="*/ 562375 h 3183828"/>
                  <a:gd name="csX571" fmla="*/ 1181140 w 4473752"/>
                  <a:gd name="csY571" fmla="*/ 570065 h 3183828"/>
                  <a:gd name="csX572" fmla="*/ 1176523 w 4473752"/>
                  <a:gd name="csY572" fmla="*/ 579286 h 3183828"/>
                  <a:gd name="csX573" fmla="*/ 1148831 w 4473752"/>
                  <a:gd name="csY573" fmla="*/ 582364 h 3183828"/>
                  <a:gd name="csX574" fmla="*/ 1128834 w 4473752"/>
                  <a:gd name="csY574" fmla="*/ 560836 h 3183828"/>
                  <a:gd name="csX575" fmla="*/ 1111917 w 4473752"/>
                  <a:gd name="csY575" fmla="*/ 565454 h 3183828"/>
                  <a:gd name="csX576" fmla="*/ 1110378 w 4473752"/>
                  <a:gd name="csY576" fmla="*/ 553154 h 3183828"/>
                  <a:gd name="csX577" fmla="*/ 1113456 w 4473752"/>
                  <a:gd name="csY577" fmla="*/ 527015 h 3183828"/>
                  <a:gd name="csX578" fmla="*/ 1101149 w 4473752"/>
                  <a:gd name="csY578" fmla="*/ 513176 h 3183828"/>
                  <a:gd name="csX579" fmla="*/ 1113456 w 4473752"/>
                  <a:gd name="csY579" fmla="*/ 496265 h 3183828"/>
                  <a:gd name="csX580" fmla="*/ 1110378 w 4473752"/>
                  <a:gd name="csY580" fmla="*/ 480893 h 3183828"/>
                  <a:gd name="csX581" fmla="*/ 1085771 w 4473752"/>
                  <a:gd name="csY581" fmla="*/ 454754 h 3183828"/>
                  <a:gd name="csX582" fmla="*/ 1058086 w 4473752"/>
                  <a:gd name="csY582" fmla="*/ 437139 h 3183828"/>
                  <a:gd name="csX583" fmla="*/ 1059625 w 4473752"/>
                  <a:gd name="csY583" fmla="*/ 426994 h 3183828"/>
                  <a:gd name="csX584" fmla="*/ 1085771 w 4473752"/>
                  <a:gd name="csY584" fmla="*/ 442673 h 3183828"/>
                  <a:gd name="csX585" fmla="*/ 1099617 w 4473752"/>
                  <a:gd name="csY585" fmla="*/ 441750 h 3183828"/>
                  <a:gd name="csX586" fmla="*/ 1119613 w 4473752"/>
                  <a:gd name="csY586" fmla="*/ 450978 h 3183828"/>
                  <a:gd name="csX587" fmla="*/ 1147298 w 4473752"/>
                  <a:gd name="csY587" fmla="*/ 460911 h 3183828"/>
                  <a:gd name="csX588" fmla="*/ 1178062 w 4473752"/>
                  <a:gd name="csY588" fmla="*/ 471672 h 3183828"/>
                  <a:gd name="csX589" fmla="*/ 1204208 w 4473752"/>
                  <a:gd name="csY589" fmla="*/ 473211 h 3183828"/>
                  <a:gd name="csX590" fmla="*/ 1248817 w 4473752"/>
                  <a:gd name="csY590" fmla="*/ 441750 h 3183828"/>
                  <a:gd name="csX591" fmla="*/ 1248817 w 4473752"/>
                  <a:gd name="csY591" fmla="*/ 413155 h 3183828"/>
                  <a:gd name="csX592" fmla="*/ 1239589 w 4473752"/>
                  <a:gd name="csY592" fmla="*/ 406697 h 3183828"/>
                  <a:gd name="csX593" fmla="*/ 1227289 w 4473752"/>
                  <a:gd name="csY593" fmla="*/ 399322 h 3183828"/>
                  <a:gd name="csX594" fmla="*/ 1218061 w 4473752"/>
                  <a:gd name="csY594" fmla="*/ 399322 h 3183828"/>
                  <a:gd name="csX595" fmla="*/ 1210364 w 4473752"/>
                  <a:gd name="csY595" fmla="*/ 392864 h 3183828"/>
                  <a:gd name="csX596" fmla="*/ 1198058 w 4473752"/>
                  <a:gd name="csY596" fmla="*/ 388247 h 3183828"/>
                  <a:gd name="csX597" fmla="*/ 1171912 w 4473752"/>
                  <a:gd name="csY597" fmla="*/ 379025 h 3183828"/>
                  <a:gd name="csX598" fmla="*/ 1141148 w 4473752"/>
                  <a:gd name="csY598" fmla="*/ 361499 h 3183828"/>
                  <a:gd name="csX599" fmla="*/ 1108845 w 4473752"/>
                  <a:gd name="csY599" fmla="*/ 353194 h 3183828"/>
                  <a:gd name="csX600" fmla="*/ 1087310 w 4473752"/>
                  <a:gd name="csY600" fmla="*/ 356888 h 3183828"/>
                  <a:gd name="csX601" fmla="*/ 1078082 w 4473752"/>
                  <a:gd name="csY601" fmla="*/ 351354 h 3183828"/>
                  <a:gd name="csX602" fmla="*/ 1064236 w 4473752"/>
                  <a:gd name="csY602" fmla="*/ 349507 h 3183828"/>
                  <a:gd name="csX603" fmla="*/ 1058086 w 4473752"/>
                  <a:gd name="csY603" fmla="*/ 343972 h 3183828"/>
                  <a:gd name="csX604" fmla="*/ 1073464 w 4473752"/>
                  <a:gd name="csY604" fmla="*/ 342125 h 3183828"/>
                  <a:gd name="csX605" fmla="*/ 1073464 w 4473752"/>
                  <a:gd name="csY605" fmla="*/ 336591 h 3183828"/>
                  <a:gd name="csX606" fmla="*/ 1056547 w 4473752"/>
                  <a:gd name="csY606" fmla="*/ 331057 h 3183828"/>
                  <a:gd name="csX607" fmla="*/ 1044240 w 4473752"/>
                  <a:gd name="csY607" fmla="*/ 331980 h 3183828"/>
                  <a:gd name="csX608" fmla="*/ 1044240 w 4473752"/>
                  <a:gd name="csY608" fmla="*/ 337515 h 3183828"/>
                  <a:gd name="csX609" fmla="*/ 1033472 w 4473752"/>
                  <a:gd name="csY609" fmla="*/ 337515 h 3183828"/>
                  <a:gd name="csX610" fmla="*/ 1024244 w 4473752"/>
                  <a:gd name="csY610" fmla="*/ 333821 h 3183828"/>
                  <a:gd name="csX611" fmla="*/ 1011937 w 4473752"/>
                  <a:gd name="csY611" fmla="*/ 338438 h 3183828"/>
                  <a:gd name="csX612" fmla="*/ 1005787 w 4473752"/>
                  <a:gd name="csY612" fmla="*/ 336591 h 3183828"/>
                  <a:gd name="csX613" fmla="*/ 1005787 w 4473752"/>
                  <a:gd name="csY613" fmla="*/ 331980 h 3183828"/>
                  <a:gd name="csX614" fmla="*/ 987330 w 4473752"/>
                  <a:gd name="csY614" fmla="*/ 324599 h 3183828"/>
                  <a:gd name="csX615" fmla="*/ 988869 w 4473752"/>
                  <a:gd name="csY615" fmla="*/ 320912 h 3183828"/>
                  <a:gd name="csX616" fmla="*/ 1011937 w 4473752"/>
                  <a:gd name="csY616" fmla="*/ 324599 h 3183828"/>
                  <a:gd name="csX617" fmla="*/ 1027322 w 4473752"/>
                  <a:gd name="csY617" fmla="*/ 313530 h 3183828"/>
                  <a:gd name="csX618" fmla="*/ 996559 w 4473752"/>
                  <a:gd name="csY618" fmla="*/ 296004 h 3183828"/>
                  <a:gd name="csX619" fmla="*/ 987330 w 4473752"/>
                  <a:gd name="csY619" fmla="*/ 297851 h 3183828"/>
                  <a:gd name="csX620" fmla="*/ 979641 w 4473752"/>
                  <a:gd name="csY620" fmla="*/ 305225 h 3183828"/>
                  <a:gd name="csX621" fmla="*/ 971945 w 4473752"/>
                  <a:gd name="csY621" fmla="*/ 300615 h 3183828"/>
                  <a:gd name="csX622" fmla="*/ 981173 w 4473752"/>
                  <a:gd name="csY622" fmla="*/ 295080 h 3183828"/>
                  <a:gd name="csX623" fmla="*/ 971945 w 4473752"/>
                  <a:gd name="csY623" fmla="*/ 288623 h 3183828"/>
                  <a:gd name="csX624" fmla="*/ 951949 w 4473752"/>
                  <a:gd name="csY624" fmla="*/ 286776 h 3183828"/>
                  <a:gd name="csX625" fmla="*/ 955028 w 4473752"/>
                  <a:gd name="csY625" fmla="*/ 295080 h 3183828"/>
                  <a:gd name="csX626" fmla="*/ 947338 w 4473752"/>
                  <a:gd name="csY626" fmla="*/ 305225 h 3183828"/>
                  <a:gd name="csX627" fmla="*/ 942721 w 4473752"/>
                  <a:gd name="csY627" fmla="*/ 301538 h 3183828"/>
                  <a:gd name="csX628" fmla="*/ 947338 w 4473752"/>
                  <a:gd name="csY628" fmla="*/ 296004 h 3183828"/>
                  <a:gd name="csX629" fmla="*/ 936571 w 4473752"/>
                  <a:gd name="csY629" fmla="*/ 296004 h 3183828"/>
                  <a:gd name="csX630" fmla="*/ 928875 w 4473752"/>
                  <a:gd name="csY630" fmla="*/ 307996 h 3183828"/>
                  <a:gd name="csX631" fmla="*/ 924264 w 4473752"/>
                  <a:gd name="csY631" fmla="*/ 315377 h 3183828"/>
                  <a:gd name="csX632" fmla="*/ 907339 w 4473752"/>
                  <a:gd name="csY632" fmla="*/ 323676 h 3183828"/>
                  <a:gd name="csX633" fmla="*/ 910418 w 4473752"/>
                  <a:gd name="csY633" fmla="*/ 311683 h 3183828"/>
                  <a:gd name="csX634" fmla="*/ 918107 w 4473752"/>
                  <a:gd name="csY634" fmla="*/ 303385 h 3183828"/>
                  <a:gd name="csX635" fmla="*/ 927335 w 4473752"/>
                  <a:gd name="csY635" fmla="*/ 297851 h 3183828"/>
                  <a:gd name="csX636" fmla="*/ 924264 w 4473752"/>
                  <a:gd name="csY636" fmla="*/ 293233 h 3183828"/>
                  <a:gd name="csX637" fmla="*/ 907339 w 4473752"/>
                  <a:gd name="csY637" fmla="*/ 292310 h 3183828"/>
                  <a:gd name="csX638" fmla="*/ 901189 w 4473752"/>
                  <a:gd name="csY638" fmla="*/ 292925 h 3183828"/>
                  <a:gd name="csX639" fmla="*/ 898111 w 4473752"/>
                  <a:gd name="csY639" fmla="*/ 297851 h 3183828"/>
                  <a:gd name="csX640" fmla="*/ 904268 w 4473752"/>
                  <a:gd name="csY640" fmla="*/ 303385 h 3183828"/>
                  <a:gd name="csX641" fmla="*/ 898111 w 4473752"/>
                  <a:gd name="csY641" fmla="*/ 306457 h 3183828"/>
                  <a:gd name="csX642" fmla="*/ 894013 w 4473752"/>
                  <a:gd name="csY642" fmla="*/ 311991 h 3183828"/>
                  <a:gd name="csX643" fmla="*/ 883759 w 4473752"/>
                  <a:gd name="csY643" fmla="*/ 313838 h 3183828"/>
                  <a:gd name="csX644" fmla="*/ 875550 w 4473752"/>
                  <a:gd name="csY644" fmla="*/ 320597 h 3183828"/>
                  <a:gd name="csX645" fmla="*/ 879654 w 4473752"/>
                  <a:gd name="csY645" fmla="*/ 329210 h 3183828"/>
                  <a:gd name="csX646" fmla="*/ 864269 w 4473752"/>
                  <a:gd name="csY646" fmla="*/ 330441 h 3183828"/>
                  <a:gd name="csX647" fmla="*/ 861197 w 4473752"/>
                  <a:gd name="csY647" fmla="*/ 325523 h 3183828"/>
                  <a:gd name="csX648" fmla="*/ 849917 w 4473752"/>
                  <a:gd name="csY648" fmla="*/ 317525 h 3183828"/>
                  <a:gd name="csX649" fmla="*/ 838636 w 4473752"/>
                  <a:gd name="csY649" fmla="*/ 315678 h 3183828"/>
                  <a:gd name="csX650" fmla="*/ 830434 w 4473752"/>
                  <a:gd name="csY650" fmla="*/ 318141 h 3183828"/>
                  <a:gd name="csX651" fmla="*/ 828381 w 4473752"/>
                  <a:gd name="csY651" fmla="*/ 322444 h 3183828"/>
                  <a:gd name="csX652" fmla="*/ 846838 w 4473752"/>
                  <a:gd name="csY652" fmla="*/ 330441 h 3183828"/>
                  <a:gd name="csX653" fmla="*/ 844786 w 4473752"/>
                  <a:gd name="csY653" fmla="*/ 335360 h 3183828"/>
                  <a:gd name="csX654" fmla="*/ 837610 w 4473752"/>
                  <a:gd name="csY654" fmla="*/ 334744 h 3183828"/>
                  <a:gd name="csX655" fmla="*/ 834532 w 4473752"/>
                  <a:gd name="csY655" fmla="*/ 331672 h 3183828"/>
                  <a:gd name="csX656" fmla="*/ 822225 w 4473752"/>
                  <a:gd name="csY656" fmla="*/ 332281 h 3183828"/>
                  <a:gd name="csX657" fmla="*/ 816075 w 4473752"/>
                  <a:gd name="csY657" fmla="*/ 337200 h 3183828"/>
                  <a:gd name="csX658" fmla="*/ 816075 w 4473752"/>
                  <a:gd name="csY658" fmla="*/ 346428 h 3183828"/>
                  <a:gd name="csX659" fmla="*/ 810944 w 4473752"/>
                  <a:gd name="csY659" fmla="*/ 351347 h 3183828"/>
                  <a:gd name="csX660" fmla="*/ 803768 w 4473752"/>
                  <a:gd name="csY660" fmla="*/ 352578 h 3183828"/>
                  <a:gd name="csX661" fmla="*/ 802742 w 4473752"/>
                  <a:gd name="csY661" fmla="*/ 347044 h 3183828"/>
                  <a:gd name="csX662" fmla="*/ 804794 w 4473752"/>
                  <a:gd name="csY662" fmla="*/ 339047 h 3183828"/>
                  <a:gd name="csX663" fmla="*/ 808899 w 4473752"/>
                  <a:gd name="csY663" fmla="*/ 333513 h 3183828"/>
                  <a:gd name="csX664" fmla="*/ 802742 w 4473752"/>
                  <a:gd name="csY664" fmla="*/ 331057 h 3183828"/>
                  <a:gd name="csX665" fmla="*/ 797618 w 4473752"/>
                  <a:gd name="csY665" fmla="*/ 334744 h 3183828"/>
                  <a:gd name="csX666" fmla="*/ 792487 w 4473752"/>
                  <a:gd name="csY666" fmla="*/ 345197 h 3183828"/>
                  <a:gd name="csX667" fmla="*/ 789409 w 4473752"/>
                  <a:gd name="csY667" fmla="*/ 339663 h 3183828"/>
                  <a:gd name="csX668" fmla="*/ 782233 w 4473752"/>
                  <a:gd name="csY668" fmla="*/ 339663 h 3183828"/>
                  <a:gd name="csX669" fmla="*/ 779154 w 4473752"/>
                  <a:gd name="csY669" fmla="*/ 345197 h 3183828"/>
                  <a:gd name="csX670" fmla="*/ 783259 w 4473752"/>
                  <a:gd name="csY670" fmla="*/ 348275 h 3183828"/>
                  <a:gd name="csX671" fmla="*/ 787364 w 4473752"/>
                  <a:gd name="csY671" fmla="*/ 351347 h 3183828"/>
                  <a:gd name="csX672" fmla="*/ 782233 w 4473752"/>
                  <a:gd name="csY672" fmla="*/ 353194 h 3183828"/>
                  <a:gd name="csX673" fmla="*/ 774030 w 4473752"/>
                  <a:gd name="csY673" fmla="*/ 350116 h 3183828"/>
                  <a:gd name="csX674" fmla="*/ 773004 w 4473752"/>
                  <a:gd name="csY674" fmla="*/ 356266 h 3183828"/>
                  <a:gd name="csX675" fmla="*/ 766855 w 4473752"/>
                  <a:gd name="csY675" fmla="*/ 360575 h 3183828"/>
                  <a:gd name="csX676" fmla="*/ 763776 w 4473752"/>
                  <a:gd name="csY676" fmla="*/ 355650 h 3183828"/>
                  <a:gd name="csX677" fmla="*/ 753521 w 4473752"/>
                  <a:gd name="csY677" fmla="*/ 358728 h 3183828"/>
                  <a:gd name="csX678" fmla="*/ 747365 w 4473752"/>
                  <a:gd name="csY678" fmla="*/ 367334 h 3183828"/>
                  <a:gd name="csX679" fmla="*/ 748391 w 4473752"/>
                  <a:gd name="csY679" fmla="*/ 372260 h 3183828"/>
                  <a:gd name="csX680" fmla="*/ 741215 w 4473752"/>
                  <a:gd name="csY680" fmla="*/ 377794 h 3183828"/>
                  <a:gd name="csX681" fmla="*/ 728908 w 4473752"/>
                  <a:gd name="csY681" fmla="*/ 377178 h 3183828"/>
                  <a:gd name="csX682" fmla="*/ 719680 w 4473752"/>
                  <a:gd name="csY682" fmla="*/ 385784 h 3183828"/>
                  <a:gd name="csX683" fmla="*/ 731986 w 4473752"/>
                  <a:gd name="csY683" fmla="*/ 385168 h 3183828"/>
                  <a:gd name="csX684" fmla="*/ 740189 w 4473752"/>
                  <a:gd name="csY684" fmla="*/ 384553 h 3183828"/>
                  <a:gd name="csX685" fmla="*/ 739162 w 4473752"/>
                  <a:gd name="csY685" fmla="*/ 389478 h 3183828"/>
                  <a:gd name="csX686" fmla="*/ 722751 w 4473752"/>
                  <a:gd name="csY686" fmla="*/ 389478 h 3183828"/>
                  <a:gd name="csX687" fmla="*/ 723784 w 4473752"/>
                  <a:gd name="csY687" fmla="*/ 400547 h 3183828"/>
                  <a:gd name="csX688" fmla="*/ 716601 w 4473752"/>
                  <a:gd name="csY688" fmla="*/ 402387 h 3183828"/>
                  <a:gd name="csX689" fmla="*/ 710451 w 4473752"/>
                  <a:gd name="csY689" fmla="*/ 396853 h 3183828"/>
                  <a:gd name="csX690" fmla="*/ 691987 w 4473752"/>
                  <a:gd name="csY690" fmla="*/ 413456 h 3183828"/>
                  <a:gd name="csX691" fmla="*/ 707373 w 4473752"/>
                  <a:gd name="csY691" fmla="*/ 412847 h 3183828"/>
                  <a:gd name="csX692" fmla="*/ 705321 w 4473752"/>
                  <a:gd name="csY692" fmla="*/ 418381 h 3183828"/>
                  <a:gd name="csX693" fmla="*/ 696092 w 4473752"/>
                  <a:gd name="csY693" fmla="*/ 418381 h 3183828"/>
                  <a:gd name="csX694" fmla="*/ 686864 w 4473752"/>
                  <a:gd name="csY694" fmla="*/ 420837 h 3183828"/>
                  <a:gd name="csX695" fmla="*/ 686864 w 4473752"/>
                  <a:gd name="csY695" fmla="*/ 423300 h 3183828"/>
                  <a:gd name="csX696" fmla="*/ 697118 w 4473752"/>
                  <a:gd name="csY696" fmla="*/ 424531 h 3183828"/>
                  <a:gd name="csX697" fmla="*/ 688916 w 4473752"/>
                  <a:gd name="csY697" fmla="*/ 430065 h 3183828"/>
                  <a:gd name="csX698" fmla="*/ 680707 w 4473752"/>
                  <a:gd name="csY698" fmla="*/ 429450 h 3183828"/>
                  <a:gd name="csX699" fmla="*/ 669433 w 4473752"/>
                  <a:gd name="csY699" fmla="*/ 435600 h 3183828"/>
                  <a:gd name="csX700" fmla="*/ 656100 w 4473752"/>
                  <a:gd name="csY700" fmla="*/ 449124 h 3183828"/>
                  <a:gd name="csX701" fmla="*/ 649943 w 4473752"/>
                  <a:gd name="csY701" fmla="*/ 452189 h 3183828"/>
                  <a:gd name="csX702" fmla="*/ 649943 w 4473752"/>
                  <a:gd name="csY702" fmla="*/ 463463 h 3183828"/>
                  <a:gd name="csX703" fmla="*/ 661224 w 4473752"/>
                  <a:gd name="csY703" fmla="*/ 460391 h 3183828"/>
                  <a:gd name="csX704" fmla="*/ 667381 w 4473752"/>
                  <a:gd name="csY704" fmla="*/ 464489 h 3183828"/>
                  <a:gd name="csX705" fmla="*/ 660198 w 4473752"/>
                  <a:gd name="csY705" fmla="*/ 471658 h 3183828"/>
                  <a:gd name="csX706" fmla="*/ 645845 w 4473752"/>
                  <a:gd name="csY706" fmla="*/ 472684 h 3183828"/>
                  <a:gd name="csX707" fmla="*/ 644819 w 4473752"/>
                  <a:gd name="csY707" fmla="*/ 487036 h 3183828"/>
                  <a:gd name="csX708" fmla="*/ 639689 w 4473752"/>
                  <a:gd name="csY708" fmla="*/ 504460 h 3183828"/>
                  <a:gd name="csX709" fmla="*/ 633539 w 4473752"/>
                  <a:gd name="csY709" fmla="*/ 512662 h 3183828"/>
                  <a:gd name="csX710" fmla="*/ 633539 w 4473752"/>
                  <a:gd name="csY710" fmla="*/ 517780 h 3183828"/>
                  <a:gd name="csX711" fmla="*/ 641741 w 4473752"/>
                  <a:gd name="csY711" fmla="*/ 515734 h 3183828"/>
                  <a:gd name="csX712" fmla="*/ 635584 w 4473752"/>
                  <a:gd name="csY712" fmla="*/ 524956 h 3183828"/>
                  <a:gd name="csX713" fmla="*/ 625337 w 4473752"/>
                  <a:gd name="csY713" fmla="*/ 527008 h 3183828"/>
                  <a:gd name="csX714" fmla="*/ 606873 w 4473752"/>
                  <a:gd name="csY714" fmla="*/ 549556 h 3183828"/>
                  <a:gd name="csX715" fmla="*/ 606873 w 4473752"/>
                  <a:gd name="csY715" fmla="*/ 558784 h 3183828"/>
                  <a:gd name="csX716" fmla="*/ 577135 w 4473752"/>
                  <a:gd name="csY716" fmla="*/ 585429 h 3183828"/>
                  <a:gd name="csX717" fmla="*/ 573031 w 4473752"/>
                  <a:gd name="csY717" fmla="*/ 602853 h 3183828"/>
                  <a:gd name="csX718" fmla="*/ 567907 w 4473752"/>
                  <a:gd name="csY718" fmla="*/ 607977 h 3183828"/>
                  <a:gd name="csX719" fmla="*/ 564828 w 4473752"/>
                  <a:gd name="csY719" fmla="*/ 614127 h 3183828"/>
                  <a:gd name="csX720" fmla="*/ 556626 w 4473752"/>
                  <a:gd name="csY720" fmla="*/ 612075 h 3183828"/>
                  <a:gd name="csX721" fmla="*/ 543294 w 4473752"/>
                  <a:gd name="csY721" fmla="*/ 620277 h 3183828"/>
                  <a:gd name="csX722" fmla="*/ 541241 w 4473752"/>
                  <a:gd name="csY722" fmla="*/ 626427 h 3183828"/>
                  <a:gd name="csX723" fmla="*/ 532013 w 4473752"/>
                  <a:gd name="csY723" fmla="*/ 626427 h 3183828"/>
                  <a:gd name="csX724" fmla="*/ 521758 w 4473752"/>
                  <a:gd name="csY724" fmla="*/ 634622 h 3183828"/>
                  <a:gd name="csX725" fmla="*/ 521758 w 4473752"/>
                  <a:gd name="csY725" fmla="*/ 642825 h 3183828"/>
                  <a:gd name="csX726" fmla="*/ 513556 w 4473752"/>
                  <a:gd name="csY726" fmla="*/ 643851 h 3183828"/>
                  <a:gd name="csX727" fmla="*/ 511504 w 4473752"/>
                  <a:gd name="csY727" fmla="*/ 650001 h 3183828"/>
                  <a:gd name="csX728" fmla="*/ 517654 w 4473752"/>
                  <a:gd name="csY728" fmla="*/ 652046 h 3183828"/>
                  <a:gd name="csX729" fmla="*/ 518680 w 4473752"/>
                  <a:gd name="csY729" fmla="*/ 657170 h 3183828"/>
                  <a:gd name="csX730" fmla="*/ 500223 w 4473752"/>
                  <a:gd name="csY730" fmla="*/ 658196 h 3183828"/>
                  <a:gd name="csX731" fmla="*/ 493047 w 4473752"/>
                  <a:gd name="csY731" fmla="*/ 670496 h 3183828"/>
                  <a:gd name="csX732" fmla="*/ 484838 w 4473752"/>
                  <a:gd name="csY732" fmla="*/ 672548 h 3183828"/>
                  <a:gd name="csX733" fmla="*/ 480740 w 4473752"/>
                  <a:gd name="csY733" fmla="*/ 678698 h 3183828"/>
                  <a:gd name="csX734" fmla="*/ 479714 w 4473752"/>
                  <a:gd name="csY734" fmla="*/ 684848 h 3183828"/>
                  <a:gd name="csX735" fmla="*/ 476636 w 4473752"/>
                  <a:gd name="csY735" fmla="*/ 688946 h 3183828"/>
                  <a:gd name="csX736" fmla="*/ 478688 w 4473752"/>
                  <a:gd name="csY736" fmla="*/ 702272 h 3183828"/>
                  <a:gd name="csX737" fmla="*/ 476636 w 4473752"/>
                  <a:gd name="csY737" fmla="*/ 717644 h 3183828"/>
                  <a:gd name="csX738" fmla="*/ 486890 w 4473752"/>
                  <a:gd name="csY738" fmla="*/ 719696 h 3183828"/>
                  <a:gd name="csX739" fmla="*/ 492021 w 4473752"/>
                  <a:gd name="csY739" fmla="*/ 715591 h 3183828"/>
                  <a:gd name="csX740" fmla="*/ 511504 w 4473752"/>
                  <a:gd name="csY740" fmla="*/ 715591 h 3183828"/>
                  <a:gd name="csX741" fmla="*/ 518680 w 4473752"/>
                  <a:gd name="csY741" fmla="*/ 712520 h 3183828"/>
                  <a:gd name="csX742" fmla="*/ 526882 w 4473752"/>
                  <a:gd name="csY742" fmla="*/ 710467 h 3183828"/>
                  <a:gd name="csX743" fmla="*/ 525863 w 4473752"/>
                  <a:gd name="csY743" fmla="*/ 716617 h 3183828"/>
                  <a:gd name="csX744" fmla="*/ 516628 w 4473752"/>
                  <a:gd name="csY744" fmla="*/ 719696 h 3183828"/>
                  <a:gd name="csX745" fmla="*/ 509451 w 4473752"/>
                  <a:gd name="csY745" fmla="*/ 721741 h 3183828"/>
                  <a:gd name="csX746" fmla="*/ 501249 w 4473752"/>
                  <a:gd name="csY746" fmla="*/ 724820 h 3183828"/>
                  <a:gd name="csX747" fmla="*/ 494073 w 4473752"/>
                  <a:gd name="csY747" fmla="*/ 723794 h 3183828"/>
                  <a:gd name="csX748" fmla="*/ 480740 w 4473752"/>
                  <a:gd name="csY748" fmla="*/ 726865 h 3183828"/>
                  <a:gd name="csX749" fmla="*/ 481766 w 4473752"/>
                  <a:gd name="csY749" fmla="*/ 735067 h 3183828"/>
                  <a:gd name="csX750" fmla="*/ 487916 w 4473752"/>
                  <a:gd name="csY750" fmla="*/ 738139 h 3183828"/>
                  <a:gd name="csX751" fmla="*/ 489968 w 4473752"/>
                  <a:gd name="csY751" fmla="*/ 744289 h 3183828"/>
                  <a:gd name="csX752" fmla="*/ 483818 w 4473752"/>
                  <a:gd name="csY752" fmla="*/ 751465 h 3183828"/>
                  <a:gd name="csX753" fmla="*/ 488942 w 4473752"/>
                  <a:gd name="csY753" fmla="*/ 755569 h 3183828"/>
                  <a:gd name="csX754" fmla="*/ 497145 w 4473752"/>
                  <a:gd name="csY754" fmla="*/ 755569 h 3183828"/>
                  <a:gd name="csX755" fmla="*/ 505347 w 4473752"/>
                  <a:gd name="csY755" fmla="*/ 745315 h 3183828"/>
                  <a:gd name="csX756" fmla="*/ 510477 w 4473752"/>
                  <a:gd name="csY756" fmla="*/ 743270 h 3183828"/>
                  <a:gd name="csX757" fmla="*/ 509451 w 4473752"/>
                  <a:gd name="csY757" fmla="*/ 752491 h 3183828"/>
                  <a:gd name="csX758" fmla="*/ 498171 w 4473752"/>
                  <a:gd name="csY758" fmla="*/ 764791 h 3183828"/>
                  <a:gd name="csX759" fmla="*/ 495092 w 4473752"/>
                  <a:gd name="csY759" fmla="*/ 774013 h 3183828"/>
                  <a:gd name="csX760" fmla="*/ 485864 w 4473752"/>
                  <a:gd name="csY760" fmla="*/ 778117 h 3183828"/>
                  <a:gd name="csX761" fmla="*/ 482785 w 4473752"/>
                  <a:gd name="csY761" fmla="*/ 785287 h 3183828"/>
                  <a:gd name="csX762" fmla="*/ 483812 w 4473752"/>
                  <a:gd name="csY762" fmla="*/ 794515 h 3183828"/>
                  <a:gd name="csX763" fmla="*/ 493040 w 4473752"/>
                  <a:gd name="csY763" fmla="*/ 792463 h 3183828"/>
                  <a:gd name="csX764" fmla="*/ 496118 w 4473752"/>
                  <a:gd name="csY764" fmla="*/ 787339 h 3183828"/>
                  <a:gd name="csX765" fmla="*/ 503302 w 4473752"/>
                  <a:gd name="csY765" fmla="*/ 788365 h 3183828"/>
                  <a:gd name="csX766" fmla="*/ 497145 w 4473752"/>
                  <a:gd name="csY766" fmla="*/ 796560 h 3183828"/>
                  <a:gd name="csX767" fmla="*/ 497145 w 4473752"/>
                  <a:gd name="csY767" fmla="*/ 805789 h 3183828"/>
                  <a:gd name="csX768" fmla="*/ 486890 w 4473752"/>
                  <a:gd name="csY768" fmla="*/ 807834 h 3183828"/>
                  <a:gd name="csX769" fmla="*/ 484838 w 4473752"/>
                  <a:gd name="csY769" fmla="*/ 815010 h 3183828"/>
                  <a:gd name="csX770" fmla="*/ 492014 w 4473752"/>
                  <a:gd name="csY770" fmla="*/ 824239 h 3183828"/>
                  <a:gd name="csX771" fmla="*/ 497145 w 4473752"/>
                  <a:gd name="csY771" fmla="*/ 825258 h 3183828"/>
                  <a:gd name="csX772" fmla="*/ 497145 w 4473752"/>
                  <a:gd name="csY772" fmla="*/ 836539 h 3183828"/>
                  <a:gd name="csX773" fmla="*/ 507399 w 4473752"/>
                  <a:gd name="csY773" fmla="*/ 836539 h 3183828"/>
                  <a:gd name="csX774" fmla="*/ 511504 w 4473752"/>
                  <a:gd name="csY774" fmla="*/ 832434 h 3183828"/>
                  <a:gd name="csX775" fmla="*/ 517654 w 4473752"/>
                  <a:gd name="csY775" fmla="*/ 833460 h 3183828"/>
                  <a:gd name="csX776" fmla="*/ 510477 w 4473752"/>
                  <a:gd name="csY776" fmla="*/ 843708 h 3183828"/>
                  <a:gd name="csX777" fmla="*/ 517654 w 4473752"/>
                  <a:gd name="csY777" fmla="*/ 854982 h 3183828"/>
                  <a:gd name="csX778" fmla="*/ 532013 w 4473752"/>
                  <a:gd name="csY778" fmla="*/ 848832 h 3183828"/>
                  <a:gd name="csX779" fmla="*/ 544319 w 4473752"/>
                  <a:gd name="csY779" fmla="*/ 841663 h 3183828"/>
                  <a:gd name="csX780" fmla="*/ 553548 w 4473752"/>
                  <a:gd name="csY780" fmla="*/ 836539 h 3183828"/>
                  <a:gd name="csX781" fmla="*/ 567900 w 4473752"/>
                  <a:gd name="csY781" fmla="*/ 816036 h 3183828"/>
                  <a:gd name="csX782" fmla="*/ 567900 w 4473752"/>
                  <a:gd name="csY782" fmla="*/ 809886 h 3183828"/>
                  <a:gd name="csX783" fmla="*/ 576109 w 4473752"/>
                  <a:gd name="csY783" fmla="*/ 803736 h 3183828"/>
                  <a:gd name="csX784" fmla="*/ 575083 w 4473752"/>
                  <a:gd name="csY784" fmla="*/ 807841 h 3183828"/>
                  <a:gd name="csX785" fmla="*/ 585338 w 4473752"/>
                  <a:gd name="csY785" fmla="*/ 806815 h 3183828"/>
                  <a:gd name="csX786" fmla="*/ 594566 w 4473752"/>
                  <a:gd name="csY786" fmla="*/ 798613 h 3183828"/>
                  <a:gd name="csX787" fmla="*/ 594566 w 4473752"/>
                  <a:gd name="csY787" fmla="*/ 786313 h 3183828"/>
                  <a:gd name="csX788" fmla="*/ 600716 w 4473752"/>
                  <a:gd name="csY788" fmla="*/ 781189 h 3183828"/>
                  <a:gd name="csX789" fmla="*/ 605847 w 4473752"/>
                  <a:gd name="csY789" fmla="*/ 784267 h 3183828"/>
                  <a:gd name="csX790" fmla="*/ 602768 w 4473752"/>
                  <a:gd name="csY790" fmla="*/ 796567 h 3183828"/>
                  <a:gd name="csX791" fmla="*/ 614049 w 4473752"/>
                  <a:gd name="csY791" fmla="*/ 806815 h 3183828"/>
                  <a:gd name="csX792" fmla="*/ 614049 w 4473752"/>
                  <a:gd name="csY792" fmla="*/ 821160 h 3183828"/>
                  <a:gd name="csX793" fmla="*/ 618147 w 4473752"/>
                  <a:gd name="csY793" fmla="*/ 833460 h 3183828"/>
                  <a:gd name="csX794" fmla="*/ 629427 w 4473752"/>
                  <a:gd name="csY794" fmla="*/ 842689 h 3183828"/>
                  <a:gd name="csX795" fmla="*/ 627375 w 4473752"/>
                  <a:gd name="csY795" fmla="*/ 872412 h 3183828"/>
                  <a:gd name="csX796" fmla="*/ 634558 w 4473752"/>
                  <a:gd name="csY796" fmla="*/ 882660 h 3183828"/>
                  <a:gd name="csX797" fmla="*/ 637630 w 4473752"/>
                  <a:gd name="csY797" fmla="*/ 894960 h 3183828"/>
                  <a:gd name="csX798" fmla="*/ 646858 w 4473752"/>
                  <a:gd name="csY798" fmla="*/ 905208 h 3183828"/>
                  <a:gd name="csX799" fmla="*/ 646858 w 4473752"/>
                  <a:gd name="csY799" fmla="*/ 924684 h 3183828"/>
                  <a:gd name="csX800" fmla="*/ 654041 w 4473752"/>
                  <a:gd name="csY800" fmla="*/ 938010 h 3183828"/>
                  <a:gd name="csX801" fmla="*/ 663269 w 4473752"/>
                  <a:gd name="csY801" fmla="*/ 946205 h 3183828"/>
                  <a:gd name="csX802" fmla="*/ 670445 w 4473752"/>
                  <a:gd name="csY802" fmla="*/ 944160 h 3183828"/>
                  <a:gd name="csX803" fmla="*/ 677628 w 4473752"/>
                  <a:gd name="csY803" fmla="*/ 943134 h 3183828"/>
                  <a:gd name="csX804" fmla="*/ 690954 w 4473752"/>
                  <a:gd name="csY804" fmla="*/ 922632 h 3183828"/>
                  <a:gd name="csX805" fmla="*/ 705314 w 4473752"/>
                  <a:gd name="csY805" fmla="*/ 921605 h 3183828"/>
                  <a:gd name="csX806" fmla="*/ 715568 w 4473752"/>
                  <a:gd name="csY806" fmla="*/ 914436 h 3183828"/>
                  <a:gd name="csX807" fmla="*/ 724797 w 4473752"/>
                  <a:gd name="csY807" fmla="*/ 886758 h 3183828"/>
                  <a:gd name="csX808" fmla="*/ 731979 w 4473752"/>
                  <a:gd name="csY808" fmla="*/ 863184 h 3183828"/>
                  <a:gd name="csX809" fmla="*/ 729927 w 4473752"/>
                  <a:gd name="csY809" fmla="*/ 829363 h 3183828"/>
                  <a:gd name="csX810" fmla="*/ 738129 w 4473752"/>
                  <a:gd name="csY810" fmla="*/ 818089 h 3183828"/>
                  <a:gd name="csX811" fmla="*/ 746332 w 4473752"/>
                  <a:gd name="csY811" fmla="*/ 820141 h 3183828"/>
                  <a:gd name="csX812" fmla="*/ 745306 w 4473752"/>
                  <a:gd name="csY812" fmla="*/ 810919 h 3183828"/>
                  <a:gd name="csX813" fmla="*/ 753515 w 4473752"/>
                  <a:gd name="csY813" fmla="*/ 805789 h 3183828"/>
                  <a:gd name="csX814" fmla="*/ 761717 w 4473752"/>
                  <a:gd name="csY814" fmla="*/ 806815 h 3183828"/>
                  <a:gd name="csX815" fmla="*/ 776069 w 4473752"/>
                  <a:gd name="csY815" fmla="*/ 786320 h 3183828"/>
                  <a:gd name="csX816" fmla="*/ 775050 w 4473752"/>
                  <a:gd name="csY816" fmla="*/ 755569 h 3183828"/>
                  <a:gd name="csX817" fmla="*/ 759665 w 4473752"/>
                  <a:gd name="csY817" fmla="*/ 737120 h 3183828"/>
                  <a:gd name="csX818" fmla="*/ 742234 w 4473752"/>
                  <a:gd name="csY818" fmla="*/ 724820 h 3183828"/>
                  <a:gd name="csX819" fmla="*/ 743260 w 4473752"/>
                  <a:gd name="csY819" fmla="*/ 694070 h 3183828"/>
                  <a:gd name="csX820" fmla="*/ 748384 w 4473752"/>
                  <a:gd name="csY820" fmla="*/ 684848 h 3183828"/>
                  <a:gd name="csX821" fmla="*/ 745306 w 4473752"/>
                  <a:gd name="csY821" fmla="*/ 679724 h 3183828"/>
                  <a:gd name="csX822" fmla="*/ 745312 w 4473752"/>
                  <a:gd name="csY822" fmla="*/ 661274 h 3183828"/>
                  <a:gd name="csX823" fmla="*/ 757619 w 4473752"/>
                  <a:gd name="csY823" fmla="*/ 653079 h 3183828"/>
                  <a:gd name="csX824" fmla="*/ 761717 w 4473752"/>
                  <a:gd name="csY824" fmla="*/ 626427 h 3183828"/>
                  <a:gd name="csX825" fmla="*/ 776076 w 4473752"/>
                  <a:gd name="csY825" fmla="*/ 619258 h 3183828"/>
                  <a:gd name="csX826" fmla="*/ 786331 w 4473752"/>
                  <a:gd name="csY826" fmla="*/ 604905 h 3183828"/>
                  <a:gd name="csX827" fmla="*/ 801709 w 4473752"/>
                  <a:gd name="csY827" fmla="*/ 593631 h 3183828"/>
                  <a:gd name="csX828" fmla="*/ 819146 w 4473752"/>
                  <a:gd name="csY828" fmla="*/ 576208 h 3183828"/>
                  <a:gd name="csX829" fmla="*/ 833505 w 4473752"/>
                  <a:gd name="csY829" fmla="*/ 553660 h 3183828"/>
                  <a:gd name="csX830" fmla="*/ 830427 w 4473752"/>
                  <a:gd name="csY830" fmla="*/ 543413 h 3183828"/>
                  <a:gd name="csX831" fmla="*/ 828375 w 4473752"/>
                  <a:gd name="csY831" fmla="*/ 537262 h 3183828"/>
                  <a:gd name="csX832" fmla="*/ 838629 w 4473752"/>
                  <a:gd name="csY832" fmla="*/ 517786 h 3183828"/>
                  <a:gd name="csX833" fmla="*/ 838629 w 4473752"/>
                  <a:gd name="csY833" fmla="*/ 507539 h 3183828"/>
                  <a:gd name="csX834" fmla="*/ 850936 w 4473752"/>
                  <a:gd name="csY834" fmla="*/ 497284 h 3183828"/>
                  <a:gd name="csX835" fmla="*/ 854014 w 4473752"/>
                  <a:gd name="csY835" fmla="*/ 487043 h 3183828"/>
                  <a:gd name="csX836" fmla="*/ 868367 w 4473752"/>
                  <a:gd name="csY836" fmla="*/ 490115 h 3183828"/>
                  <a:gd name="csX837" fmla="*/ 886830 w 4473752"/>
                  <a:gd name="csY837" fmla="*/ 482939 h 3183828"/>
                  <a:gd name="csX838" fmla="*/ 901183 w 4473752"/>
                  <a:gd name="csY838" fmla="*/ 487043 h 3183828"/>
                  <a:gd name="csX839" fmla="*/ 920666 w 4473752"/>
                  <a:gd name="csY839" fmla="*/ 505486 h 3183828"/>
                  <a:gd name="csX840" fmla="*/ 918620 w 4473752"/>
                  <a:gd name="csY840" fmla="*/ 514715 h 3183828"/>
                  <a:gd name="csX841" fmla="*/ 920666 w 4473752"/>
                  <a:gd name="csY841" fmla="*/ 522910 h 3183828"/>
                  <a:gd name="csX842" fmla="*/ 913489 w 4473752"/>
                  <a:gd name="csY842" fmla="*/ 533165 h 3183828"/>
                  <a:gd name="csX843" fmla="*/ 904261 w 4473752"/>
                  <a:gd name="csY843" fmla="*/ 533165 h 3183828"/>
                  <a:gd name="csX844" fmla="*/ 896059 w 4473752"/>
                  <a:gd name="csY844" fmla="*/ 559810 h 3183828"/>
                  <a:gd name="csX845" fmla="*/ 883752 w 4473752"/>
                  <a:gd name="csY845" fmla="*/ 576208 h 3183828"/>
                  <a:gd name="csX846" fmla="*/ 874523 w 4473752"/>
                  <a:gd name="csY846" fmla="*/ 579286 h 3183828"/>
                  <a:gd name="csX847" fmla="*/ 869393 w 4473752"/>
                  <a:gd name="csY847" fmla="*/ 592605 h 3183828"/>
                  <a:gd name="csX848" fmla="*/ 862217 w 4473752"/>
                  <a:gd name="csY848" fmla="*/ 594658 h 3183828"/>
                  <a:gd name="csX849" fmla="*/ 854014 w 4473752"/>
                  <a:gd name="csY849" fmla="*/ 602860 h 3183828"/>
                  <a:gd name="csX850" fmla="*/ 848884 w 4473752"/>
                  <a:gd name="csY850" fmla="*/ 615160 h 3183828"/>
                  <a:gd name="csX851" fmla="*/ 839655 w 4473752"/>
                  <a:gd name="csY851" fmla="*/ 617205 h 3183828"/>
                  <a:gd name="csX852" fmla="*/ 838629 w 4473752"/>
                  <a:gd name="csY852" fmla="*/ 626427 h 3183828"/>
                  <a:gd name="csX853" fmla="*/ 826323 w 4473752"/>
                  <a:gd name="csY853" fmla="*/ 638727 h 3183828"/>
                  <a:gd name="csX854" fmla="*/ 827348 w 4473752"/>
                  <a:gd name="csY854" fmla="*/ 660255 h 3183828"/>
                  <a:gd name="csX855" fmla="*/ 833499 w 4473752"/>
                  <a:gd name="csY855" fmla="*/ 684848 h 3183828"/>
                  <a:gd name="csX856" fmla="*/ 838629 w 4473752"/>
                  <a:gd name="csY856" fmla="*/ 702272 h 3183828"/>
                  <a:gd name="csX857" fmla="*/ 832472 w 4473752"/>
                  <a:gd name="csY857" fmla="*/ 708422 h 3183828"/>
                  <a:gd name="csX858" fmla="*/ 836577 w 4473752"/>
                  <a:gd name="csY858" fmla="*/ 742250 h 3183828"/>
                  <a:gd name="csX859" fmla="*/ 846832 w 4473752"/>
                  <a:gd name="csY859" fmla="*/ 743270 h 3183828"/>
                  <a:gd name="csX860" fmla="*/ 850936 w 4473752"/>
                  <a:gd name="csY860" fmla="*/ 751472 h 3183828"/>
                  <a:gd name="csX861" fmla="*/ 863236 w 4473752"/>
                  <a:gd name="csY861" fmla="*/ 751472 h 3183828"/>
                  <a:gd name="csX862" fmla="*/ 865288 w 4473752"/>
                  <a:gd name="csY862" fmla="*/ 763772 h 3183828"/>
                  <a:gd name="csX863" fmla="*/ 872465 w 4473752"/>
                  <a:gd name="csY863" fmla="*/ 765817 h 3183828"/>
                  <a:gd name="csX864" fmla="*/ 883745 w 4473752"/>
                  <a:gd name="csY864" fmla="*/ 761720 h 3183828"/>
                  <a:gd name="csX865" fmla="*/ 889902 w 4473752"/>
                  <a:gd name="csY865" fmla="*/ 757622 h 3183828"/>
                  <a:gd name="csX866" fmla="*/ 898104 w 4473752"/>
                  <a:gd name="csY866" fmla="*/ 758648 h 3183828"/>
                  <a:gd name="csX867" fmla="*/ 910411 w 4473752"/>
                  <a:gd name="csY867" fmla="*/ 752498 h 3183828"/>
                  <a:gd name="csX868" fmla="*/ 924770 w 4473752"/>
                  <a:gd name="csY868" fmla="*/ 752498 h 3183828"/>
                  <a:gd name="csX869" fmla="*/ 927842 w 4473752"/>
                  <a:gd name="csY869" fmla="*/ 745322 h 3183828"/>
                  <a:gd name="csX870" fmla="*/ 948351 w 4473752"/>
                  <a:gd name="csY870" fmla="*/ 741224 h 3183828"/>
                  <a:gd name="csX871" fmla="*/ 953481 w 4473752"/>
                  <a:gd name="csY871" fmla="*/ 736100 h 3183828"/>
                  <a:gd name="csX872" fmla="*/ 963736 w 4473752"/>
                  <a:gd name="csY872" fmla="*/ 741224 h 3183828"/>
                  <a:gd name="csX873" fmla="*/ 982193 w 4473752"/>
                  <a:gd name="csY873" fmla="*/ 732003 h 3183828"/>
                  <a:gd name="csX874" fmla="*/ 980140 w 4473752"/>
                  <a:gd name="csY874" fmla="*/ 747374 h 3183828"/>
                  <a:gd name="csX875" fmla="*/ 990395 w 4473752"/>
                  <a:gd name="csY875" fmla="*/ 752498 h 3183828"/>
                  <a:gd name="csX876" fmla="*/ 1005780 w 4473752"/>
                  <a:gd name="csY876" fmla="*/ 751472 h 3183828"/>
                  <a:gd name="csX877" fmla="*/ 1016035 w 4473752"/>
                  <a:gd name="csY877" fmla="*/ 754550 h 3183828"/>
                  <a:gd name="csX878" fmla="*/ 1012956 w 4473752"/>
                  <a:gd name="csY878" fmla="*/ 767869 h 3183828"/>
                  <a:gd name="csX879" fmla="*/ 989369 w 4473752"/>
                  <a:gd name="csY879" fmla="*/ 765824 h 3183828"/>
                  <a:gd name="csX880" fmla="*/ 986297 w 4473752"/>
                  <a:gd name="csY880" fmla="*/ 770948 h 3183828"/>
                  <a:gd name="csX881" fmla="*/ 972964 w 4473752"/>
                  <a:gd name="csY881" fmla="*/ 770948 h 3183828"/>
                  <a:gd name="csX882" fmla="*/ 973991 w 4473752"/>
                  <a:gd name="csY882" fmla="*/ 778124 h 3183828"/>
                  <a:gd name="csX883" fmla="*/ 962710 w 4473752"/>
                  <a:gd name="csY883" fmla="*/ 787346 h 3183828"/>
                  <a:gd name="csX884" fmla="*/ 936051 w 4473752"/>
                  <a:gd name="csY884" fmla="*/ 783248 h 3183828"/>
                  <a:gd name="csX885" fmla="*/ 926815 w 4473752"/>
                  <a:gd name="csY885" fmla="*/ 781196 h 3183828"/>
                  <a:gd name="csX886" fmla="*/ 914509 w 4473752"/>
                  <a:gd name="csY886" fmla="*/ 787346 h 3183828"/>
                  <a:gd name="csX887" fmla="*/ 897078 w 4473752"/>
                  <a:gd name="csY887" fmla="*/ 785293 h 3183828"/>
                  <a:gd name="csX888" fmla="*/ 873490 w 4473752"/>
                  <a:gd name="csY888" fmla="*/ 804769 h 3183828"/>
                  <a:gd name="csX889" fmla="*/ 872465 w 4473752"/>
                  <a:gd name="csY889" fmla="*/ 808867 h 3183828"/>
                  <a:gd name="csX890" fmla="*/ 881693 w 4473752"/>
                  <a:gd name="csY890" fmla="*/ 816043 h 3183828"/>
                  <a:gd name="csX891" fmla="*/ 880674 w 4473752"/>
                  <a:gd name="csY891" fmla="*/ 833467 h 3183828"/>
                  <a:gd name="csX892" fmla="*/ 890921 w 4473752"/>
                  <a:gd name="csY892" fmla="*/ 837565 h 3183828"/>
                  <a:gd name="csX893" fmla="*/ 896052 w 4473752"/>
                  <a:gd name="csY893" fmla="*/ 845767 h 3183828"/>
                  <a:gd name="csX894" fmla="*/ 896517 w 4473752"/>
                  <a:gd name="csY894" fmla="*/ 848770 h 3183828"/>
                  <a:gd name="csX895" fmla="*/ 898104 w 4473752"/>
                  <a:gd name="csY895" fmla="*/ 859093 h 3183828"/>
                  <a:gd name="csX896" fmla="*/ 892973 w 4473752"/>
                  <a:gd name="csY896" fmla="*/ 884712 h 3183828"/>
                  <a:gd name="csX897" fmla="*/ 879647 w 4473752"/>
                  <a:gd name="csY897" fmla="*/ 887791 h 3183828"/>
                  <a:gd name="csX898" fmla="*/ 865288 w 4473752"/>
                  <a:gd name="csY898" fmla="*/ 870367 h 3183828"/>
                  <a:gd name="csX899" fmla="*/ 859131 w 4473752"/>
                  <a:gd name="csY899" fmla="*/ 857041 h 3183828"/>
                  <a:gd name="csX900" fmla="*/ 844779 w 4473752"/>
                  <a:gd name="csY900" fmla="*/ 863191 h 3183828"/>
                  <a:gd name="csX901" fmla="*/ 830420 w 4473752"/>
                  <a:gd name="csY901" fmla="*/ 867289 h 3183828"/>
                  <a:gd name="csX902" fmla="*/ 831446 w 4473752"/>
                  <a:gd name="csY902" fmla="*/ 888810 h 3183828"/>
                  <a:gd name="csX903" fmla="*/ 821192 w 4473752"/>
                  <a:gd name="csY903" fmla="*/ 900084 h 3183828"/>
                  <a:gd name="csX904" fmla="*/ 818113 w 4473752"/>
                  <a:gd name="csY904" fmla="*/ 911358 h 3183828"/>
                  <a:gd name="csX905" fmla="*/ 824270 w 4473752"/>
                  <a:gd name="csY905" fmla="*/ 920586 h 3183828"/>
                  <a:gd name="csX906" fmla="*/ 830420 w 4473752"/>
                  <a:gd name="csY906" fmla="*/ 958505 h 3183828"/>
                  <a:gd name="csX907" fmla="*/ 826315 w 4473752"/>
                  <a:gd name="csY907" fmla="*/ 963629 h 3183828"/>
                  <a:gd name="csX908" fmla="*/ 802735 w 4473752"/>
                  <a:gd name="csY908" fmla="*/ 964655 h 3183828"/>
                  <a:gd name="csX909" fmla="*/ 800683 w 4473752"/>
                  <a:gd name="csY909" fmla="*/ 970805 h 3183828"/>
                  <a:gd name="csX910" fmla="*/ 804787 w 4473752"/>
                  <a:gd name="csY910" fmla="*/ 976955 h 3183828"/>
                  <a:gd name="csX911" fmla="*/ 802735 w 4473752"/>
                  <a:gd name="csY911" fmla="*/ 984131 h 3183828"/>
                  <a:gd name="csX912" fmla="*/ 797604 w 4473752"/>
                  <a:gd name="csY912" fmla="*/ 983105 h 3183828"/>
                  <a:gd name="csX913" fmla="*/ 785298 w 4473752"/>
                  <a:gd name="csY913" fmla="*/ 991307 h 3183828"/>
                  <a:gd name="csX914" fmla="*/ 770939 w 4473752"/>
                  <a:gd name="csY914" fmla="*/ 988229 h 3183828"/>
                  <a:gd name="csX915" fmla="*/ 769919 w 4473752"/>
                  <a:gd name="csY915" fmla="*/ 973884 h 3183828"/>
                  <a:gd name="csX916" fmla="*/ 747358 w 4473752"/>
                  <a:gd name="csY916" fmla="*/ 969779 h 3183828"/>
                  <a:gd name="csX917" fmla="*/ 739156 w 4473752"/>
                  <a:gd name="csY917" fmla="*/ 977981 h 3183828"/>
                  <a:gd name="csX918" fmla="*/ 723770 w 4473752"/>
                  <a:gd name="csY918" fmla="*/ 983105 h 3183828"/>
                  <a:gd name="csX919" fmla="*/ 706340 w 4473752"/>
                  <a:gd name="csY919" fmla="*/ 996431 h 3183828"/>
                  <a:gd name="csX920" fmla="*/ 690441 w 4473752"/>
                  <a:gd name="csY920" fmla="*/ 998224 h 3183828"/>
                  <a:gd name="csX921" fmla="*/ 677628 w 4473752"/>
                  <a:gd name="csY921" fmla="*/ 1005653 h 3183828"/>
                  <a:gd name="csX922" fmla="*/ 668393 w 4473752"/>
                  <a:gd name="csY922" fmla="*/ 995405 h 3183828"/>
                  <a:gd name="csX923" fmla="*/ 662756 w 4473752"/>
                  <a:gd name="csY923" fmla="*/ 992580 h 3183828"/>
                  <a:gd name="csX924" fmla="*/ 661217 w 4473752"/>
                  <a:gd name="csY924" fmla="*/ 979774 h 3183828"/>
                  <a:gd name="csX925" fmla="*/ 636610 w 4473752"/>
                  <a:gd name="csY925" fmla="*/ 986177 h 3183828"/>
                  <a:gd name="csX926" fmla="*/ 626349 w 4473752"/>
                  <a:gd name="csY926" fmla="*/ 996424 h 3183828"/>
                  <a:gd name="csX927" fmla="*/ 608918 w 4473752"/>
                  <a:gd name="csY927" fmla="*/ 995398 h 3183828"/>
                  <a:gd name="csX928" fmla="*/ 603787 w 4473752"/>
                  <a:gd name="csY928" fmla="*/ 990274 h 3183828"/>
                  <a:gd name="csX929" fmla="*/ 589436 w 4473752"/>
                  <a:gd name="csY929" fmla="*/ 988229 h 3183828"/>
                  <a:gd name="csX930" fmla="*/ 581630 w 4473752"/>
                  <a:gd name="csY930" fmla="*/ 975231 h 3183828"/>
                  <a:gd name="csX931" fmla="*/ 580207 w 4473752"/>
                  <a:gd name="csY931" fmla="*/ 972851 h 3183828"/>
                  <a:gd name="csX932" fmla="*/ 574050 w 4473752"/>
                  <a:gd name="csY932" fmla="*/ 958505 h 3183828"/>
                  <a:gd name="csX933" fmla="*/ 575076 w 4473752"/>
                  <a:gd name="csY933" fmla="*/ 944153 h 3183828"/>
                  <a:gd name="csX934" fmla="*/ 589436 w 4473752"/>
                  <a:gd name="csY934" fmla="*/ 932879 h 3183828"/>
                  <a:gd name="csX935" fmla="*/ 591488 w 4473752"/>
                  <a:gd name="csY935" fmla="*/ 923658 h 3183828"/>
                  <a:gd name="csX936" fmla="*/ 605847 w 4473752"/>
                  <a:gd name="csY936" fmla="*/ 920579 h 3183828"/>
                  <a:gd name="csX937" fmla="*/ 609944 w 4473752"/>
                  <a:gd name="csY937" fmla="*/ 913410 h 3183828"/>
                  <a:gd name="csX938" fmla="*/ 603795 w 4473752"/>
                  <a:gd name="csY938" fmla="*/ 909305 h 3183828"/>
                  <a:gd name="csX939" fmla="*/ 594566 w 4473752"/>
                  <a:gd name="csY939" fmla="*/ 908286 h 3183828"/>
                  <a:gd name="csX940" fmla="*/ 586357 w 4473752"/>
                  <a:gd name="csY940" fmla="*/ 891882 h 3183828"/>
                  <a:gd name="csX941" fmla="*/ 577129 w 4473752"/>
                  <a:gd name="csY941" fmla="*/ 892908 h 3183828"/>
                  <a:gd name="csX942" fmla="*/ 567900 w 4473752"/>
                  <a:gd name="csY942" fmla="*/ 905208 h 3183828"/>
                  <a:gd name="csX943" fmla="*/ 559698 w 4473752"/>
                  <a:gd name="csY943" fmla="*/ 903155 h 3183828"/>
                  <a:gd name="csX944" fmla="*/ 543286 w 4473752"/>
                  <a:gd name="csY944" fmla="*/ 913410 h 3183828"/>
                  <a:gd name="csX945" fmla="*/ 542267 w 4473752"/>
                  <a:gd name="csY945" fmla="*/ 929801 h 3183828"/>
                  <a:gd name="csX946" fmla="*/ 545339 w 4473752"/>
                  <a:gd name="csY946" fmla="*/ 948251 h 3183828"/>
                  <a:gd name="csX947" fmla="*/ 554567 w 4473752"/>
                  <a:gd name="csY947" fmla="*/ 958505 h 3183828"/>
                  <a:gd name="csX948" fmla="*/ 555593 w 4473752"/>
                  <a:gd name="csY948" fmla="*/ 973877 h 3183828"/>
                  <a:gd name="csX949" fmla="*/ 556585 w 4473752"/>
                  <a:gd name="csY949" fmla="*/ 977024 h 3183828"/>
                  <a:gd name="csX950" fmla="*/ 561750 w 4473752"/>
                  <a:gd name="csY950" fmla="*/ 993353 h 3183828"/>
                  <a:gd name="csX951" fmla="*/ 560724 w 4473752"/>
                  <a:gd name="csY951" fmla="*/ 1007698 h 3183828"/>
                  <a:gd name="csX952" fmla="*/ 552515 w 4473752"/>
                  <a:gd name="csY952" fmla="*/ 1013848 h 3183828"/>
                  <a:gd name="csX953" fmla="*/ 546365 w 4473752"/>
                  <a:gd name="csY953" fmla="*/ 1017946 h 3183828"/>
                  <a:gd name="csX954" fmla="*/ 539189 w 4473752"/>
                  <a:gd name="csY954" fmla="*/ 1014874 h 3183828"/>
                  <a:gd name="csX955" fmla="*/ 527908 w 4473752"/>
                  <a:gd name="csY955" fmla="*/ 1014874 h 3183828"/>
                  <a:gd name="csX956" fmla="*/ 519699 w 4473752"/>
                  <a:gd name="csY956" fmla="*/ 1025122 h 3183828"/>
                  <a:gd name="csX957" fmla="*/ 498171 w 4473752"/>
                  <a:gd name="csY957" fmla="*/ 1026148 h 3183828"/>
                  <a:gd name="csX958" fmla="*/ 486883 w 4473752"/>
                  <a:gd name="csY958" fmla="*/ 1033324 h 3183828"/>
                  <a:gd name="csX959" fmla="*/ 485864 w 4473752"/>
                  <a:gd name="csY959" fmla="*/ 1041520 h 3183828"/>
                  <a:gd name="csX960" fmla="*/ 494066 w 4473752"/>
                  <a:gd name="csY960" fmla="*/ 1047670 h 3183828"/>
                  <a:gd name="csX961" fmla="*/ 493040 w 4473752"/>
                  <a:gd name="csY961" fmla="*/ 1055872 h 3183828"/>
                  <a:gd name="csX962" fmla="*/ 482785 w 4473752"/>
                  <a:gd name="csY962" fmla="*/ 1063048 h 3183828"/>
                  <a:gd name="csX963" fmla="*/ 479707 w 4473752"/>
                  <a:gd name="csY963" fmla="*/ 1055872 h 3183828"/>
                  <a:gd name="csX964" fmla="*/ 484831 w 4473752"/>
                  <a:gd name="csY964" fmla="*/ 1048696 h 3183828"/>
                  <a:gd name="csX965" fmla="*/ 481759 w 4473752"/>
                  <a:gd name="csY965" fmla="*/ 1044598 h 3183828"/>
                  <a:gd name="csX966" fmla="*/ 472531 w 4473752"/>
                  <a:gd name="csY966" fmla="*/ 1046643 h 3183828"/>
                  <a:gd name="csX967" fmla="*/ 465355 w 4473752"/>
                  <a:gd name="csY967" fmla="*/ 1065094 h 3183828"/>
                  <a:gd name="csX968" fmla="*/ 456120 w 4473752"/>
                  <a:gd name="csY968" fmla="*/ 1077393 h 3183828"/>
                  <a:gd name="csX969" fmla="*/ 455094 w 4473752"/>
                  <a:gd name="csY969" fmla="*/ 1086615 h 3183828"/>
                  <a:gd name="csX970" fmla="*/ 456120 w 4473752"/>
                  <a:gd name="csY970" fmla="*/ 1090720 h 3183828"/>
                  <a:gd name="csX971" fmla="*/ 453048 w 4473752"/>
                  <a:gd name="csY971" fmla="*/ 1095843 h 3183828"/>
                  <a:gd name="csX972" fmla="*/ 446891 w 4473752"/>
                  <a:gd name="csY972" fmla="*/ 1095843 h 3183828"/>
                  <a:gd name="csX973" fmla="*/ 437663 w 4473752"/>
                  <a:gd name="csY973" fmla="*/ 1097896 h 3183828"/>
                  <a:gd name="csX974" fmla="*/ 434584 w 4473752"/>
                  <a:gd name="csY974" fmla="*/ 1101993 h 3183828"/>
                  <a:gd name="csX975" fmla="*/ 424330 w 4473752"/>
                  <a:gd name="csY975" fmla="*/ 1109163 h 3183828"/>
                  <a:gd name="csX976" fmla="*/ 406899 w 4473752"/>
                  <a:gd name="csY976" fmla="*/ 1113267 h 3183828"/>
                  <a:gd name="csX977" fmla="*/ 400743 w 4473752"/>
                  <a:gd name="csY977" fmla="*/ 1138886 h 3183828"/>
                  <a:gd name="csX978" fmla="*/ 381259 w 4473752"/>
                  <a:gd name="csY978" fmla="*/ 1152213 h 3183828"/>
                  <a:gd name="csX979" fmla="*/ 369979 w 4473752"/>
                  <a:gd name="csY979" fmla="*/ 1158363 h 3183828"/>
                  <a:gd name="csX980" fmla="*/ 369979 w 4473752"/>
                  <a:gd name="csY980" fmla="*/ 1164512 h 3183828"/>
                  <a:gd name="csX981" fmla="*/ 352548 w 4473752"/>
                  <a:gd name="csY981" fmla="*/ 1164512 h 3183828"/>
                  <a:gd name="csX982" fmla="*/ 345372 w 4473752"/>
                  <a:gd name="csY982" fmla="*/ 1156310 h 3183828"/>
                  <a:gd name="csX983" fmla="*/ 331013 w 4473752"/>
                  <a:gd name="csY983" fmla="*/ 1156310 h 3183828"/>
                  <a:gd name="csX984" fmla="*/ 331013 w 4473752"/>
                  <a:gd name="csY984" fmla="*/ 1162460 h 3183828"/>
                  <a:gd name="csX985" fmla="*/ 339215 w 4473752"/>
                  <a:gd name="csY985" fmla="*/ 1175786 h 3183828"/>
                  <a:gd name="csX986" fmla="*/ 343320 w 4473752"/>
                  <a:gd name="csY986" fmla="*/ 1183982 h 3183828"/>
                  <a:gd name="csX987" fmla="*/ 337163 w 4473752"/>
                  <a:gd name="csY987" fmla="*/ 1192184 h 3183828"/>
                  <a:gd name="csX988" fmla="*/ 327935 w 4473752"/>
                  <a:gd name="csY988" fmla="*/ 1189112 h 3183828"/>
                  <a:gd name="csX989" fmla="*/ 320758 w 4473752"/>
                  <a:gd name="csY989" fmla="*/ 1192184 h 3183828"/>
                  <a:gd name="csX990" fmla="*/ 306399 w 4473752"/>
                  <a:gd name="csY990" fmla="*/ 1185008 h 3183828"/>
                  <a:gd name="csX991" fmla="*/ 299223 w 4473752"/>
                  <a:gd name="csY991" fmla="*/ 1183982 h 3183828"/>
                  <a:gd name="csX992" fmla="*/ 289995 w 4473752"/>
                  <a:gd name="csY992" fmla="*/ 1192184 h 3183828"/>
                  <a:gd name="csX993" fmla="*/ 277688 w 4473752"/>
                  <a:gd name="csY993" fmla="*/ 1191158 h 3183828"/>
                  <a:gd name="csX994" fmla="*/ 273584 w 4473752"/>
                  <a:gd name="csY994" fmla="*/ 1199360 h 3183828"/>
                  <a:gd name="csX995" fmla="*/ 279741 w 4473752"/>
                  <a:gd name="csY995" fmla="*/ 1204484 h 3183828"/>
                  <a:gd name="csX996" fmla="*/ 277688 w 4473752"/>
                  <a:gd name="csY996" fmla="*/ 1210634 h 3183828"/>
                  <a:gd name="csX997" fmla="*/ 286916 w 4473752"/>
                  <a:gd name="csY997" fmla="*/ 1217810 h 3183828"/>
                  <a:gd name="csX998" fmla="*/ 300250 w 4473752"/>
                  <a:gd name="csY998" fmla="*/ 1220882 h 3183828"/>
                  <a:gd name="csX999" fmla="*/ 310504 w 4473752"/>
                  <a:gd name="csY999" fmla="*/ 1222934 h 3183828"/>
                  <a:gd name="csX1000" fmla="*/ 314601 w 4473752"/>
                  <a:gd name="csY1000" fmla="*/ 1228058 h 3183828"/>
                  <a:gd name="csX1001" fmla="*/ 322804 w 4473752"/>
                  <a:gd name="csY1001" fmla="*/ 1228058 h 3183828"/>
                  <a:gd name="csX1002" fmla="*/ 332039 w 4473752"/>
                  <a:gd name="csY1002" fmla="*/ 1238305 h 3183828"/>
                  <a:gd name="csX1003" fmla="*/ 327935 w 4473752"/>
                  <a:gd name="csY1003" fmla="*/ 1248553 h 3183828"/>
                  <a:gd name="csX1004" fmla="*/ 348444 w 4473752"/>
                  <a:gd name="csY1004" fmla="*/ 1263931 h 3183828"/>
                  <a:gd name="csX1005" fmla="*/ 349470 w 4473752"/>
                  <a:gd name="csY1005" fmla="*/ 1272127 h 3183828"/>
                  <a:gd name="csX1006" fmla="*/ 345365 w 4473752"/>
                  <a:gd name="csY1006" fmla="*/ 1273153 h 3183828"/>
                  <a:gd name="csX1007" fmla="*/ 347417 w 4473752"/>
                  <a:gd name="csY1007" fmla="*/ 1288524 h 3183828"/>
                  <a:gd name="csX1008" fmla="*/ 349470 w 4473752"/>
                  <a:gd name="csY1008" fmla="*/ 1299805 h 3183828"/>
                  <a:gd name="csX1009" fmla="*/ 355620 w 4473752"/>
                  <a:gd name="csY1009" fmla="*/ 1302877 h 3183828"/>
                  <a:gd name="csX1010" fmla="*/ 358698 w 4473752"/>
                  <a:gd name="csY1010" fmla="*/ 1311079 h 3183828"/>
                  <a:gd name="csX1011" fmla="*/ 350496 w 4473752"/>
                  <a:gd name="csY1011" fmla="*/ 1304929 h 3183828"/>
                  <a:gd name="csX1012" fmla="*/ 350496 w 4473752"/>
                  <a:gd name="csY1012" fmla="*/ 1319274 h 3183828"/>
                  <a:gd name="csX1013" fmla="*/ 346391 w 4473752"/>
                  <a:gd name="csY1013" fmla="*/ 1336698 h 3183828"/>
                  <a:gd name="csX1014" fmla="*/ 340242 w 4473752"/>
                  <a:gd name="csY1014" fmla="*/ 1353096 h 3183828"/>
                  <a:gd name="csX1015" fmla="*/ 315628 w 4473752"/>
                  <a:gd name="csY1015" fmla="*/ 1352077 h 3183828"/>
                  <a:gd name="csX1016" fmla="*/ 294093 w 4473752"/>
                  <a:gd name="csY1016" fmla="*/ 1346946 h 3183828"/>
                  <a:gd name="csX1017" fmla="*/ 278714 w 4473752"/>
                  <a:gd name="csY1017" fmla="*/ 1350024 h 3183828"/>
                  <a:gd name="csX1018" fmla="*/ 257179 w 4473752"/>
                  <a:gd name="csY1018" fmla="*/ 1342848 h 3183828"/>
                  <a:gd name="csX1019" fmla="*/ 246918 w 4473752"/>
                  <a:gd name="csY1019" fmla="*/ 1344900 h 3183828"/>
                  <a:gd name="csX1020" fmla="*/ 239741 w 4473752"/>
                  <a:gd name="csY1020" fmla="*/ 1346946 h 3183828"/>
                  <a:gd name="csX1021" fmla="*/ 213083 w 4473752"/>
                  <a:gd name="csY1021" fmla="*/ 1345920 h 3183828"/>
                  <a:gd name="csX1022" fmla="*/ 208978 w 4473752"/>
                  <a:gd name="csY1022" fmla="*/ 1339777 h 3183828"/>
                  <a:gd name="csX1023" fmla="*/ 198723 w 4473752"/>
                  <a:gd name="csY1023" fmla="*/ 1340796 h 3183828"/>
                  <a:gd name="csX1024" fmla="*/ 193599 w 4473752"/>
                  <a:gd name="csY1024" fmla="*/ 1350024 h 3183828"/>
                  <a:gd name="csX1025" fmla="*/ 181293 w 4473752"/>
                  <a:gd name="csY1025" fmla="*/ 1355148 h 3183828"/>
                  <a:gd name="csX1026" fmla="*/ 174117 w 4473752"/>
                  <a:gd name="csY1026" fmla="*/ 1366422 h 3183828"/>
                  <a:gd name="csX1027" fmla="*/ 185390 w 4473752"/>
                  <a:gd name="csY1027" fmla="*/ 1383846 h 3183828"/>
                  <a:gd name="csX1028" fmla="*/ 186417 w 4473752"/>
                  <a:gd name="csY1028" fmla="*/ 1394093 h 3183828"/>
                  <a:gd name="csX1029" fmla="*/ 182319 w 4473752"/>
                  <a:gd name="csY1029" fmla="*/ 1402296 h 3183828"/>
                  <a:gd name="csX1030" fmla="*/ 185390 w 4473752"/>
                  <a:gd name="csY1030" fmla="*/ 1413570 h 3183828"/>
                  <a:gd name="csX1031" fmla="*/ 189495 w 4473752"/>
                  <a:gd name="csY1031" fmla="*/ 1427915 h 3183828"/>
                  <a:gd name="csX1032" fmla="*/ 186417 w 4473752"/>
                  <a:gd name="csY1032" fmla="*/ 1447391 h 3183828"/>
                  <a:gd name="csX1033" fmla="*/ 181286 w 4473752"/>
                  <a:gd name="csY1033" fmla="*/ 1452515 h 3183828"/>
                  <a:gd name="csX1034" fmla="*/ 179240 w 4473752"/>
                  <a:gd name="csY1034" fmla="*/ 1463789 h 3183828"/>
                  <a:gd name="csX1035" fmla="*/ 173084 w 4473752"/>
                  <a:gd name="csY1035" fmla="*/ 1470965 h 3183828"/>
                  <a:gd name="csX1036" fmla="*/ 174110 w 4473752"/>
                  <a:gd name="csY1036" fmla="*/ 1492486 h 3183828"/>
                  <a:gd name="csX1037" fmla="*/ 181286 w 4473752"/>
                  <a:gd name="csY1037" fmla="*/ 1492486 h 3183828"/>
                  <a:gd name="csX1038" fmla="*/ 183338 w 4473752"/>
                  <a:gd name="csY1038" fmla="*/ 1500689 h 3183828"/>
                  <a:gd name="csX1039" fmla="*/ 182312 w 4473752"/>
                  <a:gd name="csY1039" fmla="*/ 1521184 h 3183828"/>
                  <a:gd name="csX1040" fmla="*/ 180267 w 4473752"/>
                  <a:gd name="csY1040" fmla="*/ 1533484 h 3183828"/>
                  <a:gd name="csX1041" fmla="*/ 192566 w 4473752"/>
                  <a:gd name="csY1041" fmla="*/ 1534510 h 3183828"/>
                  <a:gd name="csX1042" fmla="*/ 202821 w 4473752"/>
                  <a:gd name="csY1042" fmla="*/ 1536562 h 3183828"/>
                  <a:gd name="csX1043" fmla="*/ 213075 w 4473752"/>
                  <a:gd name="csY1043" fmla="*/ 1530412 h 3183828"/>
                  <a:gd name="csX1044" fmla="*/ 218206 w 4473752"/>
                  <a:gd name="csY1044" fmla="*/ 1529386 h 3183828"/>
                  <a:gd name="csX1045" fmla="*/ 227435 w 4473752"/>
                  <a:gd name="csY1045" fmla="*/ 1531438 h 3183828"/>
                  <a:gd name="csX1046" fmla="*/ 234611 w 4473752"/>
                  <a:gd name="csY1046" fmla="*/ 1548855 h 3183828"/>
                  <a:gd name="csX1047" fmla="*/ 243846 w 4473752"/>
                  <a:gd name="csY1047" fmla="*/ 1553986 h 3183828"/>
                  <a:gd name="csX1048" fmla="*/ 247944 w 4473752"/>
                  <a:gd name="csY1048" fmla="*/ 1558084 h 3183828"/>
                  <a:gd name="csX1049" fmla="*/ 257172 w 4473752"/>
                  <a:gd name="csY1049" fmla="*/ 1560136 h 3183828"/>
                  <a:gd name="csX1050" fmla="*/ 270505 w 4473752"/>
                  <a:gd name="csY1050" fmla="*/ 1547836 h 3183828"/>
                  <a:gd name="csX1051" fmla="*/ 289988 w 4473752"/>
                  <a:gd name="csY1051" fmla="*/ 1542712 h 3183828"/>
                  <a:gd name="csX1052" fmla="*/ 302295 w 4473752"/>
                  <a:gd name="csY1052" fmla="*/ 1544758 h 3183828"/>
                  <a:gd name="csX1053" fmla="*/ 314601 w 4473752"/>
                  <a:gd name="csY1053" fmla="*/ 1548862 h 3183828"/>
                  <a:gd name="csX1054" fmla="*/ 327928 w 4473752"/>
                  <a:gd name="csY1054" fmla="*/ 1539634 h 3183828"/>
                  <a:gd name="csX1055" fmla="*/ 331006 w 4473752"/>
                  <a:gd name="csY1055" fmla="*/ 1532458 h 3183828"/>
                  <a:gd name="csX1056" fmla="*/ 340234 w 4473752"/>
                  <a:gd name="csY1056" fmla="*/ 1528360 h 3183828"/>
                  <a:gd name="csX1057" fmla="*/ 347417 w 4473752"/>
                  <a:gd name="csY1057" fmla="*/ 1520165 h 3183828"/>
                  <a:gd name="csX1058" fmla="*/ 360751 w 4473752"/>
                  <a:gd name="csY1058" fmla="*/ 1514015 h 3183828"/>
                  <a:gd name="csX1059" fmla="*/ 363822 w 4473752"/>
                  <a:gd name="csY1059" fmla="*/ 1500689 h 3183828"/>
                  <a:gd name="csX1060" fmla="*/ 375103 w 4473752"/>
                  <a:gd name="csY1060" fmla="*/ 1487362 h 3183828"/>
                  <a:gd name="csX1061" fmla="*/ 373050 w 4473752"/>
                  <a:gd name="csY1061" fmla="*/ 1465841 h 3183828"/>
                  <a:gd name="csX1062" fmla="*/ 374077 w 4473752"/>
                  <a:gd name="csY1062" fmla="*/ 1444319 h 3183828"/>
                  <a:gd name="csX1063" fmla="*/ 385357 w 4473752"/>
                  <a:gd name="csY1063" fmla="*/ 1433046 h 3183828"/>
                  <a:gd name="csX1064" fmla="*/ 386383 w 4473752"/>
                  <a:gd name="csY1064" fmla="*/ 1425869 h 3183828"/>
                  <a:gd name="csX1065" fmla="*/ 398690 w 4473752"/>
                  <a:gd name="csY1065" fmla="*/ 1414596 h 3183828"/>
                  <a:gd name="csX1066" fmla="*/ 410997 w 4473752"/>
                  <a:gd name="csY1066" fmla="*/ 1413570 h 3183828"/>
                  <a:gd name="csX1067" fmla="*/ 430480 w 4473752"/>
                  <a:gd name="csY1067" fmla="*/ 1405374 h 3183828"/>
                  <a:gd name="csX1068" fmla="*/ 437656 w 4473752"/>
                  <a:gd name="csY1068" fmla="*/ 1387950 h 3183828"/>
                  <a:gd name="csX1069" fmla="*/ 435611 w 4473752"/>
                  <a:gd name="csY1069" fmla="*/ 1375650 h 3183828"/>
                  <a:gd name="csX1070" fmla="*/ 440735 w 4473752"/>
                  <a:gd name="csY1070" fmla="*/ 1357200 h 3183828"/>
                  <a:gd name="csX1071" fmla="*/ 456120 w 4473752"/>
                  <a:gd name="csY1071" fmla="*/ 1347972 h 3183828"/>
                  <a:gd name="csX1072" fmla="*/ 473550 w 4473752"/>
                  <a:gd name="csY1072" fmla="*/ 1355148 h 3183828"/>
                  <a:gd name="csX1073" fmla="*/ 485857 w 4473752"/>
                  <a:gd name="csY1073" fmla="*/ 1354129 h 3183828"/>
                  <a:gd name="csX1074" fmla="*/ 496112 w 4473752"/>
                  <a:gd name="csY1074" fmla="*/ 1357200 h 3183828"/>
                  <a:gd name="csX1075" fmla="*/ 508418 w 4473752"/>
                  <a:gd name="csY1075" fmla="*/ 1354129 h 3183828"/>
                  <a:gd name="csX1076" fmla="*/ 518673 w 4473752"/>
                  <a:gd name="csY1076" fmla="*/ 1347979 h 3183828"/>
                  <a:gd name="csX1077" fmla="*/ 528927 w 4473752"/>
                  <a:gd name="csY1077" fmla="*/ 1344900 h 3183828"/>
                  <a:gd name="csX1078" fmla="*/ 541234 w 4473752"/>
                  <a:gd name="csY1078" fmla="*/ 1337211 h 3183828"/>
                  <a:gd name="csX1079" fmla="*/ 555587 w 4473752"/>
                  <a:gd name="csY1079" fmla="*/ 1323379 h 3183828"/>
                  <a:gd name="csX1080" fmla="*/ 576096 w 4473752"/>
                  <a:gd name="csY1080" fmla="*/ 1319281 h 3183828"/>
                  <a:gd name="csX1081" fmla="*/ 584305 w 4473752"/>
                  <a:gd name="csY1081" fmla="*/ 1323379 h 3183828"/>
                  <a:gd name="csX1082" fmla="*/ 597631 w 4473752"/>
                  <a:gd name="csY1082" fmla="*/ 1343881 h 3183828"/>
                  <a:gd name="csX1083" fmla="*/ 599683 w 4473752"/>
                  <a:gd name="csY1083" fmla="*/ 1364376 h 3183828"/>
                  <a:gd name="csX1084" fmla="*/ 613016 w 4473752"/>
                  <a:gd name="csY1084" fmla="*/ 1373605 h 3183828"/>
                  <a:gd name="csX1085" fmla="*/ 617114 w 4473752"/>
                  <a:gd name="csY1085" fmla="*/ 1384879 h 3183828"/>
                  <a:gd name="csX1086" fmla="*/ 628394 w 4473752"/>
                  <a:gd name="csY1086" fmla="*/ 1394100 h 3183828"/>
                  <a:gd name="csX1087" fmla="*/ 636597 w 4473752"/>
                  <a:gd name="csY1087" fmla="*/ 1395126 h 3183828"/>
                  <a:gd name="csX1088" fmla="*/ 640701 w 4473752"/>
                  <a:gd name="csY1088" fmla="*/ 1404348 h 3183828"/>
                  <a:gd name="csX1089" fmla="*/ 660184 w 4473752"/>
                  <a:gd name="csY1089" fmla="*/ 1415622 h 3183828"/>
                  <a:gd name="csX1090" fmla="*/ 666341 w 4473752"/>
                  <a:gd name="csY1090" fmla="*/ 1416648 h 3183828"/>
                  <a:gd name="csX1091" fmla="*/ 674543 w 4473752"/>
                  <a:gd name="csY1091" fmla="*/ 1425876 h 3183828"/>
                  <a:gd name="csX1092" fmla="*/ 680693 w 4473752"/>
                  <a:gd name="csY1092" fmla="*/ 1425876 h 3183828"/>
                  <a:gd name="csX1093" fmla="*/ 684798 w 4473752"/>
                  <a:gd name="csY1093" fmla="*/ 1431000 h 3183828"/>
                  <a:gd name="csX1094" fmla="*/ 694026 w 4473752"/>
                  <a:gd name="csY1094" fmla="*/ 1434072 h 3183828"/>
                  <a:gd name="csX1095" fmla="*/ 696078 w 4473752"/>
                  <a:gd name="csY1095" fmla="*/ 1443300 h 3183828"/>
                  <a:gd name="csX1096" fmla="*/ 704281 w 4473752"/>
                  <a:gd name="csY1096" fmla="*/ 1448424 h 3183828"/>
                  <a:gd name="csX1097" fmla="*/ 710430 w 4473752"/>
                  <a:gd name="csY1097" fmla="*/ 1448424 h 3183828"/>
                  <a:gd name="csX1098" fmla="*/ 717614 w 4473752"/>
                  <a:gd name="csY1098" fmla="*/ 1456619 h 3183828"/>
                  <a:gd name="csX1099" fmla="*/ 717614 w 4473752"/>
                  <a:gd name="csY1099" fmla="*/ 1466874 h 3183828"/>
                  <a:gd name="csX1100" fmla="*/ 721711 w 4473752"/>
                  <a:gd name="csY1100" fmla="*/ 1480200 h 3183828"/>
                  <a:gd name="csX1101" fmla="*/ 712483 w 4473752"/>
                  <a:gd name="csY1101" fmla="*/ 1492493 h 3183828"/>
                  <a:gd name="csX1102" fmla="*/ 709405 w 4473752"/>
                  <a:gd name="csY1102" fmla="*/ 1501722 h 3183828"/>
                  <a:gd name="csX1103" fmla="*/ 714535 w 4473752"/>
                  <a:gd name="csY1103" fmla="*/ 1507871 h 3183828"/>
                  <a:gd name="csX1104" fmla="*/ 729913 w 4473752"/>
                  <a:gd name="csY1104" fmla="*/ 1496598 h 3183828"/>
                  <a:gd name="csX1105" fmla="*/ 734018 w 4473752"/>
                  <a:gd name="csY1105" fmla="*/ 1484298 h 3183828"/>
                  <a:gd name="csX1106" fmla="*/ 743246 w 4473752"/>
                  <a:gd name="csY1106" fmla="*/ 1479174 h 3183828"/>
                  <a:gd name="csX1107" fmla="*/ 742220 w 4473752"/>
                  <a:gd name="csY1107" fmla="*/ 1468919 h 3183828"/>
                  <a:gd name="csX1108" fmla="*/ 730940 w 4473752"/>
                  <a:gd name="csY1108" fmla="*/ 1456619 h 3183828"/>
                  <a:gd name="csX1109" fmla="*/ 735044 w 4473752"/>
                  <a:gd name="csY1109" fmla="*/ 1440222 h 3183828"/>
                  <a:gd name="csX1110" fmla="*/ 747351 w 4473752"/>
                  <a:gd name="csY1110" fmla="*/ 1438176 h 3183828"/>
                  <a:gd name="csX1111" fmla="*/ 755553 w 4473752"/>
                  <a:gd name="csY1111" fmla="*/ 1442274 h 3183828"/>
                  <a:gd name="csX1112" fmla="*/ 768886 w 4473752"/>
                  <a:gd name="csY1112" fmla="*/ 1451495 h 3183828"/>
                  <a:gd name="csX1113" fmla="*/ 772984 w 4473752"/>
                  <a:gd name="csY1113" fmla="*/ 1448424 h 3183828"/>
                  <a:gd name="csX1114" fmla="*/ 770939 w 4473752"/>
                  <a:gd name="csY1114" fmla="*/ 1439202 h 3183828"/>
                  <a:gd name="csX1115" fmla="*/ 756579 w 4473752"/>
                  <a:gd name="csY1115" fmla="*/ 1426902 h 3183828"/>
                  <a:gd name="csX1116" fmla="*/ 744273 w 4473752"/>
                  <a:gd name="csY1116" fmla="*/ 1422798 h 3183828"/>
                  <a:gd name="csX1117" fmla="*/ 743246 w 4473752"/>
                  <a:gd name="csY1117" fmla="*/ 1414603 h 3183828"/>
                  <a:gd name="csX1118" fmla="*/ 726842 w 4473752"/>
                  <a:gd name="csY1118" fmla="*/ 1412550 h 3183828"/>
                  <a:gd name="csX1119" fmla="*/ 720685 w 4473752"/>
                  <a:gd name="csY1119" fmla="*/ 1407426 h 3183828"/>
                  <a:gd name="csX1120" fmla="*/ 715561 w 4473752"/>
                  <a:gd name="csY1120" fmla="*/ 1394100 h 3183828"/>
                  <a:gd name="csX1121" fmla="*/ 696078 w 4473752"/>
                  <a:gd name="csY1121" fmla="*/ 1391029 h 3183828"/>
                  <a:gd name="csX1122" fmla="*/ 675569 w 4473752"/>
                  <a:gd name="csY1122" fmla="*/ 1378729 h 3183828"/>
                  <a:gd name="csX1123" fmla="*/ 665315 w 4473752"/>
                  <a:gd name="csY1123" fmla="*/ 1354129 h 3183828"/>
                  <a:gd name="csX1124" fmla="*/ 656086 w 4473752"/>
                  <a:gd name="csY1124" fmla="*/ 1339777 h 3183828"/>
                  <a:gd name="csX1125" fmla="*/ 634551 w 4473752"/>
                  <a:gd name="csY1125" fmla="*/ 1324405 h 3183828"/>
                  <a:gd name="csX1126" fmla="*/ 635577 w 4473752"/>
                  <a:gd name="csY1126" fmla="*/ 1301857 h 3183828"/>
                  <a:gd name="csX1127" fmla="*/ 634551 w 4473752"/>
                  <a:gd name="csY1127" fmla="*/ 1297760 h 3183828"/>
                  <a:gd name="csX1128" fmla="*/ 642754 w 4473752"/>
                  <a:gd name="csY1128" fmla="*/ 1288531 h 3183828"/>
                  <a:gd name="csX1129" fmla="*/ 665315 w 4473752"/>
                  <a:gd name="csY1129" fmla="*/ 1284434 h 3183828"/>
                  <a:gd name="csX1130" fmla="*/ 665315 w 4473752"/>
                  <a:gd name="csY1130" fmla="*/ 1294681 h 3183828"/>
                  <a:gd name="csX1131" fmla="*/ 673517 w 4473752"/>
                  <a:gd name="csY1131" fmla="*/ 1310053 h 3183828"/>
                  <a:gd name="csX1132" fmla="*/ 676595 w 4473752"/>
                  <a:gd name="csY1132" fmla="*/ 1301857 h 3183828"/>
                  <a:gd name="csX1133" fmla="*/ 684798 w 4473752"/>
                  <a:gd name="csY1133" fmla="*/ 1296734 h 3183828"/>
                  <a:gd name="csX1134" fmla="*/ 690954 w 4473752"/>
                  <a:gd name="csY1134" fmla="*/ 1310060 h 3183828"/>
                  <a:gd name="csX1135" fmla="*/ 698131 w 4473752"/>
                  <a:gd name="csY1135" fmla="*/ 1317229 h 3183828"/>
                  <a:gd name="csX1136" fmla="*/ 700183 w 4473752"/>
                  <a:gd name="csY1136" fmla="*/ 1328503 h 3183828"/>
                  <a:gd name="csX1137" fmla="*/ 711457 w 4473752"/>
                  <a:gd name="csY1137" fmla="*/ 1340803 h 3183828"/>
                  <a:gd name="csX1138" fmla="*/ 727868 w 4473752"/>
                  <a:gd name="csY1138" fmla="*/ 1351057 h 3183828"/>
                  <a:gd name="csX1139" fmla="*/ 747351 w 4473752"/>
                  <a:gd name="csY1139" fmla="*/ 1361305 h 3183828"/>
                  <a:gd name="csX1140" fmla="*/ 752482 w 4473752"/>
                  <a:gd name="csY1140" fmla="*/ 1372579 h 3183828"/>
                  <a:gd name="csX1141" fmla="*/ 766834 w 4473752"/>
                  <a:gd name="csY1141" fmla="*/ 1377703 h 3183828"/>
                  <a:gd name="csX1142" fmla="*/ 784265 w 4473752"/>
                  <a:gd name="csY1142" fmla="*/ 1387957 h 3183828"/>
                  <a:gd name="csX1143" fmla="*/ 792474 w 4473752"/>
                  <a:gd name="csY1143" fmla="*/ 1398205 h 3183828"/>
                  <a:gd name="csX1144" fmla="*/ 793493 w 4473752"/>
                  <a:gd name="csY1144" fmla="*/ 1408453 h 3183828"/>
                  <a:gd name="csX1145" fmla="*/ 790422 w 4473752"/>
                  <a:gd name="csY1145" fmla="*/ 1421779 h 3183828"/>
                  <a:gd name="csX1146" fmla="*/ 793493 w 4473752"/>
                  <a:gd name="csY1146" fmla="*/ 1440222 h 3183828"/>
                  <a:gd name="csX1147" fmla="*/ 806826 w 4473752"/>
                  <a:gd name="csY1147" fmla="*/ 1456626 h 3183828"/>
                  <a:gd name="csX1148" fmla="*/ 809904 w 4473752"/>
                  <a:gd name="csY1148" fmla="*/ 1465848 h 3183828"/>
                  <a:gd name="csX1149" fmla="*/ 818107 w 4473752"/>
                  <a:gd name="csY1149" fmla="*/ 1474050 h 3183828"/>
                  <a:gd name="csX1150" fmla="*/ 822211 w 4473752"/>
                  <a:gd name="csY1150" fmla="*/ 1486343 h 3183828"/>
                  <a:gd name="csX1151" fmla="*/ 832466 w 4473752"/>
                  <a:gd name="csY1151" fmla="*/ 1495572 h 3183828"/>
                  <a:gd name="csX1152" fmla="*/ 844772 w 4473752"/>
                  <a:gd name="csY1152" fmla="*/ 1492500 h 3183828"/>
                  <a:gd name="csX1153" fmla="*/ 862203 w 4473752"/>
                  <a:gd name="csY1153" fmla="*/ 1493519 h 3183828"/>
                  <a:gd name="csX1154" fmla="*/ 866308 w 4473752"/>
                  <a:gd name="csY1154" fmla="*/ 1500695 h 3183828"/>
                  <a:gd name="csX1155" fmla="*/ 845799 w 4473752"/>
                  <a:gd name="csY1155" fmla="*/ 1499669 h 3183828"/>
                  <a:gd name="csX1156" fmla="*/ 832466 w 4473752"/>
                  <a:gd name="csY1156" fmla="*/ 1502748 h 3183828"/>
                  <a:gd name="csX1157" fmla="*/ 832466 w 4473752"/>
                  <a:gd name="csY1157" fmla="*/ 1510943 h 3183828"/>
                  <a:gd name="csX1158" fmla="*/ 840668 w 4473752"/>
                  <a:gd name="csY1158" fmla="*/ 1519145 h 3183828"/>
                  <a:gd name="csX1159" fmla="*/ 837589 w 4473752"/>
                  <a:gd name="csY1159" fmla="*/ 1530419 h 3183828"/>
                  <a:gd name="csX1160" fmla="*/ 840668 w 4473752"/>
                  <a:gd name="csY1160" fmla="*/ 1534517 h 3183828"/>
                  <a:gd name="csX1161" fmla="*/ 849896 w 4473752"/>
                  <a:gd name="csY1161" fmla="*/ 1535543 h 3183828"/>
                  <a:gd name="csX1162" fmla="*/ 855020 w 4473752"/>
                  <a:gd name="csY1162" fmla="*/ 1541693 h 3183828"/>
                  <a:gd name="csX1163" fmla="*/ 863229 w 4473752"/>
                  <a:gd name="csY1163" fmla="*/ 1541693 h 3183828"/>
                  <a:gd name="csX1164" fmla="*/ 871432 w 4473752"/>
                  <a:gd name="csY1164" fmla="*/ 1543745 h 3183828"/>
                  <a:gd name="csX1165" fmla="*/ 870405 w 4473752"/>
                  <a:gd name="csY1165" fmla="*/ 1528367 h 3183828"/>
                  <a:gd name="csX1166" fmla="*/ 864255 w 4473752"/>
                  <a:gd name="csY1166" fmla="*/ 1522224 h 3183828"/>
                  <a:gd name="csX1167" fmla="*/ 866301 w 4473752"/>
                  <a:gd name="csY1167" fmla="*/ 1519145 h 3183828"/>
                  <a:gd name="csX1168" fmla="*/ 875529 w 4473752"/>
                  <a:gd name="csY1168" fmla="*/ 1521198 h 3183828"/>
                  <a:gd name="csX1169" fmla="*/ 877581 w 4473752"/>
                  <a:gd name="csY1169" fmla="*/ 1508898 h 3183828"/>
                  <a:gd name="csX1170" fmla="*/ 889888 w 4473752"/>
                  <a:gd name="csY1170" fmla="*/ 1507871 h 3183828"/>
                  <a:gd name="csX1171" fmla="*/ 889888 w 4473752"/>
                  <a:gd name="csY1171" fmla="*/ 1498650 h 3183828"/>
                  <a:gd name="csX1172" fmla="*/ 879634 w 4473752"/>
                  <a:gd name="csY1172" fmla="*/ 1488395 h 3183828"/>
                  <a:gd name="csX1173" fmla="*/ 865275 w 4473752"/>
                  <a:gd name="csY1173" fmla="*/ 1483272 h 3183828"/>
                  <a:gd name="csX1174" fmla="*/ 868353 w 4473752"/>
                  <a:gd name="csY1174" fmla="*/ 1463802 h 3183828"/>
                  <a:gd name="csX1175" fmla="*/ 855020 w 4473752"/>
                  <a:gd name="csY1175" fmla="*/ 1446372 h 3183828"/>
                  <a:gd name="csX1176" fmla="*/ 856053 w 4473752"/>
                  <a:gd name="csY1176" fmla="*/ 1436124 h 3183828"/>
                  <a:gd name="csX1177" fmla="*/ 863229 w 4473752"/>
                  <a:gd name="csY1177" fmla="*/ 1433052 h 3183828"/>
                  <a:gd name="csX1178" fmla="*/ 868353 w 4473752"/>
                  <a:gd name="csY1178" fmla="*/ 1436124 h 3183828"/>
                  <a:gd name="csX1179" fmla="*/ 869379 w 4473752"/>
                  <a:gd name="csY1179" fmla="*/ 1442274 h 3183828"/>
                  <a:gd name="csX1180" fmla="*/ 876562 w 4473752"/>
                  <a:gd name="csY1180" fmla="*/ 1450476 h 3183828"/>
                  <a:gd name="csX1181" fmla="*/ 879634 w 4473752"/>
                  <a:gd name="csY1181" fmla="*/ 1449450 h 3183828"/>
                  <a:gd name="csX1182" fmla="*/ 877581 w 4473752"/>
                  <a:gd name="csY1182" fmla="*/ 1442274 h 3183828"/>
                  <a:gd name="csX1183" fmla="*/ 881686 w 4473752"/>
                  <a:gd name="csY1183" fmla="*/ 1441255 h 3183828"/>
                  <a:gd name="csX1184" fmla="*/ 883738 w 4473752"/>
                  <a:gd name="csY1184" fmla="*/ 1449450 h 3183828"/>
                  <a:gd name="csX1185" fmla="*/ 886810 w 4473752"/>
                  <a:gd name="csY1185" fmla="*/ 1449450 h 3183828"/>
                  <a:gd name="csX1186" fmla="*/ 885791 w 4473752"/>
                  <a:gd name="csY1186" fmla="*/ 1443300 h 3183828"/>
                  <a:gd name="csX1187" fmla="*/ 891940 w 4473752"/>
                  <a:gd name="csY1187" fmla="*/ 1445352 h 3183828"/>
                  <a:gd name="csX1188" fmla="*/ 893993 w 4473752"/>
                  <a:gd name="csY1188" fmla="*/ 1441255 h 3183828"/>
                  <a:gd name="csX1189" fmla="*/ 884764 w 4473752"/>
                  <a:gd name="csY1189" fmla="*/ 1436124 h 3183828"/>
                  <a:gd name="csX1190" fmla="*/ 884764 w 4473752"/>
                  <a:gd name="csY1190" fmla="*/ 1426902 h 3183828"/>
                  <a:gd name="csX1191" fmla="*/ 896045 w 4473752"/>
                  <a:gd name="csY1191" fmla="*/ 1424850 h 3183828"/>
                  <a:gd name="csX1192" fmla="*/ 904247 w 4473752"/>
                  <a:gd name="csY1192" fmla="*/ 1422805 h 3183828"/>
                  <a:gd name="csX1193" fmla="*/ 910397 w 4473752"/>
                  <a:gd name="csY1193" fmla="*/ 1424857 h 3183828"/>
                  <a:gd name="csX1194" fmla="*/ 920652 w 4473752"/>
                  <a:gd name="csY1194" fmla="*/ 1421779 h 3183828"/>
                  <a:gd name="csX1195" fmla="*/ 932466 w 4473752"/>
                  <a:gd name="csY1195" fmla="*/ 1426642 h 3183828"/>
                  <a:gd name="csX1196" fmla="*/ 938089 w 4473752"/>
                  <a:gd name="csY1196" fmla="*/ 1428955 h 3183828"/>
                  <a:gd name="csX1197" fmla="*/ 932959 w 4473752"/>
                  <a:gd name="csY1197" fmla="*/ 1435105 h 3183828"/>
                  <a:gd name="csX1198" fmla="*/ 933985 w 4473752"/>
                  <a:gd name="csY1198" fmla="*/ 1440228 h 3183828"/>
                  <a:gd name="csX1199" fmla="*/ 944239 w 4473752"/>
                  <a:gd name="csY1199" fmla="*/ 1428955 h 3183828"/>
                  <a:gd name="csX1200" fmla="*/ 960651 w 4473752"/>
                  <a:gd name="csY1200" fmla="*/ 1425876 h 3183828"/>
                  <a:gd name="csX1201" fmla="*/ 963722 w 4473752"/>
                  <a:gd name="csY1201" fmla="*/ 1418700 h 3183828"/>
                  <a:gd name="csX1202" fmla="*/ 977055 w 4473752"/>
                  <a:gd name="csY1202" fmla="*/ 1420752 h 3183828"/>
                  <a:gd name="csX1203" fmla="*/ 989362 w 4473752"/>
                  <a:gd name="csY1203" fmla="*/ 1420752 h 3183828"/>
                  <a:gd name="csX1204" fmla="*/ 990388 w 4473752"/>
                  <a:gd name="csY1204" fmla="*/ 1412557 h 3183828"/>
                  <a:gd name="csX1205" fmla="*/ 965774 w 4473752"/>
                  <a:gd name="csY1205" fmla="*/ 1388983 h 3183828"/>
                  <a:gd name="csX1206" fmla="*/ 970905 w 4473752"/>
                  <a:gd name="csY1206" fmla="*/ 1378729 h 3183828"/>
                  <a:gd name="csX1207" fmla="*/ 971931 w 4473752"/>
                  <a:gd name="csY1207" fmla="*/ 1355162 h 3183828"/>
                  <a:gd name="csX1208" fmla="*/ 981160 w 4473752"/>
                  <a:gd name="csY1208" fmla="*/ 1349005 h 3183828"/>
                  <a:gd name="csX1209" fmla="*/ 982186 w 4473752"/>
                  <a:gd name="csY1209" fmla="*/ 1336712 h 3183828"/>
                  <a:gd name="csX1210" fmla="*/ 987310 w 4473752"/>
                  <a:gd name="csY1210" fmla="*/ 1316210 h 3183828"/>
                  <a:gd name="csX1211" fmla="*/ 1007826 w 4473752"/>
                  <a:gd name="csY1211" fmla="*/ 1294688 h 3183828"/>
                  <a:gd name="csX1212" fmla="*/ 1004747 w 4473752"/>
                  <a:gd name="csY1212" fmla="*/ 1285460 h 3183828"/>
                  <a:gd name="csX1213" fmla="*/ 1021152 w 4473752"/>
                  <a:gd name="csY1213" fmla="*/ 1269062 h 3183828"/>
                  <a:gd name="csX1214" fmla="*/ 1021152 w 4473752"/>
                  <a:gd name="csY1214" fmla="*/ 1258814 h 3183828"/>
                  <a:gd name="csX1215" fmla="*/ 1034485 w 4473752"/>
                  <a:gd name="csY1215" fmla="*/ 1257788 h 3183828"/>
                  <a:gd name="csX1216" fmla="*/ 1041661 w 4473752"/>
                  <a:gd name="csY1216" fmla="*/ 1250619 h 3183828"/>
                  <a:gd name="csX1217" fmla="*/ 1047818 w 4473752"/>
                  <a:gd name="csY1217" fmla="*/ 1251638 h 3183828"/>
                  <a:gd name="csX1218" fmla="*/ 1053968 w 4473752"/>
                  <a:gd name="csY1218" fmla="*/ 1260867 h 3183828"/>
                  <a:gd name="csX1219" fmla="*/ 1064222 w 4473752"/>
                  <a:gd name="csY1219" fmla="*/ 1262912 h 3183828"/>
                  <a:gd name="csX1220" fmla="*/ 1078581 w 4473752"/>
                  <a:gd name="csY1220" fmla="*/ 1263938 h 3183828"/>
                  <a:gd name="csX1221" fmla="*/ 1088836 w 4473752"/>
                  <a:gd name="csY1221" fmla="*/ 1268043 h 3183828"/>
                  <a:gd name="csX1222" fmla="*/ 1088836 w 4473752"/>
                  <a:gd name="csY1222" fmla="*/ 1273167 h 3183828"/>
                  <a:gd name="csX1223" fmla="*/ 1075503 w 4473752"/>
                  <a:gd name="csY1223" fmla="*/ 1281362 h 3183828"/>
                  <a:gd name="csX1224" fmla="*/ 1070372 w 4473752"/>
                  <a:gd name="csY1224" fmla="*/ 1282388 h 3183828"/>
                  <a:gd name="csX1225" fmla="*/ 1070372 w 4473752"/>
                  <a:gd name="csY1225" fmla="*/ 1288538 h 3183828"/>
                  <a:gd name="csX1226" fmla="*/ 1085757 w 4473752"/>
                  <a:gd name="csY1226" fmla="*/ 1293662 h 3183828"/>
                  <a:gd name="csX1227" fmla="*/ 1084731 w 4473752"/>
                  <a:gd name="csY1227" fmla="*/ 1304936 h 3183828"/>
                  <a:gd name="csX1228" fmla="*/ 1088836 w 4473752"/>
                  <a:gd name="csY1228" fmla="*/ 1315190 h 3183828"/>
                  <a:gd name="csX1229" fmla="*/ 1103188 w 4473752"/>
                  <a:gd name="csY1229" fmla="*/ 1315190 h 3183828"/>
                  <a:gd name="csX1230" fmla="*/ 1118573 w 4473752"/>
                  <a:gd name="csY1230" fmla="*/ 1303917 h 3183828"/>
                  <a:gd name="csX1231" fmla="*/ 1130880 w 4473752"/>
                  <a:gd name="csY1231" fmla="*/ 1298786 h 3183828"/>
                  <a:gd name="csX1232" fmla="*/ 1145232 w 4473752"/>
                  <a:gd name="csY1232" fmla="*/ 1297767 h 3183828"/>
                  <a:gd name="csX1233" fmla="*/ 1145232 w 4473752"/>
                  <a:gd name="csY1233" fmla="*/ 1289564 h 3183828"/>
                  <a:gd name="csX1234" fmla="*/ 1138056 w 4473752"/>
                  <a:gd name="csY1234" fmla="*/ 1288538 h 3183828"/>
                  <a:gd name="csX1235" fmla="*/ 1118573 w 4473752"/>
                  <a:gd name="csY1235" fmla="*/ 1286493 h 3183828"/>
                  <a:gd name="csX1236" fmla="*/ 1112416 w 4473752"/>
                  <a:gd name="csY1236" fmla="*/ 1278290 h 3183828"/>
                  <a:gd name="csX1237" fmla="*/ 1097038 w 4473752"/>
                  <a:gd name="csY1237" fmla="*/ 1272140 h 3183828"/>
                  <a:gd name="csX1238" fmla="*/ 1094986 w 4473752"/>
                  <a:gd name="csY1238" fmla="*/ 1267017 h 3183828"/>
                  <a:gd name="csX1239" fmla="*/ 1118573 w 4473752"/>
                  <a:gd name="csY1239" fmla="*/ 1263945 h 3183828"/>
                  <a:gd name="csX1240" fmla="*/ 1122678 w 4473752"/>
                  <a:gd name="csY1240" fmla="*/ 1258814 h 3183828"/>
                  <a:gd name="csX1241" fmla="*/ 1123704 w 4473752"/>
                  <a:gd name="csY1241" fmla="*/ 1251645 h 3183828"/>
                  <a:gd name="csX1242" fmla="*/ 1150363 w 4473752"/>
                  <a:gd name="csY1242" fmla="*/ 1250619 h 3183828"/>
                  <a:gd name="csX1243" fmla="*/ 1159591 w 4473752"/>
                  <a:gd name="csY1243" fmla="*/ 1241391 h 3183828"/>
                  <a:gd name="csX1244" fmla="*/ 1173950 w 4473752"/>
                  <a:gd name="csY1244" fmla="*/ 1242417 h 3183828"/>
                  <a:gd name="csX1245" fmla="*/ 1195486 w 4473752"/>
                  <a:gd name="csY1245" fmla="*/ 1235247 h 3183828"/>
                  <a:gd name="csX1246" fmla="*/ 1198557 w 4473752"/>
                  <a:gd name="csY1246" fmla="*/ 1239345 h 3183828"/>
                  <a:gd name="csX1247" fmla="*/ 1178048 w 4473752"/>
                  <a:gd name="csY1247" fmla="*/ 1249593 h 3183828"/>
                  <a:gd name="csX1248" fmla="*/ 1185231 w 4473752"/>
                  <a:gd name="csY1248" fmla="*/ 1262919 h 3183828"/>
                  <a:gd name="csX1249" fmla="*/ 1183179 w 4473752"/>
                  <a:gd name="csY1249" fmla="*/ 1269069 h 3183828"/>
                  <a:gd name="csX1250" fmla="*/ 1171898 w 4473752"/>
                  <a:gd name="csY1250" fmla="*/ 1280343 h 3183828"/>
                  <a:gd name="csX1251" fmla="*/ 1170872 w 4473752"/>
                  <a:gd name="csY1251" fmla="*/ 1285467 h 3183828"/>
                  <a:gd name="csX1252" fmla="*/ 1157539 w 4473752"/>
                  <a:gd name="csY1252" fmla="*/ 1286493 h 3183828"/>
                  <a:gd name="csX1253" fmla="*/ 1159591 w 4473752"/>
                  <a:gd name="csY1253" fmla="*/ 1293662 h 3183828"/>
                  <a:gd name="csX1254" fmla="*/ 1163689 w 4473752"/>
                  <a:gd name="csY1254" fmla="*/ 1300838 h 3183828"/>
                  <a:gd name="csX1255" fmla="*/ 1171898 w 4473752"/>
                  <a:gd name="csY1255" fmla="*/ 1304943 h 3183828"/>
                  <a:gd name="csX1256" fmla="*/ 1179074 w 4473752"/>
                  <a:gd name="csY1256" fmla="*/ 1313138 h 3183828"/>
                  <a:gd name="csX1257" fmla="*/ 1189329 w 4473752"/>
                  <a:gd name="csY1257" fmla="*/ 1313138 h 3183828"/>
                  <a:gd name="csX1258" fmla="*/ 1208812 w 4473752"/>
                  <a:gd name="csY1258" fmla="*/ 1335686 h 3183828"/>
                  <a:gd name="csX1259" fmla="*/ 1220092 w 4473752"/>
                  <a:gd name="csY1259" fmla="*/ 1343888 h 3183828"/>
                  <a:gd name="csX1260" fmla="*/ 1236497 w 4473752"/>
                  <a:gd name="csY1260" fmla="*/ 1358233 h 3183828"/>
                  <a:gd name="csX1261" fmla="*/ 1247784 w 4473752"/>
                  <a:gd name="csY1261" fmla="*/ 1360286 h 3183828"/>
                  <a:gd name="csX1262" fmla="*/ 1253934 w 4473752"/>
                  <a:gd name="csY1262" fmla="*/ 1367462 h 3183828"/>
                  <a:gd name="csX1263" fmla="*/ 1255987 w 4473752"/>
                  <a:gd name="csY1263" fmla="*/ 1376683 h 3183828"/>
                  <a:gd name="csX1264" fmla="*/ 1262136 w 4473752"/>
                  <a:gd name="csY1264" fmla="*/ 1387964 h 3183828"/>
                  <a:gd name="csX1265" fmla="*/ 1260789 w 4473752"/>
                  <a:gd name="csY1265" fmla="*/ 1395592 h 3183828"/>
                  <a:gd name="csX1266" fmla="*/ 1259058 w 4473752"/>
                  <a:gd name="csY1266" fmla="*/ 1405381 h 3183828"/>
                  <a:gd name="csX1267" fmla="*/ 1233425 w 4473752"/>
                  <a:gd name="csY1267" fmla="*/ 1417681 h 3183828"/>
                  <a:gd name="csX1268" fmla="*/ 1218040 w 4473752"/>
                  <a:gd name="csY1268" fmla="*/ 1418707 h 3183828"/>
                  <a:gd name="csX1269" fmla="*/ 1201635 w 4473752"/>
                  <a:gd name="csY1269" fmla="*/ 1414609 h 3183828"/>
                  <a:gd name="csX1270" fmla="*/ 1188303 w 4473752"/>
                  <a:gd name="csY1270" fmla="*/ 1419733 h 3183828"/>
                  <a:gd name="csX1271" fmla="*/ 1168820 w 4473752"/>
                  <a:gd name="csY1271" fmla="*/ 1412557 h 3183828"/>
                  <a:gd name="csX1272" fmla="*/ 1159591 w 4473752"/>
                  <a:gd name="csY1272" fmla="*/ 1413583 h 3183828"/>
                  <a:gd name="csX1273" fmla="*/ 1141128 w 4473752"/>
                  <a:gd name="csY1273" fmla="*/ 1398205 h 3183828"/>
                  <a:gd name="csX1274" fmla="*/ 1124723 w 4473752"/>
                  <a:gd name="csY1274" fmla="*/ 1400257 h 3183828"/>
                  <a:gd name="csX1275" fmla="*/ 1115495 w 4473752"/>
                  <a:gd name="csY1275" fmla="*/ 1387957 h 3183828"/>
                  <a:gd name="csX1276" fmla="*/ 1105240 w 4473752"/>
                  <a:gd name="csY1276" fmla="*/ 1391036 h 3183828"/>
                  <a:gd name="csX1277" fmla="*/ 1081653 w 4473752"/>
                  <a:gd name="csY1277" fmla="*/ 1388983 h 3183828"/>
                  <a:gd name="csX1278" fmla="*/ 1053968 w 4473752"/>
                  <a:gd name="csY1278" fmla="*/ 1399231 h 3183828"/>
                  <a:gd name="csX1279" fmla="*/ 1034485 w 4473752"/>
                  <a:gd name="csY1279" fmla="*/ 1411531 h 3183828"/>
                  <a:gd name="csX1280" fmla="*/ 1025249 w 4473752"/>
                  <a:gd name="csY1280" fmla="*/ 1408453 h 3183828"/>
                  <a:gd name="csX1281" fmla="*/ 1004747 w 4473752"/>
                  <a:gd name="csY1281" fmla="*/ 1408453 h 3183828"/>
                  <a:gd name="csX1282" fmla="*/ 996538 w 4473752"/>
                  <a:gd name="csY1282" fmla="*/ 1410505 h 3183828"/>
                  <a:gd name="csX1283" fmla="*/ 995512 w 4473752"/>
                  <a:gd name="csY1283" fmla="*/ 1419726 h 3183828"/>
                  <a:gd name="csX1284" fmla="*/ 1006793 w 4473752"/>
                  <a:gd name="csY1284" fmla="*/ 1423831 h 3183828"/>
                  <a:gd name="csX1285" fmla="*/ 1004747 w 4473752"/>
                  <a:gd name="csY1285" fmla="*/ 1428955 h 3183828"/>
                  <a:gd name="csX1286" fmla="*/ 992440 w 4473752"/>
                  <a:gd name="csY1286" fmla="*/ 1434079 h 3183828"/>
                  <a:gd name="csX1287" fmla="*/ 979107 w 4473752"/>
                  <a:gd name="csY1287" fmla="*/ 1431000 h 3183828"/>
                  <a:gd name="csX1288" fmla="*/ 966801 w 4473752"/>
                  <a:gd name="csY1288" fmla="*/ 1435105 h 3183828"/>
                  <a:gd name="csX1289" fmla="*/ 954494 w 4473752"/>
                  <a:gd name="csY1289" fmla="*/ 1435105 h 3183828"/>
                  <a:gd name="csX1290" fmla="*/ 944239 w 4473752"/>
                  <a:gd name="csY1290" fmla="*/ 1442274 h 3183828"/>
                  <a:gd name="csX1291" fmla="*/ 936037 w 4473752"/>
                  <a:gd name="csY1291" fmla="*/ 1455600 h 3183828"/>
                  <a:gd name="csX1292" fmla="*/ 938089 w 4473752"/>
                  <a:gd name="csY1292" fmla="*/ 1460724 h 3183828"/>
                  <a:gd name="csX1293" fmla="*/ 948344 w 4473752"/>
                  <a:gd name="csY1293" fmla="*/ 1460724 h 3183828"/>
                  <a:gd name="csX1294" fmla="*/ 945266 w 4473752"/>
                  <a:gd name="csY1294" fmla="*/ 1466874 h 3183828"/>
                  <a:gd name="csX1295" fmla="*/ 947318 w 4473752"/>
                  <a:gd name="csY1295" fmla="*/ 1478148 h 3183828"/>
                  <a:gd name="csX1296" fmla="*/ 948344 w 4473752"/>
                  <a:gd name="csY1296" fmla="*/ 1484298 h 3183828"/>
                  <a:gd name="csX1297" fmla="*/ 946292 w 4473752"/>
                  <a:gd name="csY1297" fmla="*/ 1489422 h 3183828"/>
                  <a:gd name="csX1298" fmla="*/ 936037 w 4473752"/>
                  <a:gd name="csY1298" fmla="*/ 1488395 h 3183828"/>
                  <a:gd name="csX1299" fmla="*/ 935011 w 4473752"/>
                  <a:gd name="csY1299" fmla="*/ 1493526 h 3183828"/>
                  <a:gd name="csX1300" fmla="*/ 941161 w 4473752"/>
                  <a:gd name="csY1300" fmla="*/ 1499676 h 3183828"/>
                  <a:gd name="csX1301" fmla="*/ 949370 w 4473752"/>
                  <a:gd name="csY1301" fmla="*/ 1498650 h 3183828"/>
                  <a:gd name="csX1302" fmla="*/ 954494 w 4473752"/>
                  <a:gd name="csY1302" fmla="*/ 1505826 h 3183828"/>
                  <a:gd name="csX1303" fmla="*/ 954494 w 4473752"/>
                  <a:gd name="csY1303" fmla="*/ 1519145 h 3183828"/>
                  <a:gd name="csX1304" fmla="*/ 962696 w 4473752"/>
                  <a:gd name="csY1304" fmla="*/ 1522224 h 3183828"/>
                  <a:gd name="csX1305" fmla="*/ 959618 w 4473752"/>
                  <a:gd name="csY1305" fmla="*/ 1526321 h 3183828"/>
                  <a:gd name="csX1306" fmla="*/ 952441 w 4473752"/>
                  <a:gd name="csY1306" fmla="*/ 1529393 h 3183828"/>
                  <a:gd name="csX1307" fmla="*/ 951415 w 4473752"/>
                  <a:gd name="csY1307" fmla="*/ 1536569 h 3183828"/>
                  <a:gd name="csX1308" fmla="*/ 957572 w 4473752"/>
                  <a:gd name="csY1308" fmla="*/ 1534524 h 3183828"/>
                  <a:gd name="csX1309" fmla="*/ 965774 w 4473752"/>
                  <a:gd name="csY1309" fmla="*/ 1529393 h 3183828"/>
                  <a:gd name="csX1310" fmla="*/ 970905 w 4473752"/>
                  <a:gd name="csY1310" fmla="*/ 1534524 h 3183828"/>
                  <a:gd name="csX1311" fmla="*/ 969872 w 4473752"/>
                  <a:gd name="csY1311" fmla="*/ 1542719 h 3183828"/>
                  <a:gd name="csX1312" fmla="*/ 962696 w 4473752"/>
                  <a:gd name="csY1312" fmla="*/ 1550921 h 3183828"/>
                  <a:gd name="csX1313" fmla="*/ 963722 w 4473752"/>
                  <a:gd name="csY1313" fmla="*/ 1556045 h 3183828"/>
                  <a:gd name="csX1314" fmla="*/ 973977 w 4473752"/>
                  <a:gd name="csY1314" fmla="*/ 1551947 h 3183828"/>
                  <a:gd name="csX1315" fmla="*/ 978081 w 4473752"/>
                  <a:gd name="csY1315" fmla="*/ 1544771 h 3183828"/>
                  <a:gd name="csX1316" fmla="*/ 985257 w 4473752"/>
                  <a:gd name="csY1316" fmla="*/ 1537595 h 3183828"/>
                  <a:gd name="csX1317" fmla="*/ 991407 w 4473752"/>
                  <a:gd name="csY1317" fmla="*/ 1539647 h 3183828"/>
                  <a:gd name="csX1318" fmla="*/ 997564 w 4473752"/>
                  <a:gd name="csY1318" fmla="*/ 1549895 h 3183828"/>
                  <a:gd name="csX1319" fmla="*/ 1013969 w 4473752"/>
                  <a:gd name="csY1319" fmla="*/ 1543745 h 3183828"/>
                  <a:gd name="csX1320" fmla="*/ 1025249 w 4473752"/>
                  <a:gd name="csY1320" fmla="*/ 1542719 h 3183828"/>
                  <a:gd name="csX1321" fmla="*/ 1024223 w 4473752"/>
                  <a:gd name="csY1321" fmla="*/ 1535550 h 3183828"/>
                  <a:gd name="csX1322" fmla="*/ 1034478 w 4473752"/>
                  <a:gd name="csY1322" fmla="*/ 1529400 h 3183828"/>
                  <a:gd name="csX1323" fmla="*/ 1041661 w 4473752"/>
                  <a:gd name="csY1323" fmla="*/ 1534524 h 3183828"/>
                  <a:gd name="csX1324" fmla="*/ 1064215 w 4473752"/>
                  <a:gd name="csY1324" fmla="*/ 1550921 h 3183828"/>
                  <a:gd name="csX1325" fmla="*/ 1076522 w 4473752"/>
                  <a:gd name="csY1325" fmla="*/ 1551947 h 3183828"/>
                  <a:gd name="csX1326" fmla="*/ 1093960 w 4473752"/>
                  <a:gd name="csY1326" fmla="*/ 1547850 h 3183828"/>
                  <a:gd name="csX1327" fmla="*/ 1101136 w 4473752"/>
                  <a:gd name="csY1327" fmla="*/ 1543745 h 3183828"/>
                  <a:gd name="csX1328" fmla="*/ 1110364 w 4473752"/>
                  <a:gd name="csY1328" fmla="*/ 1540674 h 3183828"/>
                  <a:gd name="csX1329" fmla="*/ 1116514 w 4473752"/>
                  <a:gd name="csY1329" fmla="*/ 1536576 h 3183828"/>
                  <a:gd name="csX1330" fmla="*/ 1139082 w 4473752"/>
                  <a:gd name="csY1330" fmla="*/ 1536576 h 3183828"/>
                  <a:gd name="csX1331" fmla="*/ 1139075 w 4473752"/>
                  <a:gd name="csY1331" fmla="*/ 1545797 h 3183828"/>
                  <a:gd name="csX1332" fmla="*/ 1139075 w 4473752"/>
                  <a:gd name="csY1332" fmla="*/ 1556045 h 3183828"/>
                  <a:gd name="csX1333" fmla="*/ 1137030 w 4473752"/>
                  <a:gd name="csY1333" fmla="*/ 1564247 h 3183828"/>
                  <a:gd name="csX1334" fmla="*/ 1133952 w 4473752"/>
                  <a:gd name="csY1334" fmla="*/ 1606271 h 3183828"/>
                  <a:gd name="csX1335" fmla="*/ 1129847 w 4473752"/>
                  <a:gd name="csY1335" fmla="*/ 1615493 h 3183828"/>
                  <a:gd name="csX1336" fmla="*/ 1128417 w 4473752"/>
                  <a:gd name="csY1336" fmla="*/ 1620856 h 3183828"/>
                  <a:gd name="csX1337" fmla="*/ 1125742 w 4473752"/>
                  <a:gd name="csY1337" fmla="*/ 1630864 h 3183828"/>
                  <a:gd name="csX1338" fmla="*/ 1122671 w 4473752"/>
                  <a:gd name="csY1338" fmla="*/ 1640093 h 3183828"/>
                  <a:gd name="csX1339" fmla="*/ 1116514 w 4473752"/>
                  <a:gd name="csY1339" fmla="*/ 1651366 h 3183828"/>
                  <a:gd name="csX1340" fmla="*/ 1113949 w 4473752"/>
                  <a:gd name="csY1340" fmla="*/ 1660075 h 3183828"/>
                  <a:gd name="csX1341" fmla="*/ 1107799 w 4473752"/>
                  <a:gd name="csY1341" fmla="*/ 1672375 h 3183828"/>
                  <a:gd name="csX1342" fmla="*/ 1101136 w 4473752"/>
                  <a:gd name="csY1342" fmla="*/ 1680064 h 3183828"/>
                  <a:gd name="csX1343" fmla="*/ 1077548 w 4473752"/>
                  <a:gd name="csY1343" fmla="*/ 1684162 h 3183828"/>
                  <a:gd name="csX1344" fmla="*/ 1067294 w 4473752"/>
                  <a:gd name="csY1344" fmla="*/ 1682116 h 3183828"/>
                  <a:gd name="csX1345" fmla="*/ 1062464 w 4473752"/>
                  <a:gd name="csY1345" fmla="*/ 1683320 h 3183828"/>
                  <a:gd name="csX1346" fmla="*/ 1061397 w 4473752"/>
                  <a:gd name="csY1346" fmla="*/ 1684675 h 3183828"/>
                  <a:gd name="csX1347" fmla="*/ 1060357 w 4473752"/>
                  <a:gd name="csY1347" fmla="*/ 1683847 h 3183828"/>
                  <a:gd name="csX1348" fmla="*/ 1054987 w 4473752"/>
                  <a:gd name="csY1348" fmla="*/ 1685188 h 3183828"/>
                  <a:gd name="csX1349" fmla="*/ 1040628 w 4473752"/>
                  <a:gd name="csY1349" fmla="*/ 1674940 h 3183828"/>
                  <a:gd name="csX1350" fmla="*/ 1027302 w 4473752"/>
                  <a:gd name="csY1350" fmla="*/ 1673914 h 3183828"/>
                  <a:gd name="csX1351" fmla="*/ 1019099 w 4473752"/>
                  <a:gd name="csY1351" fmla="*/ 1680064 h 3183828"/>
                  <a:gd name="csX1352" fmla="*/ 1012943 w 4473752"/>
                  <a:gd name="csY1352" fmla="*/ 1681090 h 3183828"/>
                  <a:gd name="csX1353" fmla="*/ 1003714 w 4473752"/>
                  <a:gd name="csY1353" fmla="*/ 1688259 h 3183828"/>
                  <a:gd name="csX1354" fmla="*/ 989362 w 4473752"/>
                  <a:gd name="csY1354" fmla="*/ 1689286 h 3183828"/>
                  <a:gd name="csX1355" fmla="*/ 964748 w 4473752"/>
                  <a:gd name="csY1355" fmla="*/ 1682109 h 3183828"/>
                  <a:gd name="csX1356" fmla="*/ 942187 w 4473752"/>
                  <a:gd name="csY1356" fmla="*/ 1676986 h 3183828"/>
                  <a:gd name="csX1357" fmla="*/ 924756 w 4473752"/>
                  <a:gd name="csY1357" fmla="*/ 1675959 h 3183828"/>
                  <a:gd name="csX1358" fmla="*/ 915528 w 4473752"/>
                  <a:gd name="csY1358" fmla="*/ 1680064 h 3183828"/>
                  <a:gd name="csX1359" fmla="*/ 906293 w 4473752"/>
                  <a:gd name="csY1359" fmla="*/ 1667757 h 3183828"/>
                  <a:gd name="csX1360" fmla="*/ 889888 w 4473752"/>
                  <a:gd name="csY1360" fmla="*/ 1662633 h 3183828"/>
                  <a:gd name="csX1361" fmla="*/ 873477 w 4473752"/>
                  <a:gd name="csY1361" fmla="*/ 1655464 h 3183828"/>
                  <a:gd name="csX1362" fmla="*/ 871424 w 4473752"/>
                  <a:gd name="csY1362" fmla="*/ 1644190 h 3183828"/>
                  <a:gd name="csX1363" fmla="*/ 850409 w 4473752"/>
                  <a:gd name="csY1363" fmla="*/ 1640086 h 3183828"/>
                  <a:gd name="csX1364" fmla="*/ 831946 w 4473752"/>
                  <a:gd name="csY1364" fmla="*/ 1643164 h 3183828"/>
                  <a:gd name="csX1365" fmla="*/ 804260 w 4473752"/>
                  <a:gd name="csY1365" fmla="*/ 1658536 h 3183828"/>
                  <a:gd name="csX1366" fmla="*/ 802721 w 4473752"/>
                  <a:gd name="csY1366" fmla="*/ 1675446 h 3183828"/>
                  <a:gd name="csX1367" fmla="*/ 810411 w 4473752"/>
                  <a:gd name="csY1367" fmla="*/ 1687746 h 3183828"/>
                  <a:gd name="csX1368" fmla="*/ 802721 w 4473752"/>
                  <a:gd name="csY1368" fmla="*/ 1698507 h 3183828"/>
                  <a:gd name="csX1369" fmla="*/ 785804 w 4473752"/>
                  <a:gd name="csY1369" fmla="*/ 1707729 h 3183828"/>
                  <a:gd name="csX1370" fmla="*/ 747344 w 4473752"/>
                  <a:gd name="csY1370" fmla="*/ 1686207 h 3183828"/>
                  <a:gd name="csX1371" fmla="*/ 711970 w 4473752"/>
                  <a:gd name="csY1371" fmla="*/ 1680057 h 3183828"/>
                  <a:gd name="csX1372" fmla="*/ 698124 w 4473752"/>
                  <a:gd name="csY1372" fmla="*/ 1650847 h 3183828"/>
                  <a:gd name="csX1373" fmla="*/ 687356 w 4473752"/>
                  <a:gd name="csY1373" fmla="*/ 1649307 h 3183828"/>
                  <a:gd name="csX1374" fmla="*/ 673510 w 4473752"/>
                  <a:gd name="csY1374" fmla="*/ 1644697 h 3183828"/>
                  <a:gd name="csX1375" fmla="*/ 642747 w 4473752"/>
                  <a:gd name="csY1375" fmla="*/ 1644697 h 3183828"/>
                  <a:gd name="csX1376" fmla="*/ 619166 w 4473752"/>
                  <a:gd name="csY1376" fmla="*/ 1633676 h 3183828"/>
                  <a:gd name="csX1377" fmla="*/ 602755 w 4473752"/>
                  <a:gd name="csY1377" fmla="*/ 1626247 h 3183828"/>
                  <a:gd name="csX1378" fmla="*/ 593526 w 4473752"/>
                  <a:gd name="csY1378" fmla="*/ 1618557 h 3183828"/>
                  <a:gd name="csX1379" fmla="*/ 590448 w 4473752"/>
                  <a:gd name="csY1379" fmla="*/ 1604725 h 3183828"/>
                  <a:gd name="csX1380" fmla="*/ 608911 w 4473752"/>
                  <a:gd name="csY1380" fmla="*/ 1589347 h 3183828"/>
                  <a:gd name="csX1381" fmla="*/ 608911 w 4473752"/>
                  <a:gd name="csY1381" fmla="*/ 1573975 h 3183828"/>
                  <a:gd name="csX1382" fmla="*/ 599683 w 4473752"/>
                  <a:gd name="csY1382" fmla="*/ 1560143 h 3183828"/>
                  <a:gd name="csX1383" fmla="*/ 599683 w 4473752"/>
                  <a:gd name="csY1383" fmla="*/ 1549375 h 3183828"/>
                  <a:gd name="csX1384" fmla="*/ 607885 w 4473752"/>
                  <a:gd name="csY1384" fmla="*/ 1540667 h 3183828"/>
                  <a:gd name="csX1385" fmla="*/ 603781 w 4473752"/>
                  <a:gd name="csY1385" fmla="*/ 1534517 h 3183828"/>
                  <a:gd name="csX1386" fmla="*/ 593526 w 4473752"/>
                  <a:gd name="csY1386" fmla="*/ 1534517 h 3183828"/>
                  <a:gd name="csX1387" fmla="*/ 586350 w 4473752"/>
                  <a:gd name="csY1387" fmla="*/ 1528367 h 3183828"/>
                  <a:gd name="csX1388" fmla="*/ 570965 w 4473752"/>
                  <a:gd name="csY1388" fmla="*/ 1530412 h 3183828"/>
                  <a:gd name="csX1389" fmla="*/ 562762 w 4473752"/>
                  <a:gd name="csY1389" fmla="*/ 1537588 h 3183828"/>
                  <a:gd name="csX1390" fmla="*/ 546358 w 4473752"/>
                  <a:gd name="csY1390" fmla="*/ 1539641 h 3183828"/>
                  <a:gd name="csX1391" fmla="*/ 529947 w 4473752"/>
                  <a:gd name="csY1391" fmla="*/ 1534517 h 3183828"/>
                  <a:gd name="csX1392" fmla="*/ 505340 w 4473752"/>
                  <a:gd name="csY1392" fmla="*/ 1538614 h 3183828"/>
                  <a:gd name="csX1393" fmla="*/ 489955 w 4473752"/>
                  <a:gd name="csY1393" fmla="*/ 1540667 h 3183828"/>
                  <a:gd name="csX1394" fmla="*/ 475596 w 4473752"/>
                  <a:gd name="csY1394" fmla="*/ 1540667 h 3183828"/>
                  <a:gd name="csX1395" fmla="*/ 465341 w 4473752"/>
                  <a:gd name="csY1395" fmla="*/ 1538614 h 3183828"/>
                  <a:gd name="csX1396" fmla="*/ 440735 w 4473752"/>
                  <a:gd name="csY1396" fmla="*/ 1540660 h 3183828"/>
                  <a:gd name="csX1397" fmla="*/ 430480 w 4473752"/>
                  <a:gd name="csY1397" fmla="*/ 1545791 h 3183828"/>
                  <a:gd name="csX1398" fmla="*/ 408945 w 4473752"/>
                  <a:gd name="csY1398" fmla="*/ 1546810 h 3183828"/>
                  <a:gd name="csX1399" fmla="*/ 393560 w 4473752"/>
                  <a:gd name="csY1399" fmla="*/ 1551934 h 3183828"/>
                  <a:gd name="csX1400" fmla="*/ 382279 w 4473752"/>
                  <a:gd name="csY1400" fmla="*/ 1558084 h 3183828"/>
                  <a:gd name="csX1401" fmla="*/ 366900 w 4473752"/>
                  <a:gd name="csY1401" fmla="*/ 1571410 h 3183828"/>
                  <a:gd name="csX1402" fmla="*/ 358698 w 4473752"/>
                  <a:gd name="csY1402" fmla="*/ 1574481 h 3183828"/>
                  <a:gd name="csX1403" fmla="*/ 344339 w 4473752"/>
                  <a:gd name="csY1403" fmla="*/ 1581658 h 3183828"/>
                  <a:gd name="csX1404" fmla="*/ 336137 w 4473752"/>
                  <a:gd name="csY1404" fmla="*/ 1589860 h 3183828"/>
                  <a:gd name="csX1405" fmla="*/ 321778 w 4473752"/>
                  <a:gd name="csY1405" fmla="*/ 1587808 h 3183828"/>
                  <a:gd name="csX1406" fmla="*/ 314601 w 4473752"/>
                  <a:gd name="csY1406" fmla="*/ 1584736 h 3183828"/>
                  <a:gd name="csX1407" fmla="*/ 292040 w 4473752"/>
                  <a:gd name="csY1407" fmla="*/ 1585755 h 3183828"/>
                  <a:gd name="csX1408" fmla="*/ 276655 w 4473752"/>
                  <a:gd name="csY1408" fmla="*/ 1583710 h 3183828"/>
                  <a:gd name="csX1409" fmla="*/ 271531 w 4473752"/>
                  <a:gd name="csY1409" fmla="*/ 1579605 h 3183828"/>
                  <a:gd name="csX1410" fmla="*/ 263322 w 4473752"/>
                  <a:gd name="csY1410" fmla="*/ 1576534 h 3183828"/>
                  <a:gd name="csX1411" fmla="*/ 262303 w 4473752"/>
                  <a:gd name="csY1411" fmla="*/ 1571410 h 3183828"/>
                  <a:gd name="csX1412" fmla="*/ 255120 w 4473752"/>
                  <a:gd name="csY1412" fmla="*/ 1567305 h 3183828"/>
                  <a:gd name="csX1413" fmla="*/ 244865 w 4473752"/>
                  <a:gd name="csY1413" fmla="*/ 1574481 h 3183828"/>
                  <a:gd name="csX1414" fmla="*/ 244865 w 4473752"/>
                  <a:gd name="csY1414" fmla="*/ 1585755 h 3183828"/>
                  <a:gd name="csX1415" fmla="*/ 228461 w 4473752"/>
                  <a:gd name="csY1415" fmla="*/ 1604205 h 3183828"/>
                  <a:gd name="csX1416" fmla="*/ 227435 w 4473752"/>
                  <a:gd name="csY1416" fmla="*/ 1615479 h 3183828"/>
                  <a:gd name="csX1417" fmla="*/ 214102 w 4473752"/>
                  <a:gd name="csY1417" fmla="*/ 1623681 h 3183828"/>
                  <a:gd name="csX1418" fmla="*/ 199743 w 4473752"/>
                  <a:gd name="csY1418" fmla="*/ 1628805 h 3183828"/>
                  <a:gd name="csX1419" fmla="*/ 176162 w 4473752"/>
                  <a:gd name="csY1419" fmla="*/ 1646229 h 3183828"/>
                  <a:gd name="csX1420" fmla="*/ 173084 w 4473752"/>
                  <a:gd name="csY1420" fmla="*/ 1652379 h 3183828"/>
                  <a:gd name="csX1421" fmla="*/ 170005 w 4473752"/>
                  <a:gd name="csY1421" fmla="*/ 1665698 h 3183828"/>
                  <a:gd name="csX1422" fmla="*/ 163855 w 4473752"/>
                  <a:gd name="csY1422" fmla="*/ 1682096 h 3183828"/>
                  <a:gd name="csX1423" fmla="*/ 164881 w 4473752"/>
                  <a:gd name="csY1423" fmla="*/ 1713872 h 3183828"/>
                  <a:gd name="csX1424" fmla="*/ 156679 w 4473752"/>
                  <a:gd name="csY1424" fmla="*/ 1729250 h 3183828"/>
                  <a:gd name="csX1425" fmla="*/ 143339 w 4473752"/>
                  <a:gd name="csY1425" fmla="*/ 1744622 h 3183828"/>
                  <a:gd name="csX1426" fmla="*/ 132066 w 4473752"/>
                  <a:gd name="csY1426" fmla="*/ 1751791 h 3183828"/>
                  <a:gd name="csX1427" fmla="*/ 120682 w 4473752"/>
                  <a:gd name="csY1427" fmla="*/ 1761163 h 3183828"/>
                  <a:gd name="csX1428" fmla="*/ 115654 w 4473752"/>
                  <a:gd name="csY1428" fmla="*/ 1764091 h 3183828"/>
                  <a:gd name="csX1429" fmla="*/ 104374 w 4473752"/>
                  <a:gd name="csY1429" fmla="*/ 1765117 h 3183828"/>
                  <a:gd name="csX1430" fmla="*/ 92067 w 4473752"/>
                  <a:gd name="csY1430" fmla="*/ 1771267 h 3183828"/>
                  <a:gd name="csX1431" fmla="*/ 76689 w 4473752"/>
                  <a:gd name="csY1431" fmla="*/ 1795867 h 3183828"/>
                  <a:gd name="csX1432" fmla="*/ 72584 w 4473752"/>
                  <a:gd name="csY1432" fmla="*/ 1803036 h 3183828"/>
                  <a:gd name="csX1433" fmla="*/ 66434 w 4473752"/>
                  <a:gd name="csY1433" fmla="*/ 1805089 h 3183828"/>
                  <a:gd name="csX1434" fmla="*/ 55153 w 4473752"/>
                  <a:gd name="csY1434" fmla="*/ 1818415 h 3183828"/>
                  <a:gd name="csX1435" fmla="*/ 48996 w 4473752"/>
                  <a:gd name="csY1435" fmla="*/ 1837884 h 3183828"/>
                  <a:gd name="csX1436" fmla="*/ 34637 w 4473752"/>
                  <a:gd name="csY1436" fmla="*/ 1857360 h 3183828"/>
                  <a:gd name="csX1437" fmla="*/ 17207 w 4473752"/>
                  <a:gd name="csY1437" fmla="*/ 1887084 h 3183828"/>
                  <a:gd name="csX1438" fmla="*/ 3764 w 4473752"/>
                  <a:gd name="csY1438" fmla="*/ 1917724 h 3183828"/>
                  <a:gd name="csX1439" fmla="*/ 7465 w 4473752"/>
                  <a:gd name="csY1439" fmla="*/ 1927568 h 3183828"/>
                  <a:gd name="csX1440" fmla="*/ 12083 w 4473752"/>
                  <a:gd name="csY1440" fmla="*/ 1932179 h 3183828"/>
                  <a:gd name="csX1441" fmla="*/ 19772 w 4473752"/>
                  <a:gd name="csY1441" fmla="*/ 1947550 h 3183828"/>
                  <a:gd name="csX1442" fmla="*/ 18233 w 4473752"/>
                  <a:gd name="csY1442" fmla="*/ 1962929 h 3183828"/>
                  <a:gd name="csX1443" fmla="*/ 27461 w 4473752"/>
                  <a:gd name="csY1443" fmla="*/ 1993679 h 3183828"/>
                  <a:gd name="csX1444" fmla="*/ 27461 w 4473752"/>
                  <a:gd name="csY1444" fmla="*/ 1999829 h 3183828"/>
                  <a:gd name="csX1445" fmla="*/ 21311 w 4473752"/>
                  <a:gd name="csY1445" fmla="*/ 2021350 h 3183828"/>
                  <a:gd name="csX1446" fmla="*/ 13615 w 4473752"/>
                  <a:gd name="csY1446" fmla="*/ 2049022 h 3183828"/>
                  <a:gd name="csX1447" fmla="*/ 5926 w 4473752"/>
                  <a:gd name="csY1447" fmla="*/ 2062861 h 3183828"/>
                  <a:gd name="csX1448" fmla="*/ 8998 w 4473752"/>
                  <a:gd name="csY1448" fmla="*/ 2078232 h 3183828"/>
                  <a:gd name="csX1449" fmla="*/ 14005 w 4473752"/>
                  <a:gd name="csY1449" fmla="*/ 2087242 h 3183828"/>
                  <a:gd name="csX1450" fmla="*/ 16694 w 4473752"/>
                  <a:gd name="csY1450" fmla="*/ 2092072 h 3183828"/>
                  <a:gd name="csX1451" fmla="*/ 10537 w 4473752"/>
                  <a:gd name="csY1451" fmla="*/ 2113593 h 3183828"/>
                  <a:gd name="csX1452" fmla="*/ 18233 w 4473752"/>
                  <a:gd name="csY1452" fmla="*/ 2122822 h 3183828"/>
                  <a:gd name="csX1453" fmla="*/ 25922 w 4473752"/>
                  <a:gd name="csY1453" fmla="*/ 2125893 h 3183828"/>
                  <a:gd name="csX1454" fmla="*/ 39768 w 4473752"/>
                  <a:gd name="csY1454" fmla="*/ 2133582 h 3183828"/>
                  <a:gd name="csX1455" fmla="*/ 45918 w 4473752"/>
                  <a:gd name="csY1455" fmla="*/ 2144343 h 3183828"/>
                  <a:gd name="csX1456" fmla="*/ 50536 w 4473752"/>
                  <a:gd name="csY1456" fmla="*/ 2150493 h 3183828"/>
                  <a:gd name="csX1457" fmla="*/ 82831 w 4473752"/>
                  <a:gd name="csY1457" fmla="*/ 2185854 h 3183828"/>
                  <a:gd name="csX1458" fmla="*/ 92060 w 4473752"/>
                  <a:gd name="csY1458" fmla="*/ 2204304 h 3183828"/>
                  <a:gd name="csX1459" fmla="*/ 98217 w 4473752"/>
                  <a:gd name="csY1459" fmla="*/ 2225825 h 3183828"/>
                  <a:gd name="csX1460" fmla="*/ 130519 w 4473752"/>
                  <a:gd name="csY1460" fmla="*/ 2238125 h 3183828"/>
                  <a:gd name="csX1461" fmla="*/ 152055 w 4473752"/>
                  <a:gd name="csY1461" fmla="*/ 2258107 h 3183828"/>
                  <a:gd name="csX1462" fmla="*/ 176661 w 4473752"/>
                  <a:gd name="csY1462" fmla="*/ 2281175 h 3183828"/>
                  <a:gd name="csX1463" fmla="*/ 205886 w 4473752"/>
                  <a:gd name="csY1463" fmla="*/ 2291936 h 3183828"/>
                  <a:gd name="csX1464" fmla="*/ 230500 w 4473752"/>
                  <a:gd name="csY1464" fmla="*/ 2288857 h 3183828"/>
                  <a:gd name="csX1465" fmla="*/ 259724 w 4473752"/>
                  <a:gd name="csY1465" fmla="*/ 2281175 h 3183828"/>
                  <a:gd name="csX1466" fmla="*/ 285877 w 4473752"/>
                  <a:gd name="csY1466" fmla="*/ 2276564 h 3183828"/>
                  <a:gd name="csX1467" fmla="*/ 316640 w 4473752"/>
                  <a:gd name="csY1467" fmla="*/ 2276564 h 3183828"/>
                  <a:gd name="csX1468" fmla="*/ 327408 w 4473752"/>
                  <a:gd name="csY1468" fmla="*/ 2281175 h 3183828"/>
                  <a:gd name="csX1469" fmla="*/ 373557 w 4473752"/>
                  <a:gd name="csY1469" fmla="*/ 2264264 h 3183828"/>
                  <a:gd name="csX1470" fmla="*/ 387656 w 4473752"/>
                  <a:gd name="csY1470" fmla="*/ 2259394 h 3183828"/>
                  <a:gd name="csX1471" fmla="*/ 410470 w 4473752"/>
                  <a:gd name="csY1471" fmla="*/ 2251964 h 3183828"/>
                  <a:gd name="csX1472" fmla="*/ 436623 w 4473752"/>
                  <a:gd name="csY1472" fmla="*/ 2248893 h 3183828"/>
                  <a:gd name="csX1473" fmla="*/ 461230 w 4473752"/>
                  <a:gd name="csY1473" fmla="*/ 2248893 h 3183828"/>
                  <a:gd name="csX1474" fmla="*/ 488915 w 4473752"/>
                  <a:gd name="csY1474" fmla="*/ 2271953 h 3183828"/>
                  <a:gd name="csX1475" fmla="*/ 495072 w 4473752"/>
                  <a:gd name="csY1475" fmla="*/ 2285786 h 3183828"/>
                  <a:gd name="csX1476" fmla="*/ 507379 w 4473752"/>
                  <a:gd name="csY1476" fmla="*/ 2288864 h 3183828"/>
                  <a:gd name="csX1477" fmla="*/ 555060 w 4473752"/>
                  <a:gd name="csY1477" fmla="*/ 2290403 h 3183828"/>
                  <a:gd name="csX1478" fmla="*/ 571984 w 4473752"/>
                  <a:gd name="csY1478" fmla="*/ 2302703 h 3183828"/>
                  <a:gd name="csX1479" fmla="*/ 584284 w 4473752"/>
                  <a:gd name="csY1479" fmla="*/ 2318075 h 3183828"/>
                  <a:gd name="csX1480" fmla="*/ 584284 w 4473752"/>
                  <a:gd name="csY1480" fmla="*/ 2338064 h 3183828"/>
                  <a:gd name="csX1481" fmla="*/ 579284 w 4473752"/>
                  <a:gd name="csY1481" fmla="*/ 2356986 h 3183828"/>
                  <a:gd name="csX1482" fmla="*/ 576595 w 4473752"/>
                  <a:gd name="csY1482" fmla="*/ 2368807 h 3183828"/>
                  <a:gd name="csX1483" fmla="*/ 578134 w 4473752"/>
                  <a:gd name="csY1483" fmla="*/ 2381107 h 3183828"/>
                  <a:gd name="csX1484" fmla="*/ 567367 w 4473752"/>
                  <a:gd name="csY1484" fmla="*/ 2407246 h 3183828"/>
                  <a:gd name="csX1485" fmla="*/ 581206 w 4473752"/>
                  <a:gd name="csY1485" fmla="*/ 2431846 h 3183828"/>
                  <a:gd name="csX1486" fmla="*/ 598130 w 4473752"/>
                  <a:gd name="csY1486" fmla="*/ 2448757 h 3183828"/>
                  <a:gd name="csX1487" fmla="*/ 621198 w 4473752"/>
                  <a:gd name="csY1487" fmla="*/ 2484117 h 3183828"/>
                  <a:gd name="csX1488" fmla="*/ 625815 w 4473752"/>
                  <a:gd name="csY1488" fmla="*/ 2497950 h 3183828"/>
                  <a:gd name="csX1489" fmla="*/ 635817 w 4473752"/>
                  <a:gd name="csY1489" fmla="*/ 2507944 h 3183828"/>
                  <a:gd name="csX1490" fmla="*/ 645811 w 4473752"/>
                  <a:gd name="csY1490" fmla="*/ 2517939 h 3183828"/>
                  <a:gd name="csX1491" fmla="*/ 644272 w 4473752"/>
                  <a:gd name="csY1491" fmla="*/ 2528700 h 3183828"/>
                  <a:gd name="csX1492" fmla="*/ 651961 w 4473752"/>
                  <a:gd name="csY1492" fmla="*/ 2545610 h 3183828"/>
                  <a:gd name="csX1493" fmla="*/ 659657 w 4473752"/>
                  <a:gd name="csY1493" fmla="*/ 2557910 h 3183828"/>
                  <a:gd name="csX1494" fmla="*/ 659657 w 4473752"/>
                  <a:gd name="csY1494" fmla="*/ 2597882 h 3183828"/>
                  <a:gd name="csX1495" fmla="*/ 665807 w 4473752"/>
                  <a:gd name="csY1495" fmla="*/ 2616332 h 3183828"/>
                  <a:gd name="csX1496" fmla="*/ 671957 w 4473752"/>
                  <a:gd name="csY1496" fmla="*/ 2637853 h 3183828"/>
                  <a:gd name="csX1497" fmla="*/ 659650 w 4473752"/>
                  <a:gd name="csY1497" fmla="*/ 2662453 h 3183828"/>
                  <a:gd name="csX1498" fmla="*/ 647351 w 4473752"/>
                  <a:gd name="csY1498" fmla="*/ 2670142 h 3183828"/>
                  <a:gd name="csX1499" fmla="*/ 628887 w 4473752"/>
                  <a:gd name="csY1499" fmla="*/ 2723953 h 3183828"/>
                  <a:gd name="csX1500" fmla="*/ 625815 w 4473752"/>
                  <a:gd name="csY1500" fmla="*/ 2743935 h 3183828"/>
                  <a:gd name="csX1501" fmla="*/ 627348 w 4473752"/>
                  <a:gd name="csY1501" fmla="*/ 2763924 h 3183828"/>
                  <a:gd name="csX1502" fmla="*/ 631965 w 4473752"/>
                  <a:gd name="csY1502" fmla="*/ 2790057 h 3183828"/>
                  <a:gd name="csX1503" fmla="*/ 641194 w 4473752"/>
                  <a:gd name="csY1503" fmla="*/ 2803896 h 3183828"/>
                  <a:gd name="csX1504" fmla="*/ 642733 w 4473752"/>
                  <a:gd name="csY1504" fmla="*/ 2813117 h 3183828"/>
                  <a:gd name="csX1505" fmla="*/ 675029 w 4473752"/>
                  <a:gd name="csY1505" fmla="*/ 2871539 h 3183828"/>
                  <a:gd name="csX1506" fmla="*/ 678107 w 4473752"/>
                  <a:gd name="csY1506" fmla="*/ 2886910 h 3183828"/>
                  <a:gd name="csX1507" fmla="*/ 685797 w 4473752"/>
                  <a:gd name="csY1507" fmla="*/ 2929960 h 3183828"/>
                  <a:gd name="csX1508" fmla="*/ 693486 w 4473752"/>
                  <a:gd name="csY1508" fmla="*/ 2957632 h 3183828"/>
                  <a:gd name="csX1509" fmla="*/ 704260 w 4473752"/>
                  <a:gd name="csY1509" fmla="*/ 2989921 h 3183828"/>
                  <a:gd name="csX1510" fmla="*/ 713488 w 4473752"/>
                  <a:gd name="csY1510" fmla="*/ 3009903 h 3183828"/>
                  <a:gd name="csX1511" fmla="*/ 724249 w 4473752"/>
                  <a:gd name="csY1511" fmla="*/ 3025281 h 3183828"/>
                  <a:gd name="csX1512" fmla="*/ 728867 w 4473752"/>
                  <a:gd name="csY1512" fmla="*/ 3037581 h 3183828"/>
                  <a:gd name="csX1513" fmla="*/ 739635 w 4473752"/>
                  <a:gd name="csY1513" fmla="*/ 3060642 h 3183828"/>
                  <a:gd name="csX1514" fmla="*/ 758091 w 4473752"/>
                  <a:gd name="csY1514" fmla="*/ 3086774 h 3183828"/>
                  <a:gd name="csX1515" fmla="*/ 768859 w 4473752"/>
                  <a:gd name="csY1515" fmla="*/ 3117524 h 3183828"/>
                  <a:gd name="csX1516" fmla="*/ 767320 w 4473752"/>
                  <a:gd name="csY1516" fmla="*/ 3134435 h 3183828"/>
                  <a:gd name="csX1517" fmla="*/ 762709 w 4473752"/>
                  <a:gd name="csY1517" fmla="*/ 3142124 h 3183828"/>
                  <a:gd name="csX1518" fmla="*/ 764241 w 4473752"/>
                  <a:gd name="csY1518" fmla="*/ 3152885 h 3183828"/>
                  <a:gd name="csX1519" fmla="*/ 799622 w 4473752"/>
                  <a:gd name="csY1519" fmla="*/ 3185167 h 3183828"/>
                  <a:gd name="csX1520" fmla="*/ 813468 w 4473752"/>
                  <a:gd name="csY1520" fmla="*/ 3182096 h 3183828"/>
                  <a:gd name="csX1521" fmla="*/ 824236 w 4473752"/>
                  <a:gd name="csY1521" fmla="*/ 3172874 h 3183828"/>
                  <a:gd name="csX1522" fmla="*/ 850382 w 4473752"/>
                  <a:gd name="csY1522" fmla="*/ 3168263 h 3183828"/>
                  <a:gd name="csX1523" fmla="*/ 871917 w 4473752"/>
                  <a:gd name="csY1523" fmla="*/ 3165185 h 3183828"/>
                  <a:gd name="csX1524" fmla="*/ 913448 w 4473752"/>
                  <a:gd name="csY1524" fmla="*/ 3166724 h 3183828"/>
                  <a:gd name="csX1525" fmla="*/ 921138 w 4473752"/>
                  <a:gd name="csY1525" fmla="*/ 3162113 h 3183828"/>
                  <a:gd name="csX1526" fmla="*/ 938062 w 4473752"/>
                  <a:gd name="csY1526" fmla="*/ 3159035 h 3183828"/>
                  <a:gd name="csX1527" fmla="*/ 961136 w 4473752"/>
                  <a:gd name="csY1527" fmla="*/ 3142124 h 3183828"/>
                  <a:gd name="csX1528" fmla="*/ 990361 w 4473752"/>
                  <a:gd name="csY1528" fmla="*/ 3120603 h 3183828"/>
                  <a:gd name="csX1529" fmla="*/ 1001128 w 4473752"/>
                  <a:gd name="csY1529" fmla="*/ 3106764 h 3183828"/>
                  <a:gd name="csX1530" fmla="*/ 1022664 w 4473752"/>
                  <a:gd name="csY1530" fmla="*/ 3082170 h 3183828"/>
                  <a:gd name="csX1531" fmla="*/ 1027281 w 4473752"/>
                  <a:gd name="csY1531" fmla="*/ 3063720 h 3183828"/>
                  <a:gd name="csX1532" fmla="*/ 1050349 w 4473752"/>
                  <a:gd name="csY1532" fmla="*/ 3032971 h 3183828"/>
                  <a:gd name="csX1533" fmla="*/ 1065734 w 4473752"/>
                  <a:gd name="csY1533" fmla="*/ 3016060 h 3183828"/>
                  <a:gd name="csX1534" fmla="*/ 1065734 w 4473752"/>
                  <a:gd name="csY1534" fmla="*/ 3000688 h 3183828"/>
                  <a:gd name="csX1535" fmla="*/ 1071884 w 4473752"/>
                  <a:gd name="csY1535" fmla="*/ 2989928 h 3183828"/>
                  <a:gd name="csX1536" fmla="*/ 1072404 w 4473752"/>
                  <a:gd name="csY1536" fmla="*/ 2980699 h 3183828"/>
                  <a:gd name="csX1537" fmla="*/ 1073423 w 4473752"/>
                  <a:gd name="csY1537" fmla="*/ 2969938 h 3183828"/>
                  <a:gd name="csX1538" fmla="*/ 1068812 w 4473752"/>
                  <a:gd name="csY1538" fmla="*/ 2962249 h 3183828"/>
                  <a:gd name="csX1539" fmla="*/ 1079580 w 4473752"/>
                  <a:gd name="csY1539" fmla="*/ 2946878 h 3183828"/>
                  <a:gd name="csX1540" fmla="*/ 1121111 w 4473752"/>
                  <a:gd name="csY1540" fmla="*/ 2934578 h 3183828"/>
                  <a:gd name="csX1541" fmla="*/ 1128800 w 4473752"/>
                  <a:gd name="csY1541" fmla="*/ 2905367 h 3183828"/>
                  <a:gd name="csX1542" fmla="*/ 1125729 w 4473752"/>
                  <a:gd name="csY1542" fmla="*/ 2862324 h 3183828"/>
                  <a:gd name="csX1543" fmla="*/ 1113422 w 4473752"/>
                  <a:gd name="csY1543" fmla="*/ 2825424 h 3183828"/>
                  <a:gd name="csX1544" fmla="*/ 1113422 w 4473752"/>
                  <a:gd name="csY1544" fmla="*/ 2811585 h 3183828"/>
                  <a:gd name="csX1545" fmla="*/ 1134957 w 4473752"/>
                  <a:gd name="csY1545" fmla="*/ 2796213 h 3183828"/>
                  <a:gd name="csX1546" fmla="*/ 1144186 w 4473752"/>
                  <a:gd name="csY1546" fmla="*/ 2792116 h 3183828"/>
                  <a:gd name="csX1547" fmla="*/ 1154953 w 4473752"/>
                  <a:gd name="csY1547" fmla="*/ 2779303 h 3183828"/>
                  <a:gd name="csX1548" fmla="*/ 1174949 w 4473752"/>
                  <a:gd name="csY1548" fmla="*/ 2762392 h 3183828"/>
                  <a:gd name="csX1549" fmla="*/ 1211870 w 4473752"/>
                  <a:gd name="csY1549" fmla="*/ 2750092 h 3183828"/>
                  <a:gd name="csX1550" fmla="*/ 1241094 w 4473752"/>
                  <a:gd name="csY1550" fmla="*/ 2711660 h 3183828"/>
                  <a:gd name="csX1551" fmla="*/ 1242633 w 4473752"/>
                  <a:gd name="csY1551" fmla="*/ 2665538 h 3183828"/>
                  <a:gd name="csX1552" fmla="*/ 1238022 w 4473752"/>
                  <a:gd name="csY1552" fmla="*/ 2644017 h 3183828"/>
                  <a:gd name="csX1553" fmla="*/ 1236483 w 4473752"/>
                  <a:gd name="csY1553" fmla="*/ 2605578 h 3183828"/>
                  <a:gd name="csX1554" fmla="*/ 1211870 w 4473752"/>
                  <a:gd name="csY1554" fmla="*/ 2579446 h 3183828"/>
                  <a:gd name="csX1555" fmla="*/ 1210330 w 4473752"/>
                  <a:gd name="csY1555" fmla="*/ 2551767 h 3183828"/>
                  <a:gd name="csX1556" fmla="*/ 1214948 w 4473752"/>
                  <a:gd name="csY1556" fmla="*/ 2528707 h 3183828"/>
                  <a:gd name="csX1557" fmla="*/ 1201102 w 4473752"/>
                  <a:gd name="csY1557" fmla="*/ 2516407 h 3183828"/>
                  <a:gd name="csX1558" fmla="*/ 1199570 w 4473752"/>
                  <a:gd name="csY1558" fmla="*/ 2505646 h 3183828"/>
                  <a:gd name="csX1559" fmla="*/ 1214948 w 4473752"/>
                  <a:gd name="csY1559" fmla="*/ 2479514 h 3183828"/>
                  <a:gd name="csX1560" fmla="*/ 1224176 w 4473752"/>
                  <a:gd name="csY1560" fmla="*/ 2457985 h 3183828"/>
                  <a:gd name="csX1561" fmla="*/ 1228794 w 4473752"/>
                  <a:gd name="csY1561" fmla="*/ 2441074 h 3183828"/>
                  <a:gd name="csX1562" fmla="*/ 1244172 w 4473752"/>
                  <a:gd name="csY1562" fmla="*/ 2436464 h 3183828"/>
                  <a:gd name="csX1563" fmla="*/ 1244172 w 4473752"/>
                  <a:gd name="csY1563" fmla="*/ 2427242 h 3183828"/>
                  <a:gd name="csX1564" fmla="*/ 1254940 w 4473752"/>
                  <a:gd name="csY1564" fmla="*/ 2422631 h 3183828"/>
                  <a:gd name="csX1565" fmla="*/ 1265632 w 4473752"/>
                  <a:gd name="csY1565" fmla="*/ 2409360 h 3183828"/>
                  <a:gd name="csX1566" fmla="*/ 1287243 w 4473752"/>
                  <a:gd name="csY1566" fmla="*/ 2384192 h 3183828"/>
                  <a:gd name="csX1567" fmla="*/ 1298010 w 4473752"/>
                  <a:gd name="csY1567" fmla="*/ 2368821 h 3183828"/>
                  <a:gd name="csX1568" fmla="*/ 1322624 w 4473752"/>
                  <a:gd name="csY1568" fmla="*/ 2350371 h 3183828"/>
                  <a:gd name="csX1569" fmla="*/ 1348777 w 4473752"/>
                  <a:gd name="csY1569" fmla="*/ 2330389 h 3183828"/>
                  <a:gd name="csX1570" fmla="*/ 1368773 w 4473752"/>
                  <a:gd name="csY1570" fmla="*/ 2321160 h 3183828"/>
                  <a:gd name="csX1571" fmla="*/ 1385690 w 4473752"/>
                  <a:gd name="csY1571" fmla="*/ 2301178 h 3183828"/>
                  <a:gd name="csX1572" fmla="*/ 1407226 w 4473752"/>
                  <a:gd name="csY1572" fmla="*/ 2270428 h 3183828"/>
                  <a:gd name="csX1573" fmla="*/ 1414915 w 4473752"/>
                  <a:gd name="csY1573" fmla="*/ 2256596 h 3183828"/>
                  <a:gd name="csX1574" fmla="*/ 1424150 w 4473752"/>
                  <a:gd name="csY1574" fmla="*/ 2239678 h 3183828"/>
                  <a:gd name="csX1575" fmla="*/ 1428761 w 4473752"/>
                  <a:gd name="csY1575" fmla="*/ 2227385 h 3183828"/>
                  <a:gd name="csX1576" fmla="*/ 1456453 w 4473752"/>
                  <a:gd name="csY1576" fmla="*/ 2190485 h 3183828"/>
                  <a:gd name="csX1577" fmla="*/ 1462603 w 4473752"/>
                  <a:gd name="csY1577" fmla="*/ 2165885 h 3183828"/>
                  <a:gd name="csX1578" fmla="*/ 1465681 w 4473752"/>
                  <a:gd name="csY1578" fmla="*/ 2128992 h 3183828"/>
                  <a:gd name="csX1579" fmla="*/ 1459524 w 4473752"/>
                  <a:gd name="csY1579" fmla="*/ 2121303 h 3183828"/>
                  <a:gd name="csX1580" fmla="*/ 1453374 w 4473752"/>
                  <a:gd name="csY1580" fmla="*/ 2121303 h 3183828"/>
                  <a:gd name="csX1581" fmla="*/ 1441067 w 4473752"/>
                  <a:gd name="csY1581" fmla="*/ 2128985 h 3183828"/>
                  <a:gd name="csX1582" fmla="*/ 1411843 w 4473752"/>
                  <a:gd name="csY1582" fmla="*/ 2136674 h 3183828"/>
                  <a:gd name="csX1583" fmla="*/ 1405693 w 4473752"/>
                  <a:gd name="csY1583" fmla="*/ 2141285 h 3183828"/>
                  <a:gd name="csX1584" fmla="*/ 1388769 w 4473752"/>
                  <a:gd name="csY1584" fmla="*/ 2141285 h 3183828"/>
                  <a:gd name="csX1585" fmla="*/ 1371851 w 4473752"/>
                  <a:gd name="csY1585" fmla="*/ 2148974 h 3183828"/>
                  <a:gd name="csX1586" fmla="*/ 1341088 w 4473752"/>
                  <a:gd name="csY1586" fmla="*/ 2155124 h 3183828"/>
                  <a:gd name="csX1587" fmla="*/ 1330320 w 4473752"/>
                  <a:gd name="csY1587" fmla="*/ 2159735 h 3183828"/>
                  <a:gd name="csX1588" fmla="*/ 1316474 w 4473752"/>
                  <a:gd name="csY1588" fmla="*/ 2156664 h 3183828"/>
                  <a:gd name="csX1589" fmla="*/ 1299556 w 4473752"/>
                  <a:gd name="csY1589" fmla="*/ 2139746 h 3183828"/>
                  <a:gd name="csX1590" fmla="*/ 1285710 w 4473752"/>
                  <a:gd name="csY1590" fmla="*/ 2128985 h 3183828"/>
                  <a:gd name="csX1591" fmla="*/ 1302628 w 4473752"/>
                  <a:gd name="csY1591" fmla="*/ 2119764 h 3183828"/>
                  <a:gd name="csX1592" fmla="*/ 1298017 w 4473752"/>
                  <a:gd name="csY1592" fmla="*/ 2110535 h 3183828"/>
                  <a:gd name="csX1593" fmla="*/ 1291867 w 4473752"/>
                  <a:gd name="csY1593" fmla="*/ 2104385 h 3183828"/>
                  <a:gd name="csX1594" fmla="*/ 1284171 w 4473752"/>
                  <a:gd name="csY1594" fmla="*/ 2104385 h 3183828"/>
                  <a:gd name="csX1595" fmla="*/ 1256486 w 4473752"/>
                  <a:gd name="csY1595" fmla="*/ 2072103 h 3183828"/>
                  <a:gd name="csX1596" fmla="*/ 1228801 w 4473752"/>
                  <a:gd name="csY1596" fmla="*/ 2053653 h 3183828"/>
                  <a:gd name="csX1597" fmla="*/ 1218033 w 4473752"/>
                  <a:gd name="csY1597" fmla="*/ 2049042 h 3183828"/>
                  <a:gd name="csX1598" fmla="*/ 1204187 w 4473752"/>
                  <a:gd name="csY1598" fmla="*/ 2019832 h 3183828"/>
                  <a:gd name="csX1599" fmla="*/ 1196498 w 4473752"/>
                  <a:gd name="csY1599" fmla="*/ 1992153 h 3183828"/>
                  <a:gd name="csX1600" fmla="*/ 1164195 w 4473752"/>
                  <a:gd name="csY1600" fmla="*/ 1961410 h 3183828"/>
                  <a:gd name="csX1601" fmla="*/ 1164195 w 4473752"/>
                  <a:gd name="csY1601" fmla="*/ 1946032 h 3183828"/>
                  <a:gd name="csX1602" fmla="*/ 1162656 w 4473752"/>
                  <a:gd name="csY1602" fmla="*/ 1909139 h 3183828"/>
                  <a:gd name="csX1603" fmla="*/ 1153428 w 4473752"/>
                  <a:gd name="csY1603" fmla="*/ 1892228 h 3183828"/>
                  <a:gd name="csX1604" fmla="*/ 1130353 w 4473752"/>
                  <a:gd name="csY1604" fmla="*/ 1873778 h 3183828"/>
                  <a:gd name="csX1605" fmla="*/ 1125742 w 4473752"/>
                  <a:gd name="csY1605" fmla="*/ 1846100 h 3183828"/>
                  <a:gd name="csX1606" fmla="*/ 1110364 w 4473752"/>
                  <a:gd name="csY1606" fmla="*/ 1815357 h 3183828"/>
                  <a:gd name="csX1607" fmla="*/ 1099597 w 4473752"/>
                  <a:gd name="csY1607" fmla="*/ 1789218 h 3183828"/>
                  <a:gd name="csX1608" fmla="*/ 1087290 w 4473752"/>
                  <a:gd name="csY1608" fmla="*/ 1769228 h 3183828"/>
                  <a:gd name="csX1609" fmla="*/ 1084211 w 4473752"/>
                  <a:gd name="csY1609" fmla="*/ 1756935 h 3183828"/>
                  <a:gd name="csX1610" fmla="*/ 1065755 w 4473752"/>
                  <a:gd name="csY1610" fmla="*/ 1740025 h 3183828"/>
                  <a:gd name="csX1611" fmla="*/ 1062676 w 4473752"/>
                  <a:gd name="csY1611" fmla="*/ 1713885 h 3183828"/>
                  <a:gd name="csX1612" fmla="*/ 1065399 w 4473752"/>
                  <a:gd name="csY1612" fmla="*/ 1705738 h 3183828"/>
                  <a:gd name="csX1613" fmla="*/ 1066527 w 4473752"/>
                  <a:gd name="csY1613" fmla="*/ 1705430 h 3183828"/>
                  <a:gd name="csX1614" fmla="*/ 1071904 w 4473752"/>
                  <a:gd name="csY1614" fmla="*/ 1710814 h 3183828"/>
                  <a:gd name="csX1615" fmla="*/ 1073444 w 4473752"/>
                  <a:gd name="csY1615" fmla="*/ 1730796 h 3183828"/>
                  <a:gd name="csX1616" fmla="*/ 1084211 w 4473752"/>
                  <a:gd name="csY1616" fmla="*/ 1746175 h 3183828"/>
                  <a:gd name="csX1617" fmla="*/ 1098057 w 4473752"/>
                  <a:gd name="csY1617" fmla="*/ 1761546 h 3183828"/>
                  <a:gd name="csX1618" fmla="*/ 1107286 w 4473752"/>
                  <a:gd name="csY1618" fmla="*/ 1757962 h 3183828"/>
                  <a:gd name="csX1619" fmla="*/ 1107286 w 4473752"/>
                  <a:gd name="csY1619" fmla="*/ 1745662 h 3183828"/>
                  <a:gd name="csX1620" fmla="*/ 1113436 w 4473752"/>
                  <a:gd name="csY1620" fmla="*/ 1717990 h 3183828"/>
                  <a:gd name="csX1621" fmla="*/ 1116514 w 4473752"/>
                  <a:gd name="csY1621" fmla="*/ 1718496 h 3183828"/>
                  <a:gd name="csX1622" fmla="*/ 1116514 w 4473752"/>
                  <a:gd name="csY1622" fmla="*/ 1730283 h 3183828"/>
                  <a:gd name="csX1623" fmla="*/ 1115488 w 4473752"/>
                  <a:gd name="csY1623" fmla="*/ 1758981 h 3183828"/>
                  <a:gd name="csX1624" fmla="*/ 1127795 w 4473752"/>
                  <a:gd name="csY1624" fmla="*/ 1762059 h 3183828"/>
                  <a:gd name="csX1625" fmla="*/ 1129847 w 4473752"/>
                  <a:gd name="csY1625" fmla="*/ 1767183 h 3183828"/>
                  <a:gd name="csX1626" fmla="*/ 1143180 w 4473752"/>
                  <a:gd name="csY1626" fmla="*/ 1792809 h 3183828"/>
                  <a:gd name="csX1627" fmla="*/ 1147278 w 4473752"/>
                  <a:gd name="csY1627" fmla="*/ 1805109 h 3183828"/>
                  <a:gd name="csX1628" fmla="*/ 1161637 w 4473752"/>
                  <a:gd name="csY1628" fmla="*/ 1818428 h 3183828"/>
                  <a:gd name="csX1629" fmla="*/ 1162656 w 4473752"/>
                  <a:gd name="csY1629" fmla="*/ 1837904 h 3183828"/>
                  <a:gd name="csX1630" fmla="*/ 1173943 w 4473752"/>
                  <a:gd name="csY1630" fmla="*/ 1852257 h 3183828"/>
                  <a:gd name="csX1631" fmla="*/ 1185217 w 4473752"/>
                  <a:gd name="csY1631" fmla="*/ 1859426 h 3183828"/>
                  <a:gd name="csX1632" fmla="*/ 1196498 w 4473752"/>
                  <a:gd name="csY1632" fmla="*/ 1869674 h 3183828"/>
                  <a:gd name="csX1633" fmla="*/ 1205726 w 4473752"/>
                  <a:gd name="csY1633" fmla="*/ 1883000 h 3183828"/>
                  <a:gd name="csX1634" fmla="*/ 1205726 w 4473752"/>
                  <a:gd name="csY1634" fmla="*/ 1908626 h 3183828"/>
                  <a:gd name="csX1635" fmla="*/ 1213935 w 4473752"/>
                  <a:gd name="csY1635" fmla="*/ 1925023 h 3183828"/>
                  <a:gd name="csX1636" fmla="*/ 1226235 w 4473752"/>
                  <a:gd name="csY1636" fmla="*/ 1940402 h 3183828"/>
                  <a:gd name="csX1637" fmla="*/ 1240595 w 4473752"/>
                  <a:gd name="csY1637" fmla="*/ 1947571 h 3183828"/>
                  <a:gd name="csX1638" fmla="*/ 1243673 w 4473752"/>
                  <a:gd name="csY1638" fmla="*/ 1956799 h 3183828"/>
                  <a:gd name="csX1639" fmla="*/ 1254947 w 4473752"/>
                  <a:gd name="csY1639" fmla="*/ 1985497 h 3183828"/>
                  <a:gd name="csX1640" fmla="*/ 1267254 w 4473752"/>
                  <a:gd name="csY1640" fmla="*/ 1994719 h 3183828"/>
                  <a:gd name="csX1641" fmla="*/ 1281613 w 4473752"/>
                  <a:gd name="csY1641" fmla="*/ 2014195 h 3183828"/>
                  <a:gd name="csX1642" fmla="*/ 1281613 w 4473752"/>
                  <a:gd name="csY1642" fmla="*/ 2026495 h 3183828"/>
                  <a:gd name="csX1643" fmla="*/ 1284684 w 4473752"/>
                  <a:gd name="csY1643" fmla="*/ 2046990 h 3183828"/>
                  <a:gd name="csX1644" fmla="*/ 1283658 w 4473752"/>
                  <a:gd name="csY1644" fmla="*/ 2056218 h 3183828"/>
                  <a:gd name="csX1645" fmla="*/ 1294946 w 4473752"/>
                  <a:gd name="csY1645" fmla="*/ 2078766 h 3183828"/>
                  <a:gd name="csX1646" fmla="*/ 1295965 w 4473752"/>
                  <a:gd name="csY1646" fmla="*/ 2099261 h 3183828"/>
                  <a:gd name="csX1647" fmla="*/ 1306219 w 4473752"/>
                  <a:gd name="csY1647" fmla="*/ 2105411 h 3183828"/>
                  <a:gd name="csX1648" fmla="*/ 1310324 w 4473752"/>
                  <a:gd name="csY1648" fmla="*/ 2110542 h 3183828"/>
                  <a:gd name="csX1649" fmla="*/ 1340061 w 4473752"/>
                  <a:gd name="csY1649" fmla="*/ 2104392 h 3183828"/>
                  <a:gd name="csX1650" fmla="*/ 1348264 w 4473752"/>
                  <a:gd name="csY1650" fmla="*/ 2094138 h 3183828"/>
                  <a:gd name="csX1651" fmla="*/ 1364675 w 4473752"/>
                  <a:gd name="csY1651" fmla="*/ 2094138 h 3183828"/>
                  <a:gd name="csX1652" fmla="*/ 1374929 w 4473752"/>
                  <a:gd name="csY1652" fmla="*/ 2089014 h 3183828"/>
                  <a:gd name="csX1653" fmla="*/ 1414922 w 4473752"/>
                  <a:gd name="csY1653" fmla="*/ 2076721 h 3183828"/>
                  <a:gd name="csX1654" fmla="*/ 1418000 w 4473752"/>
                  <a:gd name="csY1654" fmla="*/ 2069544 h 3183828"/>
                  <a:gd name="csX1655" fmla="*/ 1429281 w 4473752"/>
                  <a:gd name="csY1655" fmla="*/ 2064421 h 3183828"/>
                  <a:gd name="csX1656" fmla="*/ 1436457 w 4473752"/>
                  <a:gd name="csY1656" fmla="*/ 2060323 h 3183828"/>
                  <a:gd name="csX1657" fmla="*/ 1454914 w 4473752"/>
                  <a:gd name="csY1657" fmla="*/ 2057245 h 3183828"/>
                  <a:gd name="csX1658" fmla="*/ 1467220 w 4473752"/>
                  <a:gd name="csY1658" fmla="*/ 2051095 h 3183828"/>
                  <a:gd name="csX1659" fmla="*/ 1484651 w 4473752"/>
                  <a:gd name="csY1659" fmla="*/ 2046997 h 3183828"/>
                  <a:gd name="csX1660" fmla="*/ 1492860 w 4473752"/>
                  <a:gd name="csY1660" fmla="*/ 2038795 h 3183828"/>
                  <a:gd name="csX1661" fmla="*/ 1492860 w 4473752"/>
                  <a:gd name="csY1661" fmla="*/ 2034697 h 3183828"/>
                  <a:gd name="csX1662" fmla="*/ 1505680 w 4473752"/>
                  <a:gd name="csY1662" fmla="*/ 2019319 h 3183828"/>
                  <a:gd name="csX1663" fmla="*/ 1523624 w 4473752"/>
                  <a:gd name="csY1663" fmla="*/ 2013175 h 3183828"/>
                  <a:gd name="csX1664" fmla="*/ 1555413 w 4473752"/>
                  <a:gd name="csY1664" fmla="*/ 2010097 h 3183828"/>
                  <a:gd name="csX1665" fmla="*/ 1560537 w 4473752"/>
                  <a:gd name="csY1665" fmla="*/ 1996771 h 3183828"/>
                  <a:gd name="csX1666" fmla="*/ 1577975 w 4473752"/>
                  <a:gd name="csY1666" fmla="*/ 1992673 h 3183828"/>
                  <a:gd name="csX1667" fmla="*/ 1587203 w 4473752"/>
                  <a:gd name="csY1667" fmla="*/ 1987549 h 3183828"/>
                  <a:gd name="csX1668" fmla="*/ 1587203 w 4473752"/>
                  <a:gd name="csY1668" fmla="*/ 1978328 h 3183828"/>
                  <a:gd name="csX1669" fmla="*/ 1606686 w 4473752"/>
                  <a:gd name="csY1669" fmla="*/ 1961930 h 3183828"/>
                  <a:gd name="csX1670" fmla="*/ 1609764 w 4473752"/>
                  <a:gd name="csY1670" fmla="*/ 1948604 h 3183828"/>
                  <a:gd name="csX1671" fmla="*/ 1620019 w 4473752"/>
                  <a:gd name="csY1671" fmla="*/ 1935278 h 3183828"/>
                  <a:gd name="csX1672" fmla="*/ 1629247 w 4473752"/>
                  <a:gd name="csY1672" fmla="*/ 1931180 h 3183828"/>
                  <a:gd name="csX1673" fmla="*/ 1648730 w 4473752"/>
                  <a:gd name="csY1673" fmla="*/ 1910678 h 3183828"/>
                  <a:gd name="csX1674" fmla="*/ 1658985 w 4473752"/>
                  <a:gd name="csY1674" fmla="*/ 1894280 h 3183828"/>
                  <a:gd name="csX1675" fmla="*/ 1653861 w 4473752"/>
                  <a:gd name="csY1675" fmla="*/ 1884033 h 3183828"/>
                  <a:gd name="csX1676" fmla="*/ 1644633 w 4473752"/>
                  <a:gd name="csY1676" fmla="*/ 1881987 h 3183828"/>
                  <a:gd name="csX1677" fmla="*/ 1630274 w 4473752"/>
                  <a:gd name="csY1677" fmla="*/ 1866609 h 3183828"/>
                  <a:gd name="csX1678" fmla="*/ 1626169 w 4473752"/>
                  <a:gd name="csY1678" fmla="*/ 1858407 h 3183828"/>
                  <a:gd name="csX1679" fmla="*/ 1609764 w 4473752"/>
                  <a:gd name="csY1679" fmla="*/ 1856361 h 3183828"/>
                  <a:gd name="csX1680" fmla="*/ 1591308 w 4473752"/>
                  <a:gd name="csY1680" fmla="*/ 1848159 h 3183828"/>
                  <a:gd name="csX1681" fmla="*/ 1585151 w 4473752"/>
                  <a:gd name="csY1681" fmla="*/ 1837911 h 3183828"/>
                  <a:gd name="csX1682" fmla="*/ 1581053 w 4473752"/>
                  <a:gd name="csY1682" fmla="*/ 1826637 h 3183828"/>
                  <a:gd name="csX1683" fmla="*/ 1582086 w 4473752"/>
                  <a:gd name="csY1683" fmla="*/ 1818914 h 3183828"/>
                  <a:gd name="csX1684" fmla="*/ 1583933 w 4473752"/>
                  <a:gd name="csY1684" fmla="*/ 1805109 h 3183828"/>
                  <a:gd name="csX1685" fmla="*/ 1579514 w 4473752"/>
                  <a:gd name="csY1685" fmla="*/ 1802297 h 3183828"/>
                  <a:gd name="csX1686" fmla="*/ 1575156 w 4473752"/>
                  <a:gd name="csY1686" fmla="*/ 1803317 h 3183828"/>
                  <a:gd name="csX1687" fmla="*/ 1568603 w 4473752"/>
                  <a:gd name="csY1687" fmla="*/ 1810876 h 3183828"/>
                  <a:gd name="csX1688" fmla="*/ 1558492 w 4473752"/>
                  <a:gd name="csY1688" fmla="*/ 1822533 h 3183828"/>
                  <a:gd name="csX1689" fmla="*/ 1536957 w 4473752"/>
                  <a:gd name="csY1689" fmla="*/ 1838937 h 3183828"/>
                  <a:gd name="csX1690" fmla="*/ 1526702 w 4473752"/>
                  <a:gd name="csY1690" fmla="*/ 1851230 h 3183828"/>
                  <a:gd name="csX1691" fmla="*/ 1507219 w 4473752"/>
                  <a:gd name="csY1691" fmla="*/ 1854309 h 3183828"/>
                  <a:gd name="csX1692" fmla="*/ 1496965 w 4473752"/>
                  <a:gd name="csY1692" fmla="*/ 1854309 h 3183828"/>
                  <a:gd name="csX1693" fmla="*/ 1483632 w 4473752"/>
                  <a:gd name="csY1693" fmla="*/ 1852257 h 3183828"/>
                  <a:gd name="csX1694" fmla="*/ 1475429 w 4473752"/>
                  <a:gd name="csY1694" fmla="*/ 1844061 h 3183828"/>
                  <a:gd name="csX1695" fmla="*/ 1479527 w 4473752"/>
                  <a:gd name="csY1695" fmla="*/ 1826631 h 3183828"/>
                  <a:gd name="csX1696" fmla="*/ 1476456 w 4473752"/>
                  <a:gd name="csY1696" fmla="*/ 1802037 h 3183828"/>
                  <a:gd name="csX1697" fmla="*/ 1466201 w 4473752"/>
                  <a:gd name="csY1697" fmla="*/ 1799985 h 3183828"/>
                  <a:gd name="csX1698" fmla="*/ 1462096 w 4473752"/>
                  <a:gd name="csY1698" fmla="*/ 1807161 h 3183828"/>
                  <a:gd name="csX1699" fmla="*/ 1466201 w 4473752"/>
                  <a:gd name="csY1699" fmla="*/ 1819461 h 3183828"/>
                  <a:gd name="csX1700" fmla="*/ 1461070 w 4473752"/>
                  <a:gd name="csY1700" fmla="*/ 1830735 h 3183828"/>
                  <a:gd name="csX1701" fmla="*/ 1442614 w 4473752"/>
                  <a:gd name="csY1701" fmla="*/ 1808187 h 3183828"/>
                  <a:gd name="csX1702" fmla="*/ 1444666 w 4473752"/>
                  <a:gd name="csY1702" fmla="*/ 1789738 h 3183828"/>
                  <a:gd name="csX1703" fmla="*/ 1437483 w 4473752"/>
                  <a:gd name="csY1703" fmla="*/ 1785640 h 3183828"/>
                  <a:gd name="csX1704" fmla="*/ 1425183 w 4473752"/>
                  <a:gd name="csY1704" fmla="*/ 1758988 h 3183828"/>
                  <a:gd name="csX1705" fmla="*/ 1413902 w 4473752"/>
                  <a:gd name="csY1705" fmla="*/ 1753864 h 3183828"/>
                  <a:gd name="csX1706" fmla="*/ 1411850 w 4473752"/>
                  <a:gd name="csY1706" fmla="*/ 1744642 h 3183828"/>
                  <a:gd name="csX1707" fmla="*/ 1402622 w 4473752"/>
                  <a:gd name="csY1707" fmla="*/ 1736953 h 3183828"/>
                  <a:gd name="csX1708" fmla="*/ 1394419 w 4473752"/>
                  <a:gd name="csY1708" fmla="*/ 1726192 h 3183828"/>
                  <a:gd name="csX1709" fmla="*/ 1394419 w 4473752"/>
                  <a:gd name="csY1709" fmla="*/ 1720042 h 3183828"/>
                  <a:gd name="csX1710" fmla="*/ 1401165 w 4473752"/>
                  <a:gd name="csY1710" fmla="*/ 1713256 h 3183828"/>
                  <a:gd name="csX1711" fmla="*/ 1408772 w 4473752"/>
                  <a:gd name="csY1711" fmla="*/ 1704664 h 3183828"/>
                  <a:gd name="csX1712" fmla="*/ 1420052 w 4473752"/>
                  <a:gd name="csY1712" fmla="*/ 1700566 h 3183828"/>
                  <a:gd name="csX1713" fmla="*/ 1446718 w 4473752"/>
                  <a:gd name="csY1713" fmla="*/ 1702618 h 3183828"/>
                  <a:gd name="csX1714" fmla="*/ 1448770 w 4473752"/>
                  <a:gd name="csY1714" fmla="*/ 1713892 h 3183828"/>
                  <a:gd name="csX1715" fmla="*/ 1462096 w 4473752"/>
                  <a:gd name="csY1715" fmla="*/ 1729264 h 3183828"/>
                  <a:gd name="csX1716" fmla="*/ 1468253 w 4473752"/>
                  <a:gd name="csY1716" fmla="*/ 1740545 h 3183828"/>
                  <a:gd name="csX1717" fmla="*/ 1470299 w 4473752"/>
                  <a:gd name="csY1717" fmla="*/ 1750792 h 3183828"/>
                  <a:gd name="csX1718" fmla="*/ 1485684 w 4473752"/>
                  <a:gd name="csY1718" fmla="*/ 1762066 h 3183828"/>
                  <a:gd name="csX1719" fmla="*/ 1494912 w 4473752"/>
                  <a:gd name="csY1719" fmla="*/ 1763085 h 3183828"/>
                  <a:gd name="csX1720" fmla="*/ 1509271 w 4473752"/>
                  <a:gd name="csY1720" fmla="*/ 1779490 h 3183828"/>
                  <a:gd name="csX1721" fmla="*/ 1519526 w 4473752"/>
                  <a:gd name="csY1721" fmla="*/ 1781535 h 3183828"/>
                  <a:gd name="csX1722" fmla="*/ 1525676 w 4473752"/>
                  <a:gd name="csY1722" fmla="*/ 1785640 h 3183828"/>
                  <a:gd name="csX1723" fmla="*/ 1568746 w 4473752"/>
                  <a:gd name="csY1723" fmla="*/ 1786666 h 3183828"/>
                  <a:gd name="csX1724" fmla="*/ 1581053 w 4473752"/>
                  <a:gd name="csY1724" fmla="*/ 1775392 h 3183828"/>
                  <a:gd name="csX1725" fmla="*/ 1587203 w 4473752"/>
                  <a:gd name="csY1725" fmla="*/ 1774366 h 3183828"/>
                  <a:gd name="csX1726" fmla="*/ 1595412 w 4473752"/>
                  <a:gd name="csY1726" fmla="*/ 1780516 h 3183828"/>
                  <a:gd name="csX1727" fmla="*/ 1599510 w 4473752"/>
                  <a:gd name="csY1727" fmla="*/ 1795887 h 3183828"/>
                  <a:gd name="csX1728" fmla="*/ 1600536 w 4473752"/>
                  <a:gd name="csY1728" fmla="*/ 1804090 h 3183828"/>
                  <a:gd name="csX1729" fmla="*/ 1610790 w 4473752"/>
                  <a:gd name="csY1729" fmla="*/ 1810240 h 3183828"/>
                  <a:gd name="csX1730" fmla="*/ 1631300 w 4473752"/>
                  <a:gd name="csY1730" fmla="*/ 1815364 h 3183828"/>
                  <a:gd name="csX1731" fmla="*/ 1644633 w 4473752"/>
                  <a:gd name="csY1731" fmla="*/ 1819461 h 3183828"/>
                  <a:gd name="csX1732" fmla="*/ 1660018 w 4473752"/>
                  <a:gd name="csY1732" fmla="*/ 1817416 h 3183828"/>
                  <a:gd name="csX1733" fmla="*/ 1673344 w 4473752"/>
                  <a:gd name="csY1733" fmla="*/ 1819461 h 3183828"/>
                  <a:gd name="csX1734" fmla="*/ 1686677 w 4473752"/>
                  <a:gd name="csY1734" fmla="*/ 1820487 h 3183828"/>
                  <a:gd name="csX1735" fmla="*/ 1692827 w 4473752"/>
                  <a:gd name="csY1735" fmla="*/ 1824585 h 3183828"/>
                  <a:gd name="csX1736" fmla="*/ 1699490 w 4473752"/>
                  <a:gd name="csY1736" fmla="*/ 1821514 h 3183828"/>
                  <a:gd name="csX1737" fmla="*/ 1703081 w 4473752"/>
                  <a:gd name="csY1737" fmla="*/ 1823566 h 3183828"/>
                  <a:gd name="csX1738" fmla="*/ 1712310 w 4473752"/>
                  <a:gd name="csY1738" fmla="*/ 1827664 h 3183828"/>
                  <a:gd name="csX1739" fmla="*/ 1743073 w 4473752"/>
                  <a:gd name="csY1739" fmla="*/ 1825611 h 3183828"/>
                  <a:gd name="csX1740" fmla="*/ 1752309 w 4473752"/>
                  <a:gd name="csY1740" fmla="*/ 1823566 h 3183828"/>
                  <a:gd name="csX1741" fmla="*/ 1781020 w 4473752"/>
                  <a:gd name="csY1741" fmla="*/ 1825611 h 3183828"/>
                  <a:gd name="csX1742" fmla="*/ 1790248 w 4473752"/>
                  <a:gd name="csY1742" fmla="*/ 1822540 h 3183828"/>
                  <a:gd name="csX1743" fmla="*/ 1807679 w 4473752"/>
                  <a:gd name="csY1743" fmla="*/ 1823566 h 3183828"/>
                  <a:gd name="csX1744" fmla="*/ 1811783 w 4473752"/>
                  <a:gd name="csY1744" fmla="*/ 1828690 h 3183828"/>
                  <a:gd name="csX1745" fmla="*/ 1814862 w 4473752"/>
                  <a:gd name="csY1745" fmla="*/ 1843042 h 3183828"/>
                  <a:gd name="csX1746" fmla="*/ 1823064 w 4473752"/>
                  <a:gd name="csY1746" fmla="*/ 1848166 h 3183828"/>
                  <a:gd name="csX1747" fmla="*/ 1825116 w 4473752"/>
                  <a:gd name="csY1747" fmla="*/ 1854316 h 3183828"/>
                  <a:gd name="csX1748" fmla="*/ 1836397 w 4473752"/>
                  <a:gd name="csY1748" fmla="*/ 1859440 h 3183828"/>
                  <a:gd name="csX1749" fmla="*/ 1840495 w 4473752"/>
                  <a:gd name="csY1749" fmla="*/ 1864563 h 3183828"/>
                  <a:gd name="csX1750" fmla="*/ 1846645 w 4473752"/>
                  <a:gd name="csY1750" fmla="*/ 1866609 h 3183828"/>
                  <a:gd name="csX1751" fmla="*/ 1847671 w 4473752"/>
                  <a:gd name="csY1751" fmla="*/ 1875837 h 3183828"/>
                  <a:gd name="csX1752" fmla="*/ 1853828 w 4473752"/>
                  <a:gd name="csY1752" fmla="*/ 1881987 h 3183828"/>
                  <a:gd name="csX1753" fmla="*/ 1869206 w 4473752"/>
                  <a:gd name="csY1753" fmla="*/ 1881987 h 3183828"/>
                  <a:gd name="csX1754" fmla="*/ 1884591 w 4473752"/>
                  <a:gd name="csY1754" fmla="*/ 1877889 h 3183828"/>
                  <a:gd name="csX1755" fmla="*/ 1876389 w 4473752"/>
                  <a:gd name="csY1755" fmla="*/ 1888137 h 3183828"/>
                  <a:gd name="csX1756" fmla="*/ 1866135 w 4473752"/>
                  <a:gd name="csY1756" fmla="*/ 1890183 h 3183828"/>
                  <a:gd name="csX1757" fmla="*/ 1856899 w 4473752"/>
                  <a:gd name="csY1757" fmla="*/ 1888137 h 3183828"/>
                  <a:gd name="csX1758" fmla="*/ 1857925 w 4473752"/>
                  <a:gd name="csY1758" fmla="*/ 1899411 h 3183828"/>
                  <a:gd name="csX1759" fmla="*/ 1879461 w 4473752"/>
                  <a:gd name="csY1759" fmla="*/ 1920933 h 3183828"/>
                  <a:gd name="csX1760" fmla="*/ 1893820 w 4473752"/>
                  <a:gd name="csY1760" fmla="*/ 1929135 h 3183828"/>
                  <a:gd name="csX1761" fmla="*/ 1916381 w 4473752"/>
                  <a:gd name="csY1761" fmla="*/ 1926056 h 3183828"/>
                  <a:gd name="csX1762" fmla="*/ 1922531 w 4473752"/>
                  <a:gd name="csY1762" fmla="*/ 1916835 h 3183828"/>
                  <a:gd name="csX1763" fmla="*/ 1922531 w 4473752"/>
                  <a:gd name="csY1763" fmla="*/ 1910685 h 3183828"/>
                  <a:gd name="csX1764" fmla="*/ 1926636 w 4473752"/>
                  <a:gd name="csY1764" fmla="*/ 1891209 h 3183828"/>
                  <a:gd name="csX1765" fmla="*/ 1934838 w 4473752"/>
                  <a:gd name="csY1765" fmla="*/ 1899411 h 3183828"/>
                  <a:gd name="csX1766" fmla="*/ 1933812 w 4473752"/>
                  <a:gd name="csY1766" fmla="*/ 1918887 h 3183828"/>
                  <a:gd name="csX1767" fmla="*/ 1936890 w 4473752"/>
                  <a:gd name="csY1767" fmla="*/ 1924011 h 3183828"/>
                  <a:gd name="csX1768" fmla="*/ 1937916 w 4473752"/>
                  <a:gd name="csY1768" fmla="*/ 1958859 h 3183828"/>
                  <a:gd name="csX1769" fmla="*/ 1943040 w 4473752"/>
                  <a:gd name="csY1769" fmla="*/ 1991654 h 3183828"/>
                  <a:gd name="csX1770" fmla="*/ 1954321 w 4473752"/>
                  <a:gd name="csY1770" fmla="*/ 2029580 h 3183828"/>
                  <a:gd name="csX1771" fmla="*/ 1962523 w 4473752"/>
                  <a:gd name="csY1771" fmla="*/ 2041880 h 3183828"/>
                  <a:gd name="csX1772" fmla="*/ 1976882 w 4473752"/>
                  <a:gd name="csY1772" fmla="*/ 2076727 h 3183828"/>
                  <a:gd name="csX1773" fmla="*/ 1979954 w 4473752"/>
                  <a:gd name="csY1773" fmla="*/ 2089027 h 3183828"/>
                  <a:gd name="csX1774" fmla="*/ 1984058 w 4473752"/>
                  <a:gd name="csY1774" fmla="*/ 2101327 h 3183828"/>
                  <a:gd name="csX1775" fmla="*/ 1986110 w 4473752"/>
                  <a:gd name="csY1775" fmla="*/ 2111575 h 3183828"/>
                  <a:gd name="csX1776" fmla="*/ 1998410 w 4473752"/>
                  <a:gd name="csY1776" fmla="*/ 2128999 h 3183828"/>
                  <a:gd name="csX1777" fmla="*/ 2006619 w 4473752"/>
                  <a:gd name="csY1777" fmla="*/ 2147449 h 3183828"/>
                  <a:gd name="csX1778" fmla="*/ 2014822 w 4473752"/>
                  <a:gd name="csY1778" fmla="*/ 2166918 h 3183828"/>
                  <a:gd name="csX1779" fmla="*/ 2021998 w 4473752"/>
                  <a:gd name="csY1779" fmla="*/ 2193570 h 3183828"/>
                  <a:gd name="csX1780" fmla="*/ 2031226 w 4473752"/>
                  <a:gd name="csY1780" fmla="*/ 2204844 h 3183828"/>
                  <a:gd name="csX1781" fmla="*/ 2045585 w 4473752"/>
                  <a:gd name="csY1781" fmla="*/ 2210994 h 3183828"/>
                  <a:gd name="csX1782" fmla="*/ 2057892 w 4473752"/>
                  <a:gd name="csY1782" fmla="*/ 2198694 h 3183828"/>
                  <a:gd name="csX1783" fmla="*/ 2061990 w 4473752"/>
                  <a:gd name="csY1783" fmla="*/ 2192544 h 3183828"/>
                  <a:gd name="csX1784" fmla="*/ 2068147 w 4473752"/>
                  <a:gd name="csY1784" fmla="*/ 2185368 h 3183828"/>
                  <a:gd name="csX1785" fmla="*/ 2079427 w 4473752"/>
                  <a:gd name="csY1785" fmla="*/ 2177173 h 3183828"/>
                  <a:gd name="csX1786" fmla="*/ 2080453 w 4473752"/>
                  <a:gd name="csY1786" fmla="*/ 2166918 h 3183828"/>
                  <a:gd name="csX1787" fmla="*/ 2087630 w 4473752"/>
                  <a:gd name="csY1787" fmla="*/ 2158723 h 3183828"/>
                  <a:gd name="csX1788" fmla="*/ 2094806 w 4473752"/>
                  <a:gd name="csY1788" fmla="*/ 2157697 h 3183828"/>
                  <a:gd name="csX1789" fmla="*/ 2092753 w 4473752"/>
                  <a:gd name="csY1789" fmla="*/ 2127973 h 3183828"/>
                  <a:gd name="csX1790" fmla="*/ 2099936 w 4473752"/>
                  <a:gd name="csY1790" fmla="*/ 2113627 h 3183828"/>
                  <a:gd name="csX1791" fmla="*/ 2101989 w 4473752"/>
                  <a:gd name="csY1791" fmla="*/ 2083904 h 3183828"/>
                  <a:gd name="csX1792" fmla="*/ 2100963 w 4473752"/>
                  <a:gd name="csY1792" fmla="*/ 2073649 h 3183828"/>
                  <a:gd name="csX1793" fmla="*/ 2099936 w 4473752"/>
                  <a:gd name="csY1793" fmla="*/ 2051101 h 3183828"/>
                  <a:gd name="csX1794" fmla="*/ 2106086 w 4473752"/>
                  <a:gd name="csY1794" fmla="*/ 2042906 h 3183828"/>
                  <a:gd name="csX1795" fmla="*/ 2116341 w 4473752"/>
                  <a:gd name="csY1795" fmla="*/ 2041880 h 3183828"/>
                  <a:gd name="csX1796" fmla="*/ 2129674 w 4473752"/>
                  <a:gd name="csY1796" fmla="*/ 2029580 h 3183828"/>
                  <a:gd name="csX1797" fmla="*/ 2139928 w 4473752"/>
                  <a:gd name="csY1797" fmla="*/ 2029580 h 3183828"/>
                  <a:gd name="csX1798" fmla="*/ 2148138 w 4473752"/>
                  <a:gd name="csY1798" fmla="*/ 2014208 h 3183828"/>
                  <a:gd name="csX1799" fmla="*/ 2164542 w 4473752"/>
                  <a:gd name="csY1799" fmla="*/ 1996785 h 3183828"/>
                  <a:gd name="csX1800" fmla="*/ 2177875 w 4473752"/>
                  <a:gd name="csY1800" fmla="*/ 1988582 h 3183828"/>
                  <a:gd name="csX1801" fmla="*/ 2182999 w 4473752"/>
                  <a:gd name="csY1801" fmla="*/ 1982432 h 3183828"/>
                  <a:gd name="csX1802" fmla="*/ 2196332 w 4473752"/>
                  <a:gd name="csY1802" fmla="*/ 1975263 h 3183828"/>
                  <a:gd name="csX1803" fmla="*/ 2199410 w 4473752"/>
                  <a:gd name="csY1803" fmla="*/ 1963989 h 3183828"/>
                  <a:gd name="csX1804" fmla="*/ 2212736 w 4473752"/>
                  <a:gd name="csY1804" fmla="*/ 1951689 h 3183828"/>
                  <a:gd name="csX1805" fmla="*/ 2230174 w 4473752"/>
                  <a:gd name="csY1805" fmla="*/ 1945539 h 3183828"/>
                  <a:gd name="csX1806" fmla="*/ 2245552 w 4473752"/>
                  <a:gd name="csY1806" fmla="*/ 1938363 h 3183828"/>
                  <a:gd name="csX1807" fmla="*/ 2249657 w 4473752"/>
                  <a:gd name="csY1807" fmla="*/ 1929142 h 3183828"/>
                  <a:gd name="csX1808" fmla="*/ 2245552 w 4473752"/>
                  <a:gd name="csY1808" fmla="*/ 1919913 h 3183828"/>
                  <a:gd name="csX1809" fmla="*/ 2253761 w 4473752"/>
                  <a:gd name="csY1809" fmla="*/ 1908639 h 3183828"/>
                  <a:gd name="csX1810" fmla="*/ 2289649 w 4473752"/>
                  <a:gd name="csY1810" fmla="*/ 1897366 h 3183828"/>
                  <a:gd name="csX1811" fmla="*/ 2293753 w 4473752"/>
                  <a:gd name="csY1811" fmla="*/ 1903516 h 3183828"/>
                  <a:gd name="csX1812" fmla="*/ 2307079 w 4473752"/>
                  <a:gd name="csY1812" fmla="*/ 1901463 h 3183828"/>
                  <a:gd name="csX1813" fmla="*/ 2327595 w 4473752"/>
                  <a:gd name="csY1813" fmla="*/ 1891216 h 3183828"/>
                  <a:gd name="csX1814" fmla="*/ 2326569 w 4473752"/>
                  <a:gd name="csY1814" fmla="*/ 1878922 h 3183828"/>
                  <a:gd name="csX1815" fmla="*/ 2328621 w 4473752"/>
                  <a:gd name="csY1815" fmla="*/ 1872766 h 3183828"/>
                  <a:gd name="csX1816" fmla="*/ 2336824 w 4473752"/>
                  <a:gd name="csY1816" fmla="*/ 1871746 h 3183828"/>
                  <a:gd name="csX1817" fmla="*/ 2353228 w 4473752"/>
                  <a:gd name="csY1817" fmla="*/ 1889170 h 3183828"/>
                  <a:gd name="csX1818" fmla="*/ 2354254 w 4473752"/>
                  <a:gd name="csY1818" fmla="*/ 1906594 h 3183828"/>
                  <a:gd name="csX1819" fmla="*/ 2359385 w 4473752"/>
                  <a:gd name="csY1819" fmla="*/ 1916842 h 3183828"/>
                  <a:gd name="csX1820" fmla="*/ 2364509 w 4473752"/>
                  <a:gd name="csY1820" fmla="*/ 1930168 h 3183828"/>
                  <a:gd name="csX1821" fmla="*/ 2386044 w 4473752"/>
                  <a:gd name="csY1821" fmla="*/ 1943487 h 3183828"/>
                  <a:gd name="csX1822" fmla="*/ 2391168 w 4473752"/>
                  <a:gd name="csY1822" fmla="*/ 1963989 h 3183828"/>
                  <a:gd name="csX1823" fmla="*/ 2404501 w 4473752"/>
                  <a:gd name="csY1823" fmla="*/ 1977315 h 3183828"/>
                  <a:gd name="csX1824" fmla="*/ 2404501 w 4473752"/>
                  <a:gd name="csY1824" fmla="*/ 2004987 h 3183828"/>
                  <a:gd name="csX1825" fmla="*/ 2409631 w 4473752"/>
                  <a:gd name="csY1825" fmla="*/ 2022411 h 3183828"/>
                  <a:gd name="csX1826" fmla="*/ 2407579 w 4473752"/>
                  <a:gd name="csY1826" fmla="*/ 2034711 h 3183828"/>
                  <a:gd name="csX1827" fmla="*/ 2419879 w 4473752"/>
                  <a:gd name="csY1827" fmla="*/ 2037782 h 3183828"/>
                  <a:gd name="csX1828" fmla="*/ 2444493 w 4473752"/>
                  <a:gd name="csY1828" fmla="*/ 2032658 h 3183828"/>
                  <a:gd name="csX1829" fmla="*/ 2455773 w 4473752"/>
                  <a:gd name="csY1829" fmla="*/ 2019339 h 3183828"/>
                  <a:gd name="csX1830" fmla="*/ 2466028 w 4473752"/>
                  <a:gd name="csY1830" fmla="*/ 2009085 h 3183828"/>
                  <a:gd name="csX1831" fmla="*/ 2472185 w 4473752"/>
                  <a:gd name="csY1831" fmla="*/ 2017287 h 3183828"/>
                  <a:gd name="csX1832" fmla="*/ 2480387 w 4473752"/>
                  <a:gd name="csY1832" fmla="*/ 2023437 h 3183828"/>
                  <a:gd name="csX1833" fmla="*/ 2483459 w 4473752"/>
                  <a:gd name="csY1833" fmla="*/ 2050082 h 3183828"/>
                  <a:gd name="csX1834" fmla="*/ 2486537 w 4473752"/>
                  <a:gd name="csY1834" fmla="*/ 2072637 h 3183828"/>
                  <a:gd name="csX1835" fmla="*/ 2498844 w 4473752"/>
                  <a:gd name="csY1835" fmla="*/ 2088008 h 3183828"/>
                  <a:gd name="csX1836" fmla="*/ 2501922 w 4473752"/>
                  <a:gd name="csY1836" fmla="*/ 2097230 h 3183828"/>
                  <a:gd name="csX1837" fmla="*/ 2501922 w 4473752"/>
                  <a:gd name="csY1837" fmla="*/ 2110556 h 3183828"/>
                  <a:gd name="csX1838" fmla="*/ 2500896 w 4473752"/>
                  <a:gd name="csY1838" fmla="*/ 2138227 h 3183828"/>
                  <a:gd name="csX1839" fmla="*/ 2498844 w 4473752"/>
                  <a:gd name="csY1839" fmla="*/ 2161801 h 3183828"/>
                  <a:gd name="csX1840" fmla="*/ 2499870 w 4473752"/>
                  <a:gd name="csY1840" fmla="*/ 2173075 h 3183828"/>
                  <a:gd name="csX1841" fmla="*/ 2496792 w 4473752"/>
                  <a:gd name="csY1841" fmla="*/ 2185375 h 3183828"/>
                  <a:gd name="csX1842" fmla="*/ 2497818 w 4473752"/>
                  <a:gd name="csY1842" fmla="*/ 2207923 h 3183828"/>
                  <a:gd name="csX1843" fmla="*/ 2507046 w 4473752"/>
                  <a:gd name="csY1843" fmla="*/ 2208949 h 3183828"/>
                  <a:gd name="csX1844" fmla="*/ 2519353 w 4473752"/>
                  <a:gd name="csY1844" fmla="*/ 2227399 h 3183828"/>
                  <a:gd name="csX1845" fmla="*/ 2534731 w 4473752"/>
                  <a:gd name="csY1845" fmla="*/ 2244822 h 3183828"/>
                  <a:gd name="csX1846" fmla="*/ 2538836 w 4473752"/>
                  <a:gd name="csY1846" fmla="*/ 2256096 h 3183828"/>
                  <a:gd name="csX1847" fmla="*/ 2538836 w 4473752"/>
                  <a:gd name="csY1847" fmla="*/ 2273520 h 3183828"/>
                  <a:gd name="csX1848" fmla="*/ 2552162 w 4473752"/>
                  <a:gd name="csY1848" fmla="*/ 2297094 h 3183828"/>
                  <a:gd name="csX1849" fmla="*/ 2555240 w 4473752"/>
                  <a:gd name="csY1849" fmla="*/ 2312465 h 3183828"/>
                  <a:gd name="csX1850" fmla="*/ 2565495 w 4473752"/>
                  <a:gd name="csY1850" fmla="*/ 2326818 h 3183828"/>
                  <a:gd name="csX1851" fmla="*/ 2577802 w 4473752"/>
                  <a:gd name="csY1851" fmla="*/ 2335020 h 3183828"/>
                  <a:gd name="csX1852" fmla="*/ 2582925 w 4473752"/>
                  <a:gd name="csY1852" fmla="*/ 2336039 h 3183828"/>
                  <a:gd name="csX1853" fmla="*/ 2598311 w 4473752"/>
                  <a:gd name="csY1853" fmla="*/ 2352444 h 3183828"/>
                  <a:gd name="csX1854" fmla="*/ 2612663 w 4473752"/>
                  <a:gd name="csY1854" fmla="*/ 2357567 h 3183828"/>
                  <a:gd name="csX1855" fmla="*/ 2625996 w 4473752"/>
                  <a:gd name="csY1855" fmla="*/ 2361665 h 3183828"/>
                  <a:gd name="csX1856" fmla="*/ 2621898 w 4473752"/>
                  <a:gd name="csY1856" fmla="*/ 2340144 h 3183828"/>
                  <a:gd name="csX1857" fmla="*/ 2612670 w 4473752"/>
                  <a:gd name="csY1857" fmla="*/ 2323746 h 3183828"/>
                  <a:gd name="csX1858" fmla="*/ 2604461 w 4473752"/>
                  <a:gd name="csY1858" fmla="*/ 2314518 h 3183828"/>
                  <a:gd name="csX1859" fmla="*/ 2602415 w 4473752"/>
                  <a:gd name="csY1859" fmla="*/ 2283768 h 3183828"/>
                  <a:gd name="csX1860" fmla="*/ 2588056 w 4473752"/>
                  <a:gd name="csY1860" fmla="*/ 2257122 h 3183828"/>
                  <a:gd name="csX1861" fmla="*/ 2578828 w 4473752"/>
                  <a:gd name="csY1861" fmla="*/ 2249946 h 3183828"/>
                  <a:gd name="csX1862" fmla="*/ 2564469 w 4473752"/>
                  <a:gd name="csY1862" fmla="*/ 2236627 h 3183828"/>
                  <a:gd name="csX1863" fmla="*/ 2551143 w 4473752"/>
                  <a:gd name="csY1863" fmla="*/ 2230477 h 3183828"/>
                  <a:gd name="csX1864" fmla="*/ 2537810 w 4473752"/>
                  <a:gd name="csY1864" fmla="*/ 2214072 h 3183828"/>
                  <a:gd name="csX1865" fmla="*/ 2529607 w 4473752"/>
                  <a:gd name="csY1865" fmla="*/ 2188453 h 3183828"/>
                  <a:gd name="csX1866" fmla="*/ 2519353 w 4473752"/>
                  <a:gd name="csY1866" fmla="*/ 2185375 h 3183828"/>
                  <a:gd name="csX1867" fmla="*/ 2513203 w 4473752"/>
                  <a:gd name="csY1867" fmla="*/ 2165906 h 3183828"/>
                  <a:gd name="csX1868" fmla="*/ 2519353 w 4473752"/>
                  <a:gd name="csY1868" fmla="*/ 2138227 h 3183828"/>
                  <a:gd name="csX1869" fmla="*/ 2532686 w 4473752"/>
                  <a:gd name="csY1869" fmla="*/ 2119777 h 3183828"/>
                  <a:gd name="csX1870" fmla="*/ 2533712 w 4473752"/>
                  <a:gd name="csY1870" fmla="*/ 2098256 h 3183828"/>
                  <a:gd name="csX1871" fmla="*/ 2543966 w 4473752"/>
                  <a:gd name="csY1871" fmla="*/ 2090060 h 3183828"/>
                  <a:gd name="csX1872" fmla="*/ 2553195 w 4473752"/>
                  <a:gd name="csY1872" fmla="*/ 2091087 h 3183828"/>
                  <a:gd name="csX1873" fmla="*/ 2559345 w 4473752"/>
                  <a:gd name="csY1873" fmla="*/ 2107484 h 3183828"/>
                  <a:gd name="csX1874" fmla="*/ 2576782 w 4473752"/>
                  <a:gd name="csY1874" fmla="*/ 2112608 h 3183828"/>
                  <a:gd name="csX1875" fmla="*/ 2587037 w 4473752"/>
                  <a:gd name="csY1875" fmla="*/ 2119777 h 3183828"/>
                  <a:gd name="csX1876" fmla="*/ 2594213 w 4473752"/>
                  <a:gd name="csY1876" fmla="*/ 2134130 h 3183828"/>
                  <a:gd name="csX1877" fmla="*/ 2600363 w 4473752"/>
                  <a:gd name="csY1877" fmla="*/ 2149508 h 3183828"/>
                  <a:gd name="csX1878" fmla="*/ 2614722 w 4473752"/>
                  <a:gd name="csY1878" fmla="*/ 2158730 h 3183828"/>
                  <a:gd name="csX1879" fmla="*/ 2629081 w 4473752"/>
                  <a:gd name="csY1879" fmla="*/ 2158730 h 3183828"/>
                  <a:gd name="csX1880" fmla="*/ 2636257 w 4473752"/>
                  <a:gd name="csY1880" fmla="*/ 2164879 h 3183828"/>
                  <a:gd name="csX1881" fmla="*/ 2634205 w 4473752"/>
                  <a:gd name="csY1881" fmla="*/ 2195629 h 3183828"/>
                  <a:gd name="csX1882" fmla="*/ 2640355 w 4473752"/>
                  <a:gd name="csY1882" fmla="*/ 2198701 h 3183828"/>
                  <a:gd name="csX1883" fmla="*/ 2660864 w 4473752"/>
                  <a:gd name="csY1883" fmla="*/ 2180251 h 3183828"/>
                  <a:gd name="csX1884" fmla="*/ 2671119 w 4473752"/>
                  <a:gd name="csY1884" fmla="*/ 2178206 h 3183828"/>
                  <a:gd name="csX1885" fmla="*/ 2680354 w 4473752"/>
                  <a:gd name="csY1885" fmla="*/ 2165906 h 3183828"/>
                  <a:gd name="csX1886" fmla="*/ 2685478 w 4473752"/>
                  <a:gd name="csY1886" fmla="*/ 2157703 h 3183828"/>
                  <a:gd name="csX1887" fmla="*/ 2705987 w 4473752"/>
                  <a:gd name="csY1887" fmla="*/ 2151553 h 3183828"/>
                  <a:gd name="csX1888" fmla="*/ 2727522 w 4473752"/>
                  <a:gd name="csY1888" fmla="*/ 2136182 h 3183828"/>
                  <a:gd name="csX1889" fmla="*/ 2729574 w 4473752"/>
                  <a:gd name="csY1889" fmla="*/ 2120810 h 3183828"/>
                  <a:gd name="csX1890" fmla="*/ 2733679 w 4473752"/>
                  <a:gd name="csY1890" fmla="*/ 2099282 h 3183828"/>
                  <a:gd name="csX1891" fmla="*/ 2729574 w 4473752"/>
                  <a:gd name="csY1891" fmla="*/ 2057265 h 3183828"/>
                  <a:gd name="csX1892" fmla="*/ 2712143 w 4473752"/>
                  <a:gd name="csY1892" fmla="*/ 2034717 h 3183828"/>
                  <a:gd name="csX1893" fmla="*/ 2698810 w 4473752"/>
                  <a:gd name="csY1893" fmla="*/ 2018313 h 3183828"/>
                  <a:gd name="csX1894" fmla="*/ 2688556 w 4473752"/>
                  <a:gd name="csY1894" fmla="*/ 2013189 h 3183828"/>
                  <a:gd name="csX1895" fmla="*/ 2667021 w 4473752"/>
                  <a:gd name="csY1895" fmla="*/ 1982439 h 3183828"/>
                  <a:gd name="csX1896" fmla="*/ 2657792 w 4473752"/>
                  <a:gd name="csY1896" fmla="*/ 1976289 h 3183828"/>
                  <a:gd name="csX1897" fmla="*/ 2655740 w 4473752"/>
                  <a:gd name="csY1897" fmla="*/ 1951696 h 3183828"/>
                  <a:gd name="csX1898" fmla="*/ 2663949 w 4473752"/>
                  <a:gd name="csY1898" fmla="*/ 1941442 h 3183828"/>
                  <a:gd name="csX1899" fmla="*/ 2671125 w 4473752"/>
                  <a:gd name="csY1899" fmla="*/ 1938370 h 3183828"/>
                  <a:gd name="csX1900" fmla="*/ 2685484 w 4473752"/>
                  <a:gd name="csY1900" fmla="*/ 1917875 h 3183828"/>
                  <a:gd name="csX1901" fmla="*/ 2701889 w 4473752"/>
                  <a:gd name="csY1901" fmla="*/ 1912744 h 3183828"/>
                  <a:gd name="csX1902" fmla="*/ 2710091 w 4473752"/>
                  <a:gd name="csY1902" fmla="*/ 1905575 h 3183828"/>
                  <a:gd name="csX1903" fmla="*/ 2729574 w 4473752"/>
                  <a:gd name="csY1903" fmla="*/ 1906594 h 3183828"/>
                  <a:gd name="csX1904" fmla="*/ 2740855 w 4473752"/>
                  <a:gd name="csY1904" fmla="*/ 1910699 h 3183828"/>
                  <a:gd name="csX1905" fmla="*/ 2739829 w 4473752"/>
                  <a:gd name="csY1905" fmla="*/ 1922998 h 3183828"/>
                  <a:gd name="csX1906" fmla="*/ 2743933 w 4473752"/>
                  <a:gd name="csY1906" fmla="*/ 1929148 h 3183828"/>
                  <a:gd name="csX1907" fmla="*/ 2751109 w 4473752"/>
                  <a:gd name="csY1907" fmla="*/ 1930168 h 3183828"/>
                  <a:gd name="csX1908" fmla="*/ 2753162 w 4473752"/>
                  <a:gd name="csY1908" fmla="*/ 1919920 h 3183828"/>
                  <a:gd name="csX1909" fmla="*/ 2767521 w 4473752"/>
                  <a:gd name="csY1909" fmla="*/ 1915822 h 3183828"/>
                  <a:gd name="csX1910" fmla="*/ 2773671 w 4473752"/>
                  <a:gd name="csY1910" fmla="*/ 1909672 h 3183828"/>
                  <a:gd name="csX1911" fmla="*/ 2781880 w 4473752"/>
                  <a:gd name="csY1911" fmla="*/ 1908646 h 3183828"/>
                  <a:gd name="csX1912" fmla="*/ 2790082 w 4473752"/>
                  <a:gd name="csY1912" fmla="*/ 1903522 h 3183828"/>
                  <a:gd name="csX1913" fmla="*/ 2801363 w 4473752"/>
                  <a:gd name="csY1913" fmla="*/ 1903522 h 3183828"/>
                  <a:gd name="csX1914" fmla="*/ 2815715 w 4473752"/>
                  <a:gd name="csY1914" fmla="*/ 1892249 h 3183828"/>
                  <a:gd name="csX1915" fmla="*/ 2820846 w 4473752"/>
                  <a:gd name="csY1915" fmla="*/ 1876877 h 3183828"/>
                  <a:gd name="csX1916" fmla="*/ 2829048 w 4473752"/>
                  <a:gd name="csY1916" fmla="*/ 1873799 h 3183828"/>
                  <a:gd name="csX1917" fmla="*/ 2835198 w 4473752"/>
                  <a:gd name="csY1917" fmla="*/ 1876877 h 3183828"/>
                  <a:gd name="csX1918" fmla="*/ 2835198 w 4473752"/>
                  <a:gd name="csY1918" fmla="*/ 1885079 h 3183828"/>
                  <a:gd name="csX1919" fmla="*/ 2844433 w 4473752"/>
                  <a:gd name="csY1919" fmla="*/ 1890203 h 3183828"/>
                  <a:gd name="csX1920" fmla="*/ 2860838 w 4473752"/>
                  <a:gd name="csY1920" fmla="*/ 1879955 h 3183828"/>
                  <a:gd name="csX1921" fmla="*/ 2872118 w 4473752"/>
                  <a:gd name="csY1921" fmla="*/ 1879955 h 3183828"/>
                  <a:gd name="csX1922" fmla="*/ 2882373 w 4473752"/>
                  <a:gd name="csY1922" fmla="*/ 1869701 h 3183828"/>
                  <a:gd name="csX1923" fmla="*/ 2894679 w 4473752"/>
                  <a:gd name="csY1923" fmla="*/ 1868675 h 3183828"/>
                  <a:gd name="csX1924" fmla="*/ 2898784 w 4473752"/>
                  <a:gd name="csY1924" fmla="*/ 1858427 h 3183828"/>
                  <a:gd name="csX1925" fmla="*/ 2921339 w 4473752"/>
                  <a:gd name="csY1925" fmla="*/ 1848179 h 3183828"/>
                  <a:gd name="csX1926" fmla="*/ 2922365 w 4473752"/>
                  <a:gd name="csY1926" fmla="*/ 1836906 h 3183828"/>
                  <a:gd name="csX1927" fmla="*/ 2933645 w 4473752"/>
                  <a:gd name="csY1927" fmla="*/ 1827684 h 3183828"/>
                  <a:gd name="csX1928" fmla="*/ 2941848 w 4473752"/>
                  <a:gd name="csY1928" fmla="*/ 1826658 h 3183828"/>
                  <a:gd name="csX1929" fmla="*/ 2945952 w 4473752"/>
                  <a:gd name="csY1929" fmla="*/ 1817430 h 3183828"/>
                  <a:gd name="csX1930" fmla="*/ 2958259 w 4473752"/>
                  <a:gd name="csY1930" fmla="*/ 1811280 h 3183828"/>
                  <a:gd name="csX1931" fmla="*/ 2959285 w 4473752"/>
                  <a:gd name="csY1931" fmla="*/ 1788732 h 3183828"/>
                  <a:gd name="csX1932" fmla="*/ 2968513 w 4473752"/>
                  <a:gd name="csY1932" fmla="*/ 1785660 h 3183828"/>
                  <a:gd name="csX1933" fmla="*/ 2968513 w 4473752"/>
                  <a:gd name="csY1933" fmla="*/ 1773360 h 3183828"/>
                  <a:gd name="csX1934" fmla="*/ 2982873 w 4473752"/>
                  <a:gd name="csY1934" fmla="*/ 1759008 h 3183828"/>
                  <a:gd name="csX1935" fmla="*/ 2983899 w 4473752"/>
                  <a:gd name="csY1935" fmla="*/ 1751839 h 3183828"/>
                  <a:gd name="csX1936" fmla="*/ 2994153 w 4473752"/>
                  <a:gd name="csY1936" fmla="*/ 1744663 h 3183828"/>
                  <a:gd name="csX1937" fmla="*/ 2997225 w 4473752"/>
                  <a:gd name="csY1937" fmla="*/ 1738513 h 3183828"/>
                  <a:gd name="csX1938" fmla="*/ 2996199 w 4473752"/>
                  <a:gd name="csY1938" fmla="*/ 1728265 h 3183828"/>
                  <a:gd name="csX1939" fmla="*/ 3005434 w 4473752"/>
                  <a:gd name="csY1939" fmla="*/ 1716991 h 3183828"/>
                  <a:gd name="csX1940" fmla="*/ 3003382 w 4473752"/>
                  <a:gd name="csY1940" fmla="*/ 1700594 h 3183828"/>
                  <a:gd name="csX1941" fmla="*/ 2996199 w 4473752"/>
                  <a:gd name="csY1941" fmla="*/ 1695463 h 3183828"/>
                  <a:gd name="csX1942" fmla="*/ 2985951 w 4473752"/>
                  <a:gd name="csY1942" fmla="*/ 1700594 h 3183828"/>
                  <a:gd name="csX1943" fmla="*/ 2981846 w 4473752"/>
                  <a:gd name="csY1943" fmla="*/ 1698541 h 3183828"/>
                  <a:gd name="csX1944" fmla="*/ 2982873 w 4473752"/>
                  <a:gd name="csY1944" fmla="*/ 1690339 h 3183828"/>
                  <a:gd name="csX1945" fmla="*/ 2995179 w 4473752"/>
                  <a:gd name="csY1945" fmla="*/ 1682144 h 3183828"/>
                  <a:gd name="csX1946" fmla="*/ 3004408 w 4473752"/>
                  <a:gd name="csY1946" fmla="*/ 1678039 h 3183828"/>
                  <a:gd name="csX1947" fmla="*/ 3001329 w 4473752"/>
                  <a:gd name="csY1947" fmla="*/ 1667791 h 3183828"/>
                  <a:gd name="csX1948" fmla="*/ 2993127 w 4473752"/>
                  <a:gd name="csY1948" fmla="*/ 1659596 h 3183828"/>
                  <a:gd name="csX1949" fmla="*/ 3003382 w 4473752"/>
                  <a:gd name="csY1949" fmla="*/ 1659596 h 3183828"/>
                  <a:gd name="csX1950" fmla="*/ 3003382 w 4473752"/>
                  <a:gd name="csY1950" fmla="*/ 1652420 h 3183828"/>
                  <a:gd name="csX1951" fmla="*/ 2995179 w 4473752"/>
                  <a:gd name="csY1951" fmla="*/ 1642172 h 3183828"/>
                  <a:gd name="csX1952" fmla="*/ 2984925 w 4473752"/>
                  <a:gd name="csY1952" fmla="*/ 1632944 h 3183828"/>
                  <a:gd name="csX1953" fmla="*/ 2983899 w 4473752"/>
                  <a:gd name="csY1953" fmla="*/ 1614494 h 3183828"/>
                  <a:gd name="csX1954" fmla="*/ 2976723 w 4473752"/>
                  <a:gd name="csY1954" fmla="*/ 1607325 h 3183828"/>
                  <a:gd name="csX1955" fmla="*/ 2974670 w 4473752"/>
                  <a:gd name="csY1955" fmla="*/ 1590920 h 3183828"/>
                  <a:gd name="csX1956" fmla="*/ 2960311 w 4473752"/>
                  <a:gd name="csY1956" fmla="*/ 1586822 h 3183828"/>
                  <a:gd name="csX1957" fmla="*/ 2946978 w 4473752"/>
                  <a:gd name="csY1957" fmla="*/ 1574522 h 3183828"/>
                  <a:gd name="csX1958" fmla="*/ 2950057 w 4473752"/>
                  <a:gd name="csY1958" fmla="*/ 1563249 h 3183828"/>
                  <a:gd name="csX1959" fmla="*/ 2962363 w 4473752"/>
                  <a:gd name="csY1959" fmla="*/ 1553001 h 3183828"/>
                  <a:gd name="csX1960" fmla="*/ 2962363 w 4473752"/>
                  <a:gd name="csY1960" fmla="*/ 1548903 h 3183828"/>
                  <a:gd name="csX1961" fmla="*/ 2971592 w 4473752"/>
                  <a:gd name="csY1961" fmla="*/ 1539675 h 3183828"/>
                  <a:gd name="csX1962" fmla="*/ 2975696 w 4473752"/>
                  <a:gd name="csY1962" fmla="*/ 1544799 h 3183828"/>
                  <a:gd name="csX1963" fmla="*/ 2983899 w 4473752"/>
                  <a:gd name="csY1963" fmla="*/ 1544799 h 3183828"/>
                  <a:gd name="csX1964" fmla="*/ 2995179 w 4473752"/>
                  <a:gd name="csY1964" fmla="*/ 1534551 h 3183828"/>
                  <a:gd name="csX1965" fmla="*/ 2996206 w 4473752"/>
                  <a:gd name="csY1965" fmla="*/ 1529427 h 3183828"/>
                  <a:gd name="csX1966" fmla="*/ 3005434 w 4473752"/>
                  <a:gd name="csY1966" fmla="*/ 1526356 h 3183828"/>
                  <a:gd name="csX1967" fmla="*/ 3016715 w 4473752"/>
                  <a:gd name="csY1967" fmla="*/ 1526356 h 3183828"/>
                  <a:gd name="csX1968" fmla="*/ 3020819 w 4473752"/>
                  <a:gd name="csY1968" fmla="*/ 1520206 h 3183828"/>
                  <a:gd name="csX1969" fmla="*/ 3017741 w 4473752"/>
                  <a:gd name="csY1969" fmla="*/ 1510977 h 3183828"/>
                  <a:gd name="csX1970" fmla="*/ 2990056 w 4473752"/>
                  <a:gd name="csY1970" fmla="*/ 1508925 h 3183828"/>
                  <a:gd name="csX1971" fmla="*/ 2982873 w 4473752"/>
                  <a:gd name="csY1971" fmla="*/ 1503801 h 3183828"/>
                  <a:gd name="csX1972" fmla="*/ 2975696 w 4473752"/>
                  <a:gd name="csY1972" fmla="*/ 1504827 h 3183828"/>
                  <a:gd name="csX1973" fmla="*/ 2953135 w 4473752"/>
                  <a:gd name="csY1973" fmla="*/ 1518153 h 3183828"/>
                  <a:gd name="csX1974" fmla="*/ 2940828 w 4473752"/>
                  <a:gd name="csY1974" fmla="*/ 1517127 h 3183828"/>
                  <a:gd name="csX1975" fmla="*/ 2941854 w 4473752"/>
                  <a:gd name="csY1975" fmla="*/ 1501756 h 3183828"/>
                  <a:gd name="csX1976" fmla="*/ 2925450 w 4473752"/>
                  <a:gd name="csY1976" fmla="*/ 1499703 h 3183828"/>
                  <a:gd name="csX1977" fmla="*/ 2914169 w 4473752"/>
                  <a:gd name="csY1977" fmla="*/ 1482280 h 3183828"/>
                  <a:gd name="csX1978" fmla="*/ 2920319 w 4473752"/>
                  <a:gd name="csY1978" fmla="*/ 1469980 h 3183828"/>
                  <a:gd name="csX1979" fmla="*/ 2935705 w 4473752"/>
                  <a:gd name="csY1979" fmla="*/ 1467927 h 3183828"/>
                  <a:gd name="csX1980" fmla="*/ 2941854 w 4473752"/>
                  <a:gd name="csY1980" fmla="*/ 1464856 h 3183828"/>
                  <a:gd name="csX1981" fmla="*/ 2941854 w 4473752"/>
                  <a:gd name="csY1981" fmla="*/ 1459732 h 3183828"/>
                  <a:gd name="csX1982" fmla="*/ 2950057 w 4473752"/>
                  <a:gd name="csY1982" fmla="*/ 1451530 h 3183828"/>
                  <a:gd name="csX1983" fmla="*/ 2953135 w 4473752"/>
                  <a:gd name="csY1983" fmla="*/ 1441282 h 3183828"/>
                  <a:gd name="csX1984" fmla="*/ 2969546 w 4473752"/>
                  <a:gd name="csY1984" fmla="*/ 1435132 h 3183828"/>
                  <a:gd name="csX1985" fmla="*/ 2988003 w 4473752"/>
                  <a:gd name="csY1985" fmla="*/ 1419761 h 3183828"/>
                  <a:gd name="csX1986" fmla="*/ 3006460 w 4473752"/>
                  <a:gd name="csY1986" fmla="*/ 1421806 h 3183828"/>
                  <a:gd name="csX1987" fmla="*/ 3007486 w 4473752"/>
                  <a:gd name="csY1987" fmla="*/ 1435132 h 3183828"/>
                  <a:gd name="csX1988" fmla="*/ 2991082 w 4473752"/>
                  <a:gd name="csY1988" fmla="*/ 1455634 h 3183828"/>
                  <a:gd name="csX1989" fmla="*/ 3001336 w 4473752"/>
                  <a:gd name="csY1989" fmla="*/ 1460758 h 3183828"/>
                  <a:gd name="csX1990" fmla="*/ 3000310 w 4473752"/>
                  <a:gd name="csY1990" fmla="*/ 1471006 h 3183828"/>
                  <a:gd name="csX1991" fmla="*/ 3015688 w 4473752"/>
                  <a:gd name="csY1991" fmla="*/ 1464856 h 3183828"/>
                  <a:gd name="csX1992" fmla="*/ 3039276 w 4473752"/>
                  <a:gd name="csY1992" fmla="*/ 1450510 h 3183828"/>
                  <a:gd name="csX1993" fmla="*/ 3055687 w 4473752"/>
                  <a:gd name="csY1993" fmla="*/ 1446413 h 3183828"/>
                  <a:gd name="csX1994" fmla="*/ 3062863 w 4473752"/>
                  <a:gd name="csY1994" fmla="*/ 1451530 h 3183828"/>
                  <a:gd name="csX1995" fmla="*/ 3070039 w 4473752"/>
                  <a:gd name="csY1995" fmla="*/ 1453582 h 3183828"/>
                  <a:gd name="csX1996" fmla="*/ 3079268 w 4473752"/>
                  <a:gd name="csY1996" fmla="*/ 1456660 h 3183828"/>
                  <a:gd name="csX1997" fmla="*/ 3078242 w 4473752"/>
                  <a:gd name="csY1997" fmla="*/ 1467934 h 3183828"/>
                  <a:gd name="csX1998" fmla="*/ 3081320 w 4473752"/>
                  <a:gd name="csY1998" fmla="*/ 1479208 h 3183828"/>
                  <a:gd name="csX1999" fmla="*/ 3066961 w 4473752"/>
                  <a:gd name="csY1999" fmla="*/ 1493553 h 3183828"/>
                  <a:gd name="csX2000" fmla="*/ 3075170 w 4473752"/>
                  <a:gd name="csY2000" fmla="*/ 1503808 h 3183828"/>
                  <a:gd name="csX2001" fmla="*/ 3085418 w 4473752"/>
                  <a:gd name="csY2001" fmla="*/ 1503808 h 3183828"/>
                  <a:gd name="csX2002" fmla="*/ 3097725 w 4473752"/>
                  <a:gd name="csY2002" fmla="*/ 1500730 h 3183828"/>
                  <a:gd name="csX2003" fmla="*/ 3107979 w 4473752"/>
                  <a:gd name="csY2003" fmla="*/ 1508932 h 3183828"/>
                  <a:gd name="csX2004" fmla="*/ 3106953 w 4473752"/>
                  <a:gd name="csY2004" fmla="*/ 1520206 h 3183828"/>
                  <a:gd name="csX2005" fmla="*/ 3100803 w 4473752"/>
                  <a:gd name="csY2005" fmla="*/ 1525329 h 3183828"/>
                  <a:gd name="csX2006" fmla="*/ 3103882 w 4473752"/>
                  <a:gd name="csY2006" fmla="*/ 1534551 h 3183828"/>
                  <a:gd name="csX2007" fmla="*/ 3106953 w 4473752"/>
                  <a:gd name="csY2007" fmla="*/ 1553001 h 3183828"/>
                  <a:gd name="csX2008" fmla="*/ 3104908 w 4473752"/>
                  <a:gd name="csY2008" fmla="*/ 1562229 h 3183828"/>
                  <a:gd name="csX2009" fmla="*/ 3103882 w 4473752"/>
                  <a:gd name="csY2009" fmla="*/ 1573503 h 3183828"/>
                  <a:gd name="csX2010" fmla="*/ 3098751 w 4473752"/>
                  <a:gd name="csY2010" fmla="*/ 1578627 h 3183828"/>
                  <a:gd name="csX2011" fmla="*/ 3106953 w 4473752"/>
                  <a:gd name="csY2011" fmla="*/ 1591946 h 3183828"/>
                  <a:gd name="csX2012" fmla="*/ 3115155 w 4473752"/>
                  <a:gd name="csY2012" fmla="*/ 1591946 h 3183828"/>
                  <a:gd name="csX2013" fmla="*/ 3121312 w 4473752"/>
                  <a:gd name="csY2013" fmla="*/ 1587849 h 3183828"/>
                  <a:gd name="csX2014" fmla="*/ 3135671 w 4473752"/>
                  <a:gd name="csY2014" fmla="*/ 1582725 h 3183828"/>
                  <a:gd name="csX2015" fmla="*/ 3144900 w 4473752"/>
                  <a:gd name="csY2015" fmla="*/ 1581699 h 3183828"/>
                  <a:gd name="csX2016" fmla="*/ 3152076 w 4473752"/>
                  <a:gd name="csY2016" fmla="*/ 1575549 h 3183828"/>
                  <a:gd name="csX2017" fmla="*/ 3160278 w 4473752"/>
                  <a:gd name="csY2017" fmla="*/ 1572477 h 3183828"/>
                  <a:gd name="csX2018" fmla="*/ 3164383 w 4473752"/>
                  <a:gd name="csY2018" fmla="*/ 1567353 h 3183828"/>
                  <a:gd name="csX2019" fmla="*/ 3167461 w 4473752"/>
                  <a:gd name="csY2019" fmla="*/ 1559151 h 3183828"/>
                  <a:gd name="csX2020" fmla="*/ 3170533 w 4473752"/>
                  <a:gd name="csY2020" fmla="*/ 1550956 h 3183828"/>
                  <a:gd name="csX2021" fmla="*/ 3164383 w 4473752"/>
                  <a:gd name="csY2021" fmla="*/ 1524303 h 3183828"/>
                  <a:gd name="csX2022" fmla="*/ 3164383 w 4473752"/>
                  <a:gd name="csY2022" fmla="*/ 1508932 h 3183828"/>
                  <a:gd name="csX2023" fmla="*/ 3153102 w 4473752"/>
                  <a:gd name="csY2023" fmla="*/ 1487410 h 3183828"/>
                  <a:gd name="csX2024" fmla="*/ 3149004 w 4473752"/>
                  <a:gd name="csY2024" fmla="*/ 1476136 h 3183828"/>
                  <a:gd name="csX2025" fmla="*/ 3134645 w 4473752"/>
                  <a:gd name="csY2025" fmla="*/ 1464856 h 3183828"/>
                  <a:gd name="csX2026" fmla="*/ 3126443 w 4473752"/>
                  <a:gd name="csY2026" fmla="*/ 1462810 h 3183828"/>
                  <a:gd name="csX2027" fmla="*/ 3126443 w 4473752"/>
                  <a:gd name="csY2027" fmla="*/ 1448458 h 3183828"/>
                  <a:gd name="csX2028" fmla="*/ 3130540 w 4473752"/>
                  <a:gd name="csY2028" fmla="*/ 1441282 h 3183828"/>
                  <a:gd name="csX2029" fmla="*/ 3144900 w 4473752"/>
                  <a:gd name="csY2029" fmla="*/ 1439237 h 3183828"/>
                  <a:gd name="csX2030" fmla="*/ 3163356 w 4473752"/>
                  <a:gd name="csY2030" fmla="*/ 1425911 h 3183828"/>
                  <a:gd name="csX2031" fmla="*/ 3178742 w 4473752"/>
                  <a:gd name="csY2031" fmla="*/ 1407461 h 3183828"/>
                  <a:gd name="csX2032" fmla="*/ 3177715 w 4473752"/>
                  <a:gd name="csY2032" fmla="*/ 1394141 h 3183828"/>
                  <a:gd name="csX2033" fmla="*/ 3183872 w 4473752"/>
                  <a:gd name="csY2033" fmla="*/ 1380815 h 3183828"/>
                  <a:gd name="csX2034" fmla="*/ 3198225 w 4473752"/>
                  <a:gd name="csY2034" fmla="*/ 1366470 h 3183828"/>
                  <a:gd name="csX2035" fmla="*/ 3198225 w 4473752"/>
                  <a:gd name="csY2035" fmla="*/ 1366463 h 3183828"/>
                  <a:gd name="csX2036" fmla="*/ 3213610 w 4473752"/>
                  <a:gd name="csY2036" fmla="*/ 1362365 h 3183828"/>
                  <a:gd name="csX2037" fmla="*/ 3216688 w 4473752"/>
                  <a:gd name="csY2037" fmla="*/ 1353144 h 3183828"/>
                  <a:gd name="csX2038" fmla="*/ 3223864 w 4473752"/>
                  <a:gd name="csY2038" fmla="*/ 1348020 h 3183828"/>
                  <a:gd name="csX2039" fmla="*/ 3234119 w 4473752"/>
                  <a:gd name="csY2039" fmla="*/ 1353144 h 3183828"/>
                  <a:gd name="csX2040" fmla="*/ 3237190 w 4473752"/>
                  <a:gd name="csY2040" fmla="*/ 1358268 h 3183828"/>
                  <a:gd name="csX2041" fmla="*/ 3250523 w 4473752"/>
                  <a:gd name="csY2041" fmla="*/ 1359294 h 3183828"/>
                  <a:gd name="csX2042" fmla="*/ 3257699 w 4473752"/>
                  <a:gd name="csY2042" fmla="*/ 1363391 h 3183828"/>
                  <a:gd name="csX2043" fmla="*/ 3267961 w 4473752"/>
                  <a:gd name="csY2043" fmla="*/ 1352118 h 3183828"/>
                  <a:gd name="csX2044" fmla="*/ 3291541 w 4473752"/>
                  <a:gd name="csY2044" fmla="*/ 1343922 h 3183828"/>
                  <a:gd name="csX2045" fmla="*/ 3314103 w 4473752"/>
                  <a:gd name="csY2045" fmla="*/ 1307022 h 3183828"/>
                  <a:gd name="csX2046" fmla="*/ 3332566 w 4473752"/>
                  <a:gd name="csY2046" fmla="*/ 1287553 h 3183828"/>
                  <a:gd name="csX2047" fmla="*/ 3352049 w 4473752"/>
                  <a:gd name="csY2047" fmla="*/ 1269103 h 3183828"/>
                  <a:gd name="csX2048" fmla="*/ 3355121 w 4473752"/>
                  <a:gd name="csY2048" fmla="*/ 1244503 h 3183828"/>
                  <a:gd name="csX2049" fmla="*/ 3366408 w 4473752"/>
                  <a:gd name="csY2049" fmla="*/ 1224001 h 3183828"/>
                  <a:gd name="csX2050" fmla="*/ 3387944 w 4473752"/>
                  <a:gd name="csY2050" fmla="*/ 1201453 h 3183828"/>
                  <a:gd name="csX2051" fmla="*/ 3394094 w 4473752"/>
                  <a:gd name="csY2051" fmla="*/ 1193258 h 3183828"/>
                  <a:gd name="csX2052" fmla="*/ 3405374 w 4473752"/>
                  <a:gd name="csY2052" fmla="*/ 1162508 h 3183828"/>
                  <a:gd name="csX2053" fmla="*/ 3405374 w 4473752"/>
                  <a:gd name="csY2053" fmla="*/ 1151234 h 3183828"/>
                  <a:gd name="csX2054" fmla="*/ 3408453 w 4473752"/>
                  <a:gd name="csY2054" fmla="*/ 1128687 h 3183828"/>
                  <a:gd name="csX2055" fmla="*/ 3405374 w 4473752"/>
                  <a:gd name="csY2055" fmla="*/ 1117413 h 3183828"/>
                  <a:gd name="csX2056" fmla="*/ 3408453 w 4473752"/>
                  <a:gd name="csY2056" fmla="*/ 1092813 h 3183828"/>
                  <a:gd name="csX2057" fmla="*/ 3425883 w 4473752"/>
                  <a:gd name="csY2057" fmla="*/ 1066168 h 3183828"/>
                  <a:gd name="csX2058" fmla="*/ 3425883 w 4473752"/>
                  <a:gd name="csY2058" fmla="*/ 1047717 h 3183828"/>
                  <a:gd name="csX2059" fmla="*/ 3413576 w 4473752"/>
                  <a:gd name="csY2059" fmla="*/ 1037470 h 3183828"/>
                  <a:gd name="csX2060" fmla="*/ 3412557 w 4473752"/>
                  <a:gd name="csY2060" fmla="*/ 1030294 h 3183828"/>
                  <a:gd name="csX2061" fmla="*/ 3421786 w 4473752"/>
                  <a:gd name="csY2061" fmla="*/ 1035418 h 3183828"/>
                  <a:gd name="csX2062" fmla="*/ 3422812 w 4473752"/>
                  <a:gd name="csY2062" fmla="*/ 1027215 h 3183828"/>
                  <a:gd name="csX2063" fmla="*/ 3414609 w 4473752"/>
                  <a:gd name="csY2063" fmla="*/ 1012870 h 3183828"/>
                  <a:gd name="csX2064" fmla="*/ 3404348 w 4473752"/>
                  <a:gd name="csY2064" fmla="*/ 1002622 h 3183828"/>
                  <a:gd name="csX2065" fmla="*/ 3397172 w 4473752"/>
                  <a:gd name="csY2065" fmla="*/ 988270 h 3183828"/>
                  <a:gd name="csX2066" fmla="*/ 3371539 w 4473752"/>
                  <a:gd name="csY2066" fmla="*/ 983146 h 3183828"/>
                  <a:gd name="csX2067" fmla="*/ 3366408 w 4473752"/>
                  <a:gd name="csY2067" fmla="*/ 1003642 h 3183828"/>
                  <a:gd name="csX2068" fmla="*/ 3357180 w 4473752"/>
                  <a:gd name="csY2068" fmla="*/ 1004668 h 3183828"/>
                  <a:gd name="csX2069" fmla="*/ 3346925 w 4473752"/>
                  <a:gd name="csY2069" fmla="*/ 1009792 h 3183828"/>
                  <a:gd name="csX2070" fmla="*/ 3344873 w 4473752"/>
                  <a:gd name="csY2070" fmla="*/ 1005694 h 3183828"/>
                  <a:gd name="csX2071" fmla="*/ 3348978 w 4473752"/>
                  <a:gd name="csY2071" fmla="*/ 995446 h 3183828"/>
                  <a:gd name="csX2072" fmla="*/ 3343847 w 4473752"/>
                  <a:gd name="csY2072" fmla="*/ 984165 h 3183828"/>
                  <a:gd name="csX2073" fmla="*/ 3334619 w 4473752"/>
                  <a:gd name="csY2073" fmla="*/ 990315 h 3183828"/>
                  <a:gd name="csX2074" fmla="*/ 3327443 w 4473752"/>
                  <a:gd name="csY2074" fmla="*/ 998518 h 3183828"/>
                  <a:gd name="csX2075" fmla="*/ 3326416 w 4473752"/>
                  <a:gd name="csY2075" fmla="*/ 971872 h 3183828"/>
                  <a:gd name="csX2076" fmla="*/ 3310005 w 4473752"/>
                  <a:gd name="csY2076" fmla="*/ 967768 h 3183828"/>
                  <a:gd name="csX2077" fmla="*/ 3301803 w 4473752"/>
                  <a:gd name="csY2077" fmla="*/ 969820 h 3183828"/>
                  <a:gd name="csX2078" fmla="*/ 3290522 w 4473752"/>
                  <a:gd name="csY2078" fmla="*/ 962644 h 3183828"/>
                  <a:gd name="csX2079" fmla="*/ 3292574 w 4473752"/>
                  <a:gd name="csY2079" fmla="*/ 955468 h 3183828"/>
                  <a:gd name="csX2080" fmla="*/ 3306933 w 4473752"/>
                  <a:gd name="csY2080" fmla="*/ 950344 h 3183828"/>
                  <a:gd name="csX2081" fmla="*/ 3319240 w 4473752"/>
                  <a:gd name="csY2081" fmla="*/ 938044 h 3183828"/>
                  <a:gd name="csX2082" fmla="*/ 3337697 w 4473752"/>
                  <a:gd name="csY2082" fmla="*/ 924725 h 3183828"/>
                  <a:gd name="csX2083" fmla="*/ 3343847 w 4473752"/>
                  <a:gd name="csY2083" fmla="*/ 915496 h 3183828"/>
                  <a:gd name="csX2084" fmla="*/ 3360258 w 4473752"/>
                  <a:gd name="csY2084" fmla="*/ 896027 h 3183828"/>
                  <a:gd name="csX2085" fmla="*/ 3361285 w 4473752"/>
                  <a:gd name="csY2085" fmla="*/ 885780 h 3183828"/>
                  <a:gd name="csX2086" fmla="*/ 3385891 w 4473752"/>
                  <a:gd name="csY2086" fmla="*/ 868356 h 3183828"/>
                  <a:gd name="csX2087" fmla="*/ 3405381 w 4473752"/>
                  <a:gd name="csY2087" fmla="*/ 845801 h 3183828"/>
                  <a:gd name="csX2088" fmla="*/ 3409479 w 4473752"/>
                  <a:gd name="csY2088" fmla="*/ 833508 h 3183828"/>
                  <a:gd name="csX2089" fmla="*/ 3433066 w 4473752"/>
                  <a:gd name="csY2089" fmla="*/ 813006 h 3183828"/>
                  <a:gd name="csX2090" fmla="*/ 3437171 w 4473752"/>
                  <a:gd name="csY2090" fmla="*/ 800706 h 3183828"/>
                  <a:gd name="csX2091" fmla="*/ 3455628 w 4473752"/>
                  <a:gd name="csY2091" fmla="*/ 786360 h 3183828"/>
                  <a:gd name="csX2092" fmla="*/ 3475110 w 4473752"/>
                  <a:gd name="csY2092" fmla="*/ 782256 h 3183828"/>
                  <a:gd name="csX2093" fmla="*/ 3492541 w 4473752"/>
                  <a:gd name="csY2093" fmla="*/ 783282 h 3183828"/>
                  <a:gd name="csX2094" fmla="*/ 3503822 w 4473752"/>
                  <a:gd name="csY2094" fmla="*/ 779184 h 3183828"/>
                  <a:gd name="csX2095" fmla="*/ 3525357 w 4473752"/>
                  <a:gd name="csY2095" fmla="*/ 780211 h 3183828"/>
                  <a:gd name="csX2096" fmla="*/ 3519207 w 4473752"/>
                  <a:gd name="csY2096" fmla="*/ 787387 h 3183828"/>
                  <a:gd name="csX2097" fmla="*/ 3524331 w 4473752"/>
                  <a:gd name="csY2097" fmla="*/ 794556 h 3183828"/>
                  <a:gd name="csX2098" fmla="*/ 3534585 w 4473752"/>
                  <a:gd name="csY2098" fmla="*/ 791484 h 3183828"/>
                  <a:gd name="csX2099" fmla="*/ 3543821 w 4473752"/>
                  <a:gd name="csY2099" fmla="*/ 781237 h 3183828"/>
                  <a:gd name="csX2100" fmla="*/ 3552023 w 4473752"/>
                  <a:gd name="csY2100" fmla="*/ 787387 h 3183828"/>
                  <a:gd name="csX2101" fmla="*/ 3575610 w 4473752"/>
                  <a:gd name="csY2101" fmla="*/ 785334 h 3183828"/>
                  <a:gd name="csX2102" fmla="*/ 3583813 w 4473752"/>
                  <a:gd name="csY2102" fmla="*/ 787387 h 3183828"/>
                  <a:gd name="csX2103" fmla="*/ 3595093 w 4473752"/>
                  <a:gd name="csY2103" fmla="*/ 769963 h 3183828"/>
                  <a:gd name="csX2104" fmla="*/ 3610472 w 4473752"/>
                  <a:gd name="csY2104" fmla="*/ 768937 h 3183828"/>
                  <a:gd name="csX2105" fmla="*/ 3622778 w 4473752"/>
                  <a:gd name="csY2105" fmla="*/ 770989 h 3183828"/>
                  <a:gd name="csX2106" fmla="*/ 3648418 w 4473752"/>
                  <a:gd name="csY2106" fmla="*/ 772008 h 3183828"/>
                  <a:gd name="csX2107" fmla="*/ 3653542 w 4473752"/>
                  <a:gd name="csY2107" fmla="*/ 783289 h 3183828"/>
                  <a:gd name="csX2108" fmla="*/ 3645340 w 4473752"/>
                  <a:gd name="csY2108" fmla="*/ 788413 h 3183828"/>
                  <a:gd name="csX2109" fmla="*/ 3640209 w 4473752"/>
                  <a:gd name="csY2109" fmla="*/ 795589 h 3183828"/>
                  <a:gd name="csX2110" fmla="*/ 3647392 w 4473752"/>
                  <a:gd name="csY2110" fmla="*/ 800713 h 3183828"/>
                  <a:gd name="csX2111" fmla="*/ 3658673 w 4473752"/>
                  <a:gd name="csY2111" fmla="*/ 794563 h 3183828"/>
                  <a:gd name="csX2112" fmla="*/ 3671999 w 4473752"/>
                  <a:gd name="csY2112" fmla="*/ 798660 h 3183828"/>
                  <a:gd name="csX2113" fmla="*/ 3687384 w 4473752"/>
                  <a:gd name="csY2113" fmla="*/ 786360 h 3183828"/>
                  <a:gd name="csX2114" fmla="*/ 3696612 w 4473752"/>
                  <a:gd name="csY2114" fmla="*/ 797634 h 3183828"/>
                  <a:gd name="csX2115" fmla="*/ 3704815 w 4473752"/>
                  <a:gd name="csY2115" fmla="*/ 798660 h 3183828"/>
                  <a:gd name="csX2116" fmla="*/ 3706867 w 4473752"/>
                  <a:gd name="csY2116" fmla="*/ 789439 h 3183828"/>
                  <a:gd name="csX2117" fmla="*/ 3723278 w 4473752"/>
                  <a:gd name="csY2117" fmla="*/ 786360 h 3183828"/>
                  <a:gd name="csX2118" fmla="*/ 3723278 w 4473752"/>
                  <a:gd name="csY2118" fmla="*/ 774060 h 3183828"/>
                  <a:gd name="csX2119" fmla="*/ 3714043 w 4473752"/>
                  <a:gd name="csY2119" fmla="*/ 768937 h 3183828"/>
                  <a:gd name="csX2120" fmla="*/ 3703789 w 4473752"/>
                  <a:gd name="csY2120" fmla="*/ 773041 h 3183828"/>
                  <a:gd name="csX2121" fmla="*/ 3702769 w 4473752"/>
                  <a:gd name="csY2121" fmla="*/ 759715 h 3183828"/>
                  <a:gd name="csX2122" fmla="*/ 3710971 w 4473752"/>
                  <a:gd name="csY2122" fmla="*/ 752539 h 3183828"/>
                  <a:gd name="csX2123" fmla="*/ 3719174 w 4473752"/>
                  <a:gd name="csY2123" fmla="*/ 740239 h 3183828"/>
                  <a:gd name="csX2124" fmla="*/ 3735585 w 4473752"/>
                  <a:gd name="csY2124" fmla="*/ 727939 h 3183828"/>
                  <a:gd name="csX2125" fmla="*/ 3735585 w 4473752"/>
                  <a:gd name="csY2125" fmla="*/ 719744 h 3183828"/>
                  <a:gd name="csX2126" fmla="*/ 3757113 w 4473752"/>
                  <a:gd name="csY2126" fmla="*/ 701294 h 3183828"/>
                  <a:gd name="csX2127" fmla="*/ 3754042 w 4473752"/>
                  <a:gd name="csY2127" fmla="*/ 686942 h 3183828"/>
                  <a:gd name="csX2128" fmla="*/ 3769420 w 4473752"/>
                  <a:gd name="csY2128" fmla="*/ 675668 h 3183828"/>
                  <a:gd name="csX2129" fmla="*/ 3796086 w 4473752"/>
                  <a:gd name="csY2129" fmla="*/ 674648 h 3183828"/>
                  <a:gd name="csX2130" fmla="*/ 3805315 w 4473752"/>
                  <a:gd name="csY2130" fmla="*/ 666446 h 3183828"/>
                  <a:gd name="csX2131" fmla="*/ 3817621 w 4473752"/>
                  <a:gd name="csY2131" fmla="*/ 675668 h 3183828"/>
                  <a:gd name="csX2132" fmla="*/ 3821719 w 4473752"/>
                  <a:gd name="csY2132" fmla="*/ 672596 h 3183828"/>
                  <a:gd name="csX2133" fmla="*/ 3826850 w 4473752"/>
                  <a:gd name="csY2133" fmla="*/ 666446 h 3183828"/>
                  <a:gd name="csX2134" fmla="*/ 3835052 w 4473752"/>
                  <a:gd name="csY2134" fmla="*/ 673622 h 3183828"/>
                  <a:gd name="csX2135" fmla="*/ 3833000 w 4473752"/>
                  <a:gd name="csY2135" fmla="*/ 687968 h 3183828"/>
                  <a:gd name="csX2136" fmla="*/ 3821719 w 4473752"/>
                  <a:gd name="csY2136" fmla="*/ 701294 h 3183828"/>
                  <a:gd name="csX2137" fmla="*/ 3826850 w 4473752"/>
                  <a:gd name="csY2137" fmla="*/ 707444 h 3183828"/>
                  <a:gd name="csX2138" fmla="*/ 3831974 w 4473752"/>
                  <a:gd name="csY2138" fmla="*/ 709496 h 3183828"/>
                  <a:gd name="csX2139" fmla="*/ 3833000 w 4473752"/>
                  <a:gd name="csY2139" fmla="*/ 724868 h 3183828"/>
                  <a:gd name="csX2140" fmla="*/ 3842228 w 4473752"/>
                  <a:gd name="csY2140" fmla="*/ 724868 h 3183828"/>
                  <a:gd name="csX2141" fmla="*/ 3848385 w 4473752"/>
                  <a:gd name="csY2141" fmla="*/ 707444 h 3183828"/>
                  <a:gd name="csX2142" fmla="*/ 3869920 w 4473752"/>
                  <a:gd name="csY2142" fmla="*/ 690020 h 3183828"/>
                  <a:gd name="csX2143" fmla="*/ 3874025 w 4473752"/>
                  <a:gd name="csY2143" fmla="*/ 683870 h 3183828"/>
                  <a:gd name="csX2144" fmla="*/ 3892481 w 4473752"/>
                  <a:gd name="csY2144" fmla="*/ 682851 h 3183828"/>
                  <a:gd name="csX2145" fmla="*/ 3895553 w 4473752"/>
                  <a:gd name="csY2145" fmla="*/ 673622 h 3183828"/>
                  <a:gd name="csX2146" fmla="*/ 3890429 w 4473752"/>
                  <a:gd name="csY2146" fmla="*/ 666446 h 3183828"/>
                  <a:gd name="csX2147" fmla="*/ 3901710 w 4473752"/>
                  <a:gd name="csY2147" fmla="*/ 637749 h 3183828"/>
                  <a:gd name="csX2148" fmla="*/ 3922219 w 4473752"/>
                  <a:gd name="csY2148" fmla="*/ 628527 h 3183828"/>
                  <a:gd name="csX2149" fmla="*/ 3935552 w 4473752"/>
                  <a:gd name="csY2149" fmla="*/ 641853 h 3183828"/>
                  <a:gd name="csX2150" fmla="*/ 3921193 w 4473752"/>
                  <a:gd name="csY2150" fmla="*/ 646977 h 3183828"/>
                  <a:gd name="csX2151" fmla="*/ 3916069 w 4473752"/>
                  <a:gd name="csY2151" fmla="*/ 665427 h 3183828"/>
                  <a:gd name="csX2152" fmla="*/ 3911964 w 4473752"/>
                  <a:gd name="csY2152" fmla="*/ 675675 h 3183828"/>
                  <a:gd name="csX2153" fmla="*/ 3908886 w 4473752"/>
                  <a:gd name="csY2153" fmla="*/ 701294 h 3183828"/>
                  <a:gd name="csX2154" fmla="*/ 3905808 w 4473752"/>
                  <a:gd name="csY2154" fmla="*/ 706424 h 3183828"/>
                  <a:gd name="csX2155" fmla="*/ 3904781 w 4473752"/>
                  <a:gd name="csY2155" fmla="*/ 717691 h 3183828"/>
                  <a:gd name="csX2156" fmla="*/ 3869920 w 4473752"/>
                  <a:gd name="csY2156" fmla="*/ 732044 h 3183828"/>
                  <a:gd name="csX2157" fmla="*/ 3864789 w 4473752"/>
                  <a:gd name="csY2157" fmla="*/ 744344 h 3183828"/>
                  <a:gd name="csX2158" fmla="*/ 3844280 w 4473752"/>
                  <a:gd name="csY2158" fmla="*/ 770989 h 3183828"/>
                  <a:gd name="csX2159" fmla="*/ 3833000 w 4473752"/>
                  <a:gd name="csY2159" fmla="*/ 773041 h 3183828"/>
                  <a:gd name="csX2160" fmla="*/ 3830947 w 4473752"/>
                  <a:gd name="csY2160" fmla="*/ 790465 h 3183828"/>
                  <a:gd name="csX2161" fmla="*/ 3807360 w 4473752"/>
                  <a:gd name="csY2161" fmla="*/ 810960 h 3183828"/>
                  <a:gd name="csX2162" fmla="*/ 3806334 w 4473752"/>
                  <a:gd name="csY2162" fmla="*/ 818137 h 3183828"/>
                  <a:gd name="csX2163" fmla="*/ 3793008 w 4473752"/>
                  <a:gd name="csY2163" fmla="*/ 829410 h 3183828"/>
                  <a:gd name="csX2164" fmla="*/ 3784805 w 4473752"/>
                  <a:gd name="csY2164" fmla="*/ 832489 h 3183828"/>
                  <a:gd name="csX2165" fmla="*/ 3777622 w 4473752"/>
                  <a:gd name="csY2165" fmla="*/ 841710 h 3183828"/>
                  <a:gd name="csX2166" fmla="*/ 3759166 w 4473752"/>
                  <a:gd name="csY2166" fmla="*/ 841710 h 3183828"/>
                  <a:gd name="csX2167" fmla="*/ 3755061 w 4473752"/>
                  <a:gd name="csY2167" fmla="*/ 877584 h 3183828"/>
                  <a:gd name="csX2168" fmla="*/ 3751990 w 4473752"/>
                  <a:gd name="csY2168" fmla="*/ 883734 h 3183828"/>
                  <a:gd name="csX2169" fmla="*/ 3736604 w 4473752"/>
                  <a:gd name="csY2169" fmla="*/ 902184 h 3183828"/>
                  <a:gd name="csX2170" fmla="*/ 3733526 w 4473752"/>
                  <a:gd name="csY2170" fmla="*/ 940103 h 3183828"/>
                  <a:gd name="csX2171" fmla="*/ 3736604 w 4473752"/>
                  <a:gd name="csY2171" fmla="*/ 977003 h 3183828"/>
                  <a:gd name="csX2172" fmla="*/ 3737630 w 4473752"/>
                  <a:gd name="csY2172" fmla="*/ 996472 h 3183828"/>
                  <a:gd name="csX2173" fmla="*/ 3742754 w 4473752"/>
                  <a:gd name="csY2173" fmla="*/ 1009798 h 3183828"/>
                  <a:gd name="csX2174" fmla="*/ 3750957 w 4473752"/>
                  <a:gd name="csY2174" fmla="*/ 1044646 h 3183828"/>
                  <a:gd name="csX2175" fmla="*/ 3753009 w 4473752"/>
                  <a:gd name="csY2175" fmla="*/ 1063096 h 3183828"/>
                  <a:gd name="csX2176" fmla="*/ 3751983 w 4473752"/>
                  <a:gd name="csY2176" fmla="*/ 1082572 h 3183828"/>
                  <a:gd name="csX2177" fmla="*/ 3757113 w 4473752"/>
                  <a:gd name="csY2177" fmla="*/ 1096917 h 3183828"/>
                  <a:gd name="csX2178" fmla="*/ 3753009 w 4473752"/>
                  <a:gd name="csY2178" fmla="*/ 1103067 h 3183828"/>
                  <a:gd name="csX2179" fmla="*/ 3762237 w 4473752"/>
                  <a:gd name="csY2179" fmla="*/ 1101015 h 3183828"/>
                  <a:gd name="csX2180" fmla="*/ 3797105 w 4473752"/>
                  <a:gd name="csY2180" fmla="*/ 1055920 h 3183828"/>
                  <a:gd name="csX2181" fmla="*/ 3799158 w 4473752"/>
                  <a:gd name="csY2181" fmla="*/ 1044646 h 3183828"/>
                  <a:gd name="csX2182" fmla="*/ 3803255 w 4473752"/>
                  <a:gd name="csY2182" fmla="*/ 1025177 h 3183828"/>
                  <a:gd name="csX2183" fmla="*/ 3816588 w 4473752"/>
                  <a:gd name="csY2183" fmla="*/ 1021072 h 3183828"/>
                  <a:gd name="csX2184" fmla="*/ 3828895 w 4473752"/>
                  <a:gd name="csY2184" fmla="*/ 1025177 h 3183828"/>
                  <a:gd name="csX2185" fmla="*/ 3833000 w 4473752"/>
                  <a:gd name="csY2185" fmla="*/ 1016975 h 3183828"/>
                  <a:gd name="csX2186" fmla="*/ 3827869 w 4473752"/>
                  <a:gd name="csY2186" fmla="*/ 990322 h 3183828"/>
                  <a:gd name="csX2187" fmla="*/ 3855561 w 4473752"/>
                  <a:gd name="csY2187" fmla="*/ 967781 h 3183828"/>
                  <a:gd name="csX2188" fmla="*/ 3859659 w 4473752"/>
                  <a:gd name="csY2188" fmla="*/ 973925 h 3183828"/>
                  <a:gd name="csX2189" fmla="*/ 3868887 w 4473752"/>
                  <a:gd name="csY2189" fmla="*/ 970853 h 3183828"/>
                  <a:gd name="csX2190" fmla="*/ 3875044 w 4473752"/>
                  <a:gd name="csY2190" fmla="*/ 955482 h 3183828"/>
                  <a:gd name="csX2191" fmla="*/ 3867861 w 4473752"/>
                  <a:gd name="csY2191" fmla="*/ 945227 h 3183828"/>
                  <a:gd name="csX2192" fmla="*/ 3864789 w 4473752"/>
                  <a:gd name="csY2192" fmla="*/ 939077 h 3183828"/>
                  <a:gd name="csX2193" fmla="*/ 3874018 w 4473752"/>
                  <a:gd name="csY2193" fmla="*/ 914484 h 3183828"/>
                  <a:gd name="csX2194" fmla="*/ 3888377 w 4473752"/>
                  <a:gd name="csY2194" fmla="*/ 899106 h 3183828"/>
                  <a:gd name="csX2195" fmla="*/ 3888377 w 4473752"/>
                  <a:gd name="csY2195" fmla="*/ 914484 h 3183828"/>
                  <a:gd name="csX2196" fmla="*/ 3899651 w 4473752"/>
                  <a:gd name="csY2196" fmla="*/ 914484 h 3183828"/>
                  <a:gd name="csX2197" fmla="*/ 3904781 w 4473752"/>
                  <a:gd name="csY2197" fmla="*/ 909360 h 3183828"/>
                  <a:gd name="csX2198" fmla="*/ 3898631 w 4473752"/>
                  <a:gd name="csY2198" fmla="*/ 887832 h 3183828"/>
                  <a:gd name="csX2199" fmla="*/ 3888377 w 4473752"/>
                  <a:gd name="csY2199" fmla="*/ 882708 h 3183828"/>
                  <a:gd name="csX2200" fmla="*/ 3887351 w 4473752"/>
                  <a:gd name="csY2200" fmla="*/ 864258 h 3183828"/>
                  <a:gd name="csX2201" fmla="*/ 3901710 w 4473752"/>
                  <a:gd name="csY2201" fmla="*/ 850939 h 3183828"/>
                  <a:gd name="csX2202" fmla="*/ 3899651 w 4473752"/>
                  <a:gd name="csY2202" fmla="*/ 845815 h 3183828"/>
                  <a:gd name="csX2203" fmla="*/ 3885298 w 4473752"/>
                  <a:gd name="csY2203" fmla="*/ 839665 h 3183828"/>
                  <a:gd name="csX2204" fmla="*/ 3882220 w 4473752"/>
                  <a:gd name="csY2204" fmla="*/ 846834 h 3183828"/>
                  <a:gd name="csX2205" fmla="*/ 3870939 w 4473752"/>
                  <a:gd name="csY2205" fmla="*/ 835560 h 3183828"/>
                  <a:gd name="csX2206" fmla="*/ 3877096 w 4473752"/>
                  <a:gd name="csY2206" fmla="*/ 811987 h 3183828"/>
                  <a:gd name="csX2207" fmla="*/ 3885298 w 4473752"/>
                  <a:gd name="csY2207" fmla="*/ 807889 h 3183828"/>
                  <a:gd name="csX2208" fmla="*/ 3896579 w 4473752"/>
                  <a:gd name="csY2208" fmla="*/ 790465 h 3183828"/>
                  <a:gd name="csX2209" fmla="*/ 3900677 w 4473752"/>
                  <a:gd name="csY2209" fmla="*/ 769970 h 3183828"/>
                  <a:gd name="csX2210" fmla="*/ 3916062 w 4473752"/>
                  <a:gd name="csY2210" fmla="*/ 754591 h 3183828"/>
                  <a:gd name="csX2211" fmla="*/ 3926317 w 4473752"/>
                  <a:gd name="csY2211" fmla="*/ 755617 h 3183828"/>
                  <a:gd name="csX2212" fmla="*/ 3934526 w 4473752"/>
                  <a:gd name="csY2212" fmla="*/ 760741 h 3183828"/>
                  <a:gd name="csX2213" fmla="*/ 3942721 w 4473752"/>
                  <a:gd name="csY2213" fmla="*/ 749467 h 3183828"/>
                  <a:gd name="csX2214" fmla="*/ 3951956 w 4473752"/>
                  <a:gd name="csY2214" fmla="*/ 742298 h 3183828"/>
                  <a:gd name="csX2215" fmla="*/ 3963237 w 4473752"/>
                  <a:gd name="csY2215" fmla="*/ 732044 h 3183828"/>
                  <a:gd name="csX2216" fmla="*/ 3965289 w 4473752"/>
                  <a:gd name="csY2216" fmla="*/ 736148 h 3183828"/>
                  <a:gd name="csX2217" fmla="*/ 3957080 w 4473752"/>
                  <a:gd name="csY2217" fmla="*/ 751520 h 3183828"/>
                  <a:gd name="csX2218" fmla="*/ 3958106 w 4473752"/>
                  <a:gd name="csY2218" fmla="*/ 766891 h 3183828"/>
                  <a:gd name="csX2219" fmla="*/ 3969387 w 4473752"/>
                  <a:gd name="csY2219" fmla="*/ 758696 h 3183828"/>
                  <a:gd name="csX2220" fmla="*/ 3978615 w 4473752"/>
                  <a:gd name="csY2220" fmla="*/ 740246 h 3183828"/>
                  <a:gd name="csX2221" fmla="*/ 4016562 w 4473752"/>
                  <a:gd name="csY2221" fmla="*/ 722822 h 3183828"/>
                  <a:gd name="csX2222" fmla="*/ 4036045 w 4473752"/>
                  <a:gd name="csY2222" fmla="*/ 733070 h 3183828"/>
                  <a:gd name="csX2223" fmla="*/ 4041176 w 4473752"/>
                  <a:gd name="csY2223" fmla="*/ 743318 h 3183828"/>
                  <a:gd name="csX2224" fmla="*/ 4043221 w 4473752"/>
                  <a:gd name="csY2224" fmla="*/ 755617 h 3183828"/>
                  <a:gd name="csX2225" fmla="*/ 4053475 w 4473752"/>
                  <a:gd name="csY2225" fmla="*/ 749467 h 3183828"/>
                  <a:gd name="csX2226" fmla="*/ 4056554 w 4473752"/>
                  <a:gd name="csY2226" fmla="*/ 739220 h 3183828"/>
                  <a:gd name="csX2227" fmla="*/ 4070913 w 4473752"/>
                  <a:gd name="csY2227" fmla="*/ 722822 h 3183828"/>
                  <a:gd name="csX2228" fmla="*/ 4092448 w 4473752"/>
                  <a:gd name="csY2228" fmla="*/ 711548 h 3183828"/>
                  <a:gd name="csX2229" fmla="*/ 4098598 w 4473752"/>
                  <a:gd name="csY2229" fmla="*/ 699248 h 3183828"/>
                  <a:gd name="csX2230" fmla="*/ 4109879 w 4473752"/>
                  <a:gd name="csY2230" fmla="*/ 696177 h 3183828"/>
                  <a:gd name="csX2231" fmla="*/ 4122186 w 4473752"/>
                  <a:gd name="csY2231" fmla="*/ 680798 h 3183828"/>
                  <a:gd name="csX2232" fmla="*/ 4134492 w 4473752"/>
                  <a:gd name="csY2232" fmla="*/ 678753 h 3183828"/>
                  <a:gd name="csX2233" fmla="*/ 4149871 w 4473752"/>
                  <a:gd name="csY2233" fmla="*/ 663375 h 3183828"/>
                  <a:gd name="csX2234" fmla="*/ 4177556 w 4473752"/>
                  <a:gd name="csY2234" fmla="*/ 657231 h 3183828"/>
                  <a:gd name="csX2235" fmla="*/ 4185765 w 4473752"/>
                  <a:gd name="csY2235" fmla="*/ 643905 h 3183828"/>
                  <a:gd name="csX2236" fmla="*/ 4210379 w 4473752"/>
                  <a:gd name="csY2236" fmla="*/ 639808 h 3183828"/>
                  <a:gd name="csX2237" fmla="*/ 4222679 w 4473752"/>
                  <a:gd name="csY2237" fmla="*/ 646977 h 3183828"/>
                  <a:gd name="csX2238" fmla="*/ 4243188 w 4473752"/>
                  <a:gd name="csY2238" fmla="*/ 651081 h 3183828"/>
                  <a:gd name="csX2239" fmla="*/ 4244214 w 4473752"/>
                  <a:gd name="csY2239" fmla="*/ 641853 h 3183828"/>
                  <a:gd name="csX2240" fmla="*/ 4250371 w 4473752"/>
                  <a:gd name="csY2240" fmla="*/ 626482 h 3183828"/>
                  <a:gd name="csX2241" fmla="*/ 4244221 w 4473752"/>
                  <a:gd name="csY2241" fmla="*/ 621358 h 3183828"/>
                  <a:gd name="csX2242" fmla="*/ 4242169 w 4473752"/>
                  <a:gd name="csY2242" fmla="*/ 601882 h 3183828"/>
                  <a:gd name="csX2243" fmla="*/ 4233959 w 4473752"/>
                  <a:gd name="csY2243" fmla="*/ 594706 h 3183828"/>
                  <a:gd name="csX2244" fmla="*/ 4233959 w 4473752"/>
                  <a:gd name="csY2244" fmla="*/ 568060 h 3183828"/>
                  <a:gd name="csX2245" fmla="*/ 4225757 w 4473752"/>
                  <a:gd name="csY2245" fmla="*/ 561910 h 3183828"/>
                  <a:gd name="csX2246" fmla="*/ 4226783 w 4473752"/>
                  <a:gd name="csY2246" fmla="*/ 552689 h 3183828"/>
                  <a:gd name="csX2247" fmla="*/ 4219607 w 4473752"/>
                  <a:gd name="csY2247" fmla="*/ 549610 h 3183828"/>
                  <a:gd name="csX2248" fmla="*/ 4216529 w 4473752"/>
                  <a:gd name="csY2248" fmla="*/ 558832 h 3183828"/>
                  <a:gd name="csX2249" fmla="*/ 4204222 w 4473752"/>
                  <a:gd name="csY2249" fmla="*/ 548584 h 3183828"/>
                  <a:gd name="csX2250" fmla="*/ 4197046 w 4473752"/>
                  <a:gd name="csY2250" fmla="*/ 543460 h 3183828"/>
                  <a:gd name="csX2251" fmla="*/ 4183713 w 4473752"/>
                  <a:gd name="csY2251" fmla="*/ 540389 h 3183828"/>
                  <a:gd name="csX2252" fmla="*/ 4177563 w 4473752"/>
                  <a:gd name="csY2252" fmla="*/ 526037 h 3183828"/>
                  <a:gd name="csX2253" fmla="*/ 4187817 w 4473752"/>
                  <a:gd name="csY2253" fmla="*/ 527063 h 3183828"/>
                  <a:gd name="csX2254" fmla="*/ 4192941 w 4473752"/>
                  <a:gd name="csY2254" fmla="*/ 534239 h 3183828"/>
                  <a:gd name="csX2255" fmla="*/ 4197046 w 4473752"/>
                  <a:gd name="csY2255" fmla="*/ 530141 h 3183828"/>
                  <a:gd name="csX2256" fmla="*/ 4187817 w 4473752"/>
                  <a:gd name="csY2256" fmla="*/ 521939 h 3183828"/>
                  <a:gd name="csX2257" fmla="*/ 4197046 w 4473752"/>
                  <a:gd name="csY2257" fmla="*/ 516815 h 3183828"/>
                  <a:gd name="csX2258" fmla="*/ 4207300 w 4473752"/>
                  <a:gd name="csY2258" fmla="*/ 528089 h 3183828"/>
                  <a:gd name="csX2259" fmla="*/ 4212431 w 4473752"/>
                  <a:gd name="csY2259" fmla="*/ 538337 h 3183828"/>
                  <a:gd name="csX2260" fmla="*/ 4241142 w 4473752"/>
                  <a:gd name="csY2260" fmla="*/ 536291 h 3183828"/>
                  <a:gd name="csX2261" fmla="*/ 4250371 w 4473752"/>
                  <a:gd name="csY2261" fmla="*/ 525010 h 3183828"/>
                  <a:gd name="csX2262" fmla="*/ 4256528 w 4473752"/>
                  <a:gd name="csY2262" fmla="*/ 520913 h 3183828"/>
                  <a:gd name="csX2263" fmla="*/ 4272932 w 4473752"/>
                  <a:gd name="csY2263" fmla="*/ 501437 h 3183828"/>
                  <a:gd name="csX2264" fmla="*/ 4268828 w 4473752"/>
                  <a:gd name="csY2264" fmla="*/ 488117 h 3183828"/>
                  <a:gd name="csX2265" fmla="*/ 4260625 w 4473752"/>
                  <a:gd name="csY2265" fmla="*/ 465570 h 3183828"/>
                  <a:gd name="csX2266" fmla="*/ 4272932 w 4473752"/>
                  <a:gd name="csY2266" fmla="*/ 457367 h 3183828"/>
                  <a:gd name="csX2267" fmla="*/ 4278063 w 4473752"/>
                  <a:gd name="csY2267" fmla="*/ 459420 h 3183828"/>
                  <a:gd name="csX2268" fmla="*/ 4289337 w 4473752"/>
                  <a:gd name="csY2268" fmla="*/ 454289 h 3183828"/>
                  <a:gd name="csX2269" fmla="*/ 4290363 w 4473752"/>
                  <a:gd name="csY2269" fmla="*/ 464543 h 3183828"/>
                  <a:gd name="csX2270" fmla="*/ 4288317 w 4473752"/>
                  <a:gd name="csY2270" fmla="*/ 473765 h 3183828"/>
                  <a:gd name="csX2271" fmla="*/ 4287291 w 4473752"/>
                  <a:gd name="csY2271" fmla="*/ 490163 h 3183828"/>
                  <a:gd name="csX2272" fmla="*/ 4294467 w 4473752"/>
                  <a:gd name="csY2272" fmla="*/ 498365 h 3183828"/>
                  <a:gd name="csX2273" fmla="*/ 4309846 w 4473752"/>
                  <a:gd name="csY2273" fmla="*/ 497339 h 3183828"/>
                  <a:gd name="csX2274" fmla="*/ 4324205 w 4473752"/>
                  <a:gd name="csY2274" fmla="*/ 495293 h 3183828"/>
                  <a:gd name="csX2275" fmla="*/ 4340609 w 4473752"/>
                  <a:gd name="csY2275" fmla="*/ 501443 h 3183828"/>
                  <a:gd name="csX2276" fmla="*/ 4344714 w 4473752"/>
                  <a:gd name="csY2276" fmla="*/ 507593 h 3183828"/>
                  <a:gd name="csX2277" fmla="*/ 4347792 w 4473752"/>
                  <a:gd name="csY2277" fmla="*/ 533213 h 3183828"/>
                  <a:gd name="csX2278" fmla="*/ 4365223 w 4473752"/>
                  <a:gd name="csY2278" fmla="*/ 530141 h 3183828"/>
                  <a:gd name="csX2279" fmla="*/ 4376504 w 4473752"/>
                  <a:gd name="csY2279" fmla="*/ 536291 h 3183828"/>
                  <a:gd name="csX2280" fmla="*/ 4386758 w 4473752"/>
                  <a:gd name="csY2280" fmla="*/ 551663 h 3183828"/>
                  <a:gd name="csX2281" fmla="*/ 4399065 w 4473752"/>
                  <a:gd name="csY2281" fmla="*/ 558839 h 3183828"/>
                  <a:gd name="csX2282" fmla="*/ 4418548 w 4473752"/>
                  <a:gd name="csY2282" fmla="*/ 550637 h 3183828"/>
                  <a:gd name="csX2283" fmla="*/ 4408293 w 4473752"/>
                  <a:gd name="csY2283" fmla="*/ 541415 h 3183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 ang="0">
                    <a:pos x="csX1475" y="csY1475"/>
                  </a:cxn>
                  <a:cxn ang="0">
                    <a:pos x="csX1476" y="csY1476"/>
                  </a:cxn>
                  <a:cxn ang="0">
                    <a:pos x="csX1477" y="csY1477"/>
                  </a:cxn>
                  <a:cxn ang="0">
                    <a:pos x="csX1478" y="csY1478"/>
                  </a:cxn>
                  <a:cxn ang="0">
                    <a:pos x="csX1479" y="csY1479"/>
                  </a:cxn>
                  <a:cxn ang="0">
                    <a:pos x="csX1480" y="csY1480"/>
                  </a:cxn>
                  <a:cxn ang="0">
                    <a:pos x="csX1481" y="csY1481"/>
                  </a:cxn>
                  <a:cxn ang="0">
                    <a:pos x="csX1482" y="csY1482"/>
                  </a:cxn>
                  <a:cxn ang="0">
                    <a:pos x="csX1483" y="csY1483"/>
                  </a:cxn>
                  <a:cxn ang="0">
                    <a:pos x="csX1484" y="csY1484"/>
                  </a:cxn>
                  <a:cxn ang="0">
                    <a:pos x="csX1485" y="csY1485"/>
                  </a:cxn>
                  <a:cxn ang="0">
                    <a:pos x="csX1486" y="csY1486"/>
                  </a:cxn>
                  <a:cxn ang="0">
                    <a:pos x="csX1487" y="csY1487"/>
                  </a:cxn>
                  <a:cxn ang="0">
                    <a:pos x="csX1488" y="csY1488"/>
                  </a:cxn>
                  <a:cxn ang="0">
                    <a:pos x="csX1489" y="csY1489"/>
                  </a:cxn>
                  <a:cxn ang="0">
                    <a:pos x="csX1490" y="csY1490"/>
                  </a:cxn>
                  <a:cxn ang="0">
                    <a:pos x="csX1491" y="csY1491"/>
                  </a:cxn>
                  <a:cxn ang="0">
                    <a:pos x="csX1492" y="csY1492"/>
                  </a:cxn>
                  <a:cxn ang="0">
                    <a:pos x="csX1493" y="csY1493"/>
                  </a:cxn>
                  <a:cxn ang="0">
                    <a:pos x="csX1494" y="csY1494"/>
                  </a:cxn>
                  <a:cxn ang="0">
                    <a:pos x="csX1495" y="csY1495"/>
                  </a:cxn>
                  <a:cxn ang="0">
                    <a:pos x="csX1496" y="csY1496"/>
                  </a:cxn>
                  <a:cxn ang="0">
                    <a:pos x="csX1497" y="csY1497"/>
                  </a:cxn>
                  <a:cxn ang="0">
                    <a:pos x="csX1498" y="csY1498"/>
                  </a:cxn>
                  <a:cxn ang="0">
                    <a:pos x="csX1499" y="csY1499"/>
                  </a:cxn>
                  <a:cxn ang="0">
                    <a:pos x="csX1500" y="csY1500"/>
                  </a:cxn>
                  <a:cxn ang="0">
                    <a:pos x="csX1501" y="csY1501"/>
                  </a:cxn>
                  <a:cxn ang="0">
                    <a:pos x="csX1502" y="csY1502"/>
                  </a:cxn>
                  <a:cxn ang="0">
                    <a:pos x="csX1503" y="csY1503"/>
                  </a:cxn>
                  <a:cxn ang="0">
                    <a:pos x="csX1504" y="csY1504"/>
                  </a:cxn>
                  <a:cxn ang="0">
                    <a:pos x="csX1505" y="csY1505"/>
                  </a:cxn>
                  <a:cxn ang="0">
                    <a:pos x="csX1506" y="csY1506"/>
                  </a:cxn>
                  <a:cxn ang="0">
                    <a:pos x="csX1507" y="csY1507"/>
                  </a:cxn>
                  <a:cxn ang="0">
                    <a:pos x="csX1508" y="csY1508"/>
                  </a:cxn>
                  <a:cxn ang="0">
                    <a:pos x="csX1509" y="csY1509"/>
                  </a:cxn>
                  <a:cxn ang="0">
                    <a:pos x="csX1510" y="csY1510"/>
                  </a:cxn>
                  <a:cxn ang="0">
                    <a:pos x="csX1511" y="csY1511"/>
                  </a:cxn>
                  <a:cxn ang="0">
                    <a:pos x="csX1512" y="csY1512"/>
                  </a:cxn>
                  <a:cxn ang="0">
                    <a:pos x="csX1513" y="csY1513"/>
                  </a:cxn>
                  <a:cxn ang="0">
                    <a:pos x="csX1514" y="csY1514"/>
                  </a:cxn>
                  <a:cxn ang="0">
                    <a:pos x="csX1515" y="csY1515"/>
                  </a:cxn>
                  <a:cxn ang="0">
                    <a:pos x="csX1516" y="csY1516"/>
                  </a:cxn>
                  <a:cxn ang="0">
                    <a:pos x="csX1517" y="csY1517"/>
                  </a:cxn>
                  <a:cxn ang="0">
                    <a:pos x="csX1518" y="csY1518"/>
                  </a:cxn>
                  <a:cxn ang="0">
                    <a:pos x="csX1519" y="csY1519"/>
                  </a:cxn>
                  <a:cxn ang="0">
                    <a:pos x="csX1520" y="csY1520"/>
                  </a:cxn>
                  <a:cxn ang="0">
                    <a:pos x="csX1521" y="csY1521"/>
                  </a:cxn>
                  <a:cxn ang="0">
                    <a:pos x="csX1522" y="csY1522"/>
                  </a:cxn>
                  <a:cxn ang="0">
                    <a:pos x="csX1523" y="csY1523"/>
                  </a:cxn>
                  <a:cxn ang="0">
                    <a:pos x="csX1524" y="csY1524"/>
                  </a:cxn>
                  <a:cxn ang="0">
                    <a:pos x="csX1525" y="csY1525"/>
                  </a:cxn>
                  <a:cxn ang="0">
                    <a:pos x="csX1526" y="csY1526"/>
                  </a:cxn>
                  <a:cxn ang="0">
                    <a:pos x="csX1527" y="csY1527"/>
                  </a:cxn>
                  <a:cxn ang="0">
                    <a:pos x="csX1528" y="csY1528"/>
                  </a:cxn>
                  <a:cxn ang="0">
                    <a:pos x="csX1529" y="csY1529"/>
                  </a:cxn>
                  <a:cxn ang="0">
                    <a:pos x="csX1530" y="csY1530"/>
                  </a:cxn>
                  <a:cxn ang="0">
                    <a:pos x="csX1531" y="csY1531"/>
                  </a:cxn>
                  <a:cxn ang="0">
                    <a:pos x="csX1532" y="csY1532"/>
                  </a:cxn>
                  <a:cxn ang="0">
                    <a:pos x="csX1533" y="csY1533"/>
                  </a:cxn>
                  <a:cxn ang="0">
                    <a:pos x="csX1534" y="csY1534"/>
                  </a:cxn>
                  <a:cxn ang="0">
                    <a:pos x="csX1535" y="csY1535"/>
                  </a:cxn>
                  <a:cxn ang="0">
                    <a:pos x="csX1536" y="csY1536"/>
                  </a:cxn>
                  <a:cxn ang="0">
                    <a:pos x="csX1537" y="csY1537"/>
                  </a:cxn>
                  <a:cxn ang="0">
                    <a:pos x="csX1538" y="csY1538"/>
                  </a:cxn>
                  <a:cxn ang="0">
                    <a:pos x="csX1539" y="csY1539"/>
                  </a:cxn>
                  <a:cxn ang="0">
                    <a:pos x="csX1540" y="csY1540"/>
                  </a:cxn>
                  <a:cxn ang="0">
                    <a:pos x="csX1541" y="csY1541"/>
                  </a:cxn>
                  <a:cxn ang="0">
                    <a:pos x="csX1542" y="csY1542"/>
                  </a:cxn>
                  <a:cxn ang="0">
                    <a:pos x="csX1543" y="csY1543"/>
                  </a:cxn>
                  <a:cxn ang="0">
                    <a:pos x="csX1544" y="csY1544"/>
                  </a:cxn>
                  <a:cxn ang="0">
                    <a:pos x="csX1545" y="csY1545"/>
                  </a:cxn>
                  <a:cxn ang="0">
                    <a:pos x="csX1546" y="csY1546"/>
                  </a:cxn>
                  <a:cxn ang="0">
                    <a:pos x="csX1547" y="csY1547"/>
                  </a:cxn>
                  <a:cxn ang="0">
                    <a:pos x="csX1548" y="csY1548"/>
                  </a:cxn>
                  <a:cxn ang="0">
                    <a:pos x="csX1549" y="csY1549"/>
                  </a:cxn>
                  <a:cxn ang="0">
                    <a:pos x="csX1550" y="csY1550"/>
                  </a:cxn>
                  <a:cxn ang="0">
                    <a:pos x="csX1551" y="csY1551"/>
                  </a:cxn>
                  <a:cxn ang="0">
                    <a:pos x="csX1552" y="csY1552"/>
                  </a:cxn>
                  <a:cxn ang="0">
                    <a:pos x="csX1553" y="csY1553"/>
                  </a:cxn>
                  <a:cxn ang="0">
                    <a:pos x="csX1554" y="csY1554"/>
                  </a:cxn>
                  <a:cxn ang="0">
                    <a:pos x="csX1555" y="csY1555"/>
                  </a:cxn>
                  <a:cxn ang="0">
                    <a:pos x="csX1556" y="csY1556"/>
                  </a:cxn>
                  <a:cxn ang="0">
                    <a:pos x="csX1557" y="csY1557"/>
                  </a:cxn>
                  <a:cxn ang="0">
                    <a:pos x="csX1558" y="csY1558"/>
                  </a:cxn>
                  <a:cxn ang="0">
                    <a:pos x="csX1559" y="csY1559"/>
                  </a:cxn>
                  <a:cxn ang="0">
                    <a:pos x="csX1560" y="csY1560"/>
                  </a:cxn>
                  <a:cxn ang="0">
                    <a:pos x="csX1561" y="csY1561"/>
                  </a:cxn>
                  <a:cxn ang="0">
                    <a:pos x="csX1562" y="csY1562"/>
                  </a:cxn>
                  <a:cxn ang="0">
                    <a:pos x="csX1563" y="csY1563"/>
                  </a:cxn>
                  <a:cxn ang="0">
                    <a:pos x="csX1564" y="csY1564"/>
                  </a:cxn>
                  <a:cxn ang="0">
                    <a:pos x="csX1565" y="csY1565"/>
                  </a:cxn>
                  <a:cxn ang="0">
                    <a:pos x="csX1566" y="csY1566"/>
                  </a:cxn>
                  <a:cxn ang="0">
                    <a:pos x="csX1567" y="csY1567"/>
                  </a:cxn>
                  <a:cxn ang="0">
                    <a:pos x="csX1568" y="csY1568"/>
                  </a:cxn>
                  <a:cxn ang="0">
                    <a:pos x="csX1569" y="csY1569"/>
                  </a:cxn>
                  <a:cxn ang="0">
                    <a:pos x="csX1570" y="csY1570"/>
                  </a:cxn>
                  <a:cxn ang="0">
                    <a:pos x="csX1571" y="csY1571"/>
                  </a:cxn>
                  <a:cxn ang="0">
                    <a:pos x="csX1572" y="csY1572"/>
                  </a:cxn>
                  <a:cxn ang="0">
                    <a:pos x="csX1573" y="csY1573"/>
                  </a:cxn>
                  <a:cxn ang="0">
                    <a:pos x="csX1574" y="csY1574"/>
                  </a:cxn>
                  <a:cxn ang="0">
                    <a:pos x="csX1575" y="csY1575"/>
                  </a:cxn>
                  <a:cxn ang="0">
                    <a:pos x="csX1576" y="csY1576"/>
                  </a:cxn>
                  <a:cxn ang="0">
                    <a:pos x="csX1577" y="csY1577"/>
                  </a:cxn>
                  <a:cxn ang="0">
                    <a:pos x="csX1578" y="csY1578"/>
                  </a:cxn>
                  <a:cxn ang="0">
                    <a:pos x="csX1579" y="csY1579"/>
                  </a:cxn>
                  <a:cxn ang="0">
                    <a:pos x="csX1580" y="csY1580"/>
                  </a:cxn>
                  <a:cxn ang="0">
                    <a:pos x="csX1581" y="csY1581"/>
                  </a:cxn>
                  <a:cxn ang="0">
                    <a:pos x="csX1582" y="csY1582"/>
                  </a:cxn>
                  <a:cxn ang="0">
                    <a:pos x="csX1583" y="csY1583"/>
                  </a:cxn>
                  <a:cxn ang="0">
                    <a:pos x="csX1584" y="csY1584"/>
                  </a:cxn>
                  <a:cxn ang="0">
                    <a:pos x="csX1585" y="csY1585"/>
                  </a:cxn>
                  <a:cxn ang="0">
                    <a:pos x="csX1586" y="csY1586"/>
                  </a:cxn>
                  <a:cxn ang="0">
                    <a:pos x="csX1587" y="csY1587"/>
                  </a:cxn>
                  <a:cxn ang="0">
                    <a:pos x="csX1588" y="csY1588"/>
                  </a:cxn>
                  <a:cxn ang="0">
                    <a:pos x="csX1589" y="csY1589"/>
                  </a:cxn>
                  <a:cxn ang="0">
                    <a:pos x="csX1590" y="csY1590"/>
                  </a:cxn>
                  <a:cxn ang="0">
                    <a:pos x="csX1591" y="csY1591"/>
                  </a:cxn>
                  <a:cxn ang="0">
                    <a:pos x="csX1592" y="csY1592"/>
                  </a:cxn>
                  <a:cxn ang="0">
                    <a:pos x="csX1593" y="csY1593"/>
                  </a:cxn>
                  <a:cxn ang="0">
                    <a:pos x="csX1594" y="csY1594"/>
                  </a:cxn>
                  <a:cxn ang="0">
                    <a:pos x="csX1595" y="csY1595"/>
                  </a:cxn>
                  <a:cxn ang="0">
                    <a:pos x="csX1596" y="csY1596"/>
                  </a:cxn>
                  <a:cxn ang="0">
                    <a:pos x="csX1597" y="csY1597"/>
                  </a:cxn>
                  <a:cxn ang="0">
                    <a:pos x="csX1598" y="csY1598"/>
                  </a:cxn>
                  <a:cxn ang="0">
                    <a:pos x="csX1599" y="csY1599"/>
                  </a:cxn>
                  <a:cxn ang="0">
                    <a:pos x="csX1600" y="csY1600"/>
                  </a:cxn>
                  <a:cxn ang="0">
                    <a:pos x="csX1601" y="csY1601"/>
                  </a:cxn>
                  <a:cxn ang="0">
                    <a:pos x="csX1602" y="csY1602"/>
                  </a:cxn>
                  <a:cxn ang="0">
                    <a:pos x="csX1603" y="csY1603"/>
                  </a:cxn>
                  <a:cxn ang="0">
                    <a:pos x="csX1604" y="csY1604"/>
                  </a:cxn>
                  <a:cxn ang="0">
                    <a:pos x="csX1605" y="csY1605"/>
                  </a:cxn>
                  <a:cxn ang="0">
                    <a:pos x="csX1606" y="csY1606"/>
                  </a:cxn>
                  <a:cxn ang="0">
                    <a:pos x="csX1607" y="csY1607"/>
                  </a:cxn>
                  <a:cxn ang="0">
                    <a:pos x="csX1608" y="csY1608"/>
                  </a:cxn>
                  <a:cxn ang="0">
                    <a:pos x="csX1609" y="csY1609"/>
                  </a:cxn>
                  <a:cxn ang="0">
                    <a:pos x="csX1610" y="csY1610"/>
                  </a:cxn>
                  <a:cxn ang="0">
                    <a:pos x="csX1611" y="csY1611"/>
                  </a:cxn>
                  <a:cxn ang="0">
                    <a:pos x="csX1612" y="csY1612"/>
                  </a:cxn>
                  <a:cxn ang="0">
                    <a:pos x="csX1613" y="csY1613"/>
                  </a:cxn>
                  <a:cxn ang="0">
                    <a:pos x="csX1614" y="csY1614"/>
                  </a:cxn>
                  <a:cxn ang="0">
                    <a:pos x="csX1615" y="csY1615"/>
                  </a:cxn>
                  <a:cxn ang="0">
                    <a:pos x="csX1616" y="csY1616"/>
                  </a:cxn>
                  <a:cxn ang="0">
                    <a:pos x="csX1617" y="csY1617"/>
                  </a:cxn>
                  <a:cxn ang="0">
                    <a:pos x="csX1618" y="csY1618"/>
                  </a:cxn>
                  <a:cxn ang="0">
                    <a:pos x="csX1619" y="csY1619"/>
                  </a:cxn>
                  <a:cxn ang="0">
                    <a:pos x="csX1620" y="csY1620"/>
                  </a:cxn>
                  <a:cxn ang="0">
                    <a:pos x="csX1621" y="csY1621"/>
                  </a:cxn>
                  <a:cxn ang="0">
                    <a:pos x="csX1622" y="csY1622"/>
                  </a:cxn>
                  <a:cxn ang="0">
                    <a:pos x="csX1623" y="csY1623"/>
                  </a:cxn>
                  <a:cxn ang="0">
                    <a:pos x="csX1624" y="csY1624"/>
                  </a:cxn>
                  <a:cxn ang="0">
                    <a:pos x="csX1625" y="csY1625"/>
                  </a:cxn>
                  <a:cxn ang="0">
                    <a:pos x="csX1626" y="csY1626"/>
                  </a:cxn>
                  <a:cxn ang="0">
                    <a:pos x="csX1627" y="csY1627"/>
                  </a:cxn>
                  <a:cxn ang="0">
                    <a:pos x="csX1628" y="csY1628"/>
                  </a:cxn>
                  <a:cxn ang="0">
                    <a:pos x="csX1629" y="csY1629"/>
                  </a:cxn>
                  <a:cxn ang="0">
                    <a:pos x="csX1630" y="csY1630"/>
                  </a:cxn>
                  <a:cxn ang="0">
                    <a:pos x="csX1631" y="csY1631"/>
                  </a:cxn>
                  <a:cxn ang="0">
                    <a:pos x="csX1632" y="csY1632"/>
                  </a:cxn>
                  <a:cxn ang="0">
                    <a:pos x="csX1633" y="csY1633"/>
                  </a:cxn>
                  <a:cxn ang="0">
                    <a:pos x="csX1634" y="csY1634"/>
                  </a:cxn>
                  <a:cxn ang="0">
                    <a:pos x="csX1635" y="csY1635"/>
                  </a:cxn>
                  <a:cxn ang="0">
                    <a:pos x="csX1636" y="csY1636"/>
                  </a:cxn>
                  <a:cxn ang="0">
                    <a:pos x="csX1637" y="csY1637"/>
                  </a:cxn>
                  <a:cxn ang="0">
                    <a:pos x="csX1638" y="csY1638"/>
                  </a:cxn>
                  <a:cxn ang="0">
                    <a:pos x="csX1639" y="csY1639"/>
                  </a:cxn>
                  <a:cxn ang="0">
                    <a:pos x="csX1640" y="csY1640"/>
                  </a:cxn>
                  <a:cxn ang="0">
                    <a:pos x="csX1641" y="csY1641"/>
                  </a:cxn>
                  <a:cxn ang="0">
                    <a:pos x="csX1642" y="csY1642"/>
                  </a:cxn>
                  <a:cxn ang="0">
                    <a:pos x="csX1643" y="csY1643"/>
                  </a:cxn>
                  <a:cxn ang="0">
                    <a:pos x="csX1644" y="csY1644"/>
                  </a:cxn>
                  <a:cxn ang="0">
                    <a:pos x="csX1645" y="csY1645"/>
                  </a:cxn>
                  <a:cxn ang="0">
                    <a:pos x="csX1646" y="csY1646"/>
                  </a:cxn>
                  <a:cxn ang="0">
                    <a:pos x="csX1647" y="csY1647"/>
                  </a:cxn>
                  <a:cxn ang="0">
                    <a:pos x="csX1648" y="csY1648"/>
                  </a:cxn>
                  <a:cxn ang="0">
                    <a:pos x="csX1649" y="csY1649"/>
                  </a:cxn>
                  <a:cxn ang="0">
                    <a:pos x="csX1650" y="csY1650"/>
                  </a:cxn>
                  <a:cxn ang="0">
                    <a:pos x="csX1651" y="csY1651"/>
                  </a:cxn>
                  <a:cxn ang="0">
                    <a:pos x="csX1652" y="csY1652"/>
                  </a:cxn>
                  <a:cxn ang="0">
                    <a:pos x="csX1653" y="csY1653"/>
                  </a:cxn>
                  <a:cxn ang="0">
                    <a:pos x="csX1654" y="csY1654"/>
                  </a:cxn>
                  <a:cxn ang="0">
                    <a:pos x="csX1655" y="csY1655"/>
                  </a:cxn>
                  <a:cxn ang="0">
                    <a:pos x="csX1656" y="csY1656"/>
                  </a:cxn>
                  <a:cxn ang="0">
                    <a:pos x="csX1657" y="csY1657"/>
                  </a:cxn>
                  <a:cxn ang="0">
                    <a:pos x="csX1658" y="csY1658"/>
                  </a:cxn>
                  <a:cxn ang="0">
                    <a:pos x="csX1659" y="csY1659"/>
                  </a:cxn>
                  <a:cxn ang="0">
                    <a:pos x="csX1660" y="csY1660"/>
                  </a:cxn>
                  <a:cxn ang="0">
                    <a:pos x="csX1661" y="csY1661"/>
                  </a:cxn>
                  <a:cxn ang="0">
                    <a:pos x="csX1662" y="csY1662"/>
                  </a:cxn>
                  <a:cxn ang="0">
                    <a:pos x="csX1663" y="csY1663"/>
                  </a:cxn>
                  <a:cxn ang="0">
                    <a:pos x="csX1664" y="csY1664"/>
                  </a:cxn>
                  <a:cxn ang="0">
                    <a:pos x="csX1665" y="csY1665"/>
                  </a:cxn>
                  <a:cxn ang="0">
                    <a:pos x="csX1666" y="csY1666"/>
                  </a:cxn>
                  <a:cxn ang="0">
                    <a:pos x="csX1667" y="csY1667"/>
                  </a:cxn>
                  <a:cxn ang="0">
                    <a:pos x="csX1668" y="csY1668"/>
                  </a:cxn>
                  <a:cxn ang="0">
                    <a:pos x="csX1669" y="csY1669"/>
                  </a:cxn>
                  <a:cxn ang="0">
                    <a:pos x="csX1670" y="csY1670"/>
                  </a:cxn>
                  <a:cxn ang="0">
                    <a:pos x="csX1671" y="csY1671"/>
                  </a:cxn>
                  <a:cxn ang="0">
                    <a:pos x="csX1672" y="csY1672"/>
                  </a:cxn>
                  <a:cxn ang="0">
                    <a:pos x="csX1673" y="csY1673"/>
                  </a:cxn>
                  <a:cxn ang="0">
                    <a:pos x="csX1674" y="csY1674"/>
                  </a:cxn>
                  <a:cxn ang="0">
                    <a:pos x="csX1675" y="csY1675"/>
                  </a:cxn>
                  <a:cxn ang="0">
                    <a:pos x="csX1676" y="csY1676"/>
                  </a:cxn>
                  <a:cxn ang="0">
                    <a:pos x="csX1677" y="csY1677"/>
                  </a:cxn>
                  <a:cxn ang="0">
                    <a:pos x="csX1678" y="csY1678"/>
                  </a:cxn>
                  <a:cxn ang="0">
                    <a:pos x="csX1679" y="csY1679"/>
                  </a:cxn>
                  <a:cxn ang="0">
                    <a:pos x="csX1680" y="csY1680"/>
                  </a:cxn>
                  <a:cxn ang="0">
                    <a:pos x="csX1681" y="csY1681"/>
                  </a:cxn>
                  <a:cxn ang="0">
                    <a:pos x="csX1682" y="csY1682"/>
                  </a:cxn>
                  <a:cxn ang="0">
                    <a:pos x="csX1683" y="csY1683"/>
                  </a:cxn>
                  <a:cxn ang="0">
                    <a:pos x="csX1684" y="csY1684"/>
                  </a:cxn>
                  <a:cxn ang="0">
                    <a:pos x="csX1685" y="csY1685"/>
                  </a:cxn>
                  <a:cxn ang="0">
                    <a:pos x="csX1686" y="csY1686"/>
                  </a:cxn>
                  <a:cxn ang="0">
                    <a:pos x="csX1687" y="csY1687"/>
                  </a:cxn>
                  <a:cxn ang="0">
                    <a:pos x="csX1688" y="csY1688"/>
                  </a:cxn>
                  <a:cxn ang="0">
                    <a:pos x="csX1689" y="csY1689"/>
                  </a:cxn>
                  <a:cxn ang="0">
                    <a:pos x="csX1690" y="csY1690"/>
                  </a:cxn>
                  <a:cxn ang="0">
                    <a:pos x="csX1691" y="csY1691"/>
                  </a:cxn>
                  <a:cxn ang="0">
                    <a:pos x="csX1692" y="csY1692"/>
                  </a:cxn>
                  <a:cxn ang="0">
                    <a:pos x="csX1693" y="csY1693"/>
                  </a:cxn>
                  <a:cxn ang="0">
                    <a:pos x="csX1694" y="csY1694"/>
                  </a:cxn>
                  <a:cxn ang="0">
                    <a:pos x="csX1695" y="csY1695"/>
                  </a:cxn>
                  <a:cxn ang="0">
                    <a:pos x="csX1696" y="csY1696"/>
                  </a:cxn>
                  <a:cxn ang="0">
                    <a:pos x="csX1697" y="csY1697"/>
                  </a:cxn>
                  <a:cxn ang="0">
                    <a:pos x="csX1698" y="csY1698"/>
                  </a:cxn>
                  <a:cxn ang="0">
                    <a:pos x="csX1699" y="csY1699"/>
                  </a:cxn>
                  <a:cxn ang="0">
                    <a:pos x="csX1700" y="csY1700"/>
                  </a:cxn>
                  <a:cxn ang="0">
                    <a:pos x="csX1701" y="csY1701"/>
                  </a:cxn>
                  <a:cxn ang="0">
                    <a:pos x="csX1702" y="csY1702"/>
                  </a:cxn>
                  <a:cxn ang="0">
                    <a:pos x="csX1703" y="csY1703"/>
                  </a:cxn>
                  <a:cxn ang="0">
                    <a:pos x="csX1704" y="csY1704"/>
                  </a:cxn>
                  <a:cxn ang="0">
                    <a:pos x="csX1705" y="csY1705"/>
                  </a:cxn>
                  <a:cxn ang="0">
                    <a:pos x="csX1706" y="csY1706"/>
                  </a:cxn>
                  <a:cxn ang="0">
                    <a:pos x="csX1707" y="csY1707"/>
                  </a:cxn>
                  <a:cxn ang="0">
                    <a:pos x="csX1708" y="csY1708"/>
                  </a:cxn>
                  <a:cxn ang="0">
                    <a:pos x="csX1709" y="csY1709"/>
                  </a:cxn>
                  <a:cxn ang="0">
                    <a:pos x="csX1710" y="csY1710"/>
                  </a:cxn>
                  <a:cxn ang="0">
                    <a:pos x="csX1711" y="csY1711"/>
                  </a:cxn>
                  <a:cxn ang="0">
                    <a:pos x="csX1712" y="csY1712"/>
                  </a:cxn>
                  <a:cxn ang="0">
                    <a:pos x="csX1713" y="csY1713"/>
                  </a:cxn>
                  <a:cxn ang="0">
                    <a:pos x="csX1714" y="csY1714"/>
                  </a:cxn>
                  <a:cxn ang="0">
                    <a:pos x="csX1715" y="csY1715"/>
                  </a:cxn>
                  <a:cxn ang="0">
                    <a:pos x="csX1716" y="csY1716"/>
                  </a:cxn>
                  <a:cxn ang="0">
                    <a:pos x="csX1717" y="csY1717"/>
                  </a:cxn>
                  <a:cxn ang="0">
                    <a:pos x="csX1718" y="csY1718"/>
                  </a:cxn>
                  <a:cxn ang="0">
                    <a:pos x="csX1719" y="csY1719"/>
                  </a:cxn>
                  <a:cxn ang="0">
                    <a:pos x="csX1720" y="csY1720"/>
                  </a:cxn>
                  <a:cxn ang="0">
                    <a:pos x="csX1721" y="csY1721"/>
                  </a:cxn>
                  <a:cxn ang="0">
                    <a:pos x="csX1722" y="csY1722"/>
                  </a:cxn>
                  <a:cxn ang="0">
                    <a:pos x="csX1723" y="csY1723"/>
                  </a:cxn>
                  <a:cxn ang="0">
                    <a:pos x="csX1724" y="csY1724"/>
                  </a:cxn>
                  <a:cxn ang="0">
                    <a:pos x="csX1725" y="csY1725"/>
                  </a:cxn>
                  <a:cxn ang="0">
                    <a:pos x="csX1726" y="csY1726"/>
                  </a:cxn>
                  <a:cxn ang="0">
                    <a:pos x="csX1727" y="csY1727"/>
                  </a:cxn>
                  <a:cxn ang="0">
                    <a:pos x="csX1728" y="csY1728"/>
                  </a:cxn>
                  <a:cxn ang="0">
                    <a:pos x="csX1729" y="csY1729"/>
                  </a:cxn>
                  <a:cxn ang="0">
                    <a:pos x="csX1730" y="csY1730"/>
                  </a:cxn>
                  <a:cxn ang="0">
                    <a:pos x="csX1731" y="csY1731"/>
                  </a:cxn>
                  <a:cxn ang="0">
                    <a:pos x="csX1732" y="csY1732"/>
                  </a:cxn>
                  <a:cxn ang="0">
                    <a:pos x="csX1733" y="csY1733"/>
                  </a:cxn>
                  <a:cxn ang="0">
                    <a:pos x="csX1734" y="csY1734"/>
                  </a:cxn>
                  <a:cxn ang="0">
                    <a:pos x="csX1735" y="csY1735"/>
                  </a:cxn>
                  <a:cxn ang="0">
                    <a:pos x="csX1736" y="csY1736"/>
                  </a:cxn>
                  <a:cxn ang="0">
                    <a:pos x="csX1737" y="csY1737"/>
                  </a:cxn>
                  <a:cxn ang="0">
                    <a:pos x="csX1738" y="csY1738"/>
                  </a:cxn>
                  <a:cxn ang="0">
                    <a:pos x="csX1739" y="csY1739"/>
                  </a:cxn>
                  <a:cxn ang="0">
                    <a:pos x="csX1740" y="csY1740"/>
                  </a:cxn>
                  <a:cxn ang="0">
                    <a:pos x="csX1741" y="csY1741"/>
                  </a:cxn>
                  <a:cxn ang="0">
                    <a:pos x="csX1742" y="csY1742"/>
                  </a:cxn>
                  <a:cxn ang="0">
                    <a:pos x="csX1743" y="csY1743"/>
                  </a:cxn>
                  <a:cxn ang="0">
                    <a:pos x="csX1744" y="csY1744"/>
                  </a:cxn>
                  <a:cxn ang="0">
                    <a:pos x="csX1745" y="csY1745"/>
                  </a:cxn>
                  <a:cxn ang="0">
                    <a:pos x="csX1746" y="csY1746"/>
                  </a:cxn>
                  <a:cxn ang="0">
                    <a:pos x="csX1747" y="csY1747"/>
                  </a:cxn>
                  <a:cxn ang="0">
                    <a:pos x="csX1748" y="csY1748"/>
                  </a:cxn>
                  <a:cxn ang="0">
                    <a:pos x="csX1749" y="csY1749"/>
                  </a:cxn>
                  <a:cxn ang="0">
                    <a:pos x="csX1750" y="csY1750"/>
                  </a:cxn>
                  <a:cxn ang="0">
                    <a:pos x="csX1751" y="csY1751"/>
                  </a:cxn>
                  <a:cxn ang="0">
                    <a:pos x="csX1752" y="csY1752"/>
                  </a:cxn>
                  <a:cxn ang="0">
                    <a:pos x="csX1753" y="csY1753"/>
                  </a:cxn>
                  <a:cxn ang="0">
                    <a:pos x="csX1754" y="csY1754"/>
                  </a:cxn>
                  <a:cxn ang="0">
                    <a:pos x="csX1755" y="csY1755"/>
                  </a:cxn>
                  <a:cxn ang="0">
                    <a:pos x="csX1756" y="csY1756"/>
                  </a:cxn>
                  <a:cxn ang="0">
                    <a:pos x="csX1757" y="csY1757"/>
                  </a:cxn>
                  <a:cxn ang="0">
                    <a:pos x="csX1758" y="csY1758"/>
                  </a:cxn>
                  <a:cxn ang="0">
                    <a:pos x="csX1759" y="csY1759"/>
                  </a:cxn>
                  <a:cxn ang="0">
                    <a:pos x="csX1760" y="csY1760"/>
                  </a:cxn>
                  <a:cxn ang="0">
                    <a:pos x="csX1761" y="csY1761"/>
                  </a:cxn>
                  <a:cxn ang="0">
                    <a:pos x="csX1762" y="csY1762"/>
                  </a:cxn>
                  <a:cxn ang="0">
                    <a:pos x="csX1763" y="csY1763"/>
                  </a:cxn>
                  <a:cxn ang="0">
                    <a:pos x="csX1764" y="csY1764"/>
                  </a:cxn>
                  <a:cxn ang="0">
                    <a:pos x="csX1765" y="csY1765"/>
                  </a:cxn>
                  <a:cxn ang="0">
                    <a:pos x="csX1766" y="csY1766"/>
                  </a:cxn>
                  <a:cxn ang="0">
                    <a:pos x="csX1767" y="csY1767"/>
                  </a:cxn>
                  <a:cxn ang="0">
                    <a:pos x="csX1768" y="csY1768"/>
                  </a:cxn>
                  <a:cxn ang="0">
                    <a:pos x="csX1769" y="csY1769"/>
                  </a:cxn>
                  <a:cxn ang="0">
                    <a:pos x="csX1770" y="csY1770"/>
                  </a:cxn>
                  <a:cxn ang="0">
                    <a:pos x="csX1771" y="csY1771"/>
                  </a:cxn>
                  <a:cxn ang="0">
                    <a:pos x="csX1772" y="csY1772"/>
                  </a:cxn>
                  <a:cxn ang="0">
                    <a:pos x="csX1773" y="csY1773"/>
                  </a:cxn>
                  <a:cxn ang="0">
                    <a:pos x="csX1774" y="csY1774"/>
                  </a:cxn>
                  <a:cxn ang="0">
                    <a:pos x="csX1775" y="csY1775"/>
                  </a:cxn>
                  <a:cxn ang="0">
                    <a:pos x="csX1776" y="csY1776"/>
                  </a:cxn>
                  <a:cxn ang="0">
                    <a:pos x="csX1777" y="csY1777"/>
                  </a:cxn>
                  <a:cxn ang="0">
                    <a:pos x="csX1778" y="csY1778"/>
                  </a:cxn>
                  <a:cxn ang="0">
                    <a:pos x="csX1779" y="csY1779"/>
                  </a:cxn>
                  <a:cxn ang="0">
                    <a:pos x="csX1780" y="csY1780"/>
                  </a:cxn>
                  <a:cxn ang="0">
                    <a:pos x="csX1781" y="csY1781"/>
                  </a:cxn>
                  <a:cxn ang="0">
                    <a:pos x="csX1782" y="csY1782"/>
                  </a:cxn>
                  <a:cxn ang="0">
                    <a:pos x="csX1783" y="csY1783"/>
                  </a:cxn>
                  <a:cxn ang="0">
                    <a:pos x="csX1784" y="csY1784"/>
                  </a:cxn>
                  <a:cxn ang="0">
                    <a:pos x="csX1785" y="csY1785"/>
                  </a:cxn>
                  <a:cxn ang="0">
                    <a:pos x="csX1786" y="csY1786"/>
                  </a:cxn>
                  <a:cxn ang="0">
                    <a:pos x="csX1787" y="csY1787"/>
                  </a:cxn>
                  <a:cxn ang="0">
                    <a:pos x="csX1788" y="csY1788"/>
                  </a:cxn>
                  <a:cxn ang="0">
                    <a:pos x="csX1789" y="csY1789"/>
                  </a:cxn>
                  <a:cxn ang="0">
                    <a:pos x="csX1790" y="csY1790"/>
                  </a:cxn>
                  <a:cxn ang="0">
                    <a:pos x="csX1791" y="csY1791"/>
                  </a:cxn>
                  <a:cxn ang="0">
                    <a:pos x="csX1792" y="csY1792"/>
                  </a:cxn>
                  <a:cxn ang="0">
                    <a:pos x="csX1793" y="csY1793"/>
                  </a:cxn>
                  <a:cxn ang="0">
                    <a:pos x="csX1794" y="csY1794"/>
                  </a:cxn>
                  <a:cxn ang="0">
                    <a:pos x="csX1795" y="csY1795"/>
                  </a:cxn>
                  <a:cxn ang="0">
                    <a:pos x="csX1796" y="csY1796"/>
                  </a:cxn>
                  <a:cxn ang="0">
                    <a:pos x="csX1797" y="csY1797"/>
                  </a:cxn>
                  <a:cxn ang="0">
                    <a:pos x="csX1798" y="csY1798"/>
                  </a:cxn>
                  <a:cxn ang="0">
                    <a:pos x="csX1799" y="csY1799"/>
                  </a:cxn>
                  <a:cxn ang="0">
                    <a:pos x="csX1800" y="csY1800"/>
                  </a:cxn>
                  <a:cxn ang="0">
                    <a:pos x="csX1801" y="csY1801"/>
                  </a:cxn>
                  <a:cxn ang="0">
                    <a:pos x="csX1802" y="csY1802"/>
                  </a:cxn>
                  <a:cxn ang="0">
                    <a:pos x="csX1803" y="csY1803"/>
                  </a:cxn>
                  <a:cxn ang="0">
                    <a:pos x="csX1804" y="csY1804"/>
                  </a:cxn>
                  <a:cxn ang="0">
                    <a:pos x="csX1805" y="csY1805"/>
                  </a:cxn>
                  <a:cxn ang="0">
                    <a:pos x="csX1806" y="csY1806"/>
                  </a:cxn>
                  <a:cxn ang="0">
                    <a:pos x="csX1807" y="csY1807"/>
                  </a:cxn>
                  <a:cxn ang="0">
                    <a:pos x="csX1808" y="csY1808"/>
                  </a:cxn>
                  <a:cxn ang="0">
                    <a:pos x="csX1809" y="csY1809"/>
                  </a:cxn>
                  <a:cxn ang="0">
                    <a:pos x="csX1810" y="csY1810"/>
                  </a:cxn>
                  <a:cxn ang="0">
                    <a:pos x="csX1811" y="csY1811"/>
                  </a:cxn>
                  <a:cxn ang="0">
                    <a:pos x="csX1812" y="csY1812"/>
                  </a:cxn>
                  <a:cxn ang="0">
                    <a:pos x="csX1813" y="csY1813"/>
                  </a:cxn>
                  <a:cxn ang="0">
                    <a:pos x="csX1814" y="csY1814"/>
                  </a:cxn>
                  <a:cxn ang="0">
                    <a:pos x="csX1815" y="csY1815"/>
                  </a:cxn>
                  <a:cxn ang="0">
                    <a:pos x="csX1816" y="csY1816"/>
                  </a:cxn>
                  <a:cxn ang="0">
                    <a:pos x="csX1817" y="csY1817"/>
                  </a:cxn>
                  <a:cxn ang="0">
                    <a:pos x="csX1818" y="csY1818"/>
                  </a:cxn>
                  <a:cxn ang="0">
                    <a:pos x="csX1819" y="csY1819"/>
                  </a:cxn>
                  <a:cxn ang="0">
                    <a:pos x="csX1820" y="csY1820"/>
                  </a:cxn>
                  <a:cxn ang="0">
                    <a:pos x="csX1821" y="csY1821"/>
                  </a:cxn>
                  <a:cxn ang="0">
                    <a:pos x="csX1822" y="csY1822"/>
                  </a:cxn>
                  <a:cxn ang="0">
                    <a:pos x="csX1823" y="csY1823"/>
                  </a:cxn>
                  <a:cxn ang="0">
                    <a:pos x="csX1824" y="csY1824"/>
                  </a:cxn>
                  <a:cxn ang="0">
                    <a:pos x="csX1825" y="csY1825"/>
                  </a:cxn>
                  <a:cxn ang="0">
                    <a:pos x="csX1826" y="csY1826"/>
                  </a:cxn>
                  <a:cxn ang="0">
                    <a:pos x="csX1827" y="csY1827"/>
                  </a:cxn>
                  <a:cxn ang="0">
                    <a:pos x="csX1828" y="csY1828"/>
                  </a:cxn>
                  <a:cxn ang="0">
                    <a:pos x="csX1829" y="csY1829"/>
                  </a:cxn>
                  <a:cxn ang="0">
                    <a:pos x="csX1830" y="csY1830"/>
                  </a:cxn>
                  <a:cxn ang="0">
                    <a:pos x="csX1831" y="csY1831"/>
                  </a:cxn>
                  <a:cxn ang="0">
                    <a:pos x="csX1832" y="csY1832"/>
                  </a:cxn>
                  <a:cxn ang="0">
                    <a:pos x="csX1833" y="csY1833"/>
                  </a:cxn>
                  <a:cxn ang="0">
                    <a:pos x="csX1834" y="csY1834"/>
                  </a:cxn>
                  <a:cxn ang="0">
                    <a:pos x="csX1835" y="csY1835"/>
                  </a:cxn>
                  <a:cxn ang="0">
                    <a:pos x="csX1836" y="csY1836"/>
                  </a:cxn>
                  <a:cxn ang="0">
                    <a:pos x="csX1837" y="csY1837"/>
                  </a:cxn>
                  <a:cxn ang="0">
                    <a:pos x="csX1838" y="csY1838"/>
                  </a:cxn>
                  <a:cxn ang="0">
                    <a:pos x="csX1839" y="csY1839"/>
                  </a:cxn>
                  <a:cxn ang="0">
                    <a:pos x="csX1840" y="csY1840"/>
                  </a:cxn>
                  <a:cxn ang="0">
                    <a:pos x="csX1841" y="csY1841"/>
                  </a:cxn>
                  <a:cxn ang="0">
                    <a:pos x="csX1842" y="csY1842"/>
                  </a:cxn>
                  <a:cxn ang="0">
                    <a:pos x="csX1843" y="csY1843"/>
                  </a:cxn>
                  <a:cxn ang="0">
                    <a:pos x="csX1844" y="csY1844"/>
                  </a:cxn>
                  <a:cxn ang="0">
                    <a:pos x="csX1845" y="csY1845"/>
                  </a:cxn>
                  <a:cxn ang="0">
                    <a:pos x="csX1846" y="csY1846"/>
                  </a:cxn>
                  <a:cxn ang="0">
                    <a:pos x="csX1847" y="csY1847"/>
                  </a:cxn>
                  <a:cxn ang="0">
                    <a:pos x="csX1848" y="csY1848"/>
                  </a:cxn>
                  <a:cxn ang="0">
                    <a:pos x="csX1849" y="csY1849"/>
                  </a:cxn>
                  <a:cxn ang="0">
                    <a:pos x="csX1850" y="csY1850"/>
                  </a:cxn>
                  <a:cxn ang="0">
                    <a:pos x="csX1851" y="csY1851"/>
                  </a:cxn>
                  <a:cxn ang="0">
                    <a:pos x="csX1852" y="csY1852"/>
                  </a:cxn>
                  <a:cxn ang="0">
                    <a:pos x="csX1853" y="csY1853"/>
                  </a:cxn>
                  <a:cxn ang="0">
                    <a:pos x="csX1854" y="csY1854"/>
                  </a:cxn>
                  <a:cxn ang="0">
                    <a:pos x="csX1855" y="csY1855"/>
                  </a:cxn>
                  <a:cxn ang="0">
                    <a:pos x="csX1856" y="csY1856"/>
                  </a:cxn>
                  <a:cxn ang="0">
                    <a:pos x="csX1857" y="csY1857"/>
                  </a:cxn>
                  <a:cxn ang="0">
                    <a:pos x="csX1858" y="csY1858"/>
                  </a:cxn>
                  <a:cxn ang="0">
                    <a:pos x="csX1859" y="csY1859"/>
                  </a:cxn>
                  <a:cxn ang="0">
                    <a:pos x="csX1860" y="csY1860"/>
                  </a:cxn>
                  <a:cxn ang="0">
                    <a:pos x="csX1861" y="csY1861"/>
                  </a:cxn>
                  <a:cxn ang="0">
                    <a:pos x="csX1862" y="csY1862"/>
                  </a:cxn>
                  <a:cxn ang="0">
                    <a:pos x="csX1863" y="csY1863"/>
                  </a:cxn>
                  <a:cxn ang="0">
                    <a:pos x="csX1864" y="csY1864"/>
                  </a:cxn>
                  <a:cxn ang="0">
                    <a:pos x="csX1865" y="csY1865"/>
                  </a:cxn>
                  <a:cxn ang="0">
                    <a:pos x="csX1866" y="csY1866"/>
                  </a:cxn>
                  <a:cxn ang="0">
                    <a:pos x="csX1867" y="csY1867"/>
                  </a:cxn>
                  <a:cxn ang="0">
                    <a:pos x="csX1868" y="csY1868"/>
                  </a:cxn>
                  <a:cxn ang="0">
                    <a:pos x="csX1869" y="csY1869"/>
                  </a:cxn>
                  <a:cxn ang="0">
                    <a:pos x="csX1870" y="csY1870"/>
                  </a:cxn>
                  <a:cxn ang="0">
                    <a:pos x="csX1871" y="csY1871"/>
                  </a:cxn>
                  <a:cxn ang="0">
                    <a:pos x="csX1872" y="csY1872"/>
                  </a:cxn>
                  <a:cxn ang="0">
                    <a:pos x="csX1873" y="csY1873"/>
                  </a:cxn>
                  <a:cxn ang="0">
                    <a:pos x="csX1874" y="csY1874"/>
                  </a:cxn>
                  <a:cxn ang="0">
                    <a:pos x="csX1875" y="csY1875"/>
                  </a:cxn>
                  <a:cxn ang="0">
                    <a:pos x="csX1876" y="csY1876"/>
                  </a:cxn>
                  <a:cxn ang="0">
                    <a:pos x="csX1877" y="csY1877"/>
                  </a:cxn>
                  <a:cxn ang="0">
                    <a:pos x="csX1878" y="csY1878"/>
                  </a:cxn>
                  <a:cxn ang="0">
                    <a:pos x="csX1879" y="csY1879"/>
                  </a:cxn>
                  <a:cxn ang="0">
                    <a:pos x="csX1880" y="csY1880"/>
                  </a:cxn>
                  <a:cxn ang="0">
                    <a:pos x="csX1881" y="csY1881"/>
                  </a:cxn>
                  <a:cxn ang="0">
                    <a:pos x="csX1882" y="csY1882"/>
                  </a:cxn>
                  <a:cxn ang="0">
                    <a:pos x="csX1883" y="csY1883"/>
                  </a:cxn>
                  <a:cxn ang="0">
                    <a:pos x="csX1884" y="csY1884"/>
                  </a:cxn>
                  <a:cxn ang="0">
                    <a:pos x="csX1885" y="csY1885"/>
                  </a:cxn>
                  <a:cxn ang="0">
                    <a:pos x="csX1886" y="csY1886"/>
                  </a:cxn>
                  <a:cxn ang="0">
                    <a:pos x="csX1887" y="csY1887"/>
                  </a:cxn>
                  <a:cxn ang="0">
                    <a:pos x="csX1888" y="csY1888"/>
                  </a:cxn>
                  <a:cxn ang="0">
                    <a:pos x="csX1889" y="csY1889"/>
                  </a:cxn>
                  <a:cxn ang="0">
                    <a:pos x="csX1890" y="csY1890"/>
                  </a:cxn>
                  <a:cxn ang="0">
                    <a:pos x="csX1891" y="csY1891"/>
                  </a:cxn>
                  <a:cxn ang="0">
                    <a:pos x="csX1892" y="csY1892"/>
                  </a:cxn>
                  <a:cxn ang="0">
                    <a:pos x="csX1893" y="csY1893"/>
                  </a:cxn>
                  <a:cxn ang="0">
                    <a:pos x="csX1894" y="csY1894"/>
                  </a:cxn>
                  <a:cxn ang="0">
                    <a:pos x="csX1895" y="csY1895"/>
                  </a:cxn>
                  <a:cxn ang="0">
                    <a:pos x="csX1896" y="csY1896"/>
                  </a:cxn>
                  <a:cxn ang="0">
                    <a:pos x="csX1897" y="csY1897"/>
                  </a:cxn>
                  <a:cxn ang="0">
                    <a:pos x="csX1898" y="csY1898"/>
                  </a:cxn>
                  <a:cxn ang="0">
                    <a:pos x="csX1899" y="csY1899"/>
                  </a:cxn>
                  <a:cxn ang="0">
                    <a:pos x="csX1900" y="csY1900"/>
                  </a:cxn>
                  <a:cxn ang="0">
                    <a:pos x="csX1901" y="csY1901"/>
                  </a:cxn>
                  <a:cxn ang="0">
                    <a:pos x="csX1902" y="csY1902"/>
                  </a:cxn>
                  <a:cxn ang="0">
                    <a:pos x="csX1903" y="csY1903"/>
                  </a:cxn>
                  <a:cxn ang="0">
                    <a:pos x="csX1904" y="csY1904"/>
                  </a:cxn>
                  <a:cxn ang="0">
                    <a:pos x="csX1905" y="csY1905"/>
                  </a:cxn>
                  <a:cxn ang="0">
                    <a:pos x="csX1906" y="csY1906"/>
                  </a:cxn>
                  <a:cxn ang="0">
                    <a:pos x="csX1907" y="csY1907"/>
                  </a:cxn>
                  <a:cxn ang="0">
                    <a:pos x="csX1908" y="csY1908"/>
                  </a:cxn>
                  <a:cxn ang="0">
                    <a:pos x="csX1909" y="csY1909"/>
                  </a:cxn>
                  <a:cxn ang="0">
                    <a:pos x="csX1910" y="csY1910"/>
                  </a:cxn>
                  <a:cxn ang="0">
                    <a:pos x="csX1911" y="csY1911"/>
                  </a:cxn>
                  <a:cxn ang="0">
                    <a:pos x="csX1912" y="csY1912"/>
                  </a:cxn>
                  <a:cxn ang="0">
                    <a:pos x="csX1913" y="csY1913"/>
                  </a:cxn>
                  <a:cxn ang="0">
                    <a:pos x="csX1914" y="csY1914"/>
                  </a:cxn>
                  <a:cxn ang="0">
                    <a:pos x="csX1915" y="csY1915"/>
                  </a:cxn>
                  <a:cxn ang="0">
                    <a:pos x="csX1916" y="csY1916"/>
                  </a:cxn>
                  <a:cxn ang="0">
                    <a:pos x="csX1917" y="csY1917"/>
                  </a:cxn>
                  <a:cxn ang="0">
                    <a:pos x="csX1918" y="csY1918"/>
                  </a:cxn>
                  <a:cxn ang="0">
                    <a:pos x="csX1919" y="csY1919"/>
                  </a:cxn>
                  <a:cxn ang="0">
                    <a:pos x="csX1920" y="csY1920"/>
                  </a:cxn>
                  <a:cxn ang="0">
                    <a:pos x="csX1921" y="csY1921"/>
                  </a:cxn>
                  <a:cxn ang="0">
                    <a:pos x="csX1922" y="csY1922"/>
                  </a:cxn>
                  <a:cxn ang="0">
                    <a:pos x="csX1923" y="csY1923"/>
                  </a:cxn>
                  <a:cxn ang="0">
                    <a:pos x="csX1924" y="csY1924"/>
                  </a:cxn>
                  <a:cxn ang="0">
                    <a:pos x="csX1925" y="csY1925"/>
                  </a:cxn>
                  <a:cxn ang="0">
                    <a:pos x="csX1926" y="csY1926"/>
                  </a:cxn>
                  <a:cxn ang="0">
                    <a:pos x="csX1927" y="csY1927"/>
                  </a:cxn>
                  <a:cxn ang="0">
                    <a:pos x="csX1928" y="csY1928"/>
                  </a:cxn>
                  <a:cxn ang="0">
                    <a:pos x="csX1929" y="csY1929"/>
                  </a:cxn>
                  <a:cxn ang="0">
                    <a:pos x="csX1930" y="csY1930"/>
                  </a:cxn>
                  <a:cxn ang="0">
                    <a:pos x="csX1931" y="csY1931"/>
                  </a:cxn>
                  <a:cxn ang="0">
                    <a:pos x="csX1932" y="csY1932"/>
                  </a:cxn>
                  <a:cxn ang="0">
                    <a:pos x="csX1933" y="csY1933"/>
                  </a:cxn>
                  <a:cxn ang="0">
                    <a:pos x="csX1934" y="csY1934"/>
                  </a:cxn>
                  <a:cxn ang="0">
                    <a:pos x="csX1935" y="csY1935"/>
                  </a:cxn>
                  <a:cxn ang="0">
                    <a:pos x="csX1936" y="csY1936"/>
                  </a:cxn>
                  <a:cxn ang="0">
                    <a:pos x="csX1937" y="csY1937"/>
                  </a:cxn>
                  <a:cxn ang="0">
                    <a:pos x="csX1938" y="csY1938"/>
                  </a:cxn>
                  <a:cxn ang="0">
                    <a:pos x="csX1939" y="csY1939"/>
                  </a:cxn>
                  <a:cxn ang="0">
                    <a:pos x="csX1940" y="csY1940"/>
                  </a:cxn>
                  <a:cxn ang="0">
                    <a:pos x="csX1941" y="csY1941"/>
                  </a:cxn>
                  <a:cxn ang="0">
                    <a:pos x="csX1942" y="csY1942"/>
                  </a:cxn>
                  <a:cxn ang="0">
                    <a:pos x="csX1943" y="csY1943"/>
                  </a:cxn>
                  <a:cxn ang="0">
                    <a:pos x="csX1944" y="csY1944"/>
                  </a:cxn>
                  <a:cxn ang="0">
                    <a:pos x="csX1945" y="csY1945"/>
                  </a:cxn>
                  <a:cxn ang="0">
                    <a:pos x="csX1946" y="csY1946"/>
                  </a:cxn>
                  <a:cxn ang="0">
                    <a:pos x="csX1947" y="csY1947"/>
                  </a:cxn>
                  <a:cxn ang="0">
                    <a:pos x="csX1948" y="csY1948"/>
                  </a:cxn>
                  <a:cxn ang="0">
                    <a:pos x="csX1949" y="csY1949"/>
                  </a:cxn>
                  <a:cxn ang="0">
                    <a:pos x="csX1950" y="csY1950"/>
                  </a:cxn>
                  <a:cxn ang="0">
                    <a:pos x="csX1951" y="csY1951"/>
                  </a:cxn>
                  <a:cxn ang="0">
                    <a:pos x="csX1952" y="csY1952"/>
                  </a:cxn>
                  <a:cxn ang="0">
                    <a:pos x="csX1953" y="csY1953"/>
                  </a:cxn>
                  <a:cxn ang="0">
                    <a:pos x="csX1954" y="csY1954"/>
                  </a:cxn>
                  <a:cxn ang="0">
                    <a:pos x="csX1955" y="csY1955"/>
                  </a:cxn>
                  <a:cxn ang="0">
                    <a:pos x="csX1956" y="csY1956"/>
                  </a:cxn>
                  <a:cxn ang="0">
                    <a:pos x="csX1957" y="csY1957"/>
                  </a:cxn>
                  <a:cxn ang="0">
                    <a:pos x="csX1958" y="csY1958"/>
                  </a:cxn>
                  <a:cxn ang="0">
                    <a:pos x="csX1959" y="csY1959"/>
                  </a:cxn>
                  <a:cxn ang="0">
                    <a:pos x="csX1960" y="csY1960"/>
                  </a:cxn>
                  <a:cxn ang="0">
                    <a:pos x="csX1961" y="csY1961"/>
                  </a:cxn>
                  <a:cxn ang="0">
                    <a:pos x="csX1962" y="csY1962"/>
                  </a:cxn>
                  <a:cxn ang="0">
                    <a:pos x="csX1963" y="csY1963"/>
                  </a:cxn>
                  <a:cxn ang="0">
                    <a:pos x="csX1964" y="csY1964"/>
                  </a:cxn>
                  <a:cxn ang="0">
                    <a:pos x="csX1965" y="csY1965"/>
                  </a:cxn>
                  <a:cxn ang="0">
                    <a:pos x="csX1966" y="csY1966"/>
                  </a:cxn>
                  <a:cxn ang="0">
                    <a:pos x="csX1967" y="csY1967"/>
                  </a:cxn>
                  <a:cxn ang="0">
                    <a:pos x="csX1968" y="csY1968"/>
                  </a:cxn>
                  <a:cxn ang="0">
                    <a:pos x="csX1969" y="csY1969"/>
                  </a:cxn>
                  <a:cxn ang="0">
                    <a:pos x="csX1970" y="csY1970"/>
                  </a:cxn>
                  <a:cxn ang="0">
                    <a:pos x="csX1971" y="csY1971"/>
                  </a:cxn>
                  <a:cxn ang="0">
                    <a:pos x="csX1972" y="csY1972"/>
                  </a:cxn>
                  <a:cxn ang="0">
                    <a:pos x="csX1973" y="csY1973"/>
                  </a:cxn>
                  <a:cxn ang="0">
                    <a:pos x="csX1974" y="csY1974"/>
                  </a:cxn>
                  <a:cxn ang="0">
                    <a:pos x="csX1975" y="csY1975"/>
                  </a:cxn>
                  <a:cxn ang="0">
                    <a:pos x="csX1976" y="csY1976"/>
                  </a:cxn>
                  <a:cxn ang="0">
                    <a:pos x="csX1977" y="csY1977"/>
                  </a:cxn>
                  <a:cxn ang="0">
                    <a:pos x="csX1978" y="csY1978"/>
                  </a:cxn>
                  <a:cxn ang="0">
                    <a:pos x="csX1979" y="csY1979"/>
                  </a:cxn>
                  <a:cxn ang="0">
                    <a:pos x="csX1980" y="csY1980"/>
                  </a:cxn>
                  <a:cxn ang="0">
                    <a:pos x="csX1981" y="csY1981"/>
                  </a:cxn>
                  <a:cxn ang="0">
                    <a:pos x="csX1982" y="csY1982"/>
                  </a:cxn>
                  <a:cxn ang="0">
                    <a:pos x="csX1983" y="csY1983"/>
                  </a:cxn>
                  <a:cxn ang="0">
                    <a:pos x="csX1984" y="csY1984"/>
                  </a:cxn>
                  <a:cxn ang="0">
                    <a:pos x="csX1985" y="csY1985"/>
                  </a:cxn>
                  <a:cxn ang="0">
                    <a:pos x="csX1986" y="csY1986"/>
                  </a:cxn>
                  <a:cxn ang="0">
                    <a:pos x="csX1987" y="csY1987"/>
                  </a:cxn>
                  <a:cxn ang="0">
                    <a:pos x="csX1988" y="csY1988"/>
                  </a:cxn>
                  <a:cxn ang="0">
                    <a:pos x="csX1989" y="csY1989"/>
                  </a:cxn>
                  <a:cxn ang="0">
                    <a:pos x="csX1990" y="csY1990"/>
                  </a:cxn>
                  <a:cxn ang="0">
                    <a:pos x="csX1991" y="csY1991"/>
                  </a:cxn>
                  <a:cxn ang="0">
                    <a:pos x="csX1992" y="csY1992"/>
                  </a:cxn>
                  <a:cxn ang="0">
                    <a:pos x="csX1993" y="csY1993"/>
                  </a:cxn>
                  <a:cxn ang="0">
                    <a:pos x="csX1994" y="csY1994"/>
                  </a:cxn>
                  <a:cxn ang="0">
                    <a:pos x="csX1995" y="csY1995"/>
                  </a:cxn>
                  <a:cxn ang="0">
                    <a:pos x="csX1996" y="csY1996"/>
                  </a:cxn>
                  <a:cxn ang="0">
                    <a:pos x="csX1997" y="csY1997"/>
                  </a:cxn>
                  <a:cxn ang="0">
                    <a:pos x="csX1998" y="csY1998"/>
                  </a:cxn>
                  <a:cxn ang="0">
                    <a:pos x="csX1999" y="csY1999"/>
                  </a:cxn>
                  <a:cxn ang="0">
                    <a:pos x="csX2000" y="csY2000"/>
                  </a:cxn>
                  <a:cxn ang="0">
                    <a:pos x="csX2001" y="csY2001"/>
                  </a:cxn>
                  <a:cxn ang="0">
                    <a:pos x="csX2002" y="csY2002"/>
                  </a:cxn>
                  <a:cxn ang="0">
                    <a:pos x="csX2003" y="csY2003"/>
                  </a:cxn>
                  <a:cxn ang="0">
                    <a:pos x="csX2004" y="csY2004"/>
                  </a:cxn>
                  <a:cxn ang="0">
                    <a:pos x="csX2005" y="csY2005"/>
                  </a:cxn>
                  <a:cxn ang="0">
                    <a:pos x="csX2006" y="csY2006"/>
                  </a:cxn>
                  <a:cxn ang="0">
                    <a:pos x="csX2007" y="csY2007"/>
                  </a:cxn>
                  <a:cxn ang="0">
                    <a:pos x="csX2008" y="csY2008"/>
                  </a:cxn>
                  <a:cxn ang="0">
                    <a:pos x="csX2009" y="csY2009"/>
                  </a:cxn>
                  <a:cxn ang="0">
                    <a:pos x="csX2010" y="csY2010"/>
                  </a:cxn>
                  <a:cxn ang="0">
                    <a:pos x="csX2011" y="csY2011"/>
                  </a:cxn>
                  <a:cxn ang="0">
                    <a:pos x="csX2012" y="csY2012"/>
                  </a:cxn>
                  <a:cxn ang="0">
                    <a:pos x="csX2013" y="csY2013"/>
                  </a:cxn>
                  <a:cxn ang="0">
                    <a:pos x="csX2014" y="csY2014"/>
                  </a:cxn>
                  <a:cxn ang="0">
                    <a:pos x="csX2015" y="csY2015"/>
                  </a:cxn>
                  <a:cxn ang="0">
                    <a:pos x="csX2016" y="csY2016"/>
                  </a:cxn>
                  <a:cxn ang="0">
                    <a:pos x="csX2017" y="csY2017"/>
                  </a:cxn>
                  <a:cxn ang="0">
                    <a:pos x="csX2018" y="csY2018"/>
                  </a:cxn>
                  <a:cxn ang="0">
                    <a:pos x="csX2019" y="csY2019"/>
                  </a:cxn>
                  <a:cxn ang="0">
                    <a:pos x="csX2020" y="csY2020"/>
                  </a:cxn>
                  <a:cxn ang="0">
                    <a:pos x="csX2021" y="csY2021"/>
                  </a:cxn>
                  <a:cxn ang="0">
                    <a:pos x="csX2022" y="csY2022"/>
                  </a:cxn>
                  <a:cxn ang="0">
                    <a:pos x="csX2023" y="csY2023"/>
                  </a:cxn>
                  <a:cxn ang="0">
                    <a:pos x="csX2024" y="csY2024"/>
                  </a:cxn>
                  <a:cxn ang="0">
                    <a:pos x="csX2025" y="csY2025"/>
                  </a:cxn>
                  <a:cxn ang="0">
                    <a:pos x="csX2026" y="csY2026"/>
                  </a:cxn>
                  <a:cxn ang="0">
                    <a:pos x="csX2027" y="csY2027"/>
                  </a:cxn>
                  <a:cxn ang="0">
                    <a:pos x="csX2028" y="csY2028"/>
                  </a:cxn>
                  <a:cxn ang="0">
                    <a:pos x="csX2029" y="csY2029"/>
                  </a:cxn>
                  <a:cxn ang="0">
                    <a:pos x="csX2030" y="csY2030"/>
                  </a:cxn>
                  <a:cxn ang="0">
                    <a:pos x="csX2031" y="csY2031"/>
                  </a:cxn>
                  <a:cxn ang="0">
                    <a:pos x="csX2032" y="csY2032"/>
                  </a:cxn>
                  <a:cxn ang="0">
                    <a:pos x="csX2033" y="csY2033"/>
                  </a:cxn>
                  <a:cxn ang="0">
                    <a:pos x="csX2034" y="csY2034"/>
                  </a:cxn>
                  <a:cxn ang="0">
                    <a:pos x="csX2035" y="csY2035"/>
                  </a:cxn>
                  <a:cxn ang="0">
                    <a:pos x="csX2036" y="csY2036"/>
                  </a:cxn>
                  <a:cxn ang="0">
                    <a:pos x="csX2037" y="csY2037"/>
                  </a:cxn>
                  <a:cxn ang="0">
                    <a:pos x="csX2038" y="csY2038"/>
                  </a:cxn>
                  <a:cxn ang="0">
                    <a:pos x="csX2039" y="csY2039"/>
                  </a:cxn>
                  <a:cxn ang="0">
                    <a:pos x="csX2040" y="csY2040"/>
                  </a:cxn>
                  <a:cxn ang="0">
                    <a:pos x="csX2041" y="csY2041"/>
                  </a:cxn>
                  <a:cxn ang="0">
                    <a:pos x="csX2042" y="csY2042"/>
                  </a:cxn>
                  <a:cxn ang="0">
                    <a:pos x="csX2043" y="csY2043"/>
                  </a:cxn>
                  <a:cxn ang="0">
                    <a:pos x="csX2044" y="csY2044"/>
                  </a:cxn>
                  <a:cxn ang="0">
                    <a:pos x="csX2045" y="csY2045"/>
                  </a:cxn>
                  <a:cxn ang="0">
                    <a:pos x="csX2046" y="csY2046"/>
                  </a:cxn>
                  <a:cxn ang="0">
                    <a:pos x="csX2047" y="csY2047"/>
                  </a:cxn>
                  <a:cxn ang="0">
                    <a:pos x="csX2048" y="csY2048"/>
                  </a:cxn>
                  <a:cxn ang="0">
                    <a:pos x="csX2049" y="csY2049"/>
                  </a:cxn>
                  <a:cxn ang="0">
                    <a:pos x="csX2050" y="csY2050"/>
                  </a:cxn>
                  <a:cxn ang="0">
                    <a:pos x="csX2051" y="csY2051"/>
                  </a:cxn>
                  <a:cxn ang="0">
                    <a:pos x="csX2052" y="csY2052"/>
                  </a:cxn>
                  <a:cxn ang="0">
                    <a:pos x="csX2053" y="csY2053"/>
                  </a:cxn>
                  <a:cxn ang="0">
                    <a:pos x="csX2054" y="csY2054"/>
                  </a:cxn>
                  <a:cxn ang="0">
                    <a:pos x="csX2055" y="csY2055"/>
                  </a:cxn>
                  <a:cxn ang="0">
                    <a:pos x="csX2056" y="csY2056"/>
                  </a:cxn>
                  <a:cxn ang="0">
                    <a:pos x="csX2057" y="csY2057"/>
                  </a:cxn>
                  <a:cxn ang="0">
                    <a:pos x="csX2058" y="csY2058"/>
                  </a:cxn>
                  <a:cxn ang="0">
                    <a:pos x="csX2059" y="csY2059"/>
                  </a:cxn>
                  <a:cxn ang="0">
                    <a:pos x="csX2060" y="csY2060"/>
                  </a:cxn>
                  <a:cxn ang="0">
                    <a:pos x="csX2061" y="csY2061"/>
                  </a:cxn>
                  <a:cxn ang="0">
                    <a:pos x="csX2062" y="csY2062"/>
                  </a:cxn>
                  <a:cxn ang="0">
                    <a:pos x="csX2063" y="csY2063"/>
                  </a:cxn>
                  <a:cxn ang="0">
                    <a:pos x="csX2064" y="csY2064"/>
                  </a:cxn>
                  <a:cxn ang="0">
                    <a:pos x="csX2065" y="csY2065"/>
                  </a:cxn>
                  <a:cxn ang="0">
                    <a:pos x="csX2066" y="csY2066"/>
                  </a:cxn>
                  <a:cxn ang="0">
                    <a:pos x="csX2067" y="csY2067"/>
                  </a:cxn>
                  <a:cxn ang="0">
                    <a:pos x="csX2068" y="csY2068"/>
                  </a:cxn>
                  <a:cxn ang="0">
                    <a:pos x="csX2069" y="csY2069"/>
                  </a:cxn>
                  <a:cxn ang="0">
                    <a:pos x="csX2070" y="csY2070"/>
                  </a:cxn>
                  <a:cxn ang="0">
                    <a:pos x="csX2071" y="csY2071"/>
                  </a:cxn>
                  <a:cxn ang="0">
                    <a:pos x="csX2072" y="csY2072"/>
                  </a:cxn>
                  <a:cxn ang="0">
                    <a:pos x="csX2073" y="csY2073"/>
                  </a:cxn>
                  <a:cxn ang="0">
                    <a:pos x="csX2074" y="csY2074"/>
                  </a:cxn>
                  <a:cxn ang="0">
                    <a:pos x="csX2075" y="csY2075"/>
                  </a:cxn>
                  <a:cxn ang="0">
                    <a:pos x="csX2076" y="csY2076"/>
                  </a:cxn>
                  <a:cxn ang="0">
                    <a:pos x="csX2077" y="csY2077"/>
                  </a:cxn>
                  <a:cxn ang="0">
                    <a:pos x="csX2078" y="csY2078"/>
                  </a:cxn>
                  <a:cxn ang="0">
                    <a:pos x="csX2079" y="csY2079"/>
                  </a:cxn>
                  <a:cxn ang="0">
                    <a:pos x="csX2080" y="csY2080"/>
                  </a:cxn>
                  <a:cxn ang="0">
                    <a:pos x="csX2081" y="csY2081"/>
                  </a:cxn>
                  <a:cxn ang="0">
                    <a:pos x="csX2082" y="csY2082"/>
                  </a:cxn>
                  <a:cxn ang="0">
                    <a:pos x="csX2083" y="csY2083"/>
                  </a:cxn>
                  <a:cxn ang="0">
                    <a:pos x="csX2084" y="csY2084"/>
                  </a:cxn>
                  <a:cxn ang="0">
                    <a:pos x="csX2085" y="csY2085"/>
                  </a:cxn>
                  <a:cxn ang="0">
                    <a:pos x="csX2086" y="csY2086"/>
                  </a:cxn>
                  <a:cxn ang="0">
                    <a:pos x="csX2087" y="csY2087"/>
                  </a:cxn>
                  <a:cxn ang="0">
                    <a:pos x="csX2088" y="csY2088"/>
                  </a:cxn>
                  <a:cxn ang="0">
                    <a:pos x="csX2089" y="csY2089"/>
                  </a:cxn>
                  <a:cxn ang="0">
                    <a:pos x="csX2090" y="csY2090"/>
                  </a:cxn>
                  <a:cxn ang="0">
                    <a:pos x="csX2091" y="csY2091"/>
                  </a:cxn>
                  <a:cxn ang="0">
                    <a:pos x="csX2092" y="csY2092"/>
                  </a:cxn>
                  <a:cxn ang="0">
                    <a:pos x="csX2093" y="csY2093"/>
                  </a:cxn>
                  <a:cxn ang="0">
                    <a:pos x="csX2094" y="csY2094"/>
                  </a:cxn>
                  <a:cxn ang="0">
                    <a:pos x="csX2095" y="csY2095"/>
                  </a:cxn>
                  <a:cxn ang="0">
                    <a:pos x="csX2096" y="csY2096"/>
                  </a:cxn>
                  <a:cxn ang="0">
                    <a:pos x="csX2097" y="csY2097"/>
                  </a:cxn>
                  <a:cxn ang="0">
                    <a:pos x="csX2098" y="csY2098"/>
                  </a:cxn>
                  <a:cxn ang="0">
                    <a:pos x="csX2099" y="csY2099"/>
                  </a:cxn>
                  <a:cxn ang="0">
                    <a:pos x="csX2100" y="csY2100"/>
                  </a:cxn>
                  <a:cxn ang="0">
                    <a:pos x="csX2101" y="csY2101"/>
                  </a:cxn>
                  <a:cxn ang="0">
                    <a:pos x="csX2102" y="csY2102"/>
                  </a:cxn>
                  <a:cxn ang="0">
                    <a:pos x="csX2103" y="csY2103"/>
                  </a:cxn>
                  <a:cxn ang="0">
                    <a:pos x="csX2104" y="csY2104"/>
                  </a:cxn>
                  <a:cxn ang="0">
                    <a:pos x="csX2105" y="csY2105"/>
                  </a:cxn>
                  <a:cxn ang="0">
                    <a:pos x="csX2106" y="csY2106"/>
                  </a:cxn>
                  <a:cxn ang="0">
                    <a:pos x="csX2107" y="csY2107"/>
                  </a:cxn>
                  <a:cxn ang="0">
                    <a:pos x="csX2108" y="csY2108"/>
                  </a:cxn>
                  <a:cxn ang="0">
                    <a:pos x="csX2109" y="csY2109"/>
                  </a:cxn>
                  <a:cxn ang="0">
                    <a:pos x="csX2110" y="csY2110"/>
                  </a:cxn>
                  <a:cxn ang="0">
                    <a:pos x="csX2111" y="csY2111"/>
                  </a:cxn>
                  <a:cxn ang="0">
                    <a:pos x="csX2112" y="csY2112"/>
                  </a:cxn>
                  <a:cxn ang="0">
                    <a:pos x="csX2113" y="csY2113"/>
                  </a:cxn>
                  <a:cxn ang="0">
                    <a:pos x="csX2114" y="csY2114"/>
                  </a:cxn>
                  <a:cxn ang="0">
                    <a:pos x="csX2115" y="csY2115"/>
                  </a:cxn>
                  <a:cxn ang="0">
                    <a:pos x="csX2116" y="csY2116"/>
                  </a:cxn>
                  <a:cxn ang="0">
                    <a:pos x="csX2117" y="csY2117"/>
                  </a:cxn>
                  <a:cxn ang="0">
                    <a:pos x="csX2118" y="csY2118"/>
                  </a:cxn>
                  <a:cxn ang="0">
                    <a:pos x="csX2119" y="csY2119"/>
                  </a:cxn>
                  <a:cxn ang="0">
                    <a:pos x="csX2120" y="csY2120"/>
                  </a:cxn>
                  <a:cxn ang="0">
                    <a:pos x="csX2121" y="csY2121"/>
                  </a:cxn>
                  <a:cxn ang="0">
                    <a:pos x="csX2122" y="csY2122"/>
                  </a:cxn>
                  <a:cxn ang="0">
                    <a:pos x="csX2123" y="csY2123"/>
                  </a:cxn>
                  <a:cxn ang="0">
                    <a:pos x="csX2124" y="csY2124"/>
                  </a:cxn>
                  <a:cxn ang="0">
                    <a:pos x="csX2125" y="csY2125"/>
                  </a:cxn>
                  <a:cxn ang="0">
                    <a:pos x="csX2126" y="csY2126"/>
                  </a:cxn>
                  <a:cxn ang="0">
                    <a:pos x="csX2127" y="csY2127"/>
                  </a:cxn>
                  <a:cxn ang="0">
                    <a:pos x="csX2128" y="csY2128"/>
                  </a:cxn>
                  <a:cxn ang="0">
                    <a:pos x="csX2129" y="csY2129"/>
                  </a:cxn>
                  <a:cxn ang="0">
                    <a:pos x="csX2130" y="csY2130"/>
                  </a:cxn>
                  <a:cxn ang="0">
                    <a:pos x="csX2131" y="csY2131"/>
                  </a:cxn>
                  <a:cxn ang="0">
                    <a:pos x="csX2132" y="csY2132"/>
                  </a:cxn>
                  <a:cxn ang="0">
                    <a:pos x="csX2133" y="csY2133"/>
                  </a:cxn>
                  <a:cxn ang="0">
                    <a:pos x="csX2134" y="csY2134"/>
                  </a:cxn>
                  <a:cxn ang="0">
                    <a:pos x="csX2135" y="csY2135"/>
                  </a:cxn>
                  <a:cxn ang="0">
                    <a:pos x="csX2136" y="csY2136"/>
                  </a:cxn>
                  <a:cxn ang="0">
                    <a:pos x="csX2137" y="csY2137"/>
                  </a:cxn>
                  <a:cxn ang="0">
                    <a:pos x="csX2138" y="csY2138"/>
                  </a:cxn>
                  <a:cxn ang="0">
                    <a:pos x="csX2139" y="csY2139"/>
                  </a:cxn>
                  <a:cxn ang="0">
                    <a:pos x="csX2140" y="csY2140"/>
                  </a:cxn>
                  <a:cxn ang="0">
                    <a:pos x="csX2141" y="csY2141"/>
                  </a:cxn>
                  <a:cxn ang="0">
                    <a:pos x="csX2142" y="csY2142"/>
                  </a:cxn>
                  <a:cxn ang="0">
                    <a:pos x="csX2143" y="csY2143"/>
                  </a:cxn>
                  <a:cxn ang="0">
                    <a:pos x="csX2144" y="csY2144"/>
                  </a:cxn>
                  <a:cxn ang="0">
                    <a:pos x="csX2145" y="csY2145"/>
                  </a:cxn>
                  <a:cxn ang="0">
                    <a:pos x="csX2146" y="csY2146"/>
                  </a:cxn>
                  <a:cxn ang="0">
                    <a:pos x="csX2147" y="csY2147"/>
                  </a:cxn>
                  <a:cxn ang="0">
                    <a:pos x="csX2148" y="csY2148"/>
                  </a:cxn>
                  <a:cxn ang="0">
                    <a:pos x="csX2149" y="csY2149"/>
                  </a:cxn>
                  <a:cxn ang="0">
                    <a:pos x="csX2150" y="csY2150"/>
                  </a:cxn>
                  <a:cxn ang="0">
                    <a:pos x="csX2151" y="csY2151"/>
                  </a:cxn>
                  <a:cxn ang="0">
                    <a:pos x="csX2152" y="csY2152"/>
                  </a:cxn>
                  <a:cxn ang="0">
                    <a:pos x="csX2153" y="csY2153"/>
                  </a:cxn>
                  <a:cxn ang="0">
                    <a:pos x="csX2154" y="csY2154"/>
                  </a:cxn>
                  <a:cxn ang="0">
                    <a:pos x="csX2155" y="csY2155"/>
                  </a:cxn>
                  <a:cxn ang="0">
                    <a:pos x="csX2156" y="csY2156"/>
                  </a:cxn>
                  <a:cxn ang="0">
                    <a:pos x="csX2157" y="csY2157"/>
                  </a:cxn>
                  <a:cxn ang="0">
                    <a:pos x="csX2158" y="csY2158"/>
                  </a:cxn>
                  <a:cxn ang="0">
                    <a:pos x="csX2159" y="csY2159"/>
                  </a:cxn>
                  <a:cxn ang="0">
                    <a:pos x="csX2160" y="csY2160"/>
                  </a:cxn>
                  <a:cxn ang="0">
                    <a:pos x="csX2161" y="csY2161"/>
                  </a:cxn>
                  <a:cxn ang="0">
                    <a:pos x="csX2162" y="csY2162"/>
                  </a:cxn>
                  <a:cxn ang="0">
                    <a:pos x="csX2163" y="csY2163"/>
                  </a:cxn>
                  <a:cxn ang="0">
                    <a:pos x="csX2164" y="csY2164"/>
                  </a:cxn>
                  <a:cxn ang="0">
                    <a:pos x="csX2165" y="csY2165"/>
                  </a:cxn>
                  <a:cxn ang="0">
                    <a:pos x="csX2166" y="csY2166"/>
                  </a:cxn>
                  <a:cxn ang="0">
                    <a:pos x="csX2167" y="csY2167"/>
                  </a:cxn>
                  <a:cxn ang="0">
                    <a:pos x="csX2168" y="csY2168"/>
                  </a:cxn>
                  <a:cxn ang="0">
                    <a:pos x="csX2169" y="csY2169"/>
                  </a:cxn>
                  <a:cxn ang="0">
                    <a:pos x="csX2170" y="csY2170"/>
                  </a:cxn>
                  <a:cxn ang="0">
                    <a:pos x="csX2171" y="csY2171"/>
                  </a:cxn>
                  <a:cxn ang="0">
                    <a:pos x="csX2172" y="csY2172"/>
                  </a:cxn>
                  <a:cxn ang="0">
                    <a:pos x="csX2173" y="csY2173"/>
                  </a:cxn>
                  <a:cxn ang="0">
                    <a:pos x="csX2174" y="csY2174"/>
                  </a:cxn>
                  <a:cxn ang="0">
                    <a:pos x="csX2175" y="csY2175"/>
                  </a:cxn>
                  <a:cxn ang="0">
                    <a:pos x="csX2176" y="csY2176"/>
                  </a:cxn>
                  <a:cxn ang="0">
                    <a:pos x="csX2177" y="csY2177"/>
                  </a:cxn>
                  <a:cxn ang="0">
                    <a:pos x="csX2178" y="csY2178"/>
                  </a:cxn>
                  <a:cxn ang="0">
                    <a:pos x="csX2179" y="csY2179"/>
                  </a:cxn>
                  <a:cxn ang="0">
                    <a:pos x="csX2180" y="csY2180"/>
                  </a:cxn>
                  <a:cxn ang="0">
                    <a:pos x="csX2181" y="csY2181"/>
                  </a:cxn>
                  <a:cxn ang="0">
                    <a:pos x="csX2182" y="csY2182"/>
                  </a:cxn>
                  <a:cxn ang="0">
                    <a:pos x="csX2183" y="csY2183"/>
                  </a:cxn>
                  <a:cxn ang="0">
                    <a:pos x="csX2184" y="csY2184"/>
                  </a:cxn>
                  <a:cxn ang="0">
                    <a:pos x="csX2185" y="csY2185"/>
                  </a:cxn>
                  <a:cxn ang="0">
                    <a:pos x="csX2186" y="csY2186"/>
                  </a:cxn>
                  <a:cxn ang="0">
                    <a:pos x="csX2187" y="csY2187"/>
                  </a:cxn>
                  <a:cxn ang="0">
                    <a:pos x="csX2188" y="csY2188"/>
                  </a:cxn>
                  <a:cxn ang="0">
                    <a:pos x="csX2189" y="csY2189"/>
                  </a:cxn>
                  <a:cxn ang="0">
                    <a:pos x="csX2190" y="csY2190"/>
                  </a:cxn>
                  <a:cxn ang="0">
                    <a:pos x="csX2191" y="csY2191"/>
                  </a:cxn>
                  <a:cxn ang="0">
                    <a:pos x="csX2192" y="csY2192"/>
                  </a:cxn>
                  <a:cxn ang="0">
                    <a:pos x="csX2193" y="csY2193"/>
                  </a:cxn>
                  <a:cxn ang="0">
                    <a:pos x="csX2194" y="csY2194"/>
                  </a:cxn>
                  <a:cxn ang="0">
                    <a:pos x="csX2195" y="csY2195"/>
                  </a:cxn>
                  <a:cxn ang="0">
                    <a:pos x="csX2196" y="csY2196"/>
                  </a:cxn>
                  <a:cxn ang="0">
                    <a:pos x="csX2197" y="csY2197"/>
                  </a:cxn>
                  <a:cxn ang="0">
                    <a:pos x="csX2198" y="csY2198"/>
                  </a:cxn>
                  <a:cxn ang="0">
                    <a:pos x="csX2199" y="csY2199"/>
                  </a:cxn>
                  <a:cxn ang="0">
                    <a:pos x="csX2200" y="csY2200"/>
                  </a:cxn>
                  <a:cxn ang="0">
                    <a:pos x="csX2201" y="csY2201"/>
                  </a:cxn>
                  <a:cxn ang="0">
                    <a:pos x="csX2202" y="csY2202"/>
                  </a:cxn>
                  <a:cxn ang="0">
                    <a:pos x="csX2203" y="csY2203"/>
                  </a:cxn>
                  <a:cxn ang="0">
                    <a:pos x="csX2204" y="csY2204"/>
                  </a:cxn>
                  <a:cxn ang="0">
                    <a:pos x="csX2205" y="csY2205"/>
                  </a:cxn>
                  <a:cxn ang="0">
                    <a:pos x="csX2206" y="csY2206"/>
                  </a:cxn>
                  <a:cxn ang="0">
                    <a:pos x="csX2207" y="csY2207"/>
                  </a:cxn>
                  <a:cxn ang="0">
                    <a:pos x="csX2208" y="csY2208"/>
                  </a:cxn>
                  <a:cxn ang="0">
                    <a:pos x="csX2209" y="csY2209"/>
                  </a:cxn>
                  <a:cxn ang="0">
                    <a:pos x="csX2210" y="csY2210"/>
                  </a:cxn>
                  <a:cxn ang="0">
                    <a:pos x="csX2211" y="csY2211"/>
                  </a:cxn>
                  <a:cxn ang="0">
                    <a:pos x="csX2212" y="csY2212"/>
                  </a:cxn>
                  <a:cxn ang="0">
                    <a:pos x="csX2213" y="csY2213"/>
                  </a:cxn>
                  <a:cxn ang="0">
                    <a:pos x="csX2214" y="csY2214"/>
                  </a:cxn>
                  <a:cxn ang="0">
                    <a:pos x="csX2215" y="csY2215"/>
                  </a:cxn>
                  <a:cxn ang="0">
                    <a:pos x="csX2216" y="csY2216"/>
                  </a:cxn>
                  <a:cxn ang="0">
                    <a:pos x="csX2217" y="csY2217"/>
                  </a:cxn>
                  <a:cxn ang="0">
                    <a:pos x="csX2218" y="csY2218"/>
                  </a:cxn>
                  <a:cxn ang="0">
                    <a:pos x="csX2219" y="csY2219"/>
                  </a:cxn>
                  <a:cxn ang="0">
                    <a:pos x="csX2220" y="csY2220"/>
                  </a:cxn>
                  <a:cxn ang="0">
                    <a:pos x="csX2221" y="csY2221"/>
                  </a:cxn>
                  <a:cxn ang="0">
                    <a:pos x="csX2222" y="csY2222"/>
                  </a:cxn>
                  <a:cxn ang="0">
                    <a:pos x="csX2223" y="csY2223"/>
                  </a:cxn>
                  <a:cxn ang="0">
                    <a:pos x="csX2224" y="csY2224"/>
                  </a:cxn>
                  <a:cxn ang="0">
                    <a:pos x="csX2225" y="csY2225"/>
                  </a:cxn>
                  <a:cxn ang="0">
                    <a:pos x="csX2226" y="csY2226"/>
                  </a:cxn>
                  <a:cxn ang="0">
                    <a:pos x="csX2227" y="csY2227"/>
                  </a:cxn>
                  <a:cxn ang="0">
                    <a:pos x="csX2228" y="csY2228"/>
                  </a:cxn>
                  <a:cxn ang="0">
                    <a:pos x="csX2229" y="csY2229"/>
                  </a:cxn>
                  <a:cxn ang="0">
                    <a:pos x="csX2230" y="csY2230"/>
                  </a:cxn>
                  <a:cxn ang="0">
                    <a:pos x="csX2231" y="csY2231"/>
                  </a:cxn>
                  <a:cxn ang="0">
                    <a:pos x="csX2232" y="csY2232"/>
                  </a:cxn>
                  <a:cxn ang="0">
                    <a:pos x="csX2233" y="csY2233"/>
                  </a:cxn>
                  <a:cxn ang="0">
                    <a:pos x="csX2234" y="csY2234"/>
                  </a:cxn>
                  <a:cxn ang="0">
                    <a:pos x="csX2235" y="csY2235"/>
                  </a:cxn>
                  <a:cxn ang="0">
                    <a:pos x="csX2236" y="csY2236"/>
                  </a:cxn>
                  <a:cxn ang="0">
                    <a:pos x="csX2237" y="csY2237"/>
                  </a:cxn>
                  <a:cxn ang="0">
                    <a:pos x="csX2238" y="csY2238"/>
                  </a:cxn>
                  <a:cxn ang="0">
                    <a:pos x="csX2239" y="csY2239"/>
                  </a:cxn>
                  <a:cxn ang="0">
                    <a:pos x="csX2240" y="csY2240"/>
                  </a:cxn>
                  <a:cxn ang="0">
                    <a:pos x="csX2241" y="csY2241"/>
                  </a:cxn>
                  <a:cxn ang="0">
                    <a:pos x="csX2242" y="csY2242"/>
                  </a:cxn>
                  <a:cxn ang="0">
                    <a:pos x="csX2243" y="csY2243"/>
                  </a:cxn>
                  <a:cxn ang="0">
                    <a:pos x="csX2244" y="csY2244"/>
                  </a:cxn>
                  <a:cxn ang="0">
                    <a:pos x="csX2245" y="csY2245"/>
                  </a:cxn>
                  <a:cxn ang="0">
                    <a:pos x="csX2246" y="csY2246"/>
                  </a:cxn>
                  <a:cxn ang="0">
                    <a:pos x="csX2247" y="csY2247"/>
                  </a:cxn>
                  <a:cxn ang="0">
                    <a:pos x="csX2248" y="csY2248"/>
                  </a:cxn>
                  <a:cxn ang="0">
                    <a:pos x="csX2249" y="csY2249"/>
                  </a:cxn>
                  <a:cxn ang="0">
                    <a:pos x="csX2250" y="csY2250"/>
                  </a:cxn>
                  <a:cxn ang="0">
                    <a:pos x="csX2251" y="csY2251"/>
                  </a:cxn>
                  <a:cxn ang="0">
                    <a:pos x="csX2252" y="csY2252"/>
                  </a:cxn>
                  <a:cxn ang="0">
                    <a:pos x="csX2253" y="csY2253"/>
                  </a:cxn>
                  <a:cxn ang="0">
                    <a:pos x="csX2254" y="csY2254"/>
                  </a:cxn>
                  <a:cxn ang="0">
                    <a:pos x="csX2255" y="csY2255"/>
                  </a:cxn>
                  <a:cxn ang="0">
                    <a:pos x="csX2256" y="csY2256"/>
                  </a:cxn>
                  <a:cxn ang="0">
                    <a:pos x="csX2257" y="csY2257"/>
                  </a:cxn>
                  <a:cxn ang="0">
                    <a:pos x="csX2258" y="csY2258"/>
                  </a:cxn>
                  <a:cxn ang="0">
                    <a:pos x="csX2259" y="csY2259"/>
                  </a:cxn>
                  <a:cxn ang="0">
                    <a:pos x="csX2260" y="csY2260"/>
                  </a:cxn>
                  <a:cxn ang="0">
                    <a:pos x="csX2261" y="csY2261"/>
                  </a:cxn>
                  <a:cxn ang="0">
                    <a:pos x="csX2262" y="csY2262"/>
                  </a:cxn>
                  <a:cxn ang="0">
                    <a:pos x="csX2263" y="csY2263"/>
                  </a:cxn>
                  <a:cxn ang="0">
                    <a:pos x="csX2264" y="csY2264"/>
                  </a:cxn>
                  <a:cxn ang="0">
                    <a:pos x="csX2265" y="csY2265"/>
                  </a:cxn>
                  <a:cxn ang="0">
                    <a:pos x="csX2266" y="csY2266"/>
                  </a:cxn>
                  <a:cxn ang="0">
                    <a:pos x="csX2267" y="csY2267"/>
                  </a:cxn>
                  <a:cxn ang="0">
                    <a:pos x="csX2268" y="csY2268"/>
                  </a:cxn>
                  <a:cxn ang="0">
                    <a:pos x="csX2269" y="csY2269"/>
                  </a:cxn>
                  <a:cxn ang="0">
                    <a:pos x="csX2270" y="csY2270"/>
                  </a:cxn>
                  <a:cxn ang="0">
                    <a:pos x="csX2271" y="csY2271"/>
                  </a:cxn>
                  <a:cxn ang="0">
                    <a:pos x="csX2272" y="csY2272"/>
                  </a:cxn>
                  <a:cxn ang="0">
                    <a:pos x="csX2273" y="csY2273"/>
                  </a:cxn>
                  <a:cxn ang="0">
                    <a:pos x="csX2274" y="csY2274"/>
                  </a:cxn>
                  <a:cxn ang="0">
                    <a:pos x="csX2275" y="csY2275"/>
                  </a:cxn>
                  <a:cxn ang="0">
                    <a:pos x="csX2276" y="csY2276"/>
                  </a:cxn>
                  <a:cxn ang="0">
                    <a:pos x="csX2277" y="csY2277"/>
                  </a:cxn>
                  <a:cxn ang="0">
                    <a:pos x="csX2278" y="csY2278"/>
                  </a:cxn>
                  <a:cxn ang="0">
                    <a:pos x="csX2279" y="csY2279"/>
                  </a:cxn>
                  <a:cxn ang="0">
                    <a:pos x="csX2280" y="csY2280"/>
                  </a:cxn>
                  <a:cxn ang="0">
                    <a:pos x="csX2281" y="csY2281"/>
                  </a:cxn>
                  <a:cxn ang="0">
                    <a:pos x="csX2282" y="csY2282"/>
                  </a:cxn>
                  <a:cxn ang="0">
                    <a:pos x="csX2283" y="csY2283"/>
                  </a:cxn>
                </a:cxnLst>
                <a:rect l="l" t="t" r="r" b="b"/>
                <a:pathLst>
                  <a:path w="4473752" h="3183828">
                    <a:moveTo>
                      <a:pt x="4408293" y="541415"/>
                    </a:moveTo>
                    <a:lnTo>
                      <a:pt x="4409319" y="529115"/>
                    </a:lnTo>
                    <a:lnTo>
                      <a:pt x="4423678" y="517841"/>
                    </a:lnTo>
                    <a:lnTo>
                      <a:pt x="4415469" y="508619"/>
                    </a:lnTo>
                    <a:lnTo>
                      <a:pt x="4420600" y="504515"/>
                    </a:lnTo>
                    <a:lnTo>
                      <a:pt x="4423678" y="497339"/>
                    </a:lnTo>
                    <a:lnTo>
                      <a:pt x="4451364" y="491196"/>
                    </a:lnTo>
                    <a:lnTo>
                      <a:pt x="4458540" y="482994"/>
                    </a:lnTo>
                    <a:lnTo>
                      <a:pt x="4460592" y="471720"/>
                    </a:lnTo>
                    <a:lnTo>
                      <a:pt x="4474438" y="470180"/>
                    </a:lnTo>
                    <a:lnTo>
                      <a:pt x="4477516" y="459420"/>
                    </a:lnTo>
                    <a:lnTo>
                      <a:pt x="4451364" y="445471"/>
                    </a:lnTo>
                    <a:lnTo>
                      <a:pt x="4425218" y="427021"/>
                    </a:lnTo>
                    <a:lnTo>
                      <a:pt x="4412911" y="428868"/>
                    </a:lnTo>
                    <a:lnTo>
                      <a:pt x="4400604" y="426098"/>
                    </a:lnTo>
                    <a:lnTo>
                      <a:pt x="4379069" y="426098"/>
                    </a:lnTo>
                    <a:lnTo>
                      <a:pt x="4383680" y="435326"/>
                    </a:lnTo>
                    <a:lnTo>
                      <a:pt x="4382147" y="441784"/>
                    </a:lnTo>
                    <a:lnTo>
                      <a:pt x="4388297" y="446395"/>
                    </a:lnTo>
                    <a:lnTo>
                      <a:pt x="4383680" y="451929"/>
                    </a:lnTo>
                    <a:lnTo>
                      <a:pt x="4363684" y="439013"/>
                    </a:lnTo>
                    <a:lnTo>
                      <a:pt x="4372912" y="431632"/>
                    </a:lnTo>
                    <a:lnTo>
                      <a:pt x="4369840" y="418723"/>
                    </a:lnTo>
                    <a:lnTo>
                      <a:pt x="4349844" y="404884"/>
                    </a:lnTo>
                    <a:lnTo>
                      <a:pt x="4339077" y="406731"/>
                    </a:lnTo>
                    <a:lnTo>
                      <a:pt x="4339077" y="399350"/>
                    </a:lnTo>
                    <a:lnTo>
                      <a:pt x="4328309" y="397503"/>
                    </a:lnTo>
                    <a:lnTo>
                      <a:pt x="4328309" y="392892"/>
                    </a:lnTo>
                    <a:lnTo>
                      <a:pt x="4314463" y="390121"/>
                    </a:lnTo>
                    <a:lnTo>
                      <a:pt x="4283700" y="375365"/>
                    </a:lnTo>
                    <a:lnTo>
                      <a:pt x="4283700" y="370748"/>
                    </a:lnTo>
                    <a:lnTo>
                      <a:pt x="4272939" y="364297"/>
                    </a:lnTo>
                    <a:lnTo>
                      <a:pt x="4259093" y="364297"/>
                    </a:lnTo>
                    <a:lnTo>
                      <a:pt x="4257554" y="358763"/>
                    </a:lnTo>
                    <a:lnTo>
                      <a:pt x="4237558" y="346770"/>
                    </a:lnTo>
                    <a:lnTo>
                      <a:pt x="4223712" y="344923"/>
                    </a:lnTo>
                    <a:lnTo>
                      <a:pt x="4208333" y="337542"/>
                    </a:lnTo>
                    <a:lnTo>
                      <a:pt x="4197566" y="337542"/>
                    </a:lnTo>
                    <a:lnTo>
                      <a:pt x="4171413" y="329237"/>
                    </a:lnTo>
                    <a:lnTo>
                      <a:pt x="4165263" y="331084"/>
                    </a:lnTo>
                    <a:lnTo>
                      <a:pt x="4156034" y="328320"/>
                    </a:lnTo>
                    <a:lnTo>
                      <a:pt x="4142188" y="327397"/>
                    </a:lnTo>
                    <a:lnTo>
                      <a:pt x="4125271" y="325550"/>
                    </a:lnTo>
                    <a:lnTo>
                      <a:pt x="4116036" y="328320"/>
                    </a:lnTo>
                    <a:lnTo>
                      <a:pt x="4103736" y="326473"/>
                    </a:lnTo>
                    <a:lnTo>
                      <a:pt x="4056048" y="317245"/>
                    </a:lnTo>
                    <a:lnTo>
                      <a:pt x="4049898" y="323703"/>
                    </a:lnTo>
                    <a:lnTo>
                      <a:pt x="4057587" y="328314"/>
                    </a:lnTo>
                    <a:lnTo>
                      <a:pt x="4052969" y="332008"/>
                    </a:lnTo>
                    <a:lnTo>
                      <a:pt x="4046819" y="332931"/>
                    </a:lnTo>
                    <a:lnTo>
                      <a:pt x="4043741" y="337542"/>
                    </a:lnTo>
                    <a:lnTo>
                      <a:pt x="4068354" y="351381"/>
                    </a:lnTo>
                    <a:lnTo>
                      <a:pt x="4063737" y="364290"/>
                    </a:lnTo>
                    <a:lnTo>
                      <a:pt x="4032973" y="363373"/>
                    </a:lnTo>
                    <a:lnTo>
                      <a:pt x="4029902" y="353221"/>
                    </a:lnTo>
                    <a:lnTo>
                      <a:pt x="4009899" y="352298"/>
                    </a:lnTo>
                    <a:lnTo>
                      <a:pt x="4000670" y="337542"/>
                    </a:lnTo>
                    <a:lnTo>
                      <a:pt x="3992981" y="332924"/>
                    </a:lnTo>
                    <a:lnTo>
                      <a:pt x="3979135" y="343076"/>
                    </a:lnTo>
                    <a:lnTo>
                      <a:pt x="3934533" y="340306"/>
                    </a:lnTo>
                    <a:lnTo>
                      <a:pt x="3914537" y="332008"/>
                    </a:lnTo>
                    <a:lnTo>
                      <a:pt x="3903769" y="335695"/>
                    </a:lnTo>
                    <a:lnTo>
                      <a:pt x="3889923" y="332924"/>
                    </a:lnTo>
                    <a:lnTo>
                      <a:pt x="3876077" y="338466"/>
                    </a:lnTo>
                    <a:lnTo>
                      <a:pt x="3868388" y="337542"/>
                    </a:lnTo>
                    <a:lnTo>
                      <a:pt x="3863770" y="339382"/>
                    </a:lnTo>
                    <a:lnTo>
                      <a:pt x="3856081" y="338459"/>
                    </a:lnTo>
                    <a:lnTo>
                      <a:pt x="3851470" y="340306"/>
                    </a:lnTo>
                    <a:lnTo>
                      <a:pt x="3846853" y="336619"/>
                    </a:lnTo>
                    <a:lnTo>
                      <a:pt x="3839163" y="337542"/>
                    </a:lnTo>
                    <a:lnTo>
                      <a:pt x="3825317" y="332001"/>
                    </a:lnTo>
                    <a:lnTo>
                      <a:pt x="3822246" y="320939"/>
                    </a:lnTo>
                    <a:lnTo>
                      <a:pt x="3831474" y="312634"/>
                    </a:lnTo>
                    <a:lnTo>
                      <a:pt x="3826857" y="299719"/>
                    </a:lnTo>
                    <a:lnTo>
                      <a:pt x="3800704" y="284963"/>
                    </a:lnTo>
                    <a:lnTo>
                      <a:pt x="3782247" y="283116"/>
                    </a:lnTo>
                    <a:lnTo>
                      <a:pt x="3762251" y="278505"/>
                    </a:lnTo>
                    <a:lnTo>
                      <a:pt x="3737637" y="279422"/>
                    </a:lnTo>
                    <a:lnTo>
                      <a:pt x="3700724" y="290490"/>
                    </a:lnTo>
                    <a:lnTo>
                      <a:pt x="3673039" y="293261"/>
                    </a:lnTo>
                    <a:lnTo>
                      <a:pt x="3657653" y="287727"/>
                    </a:lnTo>
                    <a:lnTo>
                      <a:pt x="3656114" y="280345"/>
                    </a:lnTo>
                    <a:lnTo>
                      <a:pt x="3639197" y="270200"/>
                    </a:lnTo>
                    <a:lnTo>
                      <a:pt x="3616122" y="260972"/>
                    </a:lnTo>
                    <a:lnTo>
                      <a:pt x="3596126" y="257284"/>
                    </a:lnTo>
                    <a:lnTo>
                      <a:pt x="3594587" y="250827"/>
                    </a:lnTo>
                    <a:lnTo>
                      <a:pt x="3603815" y="251750"/>
                    </a:lnTo>
                    <a:lnTo>
                      <a:pt x="3613044" y="253597"/>
                    </a:lnTo>
                    <a:lnTo>
                      <a:pt x="3614583" y="241605"/>
                    </a:lnTo>
                    <a:lnTo>
                      <a:pt x="3605355" y="240681"/>
                    </a:lnTo>
                    <a:lnTo>
                      <a:pt x="3588437" y="233300"/>
                    </a:lnTo>
                    <a:lnTo>
                      <a:pt x="3554595" y="233300"/>
                    </a:lnTo>
                    <a:lnTo>
                      <a:pt x="3543827" y="247139"/>
                    </a:lnTo>
                    <a:lnTo>
                      <a:pt x="3525371" y="255437"/>
                    </a:lnTo>
                    <a:lnTo>
                      <a:pt x="3502296" y="260048"/>
                    </a:lnTo>
                    <a:lnTo>
                      <a:pt x="3499218" y="248056"/>
                    </a:lnTo>
                    <a:lnTo>
                      <a:pt x="3514603" y="248056"/>
                    </a:lnTo>
                    <a:lnTo>
                      <a:pt x="3517682" y="237911"/>
                    </a:lnTo>
                    <a:lnTo>
                      <a:pt x="3491529" y="239758"/>
                    </a:lnTo>
                    <a:lnTo>
                      <a:pt x="3485379" y="235147"/>
                    </a:lnTo>
                    <a:lnTo>
                      <a:pt x="3494607" y="227766"/>
                    </a:lnTo>
                    <a:lnTo>
                      <a:pt x="3514603" y="227766"/>
                    </a:lnTo>
                    <a:lnTo>
                      <a:pt x="3534599" y="230530"/>
                    </a:lnTo>
                    <a:lnTo>
                      <a:pt x="3494607" y="218544"/>
                    </a:lnTo>
                    <a:lnTo>
                      <a:pt x="3473072" y="216697"/>
                    </a:lnTo>
                    <a:lnTo>
                      <a:pt x="3445387" y="213003"/>
                    </a:lnTo>
                    <a:lnTo>
                      <a:pt x="3428462" y="213927"/>
                    </a:lnTo>
                    <a:lnTo>
                      <a:pt x="3425384" y="209316"/>
                    </a:lnTo>
                    <a:lnTo>
                      <a:pt x="3419234" y="207469"/>
                    </a:lnTo>
                    <a:lnTo>
                      <a:pt x="3416155" y="212080"/>
                    </a:lnTo>
                    <a:lnTo>
                      <a:pt x="3420773" y="216697"/>
                    </a:lnTo>
                    <a:lnTo>
                      <a:pt x="3403849" y="224995"/>
                    </a:lnTo>
                    <a:lnTo>
                      <a:pt x="3391549" y="225919"/>
                    </a:lnTo>
                    <a:lnTo>
                      <a:pt x="3382320" y="224072"/>
                    </a:lnTo>
                    <a:lnTo>
                      <a:pt x="3379242" y="234224"/>
                    </a:lnTo>
                    <a:lnTo>
                      <a:pt x="3399238" y="233300"/>
                    </a:lnTo>
                    <a:lnTo>
                      <a:pt x="3393088" y="238835"/>
                    </a:lnTo>
                    <a:lnTo>
                      <a:pt x="3391549" y="252674"/>
                    </a:lnTo>
                    <a:lnTo>
                      <a:pt x="3399238" y="263742"/>
                    </a:lnTo>
                    <a:lnTo>
                      <a:pt x="3379235" y="267429"/>
                    </a:lnTo>
                    <a:lnTo>
                      <a:pt x="3377703" y="260972"/>
                    </a:lnTo>
                    <a:lnTo>
                      <a:pt x="3366935" y="258208"/>
                    </a:lnTo>
                    <a:lnTo>
                      <a:pt x="3359246" y="264659"/>
                    </a:lnTo>
                    <a:lnTo>
                      <a:pt x="3356168" y="274811"/>
                    </a:lnTo>
                    <a:lnTo>
                      <a:pt x="3345400" y="275728"/>
                    </a:lnTo>
                    <a:lnTo>
                      <a:pt x="3326936" y="263735"/>
                    </a:lnTo>
                    <a:lnTo>
                      <a:pt x="3300790" y="260972"/>
                    </a:lnTo>
                    <a:lnTo>
                      <a:pt x="3279255" y="269276"/>
                    </a:lnTo>
                    <a:lnTo>
                      <a:pt x="3262338" y="268353"/>
                    </a:lnTo>
                    <a:lnTo>
                      <a:pt x="3243881" y="256361"/>
                    </a:lnTo>
                    <a:lnTo>
                      <a:pt x="3237724" y="248980"/>
                    </a:lnTo>
                    <a:lnTo>
                      <a:pt x="3225417" y="263735"/>
                    </a:lnTo>
                    <a:lnTo>
                      <a:pt x="3217728" y="285879"/>
                    </a:lnTo>
                    <a:lnTo>
                      <a:pt x="3208500" y="294177"/>
                    </a:lnTo>
                    <a:lnTo>
                      <a:pt x="3162351" y="268353"/>
                    </a:lnTo>
                    <a:lnTo>
                      <a:pt x="3159272" y="260048"/>
                    </a:lnTo>
                    <a:lnTo>
                      <a:pt x="3165429" y="256361"/>
                    </a:lnTo>
                    <a:lnTo>
                      <a:pt x="3157740" y="248980"/>
                    </a:lnTo>
                    <a:lnTo>
                      <a:pt x="3151583" y="252667"/>
                    </a:lnTo>
                    <a:lnTo>
                      <a:pt x="3142355" y="246209"/>
                    </a:lnTo>
                    <a:lnTo>
                      <a:pt x="3140816" y="236987"/>
                    </a:lnTo>
                    <a:lnTo>
                      <a:pt x="3156201" y="241598"/>
                    </a:lnTo>
                    <a:lnTo>
                      <a:pt x="3165429" y="242522"/>
                    </a:lnTo>
                    <a:lnTo>
                      <a:pt x="3166968" y="230530"/>
                    </a:lnTo>
                    <a:lnTo>
                      <a:pt x="3150044" y="227759"/>
                    </a:lnTo>
                    <a:lnTo>
                      <a:pt x="3143894" y="224995"/>
                    </a:lnTo>
                    <a:lnTo>
                      <a:pt x="3143894" y="220385"/>
                    </a:lnTo>
                    <a:lnTo>
                      <a:pt x="3159279" y="223148"/>
                    </a:lnTo>
                    <a:lnTo>
                      <a:pt x="3168508" y="215774"/>
                    </a:lnTo>
                    <a:lnTo>
                      <a:pt x="3156201" y="211156"/>
                    </a:lnTo>
                    <a:lnTo>
                      <a:pt x="3156201" y="203775"/>
                    </a:lnTo>
                    <a:lnTo>
                      <a:pt x="3134666" y="183485"/>
                    </a:lnTo>
                    <a:lnTo>
                      <a:pt x="3123898" y="181638"/>
                    </a:lnTo>
                    <a:lnTo>
                      <a:pt x="3110052" y="189019"/>
                    </a:lnTo>
                    <a:lnTo>
                      <a:pt x="3096213" y="179797"/>
                    </a:lnTo>
                    <a:lnTo>
                      <a:pt x="3083906" y="184408"/>
                    </a:lnTo>
                    <a:lnTo>
                      <a:pt x="3073138" y="178874"/>
                    </a:lnTo>
                    <a:lnTo>
                      <a:pt x="3074678" y="173340"/>
                    </a:lnTo>
                    <a:lnTo>
                      <a:pt x="3053142" y="169645"/>
                    </a:lnTo>
                    <a:lnTo>
                      <a:pt x="3046986" y="172416"/>
                    </a:lnTo>
                    <a:lnTo>
                      <a:pt x="3039296" y="170569"/>
                    </a:lnTo>
                    <a:lnTo>
                      <a:pt x="3034686" y="174256"/>
                    </a:lnTo>
                    <a:lnTo>
                      <a:pt x="3036225" y="181638"/>
                    </a:lnTo>
                    <a:lnTo>
                      <a:pt x="3040836" y="186248"/>
                    </a:lnTo>
                    <a:lnTo>
                      <a:pt x="3040836" y="198241"/>
                    </a:lnTo>
                    <a:lnTo>
                      <a:pt x="3030068" y="200088"/>
                    </a:lnTo>
                    <a:lnTo>
                      <a:pt x="3022379" y="200088"/>
                    </a:lnTo>
                    <a:lnTo>
                      <a:pt x="3014690" y="206545"/>
                    </a:lnTo>
                    <a:lnTo>
                      <a:pt x="3000844" y="206545"/>
                    </a:lnTo>
                    <a:lnTo>
                      <a:pt x="2982387" y="201935"/>
                    </a:lnTo>
                    <a:lnTo>
                      <a:pt x="2970080" y="201011"/>
                    </a:lnTo>
                    <a:lnTo>
                      <a:pt x="2963930" y="203775"/>
                    </a:lnTo>
                    <a:lnTo>
                      <a:pt x="2920853" y="192706"/>
                    </a:lnTo>
                    <a:lnTo>
                      <a:pt x="2922392" y="184401"/>
                    </a:lnTo>
                    <a:lnTo>
                      <a:pt x="2928549" y="182561"/>
                    </a:lnTo>
                    <a:lnTo>
                      <a:pt x="2940856" y="181638"/>
                    </a:lnTo>
                    <a:lnTo>
                      <a:pt x="2937777" y="177027"/>
                    </a:lnTo>
                    <a:lnTo>
                      <a:pt x="2917781" y="175180"/>
                    </a:lnTo>
                    <a:lnTo>
                      <a:pt x="2882400" y="173333"/>
                    </a:lnTo>
                    <a:lnTo>
                      <a:pt x="2865483" y="170569"/>
                    </a:lnTo>
                    <a:lnTo>
                      <a:pt x="2828562" y="177944"/>
                    </a:lnTo>
                    <a:lnTo>
                      <a:pt x="2827030" y="185325"/>
                    </a:lnTo>
                    <a:lnTo>
                      <a:pt x="2814723" y="187172"/>
                    </a:lnTo>
                    <a:lnTo>
                      <a:pt x="2811644" y="180714"/>
                    </a:lnTo>
                    <a:lnTo>
                      <a:pt x="2819334" y="176103"/>
                    </a:lnTo>
                    <a:lnTo>
                      <a:pt x="2823951" y="168722"/>
                    </a:lnTo>
                    <a:lnTo>
                      <a:pt x="2817794" y="163188"/>
                    </a:lnTo>
                    <a:lnTo>
                      <a:pt x="2807027" y="160417"/>
                    </a:lnTo>
                    <a:lnTo>
                      <a:pt x="2807027" y="170569"/>
                    </a:lnTo>
                    <a:lnTo>
                      <a:pt x="2793188" y="171486"/>
                    </a:lnTo>
                    <a:lnTo>
                      <a:pt x="2773192" y="167798"/>
                    </a:lnTo>
                    <a:lnTo>
                      <a:pt x="2774731" y="157653"/>
                    </a:lnTo>
                    <a:lnTo>
                      <a:pt x="2757807" y="159500"/>
                    </a:lnTo>
                    <a:lnTo>
                      <a:pt x="2747039" y="157653"/>
                    </a:lnTo>
                    <a:lnTo>
                      <a:pt x="2734732" y="165952"/>
                    </a:lnTo>
                    <a:lnTo>
                      <a:pt x="2737811" y="171486"/>
                    </a:lnTo>
                    <a:lnTo>
                      <a:pt x="2748578" y="171486"/>
                    </a:lnTo>
                    <a:lnTo>
                      <a:pt x="2759346" y="169645"/>
                    </a:lnTo>
                    <a:lnTo>
                      <a:pt x="2742421" y="184401"/>
                    </a:lnTo>
                    <a:lnTo>
                      <a:pt x="2728582" y="183478"/>
                    </a:lnTo>
                    <a:lnTo>
                      <a:pt x="2722425" y="187172"/>
                    </a:lnTo>
                    <a:lnTo>
                      <a:pt x="2711658" y="187172"/>
                    </a:lnTo>
                    <a:lnTo>
                      <a:pt x="2700897" y="192706"/>
                    </a:lnTo>
                    <a:lnTo>
                      <a:pt x="2697819" y="197317"/>
                    </a:lnTo>
                    <a:lnTo>
                      <a:pt x="2673205" y="198241"/>
                    </a:lnTo>
                    <a:lnTo>
                      <a:pt x="2670127" y="206539"/>
                    </a:lnTo>
                    <a:lnTo>
                      <a:pt x="2650131" y="214843"/>
                    </a:lnTo>
                    <a:lnTo>
                      <a:pt x="2636285" y="215767"/>
                    </a:lnTo>
                    <a:lnTo>
                      <a:pt x="2654748" y="204698"/>
                    </a:lnTo>
                    <a:lnTo>
                      <a:pt x="2654748" y="192706"/>
                    </a:lnTo>
                    <a:lnTo>
                      <a:pt x="2663977" y="188096"/>
                    </a:lnTo>
                    <a:lnTo>
                      <a:pt x="2673205" y="188096"/>
                    </a:lnTo>
                    <a:lnTo>
                      <a:pt x="2674744" y="177944"/>
                    </a:lnTo>
                    <a:lnTo>
                      <a:pt x="2685512" y="174256"/>
                    </a:lnTo>
                    <a:lnTo>
                      <a:pt x="2697819" y="174256"/>
                    </a:lnTo>
                    <a:lnTo>
                      <a:pt x="2711658" y="160417"/>
                    </a:lnTo>
                    <a:lnTo>
                      <a:pt x="2731661" y="151196"/>
                    </a:lnTo>
                    <a:lnTo>
                      <a:pt x="2740889" y="150272"/>
                    </a:lnTo>
                    <a:lnTo>
                      <a:pt x="2742428" y="142891"/>
                    </a:lnTo>
                    <a:lnTo>
                      <a:pt x="2771653" y="126288"/>
                    </a:lnTo>
                    <a:lnTo>
                      <a:pt x="2788570" y="126288"/>
                    </a:lnTo>
                    <a:lnTo>
                      <a:pt x="2790109" y="117066"/>
                    </a:lnTo>
                    <a:lnTo>
                      <a:pt x="2811644" y="105074"/>
                    </a:lnTo>
                    <a:lnTo>
                      <a:pt x="2820873" y="93308"/>
                    </a:lnTo>
                    <a:lnTo>
                      <a:pt x="2799338" y="84647"/>
                    </a:lnTo>
                    <a:lnTo>
                      <a:pt x="2794727" y="79318"/>
                    </a:lnTo>
                    <a:lnTo>
                      <a:pt x="2796266" y="76650"/>
                    </a:lnTo>
                    <a:lnTo>
                      <a:pt x="2800877" y="76650"/>
                    </a:lnTo>
                    <a:lnTo>
                      <a:pt x="2810105" y="82650"/>
                    </a:lnTo>
                    <a:lnTo>
                      <a:pt x="2827030" y="86645"/>
                    </a:lnTo>
                    <a:lnTo>
                      <a:pt x="2827030" y="73982"/>
                    </a:lnTo>
                    <a:lnTo>
                      <a:pt x="2819334" y="72648"/>
                    </a:lnTo>
                    <a:lnTo>
                      <a:pt x="2820880" y="60656"/>
                    </a:lnTo>
                    <a:lnTo>
                      <a:pt x="2813184" y="59322"/>
                    </a:lnTo>
                    <a:lnTo>
                      <a:pt x="2800877" y="67319"/>
                    </a:lnTo>
                    <a:lnTo>
                      <a:pt x="2796266" y="65985"/>
                    </a:lnTo>
                    <a:lnTo>
                      <a:pt x="2800877" y="58652"/>
                    </a:lnTo>
                    <a:lnTo>
                      <a:pt x="2777809" y="47323"/>
                    </a:lnTo>
                    <a:lnTo>
                      <a:pt x="2767042" y="45989"/>
                    </a:lnTo>
                    <a:lnTo>
                      <a:pt x="2760885" y="42658"/>
                    </a:lnTo>
                    <a:lnTo>
                      <a:pt x="2697819" y="45326"/>
                    </a:lnTo>
                    <a:lnTo>
                      <a:pt x="2693208" y="50655"/>
                    </a:lnTo>
                    <a:lnTo>
                      <a:pt x="2673212" y="52652"/>
                    </a:lnTo>
                    <a:lnTo>
                      <a:pt x="2660905" y="48657"/>
                    </a:lnTo>
                    <a:lnTo>
                      <a:pt x="2677823" y="41994"/>
                    </a:lnTo>
                    <a:lnTo>
                      <a:pt x="2680901" y="32663"/>
                    </a:lnTo>
                    <a:lnTo>
                      <a:pt x="2665516" y="29995"/>
                    </a:lnTo>
                    <a:lnTo>
                      <a:pt x="2654748" y="34661"/>
                    </a:lnTo>
                    <a:lnTo>
                      <a:pt x="2645520" y="33990"/>
                    </a:lnTo>
                    <a:lnTo>
                      <a:pt x="2645520" y="27998"/>
                    </a:lnTo>
                    <a:lnTo>
                      <a:pt x="2622452" y="27327"/>
                    </a:lnTo>
                    <a:lnTo>
                      <a:pt x="2622452" y="23996"/>
                    </a:lnTo>
                    <a:lnTo>
                      <a:pt x="2648598" y="21998"/>
                    </a:lnTo>
                    <a:lnTo>
                      <a:pt x="2659366" y="13331"/>
                    </a:lnTo>
                    <a:lnTo>
                      <a:pt x="2651677" y="6668"/>
                    </a:lnTo>
                    <a:lnTo>
                      <a:pt x="2637831" y="7331"/>
                    </a:lnTo>
                    <a:lnTo>
                      <a:pt x="2614756" y="1339"/>
                    </a:lnTo>
                    <a:lnTo>
                      <a:pt x="2585532" y="8665"/>
                    </a:lnTo>
                    <a:lnTo>
                      <a:pt x="2579382" y="13331"/>
                    </a:lnTo>
                    <a:lnTo>
                      <a:pt x="2559386" y="22662"/>
                    </a:lnTo>
                    <a:lnTo>
                      <a:pt x="2557847" y="29325"/>
                    </a:lnTo>
                    <a:lnTo>
                      <a:pt x="2545540" y="34661"/>
                    </a:lnTo>
                    <a:lnTo>
                      <a:pt x="2550151" y="41324"/>
                    </a:lnTo>
                    <a:lnTo>
                      <a:pt x="2557847" y="43992"/>
                    </a:lnTo>
                    <a:lnTo>
                      <a:pt x="2551690" y="45326"/>
                    </a:lnTo>
                    <a:lnTo>
                      <a:pt x="2557847" y="51318"/>
                    </a:lnTo>
                    <a:lnTo>
                      <a:pt x="2570147" y="51989"/>
                    </a:lnTo>
                    <a:lnTo>
                      <a:pt x="2580914" y="55320"/>
                    </a:lnTo>
                    <a:lnTo>
                      <a:pt x="2605528" y="53323"/>
                    </a:lnTo>
                    <a:lnTo>
                      <a:pt x="2608606" y="55984"/>
                    </a:lnTo>
                    <a:lnTo>
                      <a:pt x="2587071" y="59322"/>
                    </a:lnTo>
                    <a:lnTo>
                      <a:pt x="2567075" y="56654"/>
                    </a:lnTo>
                    <a:lnTo>
                      <a:pt x="2556308" y="55320"/>
                    </a:lnTo>
                    <a:lnTo>
                      <a:pt x="2542461" y="52652"/>
                    </a:lnTo>
                    <a:lnTo>
                      <a:pt x="2522465" y="54657"/>
                    </a:lnTo>
                    <a:lnTo>
                      <a:pt x="2507080" y="50655"/>
                    </a:lnTo>
                    <a:lnTo>
                      <a:pt x="2502469" y="53323"/>
                    </a:lnTo>
                    <a:lnTo>
                      <a:pt x="2508619" y="56654"/>
                    </a:lnTo>
                    <a:lnTo>
                      <a:pt x="2530155" y="64651"/>
                    </a:lnTo>
                    <a:lnTo>
                      <a:pt x="2534772" y="69980"/>
                    </a:lnTo>
                    <a:lnTo>
                      <a:pt x="2531694" y="79311"/>
                    </a:lnTo>
                    <a:lnTo>
                      <a:pt x="2514776" y="82643"/>
                    </a:lnTo>
                    <a:lnTo>
                      <a:pt x="2510159" y="75316"/>
                    </a:lnTo>
                    <a:lnTo>
                      <a:pt x="2519387" y="69317"/>
                    </a:lnTo>
                    <a:lnTo>
                      <a:pt x="2497852" y="61983"/>
                    </a:lnTo>
                    <a:lnTo>
                      <a:pt x="2487084" y="65985"/>
                    </a:lnTo>
                    <a:lnTo>
                      <a:pt x="2477856" y="71978"/>
                    </a:lnTo>
                    <a:lnTo>
                      <a:pt x="2454782" y="79311"/>
                    </a:lnTo>
                    <a:lnTo>
                      <a:pt x="2454782" y="73982"/>
                    </a:lnTo>
                    <a:lnTo>
                      <a:pt x="2444014" y="74646"/>
                    </a:lnTo>
                    <a:lnTo>
                      <a:pt x="2434786" y="79311"/>
                    </a:lnTo>
                    <a:lnTo>
                      <a:pt x="2428635" y="77977"/>
                    </a:lnTo>
                    <a:lnTo>
                      <a:pt x="2442482" y="69980"/>
                    </a:lnTo>
                    <a:lnTo>
                      <a:pt x="2419407" y="65985"/>
                    </a:lnTo>
                    <a:lnTo>
                      <a:pt x="2405561" y="67983"/>
                    </a:lnTo>
                    <a:lnTo>
                      <a:pt x="2380948" y="68646"/>
                    </a:lnTo>
                    <a:lnTo>
                      <a:pt x="2370180" y="71314"/>
                    </a:lnTo>
                    <a:lnTo>
                      <a:pt x="2374797" y="75316"/>
                    </a:lnTo>
                    <a:lnTo>
                      <a:pt x="2384026" y="76643"/>
                    </a:lnTo>
                    <a:lnTo>
                      <a:pt x="2396333" y="75980"/>
                    </a:lnTo>
                    <a:lnTo>
                      <a:pt x="2393254" y="79311"/>
                    </a:lnTo>
                    <a:lnTo>
                      <a:pt x="2373258" y="81309"/>
                    </a:lnTo>
                    <a:lnTo>
                      <a:pt x="2342495" y="82643"/>
                    </a:lnTo>
                    <a:lnTo>
                      <a:pt x="2334799" y="87308"/>
                    </a:lnTo>
                    <a:lnTo>
                      <a:pt x="2322499" y="85974"/>
                    </a:lnTo>
                    <a:lnTo>
                      <a:pt x="2305574" y="89976"/>
                    </a:lnTo>
                    <a:lnTo>
                      <a:pt x="2284039" y="91974"/>
                    </a:lnTo>
                    <a:lnTo>
                      <a:pt x="2267122" y="102297"/>
                    </a:lnTo>
                    <a:lnTo>
                      <a:pt x="2254815" y="102639"/>
                    </a:lnTo>
                    <a:lnTo>
                      <a:pt x="2244047" y="102297"/>
                    </a:lnTo>
                    <a:lnTo>
                      <a:pt x="2239429" y="105991"/>
                    </a:lnTo>
                    <a:lnTo>
                      <a:pt x="2247126" y="106914"/>
                    </a:lnTo>
                    <a:lnTo>
                      <a:pt x="2257893" y="107838"/>
                    </a:lnTo>
                    <a:lnTo>
                      <a:pt x="2254815" y="112449"/>
                    </a:lnTo>
                    <a:lnTo>
                      <a:pt x="2245586" y="117983"/>
                    </a:lnTo>
                    <a:lnTo>
                      <a:pt x="2237897" y="125364"/>
                    </a:lnTo>
                    <a:lnTo>
                      <a:pt x="2224051" y="119830"/>
                    </a:lnTo>
                    <a:lnTo>
                      <a:pt x="2216362" y="126281"/>
                    </a:lnTo>
                    <a:lnTo>
                      <a:pt x="2220973" y="132739"/>
                    </a:lnTo>
                    <a:lnTo>
                      <a:pt x="2231740" y="131815"/>
                    </a:lnTo>
                    <a:lnTo>
                      <a:pt x="2242508" y="135509"/>
                    </a:lnTo>
                    <a:lnTo>
                      <a:pt x="2240969" y="139197"/>
                    </a:lnTo>
                    <a:lnTo>
                      <a:pt x="2224051" y="138273"/>
                    </a:lnTo>
                    <a:lnTo>
                      <a:pt x="2220973" y="144731"/>
                    </a:lnTo>
                    <a:lnTo>
                      <a:pt x="2231740" y="145654"/>
                    </a:lnTo>
                    <a:lnTo>
                      <a:pt x="2240969" y="151189"/>
                    </a:lnTo>
                    <a:lnTo>
                      <a:pt x="2239429" y="157647"/>
                    </a:lnTo>
                    <a:lnTo>
                      <a:pt x="2247126" y="164104"/>
                    </a:lnTo>
                    <a:lnTo>
                      <a:pt x="2245586" y="172402"/>
                    </a:lnTo>
                    <a:lnTo>
                      <a:pt x="2236358" y="165952"/>
                    </a:lnTo>
                    <a:lnTo>
                      <a:pt x="2216362" y="165952"/>
                    </a:lnTo>
                    <a:lnTo>
                      <a:pt x="2207133" y="171486"/>
                    </a:lnTo>
                    <a:lnTo>
                      <a:pt x="2191748" y="171486"/>
                    </a:lnTo>
                    <a:lnTo>
                      <a:pt x="2182520" y="169639"/>
                    </a:lnTo>
                    <a:lnTo>
                      <a:pt x="2159446" y="173326"/>
                    </a:lnTo>
                    <a:lnTo>
                      <a:pt x="2124064" y="177937"/>
                    </a:lnTo>
                    <a:lnTo>
                      <a:pt x="2113297" y="177937"/>
                    </a:lnTo>
                    <a:lnTo>
                      <a:pt x="2100990" y="190852"/>
                    </a:lnTo>
                    <a:lnTo>
                      <a:pt x="2108686" y="197310"/>
                    </a:lnTo>
                    <a:lnTo>
                      <a:pt x="2107147" y="214837"/>
                    </a:lnTo>
                    <a:lnTo>
                      <a:pt x="2114836" y="220371"/>
                    </a:lnTo>
                    <a:lnTo>
                      <a:pt x="2113297" y="228676"/>
                    </a:lnTo>
                    <a:lnTo>
                      <a:pt x="2144060" y="236974"/>
                    </a:lnTo>
                    <a:lnTo>
                      <a:pt x="2144060" y="247126"/>
                    </a:lnTo>
                    <a:lnTo>
                      <a:pt x="2167135" y="252660"/>
                    </a:lnTo>
                    <a:lnTo>
                      <a:pt x="2171745" y="264652"/>
                    </a:lnTo>
                    <a:lnTo>
                      <a:pt x="2164056" y="276644"/>
                    </a:lnTo>
                    <a:lnTo>
                      <a:pt x="2164056" y="287713"/>
                    </a:lnTo>
                    <a:lnTo>
                      <a:pt x="2179441" y="303392"/>
                    </a:lnTo>
                    <a:lnTo>
                      <a:pt x="2176363" y="312620"/>
                    </a:lnTo>
                    <a:lnTo>
                      <a:pt x="2162517" y="318155"/>
                    </a:lnTo>
                    <a:lnTo>
                      <a:pt x="2190202" y="336605"/>
                    </a:lnTo>
                    <a:lnTo>
                      <a:pt x="2194820" y="340292"/>
                    </a:lnTo>
                    <a:lnTo>
                      <a:pt x="2187131" y="343979"/>
                    </a:lnTo>
                    <a:lnTo>
                      <a:pt x="2177902" y="342139"/>
                    </a:lnTo>
                    <a:lnTo>
                      <a:pt x="2170206" y="332911"/>
                    </a:lnTo>
                    <a:lnTo>
                      <a:pt x="2148671" y="317231"/>
                    </a:lnTo>
                    <a:lnTo>
                      <a:pt x="2164056" y="306163"/>
                    </a:lnTo>
                    <a:lnTo>
                      <a:pt x="2162517" y="291400"/>
                    </a:lnTo>
                    <a:lnTo>
                      <a:pt x="2144060" y="296018"/>
                    </a:lnTo>
                    <a:lnTo>
                      <a:pt x="2142521" y="283102"/>
                    </a:lnTo>
                    <a:lnTo>
                      <a:pt x="2134832" y="279408"/>
                    </a:lnTo>
                    <a:lnTo>
                      <a:pt x="2144060" y="273874"/>
                    </a:lnTo>
                    <a:lnTo>
                      <a:pt x="2153289" y="272950"/>
                    </a:lnTo>
                    <a:lnTo>
                      <a:pt x="2160978" y="262805"/>
                    </a:lnTo>
                    <a:lnTo>
                      <a:pt x="2157906" y="259118"/>
                    </a:lnTo>
                    <a:lnTo>
                      <a:pt x="2133293" y="261881"/>
                    </a:lnTo>
                    <a:lnTo>
                      <a:pt x="2105607" y="246202"/>
                    </a:lnTo>
                    <a:lnTo>
                      <a:pt x="2073305" y="232363"/>
                    </a:lnTo>
                    <a:lnTo>
                      <a:pt x="2053309" y="232363"/>
                    </a:lnTo>
                    <a:lnTo>
                      <a:pt x="2034852" y="239744"/>
                    </a:lnTo>
                    <a:lnTo>
                      <a:pt x="2034852" y="244355"/>
                    </a:lnTo>
                    <a:lnTo>
                      <a:pt x="2042541" y="244355"/>
                    </a:lnTo>
                    <a:lnTo>
                      <a:pt x="2051769" y="242515"/>
                    </a:lnTo>
                    <a:lnTo>
                      <a:pt x="2051769" y="254500"/>
                    </a:lnTo>
                    <a:lnTo>
                      <a:pt x="2039463" y="254500"/>
                    </a:lnTo>
                    <a:lnTo>
                      <a:pt x="2027156" y="246202"/>
                    </a:lnTo>
                    <a:lnTo>
                      <a:pt x="2014849" y="248042"/>
                    </a:lnTo>
                    <a:lnTo>
                      <a:pt x="2007160" y="255424"/>
                    </a:lnTo>
                    <a:lnTo>
                      <a:pt x="2017928" y="266492"/>
                    </a:lnTo>
                    <a:lnTo>
                      <a:pt x="2042541" y="274797"/>
                    </a:lnTo>
                    <a:lnTo>
                      <a:pt x="2053309" y="273874"/>
                    </a:lnTo>
                    <a:lnTo>
                      <a:pt x="2053309" y="279408"/>
                    </a:lnTo>
                    <a:lnTo>
                      <a:pt x="2062537" y="285866"/>
                    </a:lnTo>
                    <a:lnTo>
                      <a:pt x="2073305" y="287713"/>
                    </a:lnTo>
                    <a:lnTo>
                      <a:pt x="2071765" y="293247"/>
                    </a:lnTo>
                    <a:lnTo>
                      <a:pt x="2056380" y="291400"/>
                    </a:lnTo>
                    <a:lnTo>
                      <a:pt x="2044073" y="284019"/>
                    </a:lnTo>
                    <a:lnTo>
                      <a:pt x="2027156" y="284019"/>
                    </a:lnTo>
                    <a:lnTo>
                      <a:pt x="1993314" y="274797"/>
                    </a:lnTo>
                    <a:lnTo>
                      <a:pt x="2001010" y="262805"/>
                    </a:lnTo>
                    <a:lnTo>
                      <a:pt x="1991775" y="258194"/>
                    </a:lnTo>
                    <a:lnTo>
                      <a:pt x="1991775" y="249889"/>
                    </a:lnTo>
                    <a:lnTo>
                      <a:pt x="2002549" y="239744"/>
                    </a:lnTo>
                    <a:lnTo>
                      <a:pt x="2001010" y="220371"/>
                    </a:lnTo>
                    <a:lnTo>
                      <a:pt x="1987164" y="209302"/>
                    </a:lnTo>
                    <a:lnTo>
                      <a:pt x="1977935" y="207455"/>
                    </a:lnTo>
                    <a:lnTo>
                      <a:pt x="1973318" y="209302"/>
                    </a:lnTo>
                    <a:lnTo>
                      <a:pt x="1984092" y="216684"/>
                    </a:lnTo>
                    <a:lnTo>
                      <a:pt x="1987164" y="225905"/>
                    </a:lnTo>
                    <a:lnTo>
                      <a:pt x="1990242" y="230516"/>
                    </a:lnTo>
                    <a:lnTo>
                      <a:pt x="1988703" y="242508"/>
                    </a:lnTo>
                    <a:lnTo>
                      <a:pt x="1954861" y="255424"/>
                    </a:lnTo>
                    <a:lnTo>
                      <a:pt x="1945633" y="272950"/>
                    </a:lnTo>
                    <a:lnTo>
                      <a:pt x="1965629" y="288629"/>
                    </a:lnTo>
                    <a:lnTo>
                      <a:pt x="1971779" y="305239"/>
                    </a:lnTo>
                    <a:lnTo>
                      <a:pt x="1962550" y="314461"/>
                    </a:lnTo>
                    <a:lnTo>
                      <a:pt x="1951783" y="323689"/>
                    </a:lnTo>
                    <a:lnTo>
                      <a:pt x="1950243" y="334758"/>
                    </a:lnTo>
                    <a:lnTo>
                      <a:pt x="1956400" y="346750"/>
                    </a:lnTo>
                    <a:lnTo>
                      <a:pt x="1959472" y="357819"/>
                    </a:lnTo>
                    <a:lnTo>
                      <a:pt x="1982546" y="362429"/>
                    </a:lnTo>
                    <a:lnTo>
                      <a:pt x="1996392" y="355971"/>
                    </a:lnTo>
                    <a:lnTo>
                      <a:pt x="2022538" y="360582"/>
                    </a:lnTo>
                    <a:lnTo>
                      <a:pt x="2030234" y="368887"/>
                    </a:lnTo>
                    <a:lnTo>
                      <a:pt x="2041002" y="372574"/>
                    </a:lnTo>
                    <a:lnTo>
                      <a:pt x="2054841" y="389177"/>
                    </a:lnTo>
                    <a:lnTo>
                      <a:pt x="2039463" y="398406"/>
                    </a:lnTo>
                    <a:lnTo>
                      <a:pt x="2040995" y="405787"/>
                    </a:lnTo>
                    <a:lnTo>
                      <a:pt x="2051763" y="414085"/>
                    </a:lnTo>
                    <a:lnTo>
                      <a:pt x="2060998" y="412238"/>
                    </a:lnTo>
                    <a:lnTo>
                      <a:pt x="2070226" y="415932"/>
                    </a:lnTo>
                    <a:lnTo>
                      <a:pt x="2057920" y="418696"/>
                    </a:lnTo>
                    <a:lnTo>
                      <a:pt x="2037917" y="415932"/>
                    </a:lnTo>
                    <a:lnTo>
                      <a:pt x="2028688" y="410398"/>
                    </a:lnTo>
                    <a:lnTo>
                      <a:pt x="2034845" y="386413"/>
                    </a:lnTo>
                    <a:lnTo>
                      <a:pt x="2022538" y="373498"/>
                    </a:lnTo>
                    <a:lnTo>
                      <a:pt x="2017928" y="367040"/>
                    </a:lnTo>
                    <a:lnTo>
                      <a:pt x="2002542" y="366116"/>
                    </a:lnTo>
                    <a:lnTo>
                      <a:pt x="1964090" y="379956"/>
                    </a:lnTo>
                    <a:lnTo>
                      <a:pt x="1970239" y="385490"/>
                    </a:lnTo>
                    <a:lnTo>
                      <a:pt x="1982546" y="404863"/>
                    </a:lnTo>
                    <a:lnTo>
                      <a:pt x="1977929" y="415932"/>
                    </a:lnTo>
                    <a:lnTo>
                      <a:pt x="1965622" y="422390"/>
                    </a:lnTo>
                    <a:lnTo>
                      <a:pt x="1951783" y="440833"/>
                    </a:lnTo>
                    <a:lnTo>
                      <a:pt x="1931780" y="451908"/>
                    </a:lnTo>
                    <a:lnTo>
                      <a:pt x="1922551" y="467068"/>
                    </a:lnTo>
                    <a:lnTo>
                      <a:pt x="1914862" y="460918"/>
                    </a:lnTo>
                    <a:lnTo>
                      <a:pt x="1874870" y="459379"/>
                    </a:lnTo>
                    <a:lnTo>
                      <a:pt x="1859485" y="447291"/>
                    </a:lnTo>
                    <a:lnTo>
                      <a:pt x="1844107" y="446367"/>
                    </a:lnTo>
                    <a:lnTo>
                      <a:pt x="1839489" y="441756"/>
                    </a:lnTo>
                    <a:lnTo>
                      <a:pt x="1845646" y="438993"/>
                    </a:lnTo>
                    <a:lnTo>
                      <a:pt x="1861024" y="438993"/>
                    </a:lnTo>
                    <a:lnTo>
                      <a:pt x="1871792" y="436222"/>
                    </a:lnTo>
                    <a:lnTo>
                      <a:pt x="1881020" y="439909"/>
                    </a:lnTo>
                    <a:lnTo>
                      <a:pt x="1893327" y="450061"/>
                    </a:lnTo>
                    <a:lnTo>
                      <a:pt x="1910252" y="442680"/>
                    </a:lnTo>
                    <a:lnTo>
                      <a:pt x="1910252" y="436222"/>
                    </a:lnTo>
                    <a:lnTo>
                      <a:pt x="1919480" y="430688"/>
                    </a:lnTo>
                    <a:lnTo>
                      <a:pt x="1917941" y="425154"/>
                    </a:lnTo>
                    <a:lnTo>
                      <a:pt x="1936398" y="414085"/>
                    </a:lnTo>
                    <a:lnTo>
                      <a:pt x="1945633" y="398406"/>
                    </a:lnTo>
                    <a:lnTo>
                      <a:pt x="1941015" y="391948"/>
                    </a:lnTo>
                    <a:lnTo>
                      <a:pt x="1957933" y="379956"/>
                    </a:lnTo>
                    <a:lnTo>
                      <a:pt x="1942554" y="377185"/>
                    </a:lnTo>
                    <a:lnTo>
                      <a:pt x="1928708" y="364269"/>
                    </a:lnTo>
                    <a:lnTo>
                      <a:pt x="1936404" y="352284"/>
                    </a:lnTo>
                    <a:lnTo>
                      <a:pt x="1928708" y="346750"/>
                    </a:lnTo>
                    <a:lnTo>
                      <a:pt x="1928708" y="319072"/>
                    </a:lnTo>
                    <a:lnTo>
                      <a:pt x="1942554" y="309850"/>
                    </a:lnTo>
                    <a:lnTo>
                      <a:pt x="1931787" y="305239"/>
                    </a:lnTo>
                    <a:lnTo>
                      <a:pt x="1930247" y="279408"/>
                    </a:lnTo>
                    <a:lnTo>
                      <a:pt x="1911791" y="276637"/>
                    </a:lnTo>
                    <a:lnTo>
                      <a:pt x="1913330" y="266492"/>
                    </a:lnTo>
                    <a:lnTo>
                      <a:pt x="1937943" y="248042"/>
                    </a:lnTo>
                    <a:lnTo>
                      <a:pt x="1939476" y="237897"/>
                    </a:lnTo>
                    <a:lnTo>
                      <a:pt x="1934865" y="236050"/>
                    </a:lnTo>
                    <a:lnTo>
                      <a:pt x="1937943" y="219447"/>
                    </a:lnTo>
                    <a:lnTo>
                      <a:pt x="1916408" y="208379"/>
                    </a:lnTo>
                    <a:lnTo>
                      <a:pt x="1893334" y="210226"/>
                    </a:lnTo>
                    <a:lnTo>
                      <a:pt x="1879488" y="205608"/>
                    </a:lnTo>
                    <a:lnTo>
                      <a:pt x="1862570" y="209302"/>
                    </a:lnTo>
                    <a:lnTo>
                      <a:pt x="1851803" y="246202"/>
                    </a:lnTo>
                    <a:lnTo>
                      <a:pt x="1834878" y="268339"/>
                    </a:lnTo>
                    <a:lnTo>
                      <a:pt x="1814882" y="285866"/>
                    </a:lnTo>
                    <a:lnTo>
                      <a:pt x="1808732" y="298775"/>
                    </a:lnTo>
                    <a:lnTo>
                      <a:pt x="1813343" y="301545"/>
                    </a:lnTo>
                    <a:lnTo>
                      <a:pt x="1811804" y="327376"/>
                    </a:lnTo>
                    <a:lnTo>
                      <a:pt x="1807193" y="329217"/>
                    </a:lnTo>
                    <a:lnTo>
                      <a:pt x="1811804" y="344903"/>
                    </a:lnTo>
                    <a:lnTo>
                      <a:pt x="1819500" y="341209"/>
                    </a:lnTo>
                    <a:lnTo>
                      <a:pt x="1833339" y="349514"/>
                    </a:lnTo>
                    <a:lnTo>
                      <a:pt x="1830268" y="356895"/>
                    </a:lnTo>
                    <a:lnTo>
                      <a:pt x="1845646" y="367964"/>
                    </a:lnTo>
                    <a:lnTo>
                      <a:pt x="1857953" y="368887"/>
                    </a:lnTo>
                    <a:lnTo>
                      <a:pt x="1856413" y="381796"/>
                    </a:lnTo>
                    <a:lnTo>
                      <a:pt x="1836418" y="393788"/>
                    </a:lnTo>
                    <a:lnTo>
                      <a:pt x="1830261" y="390101"/>
                    </a:lnTo>
                    <a:lnTo>
                      <a:pt x="1828728" y="380872"/>
                    </a:lnTo>
                    <a:lnTo>
                      <a:pt x="1814882" y="372574"/>
                    </a:lnTo>
                    <a:lnTo>
                      <a:pt x="1804115" y="372574"/>
                    </a:lnTo>
                    <a:lnTo>
                      <a:pt x="1791808" y="365193"/>
                    </a:lnTo>
                    <a:lnTo>
                      <a:pt x="1777962" y="362429"/>
                    </a:lnTo>
                    <a:lnTo>
                      <a:pt x="1765655" y="355048"/>
                    </a:lnTo>
                    <a:lnTo>
                      <a:pt x="1741048" y="343979"/>
                    </a:lnTo>
                    <a:lnTo>
                      <a:pt x="1681060" y="336598"/>
                    </a:lnTo>
                    <a:lnTo>
                      <a:pt x="1665675" y="346743"/>
                    </a:lnTo>
                    <a:lnTo>
                      <a:pt x="1674904" y="355048"/>
                    </a:lnTo>
                    <a:lnTo>
                      <a:pt x="1673364" y="371651"/>
                    </a:lnTo>
                    <a:lnTo>
                      <a:pt x="1654908" y="376262"/>
                    </a:lnTo>
                    <a:lnTo>
                      <a:pt x="1656447" y="382719"/>
                    </a:lnTo>
                    <a:lnTo>
                      <a:pt x="1647218" y="386407"/>
                    </a:lnTo>
                    <a:lnTo>
                      <a:pt x="1637990" y="381796"/>
                    </a:lnTo>
                    <a:lnTo>
                      <a:pt x="1639529" y="370727"/>
                    </a:lnTo>
                    <a:lnTo>
                      <a:pt x="1627222" y="366116"/>
                    </a:lnTo>
                    <a:lnTo>
                      <a:pt x="1614916" y="373498"/>
                    </a:lnTo>
                    <a:lnTo>
                      <a:pt x="1602609" y="374415"/>
                    </a:lnTo>
                    <a:lnTo>
                      <a:pt x="1590302" y="381796"/>
                    </a:lnTo>
                    <a:lnTo>
                      <a:pt x="1573384" y="381796"/>
                    </a:lnTo>
                    <a:lnTo>
                      <a:pt x="1571845" y="379032"/>
                    </a:lnTo>
                    <a:lnTo>
                      <a:pt x="1559539" y="379025"/>
                    </a:lnTo>
                    <a:lnTo>
                      <a:pt x="1548771" y="386407"/>
                    </a:lnTo>
                    <a:lnTo>
                      <a:pt x="1550310" y="392864"/>
                    </a:lnTo>
                    <a:lnTo>
                      <a:pt x="1538003" y="392864"/>
                    </a:lnTo>
                    <a:lnTo>
                      <a:pt x="1533386" y="390094"/>
                    </a:lnTo>
                    <a:lnTo>
                      <a:pt x="1521086" y="394711"/>
                    </a:lnTo>
                    <a:lnTo>
                      <a:pt x="1514929" y="389177"/>
                    </a:lnTo>
                    <a:lnTo>
                      <a:pt x="1527236" y="381796"/>
                    </a:lnTo>
                    <a:lnTo>
                      <a:pt x="1522618" y="374415"/>
                    </a:lnTo>
                    <a:lnTo>
                      <a:pt x="1530314" y="367957"/>
                    </a:lnTo>
                    <a:lnTo>
                      <a:pt x="1514929" y="368880"/>
                    </a:lnTo>
                    <a:lnTo>
                      <a:pt x="1502622" y="375338"/>
                    </a:lnTo>
                    <a:lnTo>
                      <a:pt x="1493394" y="378109"/>
                    </a:lnTo>
                    <a:lnTo>
                      <a:pt x="1494933" y="384560"/>
                    </a:lnTo>
                    <a:lnTo>
                      <a:pt x="1485705" y="388254"/>
                    </a:lnTo>
                    <a:lnTo>
                      <a:pt x="1484165" y="382719"/>
                    </a:lnTo>
                    <a:lnTo>
                      <a:pt x="1476476" y="380872"/>
                    </a:lnTo>
                    <a:lnTo>
                      <a:pt x="1454941" y="386407"/>
                    </a:lnTo>
                    <a:lnTo>
                      <a:pt x="1442634" y="396552"/>
                    </a:lnTo>
                    <a:lnTo>
                      <a:pt x="1428788" y="404856"/>
                    </a:lnTo>
                    <a:lnTo>
                      <a:pt x="1411870" y="404856"/>
                    </a:lnTo>
                    <a:lnTo>
                      <a:pt x="1411870" y="413161"/>
                    </a:lnTo>
                    <a:lnTo>
                      <a:pt x="1405720" y="414078"/>
                    </a:lnTo>
                    <a:lnTo>
                      <a:pt x="1396492" y="408544"/>
                    </a:lnTo>
                    <a:lnTo>
                      <a:pt x="1390335" y="410391"/>
                    </a:lnTo>
                    <a:lnTo>
                      <a:pt x="1391875" y="420536"/>
                    </a:lnTo>
                    <a:lnTo>
                      <a:pt x="1390335" y="432528"/>
                    </a:lnTo>
                    <a:lnTo>
                      <a:pt x="1370339" y="438986"/>
                    </a:lnTo>
                    <a:lnTo>
                      <a:pt x="1344187" y="432528"/>
                    </a:lnTo>
                    <a:lnTo>
                      <a:pt x="1342654" y="426070"/>
                    </a:lnTo>
                    <a:lnTo>
                      <a:pt x="1330347" y="417765"/>
                    </a:lnTo>
                    <a:lnTo>
                      <a:pt x="1339576" y="413155"/>
                    </a:lnTo>
                    <a:lnTo>
                      <a:pt x="1341115" y="408544"/>
                    </a:lnTo>
                    <a:lnTo>
                      <a:pt x="1370339" y="403010"/>
                    </a:lnTo>
                    <a:lnTo>
                      <a:pt x="1356500" y="387330"/>
                    </a:lnTo>
                    <a:lnTo>
                      <a:pt x="1330347" y="379949"/>
                    </a:lnTo>
                    <a:lnTo>
                      <a:pt x="1302662" y="376262"/>
                    </a:lnTo>
                    <a:lnTo>
                      <a:pt x="1293434" y="377178"/>
                    </a:lnTo>
                    <a:lnTo>
                      <a:pt x="1291888" y="382719"/>
                    </a:lnTo>
                    <a:lnTo>
                      <a:pt x="1305734" y="390094"/>
                    </a:lnTo>
                    <a:lnTo>
                      <a:pt x="1313423" y="395635"/>
                    </a:lnTo>
                    <a:lnTo>
                      <a:pt x="1313423" y="413155"/>
                    </a:lnTo>
                    <a:lnTo>
                      <a:pt x="1305734" y="418689"/>
                    </a:lnTo>
                    <a:lnTo>
                      <a:pt x="1305734" y="426070"/>
                    </a:lnTo>
                    <a:lnTo>
                      <a:pt x="1321119" y="433452"/>
                    </a:lnTo>
                    <a:lnTo>
                      <a:pt x="1310351" y="468600"/>
                    </a:lnTo>
                    <a:lnTo>
                      <a:pt x="1284198" y="450978"/>
                    </a:lnTo>
                    <a:lnTo>
                      <a:pt x="1262663" y="449131"/>
                    </a:lnTo>
                    <a:lnTo>
                      <a:pt x="1261124" y="465522"/>
                    </a:lnTo>
                    <a:lnTo>
                      <a:pt x="1242667" y="476283"/>
                    </a:lnTo>
                    <a:lnTo>
                      <a:pt x="1214975" y="499343"/>
                    </a:lnTo>
                    <a:lnTo>
                      <a:pt x="1231900" y="533165"/>
                    </a:lnTo>
                    <a:lnTo>
                      <a:pt x="1225743" y="545465"/>
                    </a:lnTo>
                    <a:lnTo>
                      <a:pt x="1202675" y="547004"/>
                    </a:lnTo>
                    <a:lnTo>
                      <a:pt x="1171912" y="533165"/>
                    </a:lnTo>
                    <a:lnTo>
                      <a:pt x="1164216" y="520865"/>
                    </a:lnTo>
                    <a:lnTo>
                      <a:pt x="1153448" y="519332"/>
                    </a:lnTo>
                    <a:lnTo>
                      <a:pt x="1147298" y="537776"/>
                    </a:lnTo>
                    <a:lnTo>
                      <a:pt x="1162677" y="559304"/>
                    </a:lnTo>
                    <a:lnTo>
                      <a:pt x="1171912" y="562375"/>
                    </a:lnTo>
                    <a:lnTo>
                      <a:pt x="1181140" y="570065"/>
                    </a:lnTo>
                    <a:lnTo>
                      <a:pt x="1176523" y="579286"/>
                    </a:lnTo>
                    <a:lnTo>
                      <a:pt x="1148831" y="582364"/>
                    </a:lnTo>
                    <a:lnTo>
                      <a:pt x="1128834" y="560836"/>
                    </a:lnTo>
                    <a:lnTo>
                      <a:pt x="1111917" y="565454"/>
                    </a:lnTo>
                    <a:lnTo>
                      <a:pt x="1110378" y="553154"/>
                    </a:lnTo>
                    <a:lnTo>
                      <a:pt x="1113456" y="527015"/>
                    </a:lnTo>
                    <a:lnTo>
                      <a:pt x="1101149" y="513176"/>
                    </a:lnTo>
                    <a:lnTo>
                      <a:pt x="1113456" y="496265"/>
                    </a:lnTo>
                    <a:lnTo>
                      <a:pt x="1110378" y="480893"/>
                    </a:lnTo>
                    <a:lnTo>
                      <a:pt x="1085771" y="454754"/>
                    </a:lnTo>
                    <a:lnTo>
                      <a:pt x="1058086" y="437139"/>
                    </a:lnTo>
                    <a:lnTo>
                      <a:pt x="1059625" y="426994"/>
                    </a:lnTo>
                    <a:lnTo>
                      <a:pt x="1085771" y="442673"/>
                    </a:lnTo>
                    <a:lnTo>
                      <a:pt x="1099617" y="441750"/>
                    </a:lnTo>
                    <a:lnTo>
                      <a:pt x="1119613" y="450978"/>
                    </a:lnTo>
                    <a:lnTo>
                      <a:pt x="1147298" y="460911"/>
                    </a:lnTo>
                    <a:lnTo>
                      <a:pt x="1178062" y="471672"/>
                    </a:lnTo>
                    <a:lnTo>
                      <a:pt x="1204208" y="473211"/>
                    </a:lnTo>
                    <a:lnTo>
                      <a:pt x="1248817" y="441750"/>
                    </a:lnTo>
                    <a:lnTo>
                      <a:pt x="1248817" y="413155"/>
                    </a:lnTo>
                    <a:lnTo>
                      <a:pt x="1239589" y="406697"/>
                    </a:lnTo>
                    <a:lnTo>
                      <a:pt x="1227289" y="399322"/>
                    </a:lnTo>
                    <a:lnTo>
                      <a:pt x="1218061" y="399322"/>
                    </a:lnTo>
                    <a:lnTo>
                      <a:pt x="1210364" y="392864"/>
                    </a:lnTo>
                    <a:lnTo>
                      <a:pt x="1198058" y="388247"/>
                    </a:lnTo>
                    <a:lnTo>
                      <a:pt x="1171912" y="379025"/>
                    </a:lnTo>
                    <a:lnTo>
                      <a:pt x="1141148" y="361499"/>
                    </a:lnTo>
                    <a:lnTo>
                      <a:pt x="1108845" y="353194"/>
                    </a:lnTo>
                    <a:lnTo>
                      <a:pt x="1087310" y="356888"/>
                    </a:lnTo>
                    <a:lnTo>
                      <a:pt x="1078082" y="351354"/>
                    </a:lnTo>
                    <a:lnTo>
                      <a:pt x="1064236" y="349507"/>
                    </a:lnTo>
                    <a:lnTo>
                      <a:pt x="1058086" y="343972"/>
                    </a:lnTo>
                    <a:lnTo>
                      <a:pt x="1073464" y="342125"/>
                    </a:lnTo>
                    <a:lnTo>
                      <a:pt x="1073464" y="336591"/>
                    </a:lnTo>
                    <a:lnTo>
                      <a:pt x="1056547" y="331057"/>
                    </a:lnTo>
                    <a:lnTo>
                      <a:pt x="1044240" y="331980"/>
                    </a:lnTo>
                    <a:lnTo>
                      <a:pt x="1044240" y="337515"/>
                    </a:lnTo>
                    <a:lnTo>
                      <a:pt x="1033472" y="337515"/>
                    </a:lnTo>
                    <a:lnTo>
                      <a:pt x="1024244" y="333821"/>
                    </a:lnTo>
                    <a:lnTo>
                      <a:pt x="1011937" y="338438"/>
                    </a:lnTo>
                    <a:lnTo>
                      <a:pt x="1005787" y="336591"/>
                    </a:lnTo>
                    <a:lnTo>
                      <a:pt x="1005787" y="331980"/>
                    </a:lnTo>
                    <a:lnTo>
                      <a:pt x="987330" y="324599"/>
                    </a:lnTo>
                    <a:lnTo>
                      <a:pt x="988869" y="320912"/>
                    </a:lnTo>
                    <a:lnTo>
                      <a:pt x="1011937" y="324599"/>
                    </a:lnTo>
                    <a:lnTo>
                      <a:pt x="1027322" y="313530"/>
                    </a:lnTo>
                    <a:lnTo>
                      <a:pt x="996559" y="296004"/>
                    </a:lnTo>
                    <a:lnTo>
                      <a:pt x="987330" y="297851"/>
                    </a:lnTo>
                    <a:lnTo>
                      <a:pt x="979641" y="305225"/>
                    </a:lnTo>
                    <a:lnTo>
                      <a:pt x="971945" y="300615"/>
                    </a:lnTo>
                    <a:lnTo>
                      <a:pt x="981173" y="295080"/>
                    </a:lnTo>
                    <a:lnTo>
                      <a:pt x="971945" y="288623"/>
                    </a:lnTo>
                    <a:lnTo>
                      <a:pt x="951949" y="286776"/>
                    </a:lnTo>
                    <a:lnTo>
                      <a:pt x="955028" y="295080"/>
                    </a:lnTo>
                    <a:lnTo>
                      <a:pt x="947338" y="305225"/>
                    </a:lnTo>
                    <a:lnTo>
                      <a:pt x="942721" y="301538"/>
                    </a:lnTo>
                    <a:lnTo>
                      <a:pt x="947338" y="296004"/>
                    </a:lnTo>
                    <a:lnTo>
                      <a:pt x="936571" y="296004"/>
                    </a:lnTo>
                    <a:lnTo>
                      <a:pt x="928875" y="307996"/>
                    </a:lnTo>
                    <a:lnTo>
                      <a:pt x="924264" y="315377"/>
                    </a:lnTo>
                    <a:lnTo>
                      <a:pt x="907339" y="323676"/>
                    </a:lnTo>
                    <a:lnTo>
                      <a:pt x="910418" y="311683"/>
                    </a:lnTo>
                    <a:lnTo>
                      <a:pt x="918107" y="303385"/>
                    </a:lnTo>
                    <a:lnTo>
                      <a:pt x="927335" y="297851"/>
                    </a:lnTo>
                    <a:lnTo>
                      <a:pt x="924264" y="293233"/>
                    </a:lnTo>
                    <a:lnTo>
                      <a:pt x="907339" y="292310"/>
                    </a:lnTo>
                    <a:lnTo>
                      <a:pt x="901189" y="292925"/>
                    </a:lnTo>
                    <a:lnTo>
                      <a:pt x="898111" y="297851"/>
                    </a:lnTo>
                    <a:lnTo>
                      <a:pt x="904268" y="303385"/>
                    </a:lnTo>
                    <a:lnTo>
                      <a:pt x="898111" y="306457"/>
                    </a:lnTo>
                    <a:lnTo>
                      <a:pt x="894013" y="311991"/>
                    </a:lnTo>
                    <a:lnTo>
                      <a:pt x="883759" y="313838"/>
                    </a:lnTo>
                    <a:lnTo>
                      <a:pt x="875550" y="320597"/>
                    </a:lnTo>
                    <a:lnTo>
                      <a:pt x="879654" y="329210"/>
                    </a:lnTo>
                    <a:lnTo>
                      <a:pt x="864269" y="330441"/>
                    </a:lnTo>
                    <a:lnTo>
                      <a:pt x="861197" y="325523"/>
                    </a:lnTo>
                    <a:lnTo>
                      <a:pt x="849917" y="317525"/>
                    </a:lnTo>
                    <a:lnTo>
                      <a:pt x="838636" y="315678"/>
                    </a:lnTo>
                    <a:lnTo>
                      <a:pt x="830434" y="318141"/>
                    </a:lnTo>
                    <a:lnTo>
                      <a:pt x="828381" y="322444"/>
                    </a:lnTo>
                    <a:lnTo>
                      <a:pt x="846838" y="330441"/>
                    </a:lnTo>
                    <a:lnTo>
                      <a:pt x="844786" y="335360"/>
                    </a:lnTo>
                    <a:lnTo>
                      <a:pt x="837610" y="334744"/>
                    </a:lnTo>
                    <a:lnTo>
                      <a:pt x="834532" y="331672"/>
                    </a:lnTo>
                    <a:lnTo>
                      <a:pt x="822225" y="332281"/>
                    </a:lnTo>
                    <a:lnTo>
                      <a:pt x="816075" y="337200"/>
                    </a:lnTo>
                    <a:lnTo>
                      <a:pt x="816075" y="346428"/>
                    </a:lnTo>
                    <a:lnTo>
                      <a:pt x="810944" y="351347"/>
                    </a:lnTo>
                    <a:lnTo>
                      <a:pt x="803768" y="352578"/>
                    </a:lnTo>
                    <a:lnTo>
                      <a:pt x="802742" y="347044"/>
                    </a:lnTo>
                    <a:lnTo>
                      <a:pt x="804794" y="339047"/>
                    </a:lnTo>
                    <a:lnTo>
                      <a:pt x="808899" y="333513"/>
                    </a:lnTo>
                    <a:lnTo>
                      <a:pt x="802742" y="331057"/>
                    </a:lnTo>
                    <a:lnTo>
                      <a:pt x="797618" y="334744"/>
                    </a:lnTo>
                    <a:lnTo>
                      <a:pt x="792487" y="345197"/>
                    </a:lnTo>
                    <a:lnTo>
                      <a:pt x="789409" y="339663"/>
                    </a:lnTo>
                    <a:lnTo>
                      <a:pt x="782233" y="339663"/>
                    </a:lnTo>
                    <a:lnTo>
                      <a:pt x="779154" y="345197"/>
                    </a:lnTo>
                    <a:lnTo>
                      <a:pt x="783259" y="348275"/>
                    </a:lnTo>
                    <a:lnTo>
                      <a:pt x="787364" y="351347"/>
                    </a:lnTo>
                    <a:lnTo>
                      <a:pt x="782233" y="353194"/>
                    </a:lnTo>
                    <a:lnTo>
                      <a:pt x="774030" y="350116"/>
                    </a:lnTo>
                    <a:lnTo>
                      <a:pt x="773004" y="356266"/>
                    </a:lnTo>
                    <a:lnTo>
                      <a:pt x="766855" y="360575"/>
                    </a:lnTo>
                    <a:lnTo>
                      <a:pt x="763776" y="355650"/>
                    </a:lnTo>
                    <a:lnTo>
                      <a:pt x="753521" y="358728"/>
                    </a:lnTo>
                    <a:lnTo>
                      <a:pt x="747365" y="367334"/>
                    </a:lnTo>
                    <a:lnTo>
                      <a:pt x="748391" y="372260"/>
                    </a:lnTo>
                    <a:lnTo>
                      <a:pt x="741215" y="377794"/>
                    </a:lnTo>
                    <a:lnTo>
                      <a:pt x="728908" y="377178"/>
                    </a:lnTo>
                    <a:lnTo>
                      <a:pt x="719680" y="385784"/>
                    </a:lnTo>
                    <a:lnTo>
                      <a:pt x="731986" y="385168"/>
                    </a:lnTo>
                    <a:lnTo>
                      <a:pt x="740189" y="384553"/>
                    </a:lnTo>
                    <a:lnTo>
                      <a:pt x="739162" y="389478"/>
                    </a:lnTo>
                    <a:lnTo>
                      <a:pt x="722751" y="389478"/>
                    </a:lnTo>
                    <a:lnTo>
                      <a:pt x="723784" y="400547"/>
                    </a:lnTo>
                    <a:lnTo>
                      <a:pt x="716601" y="402387"/>
                    </a:lnTo>
                    <a:lnTo>
                      <a:pt x="710451" y="396853"/>
                    </a:lnTo>
                    <a:lnTo>
                      <a:pt x="691987" y="413456"/>
                    </a:lnTo>
                    <a:lnTo>
                      <a:pt x="707373" y="412847"/>
                    </a:lnTo>
                    <a:lnTo>
                      <a:pt x="705321" y="418381"/>
                    </a:lnTo>
                    <a:lnTo>
                      <a:pt x="696092" y="418381"/>
                    </a:lnTo>
                    <a:lnTo>
                      <a:pt x="686864" y="420837"/>
                    </a:lnTo>
                    <a:lnTo>
                      <a:pt x="686864" y="423300"/>
                    </a:lnTo>
                    <a:lnTo>
                      <a:pt x="697118" y="424531"/>
                    </a:lnTo>
                    <a:lnTo>
                      <a:pt x="688916" y="430065"/>
                    </a:lnTo>
                    <a:lnTo>
                      <a:pt x="680707" y="429450"/>
                    </a:lnTo>
                    <a:lnTo>
                      <a:pt x="669433" y="435600"/>
                    </a:lnTo>
                    <a:lnTo>
                      <a:pt x="656100" y="449124"/>
                    </a:lnTo>
                    <a:lnTo>
                      <a:pt x="649943" y="452189"/>
                    </a:lnTo>
                    <a:lnTo>
                      <a:pt x="649943" y="463463"/>
                    </a:lnTo>
                    <a:lnTo>
                      <a:pt x="661224" y="460391"/>
                    </a:lnTo>
                    <a:lnTo>
                      <a:pt x="667381" y="464489"/>
                    </a:lnTo>
                    <a:lnTo>
                      <a:pt x="660198" y="471658"/>
                    </a:lnTo>
                    <a:lnTo>
                      <a:pt x="645845" y="472684"/>
                    </a:lnTo>
                    <a:lnTo>
                      <a:pt x="644819" y="487036"/>
                    </a:lnTo>
                    <a:lnTo>
                      <a:pt x="639689" y="504460"/>
                    </a:lnTo>
                    <a:lnTo>
                      <a:pt x="633539" y="512662"/>
                    </a:lnTo>
                    <a:lnTo>
                      <a:pt x="633539" y="517780"/>
                    </a:lnTo>
                    <a:lnTo>
                      <a:pt x="641741" y="515734"/>
                    </a:lnTo>
                    <a:lnTo>
                      <a:pt x="635584" y="524956"/>
                    </a:lnTo>
                    <a:lnTo>
                      <a:pt x="625337" y="527008"/>
                    </a:lnTo>
                    <a:lnTo>
                      <a:pt x="606873" y="549556"/>
                    </a:lnTo>
                    <a:lnTo>
                      <a:pt x="606873" y="558784"/>
                    </a:lnTo>
                    <a:lnTo>
                      <a:pt x="577135" y="585429"/>
                    </a:lnTo>
                    <a:lnTo>
                      <a:pt x="573031" y="602853"/>
                    </a:lnTo>
                    <a:lnTo>
                      <a:pt x="567907" y="607977"/>
                    </a:lnTo>
                    <a:lnTo>
                      <a:pt x="564828" y="614127"/>
                    </a:lnTo>
                    <a:lnTo>
                      <a:pt x="556626" y="612075"/>
                    </a:lnTo>
                    <a:lnTo>
                      <a:pt x="543294" y="620277"/>
                    </a:lnTo>
                    <a:lnTo>
                      <a:pt x="541241" y="626427"/>
                    </a:lnTo>
                    <a:lnTo>
                      <a:pt x="532013" y="626427"/>
                    </a:lnTo>
                    <a:lnTo>
                      <a:pt x="521758" y="634622"/>
                    </a:lnTo>
                    <a:lnTo>
                      <a:pt x="521758" y="642825"/>
                    </a:lnTo>
                    <a:lnTo>
                      <a:pt x="513556" y="643851"/>
                    </a:lnTo>
                    <a:lnTo>
                      <a:pt x="511504" y="650001"/>
                    </a:lnTo>
                    <a:lnTo>
                      <a:pt x="517654" y="652046"/>
                    </a:lnTo>
                    <a:lnTo>
                      <a:pt x="518680" y="657170"/>
                    </a:lnTo>
                    <a:lnTo>
                      <a:pt x="500223" y="658196"/>
                    </a:lnTo>
                    <a:lnTo>
                      <a:pt x="493047" y="670496"/>
                    </a:lnTo>
                    <a:lnTo>
                      <a:pt x="484838" y="672548"/>
                    </a:lnTo>
                    <a:lnTo>
                      <a:pt x="480740" y="678698"/>
                    </a:lnTo>
                    <a:lnTo>
                      <a:pt x="479714" y="684848"/>
                    </a:lnTo>
                    <a:lnTo>
                      <a:pt x="476636" y="688946"/>
                    </a:lnTo>
                    <a:lnTo>
                      <a:pt x="478688" y="702272"/>
                    </a:lnTo>
                    <a:lnTo>
                      <a:pt x="476636" y="717644"/>
                    </a:lnTo>
                    <a:lnTo>
                      <a:pt x="486890" y="719696"/>
                    </a:lnTo>
                    <a:lnTo>
                      <a:pt x="492021" y="715591"/>
                    </a:lnTo>
                    <a:lnTo>
                      <a:pt x="511504" y="715591"/>
                    </a:lnTo>
                    <a:lnTo>
                      <a:pt x="518680" y="712520"/>
                    </a:lnTo>
                    <a:lnTo>
                      <a:pt x="526882" y="710467"/>
                    </a:lnTo>
                    <a:lnTo>
                      <a:pt x="525863" y="716617"/>
                    </a:lnTo>
                    <a:lnTo>
                      <a:pt x="516628" y="719696"/>
                    </a:lnTo>
                    <a:lnTo>
                      <a:pt x="509451" y="721741"/>
                    </a:lnTo>
                    <a:lnTo>
                      <a:pt x="501249" y="724820"/>
                    </a:lnTo>
                    <a:lnTo>
                      <a:pt x="494073" y="723794"/>
                    </a:lnTo>
                    <a:lnTo>
                      <a:pt x="480740" y="726865"/>
                    </a:lnTo>
                    <a:lnTo>
                      <a:pt x="481766" y="735067"/>
                    </a:lnTo>
                    <a:lnTo>
                      <a:pt x="487916" y="738139"/>
                    </a:lnTo>
                    <a:lnTo>
                      <a:pt x="489968" y="744289"/>
                    </a:lnTo>
                    <a:lnTo>
                      <a:pt x="483818" y="751465"/>
                    </a:lnTo>
                    <a:lnTo>
                      <a:pt x="488942" y="755569"/>
                    </a:lnTo>
                    <a:lnTo>
                      <a:pt x="497145" y="755569"/>
                    </a:lnTo>
                    <a:lnTo>
                      <a:pt x="505347" y="745315"/>
                    </a:lnTo>
                    <a:lnTo>
                      <a:pt x="510477" y="743270"/>
                    </a:lnTo>
                    <a:lnTo>
                      <a:pt x="509451" y="752491"/>
                    </a:lnTo>
                    <a:lnTo>
                      <a:pt x="498171" y="764791"/>
                    </a:lnTo>
                    <a:lnTo>
                      <a:pt x="495092" y="774013"/>
                    </a:lnTo>
                    <a:lnTo>
                      <a:pt x="485864" y="778117"/>
                    </a:lnTo>
                    <a:lnTo>
                      <a:pt x="482785" y="785287"/>
                    </a:lnTo>
                    <a:lnTo>
                      <a:pt x="483812" y="794515"/>
                    </a:lnTo>
                    <a:lnTo>
                      <a:pt x="493040" y="792463"/>
                    </a:lnTo>
                    <a:lnTo>
                      <a:pt x="496118" y="787339"/>
                    </a:lnTo>
                    <a:lnTo>
                      <a:pt x="503302" y="788365"/>
                    </a:lnTo>
                    <a:lnTo>
                      <a:pt x="497145" y="796560"/>
                    </a:lnTo>
                    <a:lnTo>
                      <a:pt x="497145" y="805789"/>
                    </a:lnTo>
                    <a:lnTo>
                      <a:pt x="486890" y="807834"/>
                    </a:lnTo>
                    <a:lnTo>
                      <a:pt x="484838" y="815010"/>
                    </a:lnTo>
                    <a:lnTo>
                      <a:pt x="492014" y="824239"/>
                    </a:lnTo>
                    <a:lnTo>
                      <a:pt x="497145" y="825258"/>
                    </a:lnTo>
                    <a:lnTo>
                      <a:pt x="497145" y="836539"/>
                    </a:lnTo>
                    <a:lnTo>
                      <a:pt x="507399" y="836539"/>
                    </a:lnTo>
                    <a:lnTo>
                      <a:pt x="511504" y="832434"/>
                    </a:lnTo>
                    <a:lnTo>
                      <a:pt x="517654" y="833460"/>
                    </a:lnTo>
                    <a:lnTo>
                      <a:pt x="510477" y="843708"/>
                    </a:lnTo>
                    <a:lnTo>
                      <a:pt x="517654" y="854982"/>
                    </a:lnTo>
                    <a:lnTo>
                      <a:pt x="532013" y="848832"/>
                    </a:lnTo>
                    <a:lnTo>
                      <a:pt x="544319" y="841663"/>
                    </a:lnTo>
                    <a:lnTo>
                      <a:pt x="553548" y="836539"/>
                    </a:lnTo>
                    <a:lnTo>
                      <a:pt x="567900" y="816036"/>
                    </a:lnTo>
                    <a:lnTo>
                      <a:pt x="567900" y="809886"/>
                    </a:lnTo>
                    <a:lnTo>
                      <a:pt x="576109" y="803736"/>
                    </a:lnTo>
                    <a:lnTo>
                      <a:pt x="575083" y="807841"/>
                    </a:lnTo>
                    <a:lnTo>
                      <a:pt x="585338" y="806815"/>
                    </a:lnTo>
                    <a:lnTo>
                      <a:pt x="594566" y="798613"/>
                    </a:lnTo>
                    <a:lnTo>
                      <a:pt x="594566" y="786313"/>
                    </a:lnTo>
                    <a:lnTo>
                      <a:pt x="600716" y="781189"/>
                    </a:lnTo>
                    <a:lnTo>
                      <a:pt x="605847" y="784267"/>
                    </a:lnTo>
                    <a:lnTo>
                      <a:pt x="602768" y="796567"/>
                    </a:lnTo>
                    <a:lnTo>
                      <a:pt x="614049" y="806815"/>
                    </a:lnTo>
                    <a:lnTo>
                      <a:pt x="614049" y="821160"/>
                    </a:lnTo>
                    <a:lnTo>
                      <a:pt x="618147" y="833460"/>
                    </a:lnTo>
                    <a:lnTo>
                      <a:pt x="629427" y="842689"/>
                    </a:lnTo>
                    <a:lnTo>
                      <a:pt x="627375" y="872412"/>
                    </a:lnTo>
                    <a:lnTo>
                      <a:pt x="634558" y="882660"/>
                    </a:lnTo>
                    <a:lnTo>
                      <a:pt x="637630" y="894960"/>
                    </a:lnTo>
                    <a:lnTo>
                      <a:pt x="646858" y="905208"/>
                    </a:lnTo>
                    <a:lnTo>
                      <a:pt x="646858" y="924684"/>
                    </a:lnTo>
                    <a:lnTo>
                      <a:pt x="654041" y="938010"/>
                    </a:lnTo>
                    <a:lnTo>
                      <a:pt x="663269" y="946205"/>
                    </a:lnTo>
                    <a:lnTo>
                      <a:pt x="670445" y="944160"/>
                    </a:lnTo>
                    <a:lnTo>
                      <a:pt x="677628" y="943134"/>
                    </a:lnTo>
                    <a:lnTo>
                      <a:pt x="690954" y="922632"/>
                    </a:lnTo>
                    <a:lnTo>
                      <a:pt x="705314" y="921605"/>
                    </a:lnTo>
                    <a:lnTo>
                      <a:pt x="715568" y="914436"/>
                    </a:lnTo>
                    <a:lnTo>
                      <a:pt x="724797" y="886758"/>
                    </a:lnTo>
                    <a:lnTo>
                      <a:pt x="731979" y="863184"/>
                    </a:lnTo>
                    <a:lnTo>
                      <a:pt x="729927" y="829363"/>
                    </a:lnTo>
                    <a:lnTo>
                      <a:pt x="738129" y="818089"/>
                    </a:lnTo>
                    <a:lnTo>
                      <a:pt x="746332" y="820141"/>
                    </a:lnTo>
                    <a:lnTo>
                      <a:pt x="745306" y="810919"/>
                    </a:lnTo>
                    <a:lnTo>
                      <a:pt x="753515" y="805789"/>
                    </a:lnTo>
                    <a:lnTo>
                      <a:pt x="761717" y="806815"/>
                    </a:lnTo>
                    <a:lnTo>
                      <a:pt x="776069" y="786320"/>
                    </a:lnTo>
                    <a:lnTo>
                      <a:pt x="775050" y="755569"/>
                    </a:lnTo>
                    <a:lnTo>
                      <a:pt x="759665" y="737120"/>
                    </a:lnTo>
                    <a:lnTo>
                      <a:pt x="742234" y="724820"/>
                    </a:lnTo>
                    <a:lnTo>
                      <a:pt x="743260" y="694070"/>
                    </a:lnTo>
                    <a:lnTo>
                      <a:pt x="748384" y="684848"/>
                    </a:lnTo>
                    <a:lnTo>
                      <a:pt x="745306" y="679724"/>
                    </a:lnTo>
                    <a:lnTo>
                      <a:pt x="745312" y="661274"/>
                    </a:lnTo>
                    <a:lnTo>
                      <a:pt x="757619" y="653079"/>
                    </a:lnTo>
                    <a:lnTo>
                      <a:pt x="761717" y="626427"/>
                    </a:lnTo>
                    <a:lnTo>
                      <a:pt x="776076" y="619258"/>
                    </a:lnTo>
                    <a:lnTo>
                      <a:pt x="786331" y="604905"/>
                    </a:lnTo>
                    <a:lnTo>
                      <a:pt x="801709" y="593631"/>
                    </a:lnTo>
                    <a:lnTo>
                      <a:pt x="819146" y="576208"/>
                    </a:lnTo>
                    <a:lnTo>
                      <a:pt x="833505" y="553660"/>
                    </a:lnTo>
                    <a:lnTo>
                      <a:pt x="830427" y="543413"/>
                    </a:lnTo>
                    <a:lnTo>
                      <a:pt x="828375" y="537262"/>
                    </a:lnTo>
                    <a:lnTo>
                      <a:pt x="838629" y="517786"/>
                    </a:lnTo>
                    <a:lnTo>
                      <a:pt x="838629" y="507539"/>
                    </a:lnTo>
                    <a:lnTo>
                      <a:pt x="850936" y="497284"/>
                    </a:lnTo>
                    <a:lnTo>
                      <a:pt x="854014" y="487043"/>
                    </a:lnTo>
                    <a:lnTo>
                      <a:pt x="868367" y="490115"/>
                    </a:lnTo>
                    <a:lnTo>
                      <a:pt x="886830" y="482939"/>
                    </a:lnTo>
                    <a:lnTo>
                      <a:pt x="901183" y="487043"/>
                    </a:lnTo>
                    <a:lnTo>
                      <a:pt x="920666" y="505486"/>
                    </a:lnTo>
                    <a:lnTo>
                      <a:pt x="918620" y="514715"/>
                    </a:lnTo>
                    <a:lnTo>
                      <a:pt x="920666" y="522910"/>
                    </a:lnTo>
                    <a:lnTo>
                      <a:pt x="913489" y="533165"/>
                    </a:lnTo>
                    <a:lnTo>
                      <a:pt x="904261" y="533165"/>
                    </a:lnTo>
                    <a:lnTo>
                      <a:pt x="896059" y="559810"/>
                    </a:lnTo>
                    <a:lnTo>
                      <a:pt x="883752" y="576208"/>
                    </a:lnTo>
                    <a:lnTo>
                      <a:pt x="874523" y="579286"/>
                    </a:lnTo>
                    <a:lnTo>
                      <a:pt x="869393" y="592605"/>
                    </a:lnTo>
                    <a:lnTo>
                      <a:pt x="862217" y="594658"/>
                    </a:lnTo>
                    <a:lnTo>
                      <a:pt x="854014" y="602860"/>
                    </a:lnTo>
                    <a:lnTo>
                      <a:pt x="848884" y="615160"/>
                    </a:lnTo>
                    <a:lnTo>
                      <a:pt x="839655" y="617205"/>
                    </a:lnTo>
                    <a:lnTo>
                      <a:pt x="838629" y="626427"/>
                    </a:lnTo>
                    <a:lnTo>
                      <a:pt x="826323" y="638727"/>
                    </a:lnTo>
                    <a:cubicBezTo>
                      <a:pt x="826323" y="638727"/>
                      <a:pt x="826323" y="655131"/>
                      <a:pt x="827348" y="660255"/>
                    </a:cubicBezTo>
                    <a:cubicBezTo>
                      <a:pt x="828375" y="665379"/>
                      <a:pt x="833499" y="684848"/>
                      <a:pt x="833499" y="684848"/>
                    </a:cubicBezTo>
                    <a:lnTo>
                      <a:pt x="838629" y="702272"/>
                    </a:lnTo>
                    <a:lnTo>
                      <a:pt x="832472" y="708422"/>
                    </a:lnTo>
                    <a:lnTo>
                      <a:pt x="836577" y="742250"/>
                    </a:lnTo>
                    <a:lnTo>
                      <a:pt x="846832" y="743270"/>
                    </a:lnTo>
                    <a:lnTo>
                      <a:pt x="850936" y="751472"/>
                    </a:lnTo>
                    <a:lnTo>
                      <a:pt x="863236" y="751472"/>
                    </a:lnTo>
                    <a:lnTo>
                      <a:pt x="865288" y="763772"/>
                    </a:lnTo>
                    <a:lnTo>
                      <a:pt x="872465" y="765817"/>
                    </a:lnTo>
                    <a:lnTo>
                      <a:pt x="883745" y="761720"/>
                    </a:lnTo>
                    <a:lnTo>
                      <a:pt x="889902" y="757622"/>
                    </a:lnTo>
                    <a:lnTo>
                      <a:pt x="898104" y="758648"/>
                    </a:lnTo>
                    <a:lnTo>
                      <a:pt x="910411" y="752498"/>
                    </a:lnTo>
                    <a:lnTo>
                      <a:pt x="924770" y="752498"/>
                    </a:lnTo>
                    <a:lnTo>
                      <a:pt x="927842" y="745322"/>
                    </a:lnTo>
                    <a:lnTo>
                      <a:pt x="948351" y="741224"/>
                    </a:lnTo>
                    <a:lnTo>
                      <a:pt x="953481" y="736100"/>
                    </a:lnTo>
                    <a:lnTo>
                      <a:pt x="963736" y="741224"/>
                    </a:lnTo>
                    <a:lnTo>
                      <a:pt x="982193" y="732003"/>
                    </a:lnTo>
                    <a:lnTo>
                      <a:pt x="980140" y="747374"/>
                    </a:lnTo>
                    <a:lnTo>
                      <a:pt x="990395" y="752498"/>
                    </a:lnTo>
                    <a:lnTo>
                      <a:pt x="1005780" y="751472"/>
                    </a:lnTo>
                    <a:lnTo>
                      <a:pt x="1016035" y="754550"/>
                    </a:lnTo>
                    <a:lnTo>
                      <a:pt x="1012956" y="767869"/>
                    </a:lnTo>
                    <a:lnTo>
                      <a:pt x="989369" y="765824"/>
                    </a:lnTo>
                    <a:lnTo>
                      <a:pt x="986297" y="770948"/>
                    </a:lnTo>
                    <a:lnTo>
                      <a:pt x="972964" y="770948"/>
                    </a:lnTo>
                    <a:lnTo>
                      <a:pt x="973991" y="778124"/>
                    </a:lnTo>
                    <a:lnTo>
                      <a:pt x="962710" y="787346"/>
                    </a:lnTo>
                    <a:lnTo>
                      <a:pt x="936051" y="783248"/>
                    </a:lnTo>
                    <a:lnTo>
                      <a:pt x="926815" y="781196"/>
                    </a:lnTo>
                    <a:lnTo>
                      <a:pt x="914509" y="787346"/>
                    </a:lnTo>
                    <a:lnTo>
                      <a:pt x="897078" y="785293"/>
                    </a:lnTo>
                    <a:lnTo>
                      <a:pt x="873490" y="804769"/>
                    </a:lnTo>
                    <a:lnTo>
                      <a:pt x="872465" y="808867"/>
                    </a:lnTo>
                    <a:lnTo>
                      <a:pt x="881693" y="816043"/>
                    </a:lnTo>
                    <a:lnTo>
                      <a:pt x="880674" y="833467"/>
                    </a:lnTo>
                    <a:lnTo>
                      <a:pt x="890921" y="837565"/>
                    </a:lnTo>
                    <a:lnTo>
                      <a:pt x="896052" y="845767"/>
                    </a:lnTo>
                    <a:lnTo>
                      <a:pt x="896517" y="848770"/>
                    </a:lnTo>
                    <a:lnTo>
                      <a:pt x="898104" y="859093"/>
                    </a:lnTo>
                    <a:lnTo>
                      <a:pt x="892973" y="884712"/>
                    </a:lnTo>
                    <a:lnTo>
                      <a:pt x="879647" y="887791"/>
                    </a:lnTo>
                    <a:lnTo>
                      <a:pt x="865288" y="870367"/>
                    </a:lnTo>
                    <a:lnTo>
                      <a:pt x="859131" y="857041"/>
                    </a:lnTo>
                    <a:lnTo>
                      <a:pt x="844779" y="863191"/>
                    </a:lnTo>
                    <a:lnTo>
                      <a:pt x="830420" y="867289"/>
                    </a:lnTo>
                    <a:lnTo>
                      <a:pt x="831446" y="888810"/>
                    </a:lnTo>
                    <a:lnTo>
                      <a:pt x="821192" y="900084"/>
                    </a:lnTo>
                    <a:lnTo>
                      <a:pt x="818113" y="911358"/>
                    </a:lnTo>
                    <a:lnTo>
                      <a:pt x="824270" y="920586"/>
                    </a:lnTo>
                    <a:lnTo>
                      <a:pt x="830420" y="958505"/>
                    </a:lnTo>
                    <a:lnTo>
                      <a:pt x="826315" y="963629"/>
                    </a:lnTo>
                    <a:lnTo>
                      <a:pt x="802735" y="964655"/>
                    </a:lnTo>
                    <a:lnTo>
                      <a:pt x="800683" y="970805"/>
                    </a:lnTo>
                    <a:lnTo>
                      <a:pt x="804787" y="976955"/>
                    </a:lnTo>
                    <a:lnTo>
                      <a:pt x="802735" y="984131"/>
                    </a:lnTo>
                    <a:lnTo>
                      <a:pt x="797604" y="983105"/>
                    </a:lnTo>
                    <a:lnTo>
                      <a:pt x="785298" y="991307"/>
                    </a:lnTo>
                    <a:lnTo>
                      <a:pt x="770939" y="988229"/>
                    </a:lnTo>
                    <a:lnTo>
                      <a:pt x="769919" y="973884"/>
                    </a:lnTo>
                    <a:lnTo>
                      <a:pt x="747358" y="969779"/>
                    </a:lnTo>
                    <a:lnTo>
                      <a:pt x="739156" y="977981"/>
                    </a:lnTo>
                    <a:lnTo>
                      <a:pt x="723770" y="983105"/>
                    </a:lnTo>
                    <a:lnTo>
                      <a:pt x="706340" y="996431"/>
                    </a:lnTo>
                    <a:lnTo>
                      <a:pt x="690441" y="998224"/>
                    </a:lnTo>
                    <a:lnTo>
                      <a:pt x="677628" y="1005653"/>
                    </a:lnTo>
                    <a:lnTo>
                      <a:pt x="668393" y="995405"/>
                    </a:lnTo>
                    <a:lnTo>
                      <a:pt x="662756" y="992580"/>
                    </a:lnTo>
                    <a:lnTo>
                      <a:pt x="661217" y="979774"/>
                    </a:lnTo>
                    <a:lnTo>
                      <a:pt x="636610" y="986177"/>
                    </a:lnTo>
                    <a:lnTo>
                      <a:pt x="626349" y="996424"/>
                    </a:lnTo>
                    <a:lnTo>
                      <a:pt x="608918" y="995398"/>
                    </a:lnTo>
                    <a:lnTo>
                      <a:pt x="603787" y="990274"/>
                    </a:lnTo>
                    <a:lnTo>
                      <a:pt x="589436" y="988229"/>
                    </a:lnTo>
                    <a:lnTo>
                      <a:pt x="581630" y="975231"/>
                    </a:lnTo>
                    <a:lnTo>
                      <a:pt x="580207" y="972851"/>
                    </a:lnTo>
                    <a:lnTo>
                      <a:pt x="574050" y="958505"/>
                    </a:lnTo>
                    <a:lnTo>
                      <a:pt x="575076" y="944153"/>
                    </a:lnTo>
                    <a:lnTo>
                      <a:pt x="589436" y="932879"/>
                    </a:lnTo>
                    <a:lnTo>
                      <a:pt x="591488" y="923658"/>
                    </a:lnTo>
                    <a:lnTo>
                      <a:pt x="605847" y="920579"/>
                    </a:lnTo>
                    <a:lnTo>
                      <a:pt x="609944" y="913410"/>
                    </a:lnTo>
                    <a:lnTo>
                      <a:pt x="603795" y="909305"/>
                    </a:lnTo>
                    <a:lnTo>
                      <a:pt x="594566" y="908286"/>
                    </a:lnTo>
                    <a:lnTo>
                      <a:pt x="586357" y="891882"/>
                    </a:lnTo>
                    <a:lnTo>
                      <a:pt x="577129" y="892908"/>
                    </a:lnTo>
                    <a:lnTo>
                      <a:pt x="567900" y="905208"/>
                    </a:lnTo>
                    <a:lnTo>
                      <a:pt x="559698" y="903155"/>
                    </a:lnTo>
                    <a:lnTo>
                      <a:pt x="543286" y="913410"/>
                    </a:lnTo>
                    <a:lnTo>
                      <a:pt x="542267" y="929801"/>
                    </a:lnTo>
                    <a:lnTo>
                      <a:pt x="545339" y="948251"/>
                    </a:lnTo>
                    <a:lnTo>
                      <a:pt x="554567" y="958505"/>
                    </a:lnTo>
                    <a:lnTo>
                      <a:pt x="555593" y="973877"/>
                    </a:lnTo>
                    <a:lnTo>
                      <a:pt x="556585" y="977024"/>
                    </a:lnTo>
                    <a:lnTo>
                      <a:pt x="561750" y="993353"/>
                    </a:lnTo>
                    <a:lnTo>
                      <a:pt x="560724" y="1007698"/>
                    </a:lnTo>
                    <a:lnTo>
                      <a:pt x="552515" y="1013848"/>
                    </a:lnTo>
                    <a:lnTo>
                      <a:pt x="546365" y="1017946"/>
                    </a:lnTo>
                    <a:lnTo>
                      <a:pt x="539189" y="1014874"/>
                    </a:lnTo>
                    <a:lnTo>
                      <a:pt x="527908" y="1014874"/>
                    </a:lnTo>
                    <a:lnTo>
                      <a:pt x="519699" y="1025122"/>
                    </a:lnTo>
                    <a:lnTo>
                      <a:pt x="498171" y="1026148"/>
                    </a:lnTo>
                    <a:lnTo>
                      <a:pt x="486883" y="1033324"/>
                    </a:lnTo>
                    <a:lnTo>
                      <a:pt x="485864" y="1041520"/>
                    </a:lnTo>
                    <a:lnTo>
                      <a:pt x="494066" y="1047670"/>
                    </a:lnTo>
                    <a:lnTo>
                      <a:pt x="493040" y="1055872"/>
                    </a:lnTo>
                    <a:lnTo>
                      <a:pt x="482785" y="1063048"/>
                    </a:lnTo>
                    <a:lnTo>
                      <a:pt x="479707" y="1055872"/>
                    </a:lnTo>
                    <a:lnTo>
                      <a:pt x="484831" y="1048696"/>
                    </a:lnTo>
                    <a:lnTo>
                      <a:pt x="481759" y="1044598"/>
                    </a:lnTo>
                    <a:lnTo>
                      <a:pt x="472531" y="1046643"/>
                    </a:lnTo>
                    <a:lnTo>
                      <a:pt x="465355" y="1065094"/>
                    </a:lnTo>
                    <a:lnTo>
                      <a:pt x="456120" y="1077393"/>
                    </a:lnTo>
                    <a:lnTo>
                      <a:pt x="455094" y="1086615"/>
                    </a:lnTo>
                    <a:lnTo>
                      <a:pt x="456120" y="1090720"/>
                    </a:lnTo>
                    <a:lnTo>
                      <a:pt x="453048" y="1095843"/>
                    </a:lnTo>
                    <a:lnTo>
                      <a:pt x="446891" y="1095843"/>
                    </a:lnTo>
                    <a:lnTo>
                      <a:pt x="437663" y="1097896"/>
                    </a:lnTo>
                    <a:lnTo>
                      <a:pt x="434584" y="1101993"/>
                    </a:lnTo>
                    <a:lnTo>
                      <a:pt x="424330" y="1109163"/>
                    </a:lnTo>
                    <a:lnTo>
                      <a:pt x="406899" y="1113267"/>
                    </a:lnTo>
                    <a:lnTo>
                      <a:pt x="400743" y="1138886"/>
                    </a:lnTo>
                    <a:lnTo>
                      <a:pt x="381259" y="1152213"/>
                    </a:lnTo>
                    <a:lnTo>
                      <a:pt x="369979" y="1158363"/>
                    </a:lnTo>
                    <a:lnTo>
                      <a:pt x="369979" y="1164512"/>
                    </a:lnTo>
                    <a:lnTo>
                      <a:pt x="352548" y="1164512"/>
                    </a:lnTo>
                    <a:lnTo>
                      <a:pt x="345372" y="1156310"/>
                    </a:lnTo>
                    <a:lnTo>
                      <a:pt x="331013" y="1156310"/>
                    </a:lnTo>
                    <a:lnTo>
                      <a:pt x="331013" y="1162460"/>
                    </a:lnTo>
                    <a:lnTo>
                      <a:pt x="339215" y="1175786"/>
                    </a:lnTo>
                    <a:lnTo>
                      <a:pt x="343320" y="1183982"/>
                    </a:lnTo>
                    <a:lnTo>
                      <a:pt x="337163" y="1192184"/>
                    </a:lnTo>
                    <a:lnTo>
                      <a:pt x="327935" y="1189112"/>
                    </a:lnTo>
                    <a:lnTo>
                      <a:pt x="320758" y="1192184"/>
                    </a:lnTo>
                    <a:lnTo>
                      <a:pt x="306399" y="1185008"/>
                    </a:lnTo>
                    <a:lnTo>
                      <a:pt x="299223" y="1183982"/>
                    </a:lnTo>
                    <a:lnTo>
                      <a:pt x="289995" y="1192184"/>
                    </a:lnTo>
                    <a:lnTo>
                      <a:pt x="277688" y="1191158"/>
                    </a:lnTo>
                    <a:lnTo>
                      <a:pt x="273584" y="1199360"/>
                    </a:lnTo>
                    <a:lnTo>
                      <a:pt x="279741" y="1204484"/>
                    </a:lnTo>
                    <a:lnTo>
                      <a:pt x="277688" y="1210634"/>
                    </a:lnTo>
                    <a:lnTo>
                      <a:pt x="286916" y="1217810"/>
                    </a:lnTo>
                    <a:lnTo>
                      <a:pt x="300250" y="1220882"/>
                    </a:lnTo>
                    <a:lnTo>
                      <a:pt x="310504" y="1222934"/>
                    </a:lnTo>
                    <a:lnTo>
                      <a:pt x="314601" y="1228058"/>
                    </a:lnTo>
                    <a:lnTo>
                      <a:pt x="322804" y="1228058"/>
                    </a:lnTo>
                    <a:lnTo>
                      <a:pt x="332039" y="1238305"/>
                    </a:lnTo>
                    <a:lnTo>
                      <a:pt x="327935" y="1248553"/>
                    </a:lnTo>
                    <a:lnTo>
                      <a:pt x="348444" y="1263931"/>
                    </a:lnTo>
                    <a:lnTo>
                      <a:pt x="349470" y="1272127"/>
                    </a:lnTo>
                    <a:lnTo>
                      <a:pt x="345365" y="1273153"/>
                    </a:lnTo>
                    <a:lnTo>
                      <a:pt x="347417" y="1288524"/>
                    </a:lnTo>
                    <a:lnTo>
                      <a:pt x="349470" y="1299805"/>
                    </a:lnTo>
                    <a:lnTo>
                      <a:pt x="355620" y="1302877"/>
                    </a:lnTo>
                    <a:lnTo>
                      <a:pt x="358698" y="1311079"/>
                    </a:lnTo>
                    <a:lnTo>
                      <a:pt x="350496" y="1304929"/>
                    </a:lnTo>
                    <a:lnTo>
                      <a:pt x="350496" y="1319274"/>
                    </a:lnTo>
                    <a:lnTo>
                      <a:pt x="346391" y="1336698"/>
                    </a:lnTo>
                    <a:lnTo>
                      <a:pt x="340242" y="1353096"/>
                    </a:lnTo>
                    <a:lnTo>
                      <a:pt x="315628" y="1352077"/>
                    </a:lnTo>
                    <a:lnTo>
                      <a:pt x="294093" y="1346946"/>
                    </a:lnTo>
                    <a:lnTo>
                      <a:pt x="278714" y="1350024"/>
                    </a:lnTo>
                    <a:lnTo>
                      <a:pt x="257179" y="1342848"/>
                    </a:lnTo>
                    <a:lnTo>
                      <a:pt x="246918" y="1344900"/>
                    </a:lnTo>
                    <a:lnTo>
                      <a:pt x="239741" y="1346946"/>
                    </a:lnTo>
                    <a:lnTo>
                      <a:pt x="213083" y="1345920"/>
                    </a:lnTo>
                    <a:lnTo>
                      <a:pt x="208978" y="1339777"/>
                    </a:lnTo>
                    <a:lnTo>
                      <a:pt x="198723" y="1340796"/>
                    </a:lnTo>
                    <a:lnTo>
                      <a:pt x="193599" y="1350024"/>
                    </a:lnTo>
                    <a:lnTo>
                      <a:pt x="181293" y="1355148"/>
                    </a:lnTo>
                    <a:lnTo>
                      <a:pt x="174117" y="1366422"/>
                    </a:lnTo>
                    <a:lnTo>
                      <a:pt x="185390" y="1383846"/>
                    </a:lnTo>
                    <a:lnTo>
                      <a:pt x="186417" y="1394093"/>
                    </a:lnTo>
                    <a:lnTo>
                      <a:pt x="182319" y="1402296"/>
                    </a:lnTo>
                    <a:lnTo>
                      <a:pt x="185390" y="1413570"/>
                    </a:lnTo>
                    <a:lnTo>
                      <a:pt x="189495" y="1427915"/>
                    </a:lnTo>
                    <a:lnTo>
                      <a:pt x="186417" y="1447391"/>
                    </a:lnTo>
                    <a:lnTo>
                      <a:pt x="181286" y="1452515"/>
                    </a:lnTo>
                    <a:lnTo>
                      <a:pt x="179240" y="1463789"/>
                    </a:lnTo>
                    <a:lnTo>
                      <a:pt x="173084" y="1470965"/>
                    </a:lnTo>
                    <a:lnTo>
                      <a:pt x="174110" y="1492486"/>
                    </a:lnTo>
                    <a:lnTo>
                      <a:pt x="181286" y="1492486"/>
                    </a:lnTo>
                    <a:lnTo>
                      <a:pt x="183338" y="1500689"/>
                    </a:lnTo>
                    <a:lnTo>
                      <a:pt x="182312" y="1521184"/>
                    </a:lnTo>
                    <a:lnTo>
                      <a:pt x="180267" y="1533484"/>
                    </a:lnTo>
                    <a:lnTo>
                      <a:pt x="192566" y="1534510"/>
                    </a:lnTo>
                    <a:lnTo>
                      <a:pt x="202821" y="1536562"/>
                    </a:lnTo>
                    <a:lnTo>
                      <a:pt x="213075" y="1530412"/>
                    </a:lnTo>
                    <a:lnTo>
                      <a:pt x="218206" y="1529386"/>
                    </a:lnTo>
                    <a:lnTo>
                      <a:pt x="227435" y="1531438"/>
                    </a:lnTo>
                    <a:lnTo>
                      <a:pt x="234611" y="1548855"/>
                    </a:lnTo>
                    <a:lnTo>
                      <a:pt x="243846" y="1553986"/>
                    </a:lnTo>
                    <a:lnTo>
                      <a:pt x="247944" y="1558084"/>
                    </a:lnTo>
                    <a:lnTo>
                      <a:pt x="257172" y="1560136"/>
                    </a:lnTo>
                    <a:lnTo>
                      <a:pt x="270505" y="1547836"/>
                    </a:lnTo>
                    <a:lnTo>
                      <a:pt x="289988" y="1542712"/>
                    </a:lnTo>
                    <a:lnTo>
                      <a:pt x="302295" y="1544758"/>
                    </a:lnTo>
                    <a:lnTo>
                      <a:pt x="314601" y="1548862"/>
                    </a:lnTo>
                    <a:lnTo>
                      <a:pt x="327928" y="1539634"/>
                    </a:lnTo>
                    <a:lnTo>
                      <a:pt x="331006" y="1532458"/>
                    </a:lnTo>
                    <a:lnTo>
                      <a:pt x="340234" y="1528360"/>
                    </a:lnTo>
                    <a:lnTo>
                      <a:pt x="347417" y="1520165"/>
                    </a:lnTo>
                    <a:lnTo>
                      <a:pt x="360751" y="1514015"/>
                    </a:lnTo>
                    <a:lnTo>
                      <a:pt x="363822" y="1500689"/>
                    </a:lnTo>
                    <a:lnTo>
                      <a:pt x="375103" y="1487362"/>
                    </a:lnTo>
                    <a:lnTo>
                      <a:pt x="373050" y="1465841"/>
                    </a:lnTo>
                    <a:lnTo>
                      <a:pt x="374077" y="1444319"/>
                    </a:lnTo>
                    <a:lnTo>
                      <a:pt x="385357" y="1433046"/>
                    </a:lnTo>
                    <a:lnTo>
                      <a:pt x="386383" y="1425869"/>
                    </a:lnTo>
                    <a:lnTo>
                      <a:pt x="398690" y="1414596"/>
                    </a:lnTo>
                    <a:lnTo>
                      <a:pt x="410997" y="1413570"/>
                    </a:lnTo>
                    <a:lnTo>
                      <a:pt x="430480" y="1405374"/>
                    </a:lnTo>
                    <a:lnTo>
                      <a:pt x="437656" y="1387950"/>
                    </a:lnTo>
                    <a:lnTo>
                      <a:pt x="435611" y="1375650"/>
                    </a:lnTo>
                    <a:lnTo>
                      <a:pt x="440735" y="1357200"/>
                    </a:lnTo>
                    <a:lnTo>
                      <a:pt x="456120" y="1347972"/>
                    </a:lnTo>
                    <a:lnTo>
                      <a:pt x="473550" y="1355148"/>
                    </a:lnTo>
                    <a:lnTo>
                      <a:pt x="485857" y="1354129"/>
                    </a:lnTo>
                    <a:lnTo>
                      <a:pt x="496112" y="1357200"/>
                    </a:lnTo>
                    <a:lnTo>
                      <a:pt x="508418" y="1354129"/>
                    </a:lnTo>
                    <a:lnTo>
                      <a:pt x="518673" y="1347979"/>
                    </a:lnTo>
                    <a:lnTo>
                      <a:pt x="528927" y="1344900"/>
                    </a:lnTo>
                    <a:lnTo>
                      <a:pt x="541234" y="1337211"/>
                    </a:lnTo>
                    <a:lnTo>
                      <a:pt x="555587" y="1323379"/>
                    </a:lnTo>
                    <a:lnTo>
                      <a:pt x="576096" y="1319281"/>
                    </a:lnTo>
                    <a:lnTo>
                      <a:pt x="584305" y="1323379"/>
                    </a:lnTo>
                    <a:lnTo>
                      <a:pt x="597631" y="1343881"/>
                    </a:lnTo>
                    <a:lnTo>
                      <a:pt x="599683" y="1364376"/>
                    </a:lnTo>
                    <a:lnTo>
                      <a:pt x="613016" y="1373605"/>
                    </a:lnTo>
                    <a:lnTo>
                      <a:pt x="617114" y="1384879"/>
                    </a:lnTo>
                    <a:lnTo>
                      <a:pt x="628394" y="1394100"/>
                    </a:lnTo>
                    <a:lnTo>
                      <a:pt x="636597" y="1395126"/>
                    </a:lnTo>
                    <a:lnTo>
                      <a:pt x="640701" y="1404348"/>
                    </a:lnTo>
                    <a:lnTo>
                      <a:pt x="660184" y="1415622"/>
                    </a:lnTo>
                    <a:lnTo>
                      <a:pt x="666341" y="1416648"/>
                    </a:lnTo>
                    <a:lnTo>
                      <a:pt x="674543" y="1425876"/>
                    </a:lnTo>
                    <a:lnTo>
                      <a:pt x="680693" y="1425876"/>
                    </a:lnTo>
                    <a:lnTo>
                      <a:pt x="684798" y="1431000"/>
                    </a:lnTo>
                    <a:lnTo>
                      <a:pt x="694026" y="1434072"/>
                    </a:lnTo>
                    <a:lnTo>
                      <a:pt x="696078" y="1443300"/>
                    </a:lnTo>
                    <a:lnTo>
                      <a:pt x="704281" y="1448424"/>
                    </a:lnTo>
                    <a:lnTo>
                      <a:pt x="710430" y="1448424"/>
                    </a:lnTo>
                    <a:lnTo>
                      <a:pt x="717614" y="1456619"/>
                    </a:lnTo>
                    <a:lnTo>
                      <a:pt x="717614" y="1466874"/>
                    </a:lnTo>
                    <a:lnTo>
                      <a:pt x="721711" y="1480200"/>
                    </a:lnTo>
                    <a:lnTo>
                      <a:pt x="712483" y="1492493"/>
                    </a:lnTo>
                    <a:lnTo>
                      <a:pt x="709405" y="1501722"/>
                    </a:lnTo>
                    <a:lnTo>
                      <a:pt x="714535" y="1507871"/>
                    </a:lnTo>
                    <a:lnTo>
                      <a:pt x="729913" y="1496598"/>
                    </a:lnTo>
                    <a:lnTo>
                      <a:pt x="734018" y="1484298"/>
                    </a:lnTo>
                    <a:lnTo>
                      <a:pt x="743246" y="1479174"/>
                    </a:lnTo>
                    <a:lnTo>
                      <a:pt x="742220" y="1468919"/>
                    </a:lnTo>
                    <a:lnTo>
                      <a:pt x="730940" y="1456619"/>
                    </a:lnTo>
                    <a:lnTo>
                      <a:pt x="735044" y="1440222"/>
                    </a:lnTo>
                    <a:lnTo>
                      <a:pt x="747351" y="1438176"/>
                    </a:lnTo>
                    <a:lnTo>
                      <a:pt x="755553" y="1442274"/>
                    </a:lnTo>
                    <a:lnTo>
                      <a:pt x="768886" y="1451495"/>
                    </a:lnTo>
                    <a:lnTo>
                      <a:pt x="772984" y="1448424"/>
                    </a:lnTo>
                    <a:lnTo>
                      <a:pt x="770939" y="1439202"/>
                    </a:lnTo>
                    <a:lnTo>
                      <a:pt x="756579" y="1426902"/>
                    </a:lnTo>
                    <a:lnTo>
                      <a:pt x="744273" y="1422798"/>
                    </a:lnTo>
                    <a:lnTo>
                      <a:pt x="743246" y="1414603"/>
                    </a:lnTo>
                    <a:lnTo>
                      <a:pt x="726842" y="1412550"/>
                    </a:lnTo>
                    <a:lnTo>
                      <a:pt x="720685" y="1407426"/>
                    </a:lnTo>
                    <a:lnTo>
                      <a:pt x="715561" y="1394100"/>
                    </a:lnTo>
                    <a:lnTo>
                      <a:pt x="696078" y="1391029"/>
                    </a:lnTo>
                    <a:lnTo>
                      <a:pt x="675569" y="1378729"/>
                    </a:lnTo>
                    <a:lnTo>
                      <a:pt x="665315" y="1354129"/>
                    </a:lnTo>
                    <a:lnTo>
                      <a:pt x="656086" y="1339777"/>
                    </a:lnTo>
                    <a:lnTo>
                      <a:pt x="634551" y="1324405"/>
                    </a:lnTo>
                    <a:lnTo>
                      <a:pt x="635577" y="1301857"/>
                    </a:lnTo>
                    <a:lnTo>
                      <a:pt x="634551" y="1297760"/>
                    </a:lnTo>
                    <a:lnTo>
                      <a:pt x="642754" y="1288531"/>
                    </a:lnTo>
                    <a:lnTo>
                      <a:pt x="665315" y="1284434"/>
                    </a:lnTo>
                    <a:lnTo>
                      <a:pt x="665315" y="1294681"/>
                    </a:lnTo>
                    <a:lnTo>
                      <a:pt x="673517" y="1310053"/>
                    </a:lnTo>
                    <a:lnTo>
                      <a:pt x="676595" y="1301857"/>
                    </a:lnTo>
                    <a:lnTo>
                      <a:pt x="684798" y="1296734"/>
                    </a:lnTo>
                    <a:lnTo>
                      <a:pt x="690954" y="1310060"/>
                    </a:lnTo>
                    <a:lnTo>
                      <a:pt x="698131" y="1317229"/>
                    </a:lnTo>
                    <a:lnTo>
                      <a:pt x="700183" y="1328503"/>
                    </a:lnTo>
                    <a:lnTo>
                      <a:pt x="711457" y="1340803"/>
                    </a:lnTo>
                    <a:lnTo>
                      <a:pt x="727868" y="1351057"/>
                    </a:lnTo>
                    <a:lnTo>
                      <a:pt x="747351" y="1361305"/>
                    </a:lnTo>
                    <a:lnTo>
                      <a:pt x="752482" y="1372579"/>
                    </a:lnTo>
                    <a:lnTo>
                      <a:pt x="766834" y="1377703"/>
                    </a:lnTo>
                    <a:lnTo>
                      <a:pt x="784265" y="1387957"/>
                    </a:lnTo>
                    <a:lnTo>
                      <a:pt x="792474" y="1398205"/>
                    </a:lnTo>
                    <a:lnTo>
                      <a:pt x="793493" y="1408453"/>
                    </a:lnTo>
                    <a:lnTo>
                      <a:pt x="790422" y="1421779"/>
                    </a:lnTo>
                    <a:lnTo>
                      <a:pt x="793493" y="1440222"/>
                    </a:lnTo>
                    <a:lnTo>
                      <a:pt x="806826" y="1456626"/>
                    </a:lnTo>
                    <a:lnTo>
                      <a:pt x="809904" y="1465848"/>
                    </a:lnTo>
                    <a:lnTo>
                      <a:pt x="818107" y="1474050"/>
                    </a:lnTo>
                    <a:lnTo>
                      <a:pt x="822211" y="1486343"/>
                    </a:lnTo>
                    <a:lnTo>
                      <a:pt x="832466" y="1495572"/>
                    </a:lnTo>
                    <a:lnTo>
                      <a:pt x="844772" y="1492500"/>
                    </a:lnTo>
                    <a:lnTo>
                      <a:pt x="862203" y="1493519"/>
                    </a:lnTo>
                    <a:lnTo>
                      <a:pt x="866308" y="1500695"/>
                    </a:lnTo>
                    <a:lnTo>
                      <a:pt x="845799" y="1499669"/>
                    </a:lnTo>
                    <a:lnTo>
                      <a:pt x="832466" y="1502748"/>
                    </a:lnTo>
                    <a:lnTo>
                      <a:pt x="832466" y="1510943"/>
                    </a:lnTo>
                    <a:lnTo>
                      <a:pt x="840668" y="1519145"/>
                    </a:lnTo>
                    <a:lnTo>
                      <a:pt x="837589" y="1530419"/>
                    </a:lnTo>
                    <a:lnTo>
                      <a:pt x="840668" y="1534517"/>
                    </a:lnTo>
                    <a:lnTo>
                      <a:pt x="849896" y="1535543"/>
                    </a:lnTo>
                    <a:lnTo>
                      <a:pt x="855020" y="1541693"/>
                    </a:lnTo>
                    <a:lnTo>
                      <a:pt x="863229" y="1541693"/>
                    </a:lnTo>
                    <a:lnTo>
                      <a:pt x="871432" y="1543745"/>
                    </a:lnTo>
                    <a:lnTo>
                      <a:pt x="870405" y="1528367"/>
                    </a:lnTo>
                    <a:lnTo>
                      <a:pt x="864255" y="1522224"/>
                    </a:lnTo>
                    <a:lnTo>
                      <a:pt x="866301" y="1519145"/>
                    </a:lnTo>
                    <a:lnTo>
                      <a:pt x="875529" y="1521198"/>
                    </a:lnTo>
                    <a:lnTo>
                      <a:pt x="877581" y="1508898"/>
                    </a:lnTo>
                    <a:lnTo>
                      <a:pt x="889888" y="1507871"/>
                    </a:lnTo>
                    <a:lnTo>
                      <a:pt x="889888" y="1498650"/>
                    </a:lnTo>
                    <a:lnTo>
                      <a:pt x="879634" y="1488395"/>
                    </a:lnTo>
                    <a:lnTo>
                      <a:pt x="865275" y="1483272"/>
                    </a:lnTo>
                    <a:lnTo>
                      <a:pt x="868353" y="1463802"/>
                    </a:lnTo>
                    <a:lnTo>
                      <a:pt x="855020" y="1446372"/>
                    </a:lnTo>
                    <a:lnTo>
                      <a:pt x="856053" y="1436124"/>
                    </a:lnTo>
                    <a:lnTo>
                      <a:pt x="863229" y="1433052"/>
                    </a:lnTo>
                    <a:lnTo>
                      <a:pt x="868353" y="1436124"/>
                    </a:lnTo>
                    <a:lnTo>
                      <a:pt x="869379" y="1442274"/>
                    </a:lnTo>
                    <a:lnTo>
                      <a:pt x="876562" y="1450476"/>
                    </a:lnTo>
                    <a:lnTo>
                      <a:pt x="879634" y="1449450"/>
                    </a:lnTo>
                    <a:lnTo>
                      <a:pt x="877581" y="1442274"/>
                    </a:lnTo>
                    <a:lnTo>
                      <a:pt x="881686" y="1441255"/>
                    </a:lnTo>
                    <a:lnTo>
                      <a:pt x="883738" y="1449450"/>
                    </a:lnTo>
                    <a:lnTo>
                      <a:pt x="886810" y="1449450"/>
                    </a:lnTo>
                    <a:lnTo>
                      <a:pt x="885791" y="1443300"/>
                    </a:lnTo>
                    <a:lnTo>
                      <a:pt x="891940" y="1445352"/>
                    </a:lnTo>
                    <a:lnTo>
                      <a:pt x="893993" y="1441255"/>
                    </a:lnTo>
                    <a:lnTo>
                      <a:pt x="884764" y="1436124"/>
                    </a:lnTo>
                    <a:lnTo>
                      <a:pt x="884764" y="1426902"/>
                    </a:lnTo>
                    <a:lnTo>
                      <a:pt x="896045" y="1424850"/>
                    </a:lnTo>
                    <a:lnTo>
                      <a:pt x="904247" y="1422805"/>
                    </a:lnTo>
                    <a:lnTo>
                      <a:pt x="910397" y="1424857"/>
                    </a:lnTo>
                    <a:lnTo>
                      <a:pt x="920652" y="1421779"/>
                    </a:lnTo>
                    <a:lnTo>
                      <a:pt x="932466" y="1426642"/>
                    </a:lnTo>
                    <a:lnTo>
                      <a:pt x="938089" y="1428955"/>
                    </a:lnTo>
                    <a:lnTo>
                      <a:pt x="932959" y="1435105"/>
                    </a:lnTo>
                    <a:lnTo>
                      <a:pt x="933985" y="1440228"/>
                    </a:lnTo>
                    <a:lnTo>
                      <a:pt x="944239" y="1428955"/>
                    </a:lnTo>
                    <a:lnTo>
                      <a:pt x="960651" y="1425876"/>
                    </a:lnTo>
                    <a:lnTo>
                      <a:pt x="963722" y="1418700"/>
                    </a:lnTo>
                    <a:lnTo>
                      <a:pt x="977055" y="1420752"/>
                    </a:lnTo>
                    <a:lnTo>
                      <a:pt x="989362" y="1420752"/>
                    </a:lnTo>
                    <a:lnTo>
                      <a:pt x="990388" y="1412557"/>
                    </a:lnTo>
                    <a:lnTo>
                      <a:pt x="965774" y="1388983"/>
                    </a:lnTo>
                    <a:lnTo>
                      <a:pt x="970905" y="1378729"/>
                    </a:lnTo>
                    <a:lnTo>
                      <a:pt x="971931" y="1355162"/>
                    </a:lnTo>
                    <a:lnTo>
                      <a:pt x="981160" y="1349005"/>
                    </a:lnTo>
                    <a:lnTo>
                      <a:pt x="982186" y="1336712"/>
                    </a:lnTo>
                    <a:lnTo>
                      <a:pt x="987310" y="1316210"/>
                    </a:lnTo>
                    <a:lnTo>
                      <a:pt x="1007826" y="1294688"/>
                    </a:lnTo>
                    <a:lnTo>
                      <a:pt x="1004747" y="1285460"/>
                    </a:lnTo>
                    <a:lnTo>
                      <a:pt x="1021152" y="1269062"/>
                    </a:lnTo>
                    <a:lnTo>
                      <a:pt x="1021152" y="1258814"/>
                    </a:lnTo>
                    <a:lnTo>
                      <a:pt x="1034485" y="1257788"/>
                    </a:lnTo>
                    <a:lnTo>
                      <a:pt x="1041661" y="1250619"/>
                    </a:lnTo>
                    <a:lnTo>
                      <a:pt x="1047818" y="1251638"/>
                    </a:lnTo>
                    <a:lnTo>
                      <a:pt x="1053968" y="1260867"/>
                    </a:lnTo>
                    <a:lnTo>
                      <a:pt x="1064222" y="1262912"/>
                    </a:lnTo>
                    <a:lnTo>
                      <a:pt x="1078581" y="1263938"/>
                    </a:lnTo>
                    <a:lnTo>
                      <a:pt x="1088836" y="1268043"/>
                    </a:lnTo>
                    <a:lnTo>
                      <a:pt x="1088836" y="1273167"/>
                    </a:lnTo>
                    <a:lnTo>
                      <a:pt x="1075503" y="1281362"/>
                    </a:lnTo>
                    <a:lnTo>
                      <a:pt x="1070372" y="1282388"/>
                    </a:lnTo>
                    <a:lnTo>
                      <a:pt x="1070372" y="1288538"/>
                    </a:lnTo>
                    <a:lnTo>
                      <a:pt x="1085757" y="1293662"/>
                    </a:lnTo>
                    <a:lnTo>
                      <a:pt x="1084731" y="1304936"/>
                    </a:lnTo>
                    <a:lnTo>
                      <a:pt x="1088836" y="1315190"/>
                    </a:lnTo>
                    <a:lnTo>
                      <a:pt x="1103188" y="1315190"/>
                    </a:lnTo>
                    <a:lnTo>
                      <a:pt x="1118573" y="1303917"/>
                    </a:lnTo>
                    <a:lnTo>
                      <a:pt x="1130880" y="1298786"/>
                    </a:lnTo>
                    <a:lnTo>
                      <a:pt x="1145232" y="1297767"/>
                    </a:lnTo>
                    <a:lnTo>
                      <a:pt x="1145232" y="1289564"/>
                    </a:lnTo>
                    <a:lnTo>
                      <a:pt x="1138056" y="1288538"/>
                    </a:lnTo>
                    <a:lnTo>
                      <a:pt x="1118573" y="1286493"/>
                    </a:lnTo>
                    <a:lnTo>
                      <a:pt x="1112416" y="1278290"/>
                    </a:lnTo>
                    <a:lnTo>
                      <a:pt x="1097038" y="1272140"/>
                    </a:lnTo>
                    <a:lnTo>
                      <a:pt x="1094986" y="1267017"/>
                    </a:lnTo>
                    <a:lnTo>
                      <a:pt x="1118573" y="1263945"/>
                    </a:lnTo>
                    <a:lnTo>
                      <a:pt x="1122678" y="1258814"/>
                    </a:lnTo>
                    <a:lnTo>
                      <a:pt x="1123704" y="1251645"/>
                    </a:lnTo>
                    <a:lnTo>
                      <a:pt x="1150363" y="1250619"/>
                    </a:lnTo>
                    <a:lnTo>
                      <a:pt x="1159591" y="1241391"/>
                    </a:lnTo>
                    <a:lnTo>
                      <a:pt x="1173950" y="1242417"/>
                    </a:lnTo>
                    <a:lnTo>
                      <a:pt x="1195486" y="1235247"/>
                    </a:lnTo>
                    <a:lnTo>
                      <a:pt x="1198557" y="1239345"/>
                    </a:lnTo>
                    <a:lnTo>
                      <a:pt x="1178048" y="1249593"/>
                    </a:lnTo>
                    <a:lnTo>
                      <a:pt x="1185231" y="1262919"/>
                    </a:lnTo>
                    <a:lnTo>
                      <a:pt x="1183179" y="1269069"/>
                    </a:lnTo>
                    <a:lnTo>
                      <a:pt x="1171898" y="1280343"/>
                    </a:lnTo>
                    <a:lnTo>
                      <a:pt x="1170872" y="1285467"/>
                    </a:lnTo>
                    <a:lnTo>
                      <a:pt x="1157539" y="1286493"/>
                    </a:lnTo>
                    <a:lnTo>
                      <a:pt x="1159591" y="1293662"/>
                    </a:lnTo>
                    <a:lnTo>
                      <a:pt x="1163689" y="1300838"/>
                    </a:lnTo>
                    <a:lnTo>
                      <a:pt x="1171898" y="1304943"/>
                    </a:lnTo>
                    <a:lnTo>
                      <a:pt x="1179074" y="1313138"/>
                    </a:lnTo>
                    <a:lnTo>
                      <a:pt x="1189329" y="1313138"/>
                    </a:lnTo>
                    <a:lnTo>
                      <a:pt x="1208812" y="1335686"/>
                    </a:lnTo>
                    <a:lnTo>
                      <a:pt x="1220092" y="1343888"/>
                    </a:lnTo>
                    <a:lnTo>
                      <a:pt x="1236497" y="1358233"/>
                    </a:lnTo>
                    <a:lnTo>
                      <a:pt x="1247784" y="1360286"/>
                    </a:lnTo>
                    <a:lnTo>
                      <a:pt x="1253934" y="1367462"/>
                    </a:lnTo>
                    <a:lnTo>
                      <a:pt x="1255987" y="1376683"/>
                    </a:lnTo>
                    <a:lnTo>
                      <a:pt x="1262136" y="1387964"/>
                    </a:lnTo>
                    <a:lnTo>
                      <a:pt x="1260789" y="1395592"/>
                    </a:lnTo>
                    <a:lnTo>
                      <a:pt x="1259058" y="1405381"/>
                    </a:lnTo>
                    <a:lnTo>
                      <a:pt x="1233425" y="1417681"/>
                    </a:lnTo>
                    <a:lnTo>
                      <a:pt x="1218040" y="1418707"/>
                    </a:lnTo>
                    <a:lnTo>
                      <a:pt x="1201635" y="1414609"/>
                    </a:lnTo>
                    <a:lnTo>
                      <a:pt x="1188303" y="1419733"/>
                    </a:lnTo>
                    <a:lnTo>
                      <a:pt x="1168820" y="1412557"/>
                    </a:lnTo>
                    <a:lnTo>
                      <a:pt x="1159591" y="1413583"/>
                    </a:lnTo>
                    <a:lnTo>
                      <a:pt x="1141128" y="1398205"/>
                    </a:lnTo>
                    <a:lnTo>
                      <a:pt x="1124723" y="1400257"/>
                    </a:lnTo>
                    <a:lnTo>
                      <a:pt x="1115495" y="1387957"/>
                    </a:lnTo>
                    <a:lnTo>
                      <a:pt x="1105240" y="1391036"/>
                    </a:lnTo>
                    <a:lnTo>
                      <a:pt x="1081653" y="1388983"/>
                    </a:lnTo>
                    <a:lnTo>
                      <a:pt x="1053968" y="1399231"/>
                    </a:lnTo>
                    <a:lnTo>
                      <a:pt x="1034485" y="1411531"/>
                    </a:lnTo>
                    <a:lnTo>
                      <a:pt x="1025249" y="1408453"/>
                    </a:lnTo>
                    <a:lnTo>
                      <a:pt x="1004747" y="1408453"/>
                    </a:lnTo>
                    <a:lnTo>
                      <a:pt x="996538" y="1410505"/>
                    </a:lnTo>
                    <a:lnTo>
                      <a:pt x="995512" y="1419726"/>
                    </a:lnTo>
                    <a:lnTo>
                      <a:pt x="1006793" y="1423831"/>
                    </a:lnTo>
                    <a:lnTo>
                      <a:pt x="1004747" y="1428955"/>
                    </a:lnTo>
                    <a:lnTo>
                      <a:pt x="992440" y="1434079"/>
                    </a:lnTo>
                    <a:lnTo>
                      <a:pt x="979107" y="1431000"/>
                    </a:lnTo>
                    <a:lnTo>
                      <a:pt x="966801" y="1435105"/>
                    </a:lnTo>
                    <a:lnTo>
                      <a:pt x="954494" y="1435105"/>
                    </a:lnTo>
                    <a:lnTo>
                      <a:pt x="944239" y="1442274"/>
                    </a:lnTo>
                    <a:lnTo>
                      <a:pt x="936037" y="1455600"/>
                    </a:lnTo>
                    <a:lnTo>
                      <a:pt x="938089" y="1460724"/>
                    </a:lnTo>
                    <a:lnTo>
                      <a:pt x="948344" y="1460724"/>
                    </a:lnTo>
                    <a:lnTo>
                      <a:pt x="945266" y="1466874"/>
                    </a:lnTo>
                    <a:lnTo>
                      <a:pt x="947318" y="1478148"/>
                    </a:lnTo>
                    <a:lnTo>
                      <a:pt x="948344" y="1484298"/>
                    </a:lnTo>
                    <a:lnTo>
                      <a:pt x="946292" y="1489422"/>
                    </a:lnTo>
                    <a:lnTo>
                      <a:pt x="936037" y="1488395"/>
                    </a:lnTo>
                    <a:lnTo>
                      <a:pt x="935011" y="1493526"/>
                    </a:lnTo>
                    <a:lnTo>
                      <a:pt x="941161" y="1499676"/>
                    </a:lnTo>
                    <a:lnTo>
                      <a:pt x="949370" y="1498650"/>
                    </a:lnTo>
                    <a:lnTo>
                      <a:pt x="954494" y="1505826"/>
                    </a:lnTo>
                    <a:lnTo>
                      <a:pt x="954494" y="1519145"/>
                    </a:lnTo>
                    <a:lnTo>
                      <a:pt x="962696" y="1522224"/>
                    </a:lnTo>
                    <a:lnTo>
                      <a:pt x="959618" y="1526321"/>
                    </a:lnTo>
                    <a:lnTo>
                      <a:pt x="952441" y="1529393"/>
                    </a:lnTo>
                    <a:lnTo>
                      <a:pt x="951415" y="1536569"/>
                    </a:lnTo>
                    <a:lnTo>
                      <a:pt x="957572" y="1534524"/>
                    </a:lnTo>
                    <a:lnTo>
                      <a:pt x="965774" y="1529393"/>
                    </a:lnTo>
                    <a:lnTo>
                      <a:pt x="970905" y="1534524"/>
                    </a:lnTo>
                    <a:lnTo>
                      <a:pt x="969872" y="1542719"/>
                    </a:lnTo>
                    <a:lnTo>
                      <a:pt x="962696" y="1550921"/>
                    </a:lnTo>
                    <a:lnTo>
                      <a:pt x="963722" y="1556045"/>
                    </a:lnTo>
                    <a:lnTo>
                      <a:pt x="973977" y="1551947"/>
                    </a:lnTo>
                    <a:lnTo>
                      <a:pt x="978081" y="1544771"/>
                    </a:lnTo>
                    <a:lnTo>
                      <a:pt x="985257" y="1537595"/>
                    </a:lnTo>
                    <a:lnTo>
                      <a:pt x="991407" y="1539647"/>
                    </a:lnTo>
                    <a:lnTo>
                      <a:pt x="997564" y="1549895"/>
                    </a:lnTo>
                    <a:lnTo>
                      <a:pt x="1013969" y="1543745"/>
                    </a:lnTo>
                    <a:lnTo>
                      <a:pt x="1025249" y="1542719"/>
                    </a:lnTo>
                    <a:lnTo>
                      <a:pt x="1024223" y="1535550"/>
                    </a:lnTo>
                    <a:lnTo>
                      <a:pt x="1034478" y="1529400"/>
                    </a:lnTo>
                    <a:lnTo>
                      <a:pt x="1041661" y="1534524"/>
                    </a:lnTo>
                    <a:lnTo>
                      <a:pt x="1064215" y="1550921"/>
                    </a:lnTo>
                    <a:lnTo>
                      <a:pt x="1076522" y="1551947"/>
                    </a:lnTo>
                    <a:lnTo>
                      <a:pt x="1093960" y="1547850"/>
                    </a:lnTo>
                    <a:lnTo>
                      <a:pt x="1101136" y="1543745"/>
                    </a:lnTo>
                    <a:lnTo>
                      <a:pt x="1110364" y="1540674"/>
                    </a:lnTo>
                    <a:lnTo>
                      <a:pt x="1116514" y="1536576"/>
                    </a:lnTo>
                    <a:lnTo>
                      <a:pt x="1139082" y="1536576"/>
                    </a:lnTo>
                    <a:lnTo>
                      <a:pt x="1139075" y="1545797"/>
                    </a:lnTo>
                    <a:lnTo>
                      <a:pt x="1139075" y="1556045"/>
                    </a:lnTo>
                    <a:lnTo>
                      <a:pt x="1137030" y="1564247"/>
                    </a:lnTo>
                    <a:lnTo>
                      <a:pt x="1133952" y="1606271"/>
                    </a:lnTo>
                    <a:lnTo>
                      <a:pt x="1129847" y="1615493"/>
                    </a:lnTo>
                    <a:lnTo>
                      <a:pt x="1128417" y="1620856"/>
                    </a:lnTo>
                    <a:lnTo>
                      <a:pt x="1125742" y="1630864"/>
                    </a:lnTo>
                    <a:lnTo>
                      <a:pt x="1122671" y="1640093"/>
                    </a:lnTo>
                    <a:lnTo>
                      <a:pt x="1116514" y="1651366"/>
                    </a:lnTo>
                    <a:lnTo>
                      <a:pt x="1113949" y="1660075"/>
                    </a:lnTo>
                    <a:lnTo>
                      <a:pt x="1107799" y="1672375"/>
                    </a:lnTo>
                    <a:lnTo>
                      <a:pt x="1101136" y="1680064"/>
                    </a:lnTo>
                    <a:lnTo>
                      <a:pt x="1077548" y="1684162"/>
                    </a:lnTo>
                    <a:lnTo>
                      <a:pt x="1067294" y="1682116"/>
                    </a:lnTo>
                    <a:lnTo>
                      <a:pt x="1062464" y="1683320"/>
                    </a:lnTo>
                    <a:lnTo>
                      <a:pt x="1061397" y="1684675"/>
                    </a:lnTo>
                    <a:lnTo>
                      <a:pt x="1060357" y="1683847"/>
                    </a:lnTo>
                    <a:lnTo>
                      <a:pt x="1054987" y="1685188"/>
                    </a:lnTo>
                    <a:lnTo>
                      <a:pt x="1040628" y="1674940"/>
                    </a:lnTo>
                    <a:lnTo>
                      <a:pt x="1027302" y="1673914"/>
                    </a:lnTo>
                    <a:lnTo>
                      <a:pt x="1019099" y="1680064"/>
                    </a:lnTo>
                    <a:lnTo>
                      <a:pt x="1012943" y="1681090"/>
                    </a:lnTo>
                    <a:lnTo>
                      <a:pt x="1003714" y="1688259"/>
                    </a:lnTo>
                    <a:lnTo>
                      <a:pt x="989362" y="1689286"/>
                    </a:lnTo>
                    <a:lnTo>
                      <a:pt x="964748" y="1682109"/>
                    </a:lnTo>
                    <a:lnTo>
                      <a:pt x="942187" y="1676986"/>
                    </a:lnTo>
                    <a:lnTo>
                      <a:pt x="924756" y="1675959"/>
                    </a:lnTo>
                    <a:lnTo>
                      <a:pt x="915528" y="1680064"/>
                    </a:lnTo>
                    <a:lnTo>
                      <a:pt x="906293" y="1667757"/>
                    </a:lnTo>
                    <a:lnTo>
                      <a:pt x="889888" y="1662633"/>
                    </a:lnTo>
                    <a:lnTo>
                      <a:pt x="873477" y="1655464"/>
                    </a:lnTo>
                    <a:lnTo>
                      <a:pt x="871424" y="1644190"/>
                    </a:lnTo>
                    <a:lnTo>
                      <a:pt x="850409" y="1640086"/>
                    </a:lnTo>
                    <a:lnTo>
                      <a:pt x="831946" y="1643164"/>
                    </a:lnTo>
                    <a:lnTo>
                      <a:pt x="804260" y="1658536"/>
                    </a:lnTo>
                    <a:lnTo>
                      <a:pt x="802721" y="1675446"/>
                    </a:lnTo>
                    <a:lnTo>
                      <a:pt x="810411" y="1687746"/>
                    </a:lnTo>
                    <a:lnTo>
                      <a:pt x="802721" y="1698507"/>
                    </a:lnTo>
                    <a:lnTo>
                      <a:pt x="785804" y="1707729"/>
                    </a:lnTo>
                    <a:lnTo>
                      <a:pt x="747344" y="1686207"/>
                    </a:lnTo>
                    <a:lnTo>
                      <a:pt x="711970" y="1680057"/>
                    </a:lnTo>
                    <a:lnTo>
                      <a:pt x="698124" y="1650847"/>
                    </a:lnTo>
                    <a:lnTo>
                      <a:pt x="687356" y="1649307"/>
                    </a:lnTo>
                    <a:lnTo>
                      <a:pt x="673510" y="1644697"/>
                    </a:lnTo>
                    <a:lnTo>
                      <a:pt x="642747" y="1644697"/>
                    </a:lnTo>
                    <a:lnTo>
                      <a:pt x="619166" y="1633676"/>
                    </a:lnTo>
                    <a:lnTo>
                      <a:pt x="602755" y="1626247"/>
                    </a:lnTo>
                    <a:lnTo>
                      <a:pt x="593526" y="1618557"/>
                    </a:lnTo>
                    <a:lnTo>
                      <a:pt x="590448" y="1604725"/>
                    </a:lnTo>
                    <a:lnTo>
                      <a:pt x="608911" y="1589347"/>
                    </a:lnTo>
                    <a:lnTo>
                      <a:pt x="608911" y="1573975"/>
                    </a:lnTo>
                    <a:lnTo>
                      <a:pt x="599683" y="1560143"/>
                    </a:lnTo>
                    <a:lnTo>
                      <a:pt x="599683" y="1549375"/>
                    </a:lnTo>
                    <a:lnTo>
                      <a:pt x="607885" y="1540667"/>
                    </a:lnTo>
                    <a:lnTo>
                      <a:pt x="603781" y="1534517"/>
                    </a:lnTo>
                    <a:lnTo>
                      <a:pt x="593526" y="1534517"/>
                    </a:lnTo>
                    <a:lnTo>
                      <a:pt x="586350" y="1528367"/>
                    </a:lnTo>
                    <a:lnTo>
                      <a:pt x="570965" y="1530412"/>
                    </a:lnTo>
                    <a:lnTo>
                      <a:pt x="562762" y="1537588"/>
                    </a:lnTo>
                    <a:lnTo>
                      <a:pt x="546358" y="1539641"/>
                    </a:lnTo>
                    <a:lnTo>
                      <a:pt x="529947" y="1534517"/>
                    </a:lnTo>
                    <a:lnTo>
                      <a:pt x="505340" y="1538614"/>
                    </a:lnTo>
                    <a:lnTo>
                      <a:pt x="489955" y="1540667"/>
                    </a:lnTo>
                    <a:lnTo>
                      <a:pt x="475596" y="1540667"/>
                    </a:lnTo>
                    <a:lnTo>
                      <a:pt x="465341" y="1538614"/>
                    </a:lnTo>
                    <a:lnTo>
                      <a:pt x="440735" y="1540660"/>
                    </a:lnTo>
                    <a:lnTo>
                      <a:pt x="430480" y="1545791"/>
                    </a:lnTo>
                    <a:lnTo>
                      <a:pt x="408945" y="1546810"/>
                    </a:lnTo>
                    <a:lnTo>
                      <a:pt x="393560" y="1551934"/>
                    </a:lnTo>
                    <a:lnTo>
                      <a:pt x="382279" y="1558084"/>
                    </a:lnTo>
                    <a:lnTo>
                      <a:pt x="366900" y="1571410"/>
                    </a:lnTo>
                    <a:lnTo>
                      <a:pt x="358698" y="1574481"/>
                    </a:lnTo>
                    <a:lnTo>
                      <a:pt x="344339" y="1581658"/>
                    </a:lnTo>
                    <a:lnTo>
                      <a:pt x="336137" y="1589860"/>
                    </a:lnTo>
                    <a:lnTo>
                      <a:pt x="321778" y="1587808"/>
                    </a:lnTo>
                    <a:lnTo>
                      <a:pt x="314601" y="1584736"/>
                    </a:lnTo>
                    <a:lnTo>
                      <a:pt x="292040" y="1585755"/>
                    </a:lnTo>
                    <a:lnTo>
                      <a:pt x="276655" y="1583710"/>
                    </a:lnTo>
                    <a:lnTo>
                      <a:pt x="271531" y="1579605"/>
                    </a:lnTo>
                    <a:lnTo>
                      <a:pt x="263322" y="1576534"/>
                    </a:lnTo>
                    <a:lnTo>
                      <a:pt x="262303" y="1571410"/>
                    </a:lnTo>
                    <a:lnTo>
                      <a:pt x="255120" y="1567305"/>
                    </a:lnTo>
                    <a:lnTo>
                      <a:pt x="244865" y="1574481"/>
                    </a:lnTo>
                    <a:lnTo>
                      <a:pt x="244865" y="1585755"/>
                    </a:lnTo>
                    <a:lnTo>
                      <a:pt x="228461" y="1604205"/>
                    </a:lnTo>
                    <a:lnTo>
                      <a:pt x="227435" y="1615479"/>
                    </a:lnTo>
                    <a:lnTo>
                      <a:pt x="214102" y="1623681"/>
                    </a:lnTo>
                    <a:lnTo>
                      <a:pt x="199743" y="1628805"/>
                    </a:lnTo>
                    <a:lnTo>
                      <a:pt x="176162" y="1646229"/>
                    </a:lnTo>
                    <a:lnTo>
                      <a:pt x="173084" y="1652379"/>
                    </a:lnTo>
                    <a:lnTo>
                      <a:pt x="170005" y="1665698"/>
                    </a:lnTo>
                    <a:lnTo>
                      <a:pt x="163855" y="1682096"/>
                    </a:lnTo>
                    <a:lnTo>
                      <a:pt x="164881" y="1713872"/>
                    </a:lnTo>
                    <a:lnTo>
                      <a:pt x="156679" y="1729250"/>
                    </a:lnTo>
                    <a:lnTo>
                      <a:pt x="143339" y="1744622"/>
                    </a:lnTo>
                    <a:lnTo>
                      <a:pt x="132066" y="1751791"/>
                    </a:lnTo>
                    <a:lnTo>
                      <a:pt x="120682" y="1761163"/>
                    </a:lnTo>
                    <a:lnTo>
                      <a:pt x="115654" y="1764091"/>
                    </a:lnTo>
                    <a:lnTo>
                      <a:pt x="104374" y="1765117"/>
                    </a:lnTo>
                    <a:lnTo>
                      <a:pt x="92067" y="1771267"/>
                    </a:lnTo>
                    <a:lnTo>
                      <a:pt x="76689" y="1795867"/>
                    </a:lnTo>
                    <a:lnTo>
                      <a:pt x="72584" y="1803036"/>
                    </a:lnTo>
                    <a:lnTo>
                      <a:pt x="66434" y="1805089"/>
                    </a:lnTo>
                    <a:lnTo>
                      <a:pt x="55153" y="1818415"/>
                    </a:lnTo>
                    <a:lnTo>
                      <a:pt x="48996" y="1837884"/>
                    </a:lnTo>
                    <a:lnTo>
                      <a:pt x="34637" y="1857360"/>
                    </a:lnTo>
                    <a:lnTo>
                      <a:pt x="17207" y="1887084"/>
                    </a:lnTo>
                    <a:lnTo>
                      <a:pt x="3764" y="1917724"/>
                    </a:lnTo>
                    <a:lnTo>
                      <a:pt x="7465" y="1927568"/>
                    </a:lnTo>
                    <a:lnTo>
                      <a:pt x="12083" y="1932179"/>
                    </a:lnTo>
                    <a:lnTo>
                      <a:pt x="19772" y="1947550"/>
                    </a:lnTo>
                    <a:lnTo>
                      <a:pt x="18233" y="1962929"/>
                    </a:lnTo>
                    <a:lnTo>
                      <a:pt x="27461" y="1993679"/>
                    </a:lnTo>
                    <a:lnTo>
                      <a:pt x="27461" y="1999829"/>
                    </a:lnTo>
                    <a:lnTo>
                      <a:pt x="21311" y="2021350"/>
                    </a:lnTo>
                    <a:lnTo>
                      <a:pt x="13615" y="2049022"/>
                    </a:lnTo>
                    <a:lnTo>
                      <a:pt x="5926" y="2062861"/>
                    </a:lnTo>
                    <a:lnTo>
                      <a:pt x="8998" y="2078232"/>
                    </a:lnTo>
                    <a:lnTo>
                      <a:pt x="14005" y="2087242"/>
                    </a:lnTo>
                    <a:lnTo>
                      <a:pt x="16694" y="2092072"/>
                    </a:lnTo>
                    <a:lnTo>
                      <a:pt x="10537" y="2113593"/>
                    </a:lnTo>
                    <a:lnTo>
                      <a:pt x="18233" y="2122822"/>
                    </a:lnTo>
                    <a:lnTo>
                      <a:pt x="25922" y="2125893"/>
                    </a:lnTo>
                    <a:lnTo>
                      <a:pt x="39768" y="2133582"/>
                    </a:lnTo>
                    <a:lnTo>
                      <a:pt x="45918" y="2144343"/>
                    </a:lnTo>
                    <a:lnTo>
                      <a:pt x="50536" y="2150493"/>
                    </a:lnTo>
                    <a:lnTo>
                      <a:pt x="82831" y="2185854"/>
                    </a:lnTo>
                    <a:lnTo>
                      <a:pt x="92060" y="2204304"/>
                    </a:lnTo>
                    <a:lnTo>
                      <a:pt x="98217" y="2225825"/>
                    </a:lnTo>
                    <a:lnTo>
                      <a:pt x="130519" y="2238125"/>
                    </a:lnTo>
                    <a:lnTo>
                      <a:pt x="152055" y="2258107"/>
                    </a:lnTo>
                    <a:lnTo>
                      <a:pt x="176661" y="2281175"/>
                    </a:lnTo>
                    <a:lnTo>
                      <a:pt x="205886" y="2291936"/>
                    </a:lnTo>
                    <a:lnTo>
                      <a:pt x="230500" y="2288857"/>
                    </a:lnTo>
                    <a:lnTo>
                      <a:pt x="259724" y="2281175"/>
                    </a:lnTo>
                    <a:lnTo>
                      <a:pt x="285877" y="2276564"/>
                    </a:lnTo>
                    <a:lnTo>
                      <a:pt x="316640" y="2276564"/>
                    </a:lnTo>
                    <a:lnTo>
                      <a:pt x="327408" y="2281175"/>
                    </a:lnTo>
                    <a:lnTo>
                      <a:pt x="373557" y="2264264"/>
                    </a:lnTo>
                    <a:lnTo>
                      <a:pt x="387656" y="2259394"/>
                    </a:lnTo>
                    <a:lnTo>
                      <a:pt x="410470" y="2251964"/>
                    </a:lnTo>
                    <a:lnTo>
                      <a:pt x="436623" y="2248893"/>
                    </a:lnTo>
                    <a:lnTo>
                      <a:pt x="461230" y="2248893"/>
                    </a:lnTo>
                    <a:lnTo>
                      <a:pt x="488915" y="2271953"/>
                    </a:lnTo>
                    <a:lnTo>
                      <a:pt x="495072" y="2285786"/>
                    </a:lnTo>
                    <a:lnTo>
                      <a:pt x="507379" y="2288864"/>
                    </a:lnTo>
                    <a:lnTo>
                      <a:pt x="555060" y="2290403"/>
                    </a:lnTo>
                    <a:lnTo>
                      <a:pt x="571984" y="2302703"/>
                    </a:lnTo>
                    <a:lnTo>
                      <a:pt x="584284" y="2318075"/>
                    </a:lnTo>
                    <a:lnTo>
                      <a:pt x="584284" y="2338064"/>
                    </a:lnTo>
                    <a:lnTo>
                      <a:pt x="579284" y="2356986"/>
                    </a:lnTo>
                    <a:lnTo>
                      <a:pt x="576595" y="2368807"/>
                    </a:lnTo>
                    <a:lnTo>
                      <a:pt x="578134" y="2381107"/>
                    </a:lnTo>
                    <a:lnTo>
                      <a:pt x="567367" y="2407246"/>
                    </a:lnTo>
                    <a:lnTo>
                      <a:pt x="581206" y="2431846"/>
                    </a:lnTo>
                    <a:lnTo>
                      <a:pt x="598130" y="2448757"/>
                    </a:lnTo>
                    <a:lnTo>
                      <a:pt x="621198" y="2484117"/>
                    </a:lnTo>
                    <a:lnTo>
                      <a:pt x="625815" y="2497950"/>
                    </a:lnTo>
                    <a:lnTo>
                      <a:pt x="635817" y="2507944"/>
                    </a:lnTo>
                    <a:lnTo>
                      <a:pt x="645811" y="2517939"/>
                    </a:lnTo>
                    <a:lnTo>
                      <a:pt x="644272" y="2528700"/>
                    </a:lnTo>
                    <a:lnTo>
                      <a:pt x="651961" y="2545610"/>
                    </a:lnTo>
                    <a:lnTo>
                      <a:pt x="659657" y="2557910"/>
                    </a:lnTo>
                    <a:lnTo>
                      <a:pt x="659657" y="2597882"/>
                    </a:lnTo>
                    <a:lnTo>
                      <a:pt x="665807" y="2616332"/>
                    </a:lnTo>
                    <a:lnTo>
                      <a:pt x="671957" y="2637853"/>
                    </a:lnTo>
                    <a:lnTo>
                      <a:pt x="659650" y="2662453"/>
                    </a:lnTo>
                    <a:lnTo>
                      <a:pt x="647351" y="2670142"/>
                    </a:lnTo>
                    <a:lnTo>
                      <a:pt x="628887" y="2723953"/>
                    </a:lnTo>
                    <a:lnTo>
                      <a:pt x="625815" y="2743935"/>
                    </a:lnTo>
                    <a:lnTo>
                      <a:pt x="627348" y="2763924"/>
                    </a:lnTo>
                    <a:lnTo>
                      <a:pt x="631965" y="2790057"/>
                    </a:lnTo>
                    <a:lnTo>
                      <a:pt x="641194" y="2803896"/>
                    </a:lnTo>
                    <a:lnTo>
                      <a:pt x="642733" y="2813117"/>
                    </a:lnTo>
                    <a:lnTo>
                      <a:pt x="675029" y="2871539"/>
                    </a:lnTo>
                    <a:lnTo>
                      <a:pt x="678107" y="2886910"/>
                    </a:lnTo>
                    <a:lnTo>
                      <a:pt x="685797" y="2929960"/>
                    </a:lnTo>
                    <a:lnTo>
                      <a:pt x="693486" y="2957632"/>
                    </a:lnTo>
                    <a:lnTo>
                      <a:pt x="704260" y="2989921"/>
                    </a:lnTo>
                    <a:lnTo>
                      <a:pt x="713488" y="3009903"/>
                    </a:lnTo>
                    <a:lnTo>
                      <a:pt x="724249" y="3025281"/>
                    </a:lnTo>
                    <a:lnTo>
                      <a:pt x="728867" y="3037581"/>
                    </a:lnTo>
                    <a:lnTo>
                      <a:pt x="739635" y="3060642"/>
                    </a:lnTo>
                    <a:lnTo>
                      <a:pt x="758091" y="3086774"/>
                    </a:lnTo>
                    <a:lnTo>
                      <a:pt x="768859" y="3117524"/>
                    </a:lnTo>
                    <a:lnTo>
                      <a:pt x="767320" y="3134435"/>
                    </a:lnTo>
                    <a:lnTo>
                      <a:pt x="762709" y="3142124"/>
                    </a:lnTo>
                    <a:lnTo>
                      <a:pt x="764241" y="3152885"/>
                    </a:lnTo>
                    <a:lnTo>
                      <a:pt x="799622" y="3185167"/>
                    </a:lnTo>
                    <a:lnTo>
                      <a:pt x="813468" y="3182096"/>
                    </a:lnTo>
                    <a:lnTo>
                      <a:pt x="824236" y="3172874"/>
                    </a:lnTo>
                    <a:lnTo>
                      <a:pt x="850382" y="3168263"/>
                    </a:lnTo>
                    <a:lnTo>
                      <a:pt x="871917" y="3165185"/>
                    </a:lnTo>
                    <a:lnTo>
                      <a:pt x="913448" y="3166724"/>
                    </a:lnTo>
                    <a:lnTo>
                      <a:pt x="921138" y="3162113"/>
                    </a:lnTo>
                    <a:lnTo>
                      <a:pt x="938062" y="3159035"/>
                    </a:lnTo>
                    <a:lnTo>
                      <a:pt x="961136" y="3142124"/>
                    </a:lnTo>
                    <a:lnTo>
                      <a:pt x="990361" y="3120603"/>
                    </a:lnTo>
                    <a:lnTo>
                      <a:pt x="1001128" y="3106764"/>
                    </a:lnTo>
                    <a:lnTo>
                      <a:pt x="1022664" y="3082170"/>
                    </a:lnTo>
                    <a:lnTo>
                      <a:pt x="1027281" y="3063720"/>
                    </a:lnTo>
                    <a:lnTo>
                      <a:pt x="1050349" y="3032971"/>
                    </a:lnTo>
                    <a:lnTo>
                      <a:pt x="1065734" y="3016060"/>
                    </a:lnTo>
                    <a:lnTo>
                      <a:pt x="1065734" y="3000688"/>
                    </a:lnTo>
                    <a:lnTo>
                      <a:pt x="1071884" y="2989928"/>
                    </a:lnTo>
                    <a:lnTo>
                      <a:pt x="1072404" y="2980699"/>
                    </a:lnTo>
                    <a:lnTo>
                      <a:pt x="1073423" y="2969938"/>
                    </a:lnTo>
                    <a:lnTo>
                      <a:pt x="1068812" y="2962249"/>
                    </a:lnTo>
                    <a:lnTo>
                      <a:pt x="1079580" y="2946878"/>
                    </a:lnTo>
                    <a:lnTo>
                      <a:pt x="1121111" y="2934578"/>
                    </a:lnTo>
                    <a:lnTo>
                      <a:pt x="1128800" y="2905367"/>
                    </a:lnTo>
                    <a:lnTo>
                      <a:pt x="1125729" y="2862324"/>
                    </a:lnTo>
                    <a:lnTo>
                      <a:pt x="1113422" y="2825424"/>
                    </a:lnTo>
                    <a:lnTo>
                      <a:pt x="1113422" y="2811585"/>
                    </a:lnTo>
                    <a:lnTo>
                      <a:pt x="1134957" y="2796213"/>
                    </a:lnTo>
                    <a:lnTo>
                      <a:pt x="1144186" y="2792116"/>
                    </a:lnTo>
                    <a:lnTo>
                      <a:pt x="1154953" y="2779303"/>
                    </a:lnTo>
                    <a:lnTo>
                      <a:pt x="1174949" y="2762392"/>
                    </a:lnTo>
                    <a:lnTo>
                      <a:pt x="1211870" y="2750092"/>
                    </a:lnTo>
                    <a:lnTo>
                      <a:pt x="1241094" y="2711660"/>
                    </a:lnTo>
                    <a:lnTo>
                      <a:pt x="1242633" y="2665538"/>
                    </a:lnTo>
                    <a:lnTo>
                      <a:pt x="1238022" y="2644017"/>
                    </a:lnTo>
                    <a:lnTo>
                      <a:pt x="1236483" y="2605578"/>
                    </a:lnTo>
                    <a:lnTo>
                      <a:pt x="1211870" y="2579446"/>
                    </a:lnTo>
                    <a:lnTo>
                      <a:pt x="1210330" y="2551767"/>
                    </a:lnTo>
                    <a:lnTo>
                      <a:pt x="1214948" y="2528707"/>
                    </a:lnTo>
                    <a:lnTo>
                      <a:pt x="1201102" y="2516407"/>
                    </a:lnTo>
                    <a:lnTo>
                      <a:pt x="1199570" y="2505646"/>
                    </a:lnTo>
                    <a:lnTo>
                      <a:pt x="1214948" y="2479514"/>
                    </a:lnTo>
                    <a:lnTo>
                      <a:pt x="1224176" y="2457985"/>
                    </a:lnTo>
                    <a:lnTo>
                      <a:pt x="1228794" y="2441074"/>
                    </a:lnTo>
                    <a:lnTo>
                      <a:pt x="1244172" y="2436464"/>
                    </a:lnTo>
                    <a:lnTo>
                      <a:pt x="1244172" y="2427242"/>
                    </a:lnTo>
                    <a:lnTo>
                      <a:pt x="1254940" y="2422631"/>
                    </a:lnTo>
                    <a:lnTo>
                      <a:pt x="1265632" y="2409360"/>
                    </a:lnTo>
                    <a:lnTo>
                      <a:pt x="1287243" y="2384192"/>
                    </a:lnTo>
                    <a:lnTo>
                      <a:pt x="1298010" y="2368821"/>
                    </a:lnTo>
                    <a:lnTo>
                      <a:pt x="1322624" y="2350371"/>
                    </a:lnTo>
                    <a:lnTo>
                      <a:pt x="1348777" y="2330389"/>
                    </a:lnTo>
                    <a:lnTo>
                      <a:pt x="1368773" y="2321160"/>
                    </a:lnTo>
                    <a:lnTo>
                      <a:pt x="1385690" y="2301178"/>
                    </a:lnTo>
                    <a:lnTo>
                      <a:pt x="1407226" y="2270428"/>
                    </a:lnTo>
                    <a:lnTo>
                      <a:pt x="1414915" y="2256596"/>
                    </a:lnTo>
                    <a:lnTo>
                      <a:pt x="1424150" y="2239678"/>
                    </a:lnTo>
                    <a:lnTo>
                      <a:pt x="1428761" y="2227385"/>
                    </a:lnTo>
                    <a:lnTo>
                      <a:pt x="1456453" y="2190485"/>
                    </a:lnTo>
                    <a:lnTo>
                      <a:pt x="1462603" y="2165885"/>
                    </a:lnTo>
                    <a:lnTo>
                      <a:pt x="1465681" y="2128992"/>
                    </a:lnTo>
                    <a:lnTo>
                      <a:pt x="1459524" y="2121303"/>
                    </a:lnTo>
                    <a:lnTo>
                      <a:pt x="1453374" y="2121303"/>
                    </a:lnTo>
                    <a:lnTo>
                      <a:pt x="1441067" y="2128985"/>
                    </a:lnTo>
                    <a:lnTo>
                      <a:pt x="1411843" y="2136674"/>
                    </a:lnTo>
                    <a:lnTo>
                      <a:pt x="1405693" y="2141285"/>
                    </a:lnTo>
                    <a:lnTo>
                      <a:pt x="1388769" y="2141285"/>
                    </a:lnTo>
                    <a:lnTo>
                      <a:pt x="1371851" y="2148974"/>
                    </a:lnTo>
                    <a:lnTo>
                      <a:pt x="1341088" y="2155124"/>
                    </a:lnTo>
                    <a:lnTo>
                      <a:pt x="1330320" y="2159735"/>
                    </a:lnTo>
                    <a:lnTo>
                      <a:pt x="1316474" y="2156664"/>
                    </a:lnTo>
                    <a:lnTo>
                      <a:pt x="1299556" y="2139746"/>
                    </a:lnTo>
                    <a:lnTo>
                      <a:pt x="1285710" y="2128985"/>
                    </a:lnTo>
                    <a:lnTo>
                      <a:pt x="1302628" y="2119764"/>
                    </a:lnTo>
                    <a:lnTo>
                      <a:pt x="1298017" y="2110535"/>
                    </a:lnTo>
                    <a:lnTo>
                      <a:pt x="1291867" y="2104385"/>
                    </a:lnTo>
                    <a:lnTo>
                      <a:pt x="1284171" y="2104385"/>
                    </a:lnTo>
                    <a:lnTo>
                      <a:pt x="1256486" y="2072103"/>
                    </a:lnTo>
                    <a:lnTo>
                      <a:pt x="1228801" y="2053653"/>
                    </a:lnTo>
                    <a:lnTo>
                      <a:pt x="1218033" y="2049042"/>
                    </a:lnTo>
                    <a:lnTo>
                      <a:pt x="1204187" y="2019832"/>
                    </a:lnTo>
                    <a:lnTo>
                      <a:pt x="1196498" y="1992153"/>
                    </a:lnTo>
                    <a:lnTo>
                      <a:pt x="1164195" y="1961410"/>
                    </a:lnTo>
                    <a:lnTo>
                      <a:pt x="1164195" y="1946032"/>
                    </a:lnTo>
                    <a:lnTo>
                      <a:pt x="1162656" y="1909139"/>
                    </a:lnTo>
                    <a:lnTo>
                      <a:pt x="1153428" y="1892228"/>
                    </a:lnTo>
                    <a:lnTo>
                      <a:pt x="1130353" y="1873778"/>
                    </a:lnTo>
                    <a:lnTo>
                      <a:pt x="1125742" y="1846100"/>
                    </a:lnTo>
                    <a:lnTo>
                      <a:pt x="1110364" y="1815357"/>
                    </a:lnTo>
                    <a:lnTo>
                      <a:pt x="1099597" y="1789218"/>
                    </a:lnTo>
                    <a:lnTo>
                      <a:pt x="1087290" y="1769228"/>
                    </a:lnTo>
                    <a:lnTo>
                      <a:pt x="1084211" y="1756935"/>
                    </a:lnTo>
                    <a:lnTo>
                      <a:pt x="1065755" y="1740025"/>
                    </a:lnTo>
                    <a:lnTo>
                      <a:pt x="1062676" y="1713885"/>
                    </a:lnTo>
                    <a:lnTo>
                      <a:pt x="1065399" y="1705738"/>
                    </a:lnTo>
                    <a:lnTo>
                      <a:pt x="1066527" y="1705430"/>
                    </a:lnTo>
                    <a:lnTo>
                      <a:pt x="1071904" y="1710814"/>
                    </a:lnTo>
                    <a:lnTo>
                      <a:pt x="1073444" y="1730796"/>
                    </a:lnTo>
                    <a:lnTo>
                      <a:pt x="1084211" y="1746175"/>
                    </a:lnTo>
                    <a:lnTo>
                      <a:pt x="1098057" y="1761546"/>
                    </a:lnTo>
                    <a:lnTo>
                      <a:pt x="1107286" y="1757962"/>
                    </a:lnTo>
                    <a:lnTo>
                      <a:pt x="1107286" y="1745662"/>
                    </a:lnTo>
                    <a:lnTo>
                      <a:pt x="1113436" y="1717990"/>
                    </a:lnTo>
                    <a:lnTo>
                      <a:pt x="1116514" y="1718496"/>
                    </a:lnTo>
                    <a:lnTo>
                      <a:pt x="1116514" y="1730283"/>
                    </a:lnTo>
                    <a:lnTo>
                      <a:pt x="1115488" y="1758981"/>
                    </a:lnTo>
                    <a:lnTo>
                      <a:pt x="1127795" y="1762059"/>
                    </a:lnTo>
                    <a:lnTo>
                      <a:pt x="1129847" y="1767183"/>
                    </a:lnTo>
                    <a:lnTo>
                      <a:pt x="1143180" y="1792809"/>
                    </a:lnTo>
                    <a:lnTo>
                      <a:pt x="1147278" y="1805109"/>
                    </a:lnTo>
                    <a:lnTo>
                      <a:pt x="1161637" y="1818428"/>
                    </a:lnTo>
                    <a:lnTo>
                      <a:pt x="1162656" y="1837904"/>
                    </a:lnTo>
                    <a:lnTo>
                      <a:pt x="1173943" y="1852257"/>
                    </a:lnTo>
                    <a:lnTo>
                      <a:pt x="1185217" y="1859426"/>
                    </a:lnTo>
                    <a:lnTo>
                      <a:pt x="1196498" y="1869674"/>
                    </a:lnTo>
                    <a:lnTo>
                      <a:pt x="1205726" y="1883000"/>
                    </a:lnTo>
                    <a:lnTo>
                      <a:pt x="1205726" y="1908626"/>
                    </a:lnTo>
                    <a:lnTo>
                      <a:pt x="1213935" y="1925023"/>
                    </a:lnTo>
                    <a:lnTo>
                      <a:pt x="1226235" y="1940402"/>
                    </a:lnTo>
                    <a:lnTo>
                      <a:pt x="1240595" y="1947571"/>
                    </a:lnTo>
                    <a:lnTo>
                      <a:pt x="1243673" y="1956799"/>
                    </a:lnTo>
                    <a:lnTo>
                      <a:pt x="1254947" y="1985497"/>
                    </a:lnTo>
                    <a:lnTo>
                      <a:pt x="1267254" y="1994719"/>
                    </a:lnTo>
                    <a:lnTo>
                      <a:pt x="1281613" y="2014195"/>
                    </a:lnTo>
                    <a:lnTo>
                      <a:pt x="1281613" y="2026495"/>
                    </a:lnTo>
                    <a:lnTo>
                      <a:pt x="1284684" y="2046990"/>
                    </a:lnTo>
                    <a:lnTo>
                      <a:pt x="1283658" y="2056218"/>
                    </a:lnTo>
                    <a:lnTo>
                      <a:pt x="1294946" y="2078766"/>
                    </a:lnTo>
                    <a:lnTo>
                      <a:pt x="1295965" y="2099261"/>
                    </a:lnTo>
                    <a:lnTo>
                      <a:pt x="1306219" y="2105411"/>
                    </a:lnTo>
                    <a:lnTo>
                      <a:pt x="1310324" y="2110542"/>
                    </a:lnTo>
                    <a:lnTo>
                      <a:pt x="1340061" y="2104392"/>
                    </a:lnTo>
                    <a:lnTo>
                      <a:pt x="1348264" y="2094138"/>
                    </a:lnTo>
                    <a:lnTo>
                      <a:pt x="1364675" y="2094138"/>
                    </a:lnTo>
                    <a:lnTo>
                      <a:pt x="1374929" y="2089014"/>
                    </a:lnTo>
                    <a:lnTo>
                      <a:pt x="1414922" y="2076721"/>
                    </a:lnTo>
                    <a:lnTo>
                      <a:pt x="1418000" y="2069544"/>
                    </a:lnTo>
                    <a:lnTo>
                      <a:pt x="1429281" y="2064421"/>
                    </a:lnTo>
                    <a:lnTo>
                      <a:pt x="1436457" y="2060323"/>
                    </a:lnTo>
                    <a:lnTo>
                      <a:pt x="1454914" y="2057245"/>
                    </a:lnTo>
                    <a:lnTo>
                      <a:pt x="1467220" y="2051095"/>
                    </a:lnTo>
                    <a:lnTo>
                      <a:pt x="1484651" y="2046997"/>
                    </a:lnTo>
                    <a:lnTo>
                      <a:pt x="1492860" y="2038795"/>
                    </a:lnTo>
                    <a:lnTo>
                      <a:pt x="1492860" y="2034697"/>
                    </a:lnTo>
                    <a:lnTo>
                      <a:pt x="1505680" y="2019319"/>
                    </a:lnTo>
                    <a:lnTo>
                      <a:pt x="1523624" y="2013175"/>
                    </a:lnTo>
                    <a:lnTo>
                      <a:pt x="1555413" y="2010097"/>
                    </a:lnTo>
                    <a:lnTo>
                      <a:pt x="1560537" y="1996771"/>
                    </a:lnTo>
                    <a:lnTo>
                      <a:pt x="1577975" y="1992673"/>
                    </a:lnTo>
                    <a:lnTo>
                      <a:pt x="1587203" y="1987549"/>
                    </a:lnTo>
                    <a:lnTo>
                      <a:pt x="1587203" y="1978328"/>
                    </a:lnTo>
                    <a:lnTo>
                      <a:pt x="1606686" y="1961930"/>
                    </a:lnTo>
                    <a:lnTo>
                      <a:pt x="1609764" y="1948604"/>
                    </a:lnTo>
                    <a:lnTo>
                      <a:pt x="1620019" y="1935278"/>
                    </a:lnTo>
                    <a:lnTo>
                      <a:pt x="1629247" y="1931180"/>
                    </a:lnTo>
                    <a:lnTo>
                      <a:pt x="1648730" y="1910678"/>
                    </a:lnTo>
                    <a:lnTo>
                      <a:pt x="1658985" y="1894280"/>
                    </a:lnTo>
                    <a:lnTo>
                      <a:pt x="1653861" y="1884033"/>
                    </a:lnTo>
                    <a:lnTo>
                      <a:pt x="1644633" y="1881987"/>
                    </a:lnTo>
                    <a:lnTo>
                      <a:pt x="1630274" y="1866609"/>
                    </a:lnTo>
                    <a:lnTo>
                      <a:pt x="1626169" y="1858407"/>
                    </a:lnTo>
                    <a:lnTo>
                      <a:pt x="1609764" y="1856361"/>
                    </a:lnTo>
                    <a:lnTo>
                      <a:pt x="1591308" y="1848159"/>
                    </a:lnTo>
                    <a:lnTo>
                      <a:pt x="1585151" y="1837911"/>
                    </a:lnTo>
                    <a:lnTo>
                      <a:pt x="1581053" y="1826637"/>
                    </a:lnTo>
                    <a:lnTo>
                      <a:pt x="1582086" y="1818914"/>
                    </a:lnTo>
                    <a:lnTo>
                      <a:pt x="1583933" y="1805109"/>
                    </a:lnTo>
                    <a:lnTo>
                      <a:pt x="1579514" y="1802297"/>
                    </a:lnTo>
                    <a:lnTo>
                      <a:pt x="1575156" y="1803317"/>
                    </a:lnTo>
                    <a:lnTo>
                      <a:pt x="1568603" y="1810876"/>
                    </a:lnTo>
                    <a:lnTo>
                      <a:pt x="1558492" y="1822533"/>
                    </a:lnTo>
                    <a:lnTo>
                      <a:pt x="1536957" y="1838937"/>
                    </a:lnTo>
                    <a:lnTo>
                      <a:pt x="1526702" y="1851230"/>
                    </a:lnTo>
                    <a:lnTo>
                      <a:pt x="1507219" y="1854309"/>
                    </a:lnTo>
                    <a:lnTo>
                      <a:pt x="1496965" y="1854309"/>
                    </a:lnTo>
                    <a:lnTo>
                      <a:pt x="1483632" y="1852257"/>
                    </a:lnTo>
                    <a:lnTo>
                      <a:pt x="1475429" y="1844061"/>
                    </a:lnTo>
                    <a:lnTo>
                      <a:pt x="1479527" y="1826631"/>
                    </a:lnTo>
                    <a:lnTo>
                      <a:pt x="1476456" y="1802037"/>
                    </a:lnTo>
                    <a:lnTo>
                      <a:pt x="1466201" y="1799985"/>
                    </a:lnTo>
                    <a:lnTo>
                      <a:pt x="1462096" y="1807161"/>
                    </a:lnTo>
                    <a:lnTo>
                      <a:pt x="1466201" y="1819461"/>
                    </a:lnTo>
                    <a:lnTo>
                      <a:pt x="1461070" y="1830735"/>
                    </a:lnTo>
                    <a:lnTo>
                      <a:pt x="1442614" y="1808187"/>
                    </a:lnTo>
                    <a:lnTo>
                      <a:pt x="1444666" y="1789738"/>
                    </a:lnTo>
                    <a:lnTo>
                      <a:pt x="1437483" y="1785640"/>
                    </a:lnTo>
                    <a:lnTo>
                      <a:pt x="1425183" y="1758988"/>
                    </a:lnTo>
                    <a:lnTo>
                      <a:pt x="1413902" y="1753864"/>
                    </a:lnTo>
                    <a:lnTo>
                      <a:pt x="1411850" y="1744642"/>
                    </a:lnTo>
                    <a:lnTo>
                      <a:pt x="1402622" y="1736953"/>
                    </a:lnTo>
                    <a:lnTo>
                      <a:pt x="1394419" y="1726192"/>
                    </a:lnTo>
                    <a:lnTo>
                      <a:pt x="1394419" y="1720042"/>
                    </a:lnTo>
                    <a:lnTo>
                      <a:pt x="1401165" y="1713256"/>
                    </a:lnTo>
                    <a:lnTo>
                      <a:pt x="1408772" y="1704664"/>
                    </a:lnTo>
                    <a:lnTo>
                      <a:pt x="1420052" y="1700566"/>
                    </a:lnTo>
                    <a:lnTo>
                      <a:pt x="1446718" y="1702618"/>
                    </a:lnTo>
                    <a:lnTo>
                      <a:pt x="1448770" y="1713892"/>
                    </a:lnTo>
                    <a:lnTo>
                      <a:pt x="1462096" y="1729264"/>
                    </a:lnTo>
                    <a:lnTo>
                      <a:pt x="1468253" y="1740545"/>
                    </a:lnTo>
                    <a:lnTo>
                      <a:pt x="1470299" y="1750792"/>
                    </a:lnTo>
                    <a:lnTo>
                      <a:pt x="1485684" y="1762066"/>
                    </a:lnTo>
                    <a:lnTo>
                      <a:pt x="1494912" y="1763085"/>
                    </a:lnTo>
                    <a:lnTo>
                      <a:pt x="1509271" y="1779490"/>
                    </a:lnTo>
                    <a:lnTo>
                      <a:pt x="1519526" y="1781535"/>
                    </a:lnTo>
                    <a:lnTo>
                      <a:pt x="1525676" y="1785640"/>
                    </a:lnTo>
                    <a:lnTo>
                      <a:pt x="1568746" y="1786666"/>
                    </a:lnTo>
                    <a:lnTo>
                      <a:pt x="1581053" y="1775392"/>
                    </a:lnTo>
                    <a:lnTo>
                      <a:pt x="1587203" y="1774366"/>
                    </a:lnTo>
                    <a:lnTo>
                      <a:pt x="1595412" y="1780516"/>
                    </a:lnTo>
                    <a:lnTo>
                      <a:pt x="1599510" y="1795887"/>
                    </a:lnTo>
                    <a:lnTo>
                      <a:pt x="1600536" y="1804090"/>
                    </a:lnTo>
                    <a:lnTo>
                      <a:pt x="1610790" y="1810240"/>
                    </a:lnTo>
                    <a:lnTo>
                      <a:pt x="1631300" y="1815364"/>
                    </a:lnTo>
                    <a:lnTo>
                      <a:pt x="1644633" y="1819461"/>
                    </a:lnTo>
                    <a:lnTo>
                      <a:pt x="1660018" y="1817416"/>
                    </a:lnTo>
                    <a:lnTo>
                      <a:pt x="1673344" y="1819461"/>
                    </a:lnTo>
                    <a:lnTo>
                      <a:pt x="1686677" y="1820487"/>
                    </a:lnTo>
                    <a:lnTo>
                      <a:pt x="1692827" y="1824585"/>
                    </a:lnTo>
                    <a:lnTo>
                      <a:pt x="1699490" y="1821514"/>
                    </a:lnTo>
                    <a:lnTo>
                      <a:pt x="1703081" y="1823566"/>
                    </a:lnTo>
                    <a:lnTo>
                      <a:pt x="1712310" y="1827664"/>
                    </a:lnTo>
                    <a:lnTo>
                      <a:pt x="1743073" y="1825611"/>
                    </a:lnTo>
                    <a:lnTo>
                      <a:pt x="1752309" y="1823566"/>
                    </a:lnTo>
                    <a:lnTo>
                      <a:pt x="1781020" y="1825611"/>
                    </a:lnTo>
                    <a:lnTo>
                      <a:pt x="1790248" y="1822540"/>
                    </a:lnTo>
                    <a:lnTo>
                      <a:pt x="1807679" y="1823566"/>
                    </a:lnTo>
                    <a:lnTo>
                      <a:pt x="1811783" y="1828690"/>
                    </a:lnTo>
                    <a:lnTo>
                      <a:pt x="1814862" y="1843042"/>
                    </a:lnTo>
                    <a:lnTo>
                      <a:pt x="1823064" y="1848166"/>
                    </a:lnTo>
                    <a:lnTo>
                      <a:pt x="1825116" y="1854316"/>
                    </a:lnTo>
                    <a:lnTo>
                      <a:pt x="1836397" y="1859440"/>
                    </a:lnTo>
                    <a:lnTo>
                      <a:pt x="1840495" y="1864563"/>
                    </a:lnTo>
                    <a:lnTo>
                      <a:pt x="1846645" y="1866609"/>
                    </a:lnTo>
                    <a:lnTo>
                      <a:pt x="1847671" y="1875837"/>
                    </a:lnTo>
                    <a:lnTo>
                      <a:pt x="1853828" y="1881987"/>
                    </a:lnTo>
                    <a:lnTo>
                      <a:pt x="1869206" y="1881987"/>
                    </a:lnTo>
                    <a:lnTo>
                      <a:pt x="1884591" y="1877889"/>
                    </a:lnTo>
                    <a:lnTo>
                      <a:pt x="1876389" y="1888137"/>
                    </a:lnTo>
                    <a:lnTo>
                      <a:pt x="1866135" y="1890183"/>
                    </a:lnTo>
                    <a:lnTo>
                      <a:pt x="1856899" y="1888137"/>
                    </a:lnTo>
                    <a:lnTo>
                      <a:pt x="1857925" y="1899411"/>
                    </a:lnTo>
                    <a:lnTo>
                      <a:pt x="1879461" y="1920933"/>
                    </a:lnTo>
                    <a:lnTo>
                      <a:pt x="1893820" y="1929135"/>
                    </a:lnTo>
                    <a:lnTo>
                      <a:pt x="1916381" y="1926056"/>
                    </a:lnTo>
                    <a:lnTo>
                      <a:pt x="1922531" y="1916835"/>
                    </a:lnTo>
                    <a:lnTo>
                      <a:pt x="1922531" y="1910685"/>
                    </a:lnTo>
                    <a:lnTo>
                      <a:pt x="1926636" y="1891209"/>
                    </a:lnTo>
                    <a:lnTo>
                      <a:pt x="1934838" y="1899411"/>
                    </a:lnTo>
                    <a:lnTo>
                      <a:pt x="1933812" y="1918887"/>
                    </a:lnTo>
                    <a:lnTo>
                      <a:pt x="1936890" y="1924011"/>
                    </a:lnTo>
                    <a:lnTo>
                      <a:pt x="1937916" y="1958859"/>
                    </a:lnTo>
                    <a:lnTo>
                      <a:pt x="1943040" y="1991654"/>
                    </a:lnTo>
                    <a:lnTo>
                      <a:pt x="1954321" y="2029580"/>
                    </a:lnTo>
                    <a:lnTo>
                      <a:pt x="1962523" y="2041880"/>
                    </a:lnTo>
                    <a:lnTo>
                      <a:pt x="1976882" y="2076727"/>
                    </a:lnTo>
                    <a:lnTo>
                      <a:pt x="1979954" y="2089027"/>
                    </a:lnTo>
                    <a:lnTo>
                      <a:pt x="1984058" y="2101327"/>
                    </a:lnTo>
                    <a:lnTo>
                      <a:pt x="1986110" y="2111575"/>
                    </a:lnTo>
                    <a:lnTo>
                      <a:pt x="1998410" y="2128999"/>
                    </a:lnTo>
                    <a:lnTo>
                      <a:pt x="2006619" y="2147449"/>
                    </a:lnTo>
                    <a:lnTo>
                      <a:pt x="2014822" y="2166918"/>
                    </a:lnTo>
                    <a:lnTo>
                      <a:pt x="2021998" y="2193570"/>
                    </a:lnTo>
                    <a:lnTo>
                      <a:pt x="2031226" y="2204844"/>
                    </a:lnTo>
                    <a:lnTo>
                      <a:pt x="2045585" y="2210994"/>
                    </a:lnTo>
                    <a:lnTo>
                      <a:pt x="2057892" y="2198694"/>
                    </a:lnTo>
                    <a:lnTo>
                      <a:pt x="2061990" y="2192544"/>
                    </a:lnTo>
                    <a:lnTo>
                      <a:pt x="2068147" y="2185368"/>
                    </a:lnTo>
                    <a:lnTo>
                      <a:pt x="2079427" y="2177173"/>
                    </a:lnTo>
                    <a:lnTo>
                      <a:pt x="2080453" y="2166918"/>
                    </a:lnTo>
                    <a:lnTo>
                      <a:pt x="2087630" y="2158723"/>
                    </a:lnTo>
                    <a:lnTo>
                      <a:pt x="2094806" y="2157697"/>
                    </a:lnTo>
                    <a:lnTo>
                      <a:pt x="2092753" y="2127973"/>
                    </a:lnTo>
                    <a:lnTo>
                      <a:pt x="2099936" y="2113627"/>
                    </a:lnTo>
                    <a:lnTo>
                      <a:pt x="2101989" y="2083904"/>
                    </a:lnTo>
                    <a:lnTo>
                      <a:pt x="2100963" y="2073649"/>
                    </a:lnTo>
                    <a:lnTo>
                      <a:pt x="2099936" y="2051101"/>
                    </a:lnTo>
                    <a:lnTo>
                      <a:pt x="2106086" y="2042906"/>
                    </a:lnTo>
                    <a:lnTo>
                      <a:pt x="2116341" y="2041880"/>
                    </a:lnTo>
                    <a:lnTo>
                      <a:pt x="2129674" y="2029580"/>
                    </a:lnTo>
                    <a:lnTo>
                      <a:pt x="2139928" y="2029580"/>
                    </a:lnTo>
                    <a:lnTo>
                      <a:pt x="2148138" y="2014208"/>
                    </a:lnTo>
                    <a:lnTo>
                      <a:pt x="2164542" y="1996785"/>
                    </a:lnTo>
                    <a:lnTo>
                      <a:pt x="2177875" y="1988582"/>
                    </a:lnTo>
                    <a:lnTo>
                      <a:pt x="2182999" y="1982432"/>
                    </a:lnTo>
                    <a:lnTo>
                      <a:pt x="2196332" y="1975263"/>
                    </a:lnTo>
                    <a:lnTo>
                      <a:pt x="2199410" y="1963989"/>
                    </a:lnTo>
                    <a:lnTo>
                      <a:pt x="2212736" y="1951689"/>
                    </a:lnTo>
                    <a:lnTo>
                      <a:pt x="2230174" y="1945539"/>
                    </a:lnTo>
                    <a:lnTo>
                      <a:pt x="2245552" y="1938363"/>
                    </a:lnTo>
                    <a:lnTo>
                      <a:pt x="2249657" y="1929142"/>
                    </a:lnTo>
                    <a:lnTo>
                      <a:pt x="2245552" y="1919913"/>
                    </a:lnTo>
                    <a:lnTo>
                      <a:pt x="2253761" y="1908639"/>
                    </a:lnTo>
                    <a:lnTo>
                      <a:pt x="2289649" y="1897366"/>
                    </a:lnTo>
                    <a:lnTo>
                      <a:pt x="2293753" y="1903516"/>
                    </a:lnTo>
                    <a:lnTo>
                      <a:pt x="2307079" y="1901463"/>
                    </a:lnTo>
                    <a:lnTo>
                      <a:pt x="2327595" y="1891216"/>
                    </a:lnTo>
                    <a:lnTo>
                      <a:pt x="2326569" y="1878922"/>
                    </a:lnTo>
                    <a:lnTo>
                      <a:pt x="2328621" y="1872766"/>
                    </a:lnTo>
                    <a:lnTo>
                      <a:pt x="2336824" y="1871746"/>
                    </a:lnTo>
                    <a:lnTo>
                      <a:pt x="2353228" y="1889170"/>
                    </a:lnTo>
                    <a:lnTo>
                      <a:pt x="2354254" y="1906594"/>
                    </a:lnTo>
                    <a:lnTo>
                      <a:pt x="2359385" y="1916842"/>
                    </a:lnTo>
                    <a:lnTo>
                      <a:pt x="2364509" y="1930168"/>
                    </a:lnTo>
                    <a:lnTo>
                      <a:pt x="2386044" y="1943487"/>
                    </a:lnTo>
                    <a:lnTo>
                      <a:pt x="2391168" y="1963989"/>
                    </a:lnTo>
                    <a:lnTo>
                      <a:pt x="2404501" y="1977315"/>
                    </a:lnTo>
                    <a:lnTo>
                      <a:pt x="2404501" y="2004987"/>
                    </a:lnTo>
                    <a:lnTo>
                      <a:pt x="2409631" y="2022411"/>
                    </a:lnTo>
                    <a:lnTo>
                      <a:pt x="2407579" y="2034711"/>
                    </a:lnTo>
                    <a:lnTo>
                      <a:pt x="2419879" y="2037782"/>
                    </a:lnTo>
                    <a:lnTo>
                      <a:pt x="2444493" y="2032658"/>
                    </a:lnTo>
                    <a:lnTo>
                      <a:pt x="2455773" y="2019339"/>
                    </a:lnTo>
                    <a:lnTo>
                      <a:pt x="2466028" y="2009085"/>
                    </a:lnTo>
                    <a:lnTo>
                      <a:pt x="2472185" y="2017287"/>
                    </a:lnTo>
                    <a:lnTo>
                      <a:pt x="2480387" y="2023437"/>
                    </a:lnTo>
                    <a:lnTo>
                      <a:pt x="2483459" y="2050082"/>
                    </a:lnTo>
                    <a:lnTo>
                      <a:pt x="2486537" y="2072637"/>
                    </a:lnTo>
                    <a:lnTo>
                      <a:pt x="2498844" y="2088008"/>
                    </a:lnTo>
                    <a:lnTo>
                      <a:pt x="2501922" y="2097230"/>
                    </a:lnTo>
                    <a:lnTo>
                      <a:pt x="2501922" y="2110556"/>
                    </a:lnTo>
                    <a:lnTo>
                      <a:pt x="2500896" y="2138227"/>
                    </a:lnTo>
                    <a:lnTo>
                      <a:pt x="2498844" y="2161801"/>
                    </a:lnTo>
                    <a:lnTo>
                      <a:pt x="2499870" y="2173075"/>
                    </a:lnTo>
                    <a:lnTo>
                      <a:pt x="2496792" y="2185375"/>
                    </a:lnTo>
                    <a:lnTo>
                      <a:pt x="2497818" y="2207923"/>
                    </a:lnTo>
                    <a:lnTo>
                      <a:pt x="2507046" y="2208949"/>
                    </a:lnTo>
                    <a:lnTo>
                      <a:pt x="2519353" y="2227399"/>
                    </a:lnTo>
                    <a:lnTo>
                      <a:pt x="2534731" y="2244822"/>
                    </a:lnTo>
                    <a:lnTo>
                      <a:pt x="2538836" y="2256096"/>
                    </a:lnTo>
                    <a:lnTo>
                      <a:pt x="2538836" y="2273520"/>
                    </a:lnTo>
                    <a:lnTo>
                      <a:pt x="2552162" y="2297094"/>
                    </a:lnTo>
                    <a:lnTo>
                      <a:pt x="2555240" y="2312465"/>
                    </a:lnTo>
                    <a:lnTo>
                      <a:pt x="2565495" y="2326818"/>
                    </a:lnTo>
                    <a:lnTo>
                      <a:pt x="2577802" y="2335020"/>
                    </a:lnTo>
                    <a:lnTo>
                      <a:pt x="2582925" y="2336039"/>
                    </a:lnTo>
                    <a:lnTo>
                      <a:pt x="2598311" y="2352444"/>
                    </a:lnTo>
                    <a:lnTo>
                      <a:pt x="2612663" y="2357567"/>
                    </a:lnTo>
                    <a:lnTo>
                      <a:pt x="2625996" y="2361665"/>
                    </a:lnTo>
                    <a:lnTo>
                      <a:pt x="2621898" y="2340144"/>
                    </a:lnTo>
                    <a:lnTo>
                      <a:pt x="2612670" y="2323746"/>
                    </a:lnTo>
                    <a:lnTo>
                      <a:pt x="2604461" y="2314518"/>
                    </a:lnTo>
                    <a:lnTo>
                      <a:pt x="2602415" y="2283768"/>
                    </a:lnTo>
                    <a:lnTo>
                      <a:pt x="2588056" y="2257122"/>
                    </a:lnTo>
                    <a:lnTo>
                      <a:pt x="2578828" y="2249946"/>
                    </a:lnTo>
                    <a:lnTo>
                      <a:pt x="2564469" y="2236627"/>
                    </a:lnTo>
                    <a:lnTo>
                      <a:pt x="2551143" y="2230477"/>
                    </a:lnTo>
                    <a:lnTo>
                      <a:pt x="2537810" y="2214072"/>
                    </a:lnTo>
                    <a:lnTo>
                      <a:pt x="2529607" y="2188453"/>
                    </a:lnTo>
                    <a:lnTo>
                      <a:pt x="2519353" y="2185375"/>
                    </a:lnTo>
                    <a:lnTo>
                      <a:pt x="2513203" y="2165906"/>
                    </a:lnTo>
                    <a:lnTo>
                      <a:pt x="2519353" y="2138227"/>
                    </a:lnTo>
                    <a:lnTo>
                      <a:pt x="2532686" y="2119777"/>
                    </a:lnTo>
                    <a:lnTo>
                      <a:pt x="2533712" y="2098256"/>
                    </a:lnTo>
                    <a:lnTo>
                      <a:pt x="2543966" y="2090060"/>
                    </a:lnTo>
                    <a:lnTo>
                      <a:pt x="2553195" y="2091087"/>
                    </a:lnTo>
                    <a:lnTo>
                      <a:pt x="2559345" y="2107484"/>
                    </a:lnTo>
                    <a:lnTo>
                      <a:pt x="2576782" y="2112608"/>
                    </a:lnTo>
                    <a:lnTo>
                      <a:pt x="2587037" y="2119777"/>
                    </a:lnTo>
                    <a:lnTo>
                      <a:pt x="2594213" y="2134130"/>
                    </a:lnTo>
                    <a:lnTo>
                      <a:pt x="2600363" y="2149508"/>
                    </a:lnTo>
                    <a:lnTo>
                      <a:pt x="2614722" y="2158730"/>
                    </a:lnTo>
                    <a:lnTo>
                      <a:pt x="2629081" y="2158730"/>
                    </a:lnTo>
                    <a:lnTo>
                      <a:pt x="2636257" y="2164879"/>
                    </a:lnTo>
                    <a:lnTo>
                      <a:pt x="2634205" y="2195629"/>
                    </a:lnTo>
                    <a:lnTo>
                      <a:pt x="2640355" y="2198701"/>
                    </a:lnTo>
                    <a:lnTo>
                      <a:pt x="2660864" y="2180251"/>
                    </a:lnTo>
                    <a:lnTo>
                      <a:pt x="2671119" y="2178206"/>
                    </a:lnTo>
                    <a:lnTo>
                      <a:pt x="2680354" y="2165906"/>
                    </a:lnTo>
                    <a:lnTo>
                      <a:pt x="2685478" y="2157703"/>
                    </a:lnTo>
                    <a:lnTo>
                      <a:pt x="2705987" y="2151553"/>
                    </a:lnTo>
                    <a:lnTo>
                      <a:pt x="2727522" y="2136182"/>
                    </a:lnTo>
                    <a:lnTo>
                      <a:pt x="2729574" y="2120810"/>
                    </a:lnTo>
                    <a:lnTo>
                      <a:pt x="2733679" y="2099282"/>
                    </a:lnTo>
                    <a:lnTo>
                      <a:pt x="2729574" y="2057265"/>
                    </a:lnTo>
                    <a:lnTo>
                      <a:pt x="2712143" y="2034717"/>
                    </a:lnTo>
                    <a:lnTo>
                      <a:pt x="2698810" y="2018313"/>
                    </a:lnTo>
                    <a:lnTo>
                      <a:pt x="2688556" y="2013189"/>
                    </a:lnTo>
                    <a:lnTo>
                      <a:pt x="2667021" y="1982439"/>
                    </a:lnTo>
                    <a:lnTo>
                      <a:pt x="2657792" y="1976289"/>
                    </a:lnTo>
                    <a:lnTo>
                      <a:pt x="2655740" y="1951696"/>
                    </a:lnTo>
                    <a:lnTo>
                      <a:pt x="2663949" y="1941442"/>
                    </a:lnTo>
                    <a:lnTo>
                      <a:pt x="2671125" y="1938370"/>
                    </a:lnTo>
                    <a:lnTo>
                      <a:pt x="2685484" y="1917875"/>
                    </a:lnTo>
                    <a:lnTo>
                      <a:pt x="2701889" y="1912744"/>
                    </a:lnTo>
                    <a:lnTo>
                      <a:pt x="2710091" y="1905575"/>
                    </a:lnTo>
                    <a:lnTo>
                      <a:pt x="2729574" y="1906594"/>
                    </a:lnTo>
                    <a:lnTo>
                      <a:pt x="2740855" y="1910699"/>
                    </a:lnTo>
                    <a:lnTo>
                      <a:pt x="2739829" y="1922998"/>
                    </a:lnTo>
                    <a:lnTo>
                      <a:pt x="2743933" y="1929148"/>
                    </a:lnTo>
                    <a:lnTo>
                      <a:pt x="2751109" y="1930168"/>
                    </a:lnTo>
                    <a:lnTo>
                      <a:pt x="2753162" y="1919920"/>
                    </a:lnTo>
                    <a:lnTo>
                      <a:pt x="2767521" y="1915822"/>
                    </a:lnTo>
                    <a:lnTo>
                      <a:pt x="2773671" y="1909672"/>
                    </a:lnTo>
                    <a:lnTo>
                      <a:pt x="2781880" y="1908646"/>
                    </a:lnTo>
                    <a:lnTo>
                      <a:pt x="2790082" y="1903522"/>
                    </a:lnTo>
                    <a:lnTo>
                      <a:pt x="2801363" y="1903522"/>
                    </a:lnTo>
                    <a:lnTo>
                      <a:pt x="2815715" y="1892249"/>
                    </a:lnTo>
                    <a:lnTo>
                      <a:pt x="2820846" y="1876877"/>
                    </a:lnTo>
                    <a:lnTo>
                      <a:pt x="2829048" y="1873799"/>
                    </a:lnTo>
                    <a:lnTo>
                      <a:pt x="2835198" y="1876877"/>
                    </a:lnTo>
                    <a:lnTo>
                      <a:pt x="2835198" y="1885079"/>
                    </a:lnTo>
                    <a:lnTo>
                      <a:pt x="2844433" y="1890203"/>
                    </a:lnTo>
                    <a:lnTo>
                      <a:pt x="2860838" y="1879955"/>
                    </a:lnTo>
                    <a:lnTo>
                      <a:pt x="2872118" y="1879955"/>
                    </a:lnTo>
                    <a:lnTo>
                      <a:pt x="2882373" y="1869701"/>
                    </a:lnTo>
                    <a:lnTo>
                      <a:pt x="2894679" y="1868675"/>
                    </a:lnTo>
                    <a:lnTo>
                      <a:pt x="2898784" y="1858427"/>
                    </a:lnTo>
                    <a:lnTo>
                      <a:pt x="2921339" y="1848179"/>
                    </a:lnTo>
                    <a:lnTo>
                      <a:pt x="2922365" y="1836906"/>
                    </a:lnTo>
                    <a:lnTo>
                      <a:pt x="2933645" y="1827684"/>
                    </a:lnTo>
                    <a:lnTo>
                      <a:pt x="2941848" y="1826658"/>
                    </a:lnTo>
                    <a:lnTo>
                      <a:pt x="2945952" y="1817430"/>
                    </a:lnTo>
                    <a:lnTo>
                      <a:pt x="2958259" y="1811280"/>
                    </a:lnTo>
                    <a:lnTo>
                      <a:pt x="2959285" y="1788732"/>
                    </a:lnTo>
                    <a:lnTo>
                      <a:pt x="2968513" y="1785660"/>
                    </a:lnTo>
                    <a:lnTo>
                      <a:pt x="2968513" y="1773360"/>
                    </a:lnTo>
                    <a:lnTo>
                      <a:pt x="2982873" y="1759008"/>
                    </a:lnTo>
                    <a:lnTo>
                      <a:pt x="2983899" y="1751839"/>
                    </a:lnTo>
                    <a:lnTo>
                      <a:pt x="2994153" y="1744663"/>
                    </a:lnTo>
                    <a:lnTo>
                      <a:pt x="2997225" y="1738513"/>
                    </a:lnTo>
                    <a:lnTo>
                      <a:pt x="2996199" y="1728265"/>
                    </a:lnTo>
                    <a:lnTo>
                      <a:pt x="3005434" y="1716991"/>
                    </a:lnTo>
                    <a:lnTo>
                      <a:pt x="3003382" y="1700594"/>
                    </a:lnTo>
                    <a:lnTo>
                      <a:pt x="2996199" y="1695463"/>
                    </a:lnTo>
                    <a:lnTo>
                      <a:pt x="2985951" y="1700594"/>
                    </a:lnTo>
                    <a:lnTo>
                      <a:pt x="2981846" y="1698541"/>
                    </a:lnTo>
                    <a:lnTo>
                      <a:pt x="2982873" y="1690339"/>
                    </a:lnTo>
                    <a:lnTo>
                      <a:pt x="2995179" y="1682144"/>
                    </a:lnTo>
                    <a:lnTo>
                      <a:pt x="3004408" y="1678039"/>
                    </a:lnTo>
                    <a:lnTo>
                      <a:pt x="3001329" y="1667791"/>
                    </a:lnTo>
                    <a:lnTo>
                      <a:pt x="2993127" y="1659596"/>
                    </a:lnTo>
                    <a:lnTo>
                      <a:pt x="3003382" y="1659596"/>
                    </a:lnTo>
                    <a:lnTo>
                      <a:pt x="3003382" y="1652420"/>
                    </a:lnTo>
                    <a:lnTo>
                      <a:pt x="2995179" y="1642172"/>
                    </a:lnTo>
                    <a:lnTo>
                      <a:pt x="2984925" y="1632944"/>
                    </a:lnTo>
                    <a:lnTo>
                      <a:pt x="2983899" y="1614494"/>
                    </a:lnTo>
                    <a:lnTo>
                      <a:pt x="2976723" y="1607325"/>
                    </a:lnTo>
                    <a:lnTo>
                      <a:pt x="2974670" y="1590920"/>
                    </a:lnTo>
                    <a:lnTo>
                      <a:pt x="2960311" y="1586822"/>
                    </a:lnTo>
                    <a:lnTo>
                      <a:pt x="2946978" y="1574522"/>
                    </a:lnTo>
                    <a:lnTo>
                      <a:pt x="2950057" y="1563249"/>
                    </a:lnTo>
                    <a:lnTo>
                      <a:pt x="2962363" y="1553001"/>
                    </a:lnTo>
                    <a:lnTo>
                      <a:pt x="2962363" y="1548903"/>
                    </a:lnTo>
                    <a:lnTo>
                      <a:pt x="2971592" y="1539675"/>
                    </a:lnTo>
                    <a:lnTo>
                      <a:pt x="2975696" y="1544799"/>
                    </a:lnTo>
                    <a:lnTo>
                      <a:pt x="2983899" y="1544799"/>
                    </a:lnTo>
                    <a:lnTo>
                      <a:pt x="2995179" y="1534551"/>
                    </a:lnTo>
                    <a:lnTo>
                      <a:pt x="2996206" y="1529427"/>
                    </a:lnTo>
                    <a:lnTo>
                      <a:pt x="3005434" y="1526356"/>
                    </a:lnTo>
                    <a:lnTo>
                      <a:pt x="3016715" y="1526356"/>
                    </a:lnTo>
                    <a:lnTo>
                      <a:pt x="3020819" y="1520206"/>
                    </a:lnTo>
                    <a:lnTo>
                      <a:pt x="3017741" y="1510977"/>
                    </a:lnTo>
                    <a:lnTo>
                      <a:pt x="2990056" y="1508925"/>
                    </a:lnTo>
                    <a:lnTo>
                      <a:pt x="2982873" y="1503801"/>
                    </a:lnTo>
                    <a:lnTo>
                      <a:pt x="2975696" y="1504827"/>
                    </a:lnTo>
                    <a:lnTo>
                      <a:pt x="2953135" y="1518153"/>
                    </a:lnTo>
                    <a:lnTo>
                      <a:pt x="2940828" y="1517127"/>
                    </a:lnTo>
                    <a:lnTo>
                      <a:pt x="2941854" y="1501756"/>
                    </a:lnTo>
                    <a:lnTo>
                      <a:pt x="2925450" y="1499703"/>
                    </a:lnTo>
                    <a:lnTo>
                      <a:pt x="2914169" y="1482280"/>
                    </a:lnTo>
                    <a:lnTo>
                      <a:pt x="2920319" y="1469980"/>
                    </a:lnTo>
                    <a:lnTo>
                      <a:pt x="2935705" y="1467927"/>
                    </a:lnTo>
                    <a:lnTo>
                      <a:pt x="2941854" y="1464856"/>
                    </a:lnTo>
                    <a:lnTo>
                      <a:pt x="2941854" y="1459732"/>
                    </a:lnTo>
                    <a:lnTo>
                      <a:pt x="2950057" y="1451530"/>
                    </a:lnTo>
                    <a:lnTo>
                      <a:pt x="2953135" y="1441282"/>
                    </a:lnTo>
                    <a:lnTo>
                      <a:pt x="2969546" y="1435132"/>
                    </a:lnTo>
                    <a:lnTo>
                      <a:pt x="2988003" y="1419761"/>
                    </a:lnTo>
                    <a:lnTo>
                      <a:pt x="3006460" y="1421806"/>
                    </a:lnTo>
                    <a:lnTo>
                      <a:pt x="3007486" y="1435132"/>
                    </a:lnTo>
                    <a:lnTo>
                      <a:pt x="2991082" y="1455634"/>
                    </a:lnTo>
                    <a:lnTo>
                      <a:pt x="3001336" y="1460758"/>
                    </a:lnTo>
                    <a:lnTo>
                      <a:pt x="3000310" y="1471006"/>
                    </a:lnTo>
                    <a:lnTo>
                      <a:pt x="3015688" y="1464856"/>
                    </a:lnTo>
                    <a:lnTo>
                      <a:pt x="3039276" y="1450510"/>
                    </a:lnTo>
                    <a:lnTo>
                      <a:pt x="3055687" y="1446413"/>
                    </a:lnTo>
                    <a:lnTo>
                      <a:pt x="3062863" y="1451530"/>
                    </a:lnTo>
                    <a:lnTo>
                      <a:pt x="3070039" y="1453582"/>
                    </a:lnTo>
                    <a:lnTo>
                      <a:pt x="3079268" y="1456660"/>
                    </a:lnTo>
                    <a:lnTo>
                      <a:pt x="3078242" y="1467934"/>
                    </a:lnTo>
                    <a:lnTo>
                      <a:pt x="3081320" y="1479208"/>
                    </a:lnTo>
                    <a:lnTo>
                      <a:pt x="3066961" y="1493553"/>
                    </a:lnTo>
                    <a:lnTo>
                      <a:pt x="3075170" y="1503808"/>
                    </a:lnTo>
                    <a:lnTo>
                      <a:pt x="3085418" y="1503808"/>
                    </a:lnTo>
                    <a:lnTo>
                      <a:pt x="3097725" y="1500730"/>
                    </a:lnTo>
                    <a:lnTo>
                      <a:pt x="3107979" y="1508932"/>
                    </a:lnTo>
                    <a:lnTo>
                      <a:pt x="3106953" y="1520206"/>
                    </a:lnTo>
                    <a:lnTo>
                      <a:pt x="3100803" y="1525329"/>
                    </a:lnTo>
                    <a:lnTo>
                      <a:pt x="3103882" y="1534551"/>
                    </a:lnTo>
                    <a:lnTo>
                      <a:pt x="3106953" y="1553001"/>
                    </a:lnTo>
                    <a:lnTo>
                      <a:pt x="3104908" y="1562229"/>
                    </a:lnTo>
                    <a:lnTo>
                      <a:pt x="3103882" y="1573503"/>
                    </a:lnTo>
                    <a:lnTo>
                      <a:pt x="3098751" y="1578627"/>
                    </a:lnTo>
                    <a:lnTo>
                      <a:pt x="3106953" y="1591946"/>
                    </a:lnTo>
                    <a:lnTo>
                      <a:pt x="3115155" y="1591946"/>
                    </a:lnTo>
                    <a:lnTo>
                      <a:pt x="3121312" y="1587849"/>
                    </a:lnTo>
                    <a:lnTo>
                      <a:pt x="3135671" y="1582725"/>
                    </a:lnTo>
                    <a:lnTo>
                      <a:pt x="3144900" y="1581699"/>
                    </a:lnTo>
                    <a:lnTo>
                      <a:pt x="3152076" y="1575549"/>
                    </a:lnTo>
                    <a:lnTo>
                      <a:pt x="3160278" y="1572477"/>
                    </a:lnTo>
                    <a:lnTo>
                      <a:pt x="3164383" y="1567353"/>
                    </a:lnTo>
                    <a:lnTo>
                      <a:pt x="3167461" y="1559151"/>
                    </a:lnTo>
                    <a:lnTo>
                      <a:pt x="3170533" y="1550956"/>
                    </a:lnTo>
                    <a:lnTo>
                      <a:pt x="3164383" y="1524303"/>
                    </a:lnTo>
                    <a:lnTo>
                      <a:pt x="3164383" y="1508932"/>
                    </a:lnTo>
                    <a:lnTo>
                      <a:pt x="3153102" y="1487410"/>
                    </a:lnTo>
                    <a:lnTo>
                      <a:pt x="3149004" y="1476136"/>
                    </a:lnTo>
                    <a:lnTo>
                      <a:pt x="3134645" y="1464856"/>
                    </a:lnTo>
                    <a:lnTo>
                      <a:pt x="3126443" y="1462810"/>
                    </a:lnTo>
                    <a:lnTo>
                      <a:pt x="3126443" y="1448458"/>
                    </a:lnTo>
                    <a:lnTo>
                      <a:pt x="3130540" y="1441282"/>
                    </a:lnTo>
                    <a:lnTo>
                      <a:pt x="3144900" y="1439237"/>
                    </a:lnTo>
                    <a:lnTo>
                      <a:pt x="3163356" y="1425911"/>
                    </a:lnTo>
                    <a:lnTo>
                      <a:pt x="3178742" y="1407461"/>
                    </a:lnTo>
                    <a:lnTo>
                      <a:pt x="3177715" y="1394141"/>
                    </a:lnTo>
                    <a:lnTo>
                      <a:pt x="3183872" y="1380815"/>
                    </a:lnTo>
                    <a:lnTo>
                      <a:pt x="3198225" y="1366470"/>
                    </a:lnTo>
                    <a:lnTo>
                      <a:pt x="3198225" y="1366463"/>
                    </a:lnTo>
                    <a:lnTo>
                      <a:pt x="3213610" y="1362365"/>
                    </a:lnTo>
                    <a:lnTo>
                      <a:pt x="3216688" y="1353144"/>
                    </a:lnTo>
                    <a:lnTo>
                      <a:pt x="3223864" y="1348020"/>
                    </a:lnTo>
                    <a:lnTo>
                      <a:pt x="3234119" y="1353144"/>
                    </a:lnTo>
                    <a:lnTo>
                      <a:pt x="3237190" y="1358268"/>
                    </a:lnTo>
                    <a:lnTo>
                      <a:pt x="3250523" y="1359294"/>
                    </a:lnTo>
                    <a:lnTo>
                      <a:pt x="3257699" y="1363391"/>
                    </a:lnTo>
                    <a:lnTo>
                      <a:pt x="3267961" y="1352118"/>
                    </a:lnTo>
                    <a:lnTo>
                      <a:pt x="3291541" y="1343922"/>
                    </a:lnTo>
                    <a:lnTo>
                      <a:pt x="3314103" y="1307022"/>
                    </a:lnTo>
                    <a:lnTo>
                      <a:pt x="3332566" y="1287553"/>
                    </a:lnTo>
                    <a:lnTo>
                      <a:pt x="3352049" y="1269103"/>
                    </a:lnTo>
                    <a:lnTo>
                      <a:pt x="3355121" y="1244503"/>
                    </a:lnTo>
                    <a:lnTo>
                      <a:pt x="3366408" y="1224001"/>
                    </a:lnTo>
                    <a:lnTo>
                      <a:pt x="3387944" y="1201453"/>
                    </a:lnTo>
                    <a:lnTo>
                      <a:pt x="3394094" y="1193258"/>
                    </a:lnTo>
                    <a:lnTo>
                      <a:pt x="3405374" y="1162508"/>
                    </a:lnTo>
                    <a:lnTo>
                      <a:pt x="3405374" y="1151234"/>
                    </a:lnTo>
                    <a:lnTo>
                      <a:pt x="3408453" y="1128687"/>
                    </a:lnTo>
                    <a:lnTo>
                      <a:pt x="3405374" y="1117413"/>
                    </a:lnTo>
                    <a:lnTo>
                      <a:pt x="3408453" y="1092813"/>
                    </a:lnTo>
                    <a:lnTo>
                      <a:pt x="3425883" y="1066168"/>
                    </a:lnTo>
                    <a:lnTo>
                      <a:pt x="3425883" y="1047717"/>
                    </a:lnTo>
                    <a:lnTo>
                      <a:pt x="3413576" y="1037470"/>
                    </a:lnTo>
                    <a:lnTo>
                      <a:pt x="3412557" y="1030294"/>
                    </a:lnTo>
                    <a:lnTo>
                      <a:pt x="3421786" y="1035418"/>
                    </a:lnTo>
                    <a:lnTo>
                      <a:pt x="3422812" y="1027215"/>
                    </a:lnTo>
                    <a:lnTo>
                      <a:pt x="3414609" y="1012870"/>
                    </a:lnTo>
                    <a:lnTo>
                      <a:pt x="3404348" y="1002622"/>
                    </a:lnTo>
                    <a:lnTo>
                      <a:pt x="3397172" y="988270"/>
                    </a:lnTo>
                    <a:lnTo>
                      <a:pt x="3371539" y="983146"/>
                    </a:lnTo>
                    <a:lnTo>
                      <a:pt x="3366408" y="1003642"/>
                    </a:lnTo>
                    <a:lnTo>
                      <a:pt x="3357180" y="1004668"/>
                    </a:lnTo>
                    <a:lnTo>
                      <a:pt x="3346925" y="1009792"/>
                    </a:lnTo>
                    <a:lnTo>
                      <a:pt x="3344873" y="1005694"/>
                    </a:lnTo>
                    <a:lnTo>
                      <a:pt x="3348978" y="995446"/>
                    </a:lnTo>
                    <a:lnTo>
                      <a:pt x="3343847" y="984165"/>
                    </a:lnTo>
                    <a:lnTo>
                      <a:pt x="3334619" y="990315"/>
                    </a:lnTo>
                    <a:lnTo>
                      <a:pt x="3327443" y="998518"/>
                    </a:lnTo>
                    <a:lnTo>
                      <a:pt x="3326416" y="971872"/>
                    </a:lnTo>
                    <a:lnTo>
                      <a:pt x="3310005" y="967768"/>
                    </a:lnTo>
                    <a:lnTo>
                      <a:pt x="3301803" y="969820"/>
                    </a:lnTo>
                    <a:lnTo>
                      <a:pt x="3290522" y="962644"/>
                    </a:lnTo>
                    <a:lnTo>
                      <a:pt x="3292574" y="955468"/>
                    </a:lnTo>
                    <a:lnTo>
                      <a:pt x="3306933" y="950344"/>
                    </a:lnTo>
                    <a:lnTo>
                      <a:pt x="3319240" y="938044"/>
                    </a:lnTo>
                    <a:lnTo>
                      <a:pt x="3337697" y="924725"/>
                    </a:lnTo>
                    <a:lnTo>
                      <a:pt x="3343847" y="915496"/>
                    </a:lnTo>
                    <a:lnTo>
                      <a:pt x="3360258" y="896027"/>
                    </a:lnTo>
                    <a:lnTo>
                      <a:pt x="3361285" y="885780"/>
                    </a:lnTo>
                    <a:lnTo>
                      <a:pt x="3385891" y="868356"/>
                    </a:lnTo>
                    <a:lnTo>
                      <a:pt x="3405381" y="845801"/>
                    </a:lnTo>
                    <a:lnTo>
                      <a:pt x="3409479" y="833508"/>
                    </a:lnTo>
                    <a:lnTo>
                      <a:pt x="3433066" y="813006"/>
                    </a:lnTo>
                    <a:lnTo>
                      <a:pt x="3437171" y="800706"/>
                    </a:lnTo>
                    <a:lnTo>
                      <a:pt x="3455628" y="786360"/>
                    </a:lnTo>
                    <a:lnTo>
                      <a:pt x="3475110" y="782256"/>
                    </a:lnTo>
                    <a:lnTo>
                      <a:pt x="3492541" y="783282"/>
                    </a:lnTo>
                    <a:lnTo>
                      <a:pt x="3503822" y="779184"/>
                    </a:lnTo>
                    <a:lnTo>
                      <a:pt x="3525357" y="780211"/>
                    </a:lnTo>
                    <a:lnTo>
                      <a:pt x="3519207" y="787387"/>
                    </a:lnTo>
                    <a:lnTo>
                      <a:pt x="3524331" y="794556"/>
                    </a:lnTo>
                    <a:lnTo>
                      <a:pt x="3534585" y="791484"/>
                    </a:lnTo>
                    <a:lnTo>
                      <a:pt x="3543821" y="781237"/>
                    </a:lnTo>
                    <a:lnTo>
                      <a:pt x="3552023" y="787387"/>
                    </a:lnTo>
                    <a:lnTo>
                      <a:pt x="3575610" y="785334"/>
                    </a:lnTo>
                    <a:lnTo>
                      <a:pt x="3583813" y="787387"/>
                    </a:lnTo>
                    <a:lnTo>
                      <a:pt x="3595093" y="769963"/>
                    </a:lnTo>
                    <a:lnTo>
                      <a:pt x="3610472" y="768937"/>
                    </a:lnTo>
                    <a:lnTo>
                      <a:pt x="3622778" y="770989"/>
                    </a:lnTo>
                    <a:lnTo>
                      <a:pt x="3648418" y="772008"/>
                    </a:lnTo>
                    <a:lnTo>
                      <a:pt x="3653542" y="783289"/>
                    </a:lnTo>
                    <a:lnTo>
                      <a:pt x="3645340" y="788413"/>
                    </a:lnTo>
                    <a:lnTo>
                      <a:pt x="3640209" y="795589"/>
                    </a:lnTo>
                    <a:lnTo>
                      <a:pt x="3647392" y="800713"/>
                    </a:lnTo>
                    <a:lnTo>
                      <a:pt x="3658673" y="794563"/>
                    </a:lnTo>
                    <a:lnTo>
                      <a:pt x="3671999" y="798660"/>
                    </a:lnTo>
                    <a:lnTo>
                      <a:pt x="3687384" y="786360"/>
                    </a:lnTo>
                    <a:lnTo>
                      <a:pt x="3696612" y="797634"/>
                    </a:lnTo>
                    <a:lnTo>
                      <a:pt x="3704815" y="798660"/>
                    </a:lnTo>
                    <a:lnTo>
                      <a:pt x="3706867" y="789439"/>
                    </a:lnTo>
                    <a:lnTo>
                      <a:pt x="3723278" y="786360"/>
                    </a:lnTo>
                    <a:lnTo>
                      <a:pt x="3723278" y="774060"/>
                    </a:lnTo>
                    <a:lnTo>
                      <a:pt x="3714043" y="768937"/>
                    </a:lnTo>
                    <a:lnTo>
                      <a:pt x="3703789" y="773041"/>
                    </a:lnTo>
                    <a:lnTo>
                      <a:pt x="3702769" y="759715"/>
                    </a:lnTo>
                    <a:lnTo>
                      <a:pt x="3710971" y="752539"/>
                    </a:lnTo>
                    <a:lnTo>
                      <a:pt x="3719174" y="740239"/>
                    </a:lnTo>
                    <a:lnTo>
                      <a:pt x="3735585" y="727939"/>
                    </a:lnTo>
                    <a:lnTo>
                      <a:pt x="3735585" y="719744"/>
                    </a:lnTo>
                    <a:lnTo>
                      <a:pt x="3757113" y="701294"/>
                    </a:lnTo>
                    <a:lnTo>
                      <a:pt x="3754042" y="686942"/>
                    </a:lnTo>
                    <a:lnTo>
                      <a:pt x="3769420" y="675668"/>
                    </a:lnTo>
                    <a:lnTo>
                      <a:pt x="3796086" y="674648"/>
                    </a:lnTo>
                    <a:lnTo>
                      <a:pt x="3805315" y="666446"/>
                    </a:lnTo>
                    <a:lnTo>
                      <a:pt x="3817621" y="675668"/>
                    </a:lnTo>
                    <a:lnTo>
                      <a:pt x="3821719" y="672596"/>
                    </a:lnTo>
                    <a:lnTo>
                      <a:pt x="3826850" y="666446"/>
                    </a:lnTo>
                    <a:lnTo>
                      <a:pt x="3835052" y="673622"/>
                    </a:lnTo>
                    <a:lnTo>
                      <a:pt x="3833000" y="687968"/>
                    </a:lnTo>
                    <a:lnTo>
                      <a:pt x="3821719" y="701294"/>
                    </a:lnTo>
                    <a:lnTo>
                      <a:pt x="3826850" y="707444"/>
                    </a:lnTo>
                    <a:lnTo>
                      <a:pt x="3831974" y="709496"/>
                    </a:lnTo>
                    <a:lnTo>
                      <a:pt x="3833000" y="724868"/>
                    </a:lnTo>
                    <a:lnTo>
                      <a:pt x="3842228" y="724868"/>
                    </a:lnTo>
                    <a:lnTo>
                      <a:pt x="3848385" y="707444"/>
                    </a:lnTo>
                    <a:lnTo>
                      <a:pt x="3869920" y="690020"/>
                    </a:lnTo>
                    <a:lnTo>
                      <a:pt x="3874025" y="683870"/>
                    </a:lnTo>
                    <a:lnTo>
                      <a:pt x="3892481" y="682851"/>
                    </a:lnTo>
                    <a:lnTo>
                      <a:pt x="3895553" y="673622"/>
                    </a:lnTo>
                    <a:lnTo>
                      <a:pt x="3890429" y="666446"/>
                    </a:lnTo>
                    <a:lnTo>
                      <a:pt x="3901710" y="637749"/>
                    </a:lnTo>
                    <a:lnTo>
                      <a:pt x="3922219" y="628527"/>
                    </a:lnTo>
                    <a:lnTo>
                      <a:pt x="3935552" y="641853"/>
                    </a:lnTo>
                    <a:lnTo>
                      <a:pt x="3921193" y="646977"/>
                    </a:lnTo>
                    <a:lnTo>
                      <a:pt x="3916069" y="665427"/>
                    </a:lnTo>
                    <a:lnTo>
                      <a:pt x="3911964" y="675675"/>
                    </a:lnTo>
                    <a:lnTo>
                      <a:pt x="3908886" y="701294"/>
                    </a:lnTo>
                    <a:lnTo>
                      <a:pt x="3905808" y="706424"/>
                    </a:lnTo>
                    <a:lnTo>
                      <a:pt x="3904781" y="717691"/>
                    </a:lnTo>
                    <a:lnTo>
                      <a:pt x="3869920" y="732044"/>
                    </a:lnTo>
                    <a:lnTo>
                      <a:pt x="3864789" y="744344"/>
                    </a:lnTo>
                    <a:lnTo>
                      <a:pt x="3844280" y="770989"/>
                    </a:lnTo>
                    <a:lnTo>
                      <a:pt x="3833000" y="773041"/>
                    </a:lnTo>
                    <a:lnTo>
                      <a:pt x="3830947" y="790465"/>
                    </a:lnTo>
                    <a:lnTo>
                      <a:pt x="3807360" y="810960"/>
                    </a:lnTo>
                    <a:lnTo>
                      <a:pt x="3806334" y="818137"/>
                    </a:lnTo>
                    <a:lnTo>
                      <a:pt x="3793008" y="829410"/>
                    </a:lnTo>
                    <a:lnTo>
                      <a:pt x="3784805" y="832489"/>
                    </a:lnTo>
                    <a:lnTo>
                      <a:pt x="3777622" y="841710"/>
                    </a:lnTo>
                    <a:lnTo>
                      <a:pt x="3759166" y="841710"/>
                    </a:lnTo>
                    <a:lnTo>
                      <a:pt x="3755061" y="877584"/>
                    </a:lnTo>
                    <a:lnTo>
                      <a:pt x="3751990" y="883734"/>
                    </a:lnTo>
                    <a:lnTo>
                      <a:pt x="3736604" y="902184"/>
                    </a:lnTo>
                    <a:lnTo>
                      <a:pt x="3733526" y="940103"/>
                    </a:lnTo>
                    <a:lnTo>
                      <a:pt x="3736604" y="977003"/>
                    </a:lnTo>
                    <a:lnTo>
                      <a:pt x="3737630" y="996472"/>
                    </a:lnTo>
                    <a:lnTo>
                      <a:pt x="3742754" y="1009798"/>
                    </a:lnTo>
                    <a:lnTo>
                      <a:pt x="3750957" y="1044646"/>
                    </a:lnTo>
                    <a:lnTo>
                      <a:pt x="3753009" y="1063096"/>
                    </a:lnTo>
                    <a:lnTo>
                      <a:pt x="3751983" y="1082572"/>
                    </a:lnTo>
                    <a:lnTo>
                      <a:pt x="3757113" y="1096917"/>
                    </a:lnTo>
                    <a:lnTo>
                      <a:pt x="3753009" y="1103067"/>
                    </a:lnTo>
                    <a:lnTo>
                      <a:pt x="3762237" y="1101015"/>
                    </a:lnTo>
                    <a:lnTo>
                      <a:pt x="3797105" y="1055920"/>
                    </a:lnTo>
                    <a:lnTo>
                      <a:pt x="3799158" y="1044646"/>
                    </a:lnTo>
                    <a:lnTo>
                      <a:pt x="3803255" y="1025177"/>
                    </a:lnTo>
                    <a:lnTo>
                      <a:pt x="3816588" y="1021072"/>
                    </a:lnTo>
                    <a:lnTo>
                      <a:pt x="3828895" y="1025177"/>
                    </a:lnTo>
                    <a:lnTo>
                      <a:pt x="3833000" y="1016975"/>
                    </a:lnTo>
                    <a:lnTo>
                      <a:pt x="3827869" y="990322"/>
                    </a:lnTo>
                    <a:lnTo>
                      <a:pt x="3855561" y="967781"/>
                    </a:lnTo>
                    <a:lnTo>
                      <a:pt x="3859659" y="973925"/>
                    </a:lnTo>
                    <a:lnTo>
                      <a:pt x="3868887" y="970853"/>
                    </a:lnTo>
                    <a:lnTo>
                      <a:pt x="3875044" y="955482"/>
                    </a:lnTo>
                    <a:lnTo>
                      <a:pt x="3867861" y="945227"/>
                    </a:lnTo>
                    <a:lnTo>
                      <a:pt x="3864789" y="939077"/>
                    </a:lnTo>
                    <a:lnTo>
                      <a:pt x="3874018" y="914484"/>
                    </a:lnTo>
                    <a:lnTo>
                      <a:pt x="3888377" y="899106"/>
                    </a:lnTo>
                    <a:lnTo>
                      <a:pt x="3888377" y="914484"/>
                    </a:lnTo>
                    <a:lnTo>
                      <a:pt x="3899651" y="914484"/>
                    </a:lnTo>
                    <a:lnTo>
                      <a:pt x="3904781" y="909360"/>
                    </a:lnTo>
                    <a:lnTo>
                      <a:pt x="3898631" y="887832"/>
                    </a:lnTo>
                    <a:lnTo>
                      <a:pt x="3888377" y="882708"/>
                    </a:lnTo>
                    <a:lnTo>
                      <a:pt x="3887351" y="864258"/>
                    </a:lnTo>
                    <a:lnTo>
                      <a:pt x="3901710" y="850939"/>
                    </a:lnTo>
                    <a:lnTo>
                      <a:pt x="3899651" y="845815"/>
                    </a:lnTo>
                    <a:lnTo>
                      <a:pt x="3885298" y="839665"/>
                    </a:lnTo>
                    <a:lnTo>
                      <a:pt x="3882220" y="846834"/>
                    </a:lnTo>
                    <a:lnTo>
                      <a:pt x="3870939" y="835560"/>
                    </a:lnTo>
                    <a:lnTo>
                      <a:pt x="3877096" y="811987"/>
                    </a:lnTo>
                    <a:lnTo>
                      <a:pt x="3885298" y="807889"/>
                    </a:lnTo>
                    <a:lnTo>
                      <a:pt x="3896579" y="790465"/>
                    </a:lnTo>
                    <a:lnTo>
                      <a:pt x="3900677" y="769970"/>
                    </a:lnTo>
                    <a:lnTo>
                      <a:pt x="3916062" y="754591"/>
                    </a:lnTo>
                    <a:lnTo>
                      <a:pt x="3926317" y="755617"/>
                    </a:lnTo>
                    <a:lnTo>
                      <a:pt x="3934526" y="760741"/>
                    </a:lnTo>
                    <a:lnTo>
                      <a:pt x="3942721" y="749467"/>
                    </a:lnTo>
                    <a:lnTo>
                      <a:pt x="3951956" y="742298"/>
                    </a:lnTo>
                    <a:lnTo>
                      <a:pt x="3963237" y="732044"/>
                    </a:lnTo>
                    <a:lnTo>
                      <a:pt x="3965289" y="736148"/>
                    </a:lnTo>
                    <a:lnTo>
                      <a:pt x="3957080" y="751520"/>
                    </a:lnTo>
                    <a:lnTo>
                      <a:pt x="3958106" y="766891"/>
                    </a:lnTo>
                    <a:lnTo>
                      <a:pt x="3969387" y="758696"/>
                    </a:lnTo>
                    <a:lnTo>
                      <a:pt x="3978615" y="740246"/>
                    </a:lnTo>
                    <a:lnTo>
                      <a:pt x="4016562" y="722822"/>
                    </a:lnTo>
                    <a:lnTo>
                      <a:pt x="4036045" y="733070"/>
                    </a:lnTo>
                    <a:lnTo>
                      <a:pt x="4041176" y="743318"/>
                    </a:lnTo>
                    <a:lnTo>
                      <a:pt x="4043221" y="755617"/>
                    </a:lnTo>
                    <a:lnTo>
                      <a:pt x="4053475" y="749467"/>
                    </a:lnTo>
                    <a:lnTo>
                      <a:pt x="4056554" y="739220"/>
                    </a:lnTo>
                    <a:lnTo>
                      <a:pt x="4070913" y="722822"/>
                    </a:lnTo>
                    <a:lnTo>
                      <a:pt x="4092448" y="711548"/>
                    </a:lnTo>
                    <a:lnTo>
                      <a:pt x="4098598" y="699248"/>
                    </a:lnTo>
                    <a:lnTo>
                      <a:pt x="4109879" y="696177"/>
                    </a:lnTo>
                    <a:lnTo>
                      <a:pt x="4122186" y="680798"/>
                    </a:lnTo>
                    <a:lnTo>
                      <a:pt x="4134492" y="678753"/>
                    </a:lnTo>
                    <a:lnTo>
                      <a:pt x="4149871" y="663375"/>
                    </a:lnTo>
                    <a:lnTo>
                      <a:pt x="4177556" y="657231"/>
                    </a:lnTo>
                    <a:lnTo>
                      <a:pt x="4185765" y="643905"/>
                    </a:lnTo>
                    <a:lnTo>
                      <a:pt x="4210379" y="639808"/>
                    </a:lnTo>
                    <a:lnTo>
                      <a:pt x="4222679" y="646977"/>
                    </a:lnTo>
                    <a:lnTo>
                      <a:pt x="4243188" y="651081"/>
                    </a:lnTo>
                    <a:lnTo>
                      <a:pt x="4244214" y="641853"/>
                    </a:lnTo>
                    <a:lnTo>
                      <a:pt x="4250371" y="626482"/>
                    </a:lnTo>
                    <a:lnTo>
                      <a:pt x="4244221" y="621358"/>
                    </a:lnTo>
                    <a:lnTo>
                      <a:pt x="4242169" y="601882"/>
                    </a:lnTo>
                    <a:lnTo>
                      <a:pt x="4233959" y="594706"/>
                    </a:lnTo>
                    <a:lnTo>
                      <a:pt x="4233959" y="568060"/>
                    </a:lnTo>
                    <a:lnTo>
                      <a:pt x="4225757" y="561910"/>
                    </a:lnTo>
                    <a:lnTo>
                      <a:pt x="4226783" y="552689"/>
                    </a:lnTo>
                    <a:lnTo>
                      <a:pt x="4219607" y="549610"/>
                    </a:lnTo>
                    <a:lnTo>
                      <a:pt x="4216529" y="558832"/>
                    </a:lnTo>
                    <a:lnTo>
                      <a:pt x="4204222" y="548584"/>
                    </a:lnTo>
                    <a:lnTo>
                      <a:pt x="4197046" y="543460"/>
                    </a:lnTo>
                    <a:lnTo>
                      <a:pt x="4183713" y="540389"/>
                    </a:lnTo>
                    <a:lnTo>
                      <a:pt x="4177563" y="526037"/>
                    </a:lnTo>
                    <a:lnTo>
                      <a:pt x="4187817" y="527063"/>
                    </a:lnTo>
                    <a:lnTo>
                      <a:pt x="4192941" y="534239"/>
                    </a:lnTo>
                    <a:lnTo>
                      <a:pt x="4197046" y="530141"/>
                    </a:lnTo>
                    <a:lnTo>
                      <a:pt x="4187817" y="521939"/>
                    </a:lnTo>
                    <a:lnTo>
                      <a:pt x="4197046" y="516815"/>
                    </a:lnTo>
                    <a:lnTo>
                      <a:pt x="4207300" y="528089"/>
                    </a:lnTo>
                    <a:lnTo>
                      <a:pt x="4212431" y="538337"/>
                    </a:lnTo>
                    <a:lnTo>
                      <a:pt x="4241142" y="536291"/>
                    </a:lnTo>
                    <a:lnTo>
                      <a:pt x="4250371" y="525010"/>
                    </a:lnTo>
                    <a:lnTo>
                      <a:pt x="4256528" y="520913"/>
                    </a:lnTo>
                    <a:lnTo>
                      <a:pt x="4272932" y="501437"/>
                    </a:lnTo>
                    <a:lnTo>
                      <a:pt x="4268828" y="488117"/>
                    </a:lnTo>
                    <a:lnTo>
                      <a:pt x="4260625" y="465570"/>
                    </a:lnTo>
                    <a:lnTo>
                      <a:pt x="4272932" y="457367"/>
                    </a:lnTo>
                    <a:lnTo>
                      <a:pt x="4278063" y="459420"/>
                    </a:lnTo>
                    <a:lnTo>
                      <a:pt x="4289337" y="454289"/>
                    </a:lnTo>
                    <a:lnTo>
                      <a:pt x="4290363" y="464543"/>
                    </a:lnTo>
                    <a:lnTo>
                      <a:pt x="4288317" y="473765"/>
                    </a:lnTo>
                    <a:lnTo>
                      <a:pt x="4287291" y="490163"/>
                    </a:lnTo>
                    <a:lnTo>
                      <a:pt x="4294467" y="498365"/>
                    </a:lnTo>
                    <a:lnTo>
                      <a:pt x="4309846" y="497339"/>
                    </a:lnTo>
                    <a:lnTo>
                      <a:pt x="4324205" y="495293"/>
                    </a:lnTo>
                    <a:lnTo>
                      <a:pt x="4340609" y="501443"/>
                    </a:lnTo>
                    <a:lnTo>
                      <a:pt x="4344714" y="507593"/>
                    </a:lnTo>
                    <a:lnTo>
                      <a:pt x="4347792" y="533213"/>
                    </a:lnTo>
                    <a:lnTo>
                      <a:pt x="4365223" y="530141"/>
                    </a:lnTo>
                    <a:lnTo>
                      <a:pt x="4376504" y="536291"/>
                    </a:lnTo>
                    <a:lnTo>
                      <a:pt x="4386758" y="551663"/>
                    </a:lnTo>
                    <a:lnTo>
                      <a:pt x="4399065" y="558839"/>
                    </a:lnTo>
                    <a:lnTo>
                      <a:pt x="4418548" y="550637"/>
                    </a:lnTo>
                    <a:lnTo>
                      <a:pt x="4408293" y="541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8" name="Forme libre : forme 1106">
                <a:extLst>
                  <a:ext uri="{FF2B5EF4-FFF2-40B4-BE49-F238E27FC236}">
                    <a16:creationId xmlns:a16="http://schemas.microsoft.com/office/drawing/2014/main" id="{43AC9631-5399-580E-BFA2-F59BF36ABFE0}"/>
                  </a:ext>
                </a:extLst>
              </p:cNvPr>
              <p:cNvSpPr/>
              <p:nvPr/>
            </p:nvSpPr>
            <p:spPr>
              <a:xfrm>
                <a:off x="7782552" y="4154987"/>
                <a:ext cx="6156" cy="10760"/>
              </a:xfrm>
              <a:custGeom>
                <a:avLst/>
                <a:gdLst>
                  <a:gd name="csX0" fmla="*/ 7230 w 6156"/>
                  <a:gd name="csY0" fmla="*/ 8552 h 10760"/>
                  <a:gd name="csX1" fmla="*/ 3639 w 6156"/>
                  <a:gd name="csY1" fmla="*/ 1376 h 10760"/>
                  <a:gd name="csX2" fmla="*/ 9795 w 6156"/>
                  <a:gd name="csY2" fmla="*/ 12136 h 10760"/>
                  <a:gd name="csX3" fmla="*/ 7230 w 6156"/>
                  <a:gd name="csY3" fmla="*/ 8552 h 10760"/>
                </a:gdLst>
                <a:ahLst/>
                <a:cxnLst>
                  <a:cxn ang="0">
                    <a:pos x="csX0" y="csY0"/>
                  </a:cxn>
                  <a:cxn ang="0">
                    <a:pos x="csX1" y="csY1"/>
                  </a:cxn>
                  <a:cxn ang="0">
                    <a:pos x="csX2" y="csY2"/>
                  </a:cxn>
                  <a:cxn ang="0">
                    <a:pos x="csX3" y="csY3"/>
                  </a:cxn>
                </a:cxnLst>
                <a:rect l="l" t="t" r="r" b="b"/>
                <a:pathLst>
                  <a:path w="6156" h="10760">
                    <a:moveTo>
                      <a:pt x="7230" y="8552"/>
                    </a:moveTo>
                    <a:lnTo>
                      <a:pt x="3639" y="1376"/>
                    </a:lnTo>
                    <a:lnTo>
                      <a:pt x="9795" y="12136"/>
                    </a:lnTo>
                    <a:lnTo>
                      <a:pt x="7230" y="85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29" name="Forme libre : forme 1107">
                <a:extLst>
                  <a:ext uri="{FF2B5EF4-FFF2-40B4-BE49-F238E27FC236}">
                    <a16:creationId xmlns:a16="http://schemas.microsoft.com/office/drawing/2014/main" id="{45ACD3D9-6F7A-5203-FEA2-D9CF828169A9}"/>
                  </a:ext>
                </a:extLst>
              </p:cNvPr>
              <p:cNvSpPr/>
              <p:nvPr/>
            </p:nvSpPr>
            <p:spPr>
              <a:xfrm>
                <a:off x="6602800" y="3485715"/>
                <a:ext cx="176333" cy="306472"/>
              </a:xfrm>
              <a:custGeom>
                <a:avLst/>
                <a:gdLst>
                  <a:gd name="csX0" fmla="*/ 163061 w 176333"/>
                  <a:gd name="csY0" fmla="*/ 295112 h 306472"/>
                  <a:gd name="csX1" fmla="*/ 135376 w 176333"/>
                  <a:gd name="csY1" fmla="*/ 302493 h 306472"/>
                  <a:gd name="csX2" fmla="*/ 98456 w 176333"/>
                  <a:gd name="csY2" fmla="*/ 306796 h 306472"/>
                  <a:gd name="csX3" fmla="*/ 75689 w 176333"/>
                  <a:gd name="csY3" fmla="*/ 282196 h 306472"/>
                  <a:gd name="csX4" fmla="*/ 47388 w 176333"/>
                  <a:gd name="csY4" fmla="*/ 263747 h 306472"/>
                  <a:gd name="csX5" fmla="*/ 49851 w 176333"/>
                  <a:gd name="csY5" fmla="*/ 231772 h 306472"/>
                  <a:gd name="csX6" fmla="*/ 73699 w 176333"/>
                  <a:gd name="csY6" fmla="*/ 210606 h 306472"/>
                  <a:gd name="csX7" fmla="*/ 62924 w 176333"/>
                  <a:gd name="csY7" fmla="*/ 184474 h 306472"/>
                  <a:gd name="csX8" fmla="*/ 40164 w 176333"/>
                  <a:gd name="csY8" fmla="*/ 156850 h 306472"/>
                  <a:gd name="csX9" fmla="*/ 33241 w 176333"/>
                  <a:gd name="csY9" fmla="*/ 146288 h 306472"/>
                  <a:gd name="csX10" fmla="*/ 19088 w 176333"/>
                  <a:gd name="csY10" fmla="*/ 100782 h 306472"/>
                  <a:gd name="csX11" fmla="*/ 3094 w 176333"/>
                  <a:gd name="csY11" fmla="*/ 71264 h 306472"/>
                  <a:gd name="csX12" fmla="*/ 9859 w 176333"/>
                  <a:gd name="csY12" fmla="*/ 67577 h 306472"/>
                  <a:gd name="csX13" fmla="*/ 20319 w 176333"/>
                  <a:gd name="csY13" fmla="*/ 44824 h 306472"/>
                  <a:gd name="csX14" fmla="*/ 50467 w 176333"/>
                  <a:gd name="csY14" fmla="*/ 26989 h 306472"/>
                  <a:gd name="csX15" fmla="*/ 56904 w 176333"/>
                  <a:gd name="csY15" fmla="*/ 24513 h 306472"/>
                  <a:gd name="csX16" fmla="*/ 84466 w 176333"/>
                  <a:gd name="csY16" fmla="*/ 15360 h 306472"/>
                  <a:gd name="csX17" fmla="*/ 118151 w 176333"/>
                  <a:gd name="csY17" fmla="*/ 1774 h 306472"/>
                  <a:gd name="csX18" fmla="*/ 143989 w 176333"/>
                  <a:gd name="csY18" fmla="*/ 15305 h 306472"/>
                  <a:gd name="csX19" fmla="*/ 142142 w 176333"/>
                  <a:gd name="csY19" fmla="*/ 34371 h 306472"/>
                  <a:gd name="csX20" fmla="*/ 138455 w 176333"/>
                  <a:gd name="csY20" fmla="*/ 54661 h 306472"/>
                  <a:gd name="csX21" fmla="*/ 102766 w 176333"/>
                  <a:gd name="csY21" fmla="*/ 62042 h 306472"/>
                  <a:gd name="csX22" fmla="*/ 101534 w 176333"/>
                  <a:gd name="csY22" fmla="*/ 73111 h 306472"/>
                  <a:gd name="csX23" fmla="*/ 103381 w 176333"/>
                  <a:gd name="csY23" fmla="*/ 79261 h 306472"/>
                  <a:gd name="csX24" fmla="*/ 83693 w 176333"/>
                  <a:gd name="csY24" fmla="*/ 73727 h 306472"/>
                  <a:gd name="csX25" fmla="*/ 99687 w 176333"/>
                  <a:gd name="csY25" fmla="*/ 100782 h 306472"/>
                  <a:gd name="csX26" fmla="*/ 110763 w 176333"/>
                  <a:gd name="csY26" fmla="*/ 123535 h 306472"/>
                  <a:gd name="csX27" fmla="*/ 132914 w 176333"/>
                  <a:gd name="csY27" fmla="*/ 131532 h 306472"/>
                  <a:gd name="csX28" fmla="*/ 132414 w 176333"/>
                  <a:gd name="csY28" fmla="*/ 149305 h 306472"/>
                  <a:gd name="csX29" fmla="*/ 132914 w 176333"/>
                  <a:gd name="csY29" fmla="*/ 161666 h 306472"/>
                  <a:gd name="csX30" fmla="*/ 142758 w 176333"/>
                  <a:gd name="csY30" fmla="*/ 149367 h 306472"/>
                  <a:gd name="csX31" fmla="*/ 161221 w 176333"/>
                  <a:gd name="csY31" fmla="*/ 154285 h 306472"/>
                  <a:gd name="csX32" fmla="*/ 166756 w 176333"/>
                  <a:gd name="csY32" fmla="*/ 167816 h 306472"/>
                  <a:gd name="csX33" fmla="*/ 179062 w 176333"/>
                  <a:gd name="csY33" fmla="*/ 185651 h 306472"/>
                  <a:gd name="csX34" fmla="*/ 142142 w 176333"/>
                  <a:gd name="csY34" fmla="*/ 194257 h 306472"/>
                  <a:gd name="csX35" fmla="*/ 137223 w 176333"/>
                  <a:gd name="csY35" fmla="*/ 205941 h 306472"/>
                  <a:gd name="csX36" fmla="*/ 151986 w 176333"/>
                  <a:gd name="csY36" fmla="*/ 209019 h 306472"/>
                  <a:gd name="csX37" fmla="*/ 154449 w 176333"/>
                  <a:gd name="csY37" fmla="*/ 222551 h 306472"/>
                  <a:gd name="csX38" fmla="*/ 147683 w 176333"/>
                  <a:gd name="csY38" fmla="*/ 225006 h 306472"/>
                  <a:gd name="csX39" fmla="*/ 162446 w 176333"/>
                  <a:gd name="csY39" fmla="*/ 239153 h 306472"/>
                  <a:gd name="csX40" fmla="*/ 163677 w 176333"/>
                  <a:gd name="csY40" fmla="*/ 281335 h 306472"/>
                  <a:gd name="csX41" fmla="*/ 163061 w 176333"/>
                  <a:gd name="csY41" fmla="*/ 295112 h 3064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76333" h="306472">
                    <a:moveTo>
                      <a:pt x="163061" y="295112"/>
                    </a:moveTo>
                    <a:cubicBezTo>
                      <a:pt x="159367" y="306181"/>
                      <a:pt x="143989" y="300031"/>
                      <a:pt x="135376" y="302493"/>
                    </a:cubicBezTo>
                    <a:cubicBezTo>
                      <a:pt x="124294" y="306796"/>
                      <a:pt x="110763" y="308643"/>
                      <a:pt x="98456" y="306796"/>
                    </a:cubicBezTo>
                    <a:cubicBezTo>
                      <a:pt x="90459" y="300031"/>
                      <a:pt x="75074" y="295112"/>
                      <a:pt x="75689" y="282196"/>
                    </a:cubicBezTo>
                    <a:cubicBezTo>
                      <a:pt x="63998" y="280965"/>
                      <a:pt x="51691" y="274815"/>
                      <a:pt x="47388" y="263747"/>
                    </a:cubicBezTo>
                    <a:cubicBezTo>
                      <a:pt x="48004" y="252678"/>
                      <a:pt x="40623" y="240994"/>
                      <a:pt x="49851" y="231772"/>
                    </a:cubicBezTo>
                    <a:cubicBezTo>
                      <a:pt x="52314" y="229925"/>
                      <a:pt x="72460" y="214300"/>
                      <a:pt x="73699" y="210606"/>
                    </a:cubicBezTo>
                    <a:cubicBezTo>
                      <a:pt x="76155" y="197082"/>
                      <a:pt x="72768" y="194927"/>
                      <a:pt x="62924" y="184474"/>
                    </a:cubicBezTo>
                    <a:cubicBezTo>
                      <a:pt x="62924" y="172017"/>
                      <a:pt x="49379" y="165518"/>
                      <a:pt x="40164" y="156850"/>
                    </a:cubicBezTo>
                    <a:cubicBezTo>
                      <a:pt x="37093" y="153964"/>
                      <a:pt x="34774" y="149517"/>
                      <a:pt x="33241" y="146288"/>
                    </a:cubicBezTo>
                    <a:cubicBezTo>
                      <a:pt x="19088" y="133988"/>
                      <a:pt x="20319" y="118001"/>
                      <a:pt x="19088" y="100782"/>
                    </a:cubicBezTo>
                    <a:cubicBezTo>
                      <a:pt x="11091" y="92176"/>
                      <a:pt x="1862" y="83564"/>
                      <a:pt x="3094" y="71264"/>
                    </a:cubicBezTo>
                    <a:lnTo>
                      <a:pt x="9859" y="67577"/>
                    </a:lnTo>
                    <a:cubicBezTo>
                      <a:pt x="11706" y="58964"/>
                      <a:pt x="16625" y="52198"/>
                      <a:pt x="20319" y="44824"/>
                    </a:cubicBezTo>
                    <a:cubicBezTo>
                      <a:pt x="32626" y="44208"/>
                      <a:pt x="41239" y="33755"/>
                      <a:pt x="50467" y="26989"/>
                    </a:cubicBezTo>
                    <a:cubicBezTo>
                      <a:pt x="53586" y="26757"/>
                      <a:pt x="54571" y="24951"/>
                      <a:pt x="56904" y="24513"/>
                    </a:cubicBezTo>
                    <a:cubicBezTo>
                      <a:pt x="67015" y="22625"/>
                      <a:pt x="72974" y="20354"/>
                      <a:pt x="84466" y="15360"/>
                    </a:cubicBezTo>
                    <a:cubicBezTo>
                      <a:pt x="95542" y="17816"/>
                      <a:pt x="84466" y="-3090"/>
                      <a:pt x="118151" y="1774"/>
                    </a:cubicBezTo>
                    <a:cubicBezTo>
                      <a:pt x="123070" y="14689"/>
                      <a:pt x="141533" y="-682"/>
                      <a:pt x="143989" y="15305"/>
                    </a:cubicBezTo>
                    <a:cubicBezTo>
                      <a:pt x="148914" y="22071"/>
                      <a:pt x="140917" y="27605"/>
                      <a:pt x="142142" y="34371"/>
                    </a:cubicBezTo>
                    <a:cubicBezTo>
                      <a:pt x="140917" y="41136"/>
                      <a:pt x="145220" y="50974"/>
                      <a:pt x="138455" y="54661"/>
                    </a:cubicBezTo>
                    <a:cubicBezTo>
                      <a:pt x="125532" y="54661"/>
                      <a:pt x="113225" y="55892"/>
                      <a:pt x="102766" y="62042"/>
                    </a:cubicBezTo>
                    <a:cubicBezTo>
                      <a:pt x="101534" y="65730"/>
                      <a:pt x="100303" y="70039"/>
                      <a:pt x="101534" y="73111"/>
                    </a:cubicBezTo>
                    <a:cubicBezTo>
                      <a:pt x="103997" y="74342"/>
                      <a:pt x="104613" y="77414"/>
                      <a:pt x="103381" y="79261"/>
                    </a:cubicBezTo>
                    <a:cubicBezTo>
                      <a:pt x="96000" y="84795"/>
                      <a:pt x="91690" y="72495"/>
                      <a:pt x="83693" y="73727"/>
                    </a:cubicBezTo>
                    <a:cubicBezTo>
                      <a:pt x="81230" y="85411"/>
                      <a:pt x="94769" y="92176"/>
                      <a:pt x="99687" y="100782"/>
                    </a:cubicBezTo>
                    <a:cubicBezTo>
                      <a:pt x="102766" y="108779"/>
                      <a:pt x="102766" y="118617"/>
                      <a:pt x="110763" y="123535"/>
                    </a:cubicBezTo>
                    <a:cubicBezTo>
                      <a:pt x="120607" y="119848"/>
                      <a:pt x="124301" y="130917"/>
                      <a:pt x="132914" y="131532"/>
                    </a:cubicBezTo>
                    <a:cubicBezTo>
                      <a:pt x="135110" y="137388"/>
                      <a:pt x="133345" y="143182"/>
                      <a:pt x="132414" y="149305"/>
                    </a:cubicBezTo>
                    <a:cubicBezTo>
                      <a:pt x="131771" y="153478"/>
                      <a:pt x="131669" y="158178"/>
                      <a:pt x="132914" y="161666"/>
                    </a:cubicBezTo>
                    <a:cubicBezTo>
                      <a:pt x="135992" y="158588"/>
                      <a:pt x="137223" y="151214"/>
                      <a:pt x="142758" y="149367"/>
                    </a:cubicBezTo>
                    <a:cubicBezTo>
                      <a:pt x="149523" y="149367"/>
                      <a:pt x="155680" y="150598"/>
                      <a:pt x="161221" y="154285"/>
                    </a:cubicBezTo>
                    <a:cubicBezTo>
                      <a:pt x="164909" y="157979"/>
                      <a:pt x="164909" y="163514"/>
                      <a:pt x="166756" y="167816"/>
                    </a:cubicBezTo>
                    <a:cubicBezTo>
                      <a:pt x="172290" y="173351"/>
                      <a:pt x="180903" y="178269"/>
                      <a:pt x="179062" y="185651"/>
                    </a:cubicBezTo>
                    <a:cubicBezTo>
                      <a:pt x="169218" y="193648"/>
                      <a:pt x="155064" y="198559"/>
                      <a:pt x="142142" y="194257"/>
                    </a:cubicBezTo>
                    <a:cubicBezTo>
                      <a:pt x="137223" y="195488"/>
                      <a:pt x="137832" y="201638"/>
                      <a:pt x="137223" y="205941"/>
                    </a:cubicBezTo>
                    <a:cubicBezTo>
                      <a:pt x="140911" y="213322"/>
                      <a:pt x="147067" y="202254"/>
                      <a:pt x="151986" y="209019"/>
                    </a:cubicBezTo>
                    <a:cubicBezTo>
                      <a:pt x="155064" y="212706"/>
                      <a:pt x="157527" y="218241"/>
                      <a:pt x="154449" y="222551"/>
                    </a:cubicBezTo>
                    <a:cubicBezTo>
                      <a:pt x="151986" y="224391"/>
                      <a:pt x="147683" y="221928"/>
                      <a:pt x="147683" y="225006"/>
                    </a:cubicBezTo>
                    <a:cubicBezTo>
                      <a:pt x="151370" y="229925"/>
                      <a:pt x="160599" y="232388"/>
                      <a:pt x="162446" y="239153"/>
                    </a:cubicBezTo>
                    <a:lnTo>
                      <a:pt x="163677" y="281335"/>
                    </a:lnTo>
                    <a:lnTo>
                      <a:pt x="163061" y="295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0" name="Forme libre : forme 1108">
                <a:extLst>
                  <a:ext uri="{FF2B5EF4-FFF2-40B4-BE49-F238E27FC236}">
                    <a16:creationId xmlns:a16="http://schemas.microsoft.com/office/drawing/2014/main" id="{0DEAFF54-150B-741E-194D-F83919FD4B1C}"/>
                  </a:ext>
                </a:extLst>
              </p:cNvPr>
              <p:cNvSpPr/>
              <p:nvPr/>
            </p:nvSpPr>
            <p:spPr>
              <a:xfrm>
                <a:off x="4981786" y="6062849"/>
                <a:ext cx="10363" cy="10562"/>
              </a:xfrm>
              <a:custGeom>
                <a:avLst/>
                <a:gdLst>
                  <a:gd name="csX0" fmla="*/ 6079 w 10363"/>
                  <a:gd name="csY0" fmla="*/ 2539 h 10562"/>
                  <a:gd name="csX1" fmla="*/ 1934 w 10363"/>
                  <a:gd name="csY1" fmla="*/ 7820 h 10562"/>
                  <a:gd name="csX2" fmla="*/ 6079 w 10363"/>
                  <a:gd name="csY2" fmla="*/ 13101 h 10562"/>
                  <a:gd name="csX3" fmla="*/ 12298 w 10363"/>
                  <a:gd name="csY3" fmla="*/ 11336 h 10562"/>
                  <a:gd name="csX4" fmla="*/ 11258 w 10363"/>
                  <a:gd name="csY4" fmla="*/ 4297 h 10562"/>
                  <a:gd name="csX5" fmla="*/ 6079 w 10363"/>
                  <a:gd name="csY5" fmla="*/ 2539 h 10562"/>
                </a:gdLst>
                <a:ahLst/>
                <a:cxnLst>
                  <a:cxn ang="0">
                    <a:pos x="csX0" y="csY0"/>
                  </a:cxn>
                  <a:cxn ang="0">
                    <a:pos x="csX1" y="csY1"/>
                  </a:cxn>
                  <a:cxn ang="0">
                    <a:pos x="csX2" y="csY2"/>
                  </a:cxn>
                  <a:cxn ang="0">
                    <a:pos x="csX3" y="csY3"/>
                  </a:cxn>
                  <a:cxn ang="0">
                    <a:pos x="csX4" y="csY4"/>
                  </a:cxn>
                  <a:cxn ang="0">
                    <a:pos x="csX5" y="csY5"/>
                  </a:cxn>
                </a:cxnLst>
                <a:rect l="l" t="t" r="r" b="b"/>
                <a:pathLst>
                  <a:path w="10363" h="10562">
                    <a:moveTo>
                      <a:pt x="6079" y="2539"/>
                    </a:moveTo>
                    <a:lnTo>
                      <a:pt x="1934" y="7820"/>
                    </a:lnTo>
                    <a:lnTo>
                      <a:pt x="6079" y="13101"/>
                    </a:lnTo>
                    <a:lnTo>
                      <a:pt x="12298" y="11336"/>
                    </a:lnTo>
                    <a:lnTo>
                      <a:pt x="11258" y="4297"/>
                    </a:lnTo>
                    <a:lnTo>
                      <a:pt x="6079" y="25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1" name="Forme libre : forme 1109">
                <a:extLst>
                  <a:ext uri="{FF2B5EF4-FFF2-40B4-BE49-F238E27FC236}">
                    <a16:creationId xmlns:a16="http://schemas.microsoft.com/office/drawing/2014/main" id="{0E70BD11-7EEF-AA45-6538-A9D163F726B6}"/>
                  </a:ext>
                </a:extLst>
              </p:cNvPr>
              <p:cNvSpPr/>
              <p:nvPr/>
            </p:nvSpPr>
            <p:spPr>
              <a:xfrm rot="3112141" flipV="1">
                <a:off x="4995090" y="6049621"/>
                <a:ext cx="7189" cy="5705"/>
              </a:xfrm>
              <a:custGeom>
                <a:avLst/>
                <a:gdLst>
                  <a:gd name="csX0" fmla="*/ 1940 w 7189"/>
                  <a:gd name="csY0" fmla="*/ 2528 h 5705"/>
                  <a:gd name="csX1" fmla="*/ 8651 w 7189"/>
                  <a:gd name="csY1" fmla="*/ 2528 h 5705"/>
                  <a:gd name="csX2" fmla="*/ 9130 w 7189"/>
                  <a:gd name="csY2" fmla="*/ 7413 h 5705"/>
                  <a:gd name="csX3" fmla="*/ 3062 w 7189"/>
                  <a:gd name="csY3" fmla="*/ 8234 h 5705"/>
                  <a:gd name="csX4" fmla="*/ 1940 w 7189"/>
                  <a:gd name="csY4" fmla="*/ 2528 h 5705"/>
                </a:gdLst>
                <a:ahLst/>
                <a:cxnLst>
                  <a:cxn ang="0">
                    <a:pos x="csX0" y="csY0"/>
                  </a:cxn>
                  <a:cxn ang="0">
                    <a:pos x="csX1" y="csY1"/>
                  </a:cxn>
                  <a:cxn ang="0">
                    <a:pos x="csX2" y="csY2"/>
                  </a:cxn>
                  <a:cxn ang="0">
                    <a:pos x="csX3" y="csY3"/>
                  </a:cxn>
                  <a:cxn ang="0">
                    <a:pos x="csX4" y="csY4"/>
                  </a:cxn>
                </a:cxnLst>
                <a:rect l="l" t="t" r="r" b="b"/>
                <a:pathLst>
                  <a:path w="7189" h="5705">
                    <a:moveTo>
                      <a:pt x="1940" y="2528"/>
                    </a:moveTo>
                    <a:lnTo>
                      <a:pt x="8651" y="2528"/>
                    </a:lnTo>
                    <a:lnTo>
                      <a:pt x="9130" y="7413"/>
                    </a:lnTo>
                    <a:lnTo>
                      <a:pt x="3062" y="8234"/>
                    </a:lnTo>
                    <a:lnTo>
                      <a:pt x="1940" y="25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2" name="Forme libre : forme 1110">
                <a:extLst>
                  <a:ext uri="{FF2B5EF4-FFF2-40B4-BE49-F238E27FC236}">
                    <a16:creationId xmlns:a16="http://schemas.microsoft.com/office/drawing/2014/main" id="{A149F9C2-87F9-1B2E-5D29-4A83E3CB2A01}"/>
                  </a:ext>
                </a:extLst>
              </p:cNvPr>
              <p:cNvSpPr/>
              <p:nvPr/>
            </p:nvSpPr>
            <p:spPr>
              <a:xfrm rot="-9982289" flipV="1">
                <a:off x="5001685" y="6063275"/>
                <a:ext cx="10452" cy="7456"/>
              </a:xfrm>
              <a:custGeom>
                <a:avLst/>
                <a:gdLst>
                  <a:gd name="csX0" fmla="*/ 1947 w 10452"/>
                  <a:gd name="csY0" fmla="*/ 2537 h 7456"/>
                  <a:gd name="csX1" fmla="*/ 9410 w 10452"/>
                  <a:gd name="csY1" fmla="*/ 2537 h 7456"/>
                  <a:gd name="csX2" fmla="*/ 12400 w 10452"/>
                  <a:gd name="csY2" fmla="*/ 7784 h 7456"/>
                  <a:gd name="csX3" fmla="*/ 6537 w 10452"/>
                  <a:gd name="csY3" fmla="*/ 9994 h 7456"/>
                  <a:gd name="csX4" fmla="*/ 1947 w 10452"/>
                  <a:gd name="csY4" fmla="*/ 2537 h 7456"/>
                </a:gdLst>
                <a:ahLst/>
                <a:cxnLst>
                  <a:cxn ang="0">
                    <a:pos x="csX0" y="csY0"/>
                  </a:cxn>
                  <a:cxn ang="0">
                    <a:pos x="csX1" y="csY1"/>
                  </a:cxn>
                  <a:cxn ang="0">
                    <a:pos x="csX2" y="csY2"/>
                  </a:cxn>
                  <a:cxn ang="0">
                    <a:pos x="csX3" y="csY3"/>
                  </a:cxn>
                  <a:cxn ang="0">
                    <a:pos x="csX4" y="csY4"/>
                  </a:cxn>
                </a:cxnLst>
                <a:rect l="l" t="t" r="r" b="b"/>
                <a:pathLst>
                  <a:path w="10452" h="7456">
                    <a:moveTo>
                      <a:pt x="1947" y="2537"/>
                    </a:moveTo>
                    <a:lnTo>
                      <a:pt x="9410" y="2537"/>
                    </a:lnTo>
                    <a:lnTo>
                      <a:pt x="12400" y="7784"/>
                    </a:lnTo>
                    <a:lnTo>
                      <a:pt x="6537" y="9994"/>
                    </a:lnTo>
                    <a:lnTo>
                      <a:pt x="1947" y="25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3" name="Forme libre : forme 1111">
                <a:extLst>
                  <a:ext uri="{FF2B5EF4-FFF2-40B4-BE49-F238E27FC236}">
                    <a16:creationId xmlns:a16="http://schemas.microsoft.com/office/drawing/2014/main" id="{FC281963-A36E-F8E7-0B68-1F508D815B73}"/>
                  </a:ext>
                </a:extLst>
              </p:cNvPr>
              <p:cNvSpPr/>
              <p:nvPr/>
            </p:nvSpPr>
            <p:spPr>
              <a:xfrm rot="8746314" flipV="1">
                <a:off x="5019774" y="6084944"/>
                <a:ext cx="8332" cy="7278"/>
              </a:xfrm>
              <a:custGeom>
                <a:avLst/>
                <a:gdLst>
                  <a:gd name="csX0" fmla="*/ 3263 w 8332"/>
                  <a:gd name="csY0" fmla="*/ 2551 h 7278"/>
                  <a:gd name="csX1" fmla="*/ 9529 w 8332"/>
                  <a:gd name="csY1" fmla="*/ 2551 h 7278"/>
                  <a:gd name="csX2" fmla="*/ 10289 w 8332"/>
                  <a:gd name="csY2" fmla="*/ 7353 h 7278"/>
                  <a:gd name="csX3" fmla="*/ 1956 w 8332"/>
                  <a:gd name="csY3" fmla="*/ 9829 h 7278"/>
                  <a:gd name="csX4" fmla="*/ 3263 w 8332"/>
                  <a:gd name="csY4" fmla="*/ 2551 h 7278"/>
                </a:gdLst>
                <a:ahLst/>
                <a:cxnLst>
                  <a:cxn ang="0">
                    <a:pos x="csX0" y="csY0"/>
                  </a:cxn>
                  <a:cxn ang="0">
                    <a:pos x="csX1" y="csY1"/>
                  </a:cxn>
                  <a:cxn ang="0">
                    <a:pos x="csX2" y="csY2"/>
                  </a:cxn>
                  <a:cxn ang="0">
                    <a:pos x="csX3" y="csY3"/>
                  </a:cxn>
                  <a:cxn ang="0">
                    <a:pos x="csX4" y="csY4"/>
                  </a:cxn>
                </a:cxnLst>
                <a:rect l="l" t="t" r="r" b="b"/>
                <a:pathLst>
                  <a:path w="8332" h="7278">
                    <a:moveTo>
                      <a:pt x="3263" y="2551"/>
                    </a:moveTo>
                    <a:lnTo>
                      <a:pt x="9529" y="2551"/>
                    </a:lnTo>
                    <a:lnTo>
                      <a:pt x="10289" y="7353"/>
                    </a:lnTo>
                    <a:lnTo>
                      <a:pt x="1956" y="9829"/>
                    </a:lnTo>
                    <a:lnTo>
                      <a:pt x="3263" y="25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4" name="Forme libre : forme 1112">
                <a:extLst>
                  <a:ext uri="{FF2B5EF4-FFF2-40B4-BE49-F238E27FC236}">
                    <a16:creationId xmlns:a16="http://schemas.microsoft.com/office/drawing/2014/main" id="{49A2222B-C093-E69F-5FF4-51FFEDA70EC1}"/>
                  </a:ext>
                </a:extLst>
              </p:cNvPr>
              <p:cNvSpPr/>
              <p:nvPr/>
            </p:nvSpPr>
            <p:spPr>
              <a:xfrm rot="-416321" flipV="1">
                <a:off x="5021945" y="6107206"/>
                <a:ext cx="7306" cy="3618"/>
              </a:xfrm>
              <a:custGeom>
                <a:avLst/>
                <a:gdLst>
                  <a:gd name="csX0" fmla="*/ 1957 w 7306"/>
                  <a:gd name="csY0" fmla="*/ 2562 h 3618"/>
                  <a:gd name="csX1" fmla="*/ 9263 w 7306"/>
                  <a:gd name="csY1" fmla="*/ 2562 h 3618"/>
                  <a:gd name="csX2" fmla="*/ 8661 w 7306"/>
                  <a:gd name="csY2" fmla="*/ 6181 h 3618"/>
                  <a:gd name="csX3" fmla="*/ 3407 w 7306"/>
                  <a:gd name="csY3" fmla="*/ 5935 h 3618"/>
                  <a:gd name="csX4" fmla="*/ 1957 w 7306"/>
                  <a:gd name="csY4" fmla="*/ 2562 h 3618"/>
                </a:gdLst>
                <a:ahLst/>
                <a:cxnLst>
                  <a:cxn ang="0">
                    <a:pos x="csX0" y="csY0"/>
                  </a:cxn>
                  <a:cxn ang="0">
                    <a:pos x="csX1" y="csY1"/>
                  </a:cxn>
                  <a:cxn ang="0">
                    <a:pos x="csX2" y="csY2"/>
                  </a:cxn>
                  <a:cxn ang="0">
                    <a:pos x="csX3" y="csY3"/>
                  </a:cxn>
                  <a:cxn ang="0">
                    <a:pos x="csX4" y="csY4"/>
                  </a:cxn>
                </a:cxnLst>
                <a:rect l="l" t="t" r="r" b="b"/>
                <a:pathLst>
                  <a:path w="7306" h="3618">
                    <a:moveTo>
                      <a:pt x="1957" y="2562"/>
                    </a:moveTo>
                    <a:lnTo>
                      <a:pt x="9263" y="2562"/>
                    </a:lnTo>
                    <a:lnTo>
                      <a:pt x="8661" y="6181"/>
                    </a:lnTo>
                    <a:lnTo>
                      <a:pt x="3407" y="5935"/>
                    </a:lnTo>
                    <a:lnTo>
                      <a:pt x="1957" y="25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5" name="Forme libre : forme 1113">
                <a:extLst>
                  <a:ext uri="{FF2B5EF4-FFF2-40B4-BE49-F238E27FC236}">
                    <a16:creationId xmlns:a16="http://schemas.microsoft.com/office/drawing/2014/main" id="{AD1EAED2-7933-04E4-C1EC-31105B688C67}"/>
                  </a:ext>
                </a:extLst>
              </p:cNvPr>
              <p:cNvSpPr/>
              <p:nvPr/>
            </p:nvSpPr>
            <p:spPr>
              <a:xfrm rot="2916126" flipV="1">
                <a:off x="5024579" y="6124975"/>
                <a:ext cx="7483" cy="6991"/>
              </a:xfrm>
              <a:custGeom>
                <a:avLst/>
                <a:gdLst>
                  <a:gd name="csX0" fmla="*/ 1958 w 7483"/>
                  <a:gd name="csY0" fmla="*/ 2575 h 6991"/>
                  <a:gd name="csX1" fmla="*/ 6651 w 7483"/>
                  <a:gd name="csY1" fmla="*/ 2575 h 6991"/>
                  <a:gd name="csX2" fmla="*/ 9442 w 7483"/>
                  <a:gd name="csY2" fmla="*/ 8403 h 6991"/>
                  <a:gd name="csX3" fmla="*/ 3429 w 7483"/>
                  <a:gd name="csY3" fmla="*/ 9566 h 6991"/>
                  <a:gd name="csX4" fmla="*/ 1958 w 7483"/>
                  <a:gd name="csY4" fmla="*/ 2575 h 6991"/>
                </a:gdLst>
                <a:ahLst/>
                <a:cxnLst>
                  <a:cxn ang="0">
                    <a:pos x="csX0" y="csY0"/>
                  </a:cxn>
                  <a:cxn ang="0">
                    <a:pos x="csX1" y="csY1"/>
                  </a:cxn>
                  <a:cxn ang="0">
                    <a:pos x="csX2" y="csY2"/>
                  </a:cxn>
                  <a:cxn ang="0">
                    <a:pos x="csX3" y="csY3"/>
                  </a:cxn>
                  <a:cxn ang="0">
                    <a:pos x="csX4" y="csY4"/>
                  </a:cxn>
                </a:cxnLst>
                <a:rect l="l" t="t" r="r" b="b"/>
                <a:pathLst>
                  <a:path w="7483" h="6991">
                    <a:moveTo>
                      <a:pt x="1958" y="2575"/>
                    </a:moveTo>
                    <a:lnTo>
                      <a:pt x="6651" y="2575"/>
                    </a:lnTo>
                    <a:lnTo>
                      <a:pt x="9442" y="8403"/>
                    </a:lnTo>
                    <a:lnTo>
                      <a:pt x="3429" y="9566"/>
                    </a:lnTo>
                    <a:lnTo>
                      <a:pt x="1958" y="2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6" name="Forme libre : forme 1114">
                <a:extLst>
                  <a:ext uri="{FF2B5EF4-FFF2-40B4-BE49-F238E27FC236}">
                    <a16:creationId xmlns:a16="http://schemas.microsoft.com/office/drawing/2014/main" id="{CBC561CE-A77D-7143-2156-9641F6A74E19}"/>
                  </a:ext>
                </a:extLst>
              </p:cNvPr>
              <p:cNvSpPr/>
              <p:nvPr/>
            </p:nvSpPr>
            <p:spPr>
              <a:xfrm rot="3886131" flipV="1">
                <a:off x="5022078" y="6149109"/>
                <a:ext cx="5664" cy="5807"/>
              </a:xfrm>
              <a:custGeom>
                <a:avLst/>
                <a:gdLst>
                  <a:gd name="csX0" fmla="*/ 2141 w 5664"/>
                  <a:gd name="csY0" fmla="*/ 2589 h 5807"/>
                  <a:gd name="csX1" fmla="*/ 7005 w 5664"/>
                  <a:gd name="csY1" fmla="*/ 2589 h 5807"/>
                  <a:gd name="csX2" fmla="*/ 7621 w 5664"/>
                  <a:gd name="csY2" fmla="*/ 8021 h 5807"/>
                  <a:gd name="csX3" fmla="*/ 1956 w 5664"/>
                  <a:gd name="csY3" fmla="*/ 8397 h 5807"/>
                  <a:gd name="csX4" fmla="*/ 2141 w 5664"/>
                  <a:gd name="csY4" fmla="*/ 2589 h 5807"/>
                </a:gdLst>
                <a:ahLst/>
                <a:cxnLst>
                  <a:cxn ang="0">
                    <a:pos x="csX0" y="csY0"/>
                  </a:cxn>
                  <a:cxn ang="0">
                    <a:pos x="csX1" y="csY1"/>
                  </a:cxn>
                  <a:cxn ang="0">
                    <a:pos x="csX2" y="csY2"/>
                  </a:cxn>
                  <a:cxn ang="0">
                    <a:pos x="csX3" y="csY3"/>
                  </a:cxn>
                  <a:cxn ang="0">
                    <a:pos x="csX4" y="csY4"/>
                  </a:cxn>
                </a:cxnLst>
                <a:rect l="l" t="t" r="r" b="b"/>
                <a:pathLst>
                  <a:path w="5664" h="5807">
                    <a:moveTo>
                      <a:pt x="2141" y="2589"/>
                    </a:moveTo>
                    <a:lnTo>
                      <a:pt x="7005" y="2589"/>
                    </a:lnTo>
                    <a:lnTo>
                      <a:pt x="7621" y="8021"/>
                    </a:lnTo>
                    <a:lnTo>
                      <a:pt x="1956" y="8397"/>
                    </a:lnTo>
                    <a:lnTo>
                      <a:pt x="2141" y="2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7" name="Forme libre : forme 1115">
                <a:extLst>
                  <a:ext uri="{FF2B5EF4-FFF2-40B4-BE49-F238E27FC236}">
                    <a16:creationId xmlns:a16="http://schemas.microsoft.com/office/drawing/2014/main" id="{D9806731-1940-94DE-1155-AAE339228584}"/>
                  </a:ext>
                </a:extLst>
              </p:cNvPr>
              <p:cNvSpPr/>
              <p:nvPr/>
            </p:nvSpPr>
            <p:spPr>
              <a:xfrm>
                <a:off x="5006646" y="6160537"/>
                <a:ext cx="10357" cy="5281"/>
              </a:xfrm>
              <a:custGeom>
                <a:avLst/>
                <a:gdLst>
                  <a:gd name="csX0" fmla="*/ 1948 w 10357"/>
                  <a:gd name="csY0" fmla="*/ 2596 h 5281"/>
                  <a:gd name="csX1" fmla="*/ 2981 w 10357"/>
                  <a:gd name="csY1" fmla="*/ 7877 h 5281"/>
                  <a:gd name="csX2" fmla="*/ 6094 w 10357"/>
                  <a:gd name="csY2" fmla="*/ 7877 h 5281"/>
                  <a:gd name="csX3" fmla="*/ 12305 w 10357"/>
                  <a:gd name="csY3" fmla="*/ 6119 h 5281"/>
                  <a:gd name="csX4" fmla="*/ 9200 w 10357"/>
                  <a:gd name="csY4" fmla="*/ 3479 h 5281"/>
                  <a:gd name="csX5" fmla="*/ 1948 w 10357"/>
                  <a:gd name="csY5" fmla="*/ 2596 h 5281"/>
                </a:gdLst>
                <a:ahLst/>
                <a:cxnLst>
                  <a:cxn ang="0">
                    <a:pos x="csX0" y="csY0"/>
                  </a:cxn>
                  <a:cxn ang="0">
                    <a:pos x="csX1" y="csY1"/>
                  </a:cxn>
                  <a:cxn ang="0">
                    <a:pos x="csX2" y="csY2"/>
                  </a:cxn>
                  <a:cxn ang="0">
                    <a:pos x="csX3" y="csY3"/>
                  </a:cxn>
                  <a:cxn ang="0">
                    <a:pos x="csX4" y="csY4"/>
                  </a:cxn>
                  <a:cxn ang="0">
                    <a:pos x="csX5" y="csY5"/>
                  </a:cxn>
                </a:cxnLst>
                <a:rect l="l" t="t" r="r" b="b"/>
                <a:pathLst>
                  <a:path w="10357" h="5281">
                    <a:moveTo>
                      <a:pt x="1948" y="2596"/>
                    </a:moveTo>
                    <a:lnTo>
                      <a:pt x="2981" y="7877"/>
                    </a:lnTo>
                    <a:lnTo>
                      <a:pt x="6094" y="7877"/>
                    </a:lnTo>
                    <a:lnTo>
                      <a:pt x="12305" y="6119"/>
                    </a:lnTo>
                    <a:lnTo>
                      <a:pt x="9200" y="3479"/>
                    </a:lnTo>
                    <a:lnTo>
                      <a:pt x="1948" y="25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8" name="Forme libre : forme 1116">
                <a:extLst>
                  <a:ext uri="{FF2B5EF4-FFF2-40B4-BE49-F238E27FC236}">
                    <a16:creationId xmlns:a16="http://schemas.microsoft.com/office/drawing/2014/main" id="{0F6C8F78-8E49-5317-50FE-E41C6EE5561A}"/>
                  </a:ext>
                </a:extLst>
              </p:cNvPr>
              <p:cNvSpPr/>
              <p:nvPr/>
            </p:nvSpPr>
            <p:spPr>
              <a:xfrm rot="4114238" flipV="1">
                <a:off x="4998217" y="6166270"/>
                <a:ext cx="5671" cy="5780"/>
              </a:xfrm>
              <a:custGeom>
                <a:avLst/>
                <a:gdLst>
                  <a:gd name="csX0" fmla="*/ 1942 w 5671"/>
                  <a:gd name="csY0" fmla="*/ 2600 h 5780"/>
                  <a:gd name="csX1" fmla="*/ 7613 w 5671"/>
                  <a:gd name="csY1" fmla="*/ 2600 h 5780"/>
                  <a:gd name="csX2" fmla="*/ 7052 w 5671"/>
                  <a:gd name="csY2" fmla="*/ 8380 h 5780"/>
                  <a:gd name="csX3" fmla="*/ 2633 w 5671"/>
                  <a:gd name="csY3" fmla="*/ 6779 h 5780"/>
                  <a:gd name="csX4" fmla="*/ 1942 w 5671"/>
                  <a:gd name="csY4" fmla="*/ 2600 h 5780"/>
                </a:gdLst>
                <a:ahLst/>
                <a:cxnLst>
                  <a:cxn ang="0">
                    <a:pos x="csX0" y="csY0"/>
                  </a:cxn>
                  <a:cxn ang="0">
                    <a:pos x="csX1" y="csY1"/>
                  </a:cxn>
                  <a:cxn ang="0">
                    <a:pos x="csX2" y="csY2"/>
                  </a:cxn>
                  <a:cxn ang="0">
                    <a:pos x="csX3" y="csY3"/>
                  </a:cxn>
                  <a:cxn ang="0">
                    <a:pos x="csX4" y="csY4"/>
                  </a:cxn>
                </a:cxnLst>
                <a:rect l="l" t="t" r="r" b="b"/>
                <a:pathLst>
                  <a:path w="5671" h="5780">
                    <a:moveTo>
                      <a:pt x="1942" y="2600"/>
                    </a:moveTo>
                    <a:lnTo>
                      <a:pt x="7613" y="2600"/>
                    </a:lnTo>
                    <a:lnTo>
                      <a:pt x="7052" y="8380"/>
                    </a:lnTo>
                    <a:lnTo>
                      <a:pt x="2633" y="6779"/>
                    </a:lnTo>
                    <a:lnTo>
                      <a:pt x="1942" y="26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39" name="Forme libre : forme 1117">
                <a:extLst>
                  <a:ext uri="{FF2B5EF4-FFF2-40B4-BE49-F238E27FC236}">
                    <a16:creationId xmlns:a16="http://schemas.microsoft.com/office/drawing/2014/main" id="{7826B07D-4A14-B509-1306-6D3339772C93}"/>
                  </a:ext>
                </a:extLst>
              </p:cNvPr>
              <p:cNvSpPr/>
              <p:nvPr/>
            </p:nvSpPr>
            <p:spPr>
              <a:xfrm>
                <a:off x="2227327" y="4207942"/>
                <a:ext cx="22301" cy="28444"/>
              </a:xfrm>
              <a:custGeom>
                <a:avLst/>
                <a:gdLst>
                  <a:gd name="csX0" fmla="*/ 17178 w 22301"/>
                  <a:gd name="csY0" fmla="*/ 11409 h 28444"/>
                  <a:gd name="csX1" fmla="*/ 8716 w 22301"/>
                  <a:gd name="csY1" fmla="*/ 1414 h 28444"/>
                  <a:gd name="csX2" fmla="*/ 4872 w 22301"/>
                  <a:gd name="csY2" fmla="*/ 1414 h 28444"/>
                  <a:gd name="csX3" fmla="*/ 261 w 22301"/>
                  <a:gd name="csY3" fmla="*/ 8337 h 28444"/>
                  <a:gd name="csX4" fmla="*/ 1800 w 22301"/>
                  <a:gd name="csY4" fmla="*/ 22169 h 28444"/>
                  <a:gd name="csX5" fmla="*/ 6411 w 22301"/>
                  <a:gd name="csY5" fmla="*/ 29859 h 28444"/>
                  <a:gd name="csX6" fmla="*/ 22562 w 22301"/>
                  <a:gd name="csY6" fmla="*/ 18325 h 28444"/>
                  <a:gd name="csX7" fmla="*/ 21789 w 22301"/>
                  <a:gd name="csY7" fmla="*/ 12948 h 28444"/>
                  <a:gd name="csX8" fmla="*/ 17178 w 22301"/>
                  <a:gd name="csY8" fmla="*/ 11409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17178" y="11409"/>
                    </a:moveTo>
                    <a:lnTo>
                      <a:pt x="8716" y="1414"/>
                    </a:lnTo>
                    <a:lnTo>
                      <a:pt x="4872" y="1414"/>
                    </a:lnTo>
                    <a:lnTo>
                      <a:pt x="261" y="8337"/>
                    </a:lnTo>
                    <a:lnTo>
                      <a:pt x="1800" y="22169"/>
                    </a:lnTo>
                    <a:lnTo>
                      <a:pt x="6411" y="29859"/>
                    </a:lnTo>
                    <a:lnTo>
                      <a:pt x="22562" y="18325"/>
                    </a:lnTo>
                    <a:lnTo>
                      <a:pt x="21789" y="12948"/>
                    </a:lnTo>
                    <a:lnTo>
                      <a:pt x="17178" y="114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0" name="Forme libre : forme 1118">
                <a:extLst>
                  <a:ext uri="{FF2B5EF4-FFF2-40B4-BE49-F238E27FC236}">
                    <a16:creationId xmlns:a16="http://schemas.microsoft.com/office/drawing/2014/main" id="{A6D66976-33DF-4D2C-7626-7B7DBF07959B}"/>
                  </a:ext>
                </a:extLst>
              </p:cNvPr>
              <p:cNvSpPr/>
              <p:nvPr/>
            </p:nvSpPr>
            <p:spPr>
              <a:xfrm>
                <a:off x="2215793" y="4191798"/>
                <a:ext cx="9994" cy="5383"/>
              </a:xfrm>
              <a:custGeom>
                <a:avLst/>
                <a:gdLst>
                  <a:gd name="csX0" fmla="*/ 5633 w 9994"/>
                  <a:gd name="csY0" fmla="*/ 1397 h 5383"/>
                  <a:gd name="csX1" fmla="*/ 249 w 9994"/>
                  <a:gd name="csY1" fmla="*/ 2163 h 5383"/>
                  <a:gd name="csX2" fmla="*/ 6399 w 9994"/>
                  <a:gd name="csY2" fmla="*/ 6781 h 5383"/>
                  <a:gd name="csX3" fmla="*/ 10244 w 9994"/>
                  <a:gd name="csY3" fmla="*/ 6781 h 5383"/>
                  <a:gd name="csX4" fmla="*/ 9478 w 9994"/>
                  <a:gd name="csY4" fmla="*/ 2936 h 5383"/>
                  <a:gd name="csX5" fmla="*/ 5633 w 9994"/>
                  <a:gd name="csY5" fmla="*/ 1397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5633" y="1397"/>
                    </a:moveTo>
                    <a:lnTo>
                      <a:pt x="249" y="2163"/>
                    </a:lnTo>
                    <a:lnTo>
                      <a:pt x="6399" y="6781"/>
                    </a:lnTo>
                    <a:lnTo>
                      <a:pt x="10244" y="6781"/>
                    </a:lnTo>
                    <a:lnTo>
                      <a:pt x="9478" y="2936"/>
                    </a:lnTo>
                    <a:lnTo>
                      <a:pt x="5633" y="13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1" name="Forme libre : forme 1119">
                <a:extLst>
                  <a:ext uri="{FF2B5EF4-FFF2-40B4-BE49-F238E27FC236}">
                    <a16:creationId xmlns:a16="http://schemas.microsoft.com/office/drawing/2014/main" id="{A0D3D237-48C0-CA10-5B4A-14B0449B5FA8}"/>
                  </a:ext>
                </a:extLst>
              </p:cNvPr>
              <p:cNvSpPr/>
              <p:nvPr/>
            </p:nvSpPr>
            <p:spPr>
              <a:xfrm rot="1856924" flipV="1">
                <a:off x="2203150" y="4184070"/>
                <a:ext cx="5281" cy="3160"/>
              </a:xfrm>
              <a:custGeom>
                <a:avLst/>
                <a:gdLst>
                  <a:gd name="csX0" fmla="*/ 240 w 5281"/>
                  <a:gd name="csY0" fmla="*/ 1391 h 3160"/>
                  <a:gd name="csX1" fmla="*/ 4727 w 5281"/>
                  <a:gd name="csY1" fmla="*/ 1391 h 3160"/>
                  <a:gd name="csX2" fmla="*/ 5521 w 5281"/>
                  <a:gd name="csY2" fmla="*/ 4552 h 3160"/>
                  <a:gd name="csX3" fmla="*/ 1430 w 5281"/>
                  <a:gd name="csY3" fmla="*/ 3895 h 3160"/>
                  <a:gd name="csX4" fmla="*/ 240 w 5281"/>
                  <a:gd name="csY4" fmla="*/ 1391 h 3160"/>
                </a:gdLst>
                <a:ahLst/>
                <a:cxnLst>
                  <a:cxn ang="0">
                    <a:pos x="csX0" y="csY0"/>
                  </a:cxn>
                  <a:cxn ang="0">
                    <a:pos x="csX1" y="csY1"/>
                  </a:cxn>
                  <a:cxn ang="0">
                    <a:pos x="csX2" y="csY2"/>
                  </a:cxn>
                  <a:cxn ang="0">
                    <a:pos x="csX3" y="csY3"/>
                  </a:cxn>
                  <a:cxn ang="0">
                    <a:pos x="csX4" y="csY4"/>
                  </a:cxn>
                </a:cxnLst>
                <a:rect l="l" t="t" r="r" b="b"/>
                <a:pathLst>
                  <a:path w="5281" h="3160">
                    <a:moveTo>
                      <a:pt x="240" y="1391"/>
                    </a:moveTo>
                    <a:lnTo>
                      <a:pt x="4727" y="1391"/>
                    </a:lnTo>
                    <a:lnTo>
                      <a:pt x="5521" y="4552"/>
                    </a:lnTo>
                    <a:lnTo>
                      <a:pt x="1430" y="3895"/>
                    </a:lnTo>
                    <a:lnTo>
                      <a:pt x="240" y="13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2" name="Forme libre : forme 1120">
                <a:extLst>
                  <a:ext uri="{FF2B5EF4-FFF2-40B4-BE49-F238E27FC236}">
                    <a16:creationId xmlns:a16="http://schemas.microsoft.com/office/drawing/2014/main" id="{C4DB8466-0872-EAA1-A06F-3B67E36A98CE}"/>
                  </a:ext>
                </a:extLst>
              </p:cNvPr>
              <p:cNvSpPr/>
              <p:nvPr/>
            </p:nvSpPr>
            <p:spPr>
              <a:xfrm rot="2209748" flipV="1">
                <a:off x="2179949" y="4179348"/>
                <a:ext cx="7073" cy="3379"/>
              </a:xfrm>
              <a:custGeom>
                <a:avLst/>
                <a:gdLst>
                  <a:gd name="csX0" fmla="*/ 226 w 7073"/>
                  <a:gd name="csY0" fmla="*/ 1388 h 3379"/>
                  <a:gd name="csX1" fmla="*/ 4070 w 7073"/>
                  <a:gd name="csY1" fmla="*/ 1388 h 3379"/>
                  <a:gd name="csX2" fmla="*/ 7299 w 7073"/>
                  <a:gd name="csY2" fmla="*/ 4768 h 3379"/>
                  <a:gd name="csX3" fmla="*/ 1149 w 7073"/>
                  <a:gd name="csY3" fmla="*/ 4009 h 3379"/>
                  <a:gd name="csX4" fmla="*/ 226 w 7073"/>
                  <a:gd name="csY4" fmla="*/ 1388 h 3379"/>
                </a:gdLst>
                <a:ahLst/>
                <a:cxnLst>
                  <a:cxn ang="0">
                    <a:pos x="csX0" y="csY0"/>
                  </a:cxn>
                  <a:cxn ang="0">
                    <a:pos x="csX1" y="csY1"/>
                  </a:cxn>
                  <a:cxn ang="0">
                    <a:pos x="csX2" y="csY2"/>
                  </a:cxn>
                  <a:cxn ang="0">
                    <a:pos x="csX3" y="csY3"/>
                  </a:cxn>
                  <a:cxn ang="0">
                    <a:pos x="csX4" y="csY4"/>
                  </a:cxn>
                </a:cxnLst>
                <a:rect l="l" t="t" r="r" b="b"/>
                <a:pathLst>
                  <a:path w="7073" h="3379">
                    <a:moveTo>
                      <a:pt x="226" y="1388"/>
                    </a:moveTo>
                    <a:lnTo>
                      <a:pt x="4070" y="1388"/>
                    </a:lnTo>
                    <a:lnTo>
                      <a:pt x="7299" y="4768"/>
                    </a:lnTo>
                    <a:lnTo>
                      <a:pt x="1149" y="4009"/>
                    </a:lnTo>
                    <a:lnTo>
                      <a:pt x="226" y="13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3" name="Forme libre : forme 1121">
                <a:extLst>
                  <a:ext uri="{FF2B5EF4-FFF2-40B4-BE49-F238E27FC236}">
                    <a16:creationId xmlns:a16="http://schemas.microsoft.com/office/drawing/2014/main" id="{B356EF65-2351-8F96-82E4-BB4AD6E3B4F6}"/>
                  </a:ext>
                </a:extLst>
              </p:cNvPr>
              <p:cNvSpPr/>
              <p:nvPr/>
            </p:nvSpPr>
            <p:spPr>
              <a:xfrm rot="3376241" flipV="1">
                <a:off x="2148453" y="4161375"/>
                <a:ext cx="4699" cy="7039"/>
              </a:xfrm>
              <a:custGeom>
                <a:avLst/>
                <a:gdLst>
                  <a:gd name="csX0" fmla="*/ 206 w 4699"/>
                  <a:gd name="csY0" fmla="*/ 1379 h 7039"/>
                  <a:gd name="csX1" fmla="*/ 2976 w 4699"/>
                  <a:gd name="csY1" fmla="*/ 1379 h 7039"/>
                  <a:gd name="csX2" fmla="*/ 4906 w 4699"/>
                  <a:gd name="csY2" fmla="*/ 8418 h 7039"/>
                  <a:gd name="csX3" fmla="*/ 1061 w 4699"/>
                  <a:gd name="csY3" fmla="*/ 8199 h 7039"/>
                  <a:gd name="csX4" fmla="*/ 206 w 4699"/>
                  <a:gd name="csY4" fmla="*/ 1379 h 7039"/>
                </a:gdLst>
                <a:ahLst/>
                <a:cxnLst>
                  <a:cxn ang="0">
                    <a:pos x="csX0" y="csY0"/>
                  </a:cxn>
                  <a:cxn ang="0">
                    <a:pos x="csX1" y="csY1"/>
                  </a:cxn>
                  <a:cxn ang="0">
                    <a:pos x="csX2" y="csY2"/>
                  </a:cxn>
                  <a:cxn ang="0">
                    <a:pos x="csX3" y="csY3"/>
                  </a:cxn>
                  <a:cxn ang="0">
                    <a:pos x="csX4" y="csY4"/>
                  </a:cxn>
                </a:cxnLst>
                <a:rect l="l" t="t" r="r" b="b"/>
                <a:pathLst>
                  <a:path w="4699" h="7039">
                    <a:moveTo>
                      <a:pt x="206" y="1379"/>
                    </a:moveTo>
                    <a:lnTo>
                      <a:pt x="2976" y="1379"/>
                    </a:lnTo>
                    <a:lnTo>
                      <a:pt x="4906" y="8418"/>
                    </a:lnTo>
                    <a:lnTo>
                      <a:pt x="1061" y="8199"/>
                    </a:lnTo>
                    <a:lnTo>
                      <a:pt x="206" y="1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4" name="Forme libre : forme 1122">
                <a:extLst>
                  <a:ext uri="{FF2B5EF4-FFF2-40B4-BE49-F238E27FC236}">
                    <a16:creationId xmlns:a16="http://schemas.microsoft.com/office/drawing/2014/main" id="{E88D0160-7F86-2CCC-F8E4-D6012AF9E86A}"/>
                  </a:ext>
                </a:extLst>
              </p:cNvPr>
              <p:cNvSpPr/>
              <p:nvPr/>
            </p:nvSpPr>
            <p:spPr>
              <a:xfrm rot="2962842" flipV="1">
                <a:off x="1961685" y="4093792"/>
                <a:ext cx="7087" cy="6505"/>
              </a:xfrm>
              <a:custGeom>
                <a:avLst/>
                <a:gdLst>
                  <a:gd name="csX0" fmla="*/ 93 w 7087"/>
                  <a:gd name="csY0" fmla="*/ 1337 h 6505"/>
                  <a:gd name="csX1" fmla="*/ 7180 w 7087"/>
                  <a:gd name="csY1" fmla="*/ 1337 h 6505"/>
                  <a:gd name="csX2" fmla="*/ 6681 w 7087"/>
                  <a:gd name="csY2" fmla="*/ 7843 h 6505"/>
                  <a:gd name="csX3" fmla="*/ 346 w 7087"/>
                  <a:gd name="csY3" fmla="*/ 5168 h 6505"/>
                  <a:gd name="csX4" fmla="*/ 93 w 7087"/>
                  <a:gd name="csY4" fmla="*/ 1337 h 6505"/>
                </a:gdLst>
                <a:ahLst/>
                <a:cxnLst>
                  <a:cxn ang="0">
                    <a:pos x="csX0" y="csY0"/>
                  </a:cxn>
                  <a:cxn ang="0">
                    <a:pos x="csX1" y="csY1"/>
                  </a:cxn>
                  <a:cxn ang="0">
                    <a:pos x="csX2" y="csY2"/>
                  </a:cxn>
                  <a:cxn ang="0">
                    <a:pos x="csX3" y="csY3"/>
                  </a:cxn>
                  <a:cxn ang="0">
                    <a:pos x="csX4" y="csY4"/>
                  </a:cxn>
                </a:cxnLst>
                <a:rect l="l" t="t" r="r" b="b"/>
                <a:pathLst>
                  <a:path w="7087" h="6505">
                    <a:moveTo>
                      <a:pt x="93" y="1337"/>
                    </a:moveTo>
                    <a:lnTo>
                      <a:pt x="7180" y="1337"/>
                    </a:lnTo>
                    <a:lnTo>
                      <a:pt x="6681" y="7843"/>
                    </a:lnTo>
                    <a:lnTo>
                      <a:pt x="346" y="5168"/>
                    </a:lnTo>
                    <a:lnTo>
                      <a:pt x="93" y="13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5" name="Forme libre : forme 1123">
                <a:extLst>
                  <a:ext uri="{FF2B5EF4-FFF2-40B4-BE49-F238E27FC236}">
                    <a16:creationId xmlns:a16="http://schemas.microsoft.com/office/drawing/2014/main" id="{33995C5D-A0D5-6388-838B-C6395D67886A}"/>
                  </a:ext>
                </a:extLst>
              </p:cNvPr>
              <p:cNvSpPr/>
              <p:nvPr/>
            </p:nvSpPr>
            <p:spPr>
              <a:xfrm>
                <a:off x="4080065" y="6014771"/>
                <a:ext cx="42044" cy="18292"/>
              </a:xfrm>
              <a:custGeom>
                <a:avLst/>
                <a:gdLst>
                  <a:gd name="csX0" fmla="*/ 17798 w 42044"/>
                  <a:gd name="csY0" fmla="*/ 2512 h 18292"/>
                  <a:gd name="csX1" fmla="*/ 2420 w 42044"/>
                  <a:gd name="csY1" fmla="*/ 5125 h 18292"/>
                  <a:gd name="csX2" fmla="*/ 1394 w 42044"/>
                  <a:gd name="csY2" fmla="*/ 8607 h 18292"/>
                  <a:gd name="csX3" fmla="*/ 7544 w 42044"/>
                  <a:gd name="csY3" fmla="*/ 12096 h 18292"/>
                  <a:gd name="csX4" fmla="*/ 19850 w 42044"/>
                  <a:gd name="csY4" fmla="*/ 12096 h 18292"/>
                  <a:gd name="csX5" fmla="*/ 28053 w 42044"/>
                  <a:gd name="csY5" fmla="*/ 16454 h 18292"/>
                  <a:gd name="csX6" fmla="*/ 34203 w 42044"/>
                  <a:gd name="csY6" fmla="*/ 20805 h 18292"/>
                  <a:gd name="csX7" fmla="*/ 41386 w 42044"/>
                  <a:gd name="csY7" fmla="*/ 20805 h 18292"/>
                  <a:gd name="csX8" fmla="*/ 43438 w 42044"/>
                  <a:gd name="csY8" fmla="*/ 16454 h 18292"/>
                  <a:gd name="csX9" fmla="*/ 33183 w 42044"/>
                  <a:gd name="csY9" fmla="*/ 5994 h 18292"/>
                  <a:gd name="csX10" fmla="*/ 17798 w 42044"/>
                  <a:gd name="csY10" fmla="*/ 2512 h 1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8292">
                    <a:moveTo>
                      <a:pt x="17798" y="2512"/>
                    </a:moveTo>
                    <a:lnTo>
                      <a:pt x="2420" y="5125"/>
                    </a:lnTo>
                    <a:lnTo>
                      <a:pt x="1394" y="8607"/>
                    </a:lnTo>
                    <a:lnTo>
                      <a:pt x="7544" y="12096"/>
                    </a:lnTo>
                    <a:lnTo>
                      <a:pt x="19850" y="12096"/>
                    </a:lnTo>
                    <a:lnTo>
                      <a:pt x="28053" y="16454"/>
                    </a:lnTo>
                    <a:lnTo>
                      <a:pt x="34203" y="20805"/>
                    </a:lnTo>
                    <a:lnTo>
                      <a:pt x="41386" y="20805"/>
                    </a:lnTo>
                    <a:lnTo>
                      <a:pt x="43438" y="16454"/>
                    </a:lnTo>
                    <a:lnTo>
                      <a:pt x="33183" y="5994"/>
                    </a:lnTo>
                    <a:lnTo>
                      <a:pt x="17798" y="25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6" name="Forme libre : forme 1124">
                <a:extLst>
                  <a:ext uri="{FF2B5EF4-FFF2-40B4-BE49-F238E27FC236}">
                    <a16:creationId xmlns:a16="http://schemas.microsoft.com/office/drawing/2014/main" id="{BFAC851A-BD5E-40FF-A4B2-5665F8FEDFD9}"/>
                  </a:ext>
                </a:extLst>
              </p:cNvPr>
              <p:cNvSpPr/>
              <p:nvPr/>
            </p:nvSpPr>
            <p:spPr>
              <a:xfrm>
                <a:off x="4123135" y="6014771"/>
                <a:ext cx="17430" cy="9584"/>
              </a:xfrm>
              <a:custGeom>
                <a:avLst/>
                <a:gdLst>
                  <a:gd name="csX0" fmla="*/ 1412 w 17430"/>
                  <a:gd name="csY0" fmla="*/ 5990 h 9584"/>
                  <a:gd name="csX1" fmla="*/ 1412 w 17430"/>
                  <a:gd name="csY1" fmla="*/ 8604 h 9584"/>
                  <a:gd name="csX2" fmla="*/ 11666 w 17430"/>
                  <a:gd name="csY2" fmla="*/ 12092 h 9584"/>
                  <a:gd name="csX3" fmla="*/ 18842 w 17430"/>
                  <a:gd name="csY3" fmla="*/ 11217 h 9584"/>
                  <a:gd name="csX4" fmla="*/ 18842 w 17430"/>
                  <a:gd name="csY4" fmla="*/ 5990 h 9584"/>
                  <a:gd name="csX5" fmla="*/ 7562 w 17430"/>
                  <a:gd name="csY5" fmla="*/ 2508 h 9584"/>
                  <a:gd name="csX6" fmla="*/ 1412 w 17430"/>
                  <a:gd name="csY6" fmla="*/ 5990 h 95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9584">
                    <a:moveTo>
                      <a:pt x="1412" y="5990"/>
                    </a:moveTo>
                    <a:lnTo>
                      <a:pt x="1412" y="8604"/>
                    </a:lnTo>
                    <a:lnTo>
                      <a:pt x="11666" y="12092"/>
                    </a:lnTo>
                    <a:lnTo>
                      <a:pt x="18842" y="11217"/>
                    </a:lnTo>
                    <a:lnTo>
                      <a:pt x="18842" y="5990"/>
                    </a:lnTo>
                    <a:lnTo>
                      <a:pt x="7562" y="2508"/>
                    </a:lnTo>
                    <a:lnTo>
                      <a:pt x="1412" y="59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7" name="Forme libre : forme 1125">
                <a:extLst>
                  <a:ext uri="{FF2B5EF4-FFF2-40B4-BE49-F238E27FC236}">
                    <a16:creationId xmlns:a16="http://schemas.microsoft.com/office/drawing/2014/main" id="{B6F96529-09C9-4700-0031-84201DCE3459}"/>
                  </a:ext>
                </a:extLst>
              </p:cNvPr>
              <p:cNvSpPr/>
              <p:nvPr/>
            </p:nvSpPr>
            <p:spPr>
              <a:xfrm>
                <a:off x="4122109" y="6033932"/>
                <a:ext cx="16404" cy="7846"/>
              </a:xfrm>
              <a:custGeom>
                <a:avLst/>
                <a:gdLst>
                  <a:gd name="csX0" fmla="*/ 17818 w 16404"/>
                  <a:gd name="csY0" fmla="*/ 6008 h 7846"/>
                  <a:gd name="csX1" fmla="*/ 10642 w 16404"/>
                  <a:gd name="csY1" fmla="*/ 2519 h 7846"/>
                  <a:gd name="csX2" fmla="*/ 1413 w 16404"/>
                  <a:gd name="csY2" fmla="*/ 6008 h 7846"/>
                  <a:gd name="csX3" fmla="*/ 4485 w 16404"/>
                  <a:gd name="csY3" fmla="*/ 8621 h 7846"/>
                  <a:gd name="csX4" fmla="*/ 16792 w 16404"/>
                  <a:gd name="csY4" fmla="*/ 10366 h 7846"/>
                  <a:gd name="csX5" fmla="*/ 17818 w 16404"/>
                  <a:gd name="csY5" fmla="*/ 6008 h 7846"/>
                </a:gdLst>
                <a:ahLst/>
                <a:cxnLst>
                  <a:cxn ang="0">
                    <a:pos x="csX0" y="csY0"/>
                  </a:cxn>
                  <a:cxn ang="0">
                    <a:pos x="csX1" y="csY1"/>
                  </a:cxn>
                  <a:cxn ang="0">
                    <a:pos x="csX2" y="csY2"/>
                  </a:cxn>
                  <a:cxn ang="0">
                    <a:pos x="csX3" y="csY3"/>
                  </a:cxn>
                  <a:cxn ang="0">
                    <a:pos x="csX4" y="csY4"/>
                  </a:cxn>
                  <a:cxn ang="0">
                    <a:pos x="csX5" y="csY5"/>
                  </a:cxn>
                </a:cxnLst>
                <a:rect l="l" t="t" r="r" b="b"/>
                <a:pathLst>
                  <a:path w="16404" h="7846">
                    <a:moveTo>
                      <a:pt x="17818" y="6008"/>
                    </a:moveTo>
                    <a:lnTo>
                      <a:pt x="10642" y="2519"/>
                    </a:lnTo>
                    <a:lnTo>
                      <a:pt x="1413" y="6008"/>
                    </a:lnTo>
                    <a:lnTo>
                      <a:pt x="4485" y="8621"/>
                    </a:lnTo>
                    <a:lnTo>
                      <a:pt x="16792" y="10366"/>
                    </a:lnTo>
                    <a:lnTo>
                      <a:pt x="17818" y="60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8" name="Forme libre : forme 1126">
                <a:extLst>
                  <a:ext uri="{FF2B5EF4-FFF2-40B4-BE49-F238E27FC236}">
                    <a16:creationId xmlns:a16="http://schemas.microsoft.com/office/drawing/2014/main" id="{01C8744A-7ACE-1FEF-D211-7D965FF652D3}"/>
                  </a:ext>
                </a:extLst>
              </p:cNvPr>
              <p:cNvSpPr/>
              <p:nvPr/>
            </p:nvSpPr>
            <p:spPr>
              <a:xfrm>
                <a:off x="4191838" y="6002573"/>
                <a:ext cx="19482" cy="7839"/>
              </a:xfrm>
              <a:custGeom>
                <a:avLst/>
                <a:gdLst>
                  <a:gd name="csX0" fmla="*/ 12736 w 19482"/>
                  <a:gd name="csY0" fmla="*/ 5114 h 7839"/>
                  <a:gd name="csX1" fmla="*/ 2482 w 19482"/>
                  <a:gd name="csY1" fmla="*/ 6858 h 7839"/>
                  <a:gd name="csX2" fmla="*/ 1456 w 19482"/>
                  <a:gd name="csY2" fmla="*/ 10340 h 7839"/>
                  <a:gd name="csX3" fmla="*/ 19913 w 19482"/>
                  <a:gd name="csY3" fmla="*/ 7727 h 7839"/>
                  <a:gd name="csX4" fmla="*/ 20939 w 19482"/>
                  <a:gd name="csY4" fmla="*/ 4245 h 7839"/>
                  <a:gd name="csX5" fmla="*/ 15808 w 19482"/>
                  <a:gd name="csY5" fmla="*/ 2500 h 7839"/>
                  <a:gd name="csX6" fmla="*/ 12736 w 19482"/>
                  <a:gd name="csY6" fmla="*/ 5114 h 7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7839">
                    <a:moveTo>
                      <a:pt x="12736" y="5114"/>
                    </a:moveTo>
                    <a:lnTo>
                      <a:pt x="2482" y="6858"/>
                    </a:lnTo>
                    <a:lnTo>
                      <a:pt x="1456" y="10340"/>
                    </a:lnTo>
                    <a:lnTo>
                      <a:pt x="19913" y="7727"/>
                    </a:lnTo>
                    <a:lnTo>
                      <a:pt x="20939" y="4245"/>
                    </a:lnTo>
                    <a:lnTo>
                      <a:pt x="15808" y="2500"/>
                    </a:lnTo>
                    <a:lnTo>
                      <a:pt x="12736" y="5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49" name="Forme libre : forme 1127">
                <a:extLst>
                  <a:ext uri="{FF2B5EF4-FFF2-40B4-BE49-F238E27FC236}">
                    <a16:creationId xmlns:a16="http://schemas.microsoft.com/office/drawing/2014/main" id="{841D2259-3B7A-667B-0B9F-661BBB3310E6}"/>
                  </a:ext>
                </a:extLst>
              </p:cNvPr>
              <p:cNvSpPr/>
              <p:nvPr/>
            </p:nvSpPr>
            <p:spPr>
              <a:xfrm>
                <a:off x="4064686" y="5974697"/>
                <a:ext cx="8202" cy="13934"/>
              </a:xfrm>
              <a:custGeom>
                <a:avLst/>
                <a:gdLst>
                  <a:gd name="csX0" fmla="*/ 8551 w 8202"/>
                  <a:gd name="csY0" fmla="*/ 7712 h 13934"/>
                  <a:gd name="csX1" fmla="*/ 3421 w 8202"/>
                  <a:gd name="csY1" fmla="*/ 2485 h 13934"/>
                  <a:gd name="csX2" fmla="*/ 1375 w 8202"/>
                  <a:gd name="csY2" fmla="*/ 11194 h 13934"/>
                  <a:gd name="csX3" fmla="*/ 3421 w 8202"/>
                  <a:gd name="csY3" fmla="*/ 16420 h 13934"/>
                  <a:gd name="csX4" fmla="*/ 9577 w 8202"/>
                  <a:gd name="csY4" fmla="*/ 16420 h 13934"/>
                  <a:gd name="csX5" fmla="*/ 8551 w 8202"/>
                  <a:gd name="csY5" fmla="*/ 7712 h 13934"/>
                </a:gdLst>
                <a:ahLst/>
                <a:cxnLst>
                  <a:cxn ang="0">
                    <a:pos x="csX0" y="csY0"/>
                  </a:cxn>
                  <a:cxn ang="0">
                    <a:pos x="csX1" y="csY1"/>
                  </a:cxn>
                  <a:cxn ang="0">
                    <a:pos x="csX2" y="csY2"/>
                  </a:cxn>
                  <a:cxn ang="0">
                    <a:pos x="csX3" y="csY3"/>
                  </a:cxn>
                  <a:cxn ang="0">
                    <a:pos x="csX4" y="csY4"/>
                  </a:cxn>
                  <a:cxn ang="0">
                    <a:pos x="csX5" y="csY5"/>
                  </a:cxn>
                </a:cxnLst>
                <a:rect l="l" t="t" r="r" b="b"/>
                <a:pathLst>
                  <a:path w="8202" h="13934">
                    <a:moveTo>
                      <a:pt x="8551" y="7712"/>
                    </a:moveTo>
                    <a:lnTo>
                      <a:pt x="3421" y="2485"/>
                    </a:lnTo>
                    <a:lnTo>
                      <a:pt x="1375" y="11194"/>
                    </a:lnTo>
                    <a:lnTo>
                      <a:pt x="3421" y="16420"/>
                    </a:lnTo>
                    <a:lnTo>
                      <a:pt x="9577" y="16420"/>
                    </a:lnTo>
                    <a:lnTo>
                      <a:pt x="8551" y="77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0" name="Forme libre : forme 1128">
                <a:extLst>
                  <a:ext uri="{FF2B5EF4-FFF2-40B4-BE49-F238E27FC236}">
                    <a16:creationId xmlns:a16="http://schemas.microsoft.com/office/drawing/2014/main" id="{483B6A60-4629-8EBA-F56B-9290AA17922D}"/>
                  </a:ext>
                </a:extLst>
              </p:cNvPr>
              <p:cNvSpPr/>
              <p:nvPr/>
            </p:nvSpPr>
            <p:spPr>
              <a:xfrm>
                <a:off x="4055451" y="5979923"/>
                <a:ext cx="5123" cy="11321"/>
              </a:xfrm>
              <a:custGeom>
                <a:avLst/>
                <a:gdLst>
                  <a:gd name="csX0" fmla="*/ 1368 w 5123"/>
                  <a:gd name="csY0" fmla="*/ 2488 h 11321"/>
                  <a:gd name="csX1" fmla="*/ 1368 w 5123"/>
                  <a:gd name="csY1" fmla="*/ 13810 h 11321"/>
                  <a:gd name="csX2" fmla="*/ 6492 w 5123"/>
                  <a:gd name="csY2" fmla="*/ 12941 h 11321"/>
                  <a:gd name="csX3" fmla="*/ 5472 w 5123"/>
                  <a:gd name="csY3" fmla="*/ 6846 h 11321"/>
                  <a:gd name="csX4" fmla="*/ 5472 w 5123"/>
                  <a:gd name="csY4" fmla="*/ 2488 h 11321"/>
                  <a:gd name="csX5" fmla="*/ 1368 w 5123"/>
                  <a:gd name="csY5" fmla="*/ 2488 h 11321"/>
                </a:gdLst>
                <a:ahLst/>
                <a:cxnLst>
                  <a:cxn ang="0">
                    <a:pos x="csX0" y="csY0"/>
                  </a:cxn>
                  <a:cxn ang="0">
                    <a:pos x="csX1" y="csY1"/>
                  </a:cxn>
                  <a:cxn ang="0">
                    <a:pos x="csX2" y="csY2"/>
                  </a:cxn>
                  <a:cxn ang="0">
                    <a:pos x="csX3" y="csY3"/>
                  </a:cxn>
                  <a:cxn ang="0">
                    <a:pos x="csX4" y="csY4"/>
                  </a:cxn>
                  <a:cxn ang="0">
                    <a:pos x="csX5" y="csY5"/>
                  </a:cxn>
                </a:cxnLst>
                <a:rect l="l" t="t" r="r" b="b"/>
                <a:pathLst>
                  <a:path w="5123" h="11321">
                    <a:moveTo>
                      <a:pt x="1368" y="2488"/>
                    </a:moveTo>
                    <a:lnTo>
                      <a:pt x="1368" y="13810"/>
                    </a:lnTo>
                    <a:lnTo>
                      <a:pt x="6492" y="12941"/>
                    </a:lnTo>
                    <a:lnTo>
                      <a:pt x="5472" y="6846"/>
                    </a:lnTo>
                    <a:lnTo>
                      <a:pt x="5472" y="2488"/>
                    </a:lnTo>
                    <a:lnTo>
                      <a:pt x="1368"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1" name="Forme libre : forme 1129">
                <a:extLst>
                  <a:ext uri="{FF2B5EF4-FFF2-40B4-BE49-F238E27FC236}">
                    <a16:creationId xmlns:a16="http://schemas.microsoft.com/office/drawing/2014/main" id="{02CE5095-F062-05C0-D0D8-8D110FA52444}"/>
                  </a:ext>
                </a:extLst>
              </p:cNvPr>
              <p:cNvSpPr/>
              <p:nvPr/>
            </p:nvSpPr>
            <p:spPr>
              <a:xfrm>
                <a:off x="4045197" y="5979054"/>
                <a:ext cx="6156" cy="10452"/>
              </a:xfrm>
              <a:custGeom>
                <a:avLst/>
                <a:gdLst>
                  <a:gd name="csX0" fmla="*/ 6493 w 6156"/>
                  <a:gd name="csY0" fmla="*/ 2487 h 10452"/>
                  <a:gd name="csX1" fmla="*/ 2389 w 6156"/>
                  <a:gd name="csY1" fmla="*/ 8583 h 10452"/>
                  <a:gd name="csX2" fmla="*/ 1363 w 6156"/>
                  <a:gd name="csY2" fmla="*/ 11196 h 10452"/>
                  <a:gd name="csX3" fmla="*/ 5467 w 6156"/>
                  <a:gd name="csY3" fmla="*/ 12940 h 10452"/>
                  <a:gd name="csX4" fmla="*/ 7519 w 6156"/>
                  <a:gd name="csY4" fmla="*/ 9458 h 10452"/>
                  <a:gd name="csX5" fmla="*/ 6493 w 6156"/>
                  <a:gd name="csY5" fmla="*/ 2487 h 10452"/>
                </a:gdLst>
                <a:ahLst/>
                <a:cxnLst>
                  <a:cxn ang="0">
                    <a:pos x="csX0" y="csY0"/>
                  </a:cxn>
                  <a:cxn ang="0">
                    <a:pos x="csX1" y="csY1"/>
                  </a:cxn>
                  <a:cxn ang="0">
                    <a:pos x="csX2" y="csY2"/>
                  </a:cxn>
                  <a:cxn ang="0">
                    <a:pos x="csX3" y="csY3"/>
                  </a:cxn>
                  <a:cxn ang="0">
                    <a:pos x="csX4" y="csY4"/>
                  </a:cxn>
                  <a:cxn ang="0">
                    <a:pos x="csX5" y="csY5"/>
                  </a:cxn>
                </a:cxnLst>
                <a:rect l="l" t="t" r="r" b="b"/>
                <a:pathLst>
                  <a:path w="6156" h="10452">
                    <a:moveTo>
                      <a:pt x="6493" y="2487"/>
                    </a:moveTo>
                    <a:lnTo>
                      <a:pt x="2389" y="8583"/>
                    </a:lnTo>
                    <a:lnTo>
                      <a:pt x="1363" y="11196"/>
                    </a:lnTo>
                    <a:lnTo>
                      <a:pt x="5467" y="12940"/>
                    </a:lnTo>
                    <a:lnTo>
                      <a:pt x="7519" y="9458"/>
                    </a:lnTo>
                    <a:lnTo>
                      <a:pt x="6493" y="24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2" name="Forme libre : forme 1130">
                <a:extLst>
                  <a:ext uri="{FF2B5EF4-FFF2-40B4-BE49-F238E27FC236}">
                    <a16:creationId xmlns:a16="http://schemas.microsoft.com/office/drawing/2014/main" id="{877FECA9-026A-579D-9BEC-9DBDAB8F9D2A}"/>
                  </a:ext>
                </a:extLst>
              </p:cNvPr>
              <p:cNvSpPr/>
              <p:nvPr/>
            </p:nvSpPr>
            <p:spPr>
              <a:xfrm>
                <a:off x="4033916" y="5980792"/>
                <a:ext cx="7182" cy="8715"/>
              </a:xfrm>
              <a:custGeom>
                <a:avLst/>
                <a:gdLst>
                  <a:gd name="csX0" fmla="*/ 1355 w 7182"/>
                  <a:gd name="csY0" fmla="*/ 10326 h 8715"/>
                  <a:gd name="csX1" fmla="*/ 6486 w 7182"/>
                  <a:gd name="csY1" fmla="*/ 11202 h 8715"/>
                  <a:gd name="csX2" fmla="*/ 5460 w 7182"/>
                  <a:gd name="csY2" fmla="*/ 6844 h 8715"/>
                  <a:gd name="csX3" fmla="*/ 8538 w 7182"/>
                  <a:gd name="csY3" fmla="*/ 2487 h 8715"/>
                  <a:gd name="csX4" fmla="*/ 1355 w 7182"/>
                  <a:gd name="csY4" fmla="*/ 5100 h 8715"/>
                  <a:gd name="csX5" fmla="*/ 1355 w 7182"/>
                  <a:gd name="csY5" fmla="*/ 10326 h 8715"/>
                </a:gdLst>
                <a:ahLst/>
                <a:cxnLst>
                  <a:cxn ang="0">
                    <a:pos x="csX0" y="csY0"/>
                  </a:cxn>
                  <a:cxn ang="0">
                    <a:pos x="csX1" y="csY1"/>
                  </a:cxn>
                  <a:cxn ang="0">
                    <a:pos x="csX2" y="csY2"/>
                  </a:cxn>
                  <a:cxn ang="0">
                    <a:pos x="csX3" y="csY3"/>
                  </a:cxn>
                  <a:cxn ang="0">
                    <a:pos x="csX4" y="csY4"/>
                  </a:cxn>
                  <a:cxn ang="0">
                    <a:pos x="csX5" y="csY5"/>
                  </a:cxn>
                </a:cxnLst>
                <a:rect l="l" t="t" r="r" b="b"/>
                <a:pathLst>
                  <a:path w="7182" h="8715">
                    <a:moveTo>
                      <a:pt x="1355" y="10326"/>
                    </a:moveTo>
                    <a:lnTo>
                      <a:pt x="6486" y="11202"/>
                    </a:lnTo>
                    <a:lnTo>
                      <a:pt x="5460" y="6844"/>
                    </a:lnTo>
                    <a:lnTo>
                      <a:pt x="8538" y="2487"/>
                    </a:lnTo>
                    <a:lnTo>
                      <a:pt x="1355" y="5100"/>
                    </a:lnTo>
                    <a:lnTo>
                      <a:pt x="1355" y="103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3" name="Forme libre : forme 1131">
                <a:extLst>
                  <a:ext uri="{FF2B5EF4-FFF2-40B4-BE49-F238E27FC236}">
                    <a16:creationId xmlns:a16="http://schemas.microsoft.com/office/drawing/2014/main" id="{3271825C-F7CB-61FA-FCCA-80D43A4DC352}"/>
                  </a:ext>
                </a:extLst>
              </p:cNvPr>
              <p:cNvSpPr/>
              <p:nvPr/>
            </p:nvSpPr>
            <p:spPr>
              <a:xfrm>
                <a:off x="3999055" y="5968595"/>
                <a:ext cx="29737" cy="21781"/>
              </a:xfrm>
              <a:custGeom>
                <a:avLst/>
                <a:gdLst>
                  <a:gd name="csX0" fmla="*/ 1339 w 29737"/>
                  <a:gd name="csY0" fmla="*/ 2485 h 21781"/>
                  <a:gd name="csX1" fmla="*/ 4418 w 29737"/>
                  <a:gd name="csY1" fmla="*/ 10325 h 21781"/>
                  <a:gd name="csX2" fmla="*/ 11594 w 29737"/>
                  <a:gd name="csY2" fmla="*/ 16427 h 21781"/>
                  <a:gd name="csX3" fmla="*/ 23900 w 29737"/>
                  <a:gd name="csY3" fmla="*/ 24267 h 21781"/>
                  <a:gd name="csX4" fmla="*/ 27998 w 29737"/>
                  <a:gd name="csY4" fmla="*/ 16427 h 21781"/>
                  <a:gd name="csX5" fmla="*/ 31077 w 29737"/>
                  <a:gd name="csY5" fmla="*/ 12069 h 21781"/>
                  <a:gd name="csX6" fmla="*/ 18770 w 29737"/>
                  <a:gd name="csY6" fmla="*/ 3361 h 21781"/>
                  <a:gd name="csX7" fmla="*/ 1339 w 29737"/>
                  <a:gd name="csY7" fmla="*/ 2485 h 21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1781">
                    <a:moveTo>
                      <a:pt x="1339" y="2485"/>
                    </a:moveTo>
                    <a:lnTo>
                      <a:pt x="4418" y="10325"/>
                    </a:lnTo>
                    <a:lnTo>
                      <a:pt x="11594" y="16427"/>
                    </a:lnTo>
                    <a:lnTo>
                      <a:pt x="23900" y="24267"/>
                    </a:lnTo>
                    <a:lnTo>
                      <a:pt x="27998" y="16427"/>
                    </a:lnTo>
                    <a:lnTo>
                      <a:pt x="31077" y="12069"/>
                    </a:lnTo>
                    <a:lnTo>
                      <a:pt x="18770" y="3361"/>
                    </a:lnTo>
                    <a:lnTo>
                      <a:pt x="1339" y="24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4" name="Forme libre : forme 1132">
                <a:extLst>
                  <a:ext uri="{FF2B5EF4-FFF2-40B4-BE49-F238E27FC236}">
                    <a16:creationId xmlns:a16="http://schemas.microsoft.com/office/drawing/2014/main" id="{0E683805-9345-5523-2CB5-717252EE5F42}"/>
                  </a:ext>
                </a:extLst>
              </p:cNvPr>
              <p:cNvSpPr/>
              <p:nvPr/>
            </p:nvSpPr>
            <p:spPr>
              <a:xfrm>
                <a:off x="3974441" y="5942462"/>
                <a:ext cx="29737" cy="22650"/>
              </a:xfrm>
              <a:custGeom>
                <a:avLst/>
                <a:gdLst>
                  <a:gd name="csX0" fmla="*/ 22862 w 29737"/>
                  <a:gd name="csY0" fmla="*/ 15534 h 22650"/>
                  <a:gd name="csX1" fmla="*/ 5432 w 29737"/>
                  <a:gd name="csY1" fmla="*/ 2468 h 22650"/>
                  <a:gd name="csX2" fmla="*/ 1327 w 29737"/>
                  <a:gd name="csY2" fmla="*/ 2468 h 22650"/>
                  <a:gd name="csX3" fmla="*/ 1327 w 29737"/>
                  <a:gd name="csY3" fmla="*/ 6819 h 22650"/>
                  <a:gd name="csX4" fmla="*/ 11582 w 29737"/>
                  <a:gd name="csY4" fmla="*/ 13790 h 22650"/>
                  <a:gd name="csX5" fmla="*/ 23889 w 29737"/>
                  <a:gd name="csY5" fmla="*/ 25118 h 22650"/>
                  <a:gd name="csX6" fmla="*/ 31065 w 29737"/>
                  <a:gd name="csY6" fmla="*/ 25118 h 22650"/>
                  <a:gd name="csX7" fmla="*/ 22862 w 29737"/>
                  <a:gd name="csY7" fmla="*/ 15534 h 2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2650">
                    <a:moveTo>
                      <a:pt x="22862" y="15534"/>
                    </a:moveTo>
                    <a:lnTo>
                      <a:pt x="5432" y="2468"/>
                    </a:lnTo>
                    <a:lnTo>
                      <a:pt x="1327" y="2468"/>
                    </a:lnTo>
                    <a:lnTo>
                      <a:pt x="1327" y="6819"/>
                    </a:lnTo>
                    <a:lnTo>
                      <a:pt x="11582" y="13790"/>
                    </a:lnTo>
                    <a:lnTo>
                      <a:pt x="23889" y="25118"/>
                    </a:lnTo>
                    <a:lnTo>
                      <a:pt x="31065" y="25118"/>
                    </a:lnTo>
                    <a:lnTo>
                      <a:pt x="22862" y="155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5" name="Forme libre : forme 1133">
                <a:extLst>
                  <a:ext uri="{FF2B5EF4-FFF2-40B4-BE49-F238E27FC236}">
                    <a16:creationId xmlns:a16="http://schemas.microsoft.com/office/drawing/2014/main" id="{F7BAB6CA-AFE0-59C8-C664-1A35ED72FC34}"/>
                  </a:ext>
                </a:extLst>
              </p:cNvPr>
              <p:cNvSpPr/>
              <p:nvPr/>
            </p:nvSpPr>
            <p:spPr>
              <a:xfrm>
                <a:off x="4015466" y="5942455"/>
                <a:ext cx="20509" cy="17423"/>
              </a:xfrm>
              <a:custGeom>
                <a:avLst/>
                <a:gdLst>
                  <a:gd name="csX0" fmla="*/ 19806 w 20509"/>
                  <a:gd name="csY0" fmla="*/ 12051 h 17423"/>
                  <a:gd name="csX1" fmla="*/ 21859 w 20509"/>
                  <a:gd name="csY1" fmla="*/ 4211 h 17423"/>
                  <a:gd name="csX2" fmla="*/ 10578 w 20509"/>
                  <a:gd name="csY2" fmla="*/ 2466 h 17423"/>
                  <a:gd name="csX3" fmla="*/ 2376 w 20509"/>
                  <a:gd name="csY3" fmla="*/ 7693 h 17423"/>
                  <a:gd name="csX4" fmla="*/ 1350 w 20509"/>
                  <a:gd name="csY4" fmla="*/ 19890 h 17423"/>
                  <a:gd name="csX5" fmla="*/ 9552 w 20509"/>
                  <a:gd name="csY5" fmla="*/ 11182 h 17423"/>
                  <a:gd name="csX6" fmla="*/ 19806 w 20509"/>
                  <a:gd name="csY6" fmla="*/ 12051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7423">
                    <a:moveTo>
                      <a:pt x="19806" y="12051"/>
                    </a:moveTo>
                    <a:lnTo>
                      <a:pt x="21859" y="4211"/>
                    </a:lnTo>
                    <a:lnTo>
                      <a:pt x="10578" y="2466"/>
                    </a:lnTo>
                    <a:lnTo>
                      <a:pt x="2376" y="7693"/>
                    </a:lnTo>
                    <a:lnTo>
                      <a:pt x="1350" y="19890"/>
                    </a:lnTo>
                    <a:lnTo>
                      <a:pt x="9552" y="11182"/>
                    </a:lnTo>
                    <a:lnTo>
                      <a:pt x="19806" y="120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6" name="Forme libre : forme 1134">
                <a:extLst>
                  <a:ext uri="{FF2B5EF4-FFF2-40B4-BE49-F238E27FC236}">
                    <a16:creationId xmlns:a16="http://schemas.microsoft.com/office/drawing/2014/main" id="{A60595DE-6637-F040-BB98-44CDD58BBD97}"/>
                  </a:ext>
                </a:extLst>
              </p:cNvPr>
              <p:cNvSpPr/>
              <p:nvPr/>
            </p:nvSpPr>
            <p:spPr>
              <a:xfrm>
                <a:off x="3982643" y="5909352"/>
                <a:ext cx="9228" cy="13066"/>
              </a:xfrm>
              <a:custGeom>
                <a:avLst/>
                <a:gdLst>
                  <a:gd name="csX0" fmla="*/ 1324 w 9228"/>
                  <a:gd name="csY0" fmla="*/ 3315 h 13066"/>
                  <a:gd name="csX1" fmla="*/ 1324 w 9228"/>
                  <a:gd name="csY1" fmla="*/ 9417 h 13066"/>
                  <a:gd name="csX2" fmla="*/ 5429 w 9228"/>
                  <a:gd name="csY2" fmla="*/ 15512 h 13066"/>
                  <a:gd name="csX3" fmla="*/ 10553 w 9228"/>
                  <a:gd name="csY3" fmla="*/ 13768 h 13066"/>
                  <a:gd name="csX4" fmla="*/ 5429 w 9228"/>
                  <a:gd name="csY4" fmla="*/ 6797 h 13066"/>
                  <a:gd name="csX5" fmla="*/ 5429 w 9228"/>
                  <a:gd name="csY5" fmla="*/ 2446 h 13066"/>
                  <a:gd name="csX6" fmla="*/ 1324 w 9228"/>
                  <a:gd name="csY6" fmla="*/ 331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28" h="13066">
                    <a:moveTo>
                      <a:pt x="1324" y="3315"/>
                    </a:moveTo>
                    <a:lnTo>
                      <a:pt x="1324" y="9417"/>
                    </a:lnTo>
                    <a:lnTo>
                      <a:pt x="5429" y="15512"/>
                    </a:lnTo>
                    <a:lnTo>
                      <a:pt x="10553" y="13768"/>
                    </a:lnTo>
                    <a:lnTo>
                      <a:pt x="5429" y="6797"/>
                    </a:lnTo>
                    <a:lnTo>
                      <a:pt x="5429" y="2446"/>
                    </a:lnTo>
                    <a:lnTo>
                      <a:pt x="1324" y="33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7" name="Forme libre : forme 1135">
                <a:extLst>
                  <a:ext uri="{FF2B5EF4-FFF2-40B4-BE49-F238E27FC236}">
                    <a16:creationId xmlns:a16="http://schemas.microsoft.com/office/drawing/2014/main" id="{A01B4B77-1B15-205E-FEBC-2445B81ECEAA}"/>
                  </a:ext>
                </a:extLst>
              </p:cNvPr>
              <p:cNvSpPr/>
              <p:nvPr/>
            </p:nvSpPr>
            <p:spPr>
              <a:xfrm rot="8381457" flipV="1">
                <a:off x="3971050" y="5923806"/>
                <a:ext cx="7292" cy="4644"/>
              </a:xfrm>
              <a:custGeom>
                <a:avLst/>
                <a:gdLst>
                  <a:gd name="csX0" fmla="*/ 1974 w 7292"/>
                  <a:gd name="csY0" fmla="*/ 2452 h 4644"/>
                  <a:gd name="csX1" fmla="*/ 7358 w 7292"/>
                  <a:gd name="csY1" fmla="*/ 2452 h 4644"/>
                  <a:gd name="csX2" fmla="*/ 8610 w 7292"/>
                  <a:gd name="csY2" fmla="*/ 7097 h 4644"/>
                  <a:gd name="csX3" fmla="*/ 1317 w 7292"/>
                  <a:gd name="csY3" fmla="*/ 6433 h 4644"/>
                  <a:gd name="csX4" fmla="*/ 1974 w 7292"/>
                  <a:gd name="csY4" fmla="*/ 2452 h 4644"/>
                </a:gdLst>
                <a:ahLst/>
                <a:cxnLst>
                  <a:cxn ang="0">
                    <a:pos x="csX0" y="csY0"/>
                  </a:cxn>
                  <a:cxn ang="0">
                    <a:pos x="csX1" y="csY1"/>
                  </a:cxn>
                  <a:cxn ang="0">
                    <a:pos x="csX2" y="csY2"/>
                  </a:cxn>
                  <a:cxn ang="0">
                    <a:pos x="csX3" y="csY3"/>
                  </a:cxn>
                  <a:cxn ang="0">
                    <a:pos x="csX4" y="csY4"/>
                  </a:cxn>
                </a:cxnLst>
                <a:rect l="l" t="t" r="r" b="b"/>
                <a:pathLst>
                  <a:path w="7292" h="4644">
                    <a:moveTo>
                      <a:pt x="1974" y="2452"/>
                    </a:moveTo>
                    <a:lnTo>
                      <a:pt x="7358" y="2452"/>
                    </a:lnTo>
                    <a:lnTo>
                      <a:pt x="8610" y="7097"/>
                    </a:lnTo>
                    <a:lnTo>
                      <a:pt x="1317" y="6433"/>
                    </a:lnTo>
                    <a:lnTo>
                      <a:pt x="1974" y="2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8" name="Forme libre : forme 1136">
                <a:extLst>
                  <a:ext uri="{FF2B5EF4-FFF2-40B4-BE49-F238E27FC236}">
                    <a16:creationId xmlns:a16="http://schemas.microsoft.com/office/drawing/2014/main" id="{A7836B6E-61B0-E9F2-FAB5-3156637B7C4F}"/>
                  </a:ext>
                </a:extLst>
              </p:cNvPr>
              <p:cNvSpPr/>
              <p:nvPr/>
            </p:nvSpPr>
            <p:spPr>
              <a:xfrm rot="-2419655" flipV="1">
                <a:off x="3985364" y="5929624"/>
                <a:ext cx="7203" cy="7962"/>
              </a:xfrm>
              <a:custGeom>
                <a:avLst/>
                <a:gdLst>
                  <a:gd name="csX0" fmla="*/ 1326 w 7203"/>
                  <a:gd name="csY0" fmla="*/ 2455 h 7962"/>
                  <a:gd name="csX1" fmla="*/ 5369 w 7203"/>
                  <a:gd name="csY1" fmla="*/ 2455 h 7962"/>
                  <a:gd name="csX2" fmla="*/ 8529 w 7203"/>
                  <a:gd name="csY2" fmla="*/ 7764 h 7962"/>
                  <a:gd name="csX3" fmla="*/ 2715 w 7203"/>
                  <a:gd name="csY3" fmla="*/ 10418 h 7962"/>
                  <a:gd name="csX4" fmla="*/ 1326 w 7203"/>
                  <a:gd name="csY4" fmla="*/ 2455 h 7962"/>
                </a:gdLst>
                <a:ahLst/>
                <a:cxnLst>
                  <a:cxn ang="0">
                    <a:pos x="csX0" y="csY0"/>
                  </a:cxn>
                  <a:cxn ang="0">
                    <a:pos x="csX1" y="csY1"/>
                  </a:cxn>
                  <a:cxn ang="0">
                    <a:pos x="csX2" y="csY2"/>
                  </a:cxn>
                  <a:cxn ang="0">
                    <a:pos x="csX3" y="csY3"/>
                  </a:cxn>
                  <a:cxn ang="0">
                    <a:pos x="csX4" y="csY4"/>
                  </a:cxn>
                </a:cxnLst>
                <a:rect l="l" t="t" r="r" b="b"/>
                <a:pathLst>
                  <a:path w="7203" h="7962">
                    <a:moveTo>
                      <a:pt x="1326" y="2455"/>
                    </a:moveTo>
                    <a:lnTo>
                      <a:pt x="5369" y="2455"/>
                    </a:lnTo>
                    <a:lnTo>
                      <a:pt x="8529" y="7764"/>
                    </a:lnTo>
                    <a:lnTo>
                      <a:pt x="2715" y="10418"/>
                    </a:lnTo>
                    <a:lnTo>
                      <a:pt x="1326" y="24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59" name="Forme libre : forme 1137">
                <a:extLst>
                  <a:ext uri="{FF2B5EF4-FFF2-40B4-BE49-F238E27FC236}">
                    <a16:creationId xmlns:a16="http://schemas.microsoft.com/office/drawing/2014/main" id="{45C336CB-A7ED-1AED-5811-B9F024832286}"/>
                  </a:ext>
                </a:extLst>
              </p:cNvPr>
              <p:cNvSpPr/>
              <p:nvPr/>
            </p:nvSpPr>
            <p:spPr>
              <a:xfrm>
                <a:off x="3961108" y="5901513"/>
                <a:ext cx="9228" cy="13941"/>
              </a:xfrm>
              <a:custGeom>
                <a:avLst/>
                <a:gdLst>
                  <a:gd name="csX0" fmla="*/ 3364 w 9228"/>
                  <a:gd name="csY0" fmla="*/ 2442 h 13941"/>
                  <a:gd name="csX1" fmla="*/ 1312 w 9228"/>
                  <a:gd name="csY1" fmla="*/ 8544 h 13941"/>
                  <a:gd name="csX2" fmla="*/ 6442 w 9228"/>
                  <a:gd name="csY2" fmla="*/ 16383 h 13941"/>
                  <a:gd name="csX3" fmla="*/ 10540 w 9228"/>
                  <a:gd name="csY3" fmla="*/ 12894 h 13941"/>
                  <a:gd name="csX4" fmla="*/ 7462 w 9228"/>
                  <a:gd name="csY4" fmla="*/ 2442 h 13941"/>
                  <a:gd name="csX5" fmla="*/ 3364 w 9228"/>
                  <a:gd name="csY5" fmla="*/ 2442 h 13941"/>
                </a:gdLst>
                <a:ahLst/>
                <a:cxnLst>
                  <a:cxn ang="0">
                    <a:pos x="csX0" y="csY0"/>
                  </a:cxn>
                  <a:cxn ang="0">
                    <a:pos x="csX1" y="csY1"/>
                  </a:cxn>
                  <a:cxn ang="0">
                    <a:pos x="csX2" y="csY2"/>
                  </a:cxn>
                  <a:cxn ang="0">
                    <a:pos x="csX3" y="csY3"/>
                  </a:cxn>
                  <a:cxn ang="0">
                    <a:pos x="csX4" y="csY4"/>
                  </a:cxn>
                  <a:cxn ang="0">
                    <a:pos x="csX5" y="csY5"/>
                  </a:cxn>
                </a:cxnLst>
                <a:rect l="l" t="t" r="r" b="b"/>
                <a:pathLst>
                  <a:path w="9228" h="13941">
                    <a:moveTo>
                      <a:pt x="3364" y="2442"/>
                    </a:moveTo>
                    <a:lnTo>
                      <a:pt x="1312" y="8544"/>
                    </a:lnTo>
                    <a:lnTo>
                      <a:pt x="6442" y="16383"/>
                    </a:lnTo>
                    <a:lnTo>
                      <a:pt x="10540" y="12894"/>
                    </a:lnTo>
                    <a:lnTo>
                      <a:pt x="7462" y="2442"/>
                    </a:lnTo>
                    <a:lnTo>
                      <a:pt x="3364" y="24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0" name="Forme libre : forme 1138">
                <a:extLst>
                  <a:ext uri="{FF2B5EF4-FFF2-40B4-BE49-F238E27FC236}">
                    <a16:creationId xmlns:a16="http://schemas.microsoft.com/office/drawing/2014/main" id="{327CCA92-F61C-A236-B2F3-B5FEA7F0E4C7}"/>
                  </a:ext>
                </a:extLst>
              </p:cNvPr>
              <p:cNvSpPr/>
              <p:nvPr/>
            </p:nvSpPr>
            <p:spPr>
              <a:xfrm rot="10800000" flipV="1">
                <a:off x="3971370" y="5889315"/>
                <a:ext cx="8202" cy="13941"/>
              </a:xfrm>
              <a:custGeom>
                <a:avLst/>
                <a:gdLst>
                  <a:gd name="csX0" fmla="*/ 1318 w 8202"/>
                  <a:gd name="csY0" fmla="*/ 2434 h 13941"/>
                  <a:gd name="csX1" fmla="*/ 8495 w 8202"/>
                  <a:gd name="csY1" fmla="*/ 2434 h 13941"/>
                  <a:gd name="csX2" fmla="*/ 9521 w 8202"/>
                  <a:gd name="csY2" fmla="*/ 9405 h 13941"/>
                  <a:gd name="csX3" fmla="*/ 5423 w 8202"/>
                  <a:gd name="csY3" fmla="*/ 16376 h 13941"/>
                  <a:gd name="csX4" fmla="*/ 1318 w 8202"/>
                  <a:gd name="csY4" fmla="*/ 2434 h 13941"/>
                </a:gdLst>
                <a:ahLst/>
                <a:cxnLst>
                  <a:cxn ang="0">
                    <a:pos x="csX0" y="csY0"/>
                  </a:cxn>
                  <a:cxn ang="0">
                    <a:pos x="csX1" y="csY1"/>
                  </a:cxn>
                  <a:cxn ang="0">
                    <a:pos x="csX2" y="csY2"/>
                  </a:cxn>
                  <a:cxn ang="0">
                    <a:pos x="csX3" y="csY3"/>
                  </a:cxn>
                  <a:cxn ang="0">
                    <a:pos x="csX4" y="csY4"/>
                  </a:cxn>
                </a:cxnLst>
                <a:rect l="l" t="t" r="r" b="b"/>
                <a:pathLst>
                  <a:path w="8202" h="13941">
                    <a:moveTo>
                      <a:pt x="1318" y="2434"/>
                    </a:moveTo>
                    <a:lnTo>
                      <a:pt x="8495" y="2434"/>
                    </a:lnTo>
                    <a:lnTo>
                      <a:pt x="9521" y="9405"/>
                    </a:lnTo>
                    <a:lnTo>
                      <a:pt x="5423" y="16376"/>
                    </a:lnTo>
                    <a:lnTo>
                      <a:pt x="1318" y="24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1" name="Forme libre : forme 1139">
                <a:extLst>
                  <a:ext uri="{FF2B5EF4-FFF2-40B4-BE49-F238E27FC236}">
                    <a16:creationId xmlns:a16="http://schemas.microsoft.com/office/drawing/2014/main" id="{A5278150-E14A-2280-8749-046E0C52F786}"/>
                  </a:ext>
                </a:extLst>
              </p:cNvPr>
              <p:cNvSpPr/>
              <p:nvPr/>
            </p:nvSpPr>
            <p:spPr>
              <a:xfrm>
                <a:off x="3964187" y="5827460"/>
                <a:ext cx="13332" cy="31365"/>
              </a:xfrm>
              <a:custGeom>
                <a:avLst/>
                <a:gdLst>
                  <a:gd name="csX0" fmla="*/ 6446 w 13332"/>
                  <a:gd name="csY0" fmla="*/ 11986 h 31365"/>
                  <a:gd name="csX1" fmla="*/ 1315 w 13332"/>
                  <a:gd name="csY1" fmla="*/ 16343 h 31365"/>
                  <a:gd name="csX2" fmla="*/ 2341 w 13332"/>
                  <a:gd name="csY2" fmla="*/ 21570 h 31365"/>
                  <a:gd name="csX3" fmla="*/ 9524 w 13332"/>
                  <a:gd name="csY3" fmla="*/ 30278 h 31365"/>
                  <a:gd name="csX4" fmla="*/ 14648 w 13332"/>
                  <a:gd name="csY4" fmla="*/ 33767 h 31365"/>
                  <a:gd name="csX5" fmla="*/ 12596 w 13332"/>
                  <a:gd name="csY5" fmla="*/ 25052 h 31365"/>
                  <a:gd name="csX6" fmla="*/ 13622 w 13332"/>
                  <a:gd name="csY6" fmla="*/ 12861 h 31365"/>
                  <a:gd name="csX7" fmla="*/ 12596 w 13332"/>
                  <a:gd name="csY7" fmla="*/ 3277 h 31365"/>
                  <a:gd name="csX8" fmla="*/ 8498 w 13332"/>
                  <a:gd name="csY8" fmla="*/ 2402 h 31365"/>
                  <a:gd name="csX9" fmla="*/ 6446 w 13332"/>
                  <a:gd name="csY9" fmla="*/ 11986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332" h="31365">
                    <a:moveTo>
                      <a:pt x="6446" y="11986"/>
                    </a:moveTo>
                    <a:lnTo>
                      <a:pt x="1315" y="16343"/>
                    </a:lnTo>
                    <a:lnTo>
                      <a:pt x="2341" y="21570"/>
                    </a:lnTo>
                    <a:lnTo>
                      <a:pt x="9524" y="30278"/>
                    </a:lnTo>
                    <a:lnTo>
                      <a:pt x="14648" y="33767"/>
                    </a:lnTo>
                    <a:lnTo>
                      <a:pt x="12596" y="25052"/>
                    </a:lnTo>
                    <a:lnTo>
                      <a:pt x="13622" y="12861"/>
                    </a:lnTo>
                    <a:lnTo>
                      <a:pt x="12596" y="3277"/>
                    </a:lnTo>
                    <a:lnTo>
                      <a:pt x="8498" y="2402"/>
                    </a:lnTo>
                    <a:lnTo>
                      <a:pt x="6446" y="119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2" name="Forme libre : forme 1140">
                <a:extLst>
                  <a:ext uri="{FF2B5EF4-FFF2-40B4-BE49-F238E27FC236}">
                    <a16:creationId xmlns:a16="http://schemas.microsoft.com/office/drawing/2014/main" id="{7EAF1401-3F4E-9739-3B43-AB5A84419DE7}"/>
                  </a:ext>
                </a:extLst>
              </p:cNvPr>
              <p:cNvSpPr/>
              <p:nvPr/>
            </p:nvSpPr>
            <p:spPr>
              <a:xfrm rot="-3573100" flipV="1">
                <a:off x="3967622" y="5871391"/>
                <a:ext cx="10856" cy="4863"/>
              </a:xfrm>
              <a:custGeom>
                <a:avLst/>
                <a:gdLst>
                  <a:gd name="csX0" fmla="*/ 4087 w 10856"/>
                  <a:gd name="csY0" fmla="*/ 2864 h 4863"/>
                  <a:gd name="csX1" fmla="*/ 12173 w 10856"/>
                  <a:gd name="csY1" fmla="*/ 2864 h 4863"/>
                  <a:gd name="csX2" fmla="*/ 3512 w 10856"/>
                  <a:gd name="csY2" fmla="*/ 7283 h 4863"/>
                  <a:gd name="csX3" fmla="*/ 1316 w 10856"/>
                  <a:gd name="csY3" fmla="*/ 2419 h 4863"/>
                  <a:gd name="csX4" fmla="*/ 4087 w 10856"/>
                  <a:gd name="csY4" fmla="*/ 2864 h 4863"/>
                </a:gdLst>
                <a:ahLst/>
                <a:cxnLst>
                  <a:cxn ang="0">
                    <a:pos x="csX0" y="csY0"/>
                  </a:cxn>
                  <a:cxn ang="0">
                    <a:pos x="csX1" y="csY1"/>
                  </a:cxn>
                  <a:cxn ang="0">
                    <a:pos x="csX2" y="csY2"/>
                  </a:cxn>
                  <a:cxn ang="0">
                    <a:pos x="csX3" y="csY3"/>
                  </a:cxn>
                  <a:cxn ang="0">
                    <a:pos x="csX4" y="csY4"/>
                  </a:cxn>
                </a:cxnLst>
                <a:rect l="l" t="t" r="r" b="b"/>
                <a:pathLst>
                  <a:path w="10856" h="4863">
                    <a:moveTo>
                      <a:pt x="4087" y="2864"/>
                    </a:moveTo>
                    <a:lnTo>
                      <a:pt x="12173" y="2864"/>
                    </a:lnTo>
                    <a:lnTo>
                      <a:pt x="3512" y="7283"/>
                    </a:lnTo>
                    <a:lnTo>
                      <a:pt x="1316" y="2419"/>
                    </a:lnTo>
                    <a:lnTo>
                      <a:pt x="4087" y="28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3" name="Forme libre : forme 1141">
                <a:extLst>
                  <a:ext uri="{FF2B5EF4-FFF2-40B4-BE49-F238E27FC236}">
                    <a16:creationId xmlns:a16="http://schemas.microsoft.com/office/drawing/2014/main" id="{6F0A09BF-AC8B-9D66-FEBB-E91584DF437D}"/>
                  </a:ext>
                </a:extLst>
              </p:cNvPr>
              <p:cNvSpPr/>
              <p:nvPr/>
            </p:nvSpPr>
            <p:spPr>
              <a:xfrm>
                <a:off x="3961108" y="5863176"/>
                <a:ext cx="12306" cy="7839"/>
              </a:xfrm>
              <a:custGeom>
                <a:avLst/>
                <a:gdLst>
                  <a:gd name="csX0" fmla="*/ 3365 w 12306"/>
                  <a:gd name="csY0" fmla="*/ 4160 h 7839"/>
                  <a:gd name="csX1" fmla="*/ 1312 w 12306"/>
                  <a:gd name="csY1" fmla="*/ 8518 h 7839"/>
                  <a:gd name="csX2" fmla="*/ 6443 w 12306"/>
                  <a:gd name="csY2" fmla="*/ 10255 h 7839"/>
                  <a:gd name="csX3" fmla="*/ 13619 w 12306"/>
                  <a:gd name="csY3" fmla="*/ 6773 h 7839"/>
                  <a:gd name="csX4" fmla="*/ 10541 w 12306"/>
                  <a:gd name="csY4" fmla="*/ 2416 h 7839"/>
                  <a:gd name="csX5" fmla="*/ 3365 w 12306"/>
                  <a:gd name="csY5" fmla="*/ 4160 h 7839"/>
                </a:gdLst>
                <a:ahLst/>
                <a:cxnLst>
                  <a:cxn ang="0">
                    <a:pos x="csX0" y="csY0"/>
                  </a:cxn>
                  <a:cxn ang="0">
                    <a:pos x="csX1" y="csY1"/>
                  </a:cxn>
                  <a:cxn ang="0">
                    <a:pos x="csX2" y="csY2"/>
                  </a:cxn>
                  <a:cxn ang="0">
                    <a:pos x="csX3" y="csY3"/>
                  </a:cxn>
                  <a:cxn ang="0">
                    <a:pos x="csX4" y="csY4"/>
                  </a:cxn>
                  <a:cxn ang="0">
                    <a:pos x="csX5" y="csY5"/>
                  </a:cxn>
                </a:cxnLst>
                <a:rect l="l" t="t" r="r" b="b"/>
                <a:pathLst>
                  <a:path w="12306" h="7839">
                    <a:moveTo>
                      <a:pt x="3365" y="4160"/>
                    </a:moveTo>
                    <a:lnTo>
                      <a:pt x="1312" y="8518"/>
                    </a:lnTo>
                    <a:lnTo>
                      <a:pt x="6443" y="10255"/>
                    </a:lnTo>
                    <a:lnTo>
                      <a:pt x="13619" y="6773"/>
                    </a:lnTo>
                    <a:lnTo>
                      <a:pt x="10541" y="2416"/>
                    </a:lnTo>
                    <a:lnTo>
                      <a:pt x="3365" y="41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4" name="Forme libre : forme 1142">
                <a:extLst>
                  <a:ext uri="{FF2B5EF4-FFF2-40B4-BE49-F238E27FC236}">
                    <a16:creationId xmlns:a16="http://schemas.microsoft.com/office/drawing/2014/main" id="{20B49F2D-3A68-6BCB-C05C-AF02E9F79603}"/>
                  </a:ext>
                </a:extLst>
              </p:cNvPr>
              <p:cNvSpPr/>
              <p:nvPr/>
            </p:nvSpPr>
            <p:spPr>
              <a:xfrm rot="8376572" flipV="1">
                <a:off x="3956604" y="5878281"/>
                <a:ext cx="7990" cy="4644"/>
              </a:xfrm>
              <a:custGeom>
                <a:avLst/>
                <a:gdLst>
                  <a:gd name="csX0" fmla="*/ 1309 w 7990"/>
                  <a:gd name="csY0" fmla="*/ 2424 h 4644"/>
                  <a:gd name="csX1" fmla="*/ 5338 w 7990"/>
                  <a:gd name="csY1" fmla="*/ 2424 h 4644"/>
                  <a:gd name="csX2" fmla="*/ 9299 w 7990"/>
                  <a:gd name="csY2" fmla="*/ 7069 h 4644"/>
                  <a:gd name="csX3" fmla="*/ 2007 w 7990"/>
                  <a:gd name="csY3" fmla="*/ 6413 h 4644"/>
                  <a:gd name="csX4" fmla="*/ 1309 w 7990"/>
                  <a:gd name="csY4" fmla="*/ 2424 h 4644"/>
                </a:gdLst>
                <a:ahLst/>
                <a:cxnLst>
                  <a:cxn ang="0">
                    <a:pos x="csX0" y="csY0"/>
                  </a:cxn>
                  <a:cxn ang="0">
                    <a:pos x="csX1" y="csY1"/>
                  </a:cxn>
                  <a:cxn ang="0">
                    <a:pos x="csX2" y="csY2"/>
                  </a:cxn>
                  <a:cxn ang="0">
                    <a:pos x="csX3" y="csY3"/>
                  </a:cxn>
                  <a:cxn ang="0">
                    <a:pos x="csX4" y="csY4"/>
                  </a:cxn>
                </a:cxnLst>
                <a:rect l="l" t="t" r="r" b="b"/>
                <a:pathLst>
                  <a:path w="7990" h="4644">
                    <a:moveTo>
                      <a:pt x="1309" y="2424"/>
                    </a:moveTo>
                    <a:lnTo>
                      <a:pt x="5338" y="2424"/>
                    </a:lnTo>
                    <a:lnTo>
                      <a:pt x="9299" y="7069"/>
                    </a:lnTo>
                    <a:lnTo>
                      <a:pt x="2007" y="6413"/>
                    </a:lnTo>
                    <a:lnTo>
                      <a:pt x="1309" y="24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5" name="Forme libre : forme 1143">
                <a:extLst>
                  <a:ext uri="{FF2B5EF4-FFF2-40B4-BE49-F238E27FC236}">
                    <a16:creationId xmlns:a16="http://schemas.microsoft.com/office/drawing/2014/main" id="{9B59EA83-FEFE-666C-E23E-4779E87B9BF7}"/>
                  </a:ext>
                </a:extLst>
              </p:cNvPr>
              <p:cNvSpPr/>
              <p:nvPr/>
            </p:nvSpPr>
            <p:spPr>
              <a:xfrm rot="-7685853" flipV="1">
                <a:off x="3966982" y="5804423"/>
                <a:ext cx="10760" cy="5917"/>
              </a:xfrm>
              <a:custGeom>
                <a:avLst/>
                <a:gdLst>
                  <a:gd name="csX0" fmla="*/ 5435 w 10760"/>
                  <a:gd name="csY0" fmla="*/ 2379 h 5917"/>
                  <a:gd name="csX1" fmla="*/ 12077 w 10760"/>
                  <a:gd name="csY1" fmla="*/ 2379 h 5917"/>
                  <a:gd name="csX2" fmla="*/ 4532 w 10760"/>
                  <a:gd name="csY2" fmla="*/ 8296 h 5917"/>
                  <a:gd name="csX3" fmla="*/ 1316 w 10760"/>
                  <a:gd name="csY3" fmla="*/ 5608 h 5917"/>
                  <a:gd name="csX4" fmla="*/ 5435 w 10760"/>
                  <a:gd name="csY4" fmla="*/ 2379 h 5917"/>
                </a:gdLst>
                <a:ahLst/>
                <a:cxnLst>
                  <a:cxn ang="0">
                    <a:pos x="csX0" y="csY0"/>
                  </a:cxn>
                  <a:cxn ang="0">
                    <a:pos x="csX1" y="csY1"/>
                  </a:cxn>
                  <a:cxn ang="0">
                    <a:pos x="csX2" y="csY2"/>
                  </a:cxn>
                  <a:cxn ang="0">
                    <a:pos x="csX3" y="csY3"/>
                  </a:cxn>
                  <a:cxn ang="0">
                    <a:pos x="csX4" y="csY4"/>
                  </a:cxn>
                </a:cxnLst>
                <a:rect l="l" t="t" r="r" b="b"/>
                <a:pathLst>
                  <a:path w="10760" h="5917">
                    <a:moveTo>
                      <a:pt x="5435" y="2379"/>
                    </a:moveTo>
                    <a:lnTo>
                      <a:pt x="12077" y="2379"/>
                    </a:lnTo>
                    <a:lnTo>
                      <a:pt x="4532" y="8296"/>
                    </a:lnTo>
                    <a:lnTo>
                      <a:pt x="1316" y="5608"/>
                    </a:lnTo>
                    <a:lnTo>
                      <a:pt x="5435" y="23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6" name="Forme libre : forme 1144">
                <a:extLst>
                  <a:ext uri="{FF2B5EF4-FFF2-40B4-BE49-F238E27FC236}">
                    <a16:creationId xmlns:a16="http://schemas.microsoft.com/office/drawing/2014/main" id="{303C00BB-4317-8559-FB6D-7FB59A257746}"/>
                  </a:ext>
                </a:extLst>
              </p:cNvPr>
              <p:cNvSpPr/>
              <p:nvPr/>
            </p:nvSpPr>
            <p:spPr>
              <a:xfrm rot="3570101" flipV="1">
                <a:off x="3958767" y="5808028"/>
                <a:ext cx="7504" cy="5301"/>
              </a:xfrm>
              <a:custGeom>
                <a:avLst/>
                <a:gdLst>
                  <a:gd name="csX0" fmla="*/ 2753 w 7504"/>
                  <a:gd name="csY0" fmla="*/ 2381 h 5301"/>
                  <a:gd name="csX1" fmla="*/ 8814 w 7504"/>
                  <a:gd name="csY1" fmla="*/ 2381 h 5301"/>
                  <a:gd name="csX2" fmla="*/ 5872 w 7504"/>
                  <a:gd name="csY2" fmla="*/ 7683 h 5301"/>
                  <a:gd name="csX3" fmla="*/ 1310 w 7504"/>
                  <a:gd name="csY3" fmla="*/ 6800 h 5301"/>
                  <a:gd name="csX4" fmla="*/ 2753 w 7504"/>
                  <a:gd name="csY4" fmla="*/ 2381 h 5301"/>
                </a:gdLst>
                <a:ahLst/>
                <a:cxnLst>
                  <a:cxn ang="0">
                    <a:pos x="csX0" y="csY0"/>
                  </a:cxn>
                  <a:cxn ang="0">
                    <a:pos x="csX1" y="csY1"/>
                  </a:cxn>
                  <a:cxn ang="0">
                    <a:pos x="csX2" y="csY2"/>
                  </a:cxn>
                  <a:cxn ang="0">
                    <a:pos x="csX3" y="csY3"/>
                  </a:cxn>
                  <a:cxn ang="0">
                    <a:pos x="csX4" y="csY4"/>
                  </a:cxn>
                </a:cxnLst>
                <a:rect l="l" t="t" r="r" b="b"/>
                <a:pathLst>
                  <a:path w="7504" h="5301">
                    <a:moveTo>
                      <a:pt x="2753" y="2381"/>
                    </a:moveTo>
                    <a:lnTo>
                      <a:pt x="8814" y="2381"/>
                    </a:lnTo>
                    <a:lnTo>
                      <a:pt x="5872" y="7683"/>
                    </a:lnTo>
                    <a:lnTo>
                      <a:pt x="1310" y="6800"/>
                    </a:lnTo>
                    <a:lnTo>
                      <a:pt x="2753" y="23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7" name="Forme libre : forme 1145">
                <a:extLst>
                  <a:ext uri="{FF2B5EF4-FFF2-40B4-BE49-F238E27FC236}">
                    <a16:creationId xmlns:a16="http://schemas.microsoft.com/office/drawing/2014/main" id="{B5D41EF6-5F95-608D-1039-7F0682535441}"/>
                  </a:ext>
                </a:extLst>
              </p:cNvPr>
              <p:cNvSpPr/>
              <p:nvPr/>
            </p:nvSpPr>
            <p:spPr>
              <a:xfrm rot="6195634" flipV="1">
                <a:off x="3954561" y="5846767"/>
                <a:ext cx="11027" cy="6779"/>
              </a:xfrm>
              <a:custGeom>
                <a:avLst/>
                <a:gdLst>
                  <a:gd name="csX0" fmla="*/ 1308 w 11027"/>
                  <a:gd name="csY0" fmla="*/ 2406 h 6779"/>
                  <a:gd name="csX1" fmla="*/ 10256 w 11027"/>
                  <a:gd name="csY1" fmla="*/ 2406 h 6779"/>
                  <a:gd name="csX2" fmla="*/ 12336 w 11027"/>
                  <a:gd name="csY2" fmla="*/ 4998 h 6779"/>
                  <a:gd name="csX3" fmla="*/ 7766 w 11027"/>
                  <a:gd name="csY3" fmla="*/ 9185 h 6779"/>
                  <a:gd name="csX4" fmla="*/ 1308 w 11027"/>
                  <a:gd name="csY4" fmla="*/ 2406 h 6779"/>
                </a:gdLst>
                <a:ahLst/>
                <a:cxnLst>
                  <a:cxn ang="0">
                    <a:pos x="csX0" y="csY0"/>
                  </a:cxn>
                  <a:cxn ang="0">
                    <a:pos x="csX1" y="csY1"/>
                  </a:cxn>
                  <a:cxn ang="0">
                    <a:pos x="csX2" y="csY2"/>
                  </a:cxn>
                  <a:cxn ang="0">
                    <a:pos x="csX3" y="csY3"/>
                  </a:cxn>
                  <a:cxn ang="0">
                    <a:pos x="csX4" y="csY4"/>
                  </a:cxn>
                </a:cxnLst>
                <a:rect l="l" t="t" r="r" b="b"/>
                <a:pathLst>
                  <a:path w="11027" h="6779">
                    <a:moveTo>
                      <a:pt x="1308" y="2406"/>
                    </a:moveTo>
                    <a:lnTo>
                      <a:pt x="10256" y="2406"/>
                    </a:lnTo>
                    <a:lnTo>
                      <a:pt x="12336" y="4998"/>
                    </a:lnTo>
                    <a:lnTo>
                      <a:pt x="7766" y="9185"/>
                    </a:lnTo>
                    <a:lnTo>
                      <a:pt x="1308" y="24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8" name="Forme libre : forme 1146">
                <a:extLst>
                  <a:ext uri="{FF2B5EF4-FFF2-40B4-BE49-F238E27FC236}">
                    <a16:creationId xmlns:a16="http://schemas.microsoft.com/office/drawing/2014/main" id="{0F49DA04-99A4-D1B3-3610-59A619CE6077}"/>
                  </a:ext>
                </a:extLst>
              </p:cNvPr>
              <p:cNvSpPr/>
              <p:nvPr/>
            </p:nvSpPr>
            <p:spPr>
              <a:xfrm>
                <a:off x="4274908" y="5899775"/>
                <a:ext cx="33841" cy="27007"/>
              </a:xfrm>
              <a:custGeom>
                <a:avLst/>
                <a:gdLst>
                  <a:gd name="csX0" fmla="*/ 14843 w 33841"/>
                  <a:gd name="csY0" fmla="*/ 7671 h 27007"/>
                  <a:gd name="csX1" fmla="*/ 14843 w 33841"/>
                  <a:gd name="csY1" fmla="*/ 17255 h 27007"/>
                  <a:gd name="csX2" fmla="*/ 6641 w 33841"/>
                  <a:gd name="csY2" fmla="*/ 19868 h 27007"/>
                  <a:gd name="csX3" fmla="*/ 1510 w 33841"/>
                  <a:gd name="csY3" fmla="*/ 25964 h 27007"/>
                  <a:gd name="csX4" fmla="*/ 12791 w 33841"/>
                  <a:gd name="csY4" fmla="*/ 29453 h 27007"/>
                  <a:gd name="csX5" fmla="*/ 21000 w 33841"/>
                  <a:gd name="csY5" fmla="*/ 18124 h 27007"/>
                  <a:gd name="csX6" fmla="*/ 35352 w 33841"/>
                  <a:gd name="csY6" fmla="*/ 12898 h 27007"/>
                  <a:gd name="csX7" fmla="*/ 34326 w 33841"/>
                  <a:gd name="csY7" fmla="*/ 2445 h 27007"/>
                  <a:gd name="csX8" fmla="*/ 14843 w 33841"/>
                  <a:gd name="csY8" fmla="*/ 7671 h 2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841" h="27007">
                    <a:moveTo>
                      <a:pt x="14843" y="7671"/>
                    </a:moveTo>
                    <a:lnTo>
                      <a:pt x="14843" y="17255"/>
                    </a:lnTo>
                    <a:lnTo>
                      <a:pt x="6641" y="19868"/>
                    </a:lnTo>
                    <a:lnTo>
                      <a:pt x="1510" y="25964"/>
                    </a:lnTo>
                    <a:lnTo>
                      <a:pt x="12791" y="29453"/>
                    </a:lnTo>
                    <a:lnTo>
                      <a:pt x="21000" y="18124"/>
                    </a:lnTo>
                    <a:lnTo>
                      <a:pt x="35352" y="12898"/>
                    </a:lnTo>
                    <a:lnTo>
                      <a:pt x="34326" y="2445"/>
                    </a:lnTo>
                    <a:lnTo>
                      <a:pt x="14843" y="76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69" name="Forme libre : forme 1147">
                <a:extLst>
                  <a:ext uri="{FF2B5EF4-FFF2-40B4-BE49-F238E27FC236}">
                    <a16:creationId xmlns:a16="http://schemas.microsoft.com/office/drawing/2014/main" id="{694770A1-470A-54BA-C79B-E17B3A56D4F7}"/>
                  </a:ext>
                </a:extLst>
              </p:cNvPr>
              <p:cNvSpPr/>
              <p:nvPr/>
            </p:nvSpPr>
            <p:spPr>
              <a:xfrm>
                <a:off x="4304638" y="5904133"/>
                <a:ext cx="32815" cy="25263"/>
              </a:xfrm>
              <a:custGeom>
                <a:avLst/>
                <a:gdLst>
                  <a:gd name="csX0" fmla="*/ 18966 w 32815"/>
                  <a:gd name="csY0" fmla="*/ 2447 h 25263"/>
                  <a:gd name="csX1" fmla="*/ 18966 w 32815"/>
                  <a:gd name="csY1" fmla="*/ 8543 h 25263"/>
                  <a:gd name="csX2" fmla="*/ 8711 w 32815"/>
                  <a:gd name="csY2" fmla="*/ 12900 h 25263"/>
                  <a:gd name="csX3" fmla="*/ 1529 w 32815"/>
                  <a:gd name="csY3" fmla="*/ 23353 h 25263"/>
                  <a:gd name="csX4" fmla="*/ 6659 w 32815"/>
                  <a:gd name="csY4" fmla="*/ 27711 h 25263"/>
                  <a:gd name="csX5" fmla="*/ 19992 w 32815"/>
                  <a:gd name="csY5" fmla="*/ 20740 h 25263"/>
                  <a:gd name="csX6" fmla="*/ 21018 w 32815"/>
                  <a:gd name="csY6" fmla="*/ 13769 h 25263"/>
                  <a:gd name="csX7" fmla="*/ 34344 w 32815"/>
                  <a:gd name="csY7" fmla="*/ 9418 h 25263"/>
                  <a:gd name="csX8" fmla="*/ 27168 w 32815"/>
                  <a:gd name="csY8" fmla="*/ 2447 h 25263"/>
                  <a:gd name="csX9" fmla="*/ 18966 w 32815"/>
                  <a:gd name="csY9" fmla="*/ 2447 h 25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815" h="25263">
                    <a:moveTo>
                      <a:pt x="18966" y="2447"/>
                    </a:moveTo>
                    <a:lnTo>
                      <a:pt x="18966" y="8543"/>
                    </a:lnTo>
                    <a:lnTo>
                      <a:pt x="8711" y="12900"/>
                    </a:lnTo>
                    <a:lnTo>
                      <a:pt x="1529" y="23353"/>
                    </a:lnTo>
                    <a:lnTo>
                      <a:pt x="6659" y="27711"/>
                    </a:lnTo>
                    <a:lnTo>
                      <a:pt x="19992" y="20740"/>
                    </a:lnTo>
                    <a:lnTo>
                      <a:pt x="21018" y="13769"/>
                    </a:lnTo>
                    <a:lnTo>
                      <a:pt x="34344" y="9418"/>
                    </a:lnTo>
                    <a:lnTo>
                      <a:pt x="27168" y="2447"/>
                    </a:lnTo>
                    <a:lnTo>
                      <a:pt x="18966" y="24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0" name="Forme libre : forme 1148">
                <a:extLst>
                  <a:ext uri="{FF2B5EF4-FFF2-40B4-BE49-F238E27FC236}">
                    <a16:creationId xmlns:a16="http://schemas.microsoft.com/office/drawing/2014/main" id="{76292796-3702-C073-BCF6-63F3596F4251}"/>
                  </a:ext>
                </a:extLst>
              </p:cNvPr>
              <p:cNvSpPr/>
              <p:nvPr/>
            </p:nvSpPr>
            <p:spPr>
              <a:xfrm>
                <a:off x="3976493" y="5732501"/>
                <a:ext cx="10254" cy="10452"/>
              </a:xfrm>
              <a:custGeom>
                <a:avLst/>
                <a:gdLst>
                  <a:gd name="csX0" fmla="*/ 3373 w 10254"/>
                  <a:gd name="csY0" fmla="*/ 5819 h 10452"/>
                  <a:gd name="csX1" fmla="*/ 1321 w 10254"/>
                  <a:gd name="csY1" fmla="*/ 12790 h 10452"/>
                  <a:gd name="csX2" fmla="*/ 7478 w 10254"/>
                  <a:gd name="csY2" fmla="*/ 12790 h 10452"/>
                  <a:gd name="csX3" fmla="*/ 11576 w 10254"/>
                  <a:gd name="csY3" fmla="*/ 9301 h 10452"/>
                  <a:gd name="csX4" fmla="*/ 8504 w 10254"/>
                  <a:gd name="csY4" fmla="*/ 2337 h 10452"/>
                  <a:gd name="csX5" fmla="*/ 3373 w 10254"/>
                  <a:gd name="csY5" fmla="*/ 5819 h 10452"/>
                </a:gdLst>
                <a:ahLst/>
                <a:cxnLst>
                  <a:cxn ang="0">
                    <a:pos x="csX0" y="csY0"/>
                  </a:cxn>
                  <a:cxn ang="0">
                    <a:pos x="csX1" y="csY1"/>
                  </a:cxn>
                  <a:cxn ang="0">
                    <a:pos x="csX2" y="csY2"/>
                  </a:cxn>
                  <a:cxn ang="0">
                    <a:pos x="csX3" y="csY3"/>
                  </a:cxn>
                  <a:cxn ang="0">
                    <a:pos x="csX4" y="csY4"/>
                  </a:cxn>
                  <a:cxn ang="0">
                    <a:pos x="csX5" y="csY5"/>
                  </a:cxn>
                </a:cxnLst>
                <a:rect l="l" t="t" r="r" b="b"/>
                <a:pathLst>
                  <a:path w="10254" h="10452">
                    <a:moveTo>
                      <a:pt x="3373" y="5819"/>
                    </a:moveTo>
                    <a:lnTo>
                      <a:pt x="1321" y="12790"/>
                    </a:lnTo>
                    <a:lnTo>
                      <a:pt x="7478" y="12790"/>
                    </a:lnTo>
                    <a:lnTo>
                      <a:pt x="11576" y="9301"/>
                    </a:lnTo>
                    <a:lnTo>
                      <a:pt x="8504" y="2337"/>
                    </a:lnTo>
                    <a:lnTo>
                      <a:pt x="3373" y="5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1" name="Forme libre : forme 1149">
                <a:extLst>
                  <a:ext uri="{FF2B5EF4-FFF2-40B4-BE49-F238E27FC236}">
                    <a16:creationId xmlns:a16="http://schemas.microsoft.com/office/drawing/2014/main" id="{C105456B-96A1-BE1F-8E98-F77BA0996FE0}"/>
                  </a:ext>
                </a:extLst>
              </p:cNvPr>
              <p:cNvSpPr/>
              <p:nvPr/>
            </p:nvSpPr>
            <p:spPr>
              <a:xfrm>
                <a:off x="3985729" y="5721173"/>
                <a:ext cx="9228" cy="12197"/>
              </a:xfrm>
              <a:custGeom>
                <a:avLst/>
                <a:gdLst>
                  <a:gd name="csX0" fmla="*/ 2353 w 9228"/>
                  <a:gd name="csY0" fmla="*/ 2331 h 12197"/>
                  <a:gd name="csX1" fmla="*/ 1326 w 9228"/>
                  <a:gd name="csY1" fmla="*/ 10171 h 12197"/>
                  <a:gd name="csX2" fmla="*/ 7476 w 9228"/>
                  <a:gd name="csY2" fmla="*/ 14528 h 12197"/>
                  <a:gd name="csX3" fmla="*/ 10555 w 9228"/>
                  <a:gd name="csY3" fmla="*/ 11915 h 12197"/>
                  <a:gd name="csX4" fmla="*/ 9529 w 9228"/>
                  <a:gd name="csY4" fmla="*/ 4944 h 12197"/>
                  <a:gd name="csX5" fmla="*/ 2353 w 9228"/>
                  <a:gd name="csY5" fmla="*/ 2331 h 12197"/>
                </a:gdLst>
                <a:ahLst/>
                <a:cxnLst>
                  <a:cxn ang="0">
                    <a:pos x="csX0" y="csY0"/>
                  </a:cxn>
                  <a:cxn ang="0">
                    <a:pos x="csX1" y="csY1"/>
                  </a:cxn>
                  <a:cxn ang="0">
                    <a:pos x="csX2" y="csY2"/>
                  </a:cxn>
                  <a:cxn ang="0">
                    <a:pos x="csX3" y="csY3"/>
                  </a:cxn>
                  <a:cxn ang="0">
                    <a:pos x="csX4" y="csY4"/>
                  </a:cxn>
                  <a:cxn ang="0">
                    <a:pos x="csX5" y="csY5"/>
                  </a:cxn>
                </a:cxnLst>
                <a:rect l="l" t="t" r="r" b="b"/>
                <a:pathLst>
                  <a:path w="9228" h="12197">
                    <a:moveTo>
                      <a:pt x="2353" y="2331"/>
                    </a:moveTo>
                    <a:lnTo>
                      <a:pt x="1326" y="10171"/>
                    </a:lnTo>
                    <a:lnTo>
                      <a:pt x="7476" y="14528"/>
                    </a:lnTo>
                    <a:lnTo>
                      <a:pt x="10555" y="11915"/>
                    </a:lnTo>
                    <a:lnTo>
                      <a:pt x="9529" y="4944"/>
                    </a:lnTo>
                    <a:lnTo>
                      <a:pt x="2353" y="23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2" name="Forme libre : forme 1150">
                <a:extLst>
                  <a:ext uri="{FF2B5EF4-FFF2-40B4-BE49-F238E27FC236}">
                    <a16:creationId xmlns:a16="http://schemas.microsoft.com/office/drawing/2014/main" id="{D13DD7B4-ABCA-417E-F797-FB49E0223040}"/>
                  </a:ext>
                </a:extLst>
              </p:cNvPr>
              <p:cNvSpPr/>
              <p:nvPr/>
            </p:nvSpPr>
            <p:spPr>
              <a:xfrm>
                <a:off x="4001107" y="5712827"/>
                <a:ext cx="8202" cy="10090"/>
              </a:xfrm>
              <a:custGeom>
                <a:avLst/>
                <a:gdLst>
                  <a:gd name="csX0" fmla="*/ 1335 w 8202"/>
                  <a:gd name="csY0" fmla="*/ 7188 h 10090"/>
                  <a:gd name="csX1" fmla="*/ 3388 w 8202"/>
                  <a:gd name="csY1" fmla="*/ 12415 h 10090"/>
                  <a:gd name="csX2" fmla="*/ 7485 w 8202"/>
                  <a:gd name="csY2" fmla="*/ 8057 h 10090"/>
                  <a:gd name="csX3" fmla="*/ 9538 w 8202"/>
                  <a:gd name="csY3" fmla="*/ 5396 h 10090"/>
                  <a:gd name="csX4" fmla="*/ 4414 w 8202"/>
                  <a:gd name="csY4" fmla="*/ 2324 h 10090"/>
                  <a:gd name="csX5" fmla="*/ 1335 w 8202"/>
                  <a:gd name="csY5" fmla="*/ 7188 h 10090"/>
                </a:gdLst>
                <a:ahLst/>
                <a:cxnLst>
                  <a:cxn ang="0">
                    <a:pos x="csX0" y="csY0"/>
                  </a:cxn>
                  <a:cxn ang="0">
                    <a:pos x="csX1" y="csY1"/>
                  </a:cxn>
                  <a:cxn ang="0">
                    <a:pos x="csX2" y="csY2"/>
                  </a:cxn>
                  <a:cxn ang="0">
                    <a:pos x="csX3" y="csY3"/>
                  </a:cxn>
                  <a:cxn ang="0">
                    <a:pos x="csX4" y="csY4"/>
                  </a:cxn>
                  <a:cxn ang="0">
                    <a:pos x="csX5" y="csY5"/>
                  </a:cxn>
                </a:cxnLst>
                <a:rect l="l" t="t" r="r" b="b"/>
                <a:pathLst>
                  <a:path w="8202" h="10090">
                    <a:moveTo>
                      <a:pt x="1335" y="7188"/>
                    </a:moveTo>
                    <a:lnTo>
                      <a:pt x="3388" y="12415"/>
                    </a:lnTo>
                    <a:lnTo>
                      <a:pt x="7485" y="8057"/>
                    </a:lnTo>
                    <a:lnTo>
                      <a:pt x="9538" y="5396"/>
                    </a:lnTo>
                    <a:lnTo>
                      <a:pt x="4414" y="2324"/>
                    </a:lnTo>
                    <a:lnTo>
                      <a:pt x="1335" y="71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3" name="Forme libre : forme 1151">
                <a:extLst>
                  <a:ext uri="{FF2B5EF4-FFF2-40B4-BE49-F238E27FC236}">
                    <a16:creationId xmlns:a16="http://schemas.microsoft.com/office/drawing/2014/main" id="{B7903BB2-1B55-CBB6-4797-856BE3083841}"/>
                  </a:ext>
                </a:extLst>
              </p:cNvPr>
              <p:cNvSpPr/>
              <p:nvPr/>
            </p:nvSpPr>
            <p:spPr>
              <a:xfrm>
                <a:off x="3984702" y="5632877"/>
                <a:ext cx="19482" cy="43049"/>
              </a:xfrm>
              <a:custGeom>
                <a:avLst/>
                <a:gdLst>
                  <a:gd name="csX0" fmla="*/ 3381 w 19482"/>
                  <a:gd name="csY0" fmla="*/ 5367 h 43049"/>
                  <a:gd name="csX1" fmla="*/ 3381 w 19482"/>
                  <a:gd name="csY1" fmla="*/ 11517 h 43049"/>
                  <a:gd name="csX2" fmla="*/ 1328 w 19482"/>
                  <a:gd name="csY2" fmla="*/ 43293 h 43049"/>
                  <a:gd name="csX3" fmla="*/ 10557 w 19482"/>
                  <a:gd name="csY3" fmla="*/ 45338 h 43049"/>
                  <a:gd name="csX4" fmla="*/ 12609 w 19482"/>
                  <a:gd name="csY4" fmla="*/ 39188 h 43049"/>
                  <a:gd name="csX5" fmla="*/ 20811 w 19482"/>
                  <a:gd name="csY5" fmla="*/ 23817 h 43049"/>
                  <a:gd name="csX6" fmla="*/ 20811 w 19482"/>
                  <a:gd name="csY6" fmla="*/ 9465 h 43049"/>
                  <a:gd name="csX7" fmla="*/ 8504 w 19482"/>
                  <a:gd name="csY7" fmla="*/ 2288 h 43049"/>
                  <a:gd name="csX8" fmla="*/ 3381 w 19482"/>
                  <a:gd name="csY8" fmla="*/ 5367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43049">
                    <a:moveTo>
                      <a:pt x="3381" y="5367"/>
                    </a:moveTo>
                    <a:lnTo>
                      <a:pt x="3381" y="11517"/>
                    </a:lnTo>
                    <a:lnTo>
                      <a:pt x="1328" y="43293"/>
                    </a:lnTo>
                    <a:lnTo>
                      <a:pt x="10557" y="45338"/>
                    </a:lnTo>
                    <a:lnTo>
                      <a:pt x="12609" y="39188"/>
                    </a:lnTo>
                    <a:lnTo>
                      <a:pt x="20811" y="23817"/>
                    </a:lnTo>
                    <a:lnTo>
                      <a:pt x="20811" y="9465"/>
                    </a:lnTo>
                    <a:lnTo>
                      <a:pt x="8504" y="2288"/>
                    </a:lnTo>
                    <a:lnTo>
                      <a:pt x="3381" y="5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4" name="Forme libre : forme 1152">
                <a:extLst>
                  <a:ext uri="{FF2B5EF4-FFF2-40B4-BE49-F238E27FC236}">
                    <a16:creationId xmlns:a16="http://schemas.microsoft.com/office/drawing/2014/main" id="{B2D8494E-9B9B-00B2-3A44-5F65909E4416}"/>
                  </a:ext>
                </a:extLst>
              </p:cNvPr>
              <p:cNvSpPr/>
              <p:nvPr/>
            </p:nvSpPr>
            <p:spPr>
              <a:xfrm>
                <a:off x="2081987" y="2706670"/>
                <a:ext cx="13846" cy="13839"/>
              </a:xfrm>
              <a:custGeom>
                <a:avLst/>
                <a:gdLst>
                  <a:gd name="csX0" fmla="*/ 168 w 13846"/>
                  <a:gd name="csY0" fmla="*/ 2035 h 13839"/>
                  <a:gd name="csX1" fmla="*/ 10935 w 13846"/>
                  <a:gd name="csY1" fmla="*/ 14335 h 13839"/>
                  <a:gd name="csX2" fmla="*/ 14014 w 13846"/>
                  <a:gd name="csY2" fmla="*/ 9724 h 13839"/>
                  <a:gd name="csX3" fmla="*/ 9396 w 13846"/>
                  <a:gd name="csY3" fmla="*/ 5106 h 13839"/>
                  <a:gd name="csX4" fmla="*/ 9396 w 13846"/>
                  <a:gd name="csY4" fmla="*/ 495 h 13839"/>
                  <a:gd name="csX5" fmla="*/ 168 w 13846"/>
                  <a:gd name="csY5" fmla="*/ 2035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168" y="2035"/>
                    </a:moveTo>
                    <a:lnTo>
                      <a:pt x="10935" y="14335"/>
                    </a:lnTo>
                    <a:lnTo>
                      <a:pt x="14014" y="9724"/>
                    </a:lnTo>
                    <a:lnTo>
                      <a:pt x="9396" y="5106"/>
                    </a:lnTo>
                    <a:lnTo>
                      <a:pt x="9396" y="495"/>
                    </a:lnTo>
                    <a:lnTo>
                      <a:pt x="168" y="20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5" name="Forme libre : forme 1153">
                <a:extLst>
                  <a:ext uri="{FF2B5EF4-FFF2-40B4-BE49-F238E27FC236}">
                    <a16:creationId xmlns:a16="http://schemas.microsoft.com/office/drawing/2014/main" id="{4AA71286-5A94-C97C-A836-076BF5E2E385}"/>
                  </a:ext>
                </a:extLst>
              </p:cNvPr>
              <p:cNvSpPr/>
              <p:nvPr/>
            </p:nvSpPr>
            <p:spPr>
              <a:xfrm>
                <a:off x="2825954" y="3370841"/>
                <a:ext cx="109721" cy="81995"/>
              </a:xfrm>
              <a:custGeom>
                <a:avLst/>
                <a:gdLst>
                  <a:gd name="csX0" fmla="*/ 102177 w 109721"/>
                  <a:gd name="csY0" fmla="*/ 82909 h 81995"/>
                  <a:gd name="csX1" fmla="*/ 110379 w 109721"/>
                  <a:gd name="csY1" fmla="*/ 80857 h 81995"/>
                  <a:gd name="csX2" fmla="*/ 104229 w 109721"/>
                  <a:gd name="csY2" fmla="*/ 65485 h 81995"/>
                  <a:gd name="csX3" fmla="*/ 93975 w 109721"/>
                  <a:gd name="csY3" fmla="*/ 59335 h 81995"/>
                  <a:gd name="csX4" fmla="*/ 77564 w 109721"/>
                  <a:gd name="csY4" fmla="*/ 44983 h 81995"/>
                  <a:gd name="csX5" fmla="*/ 76544 w 109721"/>
                  <a:gd name="csY5" fmla="*/ 34735 h 81995"/>
                  <a:gd name="csX6" fmla="*/ 66283 w 109721"/>
                  <a:gd name="csY6" fmla="*/ 26533 h 81995"/>
                  <a:gd name="csX7" fmla="*/ 53983 w 109721"/>
                  <a:gd name="csY7" fmla="*/ 27559 h 81995"/>
                  <a:gd name="csX8" fmla="*/ 28343 w 109721"/>
                  <a:gd name="csY8" fmla="*/ 19364 h 81995"/>
                  <a:gd name="csX9" fmla="*/ 16036 w 109721"/>
                  <a:gd name="csY9" fmla="*/ 914 h 81995"/>
                  <a:gd name="csX10" fmla="*/ 658 w 109721"/>
                  <a:gd name="csY10" fmla="*/ 1933 h 81995"/>
                  <a:gd name="csX11" fmla="*/ 658 w 109721"/>
                  <a:gd name="csY11" fmla="*/ 8083 h 81995"/>
                  <a:gd name="csX12" fmla="*/ 10912 w 109721"/>
                  <a:gd name="csY12" fmla="*/ 33709 h 81995"/>
                  <a:gd name="csX13" fmla="*/ 20141 w 109721"/>
                  <a:gd name="csY13" fmla="*/ 34735 h 81995"/>
                  <a:gd name="csX14" fmla="*/ 28343 w 109721"/>
                  <a:gd name="csY14" fmla="*/ 41911 h 81995"/>
                  <a:gd name="csX15" fmla="*/ 37572 w 109721"/>
                  <a:gd name="csY15" fmla="*/ 41911 h 81995"/>
                  <a:gd name="csX16" fmla="*/ 46800 w 109721"/>
                  <a:gd name="csY16" fmla="*/ 51133 h 81995"/>
                  <a:gd name="csX17" fmla="*/ 64237 w 109721"/>
                  <a:gd name="csY17" fmla="*/ 69583 h 81995"/>
                  <a:gd name="csX18" fmla="*/ 77564 w 109721"/>
                  <a:gd name="csY18" fmla="*/ 75733 h 81995"/>
                  <a:gd name="csX19" fmla="*/ 88844 w 109721"/>
                  <a:gd name="csY19" fmla="*/ 77785 h 81995"/>
                  <a:gd name="csX20" fmla="*/ 102177 w 109721"/>
                  <a:gd name="csY20" fmla="*/ 82909 h 81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9721" h="81995">
                    <a:moveTo>
                      <a:pt x="102177" y="82909"/>
                    </a:moveTo>
                    <a:lnTo>
                      <a:pt x="110379" y="80857"/>
                    </a:lnTo>
                    <a:lnTo>
                      <a:pt x="104229" y="65485"/>
                    </a:lnTo>
                    <a:lnTo>
                      <a:pt x="93975" y="59335"/>
                    </a:lnTo>
                    <a:lnTo>
                      <a:pt x="77564" y="44983"/>
                    </a:lnTo>
                    <a:lnTo>
                      <a:pt x="76544" y="34735"/>
                    </a:lnTo>
                    <a:lnTo>
                      <a:pt x="66283" y="26533"/>
                    </a:lnTo>
                    <a:lnTo>
                      <a:pt x="53983" y="27559"/>
                    </a:lnTo>
                    <a:lnTo>
                      <a:pt x="28343" y="19364"/>
                    </a:lnTo>
                    <a:lnTo>
                      <a:pt x="16036" y="914"/>
                    </a:lnTo>
                    <a:lnTo>
                      <a:pt x="658" y="1933"/>
                    </a:lnTo>
                    <a:lnTo>
                      <a:pt x="658" y="8083"/>
                    </a:lnTo>
                    <a:lnTo>
                      <a:pt x="10912" y="33709"/>
                    </a:lnTo>
                    <a:lnTo>
                      <a:pt x="20141" y="34735"/>
                    </a:lnTo>
                    <a:lnTo>
                      <a:pt x="28343" y="41911"/>
                    </a:lnTo>
                    <a:lnTo>
                      <a:pt x="37572" y="41911"/>
                    </a:lnTo>
                    <a:lnTo>
                      <a:pt x="46800" y="51133"/>
                    </a:lnTo>
                    <a:lnTo>
                      <a:pt x="64237" y="69583"/>
                    </a:lnTo>
                    <a:lnTo>
                      <a:pt x="77564" y="75733"/>
                    </a:lnTo>
                    <a:lnTo>
                      <a:pt x="88844" y="77785"/>
                    </a:lnTo>
                    <a:lnTo>
                      <a:pt x="102177" y="82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6" name="Forme libre : forme 1154">
                <a:extLst>
                  <a:ext uri="{FF2B5EF4-FFF2-40B4-BE49-F238E27FC236}">
                    <a16:creationId xmlns:a16="http://schemas.microsoft.com/office/drawing/2014/main" id="{564F9B59-03A4-C74D-D4EE-105D3F2885D6}"/>
                  </a:ext>
                </a:extLst>
              </p:cNvPr>
              <p:cNvSpPr/>
              <p:nvPr/>
            </p:nvSpPr>
            <p:spPr>
              <a:xfrm>
                <a:off x="2726488" y="3259122"/>
                <a:ext cx="25639" cy="32795"/>
              </a:xfrm>
              <a:custGeom>
                <a:avLst/>
                <a:gdLst>
                  <a:gd name="csX0" fmla="*/ 24154 w 25639"/>
                  <a:gd name="csY0" fmla="*/ 18260 h 32795"/>
                  <a:gd name="csX1" fmla="*/ 26206 w 25639"/>
                  <a:gd name="csY1" fmla="*/ 5961 h 32795"/>
                  <a:gd name="csX2" fmla="*/ 18004 w 25639"/>
                  <a:gd name="csY2" fmla="*/ 9039 h 32795"/>
                  <a:gd name="csX3" fmla="*/ 16978 w 25639"/>
                  <a:gd name="csY3" fmla="*/ 3908 h 32795"/>
                  <a:gd name="csX4" fmla="*/ 11847 w 25639"/>
                  <a:gd name="csY4" fmla="*/ 837 h 32795"/>
                  <a:gd name="csX5" fmla="*/ 1593 w 25639"/>
                  <a:gd name="csY5" fmla="*/ 2882 h 32795"/>
                  <a:gd name="csX6" fmla="*/ 567 w 25639"/>
                  <a:gd name="csY6" fmla="*/ 18260 h 32795"/>
                  <a:gd name="csX7" fmla="*/ 8776 w 25639"/>
                  <a:gd name="csY7" fmla="*/ 33632 h 32795"/>
                  <a:gd name="csX8" fmla="*/ 22102 w 25639"/>
                  <a:gd name="csY8" fmla="*/ 32606 h 32795"/>
                  <a:gd name="csX9" fmla="*/ 24154 w 25639"/>
                  <a:gd name="csY9" fmla="*/ 18260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639" h="32795">
                    <a:moveTo>
                      <a:pt x="24154" y="18260"/>
                    </a:moveTo>
                    <a:lnTo>
                      <a:pt x="26206" y="5961"/>
                    </a:lnTo>
                    <a:lnTo>
                      <a:pt x="18004" y="9039"/>
                    </a:lnTo>
                    <a:lnTo>
                      <a:pt x="16978" y="3908"/>
                    </a:lnTo>
                    <a:lnTo>
                      <a:pt x="11847" y="837"/>
                    </a:lnTo>
                    <a:lnTo>
                      <a:pt x="1593" y="2882"/>
                    </a:lnTo>
                    <a:lnTo>
                      <a:pt x="567" y="18260"/>
                    </a:lnTo>
                    <a:lnTo>
                      <a:pt x="8776" y="33632"/>
                    </a:lnTo>
                    <a:lnTo>
                      <a:pt x="22102" y="32606"/>
                    </a:lnTo>
                    <a:lnTo>
                      <a:pt x="24154" y="182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7" name="Forme libre : forme 1155">
                <a:extLst>
                  <a:ext uri="{FF2B5EF4-FFF2-40B4-BE49-F238E27FC236}">
                    <a16:creationId xmlns:a16="http://schemas.microsoft.com/office/drawing/2014/main" id="{08969A4E-14BA-5A84-8B41-560881E95F18}"/>
                  </a:ext>
                </a:extLst>
              </p:cNvPr>
              <p:cNvSpPr/>
              <p:nvPr/>
            </p:nvSpPr>
            <p:spPr>
              <a:xfrm>
                <a:off x="2719311" y="3183270"/>
                <a:ext cx="27685" cy="49199"/>
              </a:xfrm>
              <a:custGeom>
                <a:avLst/>
                <a:gdLst>
                  <a:gd name="csX0" fmla="*/ 25170 w 27685"/>
                  <a:gd name="csY0" fmla="*/ 49992 h 49199"/>
                  <a:gd name="csX1" fmla="*/ 28248 w 27685"/>
                  <a:gd name="csY1" fmla="*/ 46920 h 49199"/>
                  <a:gd name="csX2" fmla="*/ 19020 w 27685"/>
                  <a:gd name="csY2" fmla="*/ 19242 h 49199"/>
                  <a:gd name="csX3" fmla="*/ 5687 w 27685"/>
                  <a:gd name="csY3" fmla="*/ 792 h 49199"/>
                  <a:gd name="csX4" fmla="*/ 563 w 27685"/>
                  <a:gd name="csY4" fmla="*/ 792 h 49199"/>
                  <a:gd name="csX5" fmla="*/ 2608 w 27685"/>
                  <a:gd name="csY5" fmla="*/ 24366 h 49199"/>
                  <a:gd name="csX6" fmla="*/ 25170 w 27685"/>
                  <a:gd name="csY6" fmla="*/ 49992 h 491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49199">
                    <a:moveTo>
                      <a:pt x="25170" y="49992"/>
                    </a:moveTo>
                    <a:lnTo>
                      <a:pt x="28248" y="46920"/>
                    </a:lnTo>
                    <a:lnTo>
                      <a:pt x="19020" y="19242"/>
                    </a:lnTo>
                    <a:lnTo>
                      <a:pt x="5687" y="792"/>
                    </a:lnTo>
                    <a:lnTo>
                      <a:pt x="563" y="792"/>
                    </a:lnTo>
                    <a:lnTo>
                      <a:pt x="2608" y="24366"/>
                    </a:lnTo>
                    <a:lnTo>
                      <a:pt x="25170" y="499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8" name="Forme libre : forme 1156">
                <a:extLst>
                  <a:ext uri="{FF2B5EF4-FFF2-40B4-BE49-F238E27FC236}">
                    <a16:creationId xmlns:a16="http://schemas.microsoft.com/office/drawing/2014/main" id="{347386ED-CB78-9891-BFA6-A1371AF81C65}"/>
                  </a:ext>
                </a:extLst>
              </p:cNvPr>
              <p:cNvSpPr/>
              <p:nvPr/>
            </p:nvSpPr>
            <p:spPr>
              <a:xfrm rot="-7296747" flipV="1">
                <a:off x="2718485" y="3224245"/>
                <a:ext cx="17389" cy="5110"/>
              </a:xfrm>
              <a:custGeom>
                <a:avLst/>
                <a:gdLst>
                  <a:gd name="csX0" fmla="*/ 1024 w 17389"/>
                  <a:gd name="csY0" fmla="*/ 806 h 5110"/>
                  <a:gd name="csX1" fmla="*/ 16669 w 17389"/>
                  <a:gd name="csY1" fmla="*/ 806 h 5110"/>
                  <a:gd name="csX2" fmla="*/ 17948 w 17389"/>
                  <a:gd name="csY2" fmla="*/ 4843 h 5110"/>
                  <a:gd name="csX3" fmla="*/ 558 w 17389"/>
                  <a:gd name="csY3" fmla="*/ 5917 h 5110"/>
                  <a:gd name="csX4" fmla="*/ 1024 w 17389"/>
                  <a:gd name="csY4" fmla="*/ 806 h 5110"/>
                </a:gdLst>
                <a:ahLst/>
                <a:cxnLst>
                  <a:cxn ang="0">
                    <a:pos x="csX0" y="csY0"/>
                  </a:cxn>
                  <a:cxn ang="0">
                    <a:pos x="csX1" y="csY1"/>
                  </a:cxn>
                  <a:cxn ang="0">
                    <a:pos x="csX2" y="csY2"/>
                  </a:cxn>
                  <a:cxn ang="0">
                    <a:pos x="csX3" y="csY3"/>
                  </a:cxn>
                  <a:cxn ang="0">
                    <a:pos x="csX4" y="csY4"/>
                  </a:cxn>
                </a:cxnLst>
                <a:rect l="l" t="t" r="r" b="b"/>
                <a:pathLst>
                  <a:path w="17389" h="5110">
                    <a:moveTo>
                      <a:pt x="1024" y="806"/>
                    </a:moveTo>
                    <a:lnTo>
                      <a:pt x="16669" y="806"/>
                    </a:lnTo>
                    <a:lnTo>
                      <a:pt x="17948" y="4843"/>
                    </a:lnTo>
                    <a:lnTo>
                      <a:pt x="558" y="5917"/>
                    </a:lnTo>
                    <a:lnTo>
                      <a:pt x="1024"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79" name="Forme libre : forme 1157">
                <a:extLst>
                  <a:ext uri="{FF2B5EF4-FFF2-40B4-BE49-F238E27FC236}">
                    <a16:creationId xmlns:a16="http://schemas.microsoft.com/office/drawing/2014/main" id="{5AD7A1E3-CFA7-B5EE-3DB8-7B7F63350957}"/>
                  </a:ext>
                </a:extLst>
              </p:cNvPr>
              <p:cNvSpPr/>
              <p:nvPr/>
            </p:nvSpPr>
            <p:spPr>
              <a:xfrm>
                <a:off x="2698795" y="3154579"/>
                <a:ext cx="7182" cy="30749"/>
              </a:xfrm>
              <a:custGeom>
                <a:avLst/>
                <a:gdLst>
                  <a:gd name="csX0" fmla="*/ 3621 w 7182"/>
                  <a:gd name="csY0" fmla="*/ 775 h 30749"/>
                  <a:gd name="csX1" fmla="*/ 542 w 7182"/>
                  <a:gd name="csY1" fmla="*/ 4872 h 30749"/>
                  <a:gd name="csX2" fmla="*/ 3621 w 7182"/>
                  <a:gd name="csY2" fmla="*/ 29472 h 30749"/>
                  <a:gd name="csX3" fmla="*/ 7725 w 7182"/>
                  <a:gd name="csY3" fmla="*/ 31525 h 30749"/>
                  <a:gd name="csX4" fmla="*/ 6699 w 7182"/>
                  <a:gd name="csY4" fmla="*/ 4872 h 30749"/>
                  <a:gd name="csX5" fmla="*/ 3621 w 7182"/>
                  <a:gd name="csY5" fmla="*/ 775 h 30749"/>
                </a:gdLst>
                <a:ahLst/>
                <a:cxnLst>
                  <a:cxn ang="0">
                    <a:pos x="csX0" y="csY0"/>
                  </a:cxn>
                  <a:cxn ang="0">
                    <a:pos x="csX1" y="csY1"/>
                  </a:cxn>
                  <a:cxn ang="0">
                    <a:pos x="csX2" y="csY2"/>
                  </a:cxn>
                  <a:cxn ang="0">
                    <a:pos x="csX3" y="csY3"/>
                  </a:cxn>
                  <a:cxn ang="0">
                    <a:pos x="csX4" y="csY4"/>
                  </a:cxn>
                  <a:cxn ang="0">
                    <a:pos x="csX5" y="csY5"/>
                  </a:cxn>
                </a:cxnLst>
                <a:rect l="l" t="t" r="r" b="b"/>
                <a:pathLst>
                  <a:path w="7182" h="30749">
                    <a:moveTo>
                      <a:pt x="3621" y="775"/>
                    </a:moveTo>
                    <a:lnTo>
                      <a:pt x="542" y="4872"/>
                    </a:lnTo>
                    <a:lnTo>
                      <a:pt x="3621" y="29472"/>
                    </a:lnTo>
                    <a:lnTo>
                      <a:pt x="7725" y="31525"/>
                    </a:lnTo>
                    <a:lnTo>
                      <a:pt x="6699" y="4872"/>
                    </a:lnTo>
                    <a:lnTo>
                      <a:pt x="3621" y="7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0" name="Forme libre : forme 1158">
                <a:extLst>
                  <a:ext uri="{FF2B5EF4-FFF2-40B4-BE49-F238E27FC236}">
                    <a16:creationId xmlns:a16="http://schemas.microsoft.com/office/drawing/2014/main" id="{B139BFB3-49F0-7350-741F-00B80533773B}"/>
                  </a:ext>
                </a:extLst>
              </p:cNvPr>
              <p:cNvSpPr/>
              <p:nvPr/>
            </p:nvSpPr>
            <p:spPr>
              <a:xfrm>
                <a:off x="2680346" y="3148429"/>
                <a:ext cx="11280" cy="28697"/>
              </a:xfrm>
              <a:custGeom>
                <a:avLst/>
                <a:gdLst>
                  <a:gd name="csX0" fmla="*/ 6683 w 11280"/>
                  <a:gd name="csY0" fmla="*/ 770 h 28697"/>
                  <a:gd name="csX1" fmla="*/ 533 w 11280"/>
                  <a:gd name="csY1" fmla="*/ 14096 h 28697"/>
                  <a:gd name="csX2" fmla="*/ 7709 w 11280"/>
                  <a:gd name="csY2" fmla="*/ 29468 h 28697"/>
                  <a:gd name="csX3" fmla="*/ 11813 w 11280"/>
                  <a:gd name="csY3" fmla="*/ 27416 h 28697"/>
                  <a:gd name="csX4" fmla="*/ 10787 w 11280"/>
                  <a:gd name="csY4" fmla="*/ 12044 h 28697"/>
                  <a:gd name="csX5" fmla="*/ 6683 w 11280"/>
                  <a:gd name="csY5" fmla="*/ 770 h 28697"/>
                </a:gdLst>
                <a:ahLst/>
                <a:cxnLst>
                  <a:cxn ang="0">
                    <a:pos x="csX0" y="csY0"/>
                  </a:cxn>
                  <a:cxn ang="0">
                    <a:pos x="csX1" y="csY1"/>
                  </a:cxn>
                  <a:cxn ang="0">
                    <a:pos x="csX2" y="csY2"/>
                  </a:cxn>
                  <a:cxn ang="0">
                    <a:pos x="csX3" y="csY3"/>
                  </a:cxn>
                  <a:cxn ang="0">
                    <a:pos x="csX4" y="csY4"/>
                  </a:cxn>
                  <a:cxn ang="0">
                    <a:pos x="csX5" y="csY5"/>
                  </a:cxn>
                </a:cxnLst>
                <a:rect l="l" t="t" r="r" b="b"/>
                <a:pathLst>
                  <a:path w="11280" h="28697">
                    <a:moveTo>
                      <a:pt x="6683" y="770"/>
                    </a:moveTo>
                    <a:lnTo>
                      <a:pt x="533" y="14096"/>
                    </a:lnTo>
                    <a:lnTo>
                      <a:pt x="7709" y="29468"/>
                    </a:lnTo>
                    <a:lnTo>
                      <a:pt x="11813" y="27416"/>
                    </a:lnTo>
                    <a:lnTo>
                      <a:pt x="10787" y="12044"/>
                    </a:lnTo>
                    <a:lnTo>
                      <a:pt x="6683" y="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1" name="Forme libre : forme 1159">
                <a:extLst>
                  <a:ext uri="{FF2B5EF4-FFF2-40B4-BE49-F238E27FC236}">
                    <a16:creationId xmlns:a16="http://schemas.microsoft.com/office/drawing/2014/main" id="{C8824850-66E8-2C84-121C-A7D66E99B65E}"/>
                  </a:ext>
                </a:extLst>
              </p:cNvPr>
              <p:cNvSpPr/>
              <p:nvPr/>
            </p:nvSpPr>
            <p:spPr>
              <a:xfrm>
                <a:off x="2693672" y="3105379"/>
                <a:ext cx="12306" cy="39971"/>
              </a:xfrm>
              <a:custGeom>
                <a:avLst/>
                <a:gdLst>
                  <a:gd name="csX0" fmla="*/ 1566 w 12306"/>
                  <a:gd name="csY0" fmla="*/ 748 h 39971"/>
                  <a:gd name="csX1" fmla="*/ 540 w 12306"/>
                  <a:gd name="csY1" fmla="*/ 5872 h 39971"/>
                  <a:gd name="csX2" fmla="*/ 540 w 12306"/>
                  <a:gd name="csY2" fmla="*/ 39694 h 39971"/>
                  <a:gd name="csX3" fmla="*/ 6690 w 12306"/>
                  <a:gd name="csY3" fmla="*/ 40720 h 39971"/>
                  <a:gd name="csX4" fmla="*/ 12847 w 12306"/>
                  <a:gd name="csY4" fmla="*/ 35596 h 39971"/>
                  <a:gd name="csX5" fmla="*/ 11821 w 12306"/>
                  <a:gd name="csY5" fmla="*/ 12022 h 39971"/>
                  <a:gd name="csX6" fmla="*/ 1566 w 12306"/>
                  <a:gd name="csY6" fmla="*/ 748 h 399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39971">
                    <a:moveTo>
                      <a:pt x="1566" y="748"/>
                    </a:moveTo>
                    <a:lnTo>
                      <a:pt x="540" y="5872"/>
                    </a:lnTo>
                    <a:lnTo>
                      <a:pt x="540" y="39694"/>
                    </a:lnTo>
                    <a:lnTo>
                      <a:pt x="6690" y="40720"/>
                    </a:lnTo>
                    <a:lnTo>
                      <a:pt x="12847" y="35596"/>
                    </a:lnTo>
                    <a:lnTo>
                      <a:pt x="11821" y="12022"/>
                    </a:lnTo>
                    <a:lnTo>
                      <a:pt x="1566" y="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2" name="Forme libre : forme 1160">
                <a:extLst>
                  <a:ext uri="{FF2B5EF4-FFF2-40B4-BE49-F238E27FC236}">
                    <a16:creationId xmlns:a16="http://schemas.microsoft.com/office/drawing/2014/main" id="{25D3153F-3CAB-277F-D1AF-E28C4EBF8C83}"/>
                  </a:ext>
                </a:extLst>
              </p:cNvPr>
              <p:cNvSpPr/>
              <p:nvPr/>
            </p:nvSpPr>
            <p:spPr>
              <a:xfrm>
                <a:off x="2650608" y="3099229"/>
                <a:ext cx="34861" cy="34847"/>
              </a:xfrm>
              <a:custGeom>
                <a:avLst/>
                <a:gdLst>
                  <a:gd name="csX0" fmla="*/ 20005 w 34861"/>
                  <a:gd name="csY0" fmla="*/ 18164 h 34847"/>
                  <a:gd name="csX1" fmla="*/ 30259 w 34861"/>
                  <a:gd name="csY1" fmla="*/ 28412 h 34847"/>
                  <a:gd name="csX2" fmla="*/ 34364 w 34861"/>
                  <a:gd name="csY2" fmla="*/ 25340 h 34847"/>
                  <a:gd name="csX3" fmla="*/ 26155 w 34861"/>
                  <a:gd name="csY3" fmla="*/ 16112 h 34847"/>
                  <a:gd name="csX4" fmla="*/ 26155 w 34861"/>
                  <a:gd name="csY4" fmla="*/ 10988 h 34847"/>
                  <a:gd name="csX5" fmla="*/ 35383 w 34861"/>
                  <a:gd name="csY5" fmla="*/ 13040 h 34847"/>
                  <a:gd name="csX6" fmla="*/ 35383 w 34861"/>
                  <a:gd name="csY6" fmla="*/ 8942 h 34847"/>
                  <a:gd name="csX7" fmla="*/ 27181 w 34861"/>
                  <a:gd name="csY7" fmla="*/ 4838 h 34847"/>
                  <a:gd name="csX8" fmla="*/ 17952 w 34861"/>
                  <a:gd name="csY8" fmla="*/ 740 h 34847"/>
                  <a:gd name="csX9" fmla="*/ 522 w 34861"/>
                  <a:gd name="csY9" fmla="*/ 6890 h 34847"/>
                  <a:gd name="csX10" fmla="*/ 522 w 34861"/>
                  <a:gd name="csY10" fmla="*/ 13040 h 34847"/>
                  <a:gd name="csX11" fmla="*/ 8724 w 34861"/>
                  <a:gd name="csY11" fmla="*/ 24314 h 34847"/>
                  <a:gd name="csX12" fmla="*/ 14874 w 34861"/>
                  <a:gd name="csY12" fmla="*/ 34562 h 34847"/>
                  <a:gd name="csX13" fmla="*/ 21031 w 34861"/>
                  <a:gd name="csY13" fmla="*/ 35588 h 34847"/>
                  <a:gd name="csX14" fmla="*/ 16926 w 34861"/>
                  <a:gd name="csY14" fmla="*/ 21242 h 34847"/>
                  <a:gd name="csX15" fmla="*/ 20005 w 34861"/>
                  <a:gd name="csY15" fmla="*/ 18164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861" h="34847">
                    <a:moveTo>
                      <a:pt x="20005" y="18164"/>
                    </a:moveTo>
                    <a:lnTo>
                      <a:pt x="30259" y="28412"/>
                    </a:lnTo>
                    <a:lnTo>
                      <a:pt x="34364" y="25340"/>
                    </a:lnTo>
                    <a:lnTo>
                      <a:pt x="26155" y="16112"/>
                    </a:lnTo>
                    <a:lnTo>
                      <a:pt x="26155" y="10988"/>
                    </a:lnTo>
                    <a:lnTo>
                      <a:pt x="35383" y="13040"/>
                    </a:lnTo>
                    <a:lnTo>
                      <a:pt x="35383" y="8942"/>
                    </a:lnTo>
                    <a:lnTo>
                      <a:pt x="27181" y="4838"/>
                    </a:lnTo>
                    <a:lnTo>
                      <a:pt x="17952" y="740"/>
                    </a:lnTo>
                    <a:lnTo>
                      <a:pt x="522" y="6890"/>
                    </a:lnTo>
                    <a:lnTo>
                      <a:pt x="522" y="13040"/>
                    </a:lnTo>
                    <a:lnTo>
                      <a:pt x="8724" y="24314"/>
                    </a:lnTo>
                    <a:lnTo>
                      <a:pt x="14874" y="34562"/>
                    </a:lnTo>
                    <a:lnTo>
                      <a:pt x="21031" y="35588"/>
                    </a:lnTo>
                    <a:lnTo>
                      <a:pt x="16926" y="21242"/>
                    </a:lnTo>
                    <a:lnTo>
                      <a:pt x="20005" y="181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3" name="Forme libre : forme 1161">
                <a:extLst>
                  <a:ext uri="{FF2B5EF4-FFF2-40B4-BE49-F238E27FC236}">
                    <a16:creationId xmlns:a16="http://schemas.microsoft.com/office/drawing/2014/main" id="{5D378C2D-23B0-E65D-6440-8FCD42A1F3E0}"/>
                  </a:ext>
                </a:extLst>
              </p:cNvPr>
              <p:cNvSpPr/>
              <p:nvPr/>
            </p:nvSpPr>
            <p:spPr>
              <a:xfrm>
                <a:off x="2708031" y="3149455"/>
                <a:ext cx="20509" cy="18443"/>
              </a:xfrm>
              <a:custGeom>
                <a:avLst/>
                <a:gdLst>
                  <a:gd name="csX0" fmla="*/ 11833 w 20509"/>
                  <a:gd name="csY0" fmla="*/ 11013 h 18443"/>
                  <a:gd name="csX1" fmla="*/ 20035 w 20509"/>
                  <a:gd name="csY1" fmla="*/ 15111 h 18443"/>
                  <a:gd name="csX2" fmla="*/ 21061 w 20509"/>
                  <a:gd name="csY2" fmla="*/ 12039 h 18443"/>
                  <a:gd name="csX3" fmla="*/ 13885 w 20509"/>
                  <a:gd name="csY3" fmla="*/ 5889 h 18443"/>
                  <a:gd name="csX4" fmla="*/ 3631 w 20509"/>
                  <a:gd name="csY4" fmla="*/ 766 h 18443"/>
                  <a:gd name="csX5" fmla="*/ 552 w 20509"/>
                  <a:gd name="csY5" fmla="*/ 5889 h 18443"/>
                  <a:gd name="csX6" fmla="*/ 6709 w 20509"/>
                  <a:gd name="csY6" fmla="*/ 19209 h 18443"/>
                  <a:gd name="csX7" fmla="*/ 13885 w 20509"/>
                  <a:gd name="csY7" fmla="*/ 17163 h 18443"/>
                  <a:gd name="csX8" fmla="*/ 11833 w 20509"/>
                  <a:gd name="csY8" fmla="*/ 11013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509" h="18443">
                    <a:moveTo>
                      <a:pt x="11833" y="11013"/>
                    </a:moveTo>
                    <a:lnTo>
                      <a:pt x="20035" y="15111"/>
                    </a:lnTo>
                    <a:lnTo>
                      <a:pt x="21061" y="12039"/>
                    </a:lnTo>
                    <a:lnTo>
                      <a:pt x="13885" y="5889"/>
                    </a:lnTo>
                    <a:lnTo>
                      <a:pt x="3631" y="766"/>
                    </a:lnTo>
                    <a:lnTo>
                      <a:pt x="552" y="5889"/>
                    </a:lnTo>
                    <a:lnTo>
                      <a:pt x="6709" y="19209"/>
                    </a:lnTo>
                    <a:lnTo>
                      <a:pt x="13885" y="17163"/>
                    </a:lnTo>
                    <a:lnTo>
                      <a:pt x="11833" y="11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4" name="Forme libre : forme 1162">
                <a:extLst>
                  <a:ext uri="{FF2B5EF4-FFF2-40B4-BE49-F238E27FC236}">
                    <a16:creationId xmlns:a16="http://schemas.microsoft.com/office/drawing/2014/main" id="{6EBF2EE7-973C-1344-4B26-563000E8AB4A}"/>
                  </a:ext>
                </a:extLst>
              </p:cNvPr>
              <p:cNvSpPr/>
              <p:nvPr/>
            </p:nvSpPr>
            <p:spPr>
              <a:xfrm>
                <a:off x="2742639" y="3294736"/>
                <a:ext cx="12306" cy="5376"/>
              </a:xfrm>
              <a:custGeom>
                <a:avLst/>
                <a:gdLst>
                  <a:gd name="csX0" fmla="*/ 12878 w 12306"/>
                  <a:gd name="csY0" fmla="*/ 5461 h 5376"/>
                  <a:gd name="csX1" fmla="*/ 12878 w 12306"/>
                  <a:gd name="csY1" fmla="*/ 1616 h 5376"/>
                  <a:gd name="csX2" fmla="*/ 5189 w 12306"/>
                  <a:gd name="csY2" fmla="*/ 850 h 5376"/>
                  <a:gd name="csX3" fmla="*/ 572 w 12306"/>
                  <a:gd name="csY3" fmla="*/ 3921 h 5376"/>
                  <a:gd name="csX4" fmla="*/ 4416 w 12306"/>
                  <a:gd name="csY4" fmla="*/ 6227 h 5376"/>
                  <a:gd name="csX5" fmla="*/ 12878 w 12306"/>
                  <a:gd name="csY5" fmla="*/ 5461 h 5376"/>
                </a:gdLst>
                <a:ahLst/>
                <a:cxnLst>
                  <a:cxn ang="0">
                    <a:pos x="csX0" y="csY0"/>
                  </a:cxn>
                  <a:cxn ang="0">
                    <a:pos x="csX1" y="csY1"/>
                  </a:cxn>
                  <a:cxn ang="0">
                    <a:pos x="csX2" y="csY2"/>
                  </a:cxn>
                  <a:cxn ang="0">
                    <a:pos x="csX3" y="csY3"/>
                  </a:cxn>
                  <a:cxn ang="0">
                    <a:pos x="csX4" y="csY4"/>
                  </a:cxn>
                  <a:cxn ang="0">
                    <a:pos x="csX5" y="csY5"/>
                  </a:cxn>
                </a:cxnLst>
                <a:rect l="l" t="t" r="r" b="b"/>
                <a:pathLst>
                  <a:path w="12306" h="5376">
                    <a:moveTo>
                      <a:pt x="12878" y="5461"/>
                    </a:moveTo>
                    <a:lnTo>
                      <a:pt x="12878" y="1616"/>
                    </a:lnTo>
                    <a:lnTo>
                      <a:pt x="5189" y="850"/>
                    </a:lnTo>
                    <a:lnTo>
                      <a:pt x="572" y="3921"/>
                    </a:lnTo>
                    <a:lnTo>
                      <a:pt x="4416" y="6227"/>
                    </a:lnTo>
                    <a:lnTo>
                      <a:pt x="12878" y="54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5" name="Forme libre : forme 1163">
                <a:extLst>
                  <a:ext uri="{FF2B5EF4-FFF2-40B4-BE49-F238E27FC236}">
                    <a16:creationId xmlns:a16="http://schemas.microsoft.com/office/drawing/2014/main" id="{CFA745D6-BA61-D172-03D6-C7631F94C775}"/>
                  </a:ext>
                </a:extLst>
              </p:cNvPr>
              <p:cNvSpPr/>
              <p:nvPr/>
            </p:nvSpPr>
            <p:spPr>
              <a:xfrm>
                <a:off x="2746484" y="3307802"/>
                <a:ext cx="13846" cy="4610"/>
              </a:xfrm>
              <a:custGeom>
                <a:avLst/>
                <a:gdLst>
                  <a:gd name="csX0" fmla="*/ 14421 w 13846"/>
                  <a:gd name="csY0" fmla="*/ 858 h 4610"/>
                  <a:gd name="csX1" fmla="*/ 4419 w 13846"/>
                  <a:gd name="csY1" fmla="*/ 858 h 4610"/>
                  <a:gd name="csX2" fmla="*/ 575 w 13846"/>
                  <a:gd name="csY2" fmla="*/ 3164 h 4610"/>
                  <a:gd name="csX3" fmla="*/ 4419 w 13846"/>
                  <a:gd name="csY3" fmla="*/ 5469 h 4610"/>
                  <a:gd name="csX4" fmla="*/ 14421 w 13846"/>
                  <a:gd name="csY4" fmla="*/ 4703 h 4610"/>
                  <a:gd name="csX5" fmla="*/ 14421 w 13846"/>
                  <a:gd name="csY5" fmla="*/ 858 h 4610"/>
                </a:gdLst>
                <a:ahLst/>
                <a:cxnLst>
                  <a:cxn ang="0">
                    <a:pos x="csX0" y="csY0"/>
                  </a:cxn>
                  <a:cxn ang="0">
                    <a:pos x="csX1" y="csY1"/>
                  </a:cxn>
                  <a:cxn ang="0">
                    <a:pos x="csX2" y="csY2"/>
                  </a:cxn>
                  <a:cxn ang="0">
                    <a:pos x="csX3" y="csY3"/>
                  </a:cxn>
                  <a:cxn ang="0">
                    <a:pos x="csX4" y="csY4"/>
                  </a:cxn>
                  <a:cxn ang="0">
                    <a:pos x="csX5" y="csY5"/>
                  </a:cxn>
                </a:cxnLst>
                <a:rect l="l" t="t" r="r" b="b"/>
                <a:pathLst>
                  <a:path w="13846" h="4610">
                    <a:moveTo>
                      <a:pt x="14421" y="858"/>
                    </a:moveTo>
                    <a:lnTo>
                      <a:pt x="4419" y="858"/>
                    </a:lnTo>
                    <a:lnTo>
                      <a:pt x="575" y="3164"/>
                    </a:lnTo>
                    <a:lnTo>
                      <a:pt x="4419" y="5469"/>
                    </a:lnTo>
                    <a:lnTo>
                      <a:pt x="14421" y="4703"/>
                    </a:lnTo>
                    <a:lnTo>
                      <a:pt x="14421" y="8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6" name="Forme libre : forme 1164">
                <a:extLst>
                  <a:ext uri="{FF2B5EF4-FFF2-40B4-BE49-F238E27FC236}">
                    <a16:creationId xmlns:a16="http://schemas.microsoft.com/office/drawing/2014/main" id="{510ECFB8-19CC-E1D1-5673-CE7CF76483AD}"/>
                  </a:ext>
                </a:extLst>
              </p:cNvPr>
              <p:cNvSpPr/>
              <p:nvPr/>
            </p:nvSpPr>
            <p:spPr>
              <a:xfrm>
                <a:off x="2760323" y="3320102"/>
                <a:ext cx="9228" cy="8455"/>
              </a:xfrm>
              <a:custGeom>
                <a:avLst/>
                <a:gdLst>
                  <a:gd name="csX0" fmla="*/ 580 w 9228"/>
                  <a:gd name="csY0" fmla="*/ 867 h 8455"/>
                  <a:gd name="csX1" fmla="*/ 1346 w 9228"/>
                  <a:gd name="csY1" fmla="*/ 6244 h 8455"/>
                  <a:gd name="csX2" fmla="*/ 8269 w 9228"/>
                  <a:gd name="csY2" fmla="*/ 9323 h 8455"/>
                  <a:gd name="csX3" fmla="*/ 9808 w 9228"/>
                  <a:gd name="csY3" fmla="*/ 6244 h 8455"/>
                  <a:gd name="csX4" fmla="*/ 5198 w 9228"/>
                  <a:gd name="csY4" fmla="*/ 2406 h 8455"/>
                  <a:gd name="csX5" fmla="*/ 580 w 9228"/>
                  <a:gd name="csY5" fmla="*/ 867 h 8455"/>
                </a:gdLst>
                <a:ahLst/>
                <a:cxnLst>
                  <a:cxn ang="0">
                    <a:pos x="csX0" y="csY0"/>
                  </a:cxn>
                  <a:cxn ang="0">
                    <a:pos x="csX1" y="csY1"/>
                  </a:cxn>
                  <a:cxn ang="0">
                    <a:pos x="csX2" y="csY2"/>
                  </a:cxn>
                  <a:cxn ang="0">
                    <a:pos x="csX3" y="csY3"/>
                  </a:cxn>
                  <a:cxn ang="0">
                    <a:pos x="csX4" y="csY4"/>
                  </a:cxn>
                  <a:cxn ang="0">
                    <a:pos x="csX5" y="csY5"/>
                  </a:cxn>
                </a:cxnLst>
                <a:rect l="l" t="t" r="r" b="b"/>
                <a:pathLst>
                  <a:path w="9228" h="8455">
                    <a:moveTo>
                      <a:pt x="580" y="867"/>
                    </a:moveTo>
                    <a:lnTo>
                      <a:pt x="1346" y="6244"/>
                    </a:lnTo>
                    <a:lnTo>
                      <a:pt x="8269" y="9323"/>
                    </a:lnTo>
                    <a:lnTo>
                      <a:pt x="9808" y="6244"/>
                    </a:lnTo>
                    <a:lnTo>
                      <a:pt x="5198" y="2406"/>
                    </a:lnTo>
                    <a:lnTo>
                      <a:pt x="580" y="8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7" name="Forme libre : forme 1165">
                <a:extLst>
                  <a:ext uri="{FF2B5EF4-FFF2-40B4-BE49-F238E27FC236}">
                    <a16:creationId xmlns:a16="http://schemas.microsoft.com/office/drawing/2014/main" id="{3719DE88-8848-BC09-E331-5CBFEE07702F}"/>
                  </a:ext>
                </a:extLst>
              </p:cNvPr>
              <p:cNvSpPr/>
              <p:nvPr/>
            </p:nvSpPr>
            <p:spPr>
              <a:xfrm>
                <a:off x="2774176" y="3263219"/>
                <a:ext cx="8455" cy="6916"/>
              </a:xfrm>
              <a:custGeom>
                <a:avLst/>
                <a:gdLst>
                  <a:gd name="csX0" fmla="*/ 2894 w 8455"/>
                  <a:gd name="csY0" fmla="*/ 832 h 6916"/>
                  <a:gd name="csX1" fmla="*/ 588 w 8455"/>
                  <a:gd name="csY1" fmla="*/ 3910 h 6916"/>
                  <a:gd name="csX2" fmla="*/ 3660 w 8455"/>
                  <a:gd name="csY2" fmla="*/ 6216 h 6916"/>
                  <a:gd name="csX3" fmla="*/ 9044 w 8455"/>
                  <a:gd name="csY3" fmla="*/ 7748 h 6916"/>
                  <a:gd name="csX4" fmla="*/ 8278 w 8455"/>
                  <a:gd name="csY4" fmla="*/ 2371 h 6916"/>
                  <a:gd name="csX5" fmla="*/ 2894 w 8455"/>
                  <a:gd name="csY5" fmla="*/ 832 h 6916"/>
                </a:gdLst>
                <a:ahLst/>
                <a:cxnLst>
                  <a:cxn ang="0">
                    <a:pos x="csX0" y="csY0"/>
                  </a:cxn>
                  <a:cxn ang="0">
                    <a:pos x="csX1" y="csY1"/>
                  </a:cxn>
                  <a:cxn ang="0">
                    <a:pos x="csX2" y="csY2"/>
                  </a:cxn>
                  <a:cxn ang="0">
                    <a:pos x="csX3" y="csY3"/>
                  </a:cxn>
                  <a:cxn ang="0">
                    <a:pos x="csX4" y="csY4"/>
                  </a:cxn>
                  <a:cxn ang="0">
                    <a:pos x="csX5" y="csY5"/>
                  </a:cxn>
                </a:cxnLst>
                <a:rect l="l" t="t" r="r" b="b"/>
                <a:pathLst>
                  <a:path w="8455" h="6916">
                    <a:moveTo>
                      <a:pt x="2894" y="832"/>
                    </a:moveTo>
                    <a:lnTo>
                      <a:pt x="588" y="3910"/>
                    </a:lnTo>
                    <a:lnTo>
                      <a:pt x="3660" y="6216"/>
                    </a:lnTo>
                    <a:lnTo>
                      <a:pt x="9044" y="7748"/>
                    </a:lnTo>
                    <a:lnTo>
                      <a:pt x="8278" y="2371"/>
                    </a:lnTo>
                    <a:lnTo>
                      <a:pt x="2894" y="8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8" name="Forme libre : forme 1166">
                <a:extLst>
                  <a:ext uri="{FF2B5EF4-FFF2-40B4-BE49-F238E27FC236}">
                    <a16:creationId xmlns:a16="http://schemas.microsoft.com/office/drawing/2014/main" id="{1E38D20F-C763-FA00-85E3-8B11C7EAF328}"/>
                  </a:ext>
                </a:extLst>
              </p:cNvPr>
              <p:cNvSpPr/>
              <p:nvPr/>
            </p:nvSpPr>
            <p:spPr>
              <a:xfrm>
                <a:off x="2783397" y="3280896"/>
                <a:ext cx="14619" cy="9994"/>
              </a:xfrm>
              <a:custGeom>
                <a:avLst/>
                <a:gdLst>
                  <a:gd name="csX0" fmla="*/ 1368 w 14619"/>
                  <a:gd name="csY0" fmla="*/ 844 h 9994"/>
                  <a:gd name="csX1" fmla="*/ 595 w 14619"/>
                  <a:gd name="csY1" fmla="*/ 5455 h 9994"/>
                  <a:gd name="csX2" fmla="*/ 9831 w 14619"/>
                  <a:gd name="csY2" fmla="*/ 10838 h 9994"/>
                  <a:gd name="csX3" fmla="*/ 15214 w 14619"/>
                  <a:gd name="csY3" fmla="*/ 9299 h 9994"/>
                  <a:gd name="csX4" fmla="*/ 7525 w 14619"/>
                  <a:gd name="csY4" fmla="*/ 3922 h 9994"/>
                  <a:gd name="csX5" fmla="*/ 1368 w 14619"/>
                  <a:gd name="csY5" fmla="*/ 844 h 9994"/>
                </a:gdLst>
                <a:ahLst/>
                <a:cxnLst>
                  <a:cxn ang="0">
                    <a:pos x="csX0" y="csY0"/>
                  </a:cxn>
                  <a:cxn ang="0">
                    <a:pos x="csX1" y="csY1"/>
                  </a:cxn>
                  <a:cxn ang="0">
                    <a:pos x="csX2" y="csY2"/>
                  </a:cxn>
                  <a:cxn ang="0">
                    <a:pos x="csX3" y="csY3"/>
                  </a:cxn>
                  <a:cxn ang="0">
                    <a:pos x="csX4" y="csY4"/>
                  </a:cxn>
                  <a:cxn ang="0">
                    <a:pos x="csX5" y="csY5"/>
                  </a:cxn>
                </a:cxnLst>
                <a:rect l="l" t="t" r="r" b="b"/>
                <a:pathLst>
                  <a:path w="14619" h="9994">
                    <a:moveTo>
                      <a:pt x="1368" y="844"/>
                    </a:moveTo>
                    <a:lnTo>
                      <a:pt x="595" y="5455"/>
                    </a:lnTo>
                    <a:lnTo>
                      <a:pt x="9831" y="10838"/>
                    </a:lnTo>
                    <a:lnTo>
                      <a:pt x="15214" y="9299"/>
                    </a:lnTo>
                    <a:lnTo>
                      <a:pt x="7525" y="3922"/>
                    </a:lnTo>
                    <a:lnTo>
                      <a:pt x="1368" y="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89" name="Forme libre : forme 1167">
                <a:extLst>
                  <a:ext uri="{FF2B5EF4-FFF2-40B4-BE49-F238E27FC236}">
                    <a16:creationId xmlns:a16="http://schemas.microsoft.com/office/drawing/2014/main" id="{17ADEF7A-93AA-E5A1-7E23-09F1D764B0B9}"/>
                  </a:ext>
                </a:extLst>
              </p:cNvPr>
              <p:cNvSpPr/>
              <p:nvPr/>
            </p:nvSpPr>
            <p:spPr>
              <a:xfrm>
                <a:off x="1981997" y="3274480"/>
                <a:ext cx="22561" cy="17423"/>
              </a:xfrm>
              <a:custGeom>
                <a:avLst/>
                <a:gdLst>
                  <a:gd name="csX0" fmla="*/ 17542 w 22561"/>
                  <a:gd name="csY0" fmla="*/ 843 h 17423"/>
                  <a:gd name="csX1" fmla="*/ 1131 w 22561"/>
                  <a:gd name="csY1" fmla="*/ 14169 h 17423"/>
                  <a:gd name="csX2" fmla="*/ 111 w 22561"/>
                  <a:gd name="csY2" fmla="*/ 18267 h 17423"/>
                  <a:gd name="csX3" fmla="*/ 7288 w 22561"/>
                  <a:gd name="csY3" fmla="*/ 17240 h 17423"/>
                  <a:gd name="csX4" fmla="*/ 22673 w 22561"/>
                  <a:gd name="csY4" fmla="*/ 5967 h 17423"/>
                  <a:gd name="csX5" fmla="*/ 21647 w 22561"/>
                  <a:gd name="csY5" fmla="*/ 1869 h 17423"/>
                  <a:gd name="csX6" fmla="*/ 17542 w 22561"/>
                  <a:gd name="csY6" fmla="*/ 843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17542" y="843"/>
                    </a:moveTo>
                    <a:lnTo>
                      <a:pt x="1131" y="14169"/>
                    </a:lnTo>
                    <a:lnTo>
                      <a:pt x="111" y="18267"/>
                    </a:lnTo>
                    <a:lnTo>
                      <a:pt x="7288" y="17240"/>
                    </a:lnTo>
                    <a:lnTo>
                      <a:pt x="22673" y="5967"/>
                    </a:lnTo>
                    <a:lnTo>
                      <a:pt x="21647" y="1869"/>
                    </a:lnTo>
                    <a:lnTo>
                      <a:pt x="17542" y="8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0" name="Forme libre : forme 1168">
                <a:extLst>
                  <a:ext uri="{FF2B5EF4-FFF2-40B4-BE49-F238E27FC236}">
                    <a16:creationId xmlns:a16="http://schemas.microsoft.com/office/drawing/2014/main" id="{200CCD12-81FD-9B3B-6399-B93595C4591E}"/>
                  </a:ext>
                </a:extLst>
              </p:cNvPr>
              <p:cNvSpPr/>
              <p:nvPr/>
            </p:nvSpPr>
            <p:spPr>
              <a:xfrm>
                <a:off x="1949183" y="3286780"/>
                <a:ext cx="23580" cy="22547"/>
              </a:xfrm>
              <a:custGeom>
                <a:avLst/>
                <a:gdLst>
                  <a:gd name="csX0" fmla="*/ 7266 w 23580"/>
                  <a:gd name="csY0" fmla="*/ 3923 h 22547"/>
                  <a:gd name="csX1" fmla="*/ 6240 w 23580"/>
                  <a:gd name="csY1" fmla="*/ 11099 h 22547"/>
                  <a:gd name="csX2" fmla="*/ 90 w 23580"/>
                  <a:gd name="csY2" fmla="*/ 20321 h 22547"/>
                  <a:gd name="csX3" fmla="*/ 3162 w 23580"/>
                  <a:gd name="csY3" fmla="*/ 23399 h 22547"/>
                  <a:gd name="csX4" fmla="*/ 23671 w 23580"/>
                  <a:gd name="csY4" fmla="*/ 3923 h 22547"/>
                  <a:gd name="csX5" fmla="*/ 16495 w 23580"/>
                  <a:gd name="csY5" fmla="*/ 852 h 22547"/>
                  <a:gd name="csX6" fmla="*/ 7266 w 23580"/>
                  <a:gd name="csY6" fmla="*/ 3923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0" h="22547">
                    <a:moveTo>
                      <a:pt x="7266" y="3923"/>
                    </a:moveTo>
                    <a:lnTo>
                      <a:pt x="6240" y="11099"/>
                    </a:lnTo>
                    <a:lnTo>
                      <a:pt x="90" y="20321"/>
                    </a:lnTo>
                    <a:lnTo>
                      <a:pt x="3162" y="23399"/>
                    </a:lnTo>
                    <a:lnTo>
                      <a:pt x="23671" y="3923"/>
                    </a:lnTo>
                    <a:lnTo>
                      <a:pt x="16495" y="852"/>
                    </a:lnTo>
                    <a:lnTo>
                      <a:pt x="7266" y="39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1" name="Forme libre : forme 1169">
                <a:extLst>
                  <a:ext uri="{FF2B5EF4-FFF2-40B4-BE49-F238E27FC236}">
                    <a16:creationId xmlns:a16="http://schemas.microsoft.com/office/drawing/2014/main" id="{0DD2919E-7E70-B492-018D-ADE1A6FACB4C}"/>
                  </a:ext>
                </a:extLst>
              </p:cNvPr>
              <p:cNvSpPr/>
              <p:nvPr/>
            </p:nvSpPr>
            <p:spPr>
              <a:xfrm>
                <a:off x="1811764" y="3327770"/>
                <a:ext cx="24613" cy="16397"/>
              </a:xfrm>
              <a:custGeom>
                <a:avLst/>
                <a:gdLst>
                  <a:gd name="csX0" fmla="*/ 22570 w 24613"/>
                  <a:gd name="csY0" fmla="*/ 8050 h 16397"/>
                  <a:gd name="csX1" fmla="*/ 24623 w 24613"/>
                  <a:gd name="csY1" fmla="*/ 1900 h 16397"/>
                  <a:gd name="csX2" fmla="*/ 18466 w 24613"/>
                  <a:gd name="csY2" fmla="*/ 874 h 16397"/>
                  <a:gd name="csX3" fmla="*/ 16420 w 24613"/>
                  <a:gd name="csY3" fmla="*/ 3952 h 16397"/>
                  <a:gd name="csX4" fmla="*/ 2061 w 24613"/>
                  <a:gd name="csY4" fmla="*/ 11121 h 16397"/>
                  <a:gd name="csX5" fmla="*/ 9 w 24613"/>
                  <a:gd name="csY5" fmla="*/ 15226 h 16397"/>
                  <a:gd name="csX6" fmla="*/ 8211 w 24613"/>
                  <a:gd name="csY6" fmla="*/ 17271 h 16397"/>
                  <a:gd name="csX7" fmla="*/ 22570 w 24613"/>
                  <a:gd name="csY7" fmla="*/ 8050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2570" y="8050"/>
                    </a:moveTo>
                    <a:lnTo>
                      <a:pt x="24623" y="1900"/>
                    </a:lnTo>
                    <a:lnTo>
                      <a:pt x="18466" y="874"/>
                    </a:lnTo>
                    <a:lnTo>
                      <a:pt x="16420" y="3952"/>
                    </a:lnTo>
                    <a:lnTo>
                      <a:pt x="2061" y="11121"/>
                    </a:lnTo>
                    <a:lnTo>
                      <a:pt x="9" y="15226"/>
                    </a:lnTo>
                    <a:lnTo>
                      <a:pt x="8211" y="17271"/>
                    </a:lnTo>
                    <a:lnTo>
                      <a:pt x="22570" y="8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2" name="Forme libre : forme 1170">
                <a:extLst>
                  <a:ext uri="{FF2B5EF4-FFF2-40B4-BE49-F238E27FC236}">
                    <a16:creationId xmlns:a16="http://schemas.microsoft.com/office/drawing/2014/main" id="{D964F8DB-70B7-FCF9-DAAB-A3A1388F465B}"/>
                  </a:ext>
                </a:extLst>
              </p:cNvPr>
              <p:cNvSpPr/>
              <p:nvPr/>
            </p:nvSpPr>
            <p:spPr>
              <a:xfrm rot="-180894" flipV="1">
                <a:off x="1834182" y="3337729"/>
                <a:ext cx="19729" cy="4904"/>
              </a:xfrm>
              <a:custGeom>
                <a:avLst/>
                <a:gdLst>
                  <a:gd name="csX0" fmla="*/ 18 w 19729"/>
                  <a:gd name="csY0" fmla="*/ 876 h 4904"/>
                  <a:gd name="csX1" fmla="*/ 19529 w 19729"/>
                  <a:gd name="csY1" fmla="*/ 876 h 4904"/>
                  <a:gd name="csX2" fmla="*/ 19747 w 19729"/>
                  <a:gd name="csY2" fmla="*/ 4973 h 4904"/>
                  <a:gd name="csX3" fmla="*/ 4390 w 19729"/>
                  <a:gd name="csY3" fmla="*/ 5781 h 4904"/>
                  <a:gd name="csX4" fmla="*/ 18 w 19729"/>
                  <a:gd name="csY4" fmla="*/ 876 h 4904"/>
                </a:gdLst>
                <a:ahLst/>
                <a:cxnLst>
                  <a:cxn ang="0">
                    <a:pos x="csX0" y="csY0"/>
                  </a:cxn>
                  <a:cxn ang="0">
                    <a:pos x="csX1" y="csY1"/>
                  </a:cxn>
                  <a:cxn ang="0">
                    <a:pos x="csX2" y="csY2"/>
                  </a:cxn>
                  <a:cxn ang="0">
                    <a:pos x="csX3" y="csY3"/>
                  </a:cxn>
                  <a:cxn ang="0">
                    <a:pos x="csX4" y="csY4"/>
                  </a:cxn>
                </a:cxnLst>
                <a:rect l="l" t="t" r="r" b="b"/>
                <a:pathLst>
                  <a:path w="19729" h="4904">
                    <a:moveTo>
                      <a:pt x="18" y="876"/>
                    </a:moveTo>
                    <a:lnTo>
                      <a:pt x="19529" y="876"/>
                    </a:lnTo>
                    <a:lnTo>
                      <a:pt x="19747" y="4973"/>
                    </a:lnTo>
                    <a:lnTo>
                      <a:pt x="4390" y="5781"/>
                    </a:lnTo>
                    <a:lnTo>
                      <a:pt x="18" y="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3" name="Forme libre : forme 1171">
                <a:extLst>
                  <a:ext uri="{FF2B5EF4-FFF2-40B4-BE49-F238E27FC236}">
                    <a16:creationId xmlns:a16="http://schemas.microsoft.com/office/drawing/2014/main" id="{B49192D4-C683-0F06-AC58-7AAA9D62DB89}"/>
                  </a:ext>
                </a:extLst>
              </p:cNvPr>
              <p:cNvSpPr/>
              <p:nvPr/>
            </p:nvSpPr>
            <p:spPr>
              <a:xfrm>
                <a:off x="1978921" y="3015175"/>
                <a:ext cx="37946" cy="29723"/>
              </a:xfrm>
              <a:custGeom>
                <a:avLst/>
                <a:gdLst>
                  <a:gd name="csX0" fmla="*/ 23702 w 37946"/>
                  <a:gd name="csY0" fmla="*/ 689 h 29723"/>
                  <a:gd name="csX1" fmla="*/ 13447 w 37946"/>
                  <a:gd name="csY1" fmla="*/ 5813 h 29723"/>
                  <a:gd name="csX2" fmla="*/ 114 w 37946"/>
                  <a:gd name="csY2" fmla="*/ 8885 h 29723"/>
                  <a:gd name="csX3" fmla="*/ 1140 w 37946"/>
                  <a:gd name="csY3" fmla="*/ 17087 h 29723"/>
                  <a:gd name="csX4" fmla="*/ 9342 w 37946"/>
                  <a:gd name="csY4" fmla="*/ 19139 h 29723"/>
                  <a:gd name="csX5" fmla="*/ 21649 w 37946"/>
                  <a:gd name="csY5" fmla="*/ 30413 h 29723"/>
                  <a:gd name="csX6" fmla="*/ 29851 w 37946"/>
                  <a:gd name="csY6" fmla="*/ 25289 h 29723"/>
                  <a:gd name="csX7" fmla="*/ 38061 w 37946"/>
                  <a:gd name="csY7" fmla="*/ 22211 h 29723"/>
                  <a:gd name="csX8" fmla="*/ 37034 w 37946"/>
                  <a:gd name="csY8" fmla="*/ 7866 h 29723"/>
                  <a:gd name="csX9" fmla="*/ 23702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3702" y="689"/>
                    </a:moveTo>
                    <a:lnTo>
                      <a:pt x="13447" y="5813"/>
                    </a:lnTo>
                    <a:lnTo>
                      <a:pt x="114" y="8885"/>
                    </a:lnTo>
                    <a:lnTo>
                      <a:pt x="1140" y="17087"/>
                    </a:lnTo>
                    <a:lnTo>
                      <a:pt x="9342" y="19139"/>
                    </a:lnTo>
                    <a:lnTo>
                      <a:pt x="21649" y="30413"/>
                    </a:lnTo>
                    <a:lnTo>
                      <a:pt x="29851" y="25289"/>
                    </a:lnTo>
                    <a:lnTo>
                      <a:pt x="38061" y="22211"/>
                    </a:lnTo>
                    <a:lnTo>
                      <a:pt x="37034" y="7866"/>
                    </a:lnTo>
                    <a:lnTo>
                      <a:pt x="23702"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4" name="Forme libre : forme 1172">
                <a:extLst>
                  <a:ext uri="{FF2B5EF4-FFF2-40B4-BE49-F238E27FC236}">
                    <a16:creationId xmlns:a16="http://schemas.microsoft.com/office/drawing/2014/main" id="{004A6E44-8801-4398-202D-1CC33B9BF0D0}"/>
                  </a:ext>
                </a:extLst>
              </p:cNvPr>
              <p:cNvSpPr/>
              <p:nvPr/>
            </p:nvSpPr>
            <p:spPr>
              <a:xfrm>
                <a:off x="1877402" y="2866556"/>
                <a:ext cx="74860" cy="29723"/>
              </a:xfrm>
              <a:custGeom>
                <a:avLst/>
                <a:gdLst>
                  <a:gd name="csX0" fmla="*/ 74928 w 74860"/>
                  <a:gd name="csY0" fmla="*/ 16994 h 29723"/>
                  <a:gd name="csX1" fmla="*/ 61595 w 74860"/>
                  <a:gd name="csY1" fmla="*/ 14942 h 29723"/>
                  <a:gd name="csX2" fmla="*/ 42113 w 74860"/>
                  <a:gd name="csY2" fmla="*/ 2642 h 29723"/>
                  <a:gd name="csX3" fmla="*/ 19551 w 74860"/>
                  <a:gd name="csY3" fmla="*/ 2642 h 29723"/>
                  <a:gd name="csX4" fmla="*/ 3147 w 74860"/>
                  <a:gd name="csY4" fmla="*/ 597 h 29723"/>
                  <a:gd name="csX5" fmla="*/ 68 w 74860"/>
                  <a:gd name="csY5" fmla="*/ 10844 h 29723"/>
                  <a:gd name="csX6" fmla="*/ 6218 w 74860"/>
                  <a:gd name="csY6" fmla="*/ 21092 h 29723"/>
                  <a:gd name="csX7" fmla="*/ 25708 w 74860"/>
                  <a:gd name="csY7" fmla="*/ 15968 h 29723"/>
                  <a:gd name="csX8" fmla="*/ 49295 w 74860"/>
                  <a:gd name="csY8" fmla="*/ 30320 h 29723"/>
                  <a:gd name="csX9" fmla="*/ 58524 w 74860"/>
                  <a:gd name="csY9" fmla="*/ 26216 h 29723"/>
                  <a:gd name="csX10" fmla="*/ 72876 w 74860"/>
                  <a:gd name="csY10" fmla="*/ 22118 h 29723"/>
                  <a:gd name="csX11" fmla="*/ 74928 w 74860"/>
                  <a:gd name="csY11" fmla="*/ 16994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4928" y="16994"/>
                    </a:moveTo>
                    <a:lnTo>
                      <a:pt x="61595" y="14942"/>
                    </a:lnTo>
                    <a:lnTo>
                      <a:pt x="42113" y="2642"/>
                    </a:lnTo>
                    <a:lnTo>
                      <a:pt x="19551" y="2642"/>
                    </a:lnTo>
                    <a:lnTo>
                      <a:pt x="3147" y="597"/>
                    </a:lnTo>
                    <a:lnTo>
                      <a:pt x="68" y="10844"/>
                    </a:lnTo>
                    <a:lnTo>
                      <a:pt x="6218" y="21092"/>
                    </a:lnTo>
                    <a:lnTo>
                      <a:pt x="25708" y="15968"/>
                    </a:lnTo>
                    <a:lnTo>
                      <a:pt x="49295" y="30320"/>
                    </a:lnTo>
                    <a:lnTo>
                      <a:pt x="58524" y="26216"/>
                    </a:lnTo>
                    <a:lnTo>
                      <a:pt x="72876" y="22118"/>
                    </a:lnTo>
                    <a:lnTo>
                      <a:pt x="74928" y="16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5" name="Forme libre : forme 1173">
                <a:extLst>
                  <a:ext uri="{FF2B5EF4-FFF2-40B4-BE49-F238E27FC236}">
                    <a16:creationId xmlns:a16="http://schemas.microsoft.com/office/drawing/2014/main" id="{3D78B49E-53D1-EBCE-6788-A0B3D7AFC495}"/>
                  </a:ext>
                </a:extLst>
              </p:cNvPr>
              <p:cNvSpPr/>
              <p:nvPr/>
            </p:nvSpPr>
            <p:spPr>
              <a:xfrm>
                <a:off x="2402700" y="3015695"/>
                <a:ext cx="20762" cy="22287"/>
              </a:xfrm>
              <a:custGeom>
                <a:avLst/>
                <a:gdLst>
                  <a:gd name="csX0" fmla="*/ 1131 w 20762"/>
                  <a:gd name="csY0" fmla="*/ 17595 h 22287"/>
                  <a:gd name="csX1" fmla="*/ 365 w 20762"/>
                  <a:gd name="csY1" fmla="*/ 22972 h 22287"/>
                  <a:gd name="csX2" fmla="*/ 8820 w 20762"/>
                  <a:gd name="csY2" fmla="*/ 22206 h 22287"/>
                  <a:gd name="csX3" fmla="*/ 21127 w 20762"/>
                  <a:gd name="csY3" fmla="*/ 7601 h 22287"/>
                  <a:gd name="csX4" fmla="*/ 21127 w 20762"/>
                  <a:gd name="csY4" fmla="*/ 685 h 22287"/>
                  <a:gd name="csX5" fmla="*/ 14977 w 20762"/>
                  <a:gd name="csY5" fmla="*/ 2224 h 22287"/>
                  <a:gd name="csX6" fmla="*/ 1131 w 20762"/>
                  <a:gd name="csY6" fmla="*/ 17595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1131" y="17595"/>
                    </a:moveTo>
                    <a:lnTo>
                      <a:pt x="365" y="22972"/>
                    </a:lnTo>
                    <a:lnTo>
                      <a:pt x="8820" y="22206"/>
                    </a:lnTo>
                    <a:lnTo>
                      <a:pt x="21127" y="7601"/>
                    </a:lnTo>
                    <a:lnTo>
                      <a:pt x="21127" y="685"/>
                    </a:lnTo>
                    <a:lnTo>
                      <a:pt x="14977" y="2224"/>
                    </a:lnTo>
                    <a:lnTo>
                      <a:pt x="1131" y="17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6" name="Forme libre : forme 1174">
                <a:extLst>
                  <a:ext uri="{FF2B5EF4-FFF2-40B4-BE49-F238E27FC236}">
                    <a16:creationId xmlns:a16="http://schemas.microsoft.com/office/drawing/2014/main" id="{0DEB957E-2D17-F4A1-31EC-A5D090A56B6E}"/>
                  </a:ext>
                </a:extLst>
              </p:cNvPr>
              <p:cNvSpPr/>
              <p:nvPr/>
            </p:nvSpPr>
            <p:spPr>
              <a:xfrm>
                <a:off x="2428853" y="3005700"/>
                <a:ext cx="12299" cy="12299"/>
              </a:xfrm>
              <a:custGeom>
                <a:avLst/>
                <a:gdLst>
                  <a:gd name="csX0" fmla="*/ 1145 w 12299"/>
                  <a:gd name="csY0" fmla="*/ 2216 h 12299"/>
                  <a:gd name="csX1" fmla="*/ 379 w 12299"/>
                  <a:gd name="csY1" fmla="*/ 7593 h 12299"/>
                  <a:gd name="csX2" fmla="*/ 4990 w 12299"/>
                  <a:gd name="csY2" fmla="*/ 12977 h 12299"/>
                  <a:gd name="csX3" fmla="*/ 12679 w 12299"/>
                  <a:gd name="csY3" fmla="*/ 8366 h 12299"/>
                  <a:gd name="csX4" fmla="*/ 11146 w 12299"/>
                  <a:gd name="csY4" fmla="*/ 677 h 12299"/>
                  <a:gd name="csX5" fmla="*/ 1145 w 12299"/>
                  <a:gd name="csY5" fmla="*/ 2216 h 12299"/>
                </a:gdLst>
                <a:ahLst/>
                <a:cxnLst>
                  <a:cxn ang="0">
                    <a:pos x="csX0" y="csY0"/>
                  </a:cxn>
                  <a:cxn ang="0">
                    <a:pos x="csX1" y="csY1"/>
                  </a:cxn>
                  <a:cxn ang="0">
                    <a:pos x="csX2" y="csY2"/>
                  </a:cxn>
                  <a:cxn ang="0">
                    <a:pos x="csX3" y="csY3"/>
                  </a:cxn>
                  <a:cxn ang="0">
                    <a:pos x="csX4" y="csY4"/>
                  </a:cxn>
                  <a:cxn ang="0">
                    <a:pos x="csX5" y="csY5"/>
                  </a:cxn>
                </a:cxnLst>
                <a:rect l="l" t="t" r="r" b="b"/>
                <a:pathLst>
                  <a:path w="12299" h="12299">
                    <a:moveTo>
                      <a:pt x="1145" y="2216"/>
                    </a:moveTo>
                    <a:lnTo>
                      <a:pt x="379" y="7593"/>
                    </a:lnTo>
                    <a:lnTo>
                      <a:pt x="4990" y="12977"/>
                    </a:lnTo>
                    <a:lnTo>
                      <a:pt x="12679" y="8366"/>
                    </a:lnTo>
                    <a:lnTo>
                      <a:pt x="11146" y="677"/>
                    </a:lnTo>
                    <a:lnTo>
                      <a:pt x="1145" y="2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7" name="Forme libre : forme 1175">
                <a:extLst>
                  <a:ext uri="{FF2B5EF4-FFF2-40B4-BE49-F238E27FC236}">
                    <a16:creationId xmlns:a16="http://schemas.microsoft.com/office/drawing/2014/main" id="{A5781717-E76B-ACF3-A642-C55D9AF652A6}"/>
                  </a:ext>
                </a:extLst>
              </p:cNvPr>
              <p:cNvSpPr/>
              <p:nvPr/>
            </p:nvSpPr>
            <p:spPr>
              <a:xfrm>
                <a:off x="2285023" y="3097177"/>
                <a:ext cx="29997" cy="13066"/>
              </a:xfrm>
              <a:custGeom>
                <a:avLst/>
                <a:gdLst>
                  <a:gd name="csX0" fmla="*/ 3374 w 29997"/>
                  <a:gd name="csY0" fmla="*/ 2265 h 13066"/>
                  <a:gd name="csX1" fmla="*/ 296 w 29997"/>
                  <a:gd name="csY1" fmla="*/ 6110 h 13066"/>
                  <a:gd name="csX2" fmla="*/ 1835 w 29997"/>
                  <a:gd name="csY2" fmla="*/ 13799 h 13066"/>
                  <a:gd name="csX3" fmla="*/ 27988 w 29997"/>
                  <a:gd name="csY3" fmla="*/ 11494 h 13066"/>
                  <a:gd name="csX4" fmla="*/ 30293 w 29997"/>
                  <a:gd name="csY4" fmla="*/ 6876 h 13066"/>
                  <a:gd name="csX5" fmla="*/ 21065 w 29997"/>
                  <a:gd name="csY5" fmla="*/ 733 h 13066"/>
                  <a:gd name="csX6" fmla="*/ 3374 w 29997"/>
                  <a:gd name="csY6" fmla="*/ 2265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3374" y="2265"/>
                    </a:moveTo>
                    <a:lnTo>
                      <a:pt x="296" y="6110"/>
                    </a:lnTo>
                    <a:lnTo>
                      <a:pt x="1835" y="13799"/>
                    </a:lnTo>
                    <a:lnTo>
                      <a:pt x="27988" y="11494"/>
                    </a:lnTo>
                    <a:lnTo>
                      <a:pt x="30293" y="6876"/>
                    </a:lnTo>
                    <a:lnTo>
                      <a:pt x="21065" y="733"/>
                    </a:lnTo>
                    <a:lnTo>
                      <a:pt x="3374" y="2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8" name="Forme libre : forme 1176">
                <a:extLst>
                  <a:ext uri="{FF2B5EF4-FFF2-40B4-BE49-F238E27FC236}">
                    <a16:creationId xmlns:a16="http://schemas.microsoft.com/office/drawing/2014/main" id="{A6840A72-1B5E-1F7E-E535-1018FDD3FDE2}"/>
                  </a:ext>
                </a:extLst>
              </p:cNvPr>
              <p:cNvSpPr/>
              <p:nvPr/>
            </p:nvSpPr>
            <p:spPr>
              <a:xfrm>
                <a:off x="2253493" y="3120238"/>
                <a:ext cx="56916" cy="35360"/>
              </a:xfrm>
              <a:custGeom>
                <a:avLst/>
                <a:gdLst>
                  <a:gd name="csX0" fmla="*/ 28745 w 56916"/>
                  <a:gd name="csY0" fmla="*/ 1522 h 35360"/>
                  <a:gd name="csX1" fmla="*/ 17977 w 56916"/>
                  <a:gd name="csY1" fmla="*/ 7672 h 35360"/>
                  <a:gd name="csX2" fmla="*/ 5670 w 56916"/>
                  <a:gd name="csY2" fmla="*/ 9211 h 35360"/>
                  <a:gd name="csX3" fmla="*/ 286 w 56916"/>
                  <a:gd name="csY3" fmla="*/ 11516 h 35360"/>
                  <a:gd name="csX4" fmla="*/ 1059 w 56916"/>
                  <a:gd name="csY4" fmla="*/ 21511 h 35360"/>
                  <a:gd name="csX5" fmla="*/ 9515 w 56916"/>
                  <a:gd name="csY5" fmla="*/ 26888 h 35360"/>
                  <a:gd name="csX6" fmla="*/ 9515 w 56916"/>
                  <a:gd name="csY6" fmla="*/ 32272 h 35360"/>
                  <a:gd name="csX7" fmla="*/ 17977 w 56916"/>
                  <a:gd name="csY7" fmla="*/ 36116 h 35360"/>
                  <a:gd name="csX8" fmla="*/ 22588 w 56916"/>
                  <a:gd name="csY8" fmla="*/ 30732 h 35360"/>
                  <a:gd name="csX9" fmla="*/ 36434 w 56916"/>
                  <a:gd name="csY9" fmla="*/ 29193 h 35360"/>
                  <a:gd name="csX10" fmla="*/ 36434 w 56916"/>
                  <a:gd name="csY10" fmla="*/ 23816 h 35360"/>
                  <a:gd name="csX11" fmla="*/ 52585 w 56916"/>
                  <a:gd name="csY11" fmla="*/ 13822 h 35360"/>
                  <a:gd name="csX12" fmla="*/ 57203 w 56916"/>
                  <a:gd name="csY12" fmla="*/ 6905 h 35360"/>
                  <a:gd name="csX13" fmla="*/ 54124 w 56916"/>
                  <a:gd name="csY13" fmla="*/ 755 h 35360"/>
                  <a:gd name="csX14" fmla="*/ 28745 w 56916"/>
                  <a:gd name="csY14" fmla="*/ 1522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28745" y="1522"/>
                    </a:moveTo>
                    <a:lnTo>
                      <a:pt x="17977" y="7672"/>
                    </a:lnTo>
                    <a:lnTo>
                      <a:pt x="5670" y="9211"/>
                    </a:lnTo>
                    <a:lnTo>
                      <a:pt x="286" y="11516"/>
                    </a:lnTo>
                    <a:lnTo>
                      <a:pt x="1059" y="21511"/>
                    </a:lnTo>
                    <a:lnTo>
                      <a:pt x="9515" y="26888"/>
                    </a:lnTo>
                    <a:lnTo>
                      <a:pt x="9515" y="32272"/>
                    </a:lnTo>
                    <a:lnTo>
                      <a:pt x="17977" y="36116"/>
                    </a:lnTo>
                    <a:lnTo>
                      <a:pt x="22588" y="30732"/>
                    </a:lnTo>
                    <a:lnTo>
                      <a:pt x="36434" y="29193"/>
                    </a:lnTo>
                    <a:lnTo>
                      <a:pt x="36434" y="23816"/>
                    </a:lnTo>
                    <a:lnTo>
                      <a:pt x="52585" y="13822"/>
                    </a:lnTo>
                    <a:lnTo>
                      <a:pt x="57203" y="6905"/>
                    </a:lnTo>
                    <a:lnTo>
                      <a:pt x="54124" y="755"/>
                    </a:lnTo>
                    <a:lnTo>
                      <a:pt x="28745"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99" name="Forme libre : forme 1177">
                <a:extLst>
                  <a:ext uri="{FF2B5EF4-FFF2-40B4-BE49-F238E27FC236}">
                    <a16:creationId xmlns:a16="http://schemas.microsoft.com/office/drawing/2014/main" id="{F3D038B9-CF14-2208-F886-4E4F8D7C670A}"/>
                  </a:ext>
                </a:extLst>
              </p:cNvPr>
              <p:cNvSpPr/>
              <p:nvPr/>
            </p:nvSpPr>
            <p:spPr>
              <a:xfrm rot="-7533915" flipV="1">
                <a:off x="2401094" y="3009833"/>
                <a:ext cx="6690" cy="4296"/>
              </a:xfrm>
              <a:custGeom>
                <a:avLst/>
                <a:gdLst>
                  <a:gd name="csX0" fmla="*/ 444 w 6690"/>
                  <a:gd name="csY0" fmla="*/ 676 h 4296"/>
                  <a:gd name="csX1" fmla="*/ 7052 w 6690"/>
                  <a:gd name="csY1" fmla="*/ 676 h 4296"/>
                  <a:gd name="csX2" fmla="*/ 6347 w 6690"/>
                  <a:gd name="csY2" fmla="*/ 4972 h 4296"/>
                  <a:gd name="csX3" fmla="*/ 361 w 6690"/>
                  <a:gd name="csY3" fmla="*/ 4527 h 4296"/>
                  <a:gd name="csX4" fmla="*/ 444 w 6690"/>
                  <a:gd name="csY4" fmla="*/ 676 h 4296"/>
                </a:gdLst>
                <a:ahLst/>
                <a:cxnLst>
                  <a:cxn ang="0">
                    <a:pos x="csX0" y="csY0"/>
                  </a:cxn>
                  <a:cxn ang="0">
                    <a:pos x="csX1" y="csY1"/>
                  </a:cxn>
                  <a:cxn ang="0">
                    <a:pos x="csX2" y="csY2"/>
                  </a:cxn>
                  <a:cxn ang="0">
                    <a:pos x="csX3" y="csY3"/>
                  </a:cxn>
                  <a:cxn ang="0">
                    <a:pos x="csX4" y="csY4"/>
                  </a:cxn>
                </a:cxnLst>
                <a:rect l="l" t="t" r="r" b="b"/>
                <a:pathLst>
                  <a:path w="6690" h="4296">
                    <a:moveTo>
                      <a:pt x="444" y="676"/>
                    </a:moveTo>
                    <a:lnTo>
                      <a:pt x="7052" y="676"/>
                    </a:lnTo>
                    <a:lnTo>
                      <a:pt x="6347" y="4972"/>
                    </a:lnTo>
                    <a:lnTo>
                      <a:pt x="361" y="4527"/>
                    </a:lnTo>
                    <a:lnTo>
                      <a:pt x="444" y="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0" name="Rectangle 3799">
                <a:extLst>
                  <a:ext uri="{FF2B5EF4-FFF2-40B4-BE49-F238E27FC236}">
                    <a16:creationId xmlns:a16="http://schemas.microsoft.com/office/drawing/2014/main" id="{0876A94B-99D6-07FE-8C06-42F32F579227}"/>
                  </a:ext>
                </a:extLst>
              </p:cNvPr>
              <p:cNvSpPr/>
              <p:nvPr/>
            </p:nvSpPr>
            <p:spPr>
              <a:xfrm rot="6993905" flipV="1">
                <a:off x="2396874" y="3022300"/>
                <a:ext cx="5500" cy="4467"/>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1" name="Forme libre : forme 1179">
                <a:extLst>
                  <a:ext uri="{FF2B5EF4-FFF2-40B4-BE49-F238E27FC236}">
                    <a16:creationId xmlns:a16="http://schemas.microsoft.com/office/drawing/2014/main" id="{4076D4CC-F6FA-1816-3EB7-EDFFE65B895A}"/>
                  </a:ext>
                </a:extLst>
              </p:cNvPr>
              <p:cNvSpPr/>
              <p:nvPr/>
            </p:nvSpPr>
            <p:spPr>
              <a:xfrm rot="4911737" flipV="1">
                <a:off x="2121549" y="3219579"/>
                <a:ext cx="8557" cy="7976"/>
              </a:xfrm>
              <a:custGeom>
                <a:avLst/>
                <a:gdLst>
                  <a:gd name="csX0" fmla="*/ 1497 w 8557"/>
                  <a:gd name="csY0" fmla="*/ 806 h 7976"/>
                  <a:gd name="csX1" fmla="*/ 8749 w 8557"/>
                  <a:gd name="csY1" fmla="*/ 806 h 7976"/>
                  <a:gd name="csX2" fmla="*/ 3673 w 8557"/>
                  <a:gd name="csY2" fmla="*/ 8782 h 7976"/>
                  <a:gd name="csX3" fmla="*/ 191 w 8557"/>
                  <a:gd name="csY3" fmla="*/ 6176 h 7976"/>
                  <a:gd name="csX4" fmla="*/ 1497 w 8557"/>
                  <a:gd name="csY4" fmla="*/ 806 h 7976"/>
                </a:gdLst>
                <a:ahLst/>
                <a:cxnLst>
                  <a:cxn ang="0">
                    <a:pos x="csX0" y="csY0"/>
                  </a:cxn>
                  <a:cxn ang="0">
                    <a:pos x="csX1" y="csY1"/>
                  </a:cxn>
                  <a:cxn ang="0">
                    <a:pos x="csX2" y="csY2"/>
                  </a:cxn>
                  <a:cxn ang="0">
                    <a:pos x="csX3" y="csY3"/>
                  </a:cxn>
                  <a:cxn ang="0">
                    <a:pos x="csX4" y="csY4"/>
                  </a:cxn>
                </a:cxnLst>
                <a:rect l="l" t="t" r="r" b="b"/>
                <a:pathLst>
                  <a:path w="8557" h="7976">
                    <a:moveTo>
                      <a:pt x="1497" y="806"/>
                    </a:moveTo>
                    <a:lnTo>
                      <a:pt x="8749" y="806"/>
                    </a:lnTo>
                    <a:lnTo>
                      <a:pt x="3673" y="8782"/>
                    </a:lnTo>
                    <a:lnTo>
                      <a:pt x="191" y="6176"/>
                    </a:lnTo>
                    <a:lnTo>
                      <a:pt x="1497" y="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2" name="Forme libre : forme 1180">
                <a:extLst>
                  <a:ext uri="{FF2B5EF4-FFF2-40B4-BE49-F238E27FC236}">
                    <a16:creationId xmlns:a16="http://schemas.microsoft.com/office/drawing/2014/main" id="{CC3941AC-FF8F-9C26-A909-203B47BF3A3E}"/>
                  </a:ext>
                </a:extLst>
              </p:cNvPr>
              <p:cNvSpPr/>
              <p:nvPr/>
            </p:nvSpPr>
            <p:spPr>
              <a:xfrm rot="3804569" flipV="1">
                <a:off x="2136333" y="3225414"/>
                <a:ext cx="7791" cy="9173"/>
              </a:xfrm>
              <a:custGeom>
                <a:avLst/>
                <a:gdLst>
                  <a:gd name="csX0" fmla="*/ 1109 w 7791"/>
                  <a:gd name="csY0" fmla="*/ 809 h 9173"/>
                  <a:gd name="csX1" fmla="*/ 7991 w 7791"/>
                  <a:gd name="csY1" fmla="*/ 809 h 9173"/>
                  <a:gd name="csX2" fmla="*/ 3408 w 7791"/>
                  <a:gd name="csY2" fmla="*/ 9983 h 9173"/>
                  <a:gd name="csX3" fmla="*/ 199 w 7791"/>
                  <a:gd name="csY3" fmla="*/ 8143 h 9173"/>
                  <a:gd name="csX4" fmla="*/ 1109 w 7791"/>
                  <a:gd name="csY4" fmla="*/ 809 h 9173"/>
                </a:gdLst>
                <a:ahLst/>
                <a:cxnLst>
                  <a:cxn ang="0">
                    <a:pos x="csX0" y="csY0"/>
                  </a:cxn>
                  <a:cxn ang="0">
                    <a:pos x="csX1" y="csY1"/>
                  </a:cxn>
                  <a:cxn ang="0">
                    <a:pos x="csX2" y="csY2"/>
                  </a:cxn>
                  <a:cxn ang="0">
                    <a:pos x="csX3" y="csY3"/>
                  </a:cxn>
                  <a:cxn ang="0">
                    <a:pos x="csX4" y="csY4"/>
                  </a:cxn>
                </a:cxnLst>
                <a:rect l="l" t="t" r="r" b="b"/>
                <a:pathLst>
                  <a:path w="7791" h="9173">
                    <a:moveTo>
                      <a:pt x="1109" y="809"/>
                    </a:moveTo>
                    <a:lnTo>
                      <a:pt x="7991" y="809"/>
                    </a:lnTo>
                    <a:lnTo>
                      <a:pt x="3408" y="9983"/>
                    </a:lnTo>
                    <a:lnTo>
                      <a:pt x="199" y="8143"/>
                    </a:lnTo>
                    <a:lnTo>
                      <a:pt x="1109" y="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3" name="Forme libre : forme 1181">
                <a:extLst>
                  <a:ext uri="{FF2B5EF4-FFF2-40B4-BE49-F238E27FC236}">
                    <a16:creationId xmlns:a16="http://schemas.microsoft.com/office/drawing/2014/main" id="{DB3467BD-B85A-B34E-7581-5EE22AC7DEA2}"/>
                  </a:ext>
                </a:extLst>
              </p:cNvPr>
              <p:cNvSpPr/>
              <p:nvPr/>
            </p:nvSpPr>
            <p:spPr>
              <a:xfrm>
                <a:off x="3035676" y="2448946"/>
                <a:ext cx="387626" cy="192790"/>
              </a:xfrm>
              <a:custGeom>
                <a:avLst/>
                <a:gdLst>
                  <a:gd name="csX0" fmla="*/ 385440 w 387626"/>
                  <a:gd name="csY0" fmla="*/ 147054 h 192790"/>
                  <a:gd name="csX1" fmla="*/ 388518 w 387626"/>
                  <a:gd name="csY1" fmla="*/ 143367 h 192790"/>
                  <a:gd name="csX2" fmla="*/ 388518 w 387626"/>
                  <a:gd name="csY2" fmla="*/ 136909 h 192790"/>
                  <a:gd name="csX3" fmla="*/ 360833 w 387626"/>
                  <a:gd name="csY3" fmla="*/ 123070 h 192790"/>
                  <a:gd name="csX4" fmla="*/ 357754 w 387626"/>
                  <a:gd name="csY4" fmla="*/ 112001 h 192790"/>
                  <a:gd name="csX5" fmla="*/ 345448 w 387626"/>
                  <a:gd name="csY5" fmla="*/ 109230 h 192790"/>
                  <a:gd name="csX6" fmla="*/ 339298 w 387626"/>
                  <a:gd name="csY6" fmla="*/ 112925 h 192790"/>
                  <a:gd name="csX7" fmla="*/ 310073 w 387626"/>
                  <a:gd name="csY7" fmla="*/ 96322 h 192790"/>
                  <a:gd name="csX8" fmla="*/ 314684 w 387626"/>
                  <a:gd name="csY8" fmla="*/ 78795 h 192790"/>
                  <a:gd name="csX9" fmla="*/ 300838 w 387626"/>
                  <a:gd name="csY9" fmla="*/ 64956 h 192790"/>
                  <a:gd name="csX10" fmla="*/ 294688 w 387626"/>
                  <a:gd name="csY10" fmla="*/ 46814 h 192790"/>
                  <a:gd name="csX11" fmla="*/ 294688 w 387626"/>
                  <a:gd name="csY11" fmla="*/ 22214 h 192790"/>
                  <a:gd name="csX12" fmla="*/ 276231 w 387626"/>
                  <a:gd name="csY12" fmla="*/ 13608 h 192790"/>
                  <a:gd name="csX13" fmla="*/ 276231 w 387626"/>
                  <a:gd name="csY13" fmla="*/ 9914 h 192790"/>
                  <a:gd name="csX14" fmla="*/ 268029 w 387626"/>
                  <a:gd name="csY14" fmla="*/ 4996 h 192790"/>
                  <a:gd name="csX15" fmla="*/ 256235 w 387626"/>
                  <a:gd name="csY15" fmla="*/ 7766 h 192790"/>
                  <a:gd name="csX16" fmla="*/ 247007 w 387626"/>
                  <a:gd name="csY16" fmla="*/ 5919 h 192790"/>
                  <a:gd name="csX17" fmla="*/ 239311 w 387626"/>
                  <a:gd name="csY17" fmla="*/ 2225 h 192790"/>
                  <a:gd name="csX18" fmla="*/ 233161 w 387626"/>
                  <a:gd name="csY18" fmla="*/ 3148 h 192790"/>
                  <a:gd name="csX19" fmla="*/ 233161 w 387626"/>
                  <a:gd name="csY19" fmla="*/ 12377 h 192790"/>
                  <a:gd name="csX20" fmla="*/ 237779 w 387626"/>
                  <a:gd name="csY20" fmla="*/ 25293 h 192790"/>
                  <a:gd name="csX21" fmla="*/ 234700 w 387626"/>
                  <a:gd name="csY21" fmla="*/ 35438 h 192790"/>
                  <a:gd name="csX22" fmla="*/ 240850 w 387626"/>
                  <a:gd name="csY22" fmla="*/ 51117 h 192790"/>
                  <a:gd name="csX23" fmla="*/ 248539 w 387626"/>
                  <a:gd name="csY23" fmla="*/ 59422 h 192790"/>
                  <a:gd name="csX24" fmla="*/ 233161 w 387626"/>
                  <a:gd name="csY24" fmla="*/ 74178 h 192790"/>
                  <a:gd name="csX25" fmla="*/ 223933 w 387626"/>
                  <a:gd name="csY25" fmla="*/ 69567 h 192790"/>
                  <a:gd name="csX26" fmla="*/ 219315 w 387626"/>
                  <a:gd name="csY26" fmla="*/ 48353 h 192790"/>
                  <a:gd name="csX27" fmla="*/ 214704 w 387626"/>
                  <a:gd name="csY27" fmla="*/ 33591 h 192790"/>
                  <a:gd name="csX28" fmla="*/ 194708 w 387626"/>
                  <a:gd name="csY28" fmla="*/ 16988 h 192790"/>
                  <a:gd name="csX29" fmla="*/ 180862 w 387626"/>
                  <a:gd name="csY29" fmla="*/ 16988 h 192790"/>
                  <a:gd name="csX30" fmla="*/ 183941 w 387626"/>
                  <a:gd name="csY30" fmla="*/ 24369 h 192790"/>
                  <a:gd name="csX31" fmla="*/ 188551 w 387626"/>
                  <a:gd name="csY31" fmla="*/ 34514 h 192790"/>
                  <a:gd name="csX32" fmla="*/ 185480 w 387626"/>
                  <a:gd name="csY32" fmla="*/ 39125 h 192790"/>
                  <a:gd name="csX33" fmla="*/ 174712 w 387626"/>
                  <a:gd name="csY33" fmla="*/ 34514 h 192790"/>
                  <a:gd name="csX34" fmla="*/ 167016 w 387626"/>
                  <a:gd name="csY34" fmla="*/ 40048 h 192790"/>
                  <a:gd name="csX35" fmla="*/ 162405 w 387626"/>
                  <a:gd name="csY35" fmla="*/ 46506 h 192790"/>
                  <a:gd name="csX36" fmla="*/ 148559 w 387626"/>
                  <a:gd name="csY36" fmla="*/ 46506 h 192790"/>
                  <a:gd name="csX37" fmla="*/ 148559 w 387626"/>
                  <a:gd name="csY37" fmla="*/ 42812 h 192790"/>
                  <a:gd name="csX38" fmla="*/ 159327 w 387626"/>
                  <a:gd name="csY38" fmla="*/ 36361 h 192790"/>
                  <a:gd name="csX39" fmla="*/ 157788 w 387626"/>
                  <a:gd name="csY39" fmla="*/ 26209 h 192790"/>
                  <a:gd name="csX40" fmla="*/ 123946 w 387626"/>
                  <a:gd name="csY40" fmla="*/ 15141 h 192790"/>
                  <a:gd name="csX41" fmla="*/ 114717 w 387626"/>
                  <a:gd name="csY41" fmla="*/ 18828 h 192790"/>
                  <a:gd name="csX42" fmla="*/ 116257 w 387626"/>
                  <a:gd name="csY42" fmla="*/ 27133 h 192790"/>
                  <a:gd name="csX43" fmla="*/ 108567 w 387626"/>
                  <a:gd name="csY43" fmla="*/ 29903 h 192790"/>
                  <a:gd name="csX44" fmla="*/ 102417 w 387626"/>
                  <a:gd name="csY44" fmla="*/ 27133 h 192790"/>
                  <a:gd name="csX45" fmla="*/ 93182 w 387626"/>
                  <a:gd name="csY45" fmla="*/ 32667 h 192790"/>
                  <a:gd name="csX46" fmla="*/ 90111 w 387626"/>
                  <a:gd name="csY46" fmla="*/ 24369 h 192790"/>
                  <a:gd name="csX47" fmla="*/ 102417 w 387626"/>
                  <a:gd name="csY47" fmla="*/ 14217 h 192790"/>
                  <a:gd name="csX48" fmla="*/ 96261 w 387626"/>
                  <a:gd name="csY48" fmla="*/ 4072 h 192790"/>
                  <a:gd name="csX49" fmla="*/ 83954 w 387626"/>
                  <a:gd name="csY49" fmla="*/ 385 h 192790"/>
                  <a:gd name="csX50" fmla="*/ 65497 w 387626"/>
                  <a:gd name="csY50" fmla="*/ 5912 h 192790"/>
                  <a:gd name="csX51" fmla="*/ 39344 w 387626"/>
                  <a:gd name="csY51" fmla="*/ 21598 h 192790"/>
                  <a:gd name="csX52" fmla="*/ 30116 w 387626"/>
                  <a:gd name="csY52" fmla="*/ 23445 h 192790"/>
                  <a:gd name="csX53" fmla="*/ 13198 w 387626"/>
                  <a:gd name="csY53" fmla="*/ 28056 h 192790"/>
                  <a:gd name="csX54" fmla="*/ 3970 w 387626"/>
                  <a:gd name="csY54" fmla="*/ 41889 h 192790"/>
                  <a:gd name="csX55" fmla="*/ 16277 w 387626"/>
                  <a:gd name="csY55" fmla="*/ 46506 h 192790"/>
                  <a:gd name="csX56" fmla="*/ 17809 w 387626"/>
                  <a:gd name="csY56" fmla="*/ 52964 h 192790"/>
                  <a:gd name="csX57" fmla="*/ 891 w 387626"/>
                  <a:gd name="csY57" fmla="*/ 57575 h 192790"/>
                  <a:gd name="csX58" fmla="*/ 2431 w 387626"/>
                  <a:gd name="csY58" fmla="*/ 74178 h 192790"/>
                  <a:gd name="csX59" fmla="*/ 17809 w 387626"/>
                  <a:gd name="csY59" fmla="*/ 75101 h 192790"/>
                  <a:gd name="csX60" fmla="*/ 16270 w 387626"/>
                  <a:gd name="csY60" fmla="*/ 82483 h 192790"/>
                  <a:gd name="csX61" fmla="*/ 22427 w 387626"/>
                  <a:gd name="csY61" fmla="*/ 84323 h 192790"/>
                  <a:gd name="csX62" fmla="*/ 30116 w 387626"/>
                  <a:gd name="csY62" fmla="*/ 80635 h 192790"/>
                  <a:gd name="csX63" fmla="*/ 57808 w 387626"/>
                  <a:gd name="csY63" fmla="*/ 77865 h 192790"/>
                  <a:gd name="csX64" fmla="*/ 65497 w 387626"/>
                  <a:gd name="csY64" fmla="*/ 80635 h 192790"/>
                  <a:gd name="csX65" fmla="*/ 54729 w 387626"/>
                  <a:gd name="csY65" fmla="*/ 89857 h 192790"/>
                  <a:gd name="csX66" fmla="*/ 31655 w 387626"/>
                  <a:gd name="csY66" fmla="*/ 91704 h 192790"/>
                  <a:gd name="csX67" fmla="*/ 11659 w 387626"/>
                  <a:gd name="csY67" fmla="*/ 96315 h 192790"/>
                  <a:gd name="csX68" fmla="*/ 25498 w 387626"/>
                  <a:gd name="csY68" fmla="*/ 112001 h 192790"/>
                  <a:gd name="csX69" fmla="*/ 45501 w 387626"/>
                  <a:gd name="csY69" fmla="*/ 117535 h 192790"/>
                  <a:gd name="csX70" fmla="*/ 67029 w 387626"/>
                  <a:gd name="csY70" fmla="*/ 118452 h 192790"/>
                  <a:gd name="csX71" fmla="*/ 96261 w 387626"/>
                  <a:gd name="csY71" fmla="*/ 111078 h 192790"/>
                  <a:gd name="csX72" fmla="*/ 117796 w 387626"/>
                  <a:gd name="csY72" fmla="*/ 115688 h 192790"/>
                  <a:gd name="csX73" fmla="*/ 127024 w 387626"/>
                  <a:gd name="csY73" fmla="*/ 116612 h 192790"/>
                  <a:gd name="csX74" fmla="*/ 151631 w 387626"/>
                  <a:gd name="csY74" fmla="*/ 123070 h 192790"/>
                  <a:gd name="csX75" fmla="*/ 148559 w 387626"/>
                  <a:gd name="csY75" fmla="*/ 126757 h 192790"/>
                  <a:gd name="csX76" fmla="*/ 123946 w 387626"/>
                  <a:gd name="csY76" fmla="*/ 128604 h 192790"/>
                  <a:gd name="csX77" fmla="*/ 96261 w 387626"/>
                  <a:gd name="csY77" fmla="*/ 126757 h 192790"/>
                  <a:gd name="csX78" fmla="*/ 48573 w 387626"/>
                  <a:gd name="csY78" fmla="*/ 131368 h 192790"/>
                  <a:gd name="csX79" fmla="*/ 30116 w 387626"/>
                  <a:gd name="csY79" fmla="*/ 138749 h 192790"/>
                  <a:gd name="csX80" fmla="*/ 30116 w 387626"/>
                  <a:gd name="csY80" fmla="*/ 147054 h 192790"/>
                  <a:gd name="csX81" fmla="*/ 51651 w 387626"/>
                  <a:gd name="csY81" fmla="*/ 160886 h 192790"/>
                  <a:gd name="csX82" fmla="*/ 74725 w 387626"/>
                  <a:gd name="csY82" fmla="*/ 163657 h 192790"/>
                  <a:gd name="csX83" fmla="*/ 103950 w 387626"/>
                  <a:gd name="csY83" fmla="*/ 164580 h 192790"/>
                  <a:gd name="csX84" fmla="*/ 111639 w 387626"/>
                  <a:gd name="csY84" fmla="*/ 169191 h 192790"/>
                  <a:gd name="csX85" fmla="*/ 111639 w 387626"/>
                  <a:gd name="csY85" fmla="*/ 183947 h 192790"/>
                  <a:gd name="csX86" fmla="*/ 125485 w 387626"/>
                  <a:gd name="csY86" fmla="*/ 193175 h 192790"/>
                  <a:gd name="csX87" fmla="*/ 182395 w 387626"/>
                  <a:gd name="csY87" fmla="*/ 190405 h 192790"/>
                  <a:gd name="csX88" fmla="*/ 196241 w 387626"/>
                  <a:gd name="csY88" fmla="*/ 189481 h 192790"/>
                  <a:gd name="csX89" fmla="*/ 219315 w 387626"/>
                  <a:gd name="csY89" fmla="*/ 179336 h 192790"/>
                  <a:gd name="csX90" fmla="*/ 243929 w 387626"/>
                  <a:gd name="csY90" fmla="*/ 179336 h 192790"/>
                  <a:gd name="csX91" fmla="*/ 257768 w 387626"/>
                  <a:gd name="csY91" fmla="*/ 171962 h 192790"/>
                  <a:gd name="csX92" fmla="*/ 260846 w 387626"/>
                  <a:gd name="csY92" fmla="*/ 161810 h 192790"/>
                  <a:gd name="csX93" fmla="*/ 271614 w 387626"/>
                  <a:gd name="csY93" fmla="*/ 161810 h 192790"/>
                  <a:gd name="csX94" fmla="*/ 274692 w 387626"/>
                  <a:gd name="csY94" fmla="*/ 169191 h 192790"/>
                  <a:gd name="csX95" fmla="*/ 294688 w 387626"/>
                  <a:gd name="csY95" fmla="*/ 173802 h 192790"/>
                  <a:gd name="csX96" fmla="*/ 300838 w 387626"/>
                  <a:gd name="csY96" fmla="*/ 183030 h 192790"/>
                  <a:gd name="csX97" fmla="*/ 313145 w 387626"/>
                  <a:gd name="csY97" fmla="*/ 180260 h 192790"/>
                  <a:gd name="csX98" fmla="*/ 331602 w 387626"/>
                  <a:gd name="csY98" fmla="*/ 182107 h 192790"/>
                  <a:gd name="csX99" fmla="*/ 350058 w 387626"/>
                  <a:gd name="csY99" fmla="*/ 176572 h 192790"/>
                  <a:gd name="csX100" fmla="*/ 365286 w 387626"/>
                  <a:gd name="csY100" fmla="*/ 175321 h 192790"/>
                  <a:gd name="csX101" fmla="*/ 360826 w 387626"/>
                  <a:gd name="csY101" fmla="*/ 161810 h 192790"/>
                  <a:gd name="csX102" fmla="*/ 351598 w 387626"/>
                  <a:gd name="csY102" fmla="*/ 159046 h 192790"/>
                  <a:gd name="csX103" fmla="*/ 337759 w 387626"/>
                  <a:gd name="csY103" fmla="*/ 162733 h 192790"/>
                  <a:gd name="csX104" fmla="*/ 334680 w 387626"/>
                  <a:gd name="csY104" fmla="*/ 152588 h 192790"/>
                  <a:gd name="csX105" fmla="*/ 337759 w 387626"/>
                  <a:gd name="csY105" fmla="*/ 148901 h 192790"/>
                  <a:gd name="csX106" fmla="*/ 351598 w 387626"/>
                  <a:gd name="csY106" fmla="*/ 152588 h 192790"/>
                  <a:gd name="csX107" fmla="*/ 360826 w 387626"/>
                  <a:gd name="csY107" fmla="*/ 146130 h 192790"/>
                  <a:gd name="csX108" fmla="*/ 368522 w 387626"/>
                  <a:gd name="csY108" fmla="*/ 148901 h 192790"/>
                  <a:gd name="csX109" fmla="*/ 376211 w 387626"/>
                  <a:gd name="csY109" fmla="*/ 147054 h 192790"/>
                  <a:gd name="csX110" fmla="*/ 385440 w 387626"/>
                  <a:gd name="csY110" fmla="*/ 147054 h 192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Lst>
                <a:rect l="l" t="t" r="r" b="b"/>
                <a:pathLst>
                  <a:path w="387626" h="192790">
                    <a:moveTo>
                      <a:pt x="385440" y="147054"/>
                    </a:moveTo>
                    <a:lnTo>
                      <a:pt x="388518" y="143367"/>
                    </a:lnTo>
                    <a:lnTo>
                      <a:pt x="388518" y="136909"/>
                    </a:lnTo>
                    <a:lnTo>
                      <a:pt x="360833" y="123070"/>
                    </a:lnTo>
                    <a:lnTo>
                      <a:pt x="357754" y="112001"/>
                    </a:lnTo>
                    <a:lnTo>
                      <a:pt x="345448" y="109230"/>
                    </a:lnTo>
                    <a:lnTo>
                      <a:pt x="339298" y="112925"/>
                    </a:lnTo>
                    <a:lnTo>
                      <a:pt x="310073" y="96322"/>
                    </a:lnTo>
                    <a:lnTo>
                      <a:pt x="314684" y="78795"/>
                    </a:lnTo>
                    <a:lnTo>
                      <a:pt x="300838" y="64956"/>
                    </a:lnTo>
                    <a:lnTo>
                      <a:pt x="294688" y="46814"/>
                    </a:lnTo>
                    <a:lnTo>
                      <a:pt x="294688" y="22214"/>
                    </a:lnTo>
                    <a:lnTo>
                      <a:pt x="276231" y="13608"/>
                    </a:lnTo>
                    <a:lnTo>
                      <a:pt x="276231" y="9914"/>
                    </a:lnTo>
                    <a:lnTo>
                      <a:pt x="268029" y="4996"/>
                    </a:lnTo>
                    <a:lnTo>
                      <a:pt x="256235" y="7766"/>
                    </a:lnTo>
                    <a:lnTo>
                      <a:pt x="247007" y="5919"/>
                    </a:lnTo>
                    <a:lnTo>
                      <a:pt x="239311" y="2225"/>
                    </a:lnTo>
                    <a:lnTo>
                      <a:pt x="233161" y="3148"/>
                    </a:lnTo>
                    <a:lnTo>
                      <a:pt x="233161" y="12377"/>
                    </a:lnTo>
                    <a:lnTo>
                      <a:pt x="237779" y="25293"/>
                    </a:lnTo>
                    <a:lnTo>
                      <a:pt x="234700" y="35438"/>
                    </a:lnTo>
                    <a:lnTo>
                      <a:pt x="240850" y="51117"/>
                    </a:lnTo>
                    <a:lnTo>
                      <a:pt x="248539" y="59422"/>
                    </a:lnTo>
                    <a:lnTo>
                      <a:pt x="233161" y="74178"/>
                    </a:lnTo>
                    <a:lnTo>
                      <a:pt x="223933" y="69567"/>
                    </a:lnTo>
                    <a:lnTo>
                      <a:pt x="219315" y="48353"/>
                    </a:lnTo>
                    <a:lnTo>
                      <a:pt x="214704" y="33591"/>
                    </a:lnTo>
                    <a:lnTo>
                      <a:pt x="194708" y="16988"/>
                    </a:lnTo>
                    <a:lnTo>
                      <a:pt x="180862" y="16988"/>
                    </a:lnTo>
                    <a:lnTo>
                      <a:pt x="183941" y="24369"/>
                    </a:lnTo>
                    <a:lnTo>
                      <a:pt x="188551" y="34514"/>
                    </a:lnTo>
                    <a:lnTo>
                      <a:pt x="185480" y="39125"/>
                    </a:lnTo>
                    <a:lnTo>
                      <a:pt x="174712" y="34514"/>
                    </a:lnTo>
                    <a:lnTo>
                      <a:pt x="167016" y="40048"/>
                    </a:lnTo>
                    <a:lnTo>
                      <a:pt x="162405" y="46506"/>
                    </a:lnTo>
                    <a:lnTo>
                      <a:pt x="148559" y="46506"/>
                    </a:lnTo>
                    <a:lnTo>
                      <a:pt x="148559" y="42812"/>
                    </a:lnTo>
                    <a:lnTo>
                      <a:pt x="159327" y="36361"/>
                    </a:lnTo>
                    <a:lnTo>
                      <a:pt x="157788" y="26209"/>
                    </a:lnTo>
                    <a:lnTo>
                      <a:pt x="123946" y="15141"/>
                    </a:lnTo>
                    <a:lnTo>
                      <a:pt x="114717" y="18828"/>
                    </a:lnTo>
                    <a:lnTo>
                      <a:pt x="116257" y="27133"/>
                    </a:lnTo>
                    <a:lnTo>
                      <a:pt x="108567" y="29903"/>
                    </a:lnTo>
                    <a:lnTo>
                      <a:pt x="102417" y="27133"/>
                    </a:lnTo>
                    <a:lnTo>
                      <a:pt x="93182" y="32667"/>
                    </a:lnTo>
                    <a:lnTo>
                      <a:pt x="90111" y="24369"/>
                    </a:lnTo>
                    <a:lnTo>
                      <a:pt x="102417" y="14217"/>
                    </a:lnTo>
                    <a:lnTo>
                      <a:pt x="96261" y="4072"/>
                    </a:lnTo>
                    <a:lnTo>
                      <a:pt x="83954" y="385"/>
                    </a:lnTo>
                    <a:lnTo>
                      <a:pt x="65497" y="5912"/>
                    </a:lnTo>
                    <a:lnTo>
                      <a:pt x="39344" y="21598"/>
                    </a:lnTo>
                    <a:lnTo>
                      <a:pt x="30116" y="23445"/>
                    </a:lnTo>
                    <a:lnTo>
                      <a:pt x="13198" y="28056"/>
                    </a:lnTo>
                    <a:lnTo>
                      <a:pt x="3970" y="41889"/>
                    </a:lnTo>
                    <a:lnTo>
                      <a:pt x="16277" y="46506"/>
                    </a:lnTo>
                    <a:lnTo>
                      <a:pt x="17809" y="52964"/>
                    </a:lnTo>
                    <a:lnTo>
                      <a:pt x="891" y="57575"/>
                    </a:lnTo>
                    <a:lnTo>
                      <a:pt x="2431" y="74178"/>
                    </a:lnTo>
                    <a:lnTo>
                      <a:pt x="17809" y="75101"/>
                    </a:lnTo>
                    <a:lnTo>
                      <a:pt x="16270" y="82483"/>
                    </a:lnTo>
                    <a:lnTo>
                      <a:pt x="22427" y="84323"/>
                    </a:lnTo>
                    <a:lnTo>
                      <a:pt x="30116" y="80635"/>
                    </a:lnTo>
                    <a:lnTo>
                      <a:pt x="57808" y="77865"/>
                    </a:lnTo>
                    <a:lnTo>
                      <a:pt x="65497" y="80635"/>
                    </a:lnTo>
                    <a:lnTo>
                      <a:pt x="54729" y="89857"/>
                    </a:lnTo>
                    <a:lnTo>
                      <a:pt x="31655" y="91704"/>
                    </a:lnTo>
                    <a:lnTo>
                      <a:pt x="11659" y="96315"/>
                    </a:lnTo>
                    <a:lnTo>
                      <a:pt x="25498" y="112001"/>
                    </a:lnTo>
                    <a:lnTo>
                      <a:pt x="45501" y="117535"/>
                    </a:lnTo>
                    <a:lnTo>
                      <a:pt x="67029" y="118452"/>
                    </a:lnTo>
                    <a:lnTo>
                      <a:pt x="96261" y="111078"/>
                    </a:lnTo>
                    <a:lnTo>
                      <a:pt x="117796" y="115688"/>
                    </a:lnTo>
                    <a:lnTo>
                      <a:pt x="127024" y="116612"/>
                    </a:lnTo>
                    <a:lnTo>
                      <a:pt x="151631" y="123070"/>
                    </a:lnTo>
                    <a:lnTo>
                      <a:pt x="148559" y="126757"/>
                    </a:lnTo>
                    <a:lnTo>
                      <a:pt x="123946" y="128604"/>
                    </a:lnTo>
                    <a:lnTo>
                      <a:pt x="96261" y="126757"/>
                    </a:lnTo>
                    <a:lnTo>
                      <a:pt x="48573" y="131368"/>
                    </a:lnTo>
                    <a:lnTo>
                      <a:pt x="30116" y="138749"/>
                    </a:lnTo>
                    <a:lnTo>
                      <a:pt x="30116" y="147054"/>
                    </a:lnTo>
                    <a:lnTo>
                      <a:pt x="51651" y="160886"/>
                    </a:lnTo>
                    <a:lnTo>
                      <a:pt x="74725" y="163657"/>
                    </a:lnTo>
                    <a:lnTo>
                      <a:pt x="103950" y="164580"/>
                    </a:lnTo>
                    <a:lnTo>
                      <a:pt x="111639" y="169191"/>
                    </a:lnTo>
                    <a:lnTo>
                      <a:pt x="111639" y="183947"/>
                    </a:lnTo>
                    <a:lnTo>
                      <a:pt x="125485" y="193175"/>
                    </a:lnTo>
                    <a:lnTo>
                      <a:pt x="182395" y="190405"/>
                    </a:lnTo>
                    <a:lnTo>
                      <a:pt x="196241" y="189481"/>
                    </a:lnTo>
                    <a:lnTo>
                      <a:pt x="219315" y="179336"/>
                    </a:lnTo>
                    <a:lnTo>
                      <a:pt x="243929" y="179336"/>
                    </a:lnTo>
                    <a:lnTo>
                      <a:pt x="257768" y="171962"/>
                    </a:lnTo>
                    <a:lnTo>
                      <a:pt x="260846" y="161810"/>
                    </a:lnTo>
                    <a:lnTo>
                      <a:pt x="271614" y="161810"/>
                    </a:lnTo>
                    <a:lnTo>
                      <a:pt x="274692" y="169191"/>
                    </a:lnTo>
                    <a:lnTo>
                      <a:pt x="294688" y="173802"/>
                    </a:lnTo>
                    <a:lnTo>
                      <a:pt x="300838" y="183030"/>
                    </a:lnTo>
                    <a:lnTo>
                      <a:pt x="313145" y="180260"/>
                    </a:lnTo>
                    <a:lnTo>
                      <a:pt x="331602" y="182107"/>
                    </a:lnTo>
                    <a:lnTo>
                      <a:pt x="350058" y="176572"/>
                    </a:lnTo>
                    <a:lnTo>
                      <a:pt x="365286" y="175321"/>
                    </a:lnTo>
                    <a:lnTo>
                      <a:pt x="360826" y="161810"/>
                    </a:lnTo>
                    <a:lnTo>
                      <a:pt x="351598" y="159046"/>
                    </a:lnTo>
                    <a:lnTo>
                      <a:pt x="337759" y="162733"/>
                    </a:lnTo>
                    <a:lnTo>
                      <a:pt x="334680" y="152588"/>
                    </a:lnTo>
                    <a:lnTo>
                      <a:pt x="337759" y="148901"/>
                    </a:lnTo>
                    <a:lnTo>
                      <a:pt x="351598" y="152588"/>
                    </a:lnTo>
                    <a:lnTo>
                      <a:pt x="360826" y="146130"/>
                    </a:lnTo>
                    <a:lnTo>
                      <a:pt x="368522" y="148901"/>
                    </a:lnTo>
                    <a:lnTo>
                      <a:pt x="376211" y="147054"/>
                    </a:lnTo>
                    <a:lnTo>
                      <a:pt x="385440" y="1470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4" name="Forme libre : forme 1182">
                <a:extLst>
                  <a:ext uri="{FF2B5EF4-FFF2-40B4-BE49-F238E27FC236}">
                    <a16:creationId xmlns:a16="http://schemas.microsoft.com/office/drawing/2014/main" id="{FDC55418-1A16-FE64-E036-2169406F00E9}"/>
                  </a:ext>
                </a:extLst>
              </p:cNvPr>
              <p:cNvSpPr/>
              <p:nvPr/>
            </p:nvSpPr>
            <p:spPr>
              <a:xfrm>
                <a:off x="3258717" y="2630668"/>
                <a:ext cx="58448" cy="20290"/>
              </a:xfrm>
              <a:custGeom>
                <a:avLst/>
                <a:gdLst>
                  <a:gd name="csX0" fmla="*/ 10125 w 58448"/>
                  <a:gd name="csY0" fmla="*/ 5985 h 20290"/>
                  <a:gd name="csX1" fmla="*/ 896 w 58448"/>
                  <a:gd name="csY1" fmla="*/ 15207 h 20290"/>
                  <a:gd name="csX2" fmla="*/ 14735 w 58448"/>
                  <a:gd name="csY2" fmla="*/ 20741 h 20290"/>
                  <a:gd name="csX3" fmla="*/ 39349 w 58448"/>
                  <a:gd name="csY3" fmla="*/ 17977 h 20290"/>
                  <a:gd name="csX4" fmla="*/ 48577 w 58448"/>
                  <a:gd name="csY4" fmla="*/ 10596 h 20290"/>
                  <a:gd name="csX5" fmla="*/ 59345 w 58448"/>
                  <a:gd name="csY5" fmla="*/ 7832 h 20290"/>
                  <a:gd name="csX6" fmla="*/ 59345 w 58448"/>
                  <a:gd name="csY6" fmla="*/ 3215 h 20290"/>
                  <a:gd name="csX7" fmla="*/ 53195 w 58448"/>
                  <a:gd name="csY7" fmla="*/ 451 h 20290"/>
                  <a:gd name="csX8" fmla="*/ 31660 w 58448"/>
                  <a:gd name="csY8" fmla="*/ 5062 h 20290"/>
                  <a:gd name="csX9" fmla="*/ 10125 w 58448"/>
                  <a:gd name="csY9" fmla="*/ 5985 h 2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448" h="20290">
                    <a:moveTo>
                      <a:pt x="10125" y="5985"/>
                    </a:moveTo>
                    <a:lnTo>
                      <a:pt x="896" y="15207"/>
                    </a:lnTo>
                    <a:lnTo>
                      <a:pt x="14735" y="20741"/>
                    </a:lnTo>
                    <a:lnTo>
                      <a:pt x="39349" y="17977"/>
                    </a:lnTo>
                    <a:lnTo>
                      <a:pt x="48577" y="10596"/>
                    </a:lnTo>
                    <a:lnTo>
                      <a:pt x="59345" y="7832"/>
                    </a:lnTo>
                    <a:lnTo>
                      <a:pt x="59345" y="3215"/>
                    </a:lnTo>
                    <a:lnTo>
                      <a:pt x="53195" y="451"/>
                    </a:lnTo>
                    <a:lnTo>
                      <a:pt x="31660" y="5062"/>
                    </a:lnTo>
                    <a:lnTo>
                      <a:pt x="10125" y="5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5" name="Forme libre : forme 1183">
                <a:extLst>
                  <a:ext uri="{FF2B5EF4-FFF2-40B4-BE49-F238E27FC236}">
                    <a16:creationId xmlns:a16="http://schemas.microsoft.com/office/drawing/2014/main" id="{2F2EB2A2-3FCE-0219-7BB8-224CBE09FCD7}"/>
                  </a:ext>
                </a:extLst>
              </p:cNvPr>
              <p:cNvSpPr/>
              <p:nvPr/>
            </p:nvSpPr>
            <p:spPr>
              <a:xfrm>
                <a:off x="2883398" y="2389902"/>
                <a:ext cx="219969" cy="155897"/>
              </a:xfrm>
              <a:custGeom>
                <a:avLst/>
                <a:gdLst>
                  <a:gd name="csX0" fmla="*/ 48399 w 219969"/>
                  <a:gd name="csY0" fmla="*/ 136860 h 155897"/>
                  <a:gd name="csX1" fmla="*/ 51477 w 219969"/>
                  <a:gd name="csY1" fmla="*/ 155310 h 155897"/>
                  <a:gd name="csX2" fmla="*/ 63777 w 219969"/>
                  <a:gd name="csY2" fmla="*/ 156234 h 155897"/>
                  <a:gd name="csX3" fmla="*/ 76084 w 219969"/>
                  <a:gd name="csY3" fmla="*/ 149776 h 155897"/>
                  <a:gd name="csX4" fmla="*/ 93008 w 219969"/>
                  <a:gd name="csY4" fmla="*/ 137784 h 155897"/>
                  <a:gd name="csX5" fmla="*/ 99158 w 219969"/>
                  <a:gd name="csY5" fmla="*/ 141471 h 155897"/>
                  <a:gd name="csX6" fmla="*/ 114543 w 219969"/>
                  <a:gd name="csY6" fmla="*/ 132250 h 155897"/>
                  <a:gd name="csX7" fmla="*/ 114543 w 219969"/>
                  <a:gd name="csY7" fmla="*/ 110112 h 155897"/>
                  <a:gd name="csX8" fmla="*/ 126843 w 219969"/>
                  <a:gd name="csY8" fmla="*/ 104578 h 155897"/>
                  <a:gd name="csX9" fmla="*/ 131461 w 219969"/>
                  <a:gd name="csY9" fmla="*/ 108265 h 155897"/>
                  <a:gd name="csX10" fmla="*/ 137611 w 219969"/>
                  <a:gd name="csY10" fmla="*/ 105495 h 155897"/>
                  <a:gd name="csX11" fmla="*/ 140689 w 219969"/>
                  <a:gd name="csY11" fmla="*/ 93503 h 155897"/>
                  <a:gd name="csX12" fmla="*/ 160685 w 219969"/>
                  <a:gd name="csY12" fmla="*/ 82434 h 155897"/>
                  <a:gd name="csX13" fmla="*/ 169914 w 219969"/>
                  <a:gd name="csY13" fmla="*/ 76900 h 155897"/>
                  <a:gd name="csX14" fmla="*/ 205295 w 219969"/>
                  <a:gd name="csY14" fmla="*/ 60297 h 155897"/>
                  <a:gd name="csX15" fmla="*/ 211452 w 219969"/>
                  <a:gd name="csY15" fmla="*/ 55686 h 155897"/>
                  <a:gd name="csX16" fmla="*/ 220680 w 219969"/>
                  <a:gd name="csY16" fmla="*/ 53839 h 155897"/>
                  <a:gd name="csX17" fmla="*/ 219141 w 219969"/>
                  <a:gd name="csY17" fmla="*/ 45541 h 155897"/>
                  <a:gd name="csX18" fmla="*/ 177610 w 219969"/>
                  <a:gd name="csY18" fmla="*/ 16023 h 155897"/>
                  <a:gd name="csX19" fmla="*/ 151457 w 219969"/>
                  <a:gd name="csY19" fmla="*/ 17863 h 155897"/>
                  <a:gd name="csX20" fmla="*/ 149918 w 219969"/>
                  <a:gd name="csY20" fmla="*/ 24321 h 155897"/>
                  <a:gd name="csX21" fmla="*/ 143768 w 219969"/>
                  <a:gd name="csY21" fmla="*/ 27091 h 155897"/>
                  <a:gd name="csX22" fmla="*/ 142229 w 219969"/>
                  <a:gd name="csY22" fmla="*/ 17863 h 155897"/>
                  <a:gd name="csX23" fmla="*/ 136079 w 219969"/>
                  <a:gd name="csY23" fmla="*/ 17863 h 155897"/>
                  <a:gd name="csX24" fmla="*/ 129922 w 219969"/>
                  <a:gd name="csY24" fmla="*/ 23397 h 155897"/>
                  <a:gd name="csX25" fmla="*/ 125311 w 219969"/>
                  <a:gd name="csY25" fmla="*/ 17863 h 155897"/>
                  <a:gd name="csX26" fmla="*/ 102237 w 219969"/>
                  <a:gd name="csY26" fmla="*/ 1260 h 155897"/>
                  <a:gd name="csX27" fmla="*/ 83780 w 219969"/>
                  <a:gd name="csY27" fmla="*/ 336 h 155897"/>
                  <a:gd name="csX28" fmla="*/ 71473 w 219969"/>
                  <a:gd name="csY28" fmla="*/ 4947 h 155897"/>
                  <a:gd name="csX29" fmla="*/ 23792 w 219969"/>
                  <a:gd name="csY29" fmla="*/ 8641 h 155897"/>
                  <a:gd name="csX30" fmla="*/ 39170 w 219969"/>
                  <a:gd name="csY30" fmla="*/ 42771 h 155897"/>
                  <a:gd name="csX31" fmla="*/ 19174 w 219969"/>
                  <a:gd name="csY31" fmla="*/ 58450 h 155897"/>
                  <a:gd name="csX32" fmla="*/ 19174 w 219969"/>
                  <a:gd name="csY32" fmla="*/ 66755 h 155897"/>
                  <a:gd name="csX33" fmla="*/ 29942 w 219969"/>
                  <a:gd name="csY33" fmla="*/ 71366 h 155897"/>
                  <a:gd name="csX34" fmla="*/ 20713 w 219969"/>
                  <a:gd name="csY34" fmla="*/ 76900 h 155897"/>
                  <a:gd name="csX35" fmla="*/ 13017 w 219969"/>
                  <a:gd name="csY35" fmla="*/ 75976 h 155897"/>
                  <a:gd name="csX36" fmla="*/ 13017 w 219969"/>
                  <a:gd name="csY36" fmla="*/ 84281 h 155897"/>
                  <a:gd name="csX37" fmla="*/ 19174 w 219969"/>
                  <a:gd name="csY37" fmla="*/ 88892 h 155897"/>
                  <a:gd name="csX38" fmla="*/ 20713 w 219969"/>
                  <a:gd name="csY38" fmla="*/ 94426 h 155897"/>
                  <a:gd name="csX39" fmla="*/ 2250 w 219969"/>
                  <a:gd name="csY39" fmla="*/ 103655 h 155897"/>
                  <a:gd name="csX40" fmla="*/ 711 w 219969"/>
                  <a:gd name="csY40" fmla="*/ 119334 h 155897"/>
                  <a:gd name="csX41" fmla="*/ 11485 w 219969"/>
                  <a:gd name="csY41" fmla="*/ 120258 h 155897"/>
                  <a:gd name="csX42" fmla="*/ 48399 w 219969"/>
                  <a:gd name="csY42" fmla="*/ 136860 h 155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19969" h="155897">
                    <a:moveTo>
                      <a:pt x="48399" y="136860"/>
                    </a:moveTo>
                    <a:lnTo>
                      <a:pt x="51477" y="155310"/>
                    </a:lnTo>
                    <a:lnTo>
                      <a:pt x="63777" y="156234"/>
                    </a:lnTo>
                    <a:lnTo>
                      <a:pt x="76084" y="149776"/>
                    </a:lnTo>
                    <a:lnTo>
                      <a:pt x="93008" y="137784"/>
                    </a:lnTo>
                    <a:lnTo>
                      <a:pt x="99158" y="141471"/>
                    </a:lnTo>
                    <a:lnTo>
                      <a:pt x="114543" y="132250"/>
                    </a:lnTo>
                    <a:lnTo>
                      <a:pt x="114543" y="110112"/>
                    </a:lnTo>
                    <a:lnTo>
                      <a:pt x="126843" y="104578"/>
                    </a:lnTo>
                    <a:lnTo>
                      <a:pt x="131461" y="108265"/>
                    </a:lnTo>
                    <a:lnTo>
                      <a:pt x="137611" y="105495"/>
                    </a:lnTo>
                    <a:lnTo>
                      <a:pt x="140689" y="93503"/>
                    </a:lnTo>
                    <a:lnTo>
                      <a:pt x="160685" y="82434"/>
                    </a:lnTo>
                    <a:lnTo>
                      <a:pt x="169914" y="76900"/>
                    </a:lnTo>
                    <a:lnTo>
                      <a:pt x="205295" y="60297"/>
                    </a:lnTo>
                    <a:lnTo>
                      <a:pt x="211452" y="55686"/>
                    </a:lnTo>
                    <a:lnTo>
                      <a:pt x="220680" y="53839"/>
                    </a:lnTo>
                    <a:lnTo>
                      <a:pt x="219141" y="45541"/>
                    </a:lnTo>
                    <a:lnTo>
                      <a:pt x="177610" y="16023"/>
                    </a:lnTo>
                    <a:lnTo>
                      <a:pt x="151457" y="17863"/>
                    </a:lnTo>
                    <a:lnTo>
                      <a:pt x="149918" y="24321"/>
                    </a:lnTo>
                    <a:lnTo>
                      <a:pt x="143768" y="27091"/>
                    </a:lnTo>
                    <a:lnTo>
                      <a:pt x="142229" y="17863"/>
                    </a:lnTo>
                    <a:lnTo>
                      <a:pt x="136079" y="17863"/>
                    </a:lnTo>
                    <a:lnTo>
                      <a:pt x="129922" y="23397"/>
                    </a:lnTo>
                    <a:lnTo>
                      <a:pt x="125311" y="17863"/>
                    </a:lnTo>
                    <a:lnTo>
                      <a:pt x="102237" y="1260"/>
                    </a:lnTo>
                    <a:lnTo>
                      <a:pt x="83780" y="336"/>
                    </a:lnTo>
                    <a:lnTo>
                      <a:pt x="71473" y="4947"/>
                    </a:lnTo>
                    <a:lnTo>
                      <a:pt x="23792" y="8641"/>
                    </a:lnTo>
                    <a:lnTo>
                      <a:pt x="39170" y="42771"/>
                    </a:lnTo>
                    <a:lnTo>
                      <a:pt x="19174" y="58450"/>
                    </a:lnTo>
                    <a:lnTo>
                      <a:pt x="19174" y="66755"/>
                    </a:lnTo>
                    <a:lnTo>
                      <a:pt x="29942" y="71366"/>
                    </a:lnTo>
                    <a:lnTo>
                      <a:pt x="20713" y="76900"/>
                    </a:lnTo>
                    <a:lnTo>
                      <a:pt x="13017" y="75976"/>
                    </a:lnTo>
                    <a:lnTo>
                      <a:pt x="13017" y="84281"/>
                    </a:lnTo>
                    <a:lnTo>
                      <a:pt x="19174" y="88892"/>
                    </a:lnTo>
                    <a:lnTo>
                      <a:pt x="20713" y="94426"/>
                    </a:lnTo>
                    <a:lnTo>
                      <a:pt x="2250" y="103655"/>
                    </a:lnTo>
                    <a:lnTo>
                      <a:pt x="711" y="119334"/>
                    </a:lnTo>
                    <a:lnTo>
                      <a:pt x="11485" y="120258"/>
                    </a:lnTo>
                    <a:lnTo>
                      <a:pt x="48399" y="1368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6" name="Forme libre : forme 1184">
                <a:extLst>
                  <a:ext uri="{FF2B5EF4-FFF2-40B4-BE49-F238E27FC236}">
                    <a16:creationId xmlns:a16="http://schemas.microsoft.com/office/drawing/2014/main" id="{8F97CD31-0128-3FE5-3BC8-EA8871467DDB}"/>
                  </a:ext>
                </a:extLst>
              </p:cNvPr>
              <p:cNvSpPr/>
              <p:nvPr/>
            </p:nvSpPr>
            <p:spPr>
              <a:xfrm>
                <a:off x="3387929" y="2425885"/>
                <a:ext cx="136907" cy="111616"/>
              </a:xfrm>
              <a:custGeom>
                <a:avLst/>
                <a:gdLst>
                  <a:gd name="csX0" fmla="*/ 131761 w 136907"/>
                  <a:gd name="csY0" fmla="*/ 57543 h 111616"/>
                  <a:gd name="csX1" fmla="*/ 130222 w 136907"/>
                  <a:gd name="csY1" fmla="*/ 54779 h 111616"/>
                  <a:gd name="csX2" fmla="*/ 116376 w 136907"/>
                  <a:gd name="csY2" fmla="*/ 53856 h 111616"/>
                  <a:gd name="csX3" fmla="*/ 116376 w 136907"/>
                  <a:gd name="csY3" fmla="*/ 44628 h 111616"/>
                  <a:gd name="csX4" fmla="*/ 110226 w 136907"/>
                  <a:gd name="csY4" fmla="*/ 41864 h 111616"/>
                  <a:gd name="csX5" fmla="*/ 91769 w 136907"/>
                  <a:gd name="csY5" fmla="*/ 42780 h 111616"/>
                  <a:gd name="csX6" fmla="*/ 96380 w 136907"/>
                  <a:gd name="csY6" fmla="*/ 35406 h 111616"/>
                  <a:gd name="csX7" fmla="*/ 110226 w 136907"/>
                  <a:gd name="csY7" fmla="*/ 19720 h 111616"/>
                  <a:gd name="csX8" fmla="*/ 111765 w 136907"/>
                  <a:gd name="csY8" fmla="*/ 16032 h 111616"/>
                  <a:gd name="csX9" fmla="*/ 119454 w 136907"/>
                  <a:gd name="csY9" fmla="*/ 12345 h 111616"/>
                  <a:gd name="csX10" fmla="*/ 124072 w 136907"/>
                  <a:gd name="csY10" fmla="*/ 2193 h 111616"/>
                  <a:gd name="csX11" fmla="*/ 107148 w 136907"/>
                  <a:gd name="csY11" fmla="*/ 2193 h 111616"/>
                  <a:gd name="csX12" fmla="*/ 88691 w 136907"/>
                  <a:gd name="csY12" fmla="*/ 7734 h 111616"/>
                  <a:gd name="csX13" fmla="*/ 74852 w 136907"/>
                  <a:gd name="csY13" fmla="*/ 6804 h 111616"/>
                  <a:gd name="csX14" fmla="*/ 64084 w 136907"/>
                  <a:gd name="csY14" fmla="*/ 1277 h 111616"/>
                  <a:gd name="csX15" fmla="*/ 50238 w 136907"/>
                  <a:gd name="csY15" fmla="*/ 4964 h 111616"/>
                  <a:gd name="csX16" fmla="*/ 44088 w 136907"/>
                  <a:gd name="csY16" fmla="*/ 353 h 111616"/>
                  <a:gd name="csX17" fmla="*/ 36392 w 136907"/>
                  <a:gd name="csY17" fmla="*/ 2193 h 111616"/>
                  <a:gd name="csX18" fmla="*/ 37931 w 136907"/>
                  <a:gd name="csY18" fmla="*/ 11422 h 111616"/>
                  <a:gd name="csX19" fmla="*/ 45620 w 136907"/>
                  <a:gd name="csY19" fmla="*/ 16032 h 111616"/>
                  <a:gd name="csX20" fmla="*/ 34860 w 136907"/>
                  <a:gd name="csY20" fmla="*/ 17873 h 111616"/>
                  <a:gd name="csX21" fmla="*/ 34860 w 136907"/>
                  <a:gd name="csY21" fmla="*/ 23407 h 111616"/>
                  <a:gd name="csX22" fmla="*/ 41010 w 136907"/>
                  <a:gd name="csY22" fmla="*/ 28948 h 111616"/>
                  <a:gd name="csX23" fmla="*/ 53316 w 136907"/>
                  <a:gd name="csY23" fmla="*/ 29872 h 111616"/>
                  <a:gd name="csX24" fmla="*/ 54849 w 136907"/>
                  <a:gd name="csY24" fmla="*/ 32635 h 111616"/>
                  <a:gd name="csX25" fmla="*/ 48699 w 136907"/>
                  <a:gd name="csY25" fmla="*/ 34482 h 111616"/>
                  <a:gd name="csX26" fmla="*/ 56388 w 136907"/>
                  <a:gd name="csY26" fmla="*/ 49238 h 111616"/>
                  <a:gd name="csX27" fmla="*/ 44088 w 136907"/>
                  <a:gd name="csY27" fmla="*/ 52932 h 111616"/>
                  <a:gd name="csX28" fmla="*/ 39470 w 136907"/>
                  <a:gd name="csY28" fmla="*/ 54773 h 111616"/>
                  <a:gd name="csX29" fmla="*/ 17935 w 136907"/>
                  <a:gd name="csY29" fmla="*/ 40017 h 111616"/>
                  <a:gd name="csX30" fmla="*/ 4089 w 136907"/>
                  <a:gd name="csY30" fmla="*/ 40940 h 111616"/>
                  <a:gd name="csX31" fmla="*/ 1011 w 136907"/>
                  <a:gd name="csY31" fmla="*/ 52009 h 111616"/>
                  <a:gd name="csX32" fmla="*/ 5628 w 136907"/>
                  <a:gd name="csY32" fmla="*/ 61230 h 111616"/>
                  <a:gd name="csX33" fmla="*/ 22546 w 136907"/>
                  <a:gd name="csY33" fmla="*/ 69535 h 111616"/>
                  <a:gd name="csX34" fmla="*/ 25624 w 136907"/>
                  <a:gd name="csY34" fmla="*/ 74146 h 111616"/>
                  <a:gd name="csX35" fmla="*/ 42542 w 136907"/>
                  <a:gd name="csY35" fmla="*/ 76910 h 111616"/>
                  <a:gd name="csX36" fmla="*/ 48699 w 136907"/>
                  <a:gd name="csY36" fmla="*/ 84291 h 111616"/>
                  <a:gd name="csX37" fmla="*/ 62545 w 136907"/>
                  <a:gd name="csY37" fmla="*/ 87985 h 111616"/>
                  <a:gd name="csX38" fmla="*/ 74845 w 136907"/>
                  <a:gd name="csY38" fmla="*/ 111969 h 111616"/>
                  <a:gd name="csX39" fmla="*/ 97919 w 136907"/>
                  <a:gd name="csY39" fmla="*/ 108275 h 111616"/>
                  <a:gd name="csX40" fmla="*/ 97919 w 136907"/>
                  <a:gd name="csY40" fmla="*/ 101818 h 111616"/>
                  <a:gd name="csX41" fmla="*/ 90230 w 136907"/>
                  <a:gd name="csY41" fmla="*/ 99054 h 111616"/>
                  <a:gd name="csX42" fmla="*/ 90230 w 136907"/>
                  <a:gd name="csY42" fmla="*/ 92596 h 111616"/>
                  <a:gd name="csX43" fmla="*/ 104069 w 136907"/>
                  <a:gd name="csY43" fmla="*/ 99054 h 111616"/>
                  <a:gd name="csX44" fmla="*/ 128683 w 136907"/>
                  <a:gd name="csY44" fmla="*/ 93519 h 111616"/>
                  <a:gd name="csX45" fmla="*/ 133300 w 136907"/>
                  <a:gd name="csY45" fmla="*/ 84291 h 111616"/>
                  <a:gd name="csX46" fmla="*/ 128683 w 136907"/>
                  <a:gd name="csY46" fmla="*/ 71382 h 111616"/>
                  <a:gd name="csX47" fmla="*/ 137918 w 136907"/>
                  <a:gd name="csY47" fmla="*/ 64924 h 111616"/>
                  <a:gd name="csX48" fmla="*/ 131761 w 136907"/>
                  <a:gd name="csY48" fmla="*/ 57543 h 111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36907" h="111616">
                    <a:moveTo>
                      <a:pt x="131761" y="57543"/>
                    </a:moveTo>
                    <a:lnTo>
                      <a:pt x="130222" y="54779"/>
                    </a:lnTo>
                    <a:lnTo>
                      <a:pt x="116376" y="53856"/>
                    </a:lnTo>
                    <a:lnTo>
                      <a:pt x="116376" y="44628"/>
                    </a:lnTo>
                    <a:lnTo>
                      <a:pt x="110226" y="41864"/>
                    </a:lnTo>
                    <a:lnTo>
                      <a:pt x="91769" y="42780"/>
                    </a:lnTo>
                    <a:lnTo>
                      <a:pt x="96380" y="35406"/>
                    </a:lnTo>
                    <a:lnTo>
                      <a:pt x="110226" y="19720"/>
                    </a:lnTo>
                    <a:lnTo>
                      <a:pt x="111765" y="16032"/>
                    </a:lnTo>
                    <a:lnTo>
                      <a:pt x="119454" y="12345"/>
                    </a:lnTo>
                    <a:lnTo>
                      <a:pt x="124072" y="2193"/>
                    </a:lnTo>
                    <a:lnTo>
                      <a:pt x="107148" y="2193"/>
                    </a:lnTo>
                    <a:lnTo>
                      <a:pt x="88691" y="7734"/>
                    </a:lnTo>
                    <a:lnTo>
                      <a:pt x="74852" y="6804"/>
                    </a:lnTo>
                    <a:lnTo>
                      <a:pt x="64084" y="1277"/>
                    </a:lnTo>
                    <a:lnTo>
                      <a:pt x="50238" y="4964"/>
                    </a:lnTo>
                    <a:lnTo>
                      <a:pt x="44088" y="353"/>
                    </a:lnTo>
                    <a:lnTo>
                      <a:pt x="36392" y="2193"/>
                    </a:lnTo>
                    <a:lnTo>
                      <a:pt x="37931" y="11422"/>
                    </a:lnTo>
                    <a:lnTo>
                      <a:pt x="45620" y="16032"/>
                    </a:lnTo>
                    <a:lnTo>
                      <a:pt x="34860" y="17873"/>
                    </a:lnTo>
                    <a:lnTo>
                      <a:pt x="34860" y="23407"/>
                    </a:lnTo>
                    <a:lnTo>
                      <a:pt x="41010" y="28948"/>
                    </a:lnTo>
                    <a:lnTo>
                      <a:pt x="53316" y="29872"/>
                    </a:lnTo>
                    <a:lnTo>
                      <a:pt x="54849" y="32635"/>
                    </a:lnTo>
                    <a:lnTo>
                      <a:pt x="48699" y="34482"/>
                    </a:lnTo>
                    <a:lnTo>
                      <a:pt x="56388" y="49238"/>
                    </a:lnTo>
                    <a:lnTo>
                      <a:pt x="44088" y="52932"/>
                    </a:lnTo>
                    <a:lnTo>
                      <a:pt x="39470" y="54773"/>
                    </a:lnTo>
                    <a:lnTo>
                      <a:pt x="17935" y="40017"/>
                    </a:lnTo>
                    <a:lnTo>
                      <a:pt x="4089" y="40940"/>
                    </a:lnTo>
                    <a:lnTo>
                      <a:pt x="1011" y="52009"/>
                    </a:lnTo>
                    <a:lnTo>
                      <a:pt x="5628" y="61230"/>
                    </a:lnTo>
                    <a:lnTo>
                      <a:pt x="22546" y="69535"/>
                    </a:lnTo>
                    <a:lnTo>
                      <a:pt x="25624" y="74146"/>
                    </a:lnTo>
                    <a:lnTo>
                      <a:pt x="42542" y="76910"/>
                    </a:lnTo>
                    <a:lnTo>
                      <a:pt x="48699" y="84291"/>
                    </a:lnTo>
                    <a:lnTo>
                      <a:pt x="62545" y="87985"/>
                    </a:lnTo>
                    <a:lnTo>
                      <a:pt x="74845" y="111969"/>
                    </a:lnTo>
                    <a:lnTo>
                      <a:pt x="97919" y="108275"/>
                    </a:lnTo>
                    <a:lnTo>
                      <a:pt x="97919" y="101818"/>
                    </a:lnTo>
                    <a:lnTo>
                      <a:pt x="90230" y="99054"/>
                    </a:lnTo>
                    <a:lnTo>
                      <a:pt x="90230" y="92596"/>
                    </a:lnTo>
                    <a:lnTo>
                      <a:pt x="104069" y="99054"/>
                    </a:lnTo>
                    <a:lnTo>
                      <a:pt x="128683" y="93519"/>
                    </a:lnTo>
                    <a:lnTo>
                      <a:pt x="133300" y="84291"/>
                    </a:lnTo>
                    <a:lnTo>
                      <a:pt x="128683" y="71382"/>
                    </a:lnTo>
                    <a:lnTo>
                      <a:pt x="137918" y="64924"/>
                    </a:lnTo>
                    <a:lnTo>
                      <a:pt x="131761" y="575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7" name="Forme libre : forme 1185">
                <a:extLst>
                  <a:ext uri="{FF2B5EF4-FFF2-40B4-BE49-F238E27FC236}">
                    <a16:creationId xmlns:a16="http://schemas.microsoft.com/office/drawing/2014/main" id="{C52EBEF2-6624-CB4B-F6EC-A6EFD5F00E59}"/>
                  </a:ext>
                </a:extLst>
              </p:cNvPr>
              <p:cNvSpPr/>
              <p:nvPr/>
            </p:nvSpPr>
            <p:spPr>
              <a:xfrm>
                <a:off x="3450988" y="2595615"/>
                <a:ext cx="90751" cy="45197"/>
              </a:xfrm>
              <a:custGeom>
                <a:avLst/>
                <a:gdLst>
                  <a:gd name="csX0" fmla="*/ 45636 w 90751"/>
                  <a:gd name="csY0" fmla="*/ 1363 h 45197"/>
                  <a:gd name="csX1" fmla="*/ 37946 w 90751"/>
                  <a:gd name="csY1" fmla="*/ 440 h 45197"/>
                  <a:gd name="csX2" fmla="*/ 28718 w 90751"/>
                  <a:gd name="csY2" fmla="*/ 5974 h 45197"/>
                  <a:gd name="csX3" fmla="*/ 27179 w 90751"/>
                  <a:gd name="csY3" fmla="*/ 16126 h 45197"/>
                  <a:gd name="csX4" fmla="*/ 1026 w 90751"/>
                  <a:gd name="csY4" fmla="*/ 26271 h 45197"/>
                  <a:gd name="csX5" fmla="*/ 5644 w 90751"/>
                  <a:gd name="csY5" fmla="*/ 33645 h 45197"/>
                  <a:gd name="csX6" fmla="*/ 19483 w 90751"/>
                  <a:gd name="csY6" fmla="*/ 34569 h 45197"/>
                  <a:gd name="csX7" fmla="*/ 42557 w 90751"/>
                  <a:gd name="csY7" fmla="*/ 38263 h 45197"/>
                  <a:gd name="csX8" fmla="*/ 59475 w 90751"/>
                  <a:gd name="csY8" fmla="*/ 45638 h 45197"/>
                  <a:gd name="csX9" fmla="*/ 68703 w 90751"/>
                  <a:gd name="csY9" fmla="*/ 45638 h 45197"/>
                  <a:gd name="csX10" fmla="*/ 82549 w 90751"/>
                  <a:gd name="csY10" fmla="*/ 39187 h 45197"/>
                  <a:gd name="csX11" fmla="*/ 91778 w 90751"/>
                  <a:gd name="csY11" fmla="*/ 34569 h 45197"/>
                  <a:gd name="csX12" fmla="*/ 71788 w 90751"/>
                  <a:gd name="csY12" fmla="*/ 19813 h 45197"/>
                  <a:gd name="csX13" fmla="*/ 70249 w 90751"/>
                  <a:gd name="csY13" fmla="*/ 16126 h 45197"/>
                  <a:gd name="csX14" fmla="*/ 62553 w 90751"/>
                  <a:gd name="csY14" fmla="*/ 13355 h 45197"/>
                  <a:gd name="csX15" fmla="*/ 57942 w 90751"/>
                  <a:gd name="csY15" fmla="*/ 7821 h 45197"/>
                  <a:gd name="csX16" fmla="*/ 45636 w 90751"/>
                  <a:gd name="csY16" fmla="*/ 1363 h 451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0751" h="45197">
                    <a:moveTo>
                      <a:pt x="45636" y="1363"/>
                    </a:moveTo>
                    <a:lnTo>
                      <a:pt x="37946" y="440"/>
                    </a:lnTo>
                    <a:lnTo>
                      <a:pt x="28718" y="5974"/>
                    </a:lnTo>
                    <a:lnTo>
                      <a:pt x="27179" y="16126"/>
                    </a:lnTo>
                    <a:lnTo>
                      <a:pt x="1026" y="26271"/>
                    </a:lnTo>
                    <a:lnTo>
                      <a:pt x="5644" y="33645"/>
                    </a:lnTo>
                    <a:lnTo>
                      <a:pt x="19483" y="34569"/>
                    </a:lnTo>
                    <a:lnTo>
                      <a:pt x="42557" y="38263"/>
                    </a:lnTo>
                    <a:lnTo>
                      <a:pt x="59475" y="45638"/>
                    </a:lnTo>
                    <a:lnTo>
                      <a:pt x="68703" y="45638"/>
                    </a:lnTo>
                    <a:lnTo>
                      <a:pt x="82549" y="39187"/>
                    </a:lnTo>
                    <a:lnTo>
                      <a:pt x="91778" y="34569"/>
                    </a:lnTo>
                    <a:lnTo>
                      <a:pt x="71788" y="19813"/>
                    </a:lnTo>
                    <a:lnTo>
                      <a:pt x="70249" y="16126"/>
                    </a:lnTo>
                    <a:lnTo>
                      <a:pt x="62553" y="13355"/>
                    </a:lnTo>
                    <a:lnTo>
                      <a:pt x="57942" y="7821"/>
                    </a:lnTo>
                    <a:lnTo>
                      <a:pt x="45636" y="1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8" name="Forme libre : forme 1186">
                <a:extLst>
                  <a:ext uri="{FF2B5EF4-FFF2-40B4-BE49-F238E27FC236}">
                    <a16:creationId xmlns:a16="http://schemas.microsoft.com/office/drawing/2014/main" id="{8D39DE1D-AFA8-F97E-BB48-FCF25D12B819}"/>
                  </a:ext>
                </a:extLst>
              </p:cNvPr>
              <p:cNvSpPr/>
              <p:nvPr/>
            </p:nvSpPr>
            <p:spPr>
              <a:xfrm>
                <a:off x="3427921" y="2626057"/>
                <a:ext cx="9228" cy="8304"/>
              </a:xfrm>
              <a:custGeom>
                <a:avLst/>
                <a:gdLst>
                  <a:gd name="csX0" fmla="*/ 987 w 9228"/>
                  <a:gd name="csY0" fmla="*/ 5978 h 8304"/>
                  <a:gd name="csX1" fmla="*/ 4065 w 9228"/>
                  <a:gd name="csY1" fmla="*/ 8748 h 8304"/>
                  <a:gd name="csX2" fmla="*/ 10215 w 9228"/>
                  <a:gd name="csY2" fmla="*/ 5978 h 8304"/>
                  <a:gd name="csX3" fmla="*/ 10215 w 9228"/>
                  <a:gd name="csY3" fmla="*/ 444 h 8304"/>
                  <a:gd name="csX4" fmla="*/ 4065 w 9228"/>
                  <a:gd name="csY4" fmla="*/ 2291 h 8304"/>
                  <a:gd name="csX5" fmla="*/ 987 w 9228"/>
                  <a:gd name="csY5" fmla="*/ 5978 h 8304"/>
                </a:gdLst>
                <a:ahLst/>
                <a:cxnLst>
                  <a:cxn ang="0">
                    <a:pos x="csX0" y="csY0"/>
                  </a:cxn>
                  <a:cxn ang="0">
                    <a:pos x="csX1" y="csY1"/>
                  </a:cxn>
                  <a:cxn ang="0">
                    <a:pos x="csX2" y="csY2"/>
                  </a:cxn>
                  <a:cxn ang="0">
                    <a:pos x="csX3" y="csY3"/>
                  </a:cxn>
                  <a:cxn ang="0">
                    <a:pos x="csX4" y="csY4"/>
                  </a:cxn>
                  <a:cxn ang="0">
                    <a:pos x="csX5" y="csY5"/>
                  </a:cxn>
                </a:cxnLst>
                <a:rect l="l" t="t" r="r" b="b"/>
                <a:pathLst>
                  <a:path w="9228" h="8304">
                    <a:moveTo>
                      <a:pt x="987" y="5978"/>
                    </a:moveTo>
                    <a:lnTo>
                      <a:pt x="4065" y="8748"/>
                    </a:lnTo>
                    <a:lnTo>
                      <a:pt x="10215" y="5978"/>
                    </a:lnTo>
                    <a:lnTo>
                      <a:pt x="10215" y="444"/>
                    </a:lnTo>
                    <a:lnTo>
                      <a:pt x="4065" y="2291"/>
                    </a:lnTo>
                    <a:lnTo>
                      <a:pt x="987" y="5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09" name="Forme libre : forme 1187">
                <a:extLst>
                  <a:ext uri="{FF2B5EF4-FFF2-40B4-BE49-F238E27FC236}">
                    <a16:creationId xmlns:a16="http://schemas.microsoft.com/office/drawing/2014/main" id="{767633FA-FFF0-3D09-FA10-87198AB63686}"/>
                  </a:ext>
                </a:extLst>
              </p:cNvPr>
              <p:cNvSpPr/>
              <p:nvPr/>
            </p:nvSpPr>
            <p:spPr>
              <a:xfrm>
                <a:off x="3394079" y="2632508"/>
                <a:ext cx="15385" cy="8304"/>
              </a:xfrm>
              <a:custGeom>
                <a:avLst/>
                <a:gdLst>
                  <a:gd name="csX0" fmla="*/ 967 w 15385"/>
                  <a:gd name="csY0" fmla="*/ 2295 h 8304"/>
                  <a:gd name="csX1" fmla="*/ 967 w 15385"/>
                  <a:gd name="csY1" fmla="*/ 5982 h 8304"/>
                  <a:gd name="csX2" fmla="*/ 7124 w 15385"/>
                  <a:gd name="csY2" fmla="*/ 8753 h 8304"/>
                  <a:gd name="csX3" fmla="*/ 16353 w 15385"/>
                  <a:gd name="csY3" fmla="*/ 4142 h 8304"/>
                  <a:gd name="csX4" fmla="*/ 16353 w 15385"/>
                  <a:gd name="csY4" fmla="*/ 448 h 8304"/>
                  <a:gd name="csX5" fmla="*/ 8657 w 15385"/>
                  <a:gd name="csY5" fmla="*/ 448 h 8304"/>
                  <a:gd name="csX6" fmla="*/ 967 w 15385"/>
                  <a:gd name="csY6" fmla="*/ 2295 h 83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8304">
                    <a:moveTo>
                      <a:pt x="967" y="2295"/>
                    </a:moveTo>
                    <a:lnTo>
                      <a:pt x="967" y="5982"/>
                    </a:lnTo>
                    <a:lnTo>
                      <a:pt x="7124" y="8753"/>
                    </a:lnTo>
                    <a:lnTo>
                      <a:pt x="16353" y="4142"/>
                    </a:lnTo>
                    <a:lnTo>
                      <a:pt x="16353" y="448"/>
                    </a:lnTo>
                    <a:lnTo>
                      <a:pt x="8657" y="448"/>
                    </a:lnTo>
                    <a:lnTo>
                      <a:pt x="967" y="22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0" name="Forme libre : forme 1188">
                <a:extLst>
                  <a:ext uri="{FF2B5EF4-FFF2-40B4-BE49-F238E27FC236}">
                    <a16:creationId xmlns:a16="http://schemas.microsoft.com/office/drawing/2014/main" id="{5A27C6E9-C144-53E8-0287-DFE606C84A6C}"/>
                  </a:ext>
                </a:extLst>
              </p:cNvPr>
              <p:cNvSpPr/>
              <p:nvPr/>
            </p:nvSpPr>
            <p:spPr>
              <a:xfrm>
                <a:off x="3332551" y="2640813"/>
                <a:ext cx="16917" cy="4610"/>
              </a:xfrm>
              <a:custGeom>
                <a:avLst/>
                <a:gdLst>
                  <a:gd name="csX0" fmla="*/ 930 w 16917"/>
                  <a:gd name="csY0" fmla="*/ 1375 h 4610"/>
                  <a:gd name="csX1" fmla="*/ 2469 w 16917"/>
                  <a:gd name="csY1" fmla="*/ 4139 h 4610"/>
                  <a:gd name="csX2" fmla="*/ 11698 w 16917"/>
                  <a:gd name="csY2" fmla="*/ 5063 h 4610"/>
                  <a:gd name="csX3" fmla="*/ 17848 w 16917"/>
                  <a:gd name="csY3" fmla="*/ 4139 h 4610"/>
                  <a:gd name="csX4" fmla="*/ 13237 w 16917"/>
                  <a:gd name="csY4" fmla="*/ 452 h 4610"/>
                  <a:gd name="csX5" fmla="*/ 930 w 16917"/>
                  <a:gd name="csY5" fmla="*/ 1375 h 4610"/>
                </a:gdLst>
                <a:ahLst/>
                <a:cxnLst>
                  <a:cxn ang="0">
                    <a:pos x="csX0" y="csY0"/>
                  </a:cxn>
                  <a:cxn ang="0">
                    <a:pos x="csX1" y="csY1"/>
                  </a:cxn>
                  <a:cxn ang="0">
                    <a:pos x="csX2" y="csY2"/>
                  </a:cxn>
                  <a:cxn ang="0">
                    <a:pos x="csX3" y="csY3"/>
                  </a:cxn>
                  <a:cxn ang="0">
                    <a:pos x="csX4" y="csY4"/>
                  </a:cxn>
                  <a:cxn ang="0">
                    <a:pos x="csX5" y="csY5"/>
                  </a:cxn>
                </a:cxnLst>
                <a:rect l="l" t="t" r="r" b="b"/>
                <a:pathLst>
                  <a:path w="16917" h="4610">
                    <a:moveTo>
                      <a:pt x="930" y="1375"/>
                    </a:moveTo>
                    <a:lnTo>
                      <a:pt x="2469" y="4139"/>
                    </a:lnTo>
                    <a:lnTo>
                      <a:pt x="11698" y="5063"/>
                    </a:lnTo>
                    <a:lnTo>
                      <a:pt x="17848" y="4139"/>
                    </a:lnTo>
                    <a:lnTo>
                      <a:pt x="13237" y="452"/>
                    </a:lnTo>
                    <a:lnTo>
                      <a:pt x="930" y="1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1" name="Forme libre : forme 1189">
                <a:extLst>
                  <a:ext uri="{FF2B5EF4-FFF2-40B4-BE49-F238E27FC236}">
                    <a16:creationId xmlns:a16="http://schemas.microsoft.com/office/drawing/2014/main" id="{6C8AB77D-A7F6-89FD-7D7F-A0162D74507C}"/>
                  </a:ext>
                </a:extLst>
              </p:cNvPr>
              <p:cNvSpPr/>
              <p:nvPr/>
            </p:nvSpPr>
            <p:spPr>
              <a:xfrm>
                <a:off x="3289481" y="2431413"/>
                <a:ext cx="52305" cy="31365"/>
              </a:xfrm>
              <a:custGeom>
                <a:avLst/>
                <a:gdLst>
                  <a:gd name="csX0" fmla="*/ 8609 w 52305"/>
                  <a:gd name="csY0" fmla="*/ 2181 h 31365"/>
                  <a:gd name="csX1" fmla="*/ 913 w 52305"/>
                  <a:gd name="csY1" fmla="*/ 14173 h 31365"/>
                  <a:gd name="csX2" fmla="*/ 19377 w 52305"/>
                  <a:gd name="csY2" fmla="*/ 20631 h 31365"/>
                  <a:gd name="csX3" fmla="*/ 37834 w 52305"/>
                  <a:gd name="csY3" fmla="*/ 31700 h 31365"/>
                  <a:gd name="csX4" fmla="*/ 43984 w 52305"/>
                  <a:gd name="csY4" fmla="*/ 30776 h 31365"/>
                  <a:gd name="csX5" fmla="*/ 53219 w 52305"/>
                  <a:gd name="csY5" fmla="*/ 8639 h 31365"/>
                  <a:gd name="csX6" fmla="*/ 50140 w 52305"/>
                  <a:gd name="csY6" fmla="*/ 5869 h 31365"/>
                  <a:gd name="csX7" fmla="*/ 42451 w 52305"/>
                  <a:gd name="csY7" fmla="*/ 3105 h 31365"/>
                  <a:gd name="csX8" fmla="*/ 34755 w 52305"/>
                  <a:gd name="csY8" fmla="*/ 334 h 31365"/>
                  <a:gd name="csX9" fmla="*/ 8609 w 52305"/>
                  <a:gd name="csY9" fmla="*/ 2181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305" h="31365">
                    <a:moveTo>
                      <a:pt x="8609" y="2181"/>
                    </a:moveTo>
                    <a:lnTo>
                      <a:pt x="913" y="14173"/>
                    </a:lnTo>
                    <a:lnTo>
                      <a:pt x="19377" y="20631"/>
                    </a:lnTo>
                    <a:lnTo>
                      <a:pt x="37834" y="31700"/>
                    </a:lnTo>
                    <a:lnTo>
                      <a:pt x="43984" y="30776"/>
                    </a:lnTo>
                    <a:lnTo>
                      <a:pt x="53219" y="8639"/>
                    </a:lnTo>
                    <a:lnTo>
                      <a:pt x="50140" y="5869"/>
                    </a:lnTo>
                    <a:lnTo>
                      <a:pt x="42451" y="3105"/>
                    </a:lnTo>
                    <a:lnTo>
                      <a:pt x="34755" y="334"/>
                    </a:lnTo>
                    <a:lnTo>
                      <a:pt x="8609" y="21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2" name="Forme libre : forme 1190">
                <a:extLst>
                  <a:ext uri="{FF2B5EF4-FFF2-40B4-BE49-F238E27FC236}">
                    <a16:creationId xmlns:a16="http://schemas.microsoft.com/office/drawing/2014/main" id="{CF4F5549-2247-5E92-D02E-14FC005DDD66}"/>
                  </a:ext>
                </a:extLst>
              </p:cNvPr>
              <p:cNvSpPr/>
              <p:nvPr/>
            </p:nvSpPr>
            <p:spPr>
              <a:xfrm>
                <a:off x="3537136" y="2410206"/>
                <a:ext cx="113825" cy="97777"/>
              </a:xfrm>
              <a:custGeom>
                <a:avLst/>
                <a:gdLst>
                  <a:gd name="csX0" fmla="*/ 50305 w 113825"/>
                  <a:gd name="csY0" fmla="*/ 63985 h 97777"/>
                  <a:gd name="csX1" fmla="*/ 65690 w 113825"/>
                  <a:gd name="csY1" fmla="*/ 63985 h 97777"/>
                  <a:gd name="csX2" fmla="*/ 76458 w 113825"/>
                  <a:gd name="csY2" fmla="*/ 66749 h 97777"/>
                  <a:gd name="csX3" fmla="*/ 114910 w 113825"/>
                  <a:gd name="csY3" fmla="*/ 20628 h 97777"/>
                  <a:gd name="csX4" fmla="*/ 113371 w 113825"/>
                  <a:gd name="csY4" fmla="*/ 9559 h 97777"/>
                  <a:gd name="csX5" fmla="*/ 84147 w 113825"/>
                  <a:gd name="csY5" fmla="*/ 6795 h 97777"/>
                  <a:gd name="csX6" fmla="*/ 73379 w 113825"/>
                  <a:gd name="csY6" fmla="*/ 8635 h 97777"/>
                  <a:gd name="csX7" fmla="*/ 58001 w 113825"/>
                  <a:gd name="csY7" fmla="*/ 337 h 97777"/>
                  <a:gd name="csX8" fmla="*/ 37998 w 113825"/>
                  <a:gd name="csY8" fmla="*/ 4025 h 97777"/>
                  <a:gd name="csX9" fmla="*/ 25698 w 113825"/>
                  <a:gd name="csY9" fmla="*/ 2184 h 97777"/>
                  <a:gd name="csX10" fmla="*/ 5702 w 113825"/>
                  <a:gd name="csY10" fmla="*/ 10482 h 97777"/>
                  <a:gd name="csX11" fmla="*/ 18002 w 113825"/>
                  <a:gd name="csY11" fmla="*/ 16940 h 97777"/>
                  <a:gd name="csX12" fmla="*/ 18002 w 113825"/>
                  <a:gd name="csY12" fmla="*/ 21551 h 97777"/>
                  <a:gd name="csX13" fmla="*/ 8774 w 113825"/>
                  <a:gd name="csY13" fmla="*/ 18787 h 97777"/>
                  <a:gd name="csX14" fmla="*/ 2624 w 113825"/>
                  <a:gd name="csY14" fmla="*/ 21551 h 97777"/>
                  <a:gd name="csX15" fmla="*/ 4163 w 113825"/>
                  <a:gd name="csY15" fmla="*/ 56604 h 97777"/>
                  <a:gd name="csX16" fmla="*/ 1084 w 113825"/>
                  <a:gd name="csY16" fmla="*/ 61215 h 97777"/>
                  <a:gd name="csX17" fmla="*/ 10313 w 113825"/>
                  <a:gd name="csY17" fmla="*/ 75054 h 97777"/>
                  <a:gd name="csX18" fmla="*/ 13391 w 113825"/>
                  <a:gd name="csY18" fmla="*/ 98115 h 97777"/>
                  <a:gd name="csX19" fmla="*/ 19541 w 113825"/>
                  <a:gd name="csY19" fmla="*/ 97191 h 97777"/>
                  <a:gd name="csX20" fmla="*/ 31848 w 113825"/>
                  <a:gd name="csY20" fmla="*/ 98115 h 97777"/>
                  <a:gd name="csX21" fmla="*/ 47226 w 113825"/>
                  <a:gd name="csY21" fmla="*/ 77824 h 97777"/>
                  <a:gd name="csX22" fmla="*/ 31848 w 113825"/>
                  <a:gd name="csY22" fmla="*/ 63985 h 97777"/>
                  <a:gd name="csX23" fmla="*/ 41076 w 113825"/>
                  <a:gd name="csY23" fmla="*/ 62138 h 97777"/>
                  <a:gd name="csX24" fmla="*/ 50305 w 113825"/>
                  <a:gd name="csY24" fmla="*/ 63985 h 97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825" h="97777">
                    <a:moveTo>
                      <a:pt x="50305" y="63985"/>
                    </a:moveTo>
                    <a:lnTo>
                      <a:pt x="65690" y="63985"/>
                    </a:lnTo>
                    <a:lnTo>
                      <a:pt x="76458" y="66749"/>
                    </a:lnTo>
                    <a:lnTo>
                      <a:pt x="114910" y="20628"/>
                    </a:lnTo>
                    <a:lnTo>
                      <a:pt x="113371" y="9559"/>
                    </a:lnTo>
                    <a:lnTo>
                      <a:pt x="84147" y="6795"/>
                    </a:lnTo>
                    <a:lnTo>
                      <a:pt x="73379" y="8635"/>
                    </a:lnTo>
                    <a:lnTo>
                      <a:pt x="58001" y="337"/>
                    </a:lnTo>
                    <a:lnTo>
                      <a:pt x="37998" y="4025"/>
                    </a:lnTo>
                    <a:lnTo>
                      <a:pt x="25698" y="2184"/>
                    </a:lnTo>
                    <a:lnTo>
                      <a:pt x="5702" y="10482"/>
                    </a:lnTo>
                    <a:lnTo>
                      <a:pt x="18002" y="16940"/>
                    </a:lnTo>
                    <a:lnTo>
                      <a:pt x="18002" y="21551"/>
                    </a:lnTo>
                    <a:lnTo>
                      <a:pt x="8774" y="18787"/>
                    </a:lnTo>
                    <a:lnTo>
                      <a:pt x="2624" y="21551"/>
                    </a:lnTo>
                    <a:lnTo>
                      <a:pt x="4163" y="56604"/>
                    </a:lnTo>
                    <a:lnTo>
                      <a:pt x="1084" y="61215"/>
                    </a:lnTo>
                    <a:lnTo>
                      <a:pt x="10313" y="75054"/>
                    </a:lnTo>
                    <a:lnTo>
                      <a:pt x="13391" y="98115"/>
                    </a:lnTo>
                    <a:lnTo>
                      <a:pt x="19541" y="97191"/>
                    </a:lnTo>
                    <a:lnTo>
                      <a:pt x="31848" y="98115"/>
                    </a:lnTo>
                    <a:lnTo>
                      <a:pt x="47226" y="77824"/>
                    </a:lnTo>
                    <a:lnTo>
                      <a:pt x="31848" y="63985"/>
                    </a:lnTo>
                    <a:lnTo>
                      <a:pt x="41076" y="62138"/>
                    </a:lnTo>
                    <a:lnTo>
                      <a:pt x="50305" y="63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3" name="Forme libre : forme 1191">
                <a:extLst>
                  <a:ext uri="{FF2B5EF4-FFF2-40B4-BE49-F238E27FC236}">
                    <a16:creationId xmlns:a16="http://schemas.microsoft.com/office/drawing/2014/main" id="{02534736-054E-8928-2C8E-A89F9D8A9B99}"/>
                  </a:ext>
                </a:extLst>
              </p:cNvPr>
              <p:cNvSpPr/>
              <p:nvPr/>
            </p:nvSpPr>
            <p:spPr>
              <a:xfrm>
                <a:off x="3463302" y="2415740"/>
                <a:ext cx="30763" cy="12908"/>
              </a:xfrm>
              <a:custGeom>
                <a:avLst/>
                <a:gdLst>
                  <a:gd name="csX0" fmla="*/ 24091 w 30763"/>
                  <a:gd name="csY0" fmla="*/ 10462 h 12908"/>
                  <a:gd name="csX1" fmla="*/ 31780 w 30763"/>
                  <a:gd name="csY1" fmla="*/ 3080 h 12908"/>
                  <a:gd name="csX2" fmla="*/ 28708 w 30763"/>
                  <a:gd name="csY2" fmla="*/ 317 h 12908"/>
                  <a:gd name="csX3" fmla="*/ 13323 w 30763"/>
                  <a:gd name="csY3" fmla="*/ 1240 h 12908"/>
                  <a:gd name="csX4" fmla="*/ 1016 w 30763"/>
                  <a:gd name="csY4" fmla="*/ 6774 h 12908"/>
                  <a:gd name="csX5" fmla="*/ 1016 w 30763"/>
                  <a:gd name="csY5" fmla="*/ 11385 h 12908"/>
                  <a:gd name="csX6" fmla="*/ 13323 w 30763"/>
                  <a:gd name="csY6" fmla="*/ 13225 h 12908"/>
                  <a:gd name="csX7" fmla="*/ 24091 w 30763"/>
                  <a:gd name="csY7" fmla="*/ 10462 h 1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63" h="12908">
                    <a:moveTo>
                      <a:pt x="24091" y="10462"/>
                    </a:moveTo>
                    <a:lnTo>
                      <a:pt x="31780" y="3080"/>
                    </a:lnTo>
                    <a:lnTo>
                      <a:pt x="28708" y="317"/>
                    </a:lnTo>
                    <a:lnTo>
                      <a:pt x="13323" y="1240"/>
                    </a:lnTo>
                    <a:lnTo>
                      <a:pt x="1016" y="6774"/>
                    </a:lnTo>
                    <a:lnTo>
                      <a:pt x="1016" y="11385"/>
                    </a:lnTo>
                    <a:lnTo>
                      <a:pt x="13323" y="13225"/>
                    </a:lnTo>
                    <a:lnTo>
                      <a:pt x="24091" y="104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4" name="Forme libre : forme 1192">
                <a:extLst>
                  <a:ext uri="{FF2B5EF4-FFF2-40B4-BE49-F238E27FC236}">
                    <a16:creationId xmlns:a16="http://schemas.microsoft.com/office/drawing/2014/main" id="{2AEFB30A-3D09-1F0D-90FA-C5E9498558CF}"/>
                  </a:ext>
                </a:extLst>
              </p:cNvPr>
              <p:cNvSpPr/>
              <p:nvPr/>
            </p:nvSpPr>
            <p:spPr>
              <a:xfrm>
                <a:off x="3506372" y="2460014"/>
                <a:ext cx="13839" cy="10145"/>
              </a:xfrm>
              <a:custGeom>
                <a:avLst/>
                <a:gdLst>
                  <a:gd name="csX0" fmla="*/ 1035 w 13839"/>
                  <a:gd name="csY0" fmla="*/ 1267 h 10145"/>
                  <a:gd name="csX1" fmla="*/ 2575 w 13839"/>
                  <a:gd name="csY1" fmla="*/ 7725 h 10145"/>
                  <a:gd name="csX2" fmla="*/ 11803 w 13839"/>
                  <a:gd name="csY2" fmla="*/ 10489 h 10145"/>
                  <a:gd name="csX3" fmla="*/ 14875 w 13839"/>
                  <a:gd name="csY3" fmla="*/ 4031 h 10145"/>
                  <a:gd name="csX4" fmla="*/ 7185 w 13839"/>
                  <a:gd name="csY4" fmla="*/ 344 h 10145"/>
                  <a:gd name="csX5" fmla="*/ 1035 w 13839"/>
                  <a:gd name="csY5" fmla="*/ 1267 h 10145"/>
                </a:gdLst>
                <a:ahLst/>
                <a:cxnLst>
                  <a:cxn ang="0">
                    <a:pos x="csX0" y="csY0"/>
                  </a:cxn>
                  <a:cxn ang="0">
                    <a:pos x="csX1" y="csY1"/>
                  </a:cxn>
                  <a:cxn ang="0">
                    <a:pos x="csX2" y="csY2"/>
                  </a:cxn>
                  <a:cxn ang="0">
                    <a:pos x="csX3" y="csY3"/>
                  </a:cxn>
                  <a:cxn ang="0">
                    <a:pos x="csX4" y="csY4"/>
                  </a:cxn>
                  <a:cxn ang="0">
                    <a:pos x="csX5" y="csY5"/>
                  </a:cxn>
                </a:cxnLst>
                <a:rect l="l" t="t" r="r" b="b"/>
                <a:pathLst>
                  <a:path w="13839" h="10145">
                    <a:moveTo>
                      <a:pt x="1035" y="1267"/>
                    </a:moveTo>
                    <a:lnTo>
                      <a:pt x="2575" y="7725"/>
                    </a:lnTo>
                    <a:lnTo>
                      <a:pt x="11803" y="10489"/>
                    </a:lnTo>
                    <a:lnTo>
                      <a:pt x="14875" y="4031"/>
                    </a:lnTo>
                    <a:lnTo>
                      <a:pt x="7185" y="344"/>
                    </a:lnTo>
                    <a:lnTo>
                      <a:pt x="1035" y="12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5" name="Forme libre : forme 1193">
                <a:extLst>
                  <a:ext uri="{FF2B5EF4-FFF2-40B4-BE49-F238E27FC236}">
                    <a16:creationId xmlns:a16="http://schemas.microsoft.com/office/drawing/2014/main" id="{3127826D-11ED-6C8E-62ED-596C5F4B17FE}"/>
                  </a:ext>
                </a:extLst>
              </p:cNvPr>
              <p:cNvSpPr/>
              <p:nvPr/>
            </p:nvSpPr>
            <p:spPr>
              <a:xfrm rot="-8943300" flipV="1">
                <a:off x="3535611" y="2389203"/>
                <a:ext cx="8386" cy="5541"/>
              </a:xfrm>
              <a:custGeom>
                <a:avLst/>
                <a:gdLst>
                  <a:gd name="csX0" fmla="*/ 1053 w 8386"/>
                  <a:gd name="csY0" fmla="*/ 299 h 5541"/>
                  <a:gd name="csX1" fmla="*/ 8222 w 8386"/>
                  <a:gd name="csY1" fmla="*/ 299 h 5541"/>
                  <a:gd name="csX2" fmla="*/ 9440 w 8386"/>
                  <a:gd name="csY2" fmla="*/ 4253 h 5541"/>
                  <a:gd name="csX3" fmla="*/ 3119 w 8386"/>
                  <a:gd name="csY3" fmla="*/ 5840 h 5541"/>
                  <a:gd name="csX4" fmla="*/ 1053 w 8386"/>
                  <a:gd name="csY4" fmla="*/ 299 h 5541"/>
                </a:gdLst>
                <a:ahLst/>
                <a:cxnLst>
                  <a:cxn ang="0">
                    <a:pos x="csX0" y="csY0"/>
                  </a:cxn>
                  <a:cxn ang="0">
                    <a:pos x="csX1" y="csY1"/>
                  </a:cxn>
                  <a:cxn ang="0">
                    <a:pos x="csX2" y="csY2"/>
                  </a:cxn>
                  <a:cxn ang="0">
                    <a:pos x="csX3" y="csY3"/>
                  </a:cxn>
                  <a:cxn ang="0">
                    <a:pos x="csX4" y="csY4"/>
                  </a:cxn>
                </a:cxnLst>
                <a:rect l="l" t="t" r="r" b="b"/>
                <a:pathLst>
                  <a:path w="8386" h="5541">
                    <a:moveTo>
                      <a:pt x="1053" y="299"/>
                    </a:moveTo>
                    <a:lnTo>
                      <a:pt x="8222" y="299"/>
                    </a:lnTo>
                    <a:lnTo>
                      <a:pt x="9440" y="4253"/>
                    </a:lnTo>
                    <a:lnTo>
                      <a:pt x="3119" y="5840"/>
                    </a:lnTo>
                    <a:lnTo>
                      <a:pt x="1053" y="2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6" name="Forme libre : forme 1194">
                <a:extLst>
                  <a:ext uri="{FF2B5EF4-FFF2-40B4-BE49-F238E27FC236}">
                    <a16:creationId xmlns:a16="http://schemas.microsoft.com/office/drawing/2014/main" id="{9EBDFBC1-9137-8C84-DE3C-22AC30D3EA91}"/>
                  </a:ext>
                </a:extLst>
              </p:cNvPr>
              <p:cNvSpPr/>
              <p:nvPr/>
            </p:nvSpPr>
            <p:spPr>
              <a:xfrm>
                <a:off x="3658651" y="2425892"/>
                <a:ext cx="610660" cy="516030"/>
              </a:xfrm>
              <a:custGeom>
                <a:avLst/>
                <a:gdLst>
                  <a:gd name="csX0" fmla="*/ 370490 w 610660"/>
                  <a:gd name="csY0" fmla="*/ 105657 h 516030"/>
                  <a:gd name="csX1" fmla="*/ 361262 w 610660"/>
                  <a:gd name="csY1" fmla="*/ 110268 h 516030"/>
                  <a:gd name="csX2" fmla="*/ 355105 w 610660"/>
                  <a:gd name="csY2" fmla="*/ 106581 h 516030"/>
                  <a:gd name="csX3" fmla="*/ 350494 w 610660"/>
                  <a:gd name="csY3" fmla="*/ 110268 h 516030"/>
                  <a:gd name="csX4" fmla="*/ 344344 w 610660"/>
                  <a:gd name="csY4" fmla="*/ 104734 h 516030"/>
                  <a:gd name="csX5" fmla="*/ 350494 w 610660"/>
                  <a:gd name="csY5" fmla="*/ 96436 h 516030"/>
                  <a:gd name="csX6" fmla="*/ 341266 w 610660"/>
                  <a:gd name="csY6" fmla="*/ 94589 h 516030"/>
                  <a:gd name="csX7" fmla="*/ 333577 w 610660"/>
                  <a:gd name="csY7" fmla="*/ 104734 h 516030"/>
                  <a:gd name="csX8" fmla="*/ 324348 w 610660"/>
                  <a:gd name="csY8" fmla="*/ 102887 h 516030"/>
                  <a:gd name="csX9" fmla="*/ 325881 w 610660"/>
                  <a:gd name="csY9" fmla="*/ 92742 h 516030"/>
                  <a:gd name="csX10" fmla="*/ 341266 w 610660"/>
                  <a:gd name="csY10" fmla="*/ 79826 h 516030"/>
                  <a:gd name="csX11" fmla="*/ 333577 w 610660"/>
                  <a:gd name="csY11" fmla="*/ 77062 h 516030"/>
                  <a:gd name="csX12" fmla="*/ 321270 w 610660"/>
                  <a:gd name="csY12" fmla="*/ 85360 h 516030"/>
                  <a:gd name="csX13" fmla="*/ 313581 w 610660"/>
                  <a:gd name="csY13" fmla="*/ 77062 h 516030"/>
                  <a:gd name="csX14" fmla="*/ 322809 w 610660"/>
                  <a:gd name="csY14" fmla="*/ 63223 h 516030"/>
                  <a:gd name="csX15" fmla="*/ 302813 w 610660"/>
                  <a:gd name="csY15" fmla="*/ 54925 h 516030"/>
                  <a:gd name="csX16" fmla="*/ 292045 w 610660"/>
                  <a:gd name="csY16" fmla="*/ 55842 h 516030"/>
                  <a:gd name="csX17" fmla="*/ 282817 w 610660"/>
                  <a:gd name="csY17" fmla="*/ 53078 h 516030"/>
                  <a:gd name="csX18" fmla="*/ 256664 w 610660"/>
                  <a:gd name="csY18" fmla="*/ 54002 h 516030"/>
                  <a:gd name="csX19" fmla="*/ 247436 w 610660"/>
                  <a:gd name="csY19" fmla="*/ 61376 h 516030"/>
                  <a:gd name="csX20" fmla="*/ 264353 w 610660"/>
                  <a:gd name="csY20" fmla="*/ 65994 h 516030"/>
                  <a:gd name="csX21" fmla="*/ 262814 w 610660"/>
                  <a:gd name="csY21" fmla="*/ 70605 h 516030"/>
                  <a:gd name="csX22" fmla="*/ 255125 w 610660"/>
                  <a:gd name="csY22" fmla="*/ 71528 h 516030"/>
                  <a:gd name="csX23" fmla="*/ 252047 w 610660"/>
                  <a:gd name="csY23" fmla="*/ 84444 h 516030"/>
                  <a:gd name="csX24" fmla="*/ 241279 w 610660"/>
                  <a:gd name="csY24" fmla="*/ 84444 h 516030"/>
                  <a:gd name="csX25" fmla="*/ 233590 w 610660"/>
                  <a:gd name="csY25" fmla="*/ 74292 h 516030"/>
                  <a:gd name="csX26" fmla="*/ 232051 w 610660"/>
                  <a:gd name="csY26" fmla="*/ 66910 h 516030"/>
                  <a:gd name="csX27" fmla="*/ 218211 w 610660"/>
                  <a:gd name="csY27" fmla="*/ 66910 h 516030"/>
                  <a:gd name="csX28" fmla="*/ 205905 w 610660"/>
                  <a:gd name="csY28" fmla="*/ 71528 h 516030"/>
                  <a:gd name="csX29" fmla="*/ 204365 w 610660"/>
                  <a:gd name="csY29" fmla="*/ 78903 h 516030"/>
                  <a:gd name="csX30" fmla="*/ 196676 w 610660"/>
                  <a:gd name="csY30" fmla="*/ 79826 h 516030"/>
                  <a:gd name="csX31" fmla="*/ 199755 w 610660"/>
                  <a:gd name="csY31" fmla="*/ 59536 h 516030"/>
                  <a:gd name="csX32" fmla="*/ 207444 w 610660"/>
                  <a:gd name="csY32" fmla="*/ 53078 h 516030"/>
                  <a:gd name="csX33" fmla="*/ 204365 w 610660"/>
                  <a:gd name="csY33" fmla="*/ 44773 h 516030"/>
                  <a:gd name="csX34" fmla="*/ 201287 w 610660"/>
                  <a:gd name="csY34" fmla="*/ 39239 h 516030"/>
                  <a:gd name="csX35" fmla="*/ 199755 w 610660"/>
                  <a:gd name="csY35" fmla="*/ 25400 h 516030"/>
                  <a:gd name="csX36" fmla="*/ 188987 w 610660"/>
                  <a:gd name="csY36" fmla="*/ 16178 h 516030"/>
                  <a:gd name="csX37" fmla="*/ 188987 w 610660"/>
                  <a:gd name="csY37" fmla="*/ 8797 h 516030"/>
                  <a:gd name="csX38" fmla="*/ 181298 w 610660"/>
                  <a:gd name="csY38" fmla="*/ 4186 h 516030"/>
                  <a:gd name="csX39" fmla="*/ 168991 w 610660"/>
                  <a:gd name="csY39" fmla="*/ 4186 h 516030"/>
                  <a:gd name="csX40" fmla="*/ 135149 w 610660"/>
                  <a:gd name="csY40" fmla="*/ 14331 h 516030"/>
                  <a:gd name="csX41" fmla="*/ 135149 w 610660"/>
                  <a:gd name="csY41" fmla="*/ 22636 h 516030"/>
                  <a:gd name="csX42" fmla="*/ 127460 w 610660"/>
                  <a:gd name="csY42" fmla="*/ 19865 h 516030"/>
                  <a:gd name="csX43" fmla="*/ 116145 w 610660"/>
                  <a:gd name="csY43" fmla="*/ 24305 h 516030"/>
                  <a:gd name="csX44" fmla="*/ 124381 w 610660"/>
                  <a:gd name="csY44" fmla="*/ 30017 h 516030"/>
                  <a:gd name="csX45" fmla="*/ 104385 w 610660"/>
                  <a:gd name="csY45" fmla="*/ 35552 h 516030"/>
                  <a:gd name="csX46" fmla="*/ 108996 w 610660"/>
                  <a:gd name="csY46" fmla="*/ 60453 h 516030"/>
                  <a:gd name="csX47" fmla="*/ 128992 w 610660"/>
                  <a:gd name="csY47" fmla="*/ 67834 h 516030"/>
                  <a:gd name="csX48" fmla="*/ 125921 w 610660"/>
                  <a:gd name="csY48" fmla="*/ 73368 h 516030"/>
                  <a:gd name="csX49" fmla="*/ 110535 w 610660"/>
                  <a:gd name="csY49" fmla="*/ 67834 h 516030"/>
                  <a:gd name="csX50" fmla="*/ 99768 w 610660"/>
                  <a:gd name="csY50" fmla="*/ 73368 h 516030"/>
                  <a:gd name="csX51" fmla="*/ 102846 w 610660"/>
                  <a:gd name="csY51" fmla="*/ 87207 h 516030"/>
                  <a:gd name="csX52" fmla="*/ 114400 w 610660"/>
                  <a:gd name="csY52" fmla="*/ 100561 h 516030"/>
                  <a:gd name="csX53" fmla="*/ 112068 w 610660"/>
                  <a:gd name="csY53" fmla="*/ 114879 h 516030"/>
                  <a:gd name="csX54" fmla="*/ 101307 w 610660"/>
                  <a:gd name="csY54" fmla="*/ 113955 h 516030"/>
                  <a:gd name="csX55" fmla="*/ 101307 w 610660"/>
                  <a:gd name="csY55" fmla="*/ 95505 h 516030"/>
                  <a:gd name="csX56" fmla="*/ 82843 w 610660"/>
                  <a:gd name="csY56" fmla="*/ 85360 h 516030"/>
                  <a:gd name="csX57" fmla="*/ 81311 w 610660"/>
                  <a:gd name="csY57" fmla="*/ 52155 h 516030"/>
                  <a:gd name="csX58" fmla="*/ 79772 w 610660"/>
                  <a:gd name="csY58" fmla="*/ 46620 h 516030"/>
                  <a:gd name="csX59" fmla="*/ 101307 w 610660"/>
                  <a:gd name="csY59" fmla="*/ 24483 h 516030"/>
                  <a:gd name="csX60" fmla="*/ 104385 w 610660"/>
                  <a:gd name="csY60" fmla="*/ 18949 h 516030"/>
                  <a:gd name="csX61" fmla="*/ 116145 w 610660"/>
                  <a:gd name="csY61" fmla="*/ 7087 h 516030"/>
                  <a:gd name="csX62" fmla="*/ 108996 w 610660"/>
                  <a:gd name="csY62" fmla="*/ 3263 h 516030"/>
                  <a:gd name="csX63" fmla="*/ 93618 w 610660"/>
                  <a:gd name="csY63" fmla="*/ 2339 h 516030"/>
                  <a:gd name="csX64" fmla="*/ 85922 w 610660"/>
                  <a:gd name="csY64" fmla="*/ 499 h 516030"/>
                  <a:gd name="csX65" fmla="*/ 67465 w 610660"/>
                  <a:gd name="csY65" fmla="*/ 499 h 516030"/>
                  <a:gd name="csX66" fmla="*/ 41319 w 610660"/>
                  <a:gd name="csY66" fmla="*/ 16178 h 516030"/>
                  <a:gd name="csX67" fmla="*/ 36701 w 610660"/>
                  <a:gd name="csY67" fmla="*/ 18025 h 516030"/>
                  <a:gd name="csX68" fmla="*/ 18245 w 610660"/>
                  <a:gd name="csY68" fmla="*/ 34628 h 516030"/>
                  <a:gd name="csX69" fmla="*/ 18245 w 610660"/>
                  <a:gd name="csY69" fmla="*/ 50308 h 516030"/>
                  <a:gd name="csX70" fmla="*/ 5938 w 610660"/>
                  <a:gd name="csY70" fmla="*/ 58612 h 516030"/>
                  <a:gd name="csX71" fmla="*/ 2859 w 610660"/>
                  <a:gd name="csY71" fmla="*/ 64147 h 516030"/>
                  <a:gd name="csX72" fmla="*/ 10549 w 610660"/>
                  <a:gd name="csY72" fmla="*/ 71521 h 516030"/>
                  <a:gd name="csX73" fmla="*/ 4399 w 610660"/>
                  <a:gd name="csY73" fmla="*/ 77979 h 516030"/>
                  <a:gd name="csX74" fmla="*/ 7477 w 610660"/>
                  <a:gd name="csY74" fmla="*/ 87207 h 516030"/>
                  <a:gd name="csX75" fmla="*/ 1320 w 610660"/>
                  <a:gd name="csY75" fmla="*/ 96429 h 516030"/>
                  <a:gd name="csX76" fmla="*/ 10549 w 610660"/>
                  <a:gd name="csY76" fmla="*/ 107498 h 516030"/>
                  <a:gd name="csX77" fmla="*/ 38241 w 610660"/>
                  <a:gd name="csY77" fmla="*/ 112108 h 516030"/>
                  <a:gd name="csX78" fmla="*/ 58237 w 610660"/>
                  <a:gd name="csY78" fmla="*/ 116726 h 516030"/>
                  <a:gd name="csX79" fmla="*/ 61308 w 610660"/>
                  <a:gd name="csY79" fmla="*/ 123184 h 516030"/>
                  <a:gd name="csX80" fmla="*/ 49001 w 610660"/>
                  <a:gd name="csY80" fmla="*/ 120413 h 516030"/>
                  <a:gd name="csX81" fmla="*/ 38241 w 610660"/>
                  <a:gd name="csY81" fmla="*/ 120413 h 516030"/>
                  <a:gd name="csX82" fmla="*/ 24395 w 610660"/>
                  <a:gd name="csY82" fmla="*/ 116726 h 516030"/>
                  <a:gd name="csX83" fmla="*/ 13627 w 610660"/>
                  <a:gd name="csY83" fmla="*/ 118566 h 516030"/>
                  <a:gd name="csX84" fmla="*/ 16705 w 610660"/>
                  <a:gd name="csY84" fmla="*/ 128718 h 516030"/>
                  <a:gd name="csX85" fmla="*/ 25934 w 610660"/>
                  <a:gd name="csY85" fmla="*/ 134252 h 516030"/>
                  <a:gd name="csX86" fmla="*/ 41312 w 610660"/>
                  <a:gd name="csY86" fmla="*/ 143474 h 516030"/>
                  <a:gd name="csX87" fmla="*/ 50541 w 610660"/>
                  <a:gd name="csY87" fmla="*/ 152702 h 516030"/>
                  <a:gd name="csX88" fmla="*/ 62847 w 610660"/>
                  <a:gd name="csY88" fmla="*/ 152702 h 516030"/>
                  <a:gd name="csX89" fmla="*/ 75154 w 610660"/>
                  <a:gd name="csY89" fmla="*/ 143474 h 516030"/>
                  <a:gd name="csX90" fmla="*/ 82843 w 610660"/>
                  <a:gd name="csY90" fmla="*/ 145321 h 516030"/>
                  <a:gd name="csX91" fmla="*/ 84383 w 610660"/>
                  <a:gd name="csY91" fmla="*/ 155466 h 516030"/>
                  <a:gd name="csX92" fmla="*/ 96689 w 610660"/>
                  <a:gd name="csY92" fmla="*/ 159153 h 516030"/>
                  <a:gd name="csX93" fmla="*/ 112068 w 610660"/>
                  <a:gd name="csY93" fmla="*/ 156390 h 516030"/>
                  <a:gd name="csX94" fmla="*/ 125914 w 610660"/>
                  <a:gd name="csY94" fmla="*/ 157313 h 516030"/>
                  <a:gd name="csX95" fmla="*/ 139760 w 610660"/>
                  <a:gd name="csY95" fmla="*/ 162847 h 516030"/>
                  <a:gd name="csX96" fmla="*/ 148988 w 610660"/>
                  <a:gd name="csY96" fmla="*/ 163771 h 516030"/>
                  <a:gd name="csX97" fmla="*/ 159756 w 610660"/>
                  <a:gd name="csY97" fmla="*/ 165618 h 516030"/>
                  <a:gd name="csX98" fmla="*/ 172063 w 610660"/>
                  <a:gd name="csY98" fmla="*/ 169305 h 516030"/>
                  <a:gd name="csX99" fmla="*/ 172063 w 610660"/>
                  <a:gd name="csY99" fmla="*/ 163771 h 516030"/>
                  <a:gd name="csX100" fmla="*/ 162834 w 610660"/>
                  <a:gd name="csY100" fmla="*/ 158237 h 516030"/>
                  <a:gd name="csX101" fmla="*/ 158217 w 610660"/>
                  <a:gd name="csY101" fmla="*/ 153626 h 516030"/>
                  <a:gd name="csX102" fmla="*/ 162834 w 610660"/>
                  <a:gd name="csY102" fmla="*/ 150855 h 516030"/>
                  <a:gd name="csX103" fmla="*/ 172063 w 610660"/>
                  <a:gd name="csY103" fmla="*/ 154542 h 516030"/>
                  <a:gd name="csX104" fmla="*/ 179752 w 610660"/>
                  <a:gd name="csY104" fmla="*/ 161000 h 516030"/>
                  <a:gd name="csX105" fmla="*/ 193598 w 610660"/>
                  <a:gd name="csY105" fmla="*/ 166535 h 516030"/>
                  <a:gd name="csX106" fmla="*/ 198209 w 610660"/>
                  <a:gd name="csY106" fmla="*/ 161924 h 516030"/>
                  <a:gd name="csX107" fmla="*/ 193598 w 610660"/>
                  <a:gd name="csY107" fmla="*/ 158237 h 516030"/>
                  <a:gd name="csX108" fmla="*/ 205898 w 610660"/>
                  <a:gd name="csY108" fmla="*/ 155466 h 516030"/>
                  <a:gd name="csX109" fmla="*/ 222822 w 610660"/>
                  <a:gd name="csY109" fmla="*/ 162847 h 516030"/>
                  <a:gd name="csX110" fmla="*/ 241279 w 610660"/>
                  <a:gd name="csY110" fmla="*/ 161924 h 516030"/>
                  <a:gd name="csX111" fmla="*/ 245897 w 610660"/>
                  <a:gd name="csY111" fmla="*/ 153626 h 516030"/>
                  <a:gd name="csX112" fmla="*/ 227440 w 610660"/>
                  <a:gd name="csY112" fmla="*/ 143481 h 516030"/>
                  <a:gd name="csX113" fmla="*/ 227440 w 610660"/>
                  <a:gd name="csY113" fmla="*/ 139787 h 516030"/>
                  <a:gd name="csX114" fmla="*/ 239747 w 610660"/>
                  <a:gd name="csY114" fmla="*/ 136099 h 516030"/>
                  <a:gd name="csX115" fmla="*/ 248968 w 610660"/>
                  <a:gd name="csY115" fmla="*/ 143481 h 516030"/>
                  <a:gd name="csX116" fmla="*/ 256664 w 610660"/>
                  <a:gd name="csY116" fmla="*/ 144397 h 516030"/>
                  <a:gd name="csX117" fmla="*/ 268964 w 610660"/>
                  <a:gd name="csY117" fmla="*/ 153626 h 516030"/>
                  <a:gd name="csX118" fmla="*/ 267432 w 610660"/>
                  <a:gd name="csY118" fmla="*/ 165618 h 516030"/>
                  <a:gd name="csX119" fmla="*/ 276660 w 610660"/>
                  <a:gd name="csY119" fmla="*/ 170229 h 516030"/>
                  <a:gd name="csX120" fmla="*/ 282810 w 610660"/>
                  <a:gd name="csY120" fmla="*/ 180374 h 516030"/>
                  <a:gd name="csX121" fmla="*/ 307424 w 610660"/>
                  <a:gd name="csY121" fmla="*/ 188679 h 516030"/>
                  <a:gd name="csX122" fmla="*/ 308963 w 610660"/>
                  <a:gd name="csY122" fmla="*/ 192366 h 516030"/>
                  <a:gd name="csX123" fmla="*/ 282810 w 610660"/>
                  <a:gd name="csY123" fmla="*/ 200671 h 516030"/>
                  <a:gd name="csX124" fmla="*/ 284349 w 610660"/>
                  <a:gd name="csY124" fmla="*/ 208045 h 516030"/>
                  <a:gd name="csX125" fmla="*/ 295117 w 610660"/>
                  <a:gd name="csY125" fmla="*/ 208969 h 516030"/>
                  <a:gd name="csX126" fmla="*/ 304345 w 610660"/>
                  <a:gd name="csY126" fmla="*/ 205282 h 516030"/>
                  <a:gd name="csX127" fmla="*/ 319731 w 610660"/>
                  <a:gd name="csY127" fmla="*/ 197900 h 516030"/>
                  <a:gd name="csX128" fmla="*/ 328959 w 610660"/>
                  <a:gd name="csY128" fmla="*/ 197900 h 516030"/>
                  <a:gd name="csX129" fmla="*/ 322802 w 610660"/>
                  <a:gd name="csY129" fmla="*/ 204358 h 516030"/>
                  <a:gd name="csX130" fmla="*/ 333570 w 610660"/>
                  <a:gd name="csY130" fmla="*/ 214503 h 516030"/>
                  <a:gd name="csX131" fmla="*/ 345876 w 610660"/>
                  <a:gd name="csY131" fmla="*/ 213586 h 516030"/>
                  <a:gd name="csX132" fmla="*/ 352026 w 610660"/>
                  <a:gd name="csY132" fmla="*/ 223731 h 516030"/>
                  <a:gd name="csX133" fmla="*/ 365872 w 610660"/>
                  <a:gd name="csY133" fmla="*/ 232036 h 516030"/>
                  <a:gd name="csX134" fmla="*/ 368951 w 610660"/>
                  <a:gd name="csY134" fmla="*/ 238487 h 516030"/>
                  <a:gd name="csX135" fmla="*/ 370490 w 610660"/>
                  <a:gd name="csY135" fmla="*/ 245869 h 516030"/>
                  <a:gd name="csX136" fmla="*/ 376640 w 610660"/>
                  <a:gd name="csY136" fmla="*/ 250479 h 516030"/>
                  <a:gd name="csX137" fmla="*/ 376640 w 610660"/>
                  <a:gd name="csY137" fmla="*/ 268929 h 516030"/>
                  <a:gd name="csX138" fmla="*/ 365872 w 610660"/>
                  <a:gd name="csY138" fmla="*/ 269853 h 516030"/>
                  <a:gd name="csX139" fmla="*/ 358176 w 610660"/>
                  <a:gd name="csY139" fmla="*/ 281311 h 516030"/>
                  <a:gd name="csX140" fmla="*/ 328952 w 610660"/>
                  <a:gd name="csY140" fmla="*/ 304372 h 516030"/>
                  <a:gd name="csX141" fmla="*/ 332030 w 610660"/>
                  <a:gd name="csY141" fmla="*/ 319744 h 516030"/>
                  <a:gd name="csX142" fmla="*/ 347409 w 610660"/>
                  <a:gd name="csY142" fmla="*/ 332044 h 516030"/>
                  <a:gd name="csX143" fmla="*/ 347409 w 610660"/>
                  <a:gd name="csY143" fmla="*/ 345876 h 516030"/>
                  <a:gd name="csX144" fmla="*/ 336641 w 610660"/>
                  <a:gd name="csY144" fmla="*/ 341265 h 516030"/>
                  <a:gd name="csX145" fmla="*/ 318184 w 610660"/>
                  <a:gd name="csY145" fmla="*/ 352026 h 516030"/>
                  <a:gd name="csX146" fmla="*/ 292039 w 610660"/>
                  <a:gd name="csY146" fmla="*/ 353565 h 516030"/>
                  <a:gd name="csX147" fmla="*/ 282810 w 610660"/>
                  <a:gd name="csY147" fmla="*/ 348954 h 516030"/>
                  <a:gd name="csX148" fmla="*/ 273582 w 610660"/>
                  <a:gd name="csY148" fmla="*/ 342804 h 516030"/>
                  <a:gd name="csX149" fmla="*/ 265886 w 610660"/>
                  <a:gd name="csY149" fmla="*/ 350487 h 516030"/>
                  <a:gd name="csX150" fmla="*/ 265886 w 610660"/>
                  <a:gd name="csY150" fmla="*/ 359715 h 516030"/>
                  <a:gd name="csX151" fmla="*/ 252040 w 610660"/>
                  <a:gd name="csY151" fmla="*/ 370476 h 516030"/>
                  <a:gd name="csX152" fmla="*/ 250507 w 610660"/>
                  <a:gd name="csY152" fmla="*/ 388926 h 516030"/>
                  <a:gd name="csX153" fmla="*/ 268964 w 610660"/>
                  <a:gd name="csY153" fmla="*/ 402765 h 516030"/>
                  <a:gd name="csX154" fmla="*/ 290499 w 610660"/>
                  <a:gd name="csY154" fmla="*/ 404297 h 516030"/>
                  <a:gd name="csX155" fmla="*/ 302806 w 610660"/>
                  <a:gd name="csY155" fmla="*/ 385847 h 516030"/>
                  <a:gd name="csX156" fmla="*/ 310495 w 610660"/>
                  <a:gd name="csY156" fmla="*/ 384315 h 516030"/>
                  <a:gd name="csX157" fmla="*/ 325881 w 610660"/>
                  <a:gd name="csY157" fmla="*/ 401226 h 516030"/>
                  <a:gd name="csX158" fmla="*/ 330491 w 610660"/>
                  <a:gd name="csY158" fmla="*/ 395076 h 516030"/>
                  <a:gd name="csX159" fmla="*/ 328952 w 610660"/>
                  <a:gd name="csY159" fmla="*/ 384315 h 516030"/>
                  <a:gd name="csX160" fmla="*/ 338180 w 610660"/>
                  <a:gd name="csY160" fmla="*/ 385854 h 516030"/>
                  <a:gd name="csX161" fmla="*/ 341259 w 610660"/>
                  <a:gd name="csY161" fmla="*/ 392004 h 516030"/>
                  <a:gd name="csX162" fmla="*/ 358176 w 610660"/>
                  <a:gd name="csY162" fmla="*/ 392004 h 516030"/>
                  <a:gd name="csX163" fmla="*/ 361255 w 610660"/>
                  <a:gd name="csY163" fmla="*/ 411987 h 516030"/>
                  <a:gd name="csX164" fmla="*/ 378172 w 610660"/>
                  <a:gd name="csY164" fmla="*/ 427358 h 516030"/>
                  <a:gd name="csX165" fmla="*/ 392018 w 610660"/>
                  <a:gd name="csY165" fmla="*/ 428897 h 516030"/>
                  <a:gd name="csX166" fmla="*/ 395097 w 610660"/>
                  <a:gd name="csY166" fmla="*/ 439665 h 516030"/>
                  <a:gd name="csX167" fmla="*/ 385868 w 610660"/>
                  <a:gd name="csY167" fmla="*/ 441197 h 516030"/>
                  <a:gd name="csX168" fmla="*/ 388940 w 610660"/>
                  <a:gd name="csY168" fmla="*/ 453497 h 516030"/>
                  <a:gd name="csX169" fmla="*/ 398175 w 610660"/>
                  <a:gd name="csY169" fmla="*/ 456576 h 516030"/>
                  <a:gd name="csX170" fmla="*/ 418164 w 610660"/>
                  <a:gd name="csY170" fmla="*/ 475019 h 516030"/>
                  <a:gd name="csX171" fmla="*/ 428939 w 610660"/>
                  <a:gd name="csY171" fmla="*/ 471947 h 516030"/>
                  <a:gd name="csX172" fmla="*/ 438167 w 610660"/>
                  <a:gd name="csY172" fmla="*/ 475019 h 516030"/>
                  <a:gd name="csX173" fmla="*/ 436628 w 610660"/>
                  <a:gd name="csY173" fmla="*/ 491936 h 516030"/>
                  <a:gd name="csX174" fmla="*/ 455085 w 610660"/>
                  <a:gd name="csY174" fmla="*/ 504229 h 516030"/>
                  <a:gd name="csX175" fmla="*/ 467392 w 610660"/>
                  <a:gd name="csY175" fmla="*/ 504229 h 516030"/>
                  <a:gd name="csX176" fmla="*/ 501234 w 610660"/>
                  <a:gd name="csY176" fmla="*/ 516529 h 516030"/>
                  <a:gd name="csX177" fmla="*/ 513534 w 610660"/>
                  <a:gd name="csY177" fmla="*/ 511919 h 516030"/>
                  <a:gd name="csX178" fmla="*/ 505844 w 610660"/>
                  <a:gd name="csY178" fmla="*/ 495008 h 516030"/>
                  <a:gd name="csX179" fmla="*/ 482777 w 610660"/>
                  <a:gd name="csY179" fmla="*/ 479636 h 516030"/>
                  <a:gd name="csX180" fmla="*/ 470470 w 610660"/>
                  <a:gd name="csY180" fmla="*/ 462726 h 516030"/>
                  <a:gd name="csX181" fmla="*/ 447396 w 610660"/>
                  <a:gd name="csY181" fmla="*/ 433508 h 516030"/>
                  <a:gd name="csX182" fmla="*/ 450467 w 610660"/>
                  <a:gd name="csY182" fmla="*/ 422747 h 516030"/>
                  <a:gd name="csX183" fmla="*/ 456624 w 610660"/>
                  <a:gd name="csY183" fmla="*/ 421215 h 516030"/>
                  <a:gd name="csX184" fmla="*/ 468931 w 610660"/>
                  <a:gd name="csY184" fmla="*/ 436586 h 516030"/>
                  <a:gd name="csX185" fmla="*/ 476620 w 610660"/>
                  <a:gd name="csY185" fmla="*/ 435047 h 516030"/>
                  <a:gd name="csX186" fmla="*/ 485848 w 610660"/>
                  <a:gd name="csY186" fmla="*/ 447347 h 516030"/>
                  <a:gd name="csX187" fmla="*/ 498155 w 610660"/>
                  <a:gd name="csY187" fmla="*/ 444276 h 516030"/>
                  <a:gd name="csX188" fmla="*/ 513534 w 610660"/>
                  <a:gd name="csY188" fmla="*/ 462726 h 516030"/>
                  <a:gd name="csX189" fmla="*/ 527380 w 610660"/>
                  <a:gd name="csY189" fmla="*/ 484247 h 516030"/>
                  <a:gd name="csX190" fmla="*/ 536608 w 610660"/>
                  <a:gd name="csY190" fmla="*/ 482708 h 516030"/>
                  <a:gd name="csX191" fmla="*/ 536608 w 610660"/>
                  <a:gd name="csY191" fmla="*/ 468876 h 516030"/>
                  <a:gd name="csX192" fmla="*/ 542765 w 610660"/>
                  <a:gd name="csY192" fmla="*/ 458115 h 516030"/>
                  <a:gd name="csX193" fmla="*/ 531997 w 610660"/>
                  <a:gd name="csY193" fmla="*/ 448886 h 516030"/>
                  <a:gd name="csX194" fmla="*/ 535076 w 610660"/>
                  <a:gd name="csY194" fmla="*/ 442736 h 516030"/>
                  <a:gd name="csX195" fmla="*/ 548915 w 610660"/>
                  <a:gd name="csY195" fmla="*/ 444276 h 516030"/>
                  <a:gd name="csX196" fmla="*/ 548915 w 610660"/>
                  <a:gd name="csY196" fmla="*/ 431976 h 516030"/>
                  <a:gd name="csX197" fmla="*/ 538147 w 610660"/>
                  <a:gd name="csY197" fmla="*/ 418136 h 516030"/>
                  <a:gd name="csX198" fmla="*/ 538147 w 610660"/>
                  <a:gd name="csY198" fmla="*/ 410454 h 516030"/>
                  <a:gd name="csX199" fmla="*/ 531997 w 610660"/>
                  <a:gd name="csY199" fmla="*/ 405837 h 516030"/>
                  <a:gd name="csX200" fmla="*/ 531997 w 610660"/>
                  <a:gd name="csY200" fmla="*/ 398154 h 516030"/>
                  <a:gd name="csX201" fmla="*/ 515073 w 610660"/>
                  <a:gd name="csY201" fmla="*/ 376626 h 516030"/>
                  <a:gd name="csX202" fmla="*/ 504305 w 610660"/>
                  <a:gd name="csY202" fmla="*/ 373554 h 516030"/>
                  <a:gd name="csX203" fmla="*/ 488927 w 610660"/>
                  <a:gd name="csY203" fmla="*/ 353565 h 516030"/>
                  <a:gd name="csX204" fmla="*/ 484316 w 610660"/>
                  <a:gd name="csY204" fmla="*/ 344344 h 516030"/>
                  <a:gd name="csX205" fmla="*/ 475088 w 610660"/>
                  <a:gd name="csY205" fmla="*/ 338194 h 516030"/>
                  <a:gd name="csX206" fmla="*/ 459702 w 610660"/>
                  <a:gd name="csY206" fmla="*/ 319744 h 516030"/>
                  <a:gd name="csX207" fmla="*/ 464320 w 610660"/>
                  <a:gd name="csY207" fmla="*/ 308983 h 516030"/>
                  <a:gd name="csX208" fmla="*/ 478159 w 610660"/>
                  <a:gd name="csY208" fmla="*/ 321283 h 516030"/>
                  <a:gd name="csX209" fmla="*/ 487388 w 610660"/>
                  <a:gd name="csY209" fmla="*/ 315133 h 516030"/>
                  <a:gd name="csX210" fmla="*/ 482777 w 610660"/>
                  <a:gd name="csY210" fmla="*/ 307444 h 516030"/>
                  <a:gd name="csX211" fmla="*/ 475088 w 610660"/>
                  <a:gd name="csY211" fmla="*/ 290533 h 516030"/>
                  <a:gd name="csX212" fmla="*/ 493544 w 610660"/>
                  <a:gd name="csY212" fmla="*/ 281311 h 516030"/>
                  <a:gd name="csX213" fmla="*/ 508923 w 610660"/>
                  <a:gd name="csY213" fmla="*/ 298222 h 516030"/>
                  <a:gd name="csX214" fmla="*/ 513540 w 610660"/>
                  <a:gd name="csY214" fmla="*/ 307444 h 516030"/>
                  <a:gd name="csX215" fmla="*/ 531997 w 610660"/>
                  <a:gd name="csY215" fmla="*/ 307444 h 516030"/>
                  <a:gd name="csX216" fmla="*/ 533536 w 610660"/>
                  <a:gd name="csY216" fmla="*/ 313594 h 516030"/>
                  <a:gd name="csX217" fmla="*/ 524308 w 610660"/>
                  <a:gd name="csY217" fmla="*/ 330504 h 516030"/>
                  <a:gd name="csX218" fmla="*/ 539686 w 610660"/>
                  <a:gd name="csY218" fmla="*/ 350494 h 516030"/>
                  <a:gd name="csX219" fmla="*/ 547382 w 610660"/>
                  <a:gd name="csY219" fmla="*/ 356644 h 516030"/>
                  <a:gd name="csX220" fmla="*/ 556611 w 610660"/>
                  <a:gd name="csY220" fmla="*/ 359715 h 516030"/>
                  <a:gd name="csX221" fmla="*/ 567378 w 610660"/>
                  <a:gd name="csY221" fmla="*/ 372015 h 516030"/>
                  <a:gd name="csX222" fmla="*/ 573528 w 610660"/>
                  <a:gd name="csY222" fmla="*/ 358183 h 516030"/>
                  <a:gd name="csX223" fmla="*/ 567378 w 610660"/>
                  <a:gd name="csY223" fmla="*/ 339733 h 516030"/>
                  <a:gd name="csX224" fmla="*/ 567378 w 610660"/>
                  <a:gd name="csY224" fmla="*/ 327433 h 516030"/>
                  <a:gd name="csX225" fmla="*/ 578146 w 610660"/>
                  <a:gd name="csY225" fmla="*/ 338194 h 516030"/>
                  <a:gd name="csX226" fmla="*/ 595064 w 610660"/>
                  <a:gd name="csY226" fmla="*/ 327433 h 516030"/>
                  <a:gd name="csX227" fmla="*/ 590453 w 610660"/>
                  <a:gd name="csY227" fmla="*/ 296683 h 516030"/>
                  <a:gd name="csX228" fmla="*/ 608910 w 610660"/>
                  <a:gd name="csY228" fmla="*/ 295151 h 516030"/>
                  <a:gd name="csX229" fmla="*/ 611981 w 610660"/>
                  <a:gd name="csY229" fmla="*/ 274471 h 516030"/>
                  <a:gd name="csX230" fmla="*/ 602753 w 610660"/>
                  <a:gd name="csY230" fmla="*/ 271700 h 516030"/>
                  <a:gd name="csX231" fmla="*/ 604292 w 610660"/>
                  <a:gd name="csY231" fmla="*/ 266166 h 516030"/>
                  <a:gd name="csX232" fmla="*/ 593524 w 610660"/>
                  <a:gd name="csY232" fmla="*/ 261555 h 516030"/>
                  <a:gd name="csX233" fmla="*/ 571989 w 610660"/>
                  <a:gd name="csY233" fmla="*/ 272623 h 516030"/>
                  <a:gd name="csX234" fmla="*/ 570450 w 610660"/>
                  <a:gd name="csY234" fmla="*/ 268013 h 516030"/>
                  <a:gd name="csX235" fmla="*/ 576607 w 610660"/>
                  <a:gd name="csY235" fmla="*/ 263395 h 516030"/>
                  <a:gd name="csX236" fmla="*/ 570450 w 610660"/>
                  <a:gd name="csY236" fmla="*/ 257861 h 516030"/>
                  <a:gd name="csX237" fmla="*/ 547382 w 610660"/>
                  <a:gd name="csY237" fmla="*/ 260631 h 516030"/>
                  <a:gd name="csX238" fmla="*/ 550461 w 610660"/>
                  <a:gd name="csY238" fmla="*/ 248639 h 516030"/>
                  <a:gd name="csX239" fmla="*/ 541226 w 610660"/>
                  <a:gd name="csY239" fmla="*/ 243105 h 516030"/>
                  <a:gd name="csX240" fmla="*/ 531997 w 610660"/>
                  <a:gd name="csY240" fmla="*/ 241258 h 516030"/>
                  <a:gd name="csX241" fmla="*/ 531997 w 610660"/>
                  <a:gd name="csY241" fmla="*/ 233877 h 516030"/>
                  <a:gd name="csX242" fmla="*/ 515080 w 610660"/>
                  <a:gd name="csY242" fmla="*/ 234800 h 516030"/>
                  <a:gd name="csX243" fmla="*/ 502773 w 610660"/>
                  <a:gd name="csY243" fmla="*/ 240334 h 516030"/>
                  <a:gd name="csX244" fmla="*/ 490466 w 610660"/>
                  <a:gd name="csY244" fmla="*/ 223731 h 516030"/>
                  <a:gd name="csX245" fmla="*/ 470470 w 610660"/>
                  <a:gd name="csY245" fmla="*/ 212663 h 516030"/>
                  <a:gd name="csX246" fmla="*/ 442785 w 610660"/>
                  <a:gd name="csY246" fmla="*/ 206205 h 516030"/>
                  <a:gd name="csX247" fmla="*/ 445863 w 610660"/>
                  <a:gd name="csY247" fmla="*/ 200671 h 516030"/>
                  <a:gd name="csX248" fmla="*/ 472009 w 610660"/>
                  <a:gd name="csY248" fmla="*/ 205282 h 516030"/>
                  <a:gd name="csX249" fmla="*/ 473548 w 610660"/>
                  <a:gd name="csY249" fmla="*/ 197900 h 516030"/>
                  <a:gd name="csX250" fmla="*/ 464320 w 610660"/>
                  <a:gd name="csY250" fmla="*/ 193289 h 516030"/>
                  <a:gd name="csX251" fmla="*/ 498162 w 610660"/>
                  <a:gd name="csY251" fmla="*/ 191449 h 516030"/>
                  <a:gd name="csX252" fmla="*/ 493544 w 610660"/>
                  <a:gd name="csY252" fmla="*/ 184991 h 516030"/>
                  <a:gd name="csX253" fmla="*/ 465859 w 610660"/>
                  <a:gd name="csY253" fmla="*/ 177610 h 516030"/>
                  <a:gd name="csX254" fmla="*/ 475088 w 610660"/>
                  <a:gd name="csY254" fmla="*/ 173923 h 516030"/>
                  <a:gd name="csX255" fmla="*/ 484316 w 610660"/>
                  <a:gd name="csY255" fmla="*/ 173923 h 516030"/>
                  <a:gd name="csX256" fmla="*/ 488934 w 610660"/>
                  <a:gd name="csY256" fmla="*/ 166541 h 516030"/>
                  <a:gd name="csX257" fmla="*/ 468938 w 610660"/>
                  <a:gd name="csY257" fmla="*/ 152702 h 516030"/>
                  <a:gd name="csX258" fmla="*/ 459702 w 610660"/>
                  <a:gd name="csY258" fmla="*/ 161931 h 516030"/>
                  <a:gd name="csX259" fmla="*/ 445863 w 610660"/>
                  <a:gd name="csY259" fmla="*/ 165618 h 516030"/>
                  <a:gd name="csX260" fmla="*/ 445863 w 610660"/>
                  <a:gd name="csY260" fmla="*/ 160084 h 516030"/>
                  <a:gd name="csX261" fmla="*/ 427400 w 610660"/>
                  <a:gd name="csY261" fmla="*/ 157313 h 516030"/>
                  <a:gd name="csX262" fmla="*/ 445863 w 610660"/>
                  <a:gd name="csY262" fmla="*/ 152702 h 516030"/>
                  <a:gd name="csX263" fmla="*/ 459702 w 610660"/>
                  <a:gd name="csY263" fmla="*/ 140710 h 516030"/>
                  <a:gd name="csX264" fmla="*/ 436635 w 610660"/>
                  <a:gd name="csY264" fmla="*/ 131489 h 516030"/>
                  <a:gd name="csX265" fmla="*/ 419710 w 610660"/>
                  <a:gd name="csY265" fmla="*/ 132412 h 516030"/>
                  <a:gd name="csX266" fmla="*/ 407404 w 610660"/>
                  <a:gd name="csY266" fmla="*/ 146244 h 516030"/>
                  <a:gd name="csX267" fmla="*/ 398175 w 610660"/>
                  <a:gd name="csY267" fmla="*/ 145321 h 516030"/>
                  <a:gd name="csX268" fmla="*/ 401254 w 610660"/>
                  <a:gd name="csY268" fmla="*/ 137946 h 516030"/>
                  <a:gd name="csX269" fmla="*/ 408943 w 610660"/>
                  <a:gd name="csY269" fmla="*/ 131489 h 516030"/>
                  <a:gd name="csX270" fmla="*/ 405871 w 610660"/>
                  <a:gd name="csY270" fmla="*/ 127795 h 516030"/>
                  <a:gd name="csX271" fmla="*/ 388947 w 610660"/>
                  <a:gd name="csY271" fmla="*/ 134252 h 516030"/>
                  <a:gd name="csX272" fmla="*/ 382797 w 610660"/>
                  <a:gd name="csY272" fmla="*/ 127795 h 516030"/>
                  <a:gd name="csX273" fmla="*/ 407411 w 610660"/>
                  <a:gd name="csY273" fmla="*/ 120420 h 516030"/>
                  <a:gd name="csX274" fmla="*/ 402793 w 610660"/>
                  <a:gd name="csY274" fmla="*/ 102894 h 516030"/>
                  <a:gd name="csX275" fmla="*/ 390486 w 610660"/>
                  <a:gd name="csY275" fmla="*/ 95512 h 516030"/>
                  <a:gd name="csX276" fmla="*/ 372029 w 610660"/>
                  <a:gd name="csY276" fmla="*/ 95512 h 516030"/>
                  <a:gd name="csX277" fmla="*/ 370490 w 610660"/>
                  <a:gd name="csY277" fmla="*/ 105657 h 516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610660" h="516030">
                    <a:moveTo>
                      <a:pt x="370490" y="105657"/>
                    </a:moveTo>
                    <a:lnTo>
                      <a:pt x="361262" y="110268"/>
                    </a:lnTo>
                    <a:lnTo>
                      <a:pt x="355105" y="106581"/>
                    </a:lnTo>
                    <a:lnTo>
                      <a:pt x="350494" y="110268"/>
                    </a:lnTo>
                    <a:lnTo>
                      <a:pt x="344344" y="104734"/>
                    </a:lnTo>
                    <a:lnTo>
                      <a:pt x="350494" y="96436"/>
                    </a:lnTo>
                    <a:lnTo>
                      <a:pt x="341266" y="94589"/>
                    </a:lnTo>
                    <a:lnTo>
                      <a:pt x="333577" y="104734"/>
                    </a:lnTo>
                    <a:lnTo>
                      <a:pt x="324348" y="102887"/>
                    </a:lnTo>
                    <a:lnTo>
                      <a:pt x="325881" y="92742"/>
                    </a:lnTo>
                    <a:lnTo>
                      <a:pt x="341266" y="79826"/>
                    </a:lnTo>
                    <a:lnTo>
                      <a:pt x="333577" y="77062"/>
                    </a:lnTo>
                    <a:lnTo>
                      <a:pt x="321270" y="85360"/>
                    </a:lnTo>
                    <a:lnTo>
                      <a:pt x="313581" y="77062"/>
                    </a:lnTo>
                    <a:lnTo>
                      <a:pt x="322809" y="63223"/>
                    </a:lnTo>
                    <a:lnTo>
                      <a:pt x="302813" y="54925"/>
                    </a:lnTo>
                    <a:lnTo>
                      <a:pt x="292045" y="55842"/>
                    </a:lnTo>
                    <a:lnTo>
                      <a:pt x="282817" y="53078"/>
                    </a:lnTo>
                    <a:lnTo>
                      <a:pt x="256664" y="54002"/>
                    </a:lnTo>
                    <a:lnTo>
                      <a:pt x="247436" y="61376"/>
                    </a:lnTo>
                    <a:lnTo>
                      <a:pt x="264353" y="65994"/>
                    </a:lnTo>
                    <a:lnTo>
                      <a:pt x="262814" y="70605"/>
                    </a:lnTo>
                    <a:lnTo>
                      <a:pt x="255125" y="71528"/>
                    </a:lnTo>
                    <a:lnTo>
                      <a:pt x="252047" y="84444"/>
                    </a:lnTo>
                    <a:lnTo>
                      <a:pt x="241279" y="84444"/>
                    </a:lnTo>
                    <a:lnTo>
                      <a:pt x="233590" y="74292"/>
                    </a:lnTo>
                    <a:lnTo>
                      <a:pt x="232051" y="66910"/>
                    </a:lnTo>
                    <a:lnTo>
                      <a:pt x="218211" y="66910"/>
                    </a:lnTo>
                    <a:lnTo>
                      <a:pt x="205905" y="71528"/>
                    </a:lnTo>
                    <a:lnTo>
                      <a:pt x="204365" y="78903"/>
                    </a:lnTo>
                    <a:lnTo>
                      <a:pt x="196676" y="79826"/>
                    </a:lnTo>
                    <a:lnTo>
                      <a:pt x="199755" y="59536"/>
                    </a:lnTo>
                    <a:lnTo>
                      <a:pt x="207444" y="53078"/>
                    </a:lnTo>
                    <a:lnTo>
                      <a:pt x="204365" y="44773"/>
                    </a:lnTo>
                    <a:lnTo>
                      <a:pt x="201287" y="39239"/>
                    </a:lnTo>
                    <a:lnTo>
                      <a:pt x="199755" y="25400"/>
                    </a:lnTo>
                    <a:lnTo>
                      <a:pt x="188987" y="16178"/>
                    </a:lnTo>
                    <a:lnTo>
                      <a:pt x="188987" y="8797"/>
                    </a:lnTo>
                    <a:lnTo>
                      <a:pt x="181298" y="4186"/>
                    </a:lnTo>
                    <a:lnTo>
                      <a:pt x="168991" y="4186"/>
                    </a:lnTo>
                    <a:lnTo>
                      <a:pt x="135149" y="14331"/>
                    </a:lnTo>
                    <a:lnTo>
                      <a:pt x="135149" y="22636"/>
                    </a:lnTo>
                    <a:lnTo>
                      <a:pt x="127460" y="19865"/>
                    </a:lnTo>
                    <a:lnTo>
                      <a:pt x="116145" y="24305"/>
                    </a:lnTo>
                    <a:lnTo>
                      <a:pt x="124381" y="30017"/>
                    </a:lnTo>
                    <a:lnTo>
                      <a:pt x="104385" y="35552"/>
                    </a:lnTo>
                    <a:lnTo>
                      <a:pt x="108996" y="60453"/>
                    </a:lnTo>
                    <a:lnTo>
                      <a:pt x="128992" y="67834"/>
                    </a:lnTo>
                    <a:lnTo>
                      <a:pt x="125921" y="73368"/>
                    </a:lnTo>
                    <a:lnTo>
                      <a:pt x="110535" y="67834"/>
                    </a:lnTo>
                    <a:lnTo>
                      <a:pt x="99768" y="73368"/>
                    </a:lnTo>
                    <a:lnTo>
                      <a:pt x="102846" y="87207"/>
                    </a:lnTo>
                    <a:lnTo>
                      <a:pt x="114400" y="100561"/>
                    </a:lnTo>
                    <a:lnTo>
                      <a:pt x="112068" y="114879"/>
                    </a:lnTo>
                    <a:lnTo>
                      <a:pt x="101307" y="113955"/>
                    </a:lnTo>
                    <a:lnTo>
                      <a:pt x="101307" y="95505"/>
                    </a:lnTo>
                    <a:lnTo>
                      <a:pt x="82843" y="85360"/>
                    </a:lnTo>
                    <a:lnTo>
                      <a:pt x="81311" y="52155"/>
                    </a:lnTo>
                    <a:lnTo>
                      <a:pt x="79772" y="46620"/>
                    </a:lnTo>
                    <a:lnTo>
                      <a:pt x="101307" y="24483"/>
                    </a:lnTo>
                    <a:lnTo>
                      <a:pt x="104385" y="18949"/>
                    </a:lnTo>
                    <a:lnTo>
                      <a:pt x="116145" y="7087"/>
                    </a:lnTo>
                    <a:lnTo>
                      <a:pt x="108996" y="3263"/>
                    </a:lnTo>
                    <a:lnTo>
                      <a:pt x="93618" y="2339"/>
                    </a:lnTo>
                    <a:lnTo>
                      <a:pt x="85922" y="499"/>
                    </a:lnTo>
                    <a:lnTo>
                      <a:pt x="67465" y="499"/>
                    </a:lnTo>
                    <a:lnTo>
                      <a:pt x="41319" y="16178"/>
                    </a:lnTo>
                    <a:lnTo>
                      <a:pt x="36701" y="18025"/>
                    </a:lnTo>
                    <a:lnTo>
                      <a:pt x="18245" y="34628"/>
                    </a:lnTo>
                    <a:lnTo>
                      <a:pt x="18245" y="50308"/>
                    </a:lnTo>
                    <a:lnTo>
                      <a:pt x="5938" y="58612"/>
                    </a:lnTo>
                    <a:lnTo>
                      <a:pt x="2859" y="64147"/>
                    </a:lnTo>
                    <a:lnTo>
                      <a:pt x="10549" y="71521"/>
                    </a:lnTo>
                    <a:lnTo>
                      <a:pt x="4399" y="77979"/>
                    </a:lnTo>
                    <a:lnTo>
                      <a:pt x="7477" y="87207"/>
                    </a:lnTo>
                    <a:lnTo>
                      <a:pt x="1320" y="96429"/>
                    </a:lnTo>
                    <a:lnTo>
                      <a:pt x="10549" y="107498"/>
                    </a:lnTo>
                    <a:lnTo>
                      <a:pt x="38241" y="112108"/>
                    </a:lnTo>
                    <a:lnTo>
                      <a:pt x="58237" y="116726"/>
                    </a:lnTo>
                    <a:lnTo>
                      <a:pt x="61308" y="123184"/>
                    </a:lnTo>
                    <a:lnTo>
                      <a:pt x="49001" y="120413"/>
                    </a:lnTo>
                    <a:lnTo>
                      <a:pt x="38241" y="120413"/>
                    </a:lnTo>
                    <a:lnTo>
                      <a:pt x="24395" y="116726"/>
                    </a:lnTo>
                    <a:lnTo>
                      <a:pt x="13627" y="118566"/>
                    </a:lnTo>
                    <a:lnTo>
                      <a:pt x="16705" y="128718"/>
                    </a:lnTo>
                    <a:lnTo>
                      <a:pt x="25934" y="134252"/>
                    </a:lnTo>
                    <a:lnTo>
                      <a:pt x="41312" y="143474"/>
                    </a:lnTo>
                    <a:lnTo>
                      <a:pt x="50541" y="152702"/>
                    </a:lnTo>
                    <a:lnTo>
                      <a:pt x="62847" y="152702"/>
                    </a:lnTo>
                    <a:lnTo>
                      <a:pt x="75154" y="143474"/>
                    </a:lnTo>
                    <a:lnTo>
                      <a:pt x="82843" y="145321"/>
                    </a:lnTo>
                    <a:lnTo>
                      <a:pt x="84383" y="155466"/>
                    </a:lnTo>
                    <a:lnTo>
                      <a:pt x="96689" y="159153"/>
                    </a:lnTo>
                    <a:lnTo>
                      <a:pt x="112068" y="156390"/>
                    </a:lnTo>
                    <a:lnTo>
                      <a:pt x="125914" y="157313"/>
                    </a:lnTo>
                    <a:lnTo>
                      <a:pt x="139760" y="162847"/>
                    </a:lnTo>
                    <a:lnTo>
                      <a:pt x="148988" y="163771"/>
                    </a:lnTo>
                    <a:lnTo>
                      <a:pt x="159756" y="165618"/>
                    </a:lnTo>
                    <a:lnTo>
                      <a:pt x="172063" y="169305"/>
                    </a:lnTo>
                    <a:lnTo>
                      <a:pt x="172063" y="163771"/>
                    </a:lnTo>
                    <a:lnTo>
                      <a:pt x="162834" y="158237"/>
                    </a:lnTo>
                    <a:lnTo>
                      <a:pt x="158217" y="153626"/>
                    </a:lnTo>
                    <a:lnTo>
                      <a:pt x="162834" y="150855"/>
                    </a:lnTo>
                    <a:lnTo>
                      <a:pt x="172063" y="154542"/>
                    </a:lnTo>
                    <a:lnTo>
                      <a:pt x="179752" y="161000"/>
                    </a:lnTo>
                    <a:lnTo>
                      <a:pt x="193598" y="166535"/>
                    </a:lnTo>
                    <a:lnTo>
                      <a:pt x="198209" y="161924"/>
                    </a:lnTo>
                    <a:lnTo>
                      <a:pt x="193598" y="158237"/>
                    </a:lnTo>
                    <a:lnTo>
                      <a:pt x="205898" y="155466"/>
                    </a:lnTo>
                    <a:lnTo>
                      <a:pt x="222822" y="162847"/>
                    </a:lnTo>
                    <a:lnTo>
                      <a:pt x="241279" y="161924"/>
                    </a:lnTo>
                    <a:lnTo>
                      <a:pt x="245897" y="153626"/>
                    </a:lnTo>
                    <a:lnTo>
                      <a:pt x="227440" y="143481"/>
                    </a:lnTo>
                    <a:lnTo>
                      <a:pt x="227440" y="139787"/>
                    </a:lnTo>
                    <a:lnTo>
                      <a:pt x="239747" y="136099"/>
                    </a:lnTo>
                    <a:lnTo>
                      <a:pt x="248968" y="143481"/>
                    </a:lnTo>
                    <a:lnTo>
                      <a:pt x="256664" y="144397"/>
                    </a:lnTo>
                    <a:lnTo>
                      <a:pt x="268964" y="153626"/>
                    </a:lnTo>
                    <a:lnTo>
                      <a:pt x="267432" y="165618"/>
                    </a:lnTo>
                    <a:lnTo>
                      <a:pt x="276660" y="170229"/>
                    </a:lnTo>
                    <a:lnTo>
                      <a:pt x="282810" y="180374"/>
                    </a:lnTo>
                    <a:lnTo>
                      <a:pt x="307424" y="188679"/>
                    </a:lnTo>
                    <a:lnTo>
                      <a:pt x="308963" y="192366"/>
                    </a:lnTo>
                    <a:lnTo>
                      <a:pt x="282810" y="200671"/>
                    </a:lnTo>
                    <a:lnTo>
                      <a:pt x="284349" y="208045"/>
                    </a:lnTo>
                    <a:lnTo>
                      <a:pt x="295117" y="208969"/>
                    </a:lnTo>
                    <a:lnTo>
                      <a:pt x="304345" y="205282"/>
                    </a:lnTo>
                    <a:lnTo>
                      <a:pt x="319731" y="197900"/>
                    </a:lnTo>
                    <a:lnTo>
                      <a:pt x="328959" y="197900"/>
                    </a:lnTo>
                    <a:lnTo>
                      <a:pt x="322802" y="204358"/>
                    </a:lnTo>
                    <a:lnTo>
                      <a:pt x="333570" y="214503"/>
                    </a:lnTo>
                    <a:lnTo>
                      <a:pt x="345876" y="213586"/>
                    </a:lnTo>
                    <a:lnTo>
                      <a:pt x="352026" y="223731"/>
                    </a:lnTo>
                    <a:lnTo>
                      <a:pt x="365872" y="232036"/>
                    </a:lnTo>
                    <a:lnTo>
                      <a:pt x="368951" y="238487"/>
                    </a:lnTo>
                    <a:lnTo>
                      <a:pt x="370490" y="245869"/>
                    </a:lnTo>
                    <a:lnTo>
                      <a:pt x="376640" y="250479"/>
                    </a:lnTo>
                    <a:lnTo>
                      <a:pt x="376640" y="268929"/>
                    </a:lnTo>
                    <a:lnTo>
                      <a:pt x="365872" y="269853"/>
                    </a:lnTo>
                    <a:lnTo>
                      <a:pt x="358176" y="281311"/>
                    </a:lnTo>
                    <a:lnTo>
                      <a:pt x="328952" y="304372"/>
                    </a:lnTo>
                    <a:lnTo>
                      <a:pt x="332030" y="319744"/>
                    </a:lnTo>
                    <a:lnTo>
                      <a:pt x="347409" y="332044"/>
                    </a:lnTo>
                    <a:lnTo>
                      <a:pt x="347409" y="345876"/>
                    </a:lnTo>
                    <a:lnTo>
                      <a:pt x="336641" y="341265"/>
                    </a:lnTo>
                    <a:lnTo>
                      <a:pt x="318184" y="352026"/>
                    </a:lnTo>
                    <a:lnTo>
                      <a:pt x="292039" y="353565"/>
                    </a:lnTo>
                    <a:lnTo>
                      <a:pt x="282810" y="348954"/>
                    </a:lnTo>
                    <a:lnTo>
                      <a:pt x="273582" y="342804"/>
                    </a:lnTo>
                    <a:lnTo>
                      <a:pt x="265886" y="350487"/>
                    </a:lnTo>
                    <a:lnTo>
                      <a:pt x="265886" y="359715"/>
                    </a:lnTo>
                    <a:lnTo>
                      <a:pt x="252040" y="370476"/>
                    </a:lnTo>
                    <a:lnTo>
                      <a:pt x="250507" y="388926"/>
                    </a:lnTo>
                    <a:lnTo>
                      <a:pt x="268964" y="402765"/>
                    </a:lnTo>
                    <a:lnTo>
                      <a:pt x="290499" y="404297"/>
                    </a:lnTo>
                    <a:lnTo>
                      <a:pt x="302806" y="385847"/>
                    </a:lnTo>
                    <a:lnTo>
                      <a:pt x="310495" y="384315"/>
                    </a:lnTo>
                    <a:lnTo>
                      <a:pt x="325881" y="401226"/>
                    </a:lnTo>
                    <a:lnTo>
                      <a:pt x="330491" y="395076"/>
                    </a:lnTo>
                    <a:lnTo>
                      <a:pt x="328952" y="384315"/>
                    </a:lnTo>
                    <a:lnTo>
                      <a:pt x="338180" y="385854"/>
                    </a:lnTo>
                    <a:lnTo>
                      <a:pt x="341259" y="392004"/>
                    </a:lnTo>
                    <a:lnTo>
                      <a:pt x="358176" y="392004"/>
                    </a:lnTo>
                    <a:lnTo>
                      <a:pt x="361255" y="411987"/>
                    </a:lnTo>
                    <a:lnTo>
                      <a:pt x="378172" y="427358"/>
                    </a:lnTo>
                    <a:lnTo>
                      <a:pt x="392018" y="428897"/>
                    </a:lnTo>
                    <a:lnTo>
                      <a:pt x="395097" y="439665"/>
                    </a:lnTo>
                    <a:lnTo>
                      <a:pt x="385868" y="441197"/>
                    </a:lnTo>
                    <a:lnTo>
                      <a:pt x="388940" y="453497"/>
                    </a:lnTo>
                    <a:lnTo>
                      <a:pt x="398175" y="456576"/>
                    </a:lnTo>
                    <a:lnTo>
                      <a:pt x="418164" y="475019"/>
                    </a:lnTo>
                    <a:lnTo>
                      <a:pt x="428939" y="471947"/>
                    </a:lnTo>
                    <a:lnTo>
                      <a:pt x="438167" y="475019"/>
                    </a:lnTo>
                    <a:lnTo>
                      <a:pt x="436628" y="491936"/>
                    </a:lnTo>
                    <a:lnTo>
                      <a:pt x="455085" y="504229"/>
                    </a:lnTo>
                    <a:lnTo>
                      <a:pt x="467392" y="504229"/>
                    </a:lnTo>
                    <a:lnTo>
                      <a:pt x="501234" y="516529"/>
                    </a:lnTo>
                    <a:lnTo>
                      <a:pt x="513534" y="511919"/>
                    </a:lnTo>
                    <a:lnTo>
                      <a:pt x="505844" y="495008"/>
                    </a:lnTo>
                    <a:lnTo>
                      <a:pt x="482777" y="479636"/>
                    </a:lnTo>
                    <a:lnTo>
                      <a:pt x="470470" y="462726"/>
                    </a:lnTo>
                    <a:lnTo>
                      <a:pt x="447396" y="433508"/>
                    </a:lnTo>
                    <a:lnTo>
                      <a:pt x="450467" y="422747"/>
                    </a:lnTo>
                    <a:lnTo>
                      <a:pt x="456624" y="421215"/>
                    </a:lnTo>
                    <a:lnTo>
                      <a:pt x="468931" y="436586"/>
                    </a:lnTo>
                    <a:lnTo>
                      <a:pt x="476620" y="435047"/>
                    </a:lnTo>
                    <a:lnTo>
                      <a:pt x="485848" y="447347"/>
                    </a:lnTo>
                    <a:lnTo>
                      <a:pt x="498155" y="444276"/>
                    </a:lnTo>
                    <a:lnTo>
                      <a:pt x="513534" y="462726"/>
                    </a:lnTo>
                    <a:lnTo>
                      <a:pt x="527380" y="484247"/>
                    </a:lnTo>
                    <a:lnTo>
                      <a:pt x="536608" y="482708"/>
                    </a:lnTo>
                    <a:lnTo>
                      <a:pt x="536608" y="468876"/>
                    </a:lnTo>
                    <a:lnTo>
                      <a:pt x="542765" y="458115"/>
                    </a:lnTo>
                    <a:lnTo>
                      <a:pt x="531997" y="448886"/>
                    </a:lnTo>
                    <a:lnTo>
                      <a:pt x="535076" y="442736"/>
                    </a:lnTo>
                    <a:lnTo>
                      <a:pt x="548915" y="444276"/>
                    </a:lnTo>
                    <a:lnTo>
                      <a:pt x="548915" y="431976"/>
                    </a:lnTo>
                    <a:lnTo>
                      <a:pt x="538147" y="418136"/>
                    </a:lnTo>
                    <a:lnTo>
                      <a:pt x="538147" y="410454"/>
                    </a:lnTo>
                    <a:lnTo>
                      <a:pt x="531997" y="405837"/>
                    </a:lnTo>
                    <a:lnTo>
                      <a:pt x="531997" y="398154"/>
                    </a:lnTo>
                    <a:lnTo>
                      <a:pt x="515073" y="376626"/>
                    </a:lnTo>
                    <a:lnTo>
                      <a:pt x="504305" y="373554"/>
                    </a:lnTo>
                    <a:lnTo>
                      <a:pt x="488927" y="353565"/>
                    </a:lnTo>
                    <a:lnTo>
                      <a:pt x="484316" y="344344"/>
                    </a:lnTo>
                    <a:lnTo>
                      <a:pt x="475088" y="338194"/>
                    </a:lnTo>
                    <a:lnTo>
                      <a:pt x="459702" y="319744"/>
                    </a:lnTo>
                    <a:lnTo>
                      <a:pt x="464320" y="308983"/>
                    </a:lnTo>
                    <a:lnTo>
                      <a:pt x="478159" y="321283"/>
                    </a:lnTo>
                    <a:lnTo>
                      <a:pt x="487388" y="315133"/>
                    </a:lnTo>
                    <a:lnTo>
                      <a:pt x="482777" y="307444"/>
                    </a:lnTo>
                    <a:lnTo>
                      <a:pt x="475088" y="290533"/>
                    </a:lnTo>
                    <a:lnTo>
                      <a:pt x="493544" y="281311"/>
                    </a:lnTo>
                    <a:lnTo>
                      <a:pt x="508923" y="298222"/>
                    </a:lnTo>
                    <a:lnTo>
                      <a:pt x="513540" y="307444"/>
                    </a:lnTo>
                    <a:lnTo>
                      <a:pt x="531997" y="307444"/>
                    </a:lnTo>
                    <a:lnTo>
                      <a:pt x="533536" y="313594"/>
                    </a:lnTo>
                    <a:lnTo>
                      <a:pt x="524308" y="330504"/>
                    </a:lnTo>
                    <a:lnTo>
                      <a:pt x="539686" y="350494"/>
                    </a:lnTo>
                    <a:lnTo>
                      <a:pt x="547382" y="356644"/>
                    </a:lnTo>
                    <a:lnTo>
                      <a:pt x="556611" y="359715"/>
                    </a:lnTo>
                    <a:lnTo>
                      <a:pt x="567378" y="372015"/>
                    </a:lnTo>
                    <a:lnTo>
                      <a:pt x="573528" y="358183"/>
                    </a:lnTo>
                    <a:lnTo>
                      <a:pt x="567378" y="339733"/>
                    </a:lnTo>
                    <a:lnTo>
                      <a:pt x="567378" y="327433"/>
                    </a:lnTo>
                    <a:lnTo>
                      <a:pt x="578146" y="338194"/>
                    </a:lnTo>
                    <a:lnTo>
                      <a:pt x="595064" y="327433"/>
                    </a:lnTo>
                    <a:lnTo>
                      <a:pt x="590453" y="296683"/>
                    </a:lnTo>
                    <a:lnTo>
                      <a:pt x="608910" y="295151"/>
                    </a:lnTo>
                    <a:lnTo>
                      <a:pt x="611981" y="274471"/>
                    </a:lnTo>
                    <a:lnTo>
                      <a:pt x="602753" y="271700"/>
                    </a:lnTo>
                    <a:lnTo>
                      <a:pt x="604292" y="266166"/>
                    </a:lnTo>
                    <a:lnTo>
                      <a:pt x="593524" y="261555"/>
                    </a:lnTo>
                    <a:lnTo>
                      <a:pt x="571989" y="272623"/>
                    </a:lnTo>
                    <a:lnTo>
                      <a:pt x="570450" y="268013"/>
                    </a:lnTo>
                    <a:lnTo>
                      <a:pt x="576607" y="263395"/>
                    </a:lnTo>
                    <a:lnTo>
                      <a:pt x="570450" y="257861"/>
                    </a:lnTo>
                    <a:lnTo>
                      <a:pt x="547382" y="260631"/>
                    </a:lnTo>
                    <a:lnTo>
                      <a:pt x="550461" y="248639"/>
                    </a:lnTo>
                    <a:lnTo>
                      <a:pt x="541226" y="243105"/>
                    </a:lnTo>
                    <a:lnTo>
                      <a:pt x="531997" y="241258"/>
                    </a:lnTo>
                    <a:lnTo>
                      <a:pt x="531997" y="233877"/>
                    </a:lnTo>
                    <a:lnTo>
                      <a:pt x="515080" y="234800"/>
                    </a:lnTo>
                    <a:lnTo>
                      <a:pt x="502773" y="240334"/>
                    </a:lnTo>
                    <a:lnTo>
                      <a:pt x="490466" y="223731"/>
                    </a:lnTo>
                    <a:lnTo>
                      <a:pt x="470470" y="212663"/>
                    </a:lnTo>
                    <a:lnTo>
                      <a:pt x="442785" y="206205"/>
                    </a:lnTo>
                    <a:lnTo>
                      <a:pt x="445863" y="200671"/>
                    </a:lnTo>
                    <a:lnTo>
                      <a:pt x="472009" y="205282"/>
                    </a:lnTo>
                    <a:lnTo>
                      <a:pt x="473548" y="197900"/>
                    </a:lnTo>
                    <a:lnTo>
                      <a:pt x="464320" y="193289"/>
                    </a:lnTo>
                    <a:lnTo>
                      <a:pt x="498162" y="191449"/>
                    </a:lnTo>
                    <a:lnTo>
                      <a:pt x="493544" y="184991"/>
                    </a:lnTo>
                    <a:lnTo>
                      <a:pt x="465859" y="177610"/>
                    </a:lnTo>
                    <a:lnTo>
                      <a:pt x="475088" y="173923"/>
                    </a:lnTo>
                    <a:lnTo>
                      <a:pt x="484316" y="173923"/>
                    </a:lnTo>
                    <a:lnTo>
                      <a:pt x="488934" y="166541"/>
                    </a:lnTo>
                    <a:lnTo>
                      <a:pt x="468938" y="152702"/>
                    </a:lnTo>
                    <a:lnTo>
                      <a:pt x="459702" y="161931"/>
                    </a:lnTo>
                    <a:lnTo>
                      <a:pt x="445863" y="165618"/>
                    </a:lnTo>
                    <a:lnTo>
                      <a:pt x="445863" y="160084"/>
                    </a:lnTo>
                    <a:lnTo>
                      <a:pt x="427400" y="157313"/>
                    </a:lnTo>
                    <a:lnTo>
                      <a:pt x="445863" y="152702"/>
                    </a:lnTo>
                    <a:lnTo>
                      <a:pt x="459702" y="140710"/>
                    </a:lnTo>
                    <a:lnTo>
                      <a:pt x="436635" y="131489"/>
                    </a:lnTo>
                    <a:lnTo>
                      <a:pt x="419710" y="132412"/>
                    </a:lnTo>
                    <a:lnTo>
                      <a:pt x="407404" y="146244"/>
                    </a:lnTo>
                    <a:lnTo>
                      <a:pt x="398175" y="145321"/>
                    </a:lnTo>
                    <a:lnTo>
                      <a:pt x="401254" y="137946"/>
                    </a:lnTo>
                    <a:lnTo>
                      <a:pt x="408943" y="131489"/>
                    </a:lnTo>
                    <a:lnTo>
                      <a:pt x="405871" y="127795"/>
                    </a:lnTo>
                    <a:lnTo>
                      <a:pt x="388947" y="134252"/>
                    </a:lnTo>
                    <a:lnTo>
                      <a:pt x="382797" y="127795"/>
                    </a:lnTo>
                    <a:lnTo>
                      <a:pt x="407411" y="120420"/>
                    </a:lnTo>
                    <a:lnTo>
                      <a:pt x="402793" y="102894"/>
                    </a:lnTo>
                    <a:lnTo>
                      <a:pt x="390486" y="95512"/>
                    </a:lnTo>
                    <a:lnTo>
                      <a:pt x="372029" y="95512"/>
                    </a:lnTo>
                    <a:lnTo>
                      <a:pt x="370490" y="1056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7" name="Forme libre : forme 1195">
                <a:extLst>
                  <a:ext uri="{FF2B5EF4-FFF2-40B4-BE49-F238E27FC236}">
                    <a16:creationId xmlns:a16="http://schemas.microsoft.com/office/drawing/2014/main" id="{A83687AD-A10F-ED76-FF81-F685BEF4019B}"/>
                  </a:ext>
                </a:extLst>
              </p:cNvPr>
              <p:cNvSpPr/>
              <p:nvPr/>
            </p:nvSpPr>
            <p:spPr>
              <a:xfrm>
                <a:off x="3860164" y="2432343"/>
                <a:ext cx="104597" cy="46121"/>
              </a:xfrm>
              <a:custGeom>
                <a:avLst/>
                <a:gdLst>
                  <a:gd name="csX0" fmla="*/ 81268 w 104597"/>
                  <a:gd name="csY0" fmla="*/ 12331 h 46121"/>
                  <a:gd name="csX1" fmla="*/ 72039 w 104597"/>
                  <a:gd name="csY1" fmla="*/ 11408 h 46121"/>
                  <a:gd name="csX2" fmla="*/ 50504 w 104597"/>
                  <a:gd name="csY2" fmla="*/ 339 h 46121"/>
                  <a:gd name="csX3" fmla="*/ 21280 w 104597"/>
                  <a:gd name="csY3" fmla="*/ 3103 h 46121"/>
                  <a:gd name="csX4" fmla="*/ 16662 w 104597"/>
                  <a:gd name="csY4" fmla="*/ 339 h 46121"/>
                  <a:gd name="csX5" fmla="*/ 1284 w 104597"/>
                  <a:gd name="csY5" fmla="*/ 3103 h 46121"/>
                  <a:gd name="csX6" fmla="*/ 5894 w 104597"/>
                  <a:gd name="csY6" fmla="*/ 15095 h 46121"/>
                  <a:gd name="csX7" fmla="*/ 12051 w 104597"/>
                  <a:gd name="csY7" fmla="*/ 18789 h 46121"/>
                  <a:gd name="csX8" fmla="*/ 16662 w 104597"/>
                  <a:gd name="csY8" fmla="*/ 42773 h 46121"/>
                  <a:gd name="csX9" fmla="*/ 25890 w 104597"/>
                  <a:gd name="csY9" fmla="*/ 46460 h 46121"/>
                  <a:gd name="csX10" fmla="*/ 35119 w 104597"/>
                  <a:gd name="csY10" fmla="*/ 43697 h 46121"/>
                  <a:gd name="csX11" fmla="*/ 38197 w 104597"/>
                  <a:gd name="csY11" fmla="*/ 38162 h 46121"/>
                  <a:gd name="csX12" fmla="*/ 72039 w 104597"/>
                  <a:gd name="csY12" fmla="*/ 36315 h 46121"/>
                  <a:gd name="csX13" fmla="*/ 101263 w 104597"/>
                  <a:gd name="csY13" fmla="*/ 42773 h 46121"/>
                  <a:gd name="csX14" fmla="*/ 105881 w 104597"/>
                  <a:gd name="csY14" fmla="*/ 36315 h 46121"/>
                  <a:gd name="csX15" fmla="*/ 88957 w 104597"/>
                  <a:gd name="csY15" fmla="*/ 29857 h 46121"/>
                  <a:gd name="csX16" fmla="*/ 90496 w 104597"/>
                  <a:gd name="csY16" fmla="*/ 19712 h 46121"/>
                  <a:gd name="csX17" fmla="*/ 81268 w 104597"/>
                  <a:gd name="csY17" fmla="*/ 12331 h 46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4597" h="46121">
                    <a:moveTo>
                      <a:pt x="81268" y="12331"/>
                    </a:moveTo>
                    <a:lnTo>
                      <a:pt x="72039" y="11408"/>
                    </a:lnTo>
                    <a:lnTo>
                      <a:pt x="50504" y="339"/>
                    </a:lnTo>
                    <a:lnTo>
                      <a:pt x="21280" y="3103"/>
                    </a:lnTo>
                    <a:lnTo>
                      <a:pt x="16662" y="339"/>
                    </a:lnTo>
                    <a:lnTo>
                      <a:pt x="1284" y="3103"/>
                    </a:lnTo>
                    <a:lnTo>
                      <a:pt x="5894" y="15095"/>
                    </a:lnTo>
                    <a:lnTo>
                      <a:pt x="12051" y="18789"/>
                    </a:lnTo>
                    <a:lnTo>
                      <a:pt x="16662" y="42773"/>
                    </a:lnTo>
                    <a:lnTo>
                      <a:pt x="25890" y="46460"/>
                    </a:lnTo>
                    <a:lnTo>
                      <a:pt x="35119" y="43697"/>
                    </a:lnTo>
                    <a:lnTo>
                      <a:pt x="38197" y="38162"/>
                    </a:lnTo>
                    <a:lnTo>
                      <a:pt x="72039" y="36315"/>
                    </a:lnTo>
                    <a:lnTo>
                      <a:pt x="101263" y="42773"/>
                    </a:lnTo>
                    <a:lnTo>
                      <a:pt x="105881" y="36315"/>
                    </a:lnTo>
                    <a:lnTo>
                      <a:pt x="88957" y="29857"/>
                    </a:lnTo>
                    <a:lnTo>
                      <a:pt x="90496" y="19712"/>
                    </a:lnTo>
                    <a:lnTo>
                      <a:pt x="81268" y="123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8" name="Forme libre : forme 1196">
                <a:extLst>
                  <a:ext uri="{FF2B5EF4-FFF2-40B4-BE49-F238E27FC236}">
                    <a16:creationId xmlns:a16="http://schemas.microsoft.com/office/drawing/2014/main" id="{16F6AB16-1836-BF16-90FC-29ABDE4BD297}"/>
                  </a:ext>
                </a:extLst>
              </p:cNvPr>
              <p:cNvSpPr/>
              <p:nvPr/>
            </p:nvSpPr>
            <p:spPr>
              <a:xfrm>
                <a:off x="3897070" y="2597462"/>
                <a:ext cx="24613" cy="9221"/>
              </a:xfrm>
              <a:custGeom>
                <a:avLst/>
                <a:gdLst>
                  <a:gd name="csX0" fmla="*/ 25893 w 24613"/>
                  <a:gd name="csY0" fmla="*/ 1351 h 9221"/>
                  <a:gd name="csX1" fmla="*/ 18204 w 24613"/>
                  <a:gd name="csY1" fmla="*/ 427 h 9221"/>
                  <a:gd name="csX2" fmla="*/ 1279 w 24613"/>
                  <a:gd name="csY2" fmla="*/ 6885 h 9221"/>
                  <a:gd name="csX3" fmla="*/ 1279 w 24613"/>
                  <a:gd name="csY3" fmla="*/ 9649 h 9221"/>
                  <a:gd name="csX4" fmla="*/ 7436 w 24613"/>
                  <a:gd name="csY4" fmla="*/ 9649 h 9221"/>
                  <a:gd name="csX5" fmla="*/ 25893 w 24613"/>
                  <a:gd name="csY5" fmla="*/ 1351 h 9221"/>
                </a:gdLst>
                <a:ahLst/>
                <a:cxnLst>
                  <a:cxn ang="0">
                    <a:pos x="csX0" y="csY0"/>
                  </a:cxn>
                  <a:cxn ang="0">
                    <a:pos x="csX1" y="csY1"/>
                  </a:cxn>
                  <a:cxn ang="0">
                    <a:pos x="csX2" y="csY2"/>
                  </a:cxn>
                  <a:cxn ang="0">
                    <a:pos x="csX3" y="csY3"/>
                  </a:cxn>
                  <a:cxn ang="0">
                    <a:pos x="csX4" y="csY4"/>
                  </a:cxn>
                  <a:cxn ang="0">
                    <a:pos x="csX5" y="csY5"/>
                  </a:cxn>
                </a:cxnLst>
                <a:rect l="l" t="t" r="r" b="b"/>
                <a:pathLst>
                  <a:path w="24613" h="9221">
                    <a:moveTo>
                      <a:pt x="25893" y="1351"/>
                    </a:moveTo>
                    <a:lnTo>
                      <a:pt x="18204" y="427"/>
                    </a:lnTo>
                    <a:lnTo>
                      <a:pt x="1279" y="6885"/>
                    </a:lnTo>
                    <a:lnTo>
                      <a:pt x="1279" y="9649"/>
                    </a:lnTo>
                    <a:lnTo>
                      <a:pt x="7436" y="9649"/>
                    </a:lnTo>
                    <a:lnTo>
                      <a:pt x="25893" y="13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19" name="Forme libre : forme 1197">
                <a:extLst>
                  <a:ext uri="{FF2B5EF4-FFF2-40B4-BE49-F238E27FC236}">
                    <a16:creationId xmlns:a16="http://schemas.microsoft.com/office/drawing/2014/main" id="{D8C404EC-ABA4-D5B8-39B5-C8913283EF43}"/>
                  </a:ext>
                </a:extLst>
              </p:cNvPr>
              <p:cNvSpPr/>
              <p:nvPr/>
            </p:nvSpPr>
            <p:spPr>
              <a:xfrm>
                <a:off x="3864768" y="2596545"/>
                <a:ext cx="21535" cy="9221"/>
              </a:xfrm>
              <a:custGeom>
                <a:avLst/>
                <a:gdLst>
                  <a:gd name="csX0" fmla="*/ 22794 w 21535"/>
                  <a:gd name="csY0" fmla="*/ 5037 h 9221"/>
                  <a:gd name="csX1" fmla="*/ 22794 w 21535"/>
                  <a:gd name="csY1" fmla="*/ 426 h 9221"/>
                  <a:gd name="csX2" fmla="*/ 5869 w 21535"/>
                  <a:gd name="csY2" fmla="*/ 3197 h 9221"/>
                  <a:gd name="csX3" fmla="*/ 1259 w 21535"/>
                  <a:gd name="csY3" fmla="*/ 6884 h 9221"/>
                  <a:gd name="csX4" fmla="*/ 8948 w 21535"/>
                  <a:gd name="csY4" fmla="*/ 9648 h 9221"/>
                  <a:gd name="csX5" fmla="*/ 22794 w 21535"/>
                  <a:gd name="csY5" fmla="*/ 5037 h 9221"/>
                </a:gdLst>
                <a:ahLst/>
                <a:cxnLst>
                  <a:cxn ang="0">
                    <a:pos x="csX0" y="csY0"/>
                  </a:cxn>
                  <a:cxn ang="0">
                    <a:pos x="csX1" y="csY1"/>
                  </a:cxn>
                  <a:cxn ang="0">
                    <a:pos x="csX2" y="csY2"/>
                  </a:cxn>
                  <a:cxn ang="0">
                    <a:pos x="csX3" y="csY3"/>
                  </a:cxn>
                  <a:cxn ang="0">
                    <a:pos x="csX4" y="csY4"/>
                  </a:cxn>
                  <a:cxn ang="0">
                    <a:pos x="csX5" y="csY5"/>
                  </a:cxn>
                </a:cxnLst>
                <a:rect l="l" t="t" r="r" b="b"/>
                <a:pathLst>
                  <a:path w="21535" h="9221">
                    <a:moveTo>
                      <a:pt x="22794" y="5037"/>
                    </a:moveTo>
                    <a:lnTo>
                      <a:pt x="22794" y="426"/>
                    </a:lnTo>
                    <a:lnTo>
                      <a:pt x="5869" y="3197"/>
                    </a:lnTo>
                    <a:lnTo>
                      <a:pt x="1259" y="6884"/>
                    </a:lnTo>
                    <a:lnTo>
                      <a:pt x="8948" y="9648"/>
                    </a:lnTo>
                    <a:lnTo>
                      <a:pt x="22794" y="50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0" name="Forme libre : forme 1198">
                <a:extLst>
                  <a:ext uri="{FF2B5EF4-FFF2-40B4-BE49-F238E27FC236}">
                    <a16:creationId xmlns:a16="http://schemas.microsoft.com/office/drawing/2014/main" id="{531EE21A-725B-9F1A-A0B2-3ECA02B53E8D}"/>
                  </a:ext>
                </a:extLst>
              </p:cNvPr>
              <p:cNvSpPr/>
              <p:nvPr/>
            </p:nvSpPr>
            <p:spPr>
              <a:xfrm>
                <a:off x="3929373" y="2608531"/>
                <a:ext cx="12306" cy="11068"/>
              </a:xfrm>
              <a:custGeom>
                <a:avLst/>
                <a:gdLst>
                  <a:gd name="csX0" fmla="*/ 8983 w 12306"/>
                  <a:gd name="csY0" fmla="*/ 1358 h 11068"/>
                  <a:gd name="csX1" fmla="*/ 2833 w 12306"/>
                  <a:gd name="csY1" fmla="*/ 435 h 11068"/>
                  <a:gd name="csX2" fmla="*/ 1294 w 12306"/>
                  <a:gd name="csY2" fmla="*/ 5045 h 11068"/>
                  <a:gd name="csX3" fmla="*/ 4365 w 12306"/>
                  <a:gd name="csY3" fmla="*/ 11503 h 11068"/>
                  <a:gd name="csX4" fmla="*/ 13601 w 12306"/>
                  <a:gd name="csY4" fmla="*/ 4122 h 11068"/>
                  <a:gd name="csX5" fmla="*/ 8983 w 12306"/>
                  <a:gd name="csY5" fmla="*/ 1358 h 11068"/>
                </a:gdLst>
                <a:ahLst/>
                <a:cxnLst>
                  <a:cxn ang="0">
                    <a:pos x="csX0" y="csY0"/>
                  </a:cxn>
                  <a:cxn ang="0">
                    <a:pos x="csX1" y="csY1"/>
                  </a:cxn>
                  <a:cxn ang="0">
                    <a:pos x="csX2" y="csY2"/>
                  </a:cxn>
                  <a:cxn ang="0">
                    <a:pos x="csX3" y="csY3"/>
                  </a:cxn>
                  <a:cxn ang="0">
                    <a:pos x="csX4" y="csY4"/>
                  </a:cxn>
                  <a:cxn ang="0">
                    <a:pos x="csX5" y="csY5"/>
                  </a:cxn>
                </a:cxnLst>
                <a:rect l="l" t="t" r="r" b="b"/>
                <a:pathLst>
                  <a:path w="12306" h="11068">
                    <a:moveTo>
                      <a:pt x="8983" y="1358"/>
                    </a:moveTo>
                    <a:lnTo>
                      <a:pt x="2833" y="435"/>
                    </a:lnTo>
                    <a:lnTo>
                      <a:pt x="1294" y="5045"/>
                    </a:lnTo>
                    <a:lnTo>
                      <a:pt x="4365" y="11503"/>
                    </a:lnTo>
                    <a:lnTo>
                      <a:pt x="13601" y="4122"/>
                    </a:lnTo>
                    <a:lnTo>
                      <a:pt x="8983" y="13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1" name="Forme libre : forme 1199">
                <a:extLst>
                  <a:ext uri="{FF2B5EF4-FFF2-40B4-BE49-F238E27FC236}">
                    <a16:creationId xmlns:a16="http://schemas.microsoft.com/office/drawing/2014/main" id="{51BB42F8-4F9C-820F-E7E3-65669E4F2C7F}"/>
                  </a:ext>
                </a:extLst>
              </p:cNvPr>
              <p:cNvSpPr/>
              <p:nvPr/>
            </p:nvSpPr>
            <p:spPr>
              <a:xfrm>
                <a:off x="3878614" y="2611301"/>
                <a:ext cx="30763" cy="18449"/>
              </a:xfrm>
              <a:custGeom>
                <a:avLst/>
                <a:gdLst>
                  <a:gd name="csX0" fmla="*/ 30495 w 30763"/>
                  <a:gd name="csY0" fmla="*/ 2286 h 18449"/>
                  <a:gd name="csX1" fmla="*/ 24345 w 30763"/>
                  <a:gd name="csY1" fmla="*/ 439 h 18449"/>
                  <a:gd name="csX2" fmla="*/ 15109 w 30763"/>
                  <a:gd name="csY2" fmla="*/ 4126 h 18449"/>
                  <a:gd name="csX3" fmla="*/ 13577 w 30763"/>
                  <a:gd name="csY3" fmla="*/ 10584 h 18449"/>
                  <a:gd name="csX4" fmla="*/ 1270 w 30763"/>
                  <a:gd name="csY4" fmla="*/ 15202 h 18449"/>
                  <a:gd name="csX5" fmla="*/ 1270 w 30763"/>
                  <a:gd name="csY5" fmla="*/ 17965 h 18449"/>
                  <a:gd name="csX6" fmla="*/ 16649 w 30763"/>
                  <a:gd name="csY6" fmla="*/ 18889 h 18449"/>
                  <a:gd name="csX7" fmla="*/ 32034 w 30763"/>
                  <a:gd name="csY7" fmla="*/ 10584 h 18449"/>
                  <a:gd name="csX8" fmla="*/ 30495 w 30763"/>
                  <a:gd name="csY8" fmla="*/ 2286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763" h="18449">
                    <a:moveTo>
                      <a:pt x="30495" y="2286"/>
                    </a:moveTo>
                    <a:lnTo>
                      <a:pt x="24345" y="439"/>
                    </a:lnTo>
                    <a:lnTo>
                      <a:pt x="15109" y="4126"/>
                    </a:lnTo>
                    <a:lnTo>
                      <a:pt x="13577" y="10584"/>
                    </a:lnTo>
                    <a:lnTo>
                      <a:pt x="1270" y="15202"/>
                    </a:lnTo>
                    <a:lnTo>
                      <a:pt x="1270" y="17965"/>
                    </a:lnTo>
                    <a:lnTo>
                      <a:pt x="16649" y="18889"/>
                    </a:lnTo>
                    <a:lnTo>
                      <a:pt x="32034" y="10584"/>
                    </a:lnTo>
                    <a:lnTo>
                      <a:pt x="30495" y="22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2" name="Forme libre : forme 1200">
                <a:extLst>
                  <a:ext uri="{FF2B5EF4-FFF2-40B4-BE49-F238E27FC236}">
                    <a16:creationId xmlns:a16="http://schemas.microsoft.com/office/drawing/2014/main" id="{729108AE-10B3-5FA6-241E-1A1A4E1A682E}"/>
                  </a:ext>
                </a:extLst>
              </p:cNvPr>
              <p:cNvSpPr/>
              <p:nvPr/>
            </p:nvSpPr>
            <p:spPr>
              <a:xfrm rot="-10389071" flipV="1">
                <a:off x="3893474" y="2638541"/>
                <a:ext cx="8729" cy="8243"/>
              </a:xfrm>
              <a:custGeom>
                <a:avLst/>
                <a:gdLst>
                  <a:gd name="csX0" fmla="*/ 2256 w 8729"/>
                  <a:gd name="csY0" fmla="*/ 452 h 8243"/>
                  <a:gd name="csX1" fmla="*/ 10000 w 8729"/>
                  <a:gd name="csY1" fmla="*/ 452 h 8243"/>
                  <a:gd name="csX2" fmla="*/ 9234 w 8729"/>
                  <a:gd name="csY2" fmla="*/ 6862 h 8243"/>
                  <a:gd name="csX3" fmla="*/ 1271 w 8729"/>
                  <a:gd name="csY3" fmla="*/ 8695 h 8243"/>
                  <a:gd name="csX4" fmla="*/ 2256 w 8729"/>
                  <a:gd name="csY4" fmla="*/ 452 h 8243"/>
                </a:gdLst>
                <a:ahLst/>
                <a:cxnLst>
                  <a:cxn ang="0">
                    <a:pos x="csX0" y="csY0"/>
                  </a:cxn>
                  <a:cxn ang="0">
                    <a:pos x="csX1" y="csY1"/>
                  </a:cxn>
                  <a:cxn ang="0">
                    <a:pos x="csX2" y="csY2"/>
                  </a:cxn>
                  <a:cxn ang="0">
                    <a:pos x="csX3" y="csY3"/>
                  </a:cxn>
                  <a:cxn ang="0">
                    <a:pos x="csX4" y="csY4"/>
                  </a:cxn>
                </a:cxnLst>
                <a:rect l="l" t="t" r="r" b="b"/>
                <a:pathLst>
                  <a:path w="8729" h="8243">
                    <a:moveTo>
                      <a:pt x="2256" y="452"/>
                    </a:moveTo>
                    <a:lnTo>
                      <a:pt x="10000" y="452"/>
                    </a:lnTo>
                    <a:lnTo>
                      <a:pt x="9234" y="6862"/>
                    </a:lnTo>
                    <a:lnTo>
                      <a:pt x="1271" y="8695"/>
                    </a:lnTo>
                    <a:lnTo>
                      <a:pt x="2256" y="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3" name="Forme libre : forme 1201">
                <a:extLst>
                  <a:ext uri="{FF2B5EF4-FFF2-40B4-BE49-F238E27FC236}">
                    <a16:creationId xmlns:a16="http://schemas.microsoft.com/office/drawing/2014/main" id="{18EF3A41-ED60-9FD5-663B-D6CE945FF0C4}"/>
                  </a:ext>
                </a:extLst>
              </p:cNvPr>
              <p:cNvSpPr/>
              <p:nvPr/>
            </p:nvSpPr>
            <p:spPr>
              <a:xfrm>
                <a:off x="3932452" y="2650048"/>
                <a:ext cx="46148" cy="37816"/>
              </a:xfrm>
              <a:custGeom>
                <a:avLst/>
                <a:gdLst>
                  <a:gd name="csX0" fmla="*/ 1302 w 46148"/>
                  <a:gd name="csY0" fmla="*/ 15224 h 37816"/>
                  <a:gd name="csX1" fmla="*/ 2842 w 46148"/>
                  <a:gd name="csY1" fmla="*/ 32750 h 37816"/>
                  <a:gd name="csX2" fmla="*/ 8992 w 46148"/>
                  <a:gd name="csY2" fmla="*/ 38285 h 37816"/>
                  <a:gd name="csX3" fmla="*/ 27448 w 46148"/>
                  <a:gd name="csY3" fmla="*/ 35514 h 37816"/>
                  <a:gd name="csX4" fmla="*/ 47451 w 46148"/>
                  <a:gd name="csY4" fmla="*/ 25369 h 37816"/>
                  <a:gd name="csX5" fmla="*/ 45912 w 46148"/>
                  <a:gd name="csY5" fmla="*/ 18911 h 37816"/>
                  <a:gd name="csX6" fmla="*/ 42834 w 46148"/>
                  <a:gd name="csY6" fmla="*/ 15224 h 37816"/>
                  <a:gd name="csX7" fmla="*/ 42834 w 46148"/>
                  <a:gd name="csY7" fmla="*/ 3232 h 37816"/>
                  <a:gd name="csX8" fmla="*/ 19759 w 46148"/>
                  <a:gd name="csY8" fmla="*/ 468 h 37816"/>
                  <a:gd name="csX9" fmla="*/ 1302 w 46148"/>
                  <a:gd name="csY9" fmla="*/ 15224 h 37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7816">
                    <a:moveTo>
                      <a:pt x="1302" y="15224"/>
                    </a:moveTo>
                    <a:lnTo>
                      <a:pt x="2842" y="32750"/>
                    </a:lnTo>
                    <a:lnTo>
                      <a:pt x="8992" y="38285"/>
                    </a:lnTo>
                    <a:lnTo>
                      <a:pt x="27448" y="35514"/>
                    </a:lnTo>
                    <a:lnTo>
                      <a:pt x="47451" y="25369"/>
                    </a:lnTo>
                    <a:lnTo>
                      <a:pt x="45912" y="18911"/>
                    </a:lnTo>
                    <a:lnTo>
                      <a:pt x="42834" y="15224"/>
                    </a:lnTo>
                    <a:lnTo>
                      <a:pt x="42834" y="3232"/>
                    </a:lnTo>
                    <a:lnTo>
                      <a:pt x="19759" y="468"/>
                    </a:lnTo>
                    <a:lnTo>
                      <a:pt x="1302" y="152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4" name="Forme libre : forme 1202">
                <a:extLst>
                  <a:ext uri="{FF2B5EF4-FFF2-40B4-BE49-F238E27FC236}">
                    <a16:creationId xmlns:a16="http://schemas.microsoft.com/office/drawing/2014/main" id="{54A8726B-215B-1F65-EA9D-F69448779972}"/>
                  </a:ext>
                </a:extLst>
              </p:cNvPr>
              <p:cNvSpPr/>
              <p:nvPr/>
            </p:nvSpPr>
            <p:spPr>
              <a:xfrm rot="9989563" flipV="1">
                <a:off x="3969101" y="2637148"/>
                <a:ext cx="8982" cy="7716"/>
              </a:xfrm>
              <a:custGeom>
                <a:avLst/>
                <a:gdLst>
                  <a:gd name="csX0" fmla="*/ 1317 w 8982"/>
                  <a:gd name="csY0" fmla="*/ 451 h 7716"/>
                  <a:gd name="csX1" fmla="*/ 9225 w 8982"/>
                  <a:gd name="csY1" fmla="*/ 451 h 7716"/>
                  <a:gd name="csX2" fmla="*/ 10299 w 8982"/>
                  <a:gd name="csY2" fmla="*/ 4932 h 7716"/>
                  <a:gd name="csX3" fmla="*/ 4751 w 8982"/>
                  <a:gd name="csY3" fmla="*/ 8167 h 7716"/>
                  <a:gd name="csX4" fmla="*/ 1317 w 8982"/>
                  <a:gd name="csY4" fmla="*/ 451 h 7716"/>
                </a:gdLst>
                <a:ahLst/>
                <a:cxnLst>
                  <a:cxn ang="0">
                    <a:pos x="csX0" y="csY0"/>
                  </a:cxn>
                  <a:cxn ang="0">
                    <a:pos x="csX1" y="csY1"/>
                  </a:cxn>
                  <a:cxn ang="0">
                    <a:pos x="csX2" y="csY2"/>
                  </a:cxn>
                  <a:cxn ang="0">
                    <a:pos x="csX3" y="csY3"/>
                  </a:cxn>
                  <a:cxn ang="0">
                    <a:pos x="csX4" y="csY4"/>
                  </a:cxn>
                </a:cxnLst>
                <a:rect l="l" t="t" r="r" b="b"/>
                <a:pathLst>
                  <a:path w="8982" h="7716">
                    <a:moveTo>
                      <a:pt x="1317" y="451"/>
                    </a:moveTo>
                    <a:lnTo>
                      <a:pt x="9225" y="451"/>
                    </a:lnTo>
                    <a:lnTo>
                      <a:pt x="10299" y="4932"/>
                    </a:lnTo>
                    <a:lnTo>
                      <a:pt x="4751" y="8167"/>
                    </a:lnTo>
                    <a:lnTo>
                      <a:pt x="1317" y="4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5" name="Forme libre : forme 1203">
                <a:extLst>
                  <a:ext uri="{FF2B5EF4-FFF2-40B4-BE49-F238E27FC236}">
                    <a16:creationId xmlns:a16="http://schemas.microsoft.com/office/drawing/2014/main" id="{CCFE78A5-999A-3523-C6CB-028E83A6E7A7}"/>
                  </a:ext>
                </a:extLst>
              </p:cNvPr>
              <p:cNvSpPr/>
              <p:nvPr/>
            </p:nvSpPr>
            <p:spPr>
              <a:xfrm>
                <a:off x="3989361" y="2658346"/>
                <a:ext cx="19995" cy="7381"/>
              </a:xfrm>
              <a:custGeom>
                <a:avLst/>
                <a:gdLst>
                  <a:gd name="csX0" fmla="*/ 13640 w 19995"/>
                  <a:gd name="csY0" fmla="*/ 464 h 7381"/>
                  <a:gd name="csX1" fmla="*/ 1333 w 19995"/>
                  <a:gd name="csY1" fmla="*/ 464 h 7381"/>
                  <a:gd name="csX2" fmla="*/ 1333 w 19995"/>
                  <a:gd name="csY2" fmla="*/ 4151 h 7381"/>
                  <a:gd name="csX3" fmla="*/ 9022 w 19995"/>
                  <a:gd name="csY3" fmla="*/ 7845 h 7381"/>
                  <a:gd name="csX4" fmla="*/ 21329 w 19995"/>
                  <a:gd name="csY4" fmla="*/ 7845 h 7381"/>
                  <a:gd name="csX5" fmla="*/ 13640 w 19995"/>
                  <a:gd name="csY5" fmla="*/ 464 h 7381"/>
                </a:gdLst>
                <a:ahLst/>
                <a:cxnLst>
                  <a:cxn ang="0">
                    <a:pos x="csX0" y="csY0"/>
                  </a:cxn>
                  <a:cxn ang="0">
                    <a:pos x="csX1" y="csY1"/>
                  </a:cxn>
                  <a:cxn ang="0">
                    <a:pos x="csX2" y="csY2"/>
                  </a:cxn>
                  <a:cxn ang="0">
                    <a:pos x="csX3" y="csY3"/>
                  </a:cxn>
                  <a:cxn ang="0">
                    <a:pos x="csX4" y="csY4"/>
                  </a:cxn>
                  <a:cxn ang="0">
                    <a:pos x="csX5" y="csY5"/>
                  </a:cxn>
                </a:cxnLst>
                <a:rect l="l" t="t" r="r" b="b"/>
                <a:pathLst>
                  <a:path w="19995" h="7381">
                    <a:moveTo>
                      <a:pt x="13640" y="464"/>
                    </a:moveTo>
                    <a:lnTo>
                      <a:pt x="1333" y="464"/>
                    </a:lnTo>
                    <a:lnTo>
                      <a:pt x="1333" y="4151"/>
                    </a:lnTo>
                    <a:lnTo>
                      <a:pt x="9022" y="7845"/>
                    </a:lnTo>
                    <a:lnTo>
                      <a:pt x="21329" y="7845"/>
                    </a:lnTo>
                    <a:lnTo>
                      <a:pt x="13640" y="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6" name="Forme libre : forme 1204">
                <a:extLst>
                  <a:ext uri="{FF2B5EF4-FFF2-40B4-BE49-F238E27FC236}">
                    <a16:creationId xmlns:a16="http://schemas.microsoft.com/office/drawing/2014/main" id="{82D2CD71-E675-68E7-2062-290E7C681C95}"/>
                  </a:ext>
                </a:extLst>
              </p:cNvPr>
              <p:cNvSpPr/>
              <p:nvPr/>
            </p:nvSpPr>
            <p:spPr>
              <a:xfrm>
                <a:off x="3724789" y="2658346"/>
                <a:ext cx="12306" cy="8298"/>
              </a:xfrm>
              <a:custGeom>
                <a:avLst/>
                <a:gdLst>
                  <a:gd name="csX0" fmla="*/ 13477 w 12306"/>
                  <a:gd name="csY0" fmla="*/ 3227 h 8298"/>
                  <a:gd name="csX1" fmla="*/ 10398 w 12306"/>
                  <a:gd name="csY1" fmla="*/ 464 h 8298"/>
                  <a:gd name="csX2" fmla="*/ 2709 w 12306"/>
                  <a:gd name="csY2" fmla="*/ 2304 h 8298"/>
                  <a:gd name="csX3" fmla="*/ 1170 w 12306"/>
                  <a:gd name="csY3" fmla="*/ 5991 h 8298"/>
                  <a:gd name="csX4" fmla="*/ 7327 w 12306"/>
                  <a:gd name="csY4" fmla="*/ 8762 h 8298"/>
                  <a:gd name="csX5" fmla="*/ 13477 w 12306"/>
                  <a:gd name="csY5" fmla="*/ 3227 h 8298"/>
                </a:gdLst>
                <a:ahLst/>
                <a:cxnLst>
                  <a:cxn ang="0">
                    <a:pos x="csX0" y="csY0"/>
                  </a:cxn>
                  <a:cxn ang="0">
                    <a:pos x="csX1" y="csY1"/>
                  </a:cxn>
                  <a:cxn ang="0">
                    <a:pos x="csX2" y="csY2"/>
                  </a:cxn>
                  <a:cxn ang="0">
                    <a:pos x="csX3" y="csY3"/>
                  </a:cxn>
                  <a:cxn ang="0">
                    <a:pos x="csX4" y="csY4"/>
                  </a:cxn>
                  <a:cxn ang="0">
                    <a:pos x="csX5" y="csY5"/>
                  </a:cxn>
                </a:cxnLst>
                <a:rect l="l" t="t" r="r" b="b"/>
                <a:pathLst>
                  <a:path w="12306" h="8298">
                    <a:moveTo>
                      <a:pt x="13477" y="3227"/>
                    </a:moveTo>
                    <a:lnTo>
                      <a:pt x="10398" y="464"/>
                    </a:lnTo>
                    <a:lnTo>
                      <a:pt x="2709" y="2304"/>
                    </a:lnTo>
                    <a:lnTo>
                      <a:pt x="1170" y="5991"/>
                    </a:lnTo>
                    <a:lnTo>
                      <a:pt x="7327" y="8762"/>
                    </a:lnTo>
                    <a:lnTo>
                      <a:pt x="13477" y="3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7" name="Forme libre : forme 1205">
                <a:extLst>
                  <a:ext uri="{FF2B5EF4-FFF2-40B4-BE49-F238E27FC236}">
                    <a16:creationId xmlns:a16="http://schemas.microsoft.com/office/drawing/2014/main" id="{81FED64A-9030-3042-2170-752FE0FE7FE5}"/>
                  </a:ext>
                </a:extLst>
              </p:cNvPr>
              <p:cNvSpPr/>
              <p:nvPr/>
            </p:nvSpPr>
            <p:spPr>
              <a:xfrm>
                <a:off x="3781698" y="2734369"/>
                <a:ext cx="16924" cy="15378"/>
              </a:xfrm>
              <a:custGeom>
                <a:avLst/>
                <a:gdLst>
                  <a:gd name="csX0" fmla="*/ 16591 w 16924"/>
                  <a:gd name="csY0" fmla="*/ 9740 h 15378"/>
                  <a:gd name="csX1" fmla="*/ 10434 w 16924"/>
                  <a:gd name="csY1" fmla="*/ 6662 h 15378"/>
                  <a:gd name="csX2" fmla="*/ 4284 w 16924"/>
                  <a:gd name="csY2" fmla="*/ 512 h 15378"/>
                  <a:gd name="csX3" fmla="*/ 1206 w 16924"/>
                  <a:gd name="csY3" fmla="*/ 5122 h 15378"/>
                  <a:gd name="csX4" fmla="*/ 10434 w 16924"/>
                  <a:gd name="csY4" fmla="*/ 15890 h 15378"/>
                  <a:gd name="csX5" fmla="*/ 18130 w 16924"/>
                  <a:gd name="csY5" fmla="*/ 15890 h 15378"/>
                  <a:gd name="csX6" fmla="*/ 16591 w 16924"/>
                  <a:gd name="csY6" fmla="*/ 9740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8">
                    <a:moveTo>
                      <a:pt x="16591" y="9740"/>
                    </a:moveTo>
                    <a:lnTo>
                      <a:pt x="10434" y="6662"/>
                    </a:lnTo>
                    <a:lnTo>
                      <a:pt x="4284" y="512"/>
                    </a:lnTo>
                    <a:lnTo>
                      <a:pt x="1206" y="5122"/>
                    </a:lnTo>
                    <a:lnTo>
                      <a:pt x="10434" y="15890"/>
                    </a:lnTo>
                    <a:lnTo>
                      <a:pt x="18130" y="15890"/>
                    </a:lnTo>
                    <a:lnTo>
                      <a:pt x="16591" y="97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8" name="Forme libre : forme 1206">
                <a:extLst>
                  <a:ext uri="{FF2B5EF4-FFF2-40B4-BE49-F238E27FC236}">
                    <a16:creationId xmlns:a16="http://schemas.microsoft.com/office/drawing/2014/main" id="{663F171F-0521-0637-F147-C620078467A9}"/>
                  </a:ext>
                </a:extLst>
              </p:cNvPr>
              <p:cNvSpPr/>
              <p:nvPr/>
            </p:nvSpPr>
            <p:spPr>
              <a:xfrm>
                <a:off x="3767859" y="2737448"/>
                <a:ext cx="10767" cy="19982"/>
              </a:xfrm>
              <a:custGeom>
                <a:avLst/>
                <a:gdLst>
                  <a:gd name="csX0" fmla="*/ 8884 w 10767"/>
                  <a:gd name="csY0" fmla="*/ 5127 h 19982"/>
                  <a:gd name="csX1" fmla="*/ 4273 w 10767"/>
                  <a:gd name="csY1" fmla="*/ 516 h 19982"/>
                  <a:gd name="csX2" fmla="*/ 1195 w 10767"/>
                  <a:gd name="csY2" fmla="*/ 5127 h 19982"/>
                  <a:gd name="csX3" fmla="*/ 4273 w 10767"/>
                  <a:gd name="csY3" fmla="*/ 20498 h 19982"/>
                  <a:gd name="csX4" fmla="*/ 11963 w 10767"/>
                  <a:gd name="csY4" fmla="*/ 20498 h 19982"/>
                  <a:gd name="csX5" fmla="*/ 8884 w 10767"/>
                  <a:gd name="csY5" fmla="*/ 5127 h 19982"/>
                </a:gdLst>
                <a:ahLst/>
                <a:cxnLst>
                  <a:cxn ang="0">
                    <a:pos x="csX0" y="csY0"/>
                  </a:cxn>
                  <a:cxn ang="0">
                    <a:pos x="csX1" y="csY1"/>
                  </a:cxn>
                  <a:cxn ang="0">
                    <a:pos x="csX2" y="csY2"/>
                  </a:cxn>
                  <a:cxn ang="0">
                    <a:pos x="csX3" y="csY3"/>
                  </a:cxn>
                  <a:cxn ang="0">
                    <a:pos x="csX4" y="csY4"/>
                  </a:cxn>
                  <a:cxn ang="0">
                    <a:pos x="csX5" y="csY5"/>
                  </a:cxn>
                </a:cxnLst>
                <a:rect l="l" t="t" r="r" b="b"/>
                <a:pathLst>
                  <a:path w="10767" h="19982">
                    <a:moveTo>
                      <a:pt x="8884" y="5127"/>
                    </a:moveTo>
                    <a:lnTo>
                      <a:pt x="4273" y="516"/>
                    </a:lnTo>
                    <a:lnTo>
                      <a:pt x="1195" y="5127"/>
                    </a:lnTo>
                    <a:lnTo>
                      <a:pt x="4273" y="20498"/>
                    </a:lnTo>
                    <a:lnTo>
                      <a:pt x="11963" y="20498"/>
                    </a:lnTo>
                    <a:lnTo>
                      <a:pt x="8884" y="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29" name="Forme libre : forme 1207">
                <a:extLst>
                  <a:ext uri="{FF2B5EF4-FFF2-40B4-BE49-F238E27FC236}">
                    <a16:creationId xmlns:a16="http://schemas.microsoft.com/office/drawing/2014/main" id="{50F8D62E-9292-210D-8C2E-1CE81160C9A5}"/>
                  </a:ext>
                </a:extLst>
              </p:cNvPr>
              <p:cNvSpPr/>
              <p:nvPr/>
            </p:nvSpPr>
            <p:spPr>
              <a:xfrm>
                <a:off x="3723250" y="2749747"/>
                <a:ext cx="139978" cy="133753"/>
              </a:xfrm>
              <a:custGeom>
                <a:avLst/>
                <a:gdLst>
                  <a:gd name="csX0" fmla="*/ 141196 w 139978"/>
                  <a:gd name="csY0" fmla="*/ 98946 h 133753"/>
                  <a:gd name="csX1" fmla="*/ 138117 w 139978"/>
                  <a:gd name="csY1" fmla="*/ 94335 h 133753"/>
                  <a:gd name="csX2" fmla="*/ 110432 w 139978"/>
                  <a:gd name="csY2" fmla="*/ 89724 h 133753"/>
                  <a:gd name="csX3" fmla="*/ 115050 w 139978"/>
                  <a:gd name="csY3" fmla="*/ 72813 h 133753"/>
                  <a:gd name="csX4" fmla="*/ 111971 w 139978"/>
                  <a:gd name="csY4" fmla="*/ 55896 h 133753"/>
                  <a:gd name="csX5" fmla="*/ 85819 w 139978"/>
                  <a:gd name="csY5" fmla="*/ 45135 h 133753"/>
                  <a:gd name="csX6" fmla="*/ 76590 w 139978"/>
                  <a:gd name="csY6" fmla="*/ 34374 h 133753"/>
                  <a:gd name="csX7" fmla="*/ 56594 w 139978"/>
                  <a:gd name="csY7" fmla="*/ 26685 h 133753"/>
                  <a:gd name="csX8" fmla="*/ 50444 w 139978"/>
                  <a:gd name="csY8" fmla="*/ 31303 h 133753"/>
                  <a:gd name="csX9" fmla="*/ 39677 w 139978"/>
                  <a:gd name="csY9" fmla="*/ 19003 h 133753"/>
                  <a:gd name="csX10" fmla="*/ 36598 w 139978"/>
                  <a:gd name="csY10" fmla="*/ 2085 h 133753"/>
                  <a:gd name="csX11" fmla="*/ 28909 w 139978"/>
                  <a:gd name="csY11" fmla="*/ 553 h 133753"/>
                  <a:gd name="csX12" fmla="*/ 24292 w 139978"/>
                  <a:gd name="csY12" fmla="*/ 8235 h 133753"/>
                  <a:gd name="csX13" fmla="*/ 22752 w 139978"/>
                  <a:gd name="csY13" fmla="*/ 19003 h 133753"/>
                  <a:gd name="csX14" fmla="*/ 21220 w 139978"/>
                  <a:gd name="csY14" fmla="*/ 58974 h 133753"/>
                  <a:gd name="csX15" fmla="*/ 1217 w 139978"/>
                  <a:gd name="csY15" fmla="*/ 98946 h 133753"/>
                  <a:gd name="csX16" fmla="*/ 4296 w 139978"/>
                  <a:gd name="csY16" fmla="*/ 105096 h 133753"/>
                  <a:gd name="csX17" fmla="*/ 30448 w 139978"/>
                  <a:gd name="csY17" fmla="*/ 108167 h 133753"/>
                  <a:gd name="csX18" fmla="*/ 33520 w 139978"/>
                  <a:gd name="csY18" fmla="*/ 134306 h 133753"/>
                  <a:gd name="csX19" fmla="*/ 45827 w 139978"/>
                  <a:gd name="csY19" fmla="*/ 128156 h 133753"/>
                  <a:gd name="csX20" fmla="*/ 61212 w 139978"/>
                  <a:gd name="csY20" fmla="*/ 108167 h 133753"/>
                  <a:gd name="csX21" fmla="*/ 70440 w 139978"/>
                  <a:gd name="csY21" fmla="*/ 106635 h 133753"/>
                  <a:gd name="csX22" fmla="*/ 81208 w 139978"/>
                  <a:gd name="csY22" fmla="*/ 91256 h 133753"/>
                  <a:gd name="csX23" fmla="*/ 90436 w 139978"/>
                  <a:gd name="csY23" fmla="*/ 88185 h 133753"/>
                  <a:gd name="csX24" fmla="*/ 96586 w 139978"/>
                  <a:gd name="csY24" fmla="*/ 95874 h 133753"/>
                  <a:gd name="csX25" fmla="*/ 99665 w 139978"/>
                  <a:gd name="csY25" fmla="*/ 105096 h 133753"/>
                  <a:gd name="csX26" fmla="*/ 111971 w 139978"/>
                  <a:gd name="csY26" fmla="*/ 111246 h 133753"/>
                  <a:gd name="csX27" fmla="*/ 138117 w 139978"/>
                  <a:gd name="csY27" fmla="*/ 112785 h 133753"/>
                  <a:gd name="csX28" fmla="*/ 141196 w 139978"/>
                  <a:gd name="csY28" fmla="*/ 98946 h 133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9978" h="133753">
                    <a:moveTo>
                      <a:pt x="141196" y="98946"/>
                    </a:moveTo>
                    <a:lnTo>
                      <a:pt x="138117" y="94335"/>
                    </a:lnTo>
                    <a:lnTo>
                      <a:pt x="110432" y="89724"/>
                    </a:lnTo>
                    <a:lnTo>
                      <a:pt x="115050" y="72813"/>
                    </a:lnTo>
                    <a:lnTo>
                      <a:pt x="111971" y="55896"/>
                    </a:lnTo>
                    <a:lnTo>
                      <a:pt x="85819" y="45135"/>
                    </a:lnTo>
                    <a:lnTo>
                      <a:pt x="76590" y="34374"/>
                    </a:lnTo>
                    <a:lnTo>
                      <a:pt x="56594" y="26685"/>
                    </a:lnTo>
                    <a:lnTo>
                      <a:pt x="50444" y="31303"/>
                    </a:lnTo>
                    <a:lnTo>
                      <a:pt x="39677" y="19003"/>
                    </a:lnTo>
                    <a:lnTo>
                      <a:pt x="36598" y="2085"/>
                    </a:lnTo>
                    <a:lnTo>
                      <a:pt x="28909" y="553"/>
                    </a:lnTo>
                    <a:lnTo>
                      <a:pt x="24292" y="8235"/>
                    </a:lnTo>
                    <a:lnTo>
                      <a:pt x="22752" y="19003"/>
                    </a:lnTo>
                    <a:lnTo>
                      <a:pt x="21220" y="58974"/>
                    </a:lnTo>
                    <a:lnTo>
                      <a:pt x="1217" y="98946"/>
                    </a:lnTo>
                    <a:lnTo>
                      <a:pt x="4296" y="105096"/>
                    </a:lnTo>
                    <a:lnTo>
                      <a:pt x="30448" y="108167"/>
                    </a:lnTo>
                    <a:lnTo>
                      <a:pt x="33520" y="134306"/>
                    </a:lnTo>
                    <a:lnTo>
                      <a:pt x="45827" y="128156"/>
                    </a:lnTo>
                    <a:lnTo>
                      <a:pt x="61212" y="108167"/>
                    </a:lnTo>
                    <a:lnTo>
                      <a:pt x="70440" y="106635"/>
                    </a:lnTo>
                    <a:lnTo>
                      <a:pt x="81208" y="91256"/>
                    </a:lnTo>
                    <a:lnTo>
                      <a:pt x="90436" y="88185"/>
                    </a:lnTo>
                    <a:lnTo>
                      <a:pt x="96586" y="95874"/>
                    </a:lnTo>
                    <a:lnTo>
                      <a:pt x="99665" y="105096"/>
                    </a:lnTo>
                    <a:lnTo>
                      <a:pt x="111971" y="111246"/>
                    </a:lnTo>
                    <a:lnTo>
                      <a:pt x="138117" y="112785"/>
                    </a:lnTo>
                    <a:lnTo>
                      <a:pt x="141196" y="98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0" name="Forme libre : forme 1208">
                <a:extLst>
                  <a:ext uri="{FF2B5EF4-FFF2-40B4-BE49-F238E27FC236}">
                    <a16:creationId xmlns:a16="http://schemas.microsoft.com/office/drawing/2014/main" id="{40F8B274-E7DA-F5BA-681D-FE25E866ED01}"/>
                  </a:ext>
                </a:extLst>
              </p:cNvPr>
              <p:cNvSpPr/>
              <p:nvPr/>
            </p:nvSpPr>
            <p:spPr>
              <a:xfrm>
                <a:off x="3797084" y="2886573"/>
                <a:ext cx="35381" cy="30749"/>
              </a:xfrm>
              <a:custGeom>
                <a:avLst/>
                <a:gdLst>
                  <a:gd name="csX0" fmla="*/ 2757 w 35381"/>
                  <a:gd name="csY0" fmla="*/ 12910 h 30749"/>
                  <a:gd name="csX1" fmla="*/ 1218 w 35381"/>
                  <a:gd name="csY1" fmla="*/ 31360 h 30749"/>
                  <a:gd name="csX2" fmla="*/ 15064 w 35381"/>
                  <a:gd name="csY2" fmla="*/ 29820 h 30749"/>
                  <a:gd name="csX3" fmla="*/ 35060 w 35381"/>
                  <a:gd name="csY3" fmla="*/ 12910 h 30749"/>
                  <a:gd name="csX4" fmla="*/ 36599 w 35381"/>
                  <a:gd name="csY4" fmla="*/ 610 h 30749"/>
                  <a:gd name="csX5" fmla="*/ 15064 w 35381"/>
                  <a:gd name="csY5" fmla="*/ 2149 h 30749"/>
                  <a:gd name="csX6" fmla="*/ 2757 w 35381"/>
                  <a:gd name="csY6" fmla="*/ 12910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381" h="30749">
                    <a:moveTo>
                      <a:pt x="2757" y="12910"/>
                    </a:moveTo>
                    <a:lnTo>
                      <a:pt x="1218" y="31360"/>
                    </a:lnTo>
                    <a:lnTo>
                      <a:pt x="15064" y="29820"/>
                    </a:lnTo>
                    <a:lnTo>
                      <a:pt x="35060" y="12910"/>
                    </a:lnTo>
                    <a:lnTo>
                      <a:pt x="36599" y="610"/>
                    </a:lnTo>
                    <a:lnTo>
                      <a:pt x="15064" y="2149"/>
                    </a:lnTo>
                    <a:lnTo>
                      <a:pt x="2757" y="129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1" name="Forme libre : forme 1209">
                <a:extLst>
                  <a:ext uri="{FF2B5EF4-FFF2-40B4-BE49-F238E27FC236}">
                    <a16:creationId xmlns:a16="http://schemas.microsoft.com/office/drawing/2014/main" id="{670EBCD6-4D91-B516-E5B3-11A63D8E40E7}"/>
                  </a:ext>
                </a:extLst>
              </p:cNvPr>
              <p:cNvSpPr/>
              <p:nvPr/>
            </p:nvSpPr>
            <p:spPr>
              <a:xfrm>
                <a:off x="3870918" y="2915783"/>
                <a:ext cx="21535" cy="36899"/>
              </a:xfrm>
              <a:custGeom>
                <a:avLst/>
                <a:gdLst>
                  <a:gd name="csX0" fmla="*/ 15107 w 21535"/>
                  <a:gd name="csY0" fmla="*/ 25228 h 36899"/>
                  <a:gd name="csX1" fmla="*/ 22796 w 21535"/>
                  <a:gd name="csY1" fmla="*/ 16006 h 36899"/>
                  <a:gd name="csX2" fmla="*/ 19718 w 21535"/>
                  <a:gd name="csY2" fmla="*/ 628 h 36899"/>
                  <a:gd name="csX3" fmla="*/ 7418 w 21535"/>
                  <a:gd name="csY3" fmla="*/ 2167 h 36899"/>
                  <a:gd name="csX4" fmla="*/ 2800 w 21535"/>
                  <a:gd name="csY4" fmla="*/ 8317 h 36899"/>
                  <a:gd name="csX5" fmla="*/ 1261 w 21535"/>
                  <a:gd name="csY5" fmla="*/ 28300 h 36899"/>
                  <a:gd name="csX6" fmla="*/ 13568 w 21535"/>
                  <a:gd name="csY6" fmla="*/ 37528 h 36899"/>
                  <a:gd name="csX7" fmla="*/ 15107 w 21535"/>
                  <a:gd name="csY7" fmla="*/ 25228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36899">
                    <a:moveTo>
                      <a:pt x="15107" y="25228"/>
                    </a:moveTo>
                    <a:lnTo>
                      <a:pt x="22796" y="16006"/>
                    </a:lnTo>
                    <a:lnTo>
                      <a:pt x="19718" y="628"/>
                    </a:lnTo>
                    <a:lnTo>
                      <a:pt x="7418" y="2167"/>
                    </a:lnTo>
                    <a:lnTo>
                      <a:pt x="2800" y="8317"/>
                    </a:lnTo>
                    <a:lnTo>
                      <a:pt x="1261" y="28300"/>
                    </a:lnTo>
                    <a:lnTo>
                      <a:pt x="13568" y="37528"/>
                    </a:lnTo>
                    <a:lnTo>
                      <a:pt x="15107" y="252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2" name="Forme libre : forme 1210">
                <a:extLst>
                  <a:ext uri="{FF2B5EF4-FFF2-40B4-BE49-F238E27FC236}">
                    <a16:creationId xmlns:a16="http://schemas.microsoft.com/office/drawing/2014/main" id="{6CF65E95-28C6-E53A-A55E-C8765CFD619D}"/>
                  </a:ext>
                </a:extLst>
              </p:cNvPr>
              <p:cNvSpPr/>
              <p:nvPr/>
            </p:nvSpPr>
            <p:spPr>
              <a:xfrm>
                <a:off x="3906292" y="2869662"/>
                <a:ext cx="18456" cy="15371"/>
              </a:xfrm>
              <a:custGeom>
                <a:avLst/>
                <a:gdLst>
                  <a:gd name="csX0" fmla="*/ 1280 w 18456"/>
                  <a:gd name="csY0" fmla="*/ 595 h 15371"/>
                  <a:gd name="csX1" fmla="*/ 4358 w 18456"/>
                  <a:gd name="csY1" fmla="*/ 11356 h 15371"/>
                  <a:gd name="csX2" fmla="*/ 13587 w 18456"/>
                  <a:gd name="csY2" fmla="*/ 15967 h 15371"/>
                  <a:gd name="csX3" fmla="*/ 19737 w 18456"/>
                  <a:gd name="csY3" fmla="*/ 6745 h 15371"/>
                  <a:gd name="csX4" fmla="*/ 13587 w 18456"/>
                  <a:gd name="csY4" fmla="*/ 595 h 15371"/>
                  <a:gd name="csX5" fmla="*/ 1280 w 18456"/>
                  <a:gd name="csY5" fmla="*/ 595 h 15371"/>
                </a:gdLst>
                <a:ahLst/>
                <a:cxnLst>
                  <a:cxn ang="0">
                    <a:pos x="csX0" y="csY0"/>
                  </a:cxn>
                  <a:cxn ang="0">
                    <a:pos x="csX1" y="csY1"/>
                  </a:cxn>
                  <a:cxn ang="0">
                    <a:pos x="csX2" y="csY2"/>
                  </a:cxn>
                  <a:cxn ang="0">
                    <a:pos x="csX3" y="csY3"/>
                  </a:cxn>
                  <a:cxn ang="0">
                    <a:pos x="csX4" y="csY4"/>
                  </a:cxn>
                  <a:cxn ang="0">
                    <a:pos x="csX5" y="csY5"/>
                  </a:cxn>
                </a:cxnLst>
                <a:rect l="l" t="t" r="r" b="b"/>
                <a:pathLst>
                  <a:path w="18456" h="15371">
                    <a:moveTo>
                      <a:pt x="1280" y="595"/>
                    </a:moveTo>
                    <a:lnTo>
                      <a:pt x="4358" y="11356"/>
                    </a:lnTo>
                    <a:lnTo>
                      <a:pt x="13587" y="15967"/>
                    </a:lnTo>
                    <a:lnTo>
                      <a:pt x="19737" y="6745"/>
                    </a:lnTo>
                    <a:lnTo>
                      <a:pt x="13587" y="595"/>
                    </a:lnTo>
                    <a:lnTo>
                      <a:pt x="1280" y="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3" name="Forme libre : forme 1211">
                <a:extLst>
                  <a:ext uri="{FF2B5EF4-FFF2-40B4-BE49-F238E27FC236}">
                    <a16:creationId xmlns:a16="http://schemas.microsoft.com/office/drawing/2014/main" id="{09D9B93E-51C9-0F99-6EFF-494FB5AE6A3C}"/>
                  </a:ext>
                </a:extLst>
              </p:cNvPr>
              <p:cNvSpPr/>
              <p:nvPr/>
            </p:nvSpPr>
            <p:spPr>
              <a:xfrm>
                <a:off x="3927834" y="2857362"/>
                <a:ext cx="16917" cy="15378"/>
              </a:xfrm>
              <a:custGeom>
                <a:avLst/>
                <a:gdLst>
                  <a:gd name="csX0" fmla="*/ 8983 w 16917"/>
                  <a:gd name="csY0" fmla="*/ 14425 h 15378"/>
                  <a:gd name="csX1" fmla="*/ 18211 w 16917"/>
                  <a:gd name="csY1" fmla="*/ 15964 h 15378"/>
                  <a:gd name="csX2" fmla="*/ 18211 w 16917"/>
                  <a:gd name="csY2" fmla="*/ 9814 h 15378"/>
                  <a:gd name="csX3" fmla="*/ 5905 w 16917"/>
                  <a:gd name="csY3" fmla="*/ 586 h 15378"/>
                  <a:gd name="csX4" fmla="*/ 1294 w 16917"/>
                  <a:gd name="csY4" fmla="*/ 3664 h 15378"/>
                  <a:gd name="csX5" fmla="*/ 2833 w 16917"/>
                  <a:gd name="csY5" fmla="*/ 8275 h 15378"/>
                  <a:gd name="csX6" fmla="*/ 8983 w 16917"/>
                  <a:gd name="csY6" fmla="*/ 14425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5378">
                    <a:moveTo>
                      <a:pt x="8983" y="14425"/>
                    </a:moveTo>
                    <a:lnTo>
                      <a:pt x="18211" y="15964"/>
                    </a:lnTo>
                    <a:lnTo>
                      <a:pt x="18211" y="9814"/>
                    </a:lnTo>
                    <a:lnTo>
                      <a:pt x="5905" y="586"/>
                    </a:lnTo>
                    <a:lnTo>
                      <a:pt x="1294" y="3664"/>
                    </a:lnTo>
                    <a:lnTo>
                      <a:pt x="2833" y="8275"/>
                    </a:lnTo>
                    <a:lnTo>
                      <a:pt x="8983" y="144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4" name="Forme libre : forme 1212">
                <a:extLst>
                  <a:ext uri="{FF2B5EF4-FFF2-40B4-BE49-F238E27FC236}">
                    <a16:creationId xmlns:a16="http://schemas.microsoft.com/office/drawing/2014/main" id="{5601DC87-E876-C272-CDC1-D68EC4D135D8}"/>
                  </a:ext>
                </a:extLst>
              </p:cNvPr>
              <p:cNvSpPr/>
              <p:nvPr/>
            </p:nvSpPr>
            <p:spPr>
              <a:xfrm rot="8779773" flipV="1">
                <a:off x="3920236" y="2839687"/>
                <a:ext cx="5972" cy="7675"/>
              </a:xfrm>
              <a:custGeom>
                <a:avLst/>
                <a:gdLst>
                  <a:gd name="csX0" fmla="*/ 1717 w 5972"/>
                  <a:gd name="csY0" fmla="*/ 574 h 7675"/>
                  <a:gd name="csX1" fmla="*/ 7258 w 5972"/>
                  <a:gd name="csY1" fmla="*/ 574 h 7675"/>
                  <a:gd name="csX2" fmla="*/ 6834 w 5972"/>
                  <a:gd name="csY2" fmla="*/ 8250 h 7675"/>
                  <a:gd name="csX3" fmla="*/ 1286 w 5972"/>
                  <a:gd name="csY3" fmla="*/ 8250 h 7675"/>
                  <a:gd name="csX4" fmla="*/ 1717 w 5972"/>
                  <a:gd name="csY4" fmla="*/ 574 h 7675"/>
                </a:gdLst>
                <a:ahLst/>
                <a:cxnLst>
                  <a:cxn ang="0">
                    <a:pos x="csX0" y="csY0"/>
                  </a:cxn>
                  <a:cxn ang="0">
                    <a:pos x="csX1" y="csY1"/>
                  </a:cxn>
                  <a:cxn ang="0">
                    <a:pos x="csX2" y="csY2"/>
                  </a:cxn>
                  <a:cxn ang="0">
                    <a:pos x="csX3" y="csY3"/>
                  </a:cxn>
                  <a:cxn ang="0">
                    <a:pos x="csX4" y="csY4"/>
                  </a:cxn>
                </a:cxnLst>
                <a:rect l="l" t="t" r="r" b="b"/>
                <a:pathLst>
                  <a:path w="5972" h="7675">
                    <a:moveTo>
                      <a:pt x="1717" y="574"/>
                    </a:moveTo>
                    <a:lnTo>
                      <a:pt x="7258" y="574"/>
                    </a:lnTo>
                    <a:lnTo>
                      <a:pt x="6834" y="8250"/>
                    </a:lnTo>
                    <a:lnTo>
                      <a:pt x="1286" y="8250"/>
                    </a:lnTo>
                    <a:lnTo>
                      <a:pt x="1717" y="5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5" name="Rectangle 3834">
                <a:extLst>
                  <a:ext uri="{FF2B5EF4-FFF2-40B4-BE49-F238E27FC236}">
                    <a16:creationId xmlns:a16="http://schemas.microsoft.com/office/drawing/2014/main" id="{E4CDB107-0A21-B570-B97E-CC6DF464904F}"/>
                  </a:ext>
                </a:extLst>
              </p:cNvPr>
              <p:cNvSpPr/>
              <p:nvPr/>
            </p:nvSpPr>
            <p:spPr>
              <a:xfrm rot="10800000" flipV="1">
                <a:off x="3720185" y="2581783"/>
                <a:ext cx="15378" cy="2763"/>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6" name="Forme libre : forme 1214">
                <a:extLst>
                  <a:ext uri="{FF2B5EF4-FFF2-40B4-BE49-F238E27FC236}">
                    <a16:creationId xmlns:a16="http://schemas.microsoft.com/office/drawing/2014/main" id="{B19FFD19-C027-FD8F-D674-A466C00743C7}"/>
                  </a:ext>
                </a:extLst>
              </p:cNvPr>
              <p:cNvSpPr/>
              <p:nvPr/>
            </p:nvSpPr>
            <p:spPr>
              <a:xfrm>
                <a:off x="4118565" y="2998805"/>
                <a:ext cx="12306" cy="12299"/>
              </a:xfrm>
              <a:custGeom>
                <a:avLst/>
                <a:gdLst>
                  <a:gd name="csX0" fmla="*/ 1408 w 12306"/>
                  <a:gd name="csY0" fmla="*/ 12971 h 12299"/>
                  <a:gd name="csX1" fmla="*/ 10636 w 12306"/>
                  <a:gd name="csY1" fmla="*/ 11439 h 12299"/>
                  <a:gd name="csX2" fmla="*/ 13715 w 12306"/>
                  <a:gd name="csY2" fmla="*/ 5289 h 12299"/>
                  <a:gd name="csX3" fmla="*/ 10636 w 12306"/>
                  <a:gd name="csY3" fmla="*/ 671 h 12299"/>
                  <a:gd name="csX4" fmla="*/ 1408 w 12306"/>
                  <a:gd name="csY4" fmla="*/ 6821 h 12299"/>
                  <a:gd name="csX5" fmla="*/ 1408 w 12306"/>
                  <a:gd name="csY5" fmla="*/ 12971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408" y="12971"/>
                    </a:moveTo>
                    <a:lnTo>
                      <a:pt x="10636" y="11439"/>
                    </a:lnTo>
                    <a:lnTo>
                      <a:pt x="13715" y="5289"/>
                    </a:lnTo>
                    <a:lnTo>
                      <a:pt x="10636" y="671"/>
                    </a:lnTo>
                    <a:lnTo>
                      <a:pt x="1408" y="6821"/>
                    </a:lnTo>
                    <a:lnTo>
                      <a:pt x="1408" y="129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7" name="Forme libre : forme 1215">
                <a:extLst>
                  <a:ext uri="{FF2B5EF4-FFF2-40B4-BE49-F238E27FC236}">
                    <a16:creationId xmlns:a16="http://schemas.microsoft.com/office/drawing/2014/main" id="{47109D6A-C8C4-D5FD-02FC-1FDBB65B8913}"/>
                  </a:ext>
                </a:extLst>
              </p:cNvPr>
              <p:cNvSpPr/>
              <p:nvPr/>
            </p:nvSpPr>
            <p:spPr>
              <a:xfrm>
                <a:off x="4184710" y="2948072"/>
                <a:ext cx="12306" cy="16910"/>
              </a:xfrm>
              <a:custGeom>
                <a:avLst/>
                <a:gdLst>
                  <a:gd name="csX0" fmla="*/ 1448 w 12306"/>
                  <a:gd name="csY0" fmla="*/ 8332 h 16910"/>
                  <a:gd name="csX1" fmla="*/ 9137 w 12306"/>
                  <a:gd name="csY1" fmla="*/ 17553 h 16910"/>
                  <a:gd name="csX2" fmla="*/ 13755 w 12306"/>
                  <a:gd name="csY2" fmla="*/ 16021 h 16910"/>
                  <a:gd name="csX3" fmla="*/ 12216 w 12306"/>
                  <a:gd name="csY3" fmla="*/ 5253 h 16910"/>
                  <a:gd name="csX4" fmla="*/ 6059 w 12306"/>
                  <a:gd name="csY4" fmla="*/ 643 h 16910"/>
                  <a:gd name="csX5" fmla="*/ 1448 w 12306"/>
                  <a:gd name="csY5" fmla="*/ 8332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1448" y="8332"/>
                    </a:moveTo>
                    <a:lnTo>
                      <a:pt x="9137" y="17553"/>
                    </a:lnTo>
                    <a:lnTo>
                      <a:pt x="13755" y="16021"/>
                    </a:lnTo>
                    <a:lnTo>
                      <a:pt x="12216" y="5253"/>
                    </a:lnTo>
                    <a:lnTo>
                      <a:pt x="6059" y="643"/>
                    </a:lnTo>
                    <a:lnTo>
                      <a:pt x="1448" y="8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8" name="Forme libre : forme 1216">
                <a:extLst>
                  <a:ext uri="{FF2B5EF4-FFF2-40B4-BE49-F238E27FC236}">
                    <a16:creationId xmlns:a16="http://schemas.microsoft.com/office/drawing/2014/main" id="{71B52357-797E-6EB1-8B47-6273B7CE35B9}"/>
                  </a:ext>
                </a:extLst>
              </p:cNvPr>
              <p:cNvSpPr/>
              <p:nvPr/>
            </p:nvSpPr>
            <p:spPr>
              <a:xfrm>
                <a:off x="3877068" y="3165866"/>
                <a:ext cx="17430" cy="26652"/>
              </a:xfrm>
              <a:custGeom>
                <a:avLst/>
                <a:gdLst>
                  <a:gd name="csX0" fmla="*/ 14597 w 17430"/>
                  <a:gd name="csY0" fmla="*/ 20253 h 26652"/>
                  <a:gd name="csX1" fmla="*/ 18695 w 17430"/>
                  <a:gd name="csY1" fmla="*/ 7953 h 26652"/>
                  <a:gd name="csX2" fmla="*/ 17675 w 17430"/>
                  <a:gd name="csY2" fmla="*/ 777 h 26652"/>
                  <a:gd name="csX3" fmla="*/ 11518 w 17430"/>
                  <a:gd name="csY3" fmla="*/ 3856 h 26652"/>
                  <a:gd name="csX4" fmla="*/ 9466 w 17430"/>
                  <a:gd name="csY4" fmla="*/ 14103 h 26652"/>
                  <a:gd name="csX5" fmla="*/ 1264 w 17430"/>
                  <a:gd name="csY5" fmla="*/ 21279 h 26652"/>
                  <a:gd name="csX6" fmla="*/ 5368 w 17430"/>
                  <a:gd name="csY6" fmla="*/ 27429 h 26652"/>
                  <a:gd name="csX7" fmla="*/ 14597 w 17430"/>
                  <a:gd name="csY7" fmla="*/ 20253 h 266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430" h="26652">
                    <a:moveTo>
                      <a:pt x="14597" y="20253"/>
                    </a:moveTo>
                    <a:lnTo>
                      <a:pt x="18695" y="7953"/>
                    </a:lnTo>
                    <a:lnTo>
                      <a:pt x="17675" y="777"/>
                    </a:lnTo>
                    <a:lnTo>
                      <a:pt x="11518" y="3856"/>
                    </a:lnTo>
                    <a:lnTo>
                      <a:pt x="9466" y="14103"/>
                    </a:lnTo>
                    <a:lnTo>
                      <a:pt x="1264" y="21279"/>
                    </a:lnTo>
                    <a:lnTo>
                      <a:pt x="5368" y="27429"/>
                    </a:lnTo>
                    <a:lnTo>
                      <a:pt x="14597" y="202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39" name="Forme libre : forme 1217">
                <a:extLst>
                  <a:ext uri="{FF2B5EF4-FFF2-40B4-BE49-F238E27FC236}">
                    <a16:creationId xmlns:a16="http://schemas.microsoft.com/office/drawing/2014/main" id="{FE62C879-085F-6EE7-93D6-D70B018BB234}"/>
                  </a:ext>
                </a:extLst>
              </p:cNvPr>
              <p:cNvSpPr/>
              <p:nvPr/>
            </p:nvSpPr>
            <p:spPr>
              <a:xfrm>
                <a:off x="3836049" y="3290911"/>
                <a:ext cx="23580" cy="17423"/>
              </a:xfrm>
              <a:custGeom>
                <a:avLst/>
                <a:gdLst>
                  <a:gd name="csX0" fmla="*/ 8416 w 23580"/>
                  <a:gd name="csY0" fmla="*/ 853 h 17423"/>
                  <a:gd name="csX1" fmla="*/ 1239 w 23580"/>
                  <a:gd name="csY1" fmla="*/ 4950 h 17423"/>
                  <a:gd name="csX2" fmla="*/ 1239 w 23580"/>
                  <a:gd name="csY2" fmla="*/ 10074 h 17423"/>
                  <a:gd name="csX3" fmla="*/ 9442 w 23580"/>
                  <a:gd name="csY3" fmla="*/ 11100 h 17423"/>
                  <a:gd name="csX4" fmla="*/ 14572 w 23580"/>
                  <a:gd name="csY4" fmla="*/ 18277 h 17423"/>
                  <a:gd name="csX5" fmla="*/ 24820 w 23580"/>
                  <a:gd name="csY5" fmla="*/ 17250 h 17423"/>
                  <a:gd name="csX6" fmla="*/ 23801 w 23580"/>
                  <a:gd name="csY6" fmla="*/ 9055 h 17423"/>
                  <a:gd name="csX7" fmla="*/ 16618 w 23580"/>
                  <a:gd name="csY7" fmla="*/ 1879 h 17423"/>
                  <a:gd name="csX8" fmla="*/ 8416 w 23580"/>
                  <a:gd name="csY8" fmla="*/ 853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0" h="17423">
                    <a:moveTo>
                      <a:pt x="8416" y="853"/>
                    </a:moveTo>
                    <a:lnTo>
                      <a:pt x="1239" y="4950"/>
                    </a:lnTo>
                    <a:lnTo>
                      <a:pt x="1239" y="10074"/>
                    </a:lnTo>
                    <a:lnTo>
                      <a:pt x="9442" y="11100"/>
                    </a:lnTo>
                    <a:lnTo>
                      <a:pt x="14572" y="18277"/>
                    </a:lnTo>
                    <a:lnTo>
                      <a:pt x="24820" y="17250"/>
                    </a:lnTo>
                    <a:lnTo>
                      <a:pt x="23801" y="9055"/>
                    </a:lnTo>
                    <a:lnTo>
                      <a:pt x="16618" y="1879"/>
                    </a:lnTo>
                    <a:lnTo>
                      <a:pt x="8416" y="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0" name="Forme libre : forme 1218">
                <a:extLst>
                  <a:ext uri="{FF2B5EF4-FFF2-40B4-BE49-F238E27FC236}">
                    <a16:creationId xmlns:a16="http://schemas.microsoft.com/office/drawing/2014/main" id="{843AC32A-708B-5DE2-EFE0-45AA8A89A587}"/>
                  </a:ext>
                </a:extLst>
              </p:cNvPr>
              <p:cNvSpPr/>
              <p:nvPr/>
            </p:nvSpPr>
            <p:spPr>
              <a:xfrm>
                <a:off x="2940314" y="2268811"/>
                <a:ext cx="161513" cy="72650"/>
              </a:xfrm>
              <a:custGeom>
                <a:avLst/>
                <a:gdLst>
                  <a:gd name="csX0" fmla="*/ 9955 w 161513"/>
                  <a:gd name="csY0" fmla="*/ 65559 h 72650"/>
                  <a:gd name="csX1" fmla="*/ 17644 w 161513"/>
                  <a:gd name="csY1" fmla="*/ 66893 h 72650"/>
                  <a:gd name="csX2" fmla="*/ 25340 w 161513"/>
                  <a:gd name="csY2" fmla="*/ 63561 h 72650"/>
                  <a:gd name="csX3" fmla="*/ 36107 w 161513"/>
                  <a:gd name="csY3" fmla="*/ 64895 h 72650"/>
                  <a:gd name="csX4" fmla="*/ 42257 w 161513"/>
                  <a:gd name="csY4" fmla="*/ 72892 h 72650"/>
                  <a:gd name="csX5" fmla="*/ 48414 w 161513"/>
                  <a:gd name="csY5" fmla="*/ 72892 h 72650"/>
                  <a:gd name="csX6" fmla="*/ 49946 w 161513"/>
                  <a:gd name="csY6" fmla="*/ 60230 h 72650"/>
                  <a:gd name="csX7" fmla="*/ 57643 w 161513"/>
                  <a:gd name="csY7" fmla="*/ 59559 h 72650"/>
                  <a:gd name="csX8" fmla="*/ 56103 w 161513"/>
                  <a:gd name="csY8" fmla="*/ 68890 h 72650"/>
                  <a:gd name="csX9" fmla="*/ 74560 w 161513"/>
                  <a:gd name="csY9" fmla="*/ 65559 h 72650"/>
                  <a:gd name="csX10" fmla="*/ 69942 w 161513"/>
                  <a:gd name="csY10" fmla="*/ 50228 h 72650"/>
                  <a:gd name="csX11" fmla="*/ 79171 w 161513"/>
                  <a:gd name="csY11" fmla="*/ 48231 h 72650"/>
                  <a:gd name="csX12" fmla="*/ 85328 w 161513"/>
                  <a:gd name="csY12" fmla="*/ 54230 h 72650"/>
                  <a:gd name="csX13" fmla="*/ 94556 w 161513"/>
                  <a:gd name="csY13" fmla="*/ 49565 h 72650"/>
                  <a:gd name="csX14" fmla="*/ 99174 w 161513"/>
                  <a:gd name="csY14" fmla="*/ 34234 h 72650"/>
                  <a:gd name="csX15" fmla="*/ 113013 w 161513"/>
                  <a:gd name="csY15" fmla="*/ 34234 h 72650"/>
                  <a:gd name="csX16" fmla="*/ 106863 w 161513"/>
                  <a:gd name="csY16" fmla="*/ 44229 h 72650"/>
                  <a:gd name="csX17" fmla="*/ 129937 w 161513"/>
                  <a:gd name="csY17" fmla="*/ 52896 h 72650"/>
                  <a:gd name="csX18" fmla="*/ 134548 w 161513"/>
                  <a:gd name="csY18" fmla="*/ 40897 h 72650"/>
                  <a:gd name="csX19" fmla="*/ 153005 w 161513"/>
                  <a:gd name="csY19" fmla="*/ 36902 h 72650"/>
                  <a:gd name="csX20" fmla="*/ 145316 w 161513"/>
                  <a:gd name="csY20" fmla="*/ 28235 h 72650"/>
                  <a:gd name="csX21" fmla="*/ 154551 w 161513"/>
                  <a:gd name="csY21" fmla="*/ 24239 h 72650"/>
                  <a:gd name="csX22" fmla="*/ 146855 w 161513"/>
                  <a:gd name="csY22" fmla="*/ 18904 h 72650"/>
                  <a:gd name="csX23" fmla="*/ 151472 w 161513"/>
                  <a:gd name="csY23" fmla="*/ 12241 h 72650"/>
                  <a:gd name="csX24" fmla="*/ 159162 w 161513"/>
                  <a:gd name="csY24" fmla="*/ 12241 h 72650"/>
                  <a:gd name="csX25" fmla="*/ 162240 w 161513"/>
                  <a:gd name="csY25" fmla="*/ 8909 h 72650"/>
                  <a:gd name="csX26" fmla="*/ 148394 w 161513"/>
                  <a:gd name="csY26" fmla="*/ 242 h 72650"/>
                  <a:gd name="csX27" fmla="*/ 131476 w 161513"/>
                  <a:gd name="csY27" fmla="*/ 2246 h 72650"/>
                  <a:gd name="csX28" fmla="*/ 131476 w 161513"/>
                  <a:gd name="csY28" fmla="*/ 4907 h 72650"/>
                  <a:gd name="csX29" fmla="*/ 139166 w 161513"/>
                  <a:gd name="csY29" fmla="*/ 8245 h 72650"/>
                  <a:gd name="csX30" fmla="*/ 131476 w 161513"/>
                  <a:gd name="csY30" fmla="*/ 9573 h 72650"/>
                  <a:gd name="csX31" fmla="*/ 119170 w 161513"/>
                  <a:gd name="csY31" fmla="*/ 9573 h 72650"/>
                  <a:gd name="csX32" fmla="*/ 114552 w 161513"/>
                  <a:gd name="csY32" fmla="*/ 8245 h 72650"/>
                  <a:gd name="csX33" fmla="*/ 89945 w 161513"/>
                  <a:gd name="csY33" fmla="*/ 8909 h 72650"/>
                  <a:gd name="csX34" fmla="*/ 76099 w 161513"/>
                  <a:gd name="csY34" fmla="*/ 13574 h 72650"/>
                  <a:gd name="csX35" fmla="*/ 76099 w 161513"/>
                  <a:gd name="csY35" fmla="*/ 19574 h 72650"/>
                  <a:gd name="csX36" fmla="*/ 51486 w 161513"/>
                  <a:gd name="csY36" fmla="*/ 30232 h 72650"/>
                  <a:gd name="csX37" fmla="*/ 48414 w 161513"/>
                  <a:gd name="csY37" fmla="*/ 35568 h 72650"/>
                  <a:gd name="csX38" fmla="*/ 39179 w 161513"/>
                  <a:gd name="csY38" fmla="*/ 36232 h 72650"/>
                  <a:gd name="csX39" fmla="*/ 36107 w 161513"/>
                  <a:gd name="csY39" fmla="*/ 44229 h 72650"/>
                  <a:gd name="csX40" fmla="*/ 20722 w 161513"/>
                  <a:gd name="csY40" fmla="*/ 48231 h 72650"/>
                  <a:gd name="csX41" fmla="*/ 9955 w 161513"/>
                  <a:gd name="csY41" fmla="*/ 50228 h 72650"/>
                  <a:gd name="csX42" fmla="*/ 726 w 161513"/>
                  <a:gd name="csY42" fmla="*/ 54230 h 72650"/>
                  <a:gd name="csX43" fmla="*/ 9955 w 161513"/>
                  <a:gd name="csY43" fmla="*/ 58225 h 72650"/>
                  <a:gd name="csX44" fmla="*/ 9955 w 161513"/>
                  <a:gd name="csY44" fmla="*/ 65559 h 7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513" h="72650">
                    <a:moveTo>
                      <a:pt x="9955" y="65559"/>
                    </a:moveTo>
                    <a:lnTo>
                      <a:pt x="17644" y="66893"/>
                    </a:lnTo>
                    <a:lnTo>
                      <a:pt x="25340" y="63561"/>
                    </a:lnTo>
                    <a:lnTo>
                      <a:pt x="36107" y="64895"/>
                    </a:lnTo>
                    <a:lnTo>
                      <a:pt x="42257" y="72892"/>
                    </a:lnTo>
                    <a:lnTo>
                      <a:pt x="48414" y="72892"/>
                    </a:lnTo>
                    <a:lnTo>
                      <a:pt x="49946" y="60230"/>
                    </a:lnTo>
                    <a:lnTo>
                      <a:pt x="57643" y="59559"/>
                    </a:lnTo>
                    <a:lnTo>
                      <a:pt x="56103" y="68890"/>
                    </a:lnTo>
                    <a:lnTo>
                      <a:pt x="74560" y="65559"/>
                    </a:lnTo>
                    <a:lnTo>
                      <a:pt x="69942" y="50228"/>
                    </a:lnTo>
                    <a:lnTo>
                      <a:pt x="79171" y="48231"/>
                    </a:lnTo>
                    <a:lnTo>
                      <a:pt x="85328" y="54230"/>
                    </a:lnTo>
                    <a:lnTo>
                      <a:pt x="94556" y="49565"/>
                    </a:lnTo>
                    <a:lnTo>
                      <a:pt x="99174" y="34234"/>
                    </a:lnTo>
                    <a:lnTo>
                      <a:pt x="113013" y="34234"/>
                    </a:lnTo>
                    <a:lnTo>
                      <a:pt x="106863" y="44229"/>
                    </a:lnTo>
                    <a:lnTo>
                      <a:pt x="129937" y="52896"/>
                    </a:lnTo>
                    <a:lnTo>
                      <a:pt x="134548" y="40897"/>
                    </a:lnTo>
                    <a:lnTo>
                      <a:pt x="153005" y="36902"/>
                    </a:lnTo>
                    <a:lnTo>
                      <a:pt x="145316" y="28235"/>
                    </a:lnTo>
                    <a:lnTo>
                      <a:pt x="154551" y="24239"/>
                    </a:lnTo>
                    <a:lnTo>
                      <a:pt x="146855" y="18904"/>
                    </a:lnTo>
                    <a:lnTo>
                      <a:pt x="151472" y="12241"/>
                    </a:lnTo>
                    <a:lnTo>
                      <a:pt x="159162" y="12241"/>
                    </a:lnTo>
                    <a:lnTo>
                      <a:pt x="162240" y="8909"/>
                    </a:lnTo>
                    <a:lnTo>
                      <a:pt x="148394" y="242"/>
                    </a:lnTo>
                    <a:lnTo>
                      <a:pt x="131476" y="2246"/>
                    </a:lnTo>
                    <a:lnTo>
                      <a:pt x="131476" y="4907"/>
                    </a:lnTo>
                    <a:lnTo>
                      <a:pt x="139166" y="8245"/>
                    </a:lnTo>
                    <a:lnTo>
                      <a:pt x="131476" y="9573"/>
                    </a:lnTo>
                    <a:lnTo>
                      <a:pt x="119170" y="9573"/>
                    </a:lnTo>
                    <a:lnTo>
                      <a:pt x="114552" y="8245"/>
                    </a:lnTo>
                    <a:lnTo>
                      <a:pt x="89945" y="8909"/>
                    </a:lnTo>
                    <a:lnTo>
                      <a:pt x="76099" y="13574"/>
                    </a:lnTo>
                    <a:lnTo>
                      <a:pt x="76099" y="19574"/>
                    </a:lnTo>
                    <a:lnTo>
                      <a:pt x="51486" y="30232"/>
                    </a:lnTo>
                    <a:lnTo>
                      <a:pt x="48414" y="35568"/>
                    </a:lnTo>
                    <a:lnTo>
                      <a:pt x="39179" y="36232"/>
                    </a:lnTo>
                    <a:lnTo>
                      <a:pt x="36107" y="44229"/>
                    </a:lnTo>
                    <a:lnTo>
                      <a:pt x="20722" y="48231"/>
                    </a:lnTo>
                    <a:lnTo>
                      <a:pt x="9955" y="50228"/>
                    </a:lnTo>
                    <a:lnTo>
                      <a:pt x="726" y="54230"/>
                    </a:lnTo>
                    <a:lnTo>
                      <a:pt x="9955" y="58225"/>
                    </a:lnTo>
                    <a:lnTo>
                      <a:pt x="9955" y="65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1" name="Forme libre : forme 1219">
                <a:extLst>
                  <a:ext uri="{FF2B5EF4-FFF2-40B4-BE49-F238E27FC236}">
                    <a16:creationId xmlns:a16="http://schemas.microsoft.com/office/drawing/2014/main" id="{F9AC0BAE-22EE-6F88-5659-E477480024F8}"/>
                  </a:ext>
                </a:extLst>
              </p:cNvPr>
              <p:cNvSpPr/>
              <p:nvPr/>
            </p:nvSpPr>
            <p:spPr>
              <a:xfrm>
                <a:off x="3151055" y="2213502"/>
                <a:ext cx="81523" cy="22657"/>
              </a:xfrm>
              <a:custGeom>
                <a:avLst/>
                <a:gdLst>
                  <a:gd name="csX0" fmla="*/ 19294 w 81523"/>
                  <a:gd name="csY0" fmla="*/ 19521 h 22657"/>
                  <a:gd name="csX1" fmla="*/ 30062 w 81523"/>
                  <a:gd name="csY1" fmla="*/ 20855 h 22657"/>
                  <a:gd name="csX2" fmla="*/ 40829 w 81523"/>
                  <a:gd name="csY2" fmla="*/ 20185 h 22657"/>
                  <a:gd name="csX3" fmla="*/ 45440 w 81523"/>
                  <a:gd name="csY3" fmla="*/ 16190 h 22657"/>
                  <a:gd name="csX4" fmla="*/ 57747 w 81523"/>
                  <a:gd name="csY4" fmla="*/ 22853 h 22657"/>
                  <a:gd name="csX5" fmla="*/ 82360 w 81523"/>
                  <a:gd name="csY5" fmla="*/ 18858 h 22657"/>
                  <a:gd name="csX6" fmla="*/ 82360 w 81523"/>
                  <a:gd name="csY6" fmla="*/ 9527 h 22657"/>
                  <a:gd name="csX7" fmla="*/ 71593 w 81523"/>
                  <a:gd name="csY7" fmla="*/ 8856 h 22657"/>
                  <a:gd name="csX8" fmla="*/ 59286 w 81523"/>
                  <a:gd name="csY8" fmla="*/ 196 h 22657"/>
                  <a:gd name="csX9" fmla="*/ 46979 w 81523"/>
                  <a:gd name="csY9" fmla="*/ 859 h 22657"/>
                  <a:gd name="csX10" fmla="*/ 34672 w 81523"/>
                  <a:gd name="csY10" fmla="*/ 7522 h 22657"/>
                  <a:gd name="csX11" fmla="*/ 11605 w 81523"/>
                  <a:gd name="csY11" fmla="*/ 8856 h 22657"/>
                  <a:gd name="csX12" fmla="*/ 10066 w 81523"/>
                  <a:gd name="csY12" fmla="*/ 13522 h 22657"/>
                  <a:gd name="csX13" fmla="*/ 837 w 81523"/>
                  <a:gd name="csY13" fmla="*/ 15519 h 22657"/>
                  <a:gd name="csX14" fmla="*/ 3916 w 81523"/>
                  <a:gd name="csY14" fmla="*/ 20855 h 22657"/>
                  <a:gd name="csX15" fmla="*/ 19294 w 81523"/>
                  <a:gd name="csY15" fmla="*/ 19521 h 226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1523" h="22657">
                    <a:moveTo>
                      <a:pt x="19294" y="19521"/>
                    </a:moveTo>
                    <a:lnTo>
                      <a:pt x="30062" y="20855"/>
                    </a:lnTo>
                    <a:lnTo>
                      <a:pt x="40829" y="20185"/>
                    </a:lnTo>
                    <a:lnTo>
                      <a:pt x="45440" y="16190"/>
                    </a:lnTo>
                    <a:lnTo>
                      <a:pt x="57747" y="22853"/>
                    </a:lnTo>
                    <a:lnTo>
                      <a:pt x="82360" y="18858"/>
                    </a:lnTo>
                    <a:lnTo>
                      <a:pt x="82360" y="9527"/>
                    </a:lnTo>
                    <a:lnTo>
                      <a:pt x="71593" y="8856"/>
                    </a:lnTo>
                    <a:lnTo>
                      <a:pt x="59286" y="196"/>
                    </a:lnTo>
                    <a:lnTo>
                      <a:pt x="46979" y="859"/>
                    </a:lnTo>
                    <a:lnTo>
                      <a:pt x="34672" y="7522"/>
                    </a:lnTo>
                    <a:lnTo>
                      <a:pt x="11605" y="8856"/>
                    </a:lnTo>
                    <a:lnTo>
                      <a:pt x="10066" y="13522"/>
                    </a:lnTo>
                    <a:lnTo>
                      <a:pt x="837" y="15519"/>
                    </a:lnTo>
                    <a:lnTo>
                      <a:pt x="3916" y="20855"/>
                    </a:lnTo>
                    <a:lnTo>
                      <a:pt x="19294" y="195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2" name="Forme libre : forme 1220">
                <a:extLst>
                  <a:ext uri="{FF2B5EF4-FFF2-40B4-BE49-F238E27FC236}">
                    <a16:creationId xmlns:a16="http://schemas.microsoft.com/office/drawing/2014/main" id="{DC8CA38F-BFDE-D0B3-62A3-5091F7D9FEDD}"/>
                  </a:ext>
                </a:extLst>
              </p:cNvPr>
              <p:cNvSpPr/>
              <p:nvPr/>
            </p:nvSpPr>
            <p:spPr>
              <a:xfrm>
                <a:off x="3315641" y="2181507"/>
                <a:ext cx="143057" cy="71316"/>
              </a:xfrm>
              <a:custGeom>
                <a:avLst/>
                <a:gdLst>
                  <a:gd name="csX0" fmla="*/ 16337 w 143057"/>
                  <a:gd name="csY0" fmla="*/ 26853 h 71316"/>
                  <a:gd name="csX1" fmla="*/ 25565 w 143057"/>
                  <a:gd name="csY1" fmla="*/ 28850 h 71316"/>
                  <a:gd name="csX2" fmla="*/ 30183 w 143057"/>
                  <a:gd name="csY2" fmla="*/ 23521 h 71316"/>
                  <a:gd name="csX3" fmla="*/ 36333 w 143057"/>
                  <a:gd name="csY3" fmla="*/ 22187 h 71316"/>
                  <a:gd name="csX4" fmla="*/ 36333 w 143057"/>
                  <a:gd name="csY4" fmla="*/ 27516 h 71316"/>
                  <a:gd name="csX5" fmla="*/ 42489 w 143057"/>
                  <a:gd name="csY5" fmla="*/ 30184 h 71316"/>
                  <a:gd name="csX6" fmla="*/ 40950 w 143057"/>
                  <a:gd name="csY6" fmla="*/ 34186 h 71316"/>
                  <a:gd name="csX7" fmla="*/ 48639 w 143057"/>
                  <a:gd name="csY7" fmla="*/ 40185 h 71316"/>
                  <a:gd name="csX8" fmla="*/ 20947 w 143057"/>
                  <a:gd name="csY8" fmla="*/ 39515 h 71316"/>
                  <a:gd name="csX9" fmla="*/ 17876 w 143057"/>
                  <a:gd name="csY9" fmla="*/ 46849 h 71316"/>
                  <a:gd name="csX10" fmla="*/ 28643 w 143057"/>
                  <a:gd name="csY10" fmla="*/ 52178 h 71316"/>
                  <a:gd name="csX11" fmla="*/ 54789 w 143057"/>
                  <a:gd name="csY11" fmla="*/ 50180 h 71316"/>
                  <a:gd name="csX12" fmla="*/ 62479 w 143057"/>
                  <a:gd name="csY12" fmla="*/ 54182 h 71316"/>
                  <a:gd name="csX13" fmla="*/ 76325 w 143057"/>
                  <a:gd name="csY13" fmla="*/ 50850 h 71316"/>
                  <a:gd name="csX14" fmla="*/ 88631 w 143057"/>
                  <a:gd name="csY14" fmla="*/ 56180 h 71316"/>
                  <a:gd name="csX15" fmla="*/ 102477 w 143057"/>
                  <a:gd name="csY15" fmla="*/ 57514 h 71316"/>
                  <a:gd name="csX16" fmla="*/ 104010 w 143057"/>
                  <a:gd name="csY16" fmla="*/ 60845 h 71316"/>
                  <a:gd name="csX17" fmla="*/ 116317 w 143057"/>
                  <a:gd name="csY17" fmla="*/ 71510 h 71316"/>
                  <a:gd name="csX18" fmla="*/ 136313 w 143057"/>
                  <a:gd name="csY18" fmla="*/ 70840 h 71316"/>
                  <a:gd name="csX19" fmla="*/ 144009 w 143057"/>
                  <a:gd name="csY19" fmla="*/ 58177 h 71316"/>
                  <a:gd name="csX20" fmla="*/ 122473 w 143057"/>
                  <a:gd name="csY20" fmla="*/ 42847 h 71316"/>
                  <a:gd name="csX21" fmla="*/ 120934 w 143057"/>
                  <a:gd name="csY21" fmla="*/ 34850 h 71316"/>
                  <a:gd name="csX22" fmla="*/ 97860 w 143057"/>
                  <a:gd name="csY22" fmla="*/ 29521 h 71316"/>
                  <a:gd name="csX23" fmla="*/ 102477 w 143057"/>
                  <a:gd name="csY23" fmla="*/ 19519 h 71316"/>
                  <a:gd name="csX24" fmla="*/ 87092 w 143057"/>
                  <a:gd name="csY24" fmla="*/ 14854 h 71316"/>
                  <a:gd name="csX25" fmla="*/ 71714 w 143057"/>
                  <a:gd name="csY25" fmla="*/ 18192 h 71316"/>
                  <a:gd name="csX26" fmla="*/ 71714 w 143057"/>
                  <a:gd name="csY26" fmla="*/ 25519 h 71316"/>
                  <a:gd name="csX27" fmla="*/ 64018 w 143057"/>
                  <a:gd name="csY27" fmla="*/ 24185 h 71316"/>
                  <a:gd name="csX28" fmla="*/ 59407 w 143057"/>
                  <a:gd name="csY28" fmla="*/ 12192 h 71316"/>
                  <a:gd name="csX29" fmla="*/ 42489 w 143057"/>
                  <a:gd name="csY29" fmla="*/ 194 h 71316"/>
                  <a:gd name="csX30" fmla="*/ 25565 w 143057"/>
                  <a:gd name="csY30" fmla="*/ 3525 h 71316"/>
                  <a:gd name="csX31" fmla="*/ 2491 w 143057"/>
                  <a:gd name="csY31" fmla="*/ 2191 h 71316"/>
                  <a:gd name="csX32" fmla="*/ 951 w 143057"/>
                  <a:gd name="csY32" fmla="*/ 16188 h 71316"/>
                  <a:gd name="csX33" fmla="*/ 14797 w 143057"/>
                  <a:gd name="csY33" fmla="*/ 17522 h 71316"/>
                  <a:gd name="csX34" fmla="*/ 16337 w 143057"/>
                  <a:gd name="csY34" fmla="*/ 26853 h 7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3057" h="71316">
                    <a:moveTo>
                      <a:pt x="16337" y="26853"/>
                    </a:moveTo>
                    <a:lnTo>
                      <a:pt x="25565" y="28850"/>
                    </a:lnTo>
                    <a:lnTo>
                      <a:pt x="30183" y="23521"/>
                    </a:lnTo>
                    <a:lnTo>
                      <a:pt x="36333" y="22187"/>
                    </a:lnTo>
                    <a:lnTo>
                      <a:pt x="36333" y="27516"/>
                    </a:lnTo>
                    <a:lnTo>
                      <a:pt x="42489" y="30184"/>
                    </a:lnTo>
                    <a:lnTo>
                      <a:pt x="40950" y="34186"/>
                    </a:lnTo>
                    <a:lnTo>
                      <a:pt x="48639" y="40185"/>
                    </a:lnTo>
                    <a:lnTo>
                      <a:pt x="20947" y="39515"/>
                    </a:lnTo>
                    <a:lnTo>
                      <a:pt x="17876" y="46849"/>
                    </a:lnTo>
                    <a:lnTo>
                      <a:pt x="28643" y="52178"/>
                    </a:lnTo>
                    <a:lnTo>
                      <a:pt x="54789" y="50180"/>
                    </a:lnTo>
                    <a:lnTo>
                      <a:pt x="62479" y="54182"/>
                    </a:lnTo>
                    <a:lnTo>
                      <a:pt x="76325" y="50850"/>
                    </a:lnTo>
                    <a:lnTo>
                      <a:pt x="88631" y="56180"/>
                    </a:lnTo>
                    <a:lnTo>
                      <a:pt x="102477" y="57514"/>
                    </a:lnTo>
                    <a:lnTo>
                      <a:pt x="104010" y="60845"/>
                    </a:lnTo>
                    <a:lnTo>
                      <a:pt x="116317" y="71510"/>
                    </a:lnTo>
                    <a:lnTo>
                      <a:pt x="136313" y="70840"/>
                    </a:lnTo>
                    <a:lnTo>
                      <a:pt x="144009" y="58177"/>
                    </a:lnTo>
                    <a:lnTo>
                      <a:pt x="122473" y="42847"/>
                    </a:lnTo>
                    <a:lnTo>
                      <a:pt x="120934" y="34850"/>
                    </a:lnTo>
                    <a:lnTo>
                      <a:pt x="97860" y="29521"/>
                    </a:lnTo>
                    <a:lnTo>
                      <a:pt x="102477" y="19519"/>
                    </a:lnTo>
                    <a:lnTo>
                      <a:pt x="87092" y="14854"/>
                    </a:lnTo>
                    <a:lnTo>
                      <a:pt x="71714" y="18192"/>
                    </a:lnTo>
                    <a:lnTo>
                      <a:pt x="71714" y="25519"/>
                    </a:lnTo>
                    <a:lnTo>
                      <a:pt x="64018" y="24185"/>
                    </a:lnTo>
                    <a:lnTo>
                      <a:pt x="59407" y="12192"/>
                    </a:lnTo>
                    <a:lnTo>
                      <a:pt x="42489" y="194"/>
                    </a:lnTo>
                    <a:lnTo>
                      <a:pt x="25565" y="3525"/>
                    </a:lnTo>
                    <a:lnTo>
                      <a:pt x="2491" y="2191"/>
                    </a:lnTo>
                    <a:lnTo>
                      <a:pt x="951" y="16188"/>
                    </a:lnTo>
                    <a:lnTo>
                      <a:pt x="14797" y="17522"/>
                    </a:lnTo>
                    <a:lnTo>
                      <a:pt x="16337" y="26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3" name="Forme libre : forme 1221">
                <a:extLst>
                  <a:ext uri="{FF2B5EF4-FFF2-40B4-BE49-F238E27FC236}">
                    <a16:creationId xmlns:a16="http://schemas.microsoft.com/office/drawing/2014/main" id="{3AAA6D8A-E759-8F54-61E7-2A3B3D4A75D4}"/>
                  </a:ext>
                </a:extLst>
              </p:cNvPr>
              <p:cNvSpPr/>
              <p:nvPr/>
            </p:nvSpPr>
            <p:spPr>
              <a:xfrm>
                <a:off x="3383318" y="2248158"/>
                <a:ext cx="29224" cy="9331"/>
              </a:xfrm>
              <a:custGeom>
                <a:avLst/>
                <a:gdLst>
                  <a:gd name="csX0" fmla="*/ 13273 w 29224"/>
                  <a:gd name="csY0" fmla="*/ 215 h 9331"/>
                  <a:gd name="csX1" fmla="*/ 966 w 29224"/>
                  <a:gd name="csY1" fmla="*/ 3546 h 9331"/>
                  <a:gd name="csX2" fmla="*/ 11733 w 29224"/>
                  <a:gd name="csY2" fmla="*/ 9546 h 9331"/>
                  <a:gd name="csX3" fmla="*/ 30190 w 29224"/>
                  <a:gd name="csY3" fmla="*/ 8212 h 9331"/>
                  <a:gd name="csX4" fmla="*/ 25579 w 29224"/>
                  <a:gd name="csY4" fmla="*/ 2212 h 9331"/>
                  <a:gd name="csX5" fmla="*/ 13273 w 29224"/>
                  <a:gd name="csY5" fmla="*/ 215 h 9331"/>
                </a:gdLst>
                <a:ahLst/>
                <a:cxnLst>
                  <a:cxn ang="0">
                    <a:pos x="csX0" y="csY0"/>
                  </a:cxn>
                  <a:cxn ang="0">
                    <a:pos x="csX1" y="csY1"/>
                  </a:cxn>
                  <a:cxn ang="0">
                    <a:pos x="csX2" y="csY2"/>
                  </a:cxn>
                  <a:cxn ang="0">
                    <a:pos x="csX3" y="csY3"/>
                  </a:cxn>
                  <a:cxn ang="0">
                    <a:pos x="csX4" y="csY4"/>
                  </a:cxn>
                  <a:cxn ang="0">
                    <a:pos x="csX5" y="csY5"/>
                  </a:cxn>
                </a:cxnLst>
                <a:rect l="l" t="t" r="r" b="b"/>
                <a:pathLst>
                  <a:path w="29224" h="9331">
                    <a:moveTo>
                      <a:pt x="13273" y="215"/>
                    </a:moveTo>
                    <a:lnTo>
                      <a:pt x="966" y="3546"/>
                    </a:lnTo>
                    <a:lnTo>
                      <a:pt x="11733" y="9546"/>
                    </a:lnTo>
                    <a:lnTo>
                      <a:pt x="30190" y="8212"/>
                    </a:lnTo>
                    <a:lnTo>
                      <a:pt x="25579" y="2212"/>
                    </a:lnTo>
                    <a:lnTo>
                      <a:pt x="13273" y="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4" name="Forme libre : forme 1222">
                <a:extLst>
                  <a:ext uri="{FF2B5EF4-FFF2-40B4-BE49-F238E27FC236}">
                    <a16:creationId xmlns:a16="http://schemas.microsoft.com/office/drawing/2014/main" id="{9945AF52-9360-F7A7-F107-5020E3C00D9E}"/>
                  </a:ext>
                </a:extLst>
              </p:cNvPr>
              <p:cNvSpPr/>
              <p:nvPr/>
            </p:nvSpPr>
            <p:spPr>
              <a:xfrm>
                <a:off x="3361783" y="2236159"/>
                <a:ext cx="12306" cy="5329"/>
              </a:xfrm>
              <a:custGeom>
                <a:avLst/>
                <a:gdLst>
                  <a:gd name="csX0" fmla="*/ 13256 w 12306"/>
                  <a:gd name="csY0" fmla="*/ 2203 h 5329"/>
                  <a:gd name="csX1" fmla="*/ 4793 w 12306"/>
                  <a:gd name="csY1" fmla="*/ 205 h 5329"/>
                  <a:gd name="csX2" fmla="*/ 949 w 12306"/>
                  <a:gd name="csY2" fmla="*/ 3202 h 5329"/>
                  <a:gd name="csX3" fmla="*/ 3254 w 12306"/>
                  <a:gd name="csY3" fmla="*/ 5535 h 5329"/>
                  <a:gd name="csX4" fmla="*/ 10177 w 12306"/>
                  <a:gd name="csY4" fmla="*/ 5199 h 5329"/>
                  <a:gd name="csX5" fmla="*/ 13256 w 12306"/>
                  <a:gd name="csY5" fmla="*/ 2203 h 5329"/>
                </a:gdLst>
                <a:ahLst/>
                <a:cxnLst>
                  <a:cxn ang="0">
                    <a:pos x="csX0" y="csY0"/>
                  </a:cxn>
                  <a:cxn ang="0">
                    <a:pos x="csX1" y="csY1"/>
                  </a:cxn>
                  <a:cxn ang="0">
                    <a:pos x="csX2" y="csY2"/>
                  </a:cxn>
                  <a:cxn ang="0">
                    <a:pos x="csX3" y="csY3"/>
                  </a:cxn>
                  <a:cxn ang="0">
                    <a:pos x="csX4" y="csY4"/>
                  </a:cxn>
                  <a:cxn ang="0">
                    <a:pos x="csX5" y="csY5"/>
                  </a:cxn>
                </a:cxnLst>
                <a:rect l="l" t="t" r="r" b="b"/>
                <a:pathLst>
                  <a:path w="12306" h="5329">
                    <a:moveTo>
                      <a:pt x="13256" y="2203"/>
                    </a:moveTo>
                    <a:lnTo>
                      <a:pt x="4793" y="205"/>
                    </a:lnTo>
                    <a:lnTo>
                      <a:pt x="949" y="3202"/>
                    </a:lnTo>
                    <a:lnTo>
                      <a:pt x="3254" y="5535"/>
                    </a:lnTo>
                    <a:lnTo>
                      <a:pt x="10177" y="5199"/>
                    </a:lnTo>
                    <a:lnTo>
                      <a:pt x="13256" y="22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5" name="Forme libre : forme 1223">
                <a:extLst>
                  <a:ext uri="{FF2B5EF4-FFF2-40B4-BE49-F238E27FC236}">
                    <a16:creationId xmlns:a16="http://schemas.microsoft.com/office/drawing/2014/main" id="{84117199-98A3-2FFF-4E7C-79C4CC44F015}"/>
                  </a:ext>
                </a:extLst>
              </p:cNvPr>
              <p:cNvSpPr/>
              <p:nvPr/>
            </p:nvSpPr>
            <p:spPr>
              <a:xfrm>
                <a:off x="3311023" y="2256819"/>
                <a:ext cx="36920" cy="27993"/>
              </a:xfrm>
              <a:custGeom>
                <a:avLst/>
                <a:gdLst>
                  <a:gd name="csX0" fmla="*/ 17849 w 36920"/>
                  <a:gd name="csY0" fmla="*/ 28216 h 27993"/>
                  <a:gd name="csX1" fmla="*/ 37845 w 36920"/>
                  <a:gd name="csY1" fmla="*/ 28216 h 27993"/>
                  <a:gd name="csX2" fmla="*/ 34766 w 36920"/>
                  <a:gd name="csY2" fmla="*/ 16887 h 27993"/>
                  <a:gd name="csX3" fmla="*/ 11699 w 36920"/>
                  <a:gd name="csY3" fmla="*/ 1557 h 27993"/>
                  <a:gd name="csX4" fmla="*/ 924 w 36920"/>
                  <a:gd name="csY4" fmla="*/ 223 h 27993"/>
                  <a:gd name="csX5" fmla="*/ 5542 w 36920"/>
                  <a:gd name="csY5" fmla="*/ 12885 h 27993"/>
                  <a:gd name="csX6" fmla="*/ 17849 w 36920"/>
                  <a:gd name="csY6" fmla="*/ 28216 h 279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6920" h="27993">
                    <a:moveTo>
                      <a:pt x="17849" y="28216"/>
                    </a:moveTo>
                    <a:lnTo>
                      <a:pt x="37845" y="28216"/>
                    </a:lnTo>
                    <a:lnTo>
                      <a:pt x="34766" y="16887"/>
                    </a:lnTo>
                    <a:lnTo>
                      <a:pt x="11699" y="1557"/>
                    </a:lnTo>
                    <a:lnTo>
                      <a:pt x="924" y="223"/>
                    </a:lnTo>
                    <a:lnTo>
                      <a:pt x="5542" y="12885"/>
                    </a:lnTo>
                    <a:lnTo>
                      <a:pt x="17849" y="282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6" name="Forme libre : forme 1224">
                <a:extLst>
                  <a:ext uri="{FF2B5EF4-FFF2-40B4-BE49-F238E27FC236}">
                    <a16:creationId xmlns:a16="http://schemas.microsoft.com/office/drawing/2014/main" id="{4E4DAEAB-AA33-BC9D-A237-C552677EA6F5}"/>
                  </a:ext>
                </a:extLst>
              </p:cNvPr>
              <p:cNvSpPr/>
              <p:nvPr/>
            </p:nvSpPr>
            <p:spPr>
              <a:xfrm>
                <a:off x="3151048" y="2244820"/>
                <a:ext cx="79990" cy="29326"/>
              </a:xfrm>
              <a:custGeom>
                <a:avLst/>
                <a:gdLst>
                  <a:gd name="csX0" fmla="*/ 23912 w 79990"/>
                  <a:gd name="csY0" fmla="*/ 29543 h 29326"/>
                  <a:gd name="csX1" fmla="*/ 60826 w 79990"/>
                  <a:gd name="csY1" fmla="*/ 26875 h 29326"/>
                  <a:gd name="csX2" fmla="*/ 71593 w 79990"/>
                  <a:gd name="csY2" fmla="*/ 22880 h 29326"/>
                  <a:gd name="csX3" fmla="*/ 68522 w 79990"/>
                  <a:gd name="csY3" fmla="*/ 17544 h 29326"/>
                  <a:gd name="csX4" fmla="*/ 51597 w 79990"/>
                  <a:gd name="csY4" fmla="*/ 14883 h 29326"/>
                  <a:gd name="csX5" fmla="*/ 53136 w 79990"/>
                  <a:gd name="csY5" fmla="*/ 9547 h 29326"/>
                  <a:gd name="csX6" fmla="*/ 80828 w 79990"/>
                  <a:gd name="csY6" fmla="*/ 6215 h 29326"/>
                  <a:gd name="csX7" fmla="*/ 79289 w 79990"/>
                  <a:gd name="csY7" fmla="*/ 1550 h 29326"/>
                  <a:gd name="csX8" fmla="*/ 57754 w 79990"/>
                  <a:gd name="csY8" fmla="*/ 216 h 29326"/>
                  <a:gd name="csX9" fmla="*/ 37758 w 79990"/>
                  <a:gd name="csY9" fmla="*/ 886 h 29326"/>
                  <a:gd name="csX10" fmla="*/ 838 w 79990"/>
                  <a:gd name="csY10" fmla="*/ 9547 h 29326"/>
                  <a:gd name="csX11" fmla="*/ 2377 w 79990"/>
                  <a:gd name="csY11" fmla="*/ 23543 h 29326"/>
                  <a:gd name="csX12" fmla="*/ 23912 w 79990"/>
                  <a:gd name="csY12" fmla="*/ 29543 h 2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9990" h="29326">
                    <a:moveTo>
                      <a:pt x="23912" y="29543"/>
                    </a:moveTo>
                    <a:lnTo>
                      <a:pt x="60826" y="26875"/>
                    </a:lnTo>
                    <a:lnTo>
                      <a:pt x="71593" y="22880"/>
                    </a:lnTo>
                    <a:lnTo>
                      <a:pt x="68522" y="17544"/>
                    </a:lnTo>
                    <a:lnTo>
                      <a:pt x="51597" y="14883"/>
                    </a:lnTo>
                    <a:lnTo>
                      <a:pt x="53136" y="9547"/>
                    </a:lnTo>
                    <a:lnTo>
                      <a:pt x="80828" y="6215"/>
                    </a:lnTo>
                    <a:lnTo>
                      <a:pt x="79289" y="1550"/>
                    </a:lnTo>
                    <a:lnTo>
                      <a:pt x="57754" y="216"/>
                    </a:lnTo>
                    <a:lnTo>
                      <a:pt x="37758" y="886"/>
                    </a:lnTo>
                    <a:lnTo>
                      <a:pt x="838" y="9547"/>
                    </a:lnTo>
                    <a:lnTo>
                      <a:pt x="2377" y="23543"/>
                    </a:lnTo>
                    <a:lnTo>
                      <a:pt x="23912" y="295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7" name="Forme libre : forme 1225">
                <a:extLst>
                  <a:ext uri="{FF2B5EF4-FFF2-40B4-BE49-F238E27FC236}">
                    <a16:creationId xmlns:a16="http://schemas.microsoft.com/office/drawing/2014/main" id="{4B130410-CF37-43F7-651B-B5B5098B3399}"/>
                  </a:ext>
                </a:extLst>
              </p:cNvPr>
              <p:cNvSpPr/>
              <p:nvPr/>
            </p:nvSpPr>
            <p:spPr>
              <a:xfrm>
                <a:off x="3109524" y="2247488"/>
                <a:ext cx="30763" cy="11992"/>
              </a:xfrm>
              <a:custGeom>
                <a:avLst/>
                <a:gdLst>
                  <a:gd name="csX0" fmla="*/ 28487 w 30763"/>
                  <a:gd name="csY0" fmla="*/ 11542 h 11992"/>
                  <a:gd name="csX1" fmla="*/ 31565 w 30763"/>
                  <a:gd name="csY1" fmla="*/ 6877 h 11992"/>
                  <a:gd name="csX2" fmla="*/ 19258 w 30763"/>
                  <a:gd name="csY2" fmla="*/ 1548 h 11992"/>
                  <a:gd name="csX3" fmla="*/ 8491 w 30763"/>
                  <a:gd name="csY3" fmla="*/ 214 h 11992"/>
                  <a:gd name="csX4" fmla="*/ 802 w 30763"/>
                  <a:gd name="csY4" fmla="*/ 1548 h 11992"/>
                  <a:gd name="csX5" fmla="*/ 14641 w 30763"/>
                  <a:gd name="csY5" fmla="*/ 12206 h 11992"/>
                  <a:gd name="csX6" fmla="*/ 28487 w 30763"/>
                  <a:gd name="csY6" fmla="*/ 11542 h 1199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63" h="11992">
                    <a:moveTo>
                      <a:pt x="28487" y="11542"/>
                    </a:moveTo>
                    <a:lnTo>
                      <a:pt x="31565" y="6877"/>
                    </a:lnTo>
                    <a:lnTo>
                      <a:pt x="19258" y="1548"/>
                    </a:lnTo>
                    <a:lnTo>
                      <a:pt x="8491" y="214"/>
                    </a:lnTo>
                    <a:lnTo>
                      <a:pt x="802" y="1548"/>
                    </a:lnTo>
                    <a:lnTo>
                      <a:pt x="14641" y="12206"/>
                    </a:lnTo>
                    <a:lnTo>
                      <a:pt x="28487" y="115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8" name="Forme libre : forme 1226">
                <a:extLst>
                  <a:ext uri="{FF2B5EF4-FFF2-40B4-BE49-F238E27FC236}">
                    <a16:creationId xmlns:a16="http://schemas.microsoft.com/office/drawing/2014/main" id="{B1EE7F9B-EBFB-CF3E-22F5-00D3744175EE}"/>
                  </a:ext>
                </a:extLst>
              </p:cNvPr>
              <p:cNvSpPr/>
              <p:nvPr/>
            </p:nvSpPr>
            <p:spPr>
              <a:xfrm>
                <a:off x="3057218" y="2300142"/>
                <a:ext cx="264565" cy="97147"/>
              </a:xfrm>
              <a:custGeom>
                <a:avLst/>
                <a:gdLst>
                  <a:gd name="csX0" fmla="*/ 176199 w 264565"/>
                  <a:gd name="csY0" fmla="*/ 11606 h 97147"/>
                  <a:gd name="csX1" fmla="*/ 160820 w 264565"/>
                  <a:gd name="csY1" fmla="*/ 13604 h 97147"/>
                  <a:gd name="csX2" fmla="*/ 154663 w 264565"/>
                  <a:gd name="csY2" fmla="*/ 16272 h 97147"/>
                  <a:gd name="csX3" fmla="*/ 157742 w 264565"/>
                  <a:gd name="csY3" fmla="*/ 20267 h 97147"/>
                  <a:gd name="csX4" fmla="*/ 179277 w 264565"/>
                  <a:gd name="csY4" fmla="*/ 22271 h 97147"/>
                  <a:gd name="csX5" fmla="*/ 182355 w 264565"/>
                  <a:gd name="csY5" fmla="*/ 28271 h 97147"/>
                  <a:gd name="csX6" fmla="*/ 165431 w 264565"/>
                  <a:gd name="csY6" fmla="*/ 35597 h 97147"/>
                  <a:gd name="csX7" fmla="*/ 170042 w 264565"/>
                  <a:gd name="csY7" fmla="*/ 38936 h 97147"/>
                  <a:gd name="csX8" fmla="*/ 188505 w 264565"/>
                  <a:gd name="csY8" fmla="*/ 38936 h 97147"/>
                  <a:gd name="csX9" fmla="*/ 190045 w 264565"/>
                  <a:gd name="csY9" fmla="*/ 47596 h 97147"/>
                  <a:gd name="csX10" fmla="*/ 179277 w 264565"/>
                  <a:gd name="csY10" fmla="*/ 51598 h 97147"/>
                  <a:gd name="csX11" fmla="*/ 159281 w 264565"/>
                  <a:gd name="csY11" fmla="*/ 45599 h 97147"/>
                  <a:gd name="csX12" fmla="*/ 136207 w 264565"/>
                  <a:gd name="csY12" fmla="*/ 44265 h 97147"/>
                  <a:gd name="csX13" fmla="*/ 131589 w 264565"/>
                  <a:gd name="csY13" fmla="*/ 37595 h 97147"/>
                  <a:gd name="csX14" fmla="*/ 105443 w 264565"/>
                  <a:gd name="csY14" fmla="*/ 19603 h 97147"/>
                  <a:gd name="csX15" fmla="*/ 77751 w 264565"/>
                  <a:gd name="csY15" fmla="*/ 20937 h 97147"/>
                  <a:gd name="csX16" fmla="*/ 73140 w 264565"/>
                  <a:gd name="csY16" fmla="*/ 12940 h 97147"/>
                  <a:gd name="csX17" fmla="*/ 54683 w 264565"/>
                  <a:gd name="csY17" fmla="*/ 10936 h 97147"/>
                  <a:gd name="csX18" fmla="*/ 43916 w 264565"/>
                  <a:gd name="csY18" fmla="*/ 14274 h 97147"/>
                  <a:gd name="csX19" fmla="*/ 56216 w 264565"/>
                  <a:gd name="csY19" fmla="*/ 20267 h 97147"/>
                  <a:gd name="csX20" fmla="*/ 56216 w 264565"/>
                  <a:gd name="csY20" fmla="*/ 22935 h 97147"/>
                  <a:gd name="csX21" fmla="*/ 42377 w 264565"/>
                  <a:gd name="csY21" fmla="*/ 20937 h 97147"/>
                  <a:gd name="csX22" fmla="*/ 31609 w 264565"/>
                  <a:gd name="csY22" fmla="*/ 20937 h 97147"/>
                  <a:gd name="csX23" fmla="*/ 23920 w 264565"/>
                  <a:gd name="csY23" fmla="*/ 27600 h 97147"/>
                  <a:gd name="csX24" fmla="*/ 26991 w 264565"/>
                  <a:gd name="csY24" fmla="*/ 30932 h 97147"/>
                  <a:gd name="csX25" fmla="*/ 45448 w 264565"/>
                  <a:gd name="csY25" fmla="*/ 30932 h 97147"/>
                  <a:gd name="csX26" fmla="*/ 51605 w 264565"/>
                  <a:gd name="csY26" fmla="*/ 33600 h 97147"/>
                  <a:gd name="csX27" fmla="*/ 39298 w 264565"/>
                  <a:gd name="csY27" fmla="*/ 34934 h 97147"/>
                  <a:gd name="csX28" fmla="*/ 26991 w 264565"/>
                  <a:gd name="csY28" fmla="*/ 34263 h 97147"/>
                  <a:gd name="csX29" fmla="*/ 16224 w 264565"/>
                  <a:gd name="csY29" fmla="*/ 39599 h 97147"/>
                  <a:gd name="csX30" fmla="*/ 23920 w 264565"/>
                  <a:gd name="csY30" fmla="*/ 42931 h 97147"/>
                  <a:gd name="csX31" fmla="*/ 45448 w 264565"/>
                  <a:gd name="csY31" fmla="*/ 41597 h 97147"/>
                  <a:gd name="csX32" fmla="*/ 50066 w 264565"/>
                  <a:gd name="csY32" fmla="*/ 44265 h 97147"/>
                  <a:gd name="csX33" fmla="*/ 33148 w 264565"/>
                  <a:gd name="csY33" fmla="*/ 48930 h 97147"/>
                  <a:gd name="csX34" fmla="*/ 6995 w 264565"/>
                  <a:gd name="csY34" fmla="*/ 50264 h 97147"/>
                  <a:gd name="csX35" fmla="*/ 845 w 264565"/>
                  <a:gd name="csY35" fmla="*/ 56257 h 97147"/>
                  <a:gd name="csX36" fmla="*/ 13152 w 264565"/>
                  <a:gd name="csY36" fmla="*/ 60526 h 97147"/>
                  <a:gd name="csX37" fmla="*/ 26991 w 264565"/>
                  <a:gd name="csY37" fmla="*/ 59602 h 97147"/>
                  <a:gd name="csX38" fmla="*/ 33148 w 264565"/>
                  <a:gd name="csY38" fmla="*/ 66984 h 97147"/>
                  <a:gd name="csX39" fmla="*/ 43909 w 264565"/>
                  <a:gd name="csY39" fmla="*/ 70671 h 97147"/>
                  <a:gd name="csX40" fmla="*/ 50066 w 264565"/>
                  <a:gd name="csY40" fmla="*/ 65136 h 97147"/>
                  <a:gd name="csX41" fmla="*/ 59294 w 264565"/>
                  <a:gd name="csY41" fmla="*/ 68824 h 97147"/>
                  <a:gd name="csX42" fmla="*/ 73140 w 264565"/>
                  <a:gd name="csY42" fmla="*/ 66060 h 97147"/>
                  <a:gd name="csX43" fmla="*/ 63912 w 264565"/>
                  <a:gd name="csY43" fmla="*/ 58679 h 97147"/>
                  <a:gd name="csX44" fmla="*/ 83908 w 264565"/>
                  <a:gd name="csY44" fmla="*/ 53596 h 97147"/>
                  <a:gd name="csX45" fmla="*/ 91597 w 264565"/>
                  <a:gd name="csY45" fmla="*/ 55915 h 97147"/>
                  <a:gd name="csX46" fmla="*/ 80829 w 264565"/>
                  <a:gd name="csY46" fmla="*/ 58679 h 97147"/>
                  <a:gd name="csX47" fmla="*/ 80829 w 264565"/>
                  <a:gd name="csY47" fmla="*/ 66060 h 97147"/>
                  <a:gd name="csX48" fmla="*/ 91597 w 264565"/>
                  <a:gd name="csY48" fmla="*/ 66984 h 97147"/>
                  <a:gd name="csX49" fmla="*/ 103904 w 264565"/>
                  <a:gd name="csY49" fmla="*/ 62366 h 97147"/>
                  <a:gd name="csX50" fmla="*/ 114671 w 264565"/>
                  <a:gd name="csY50" fmla="*/ 65136 h 97147"/>
                  <a:gd name="csX51" fmla="*/ 123900 w 264565"/>
                  <a:gd name="csY51" fmla="*/ 62366 h 97147"/>
                  <a:gd name="csX52" fmla="*/ 140817 w 264565"/>
                  <a:gd name="csY52" fmla="*/ 61449 h 97147"/>
                  <a:gd name="csX53" fmla="*/ 142357 w 264565"/>
                  <a:gd name="csY53" fmla="*/ 64213 h 97147"/>
                  <a:gd name="csX54" fmla="*/ 133128 w 264565"/>
                  <a:gd name="csY54" fmla="*/ 72518 h 97147"/>
                  <a:gd name="csX55" fmla="*/ 110054 w 264565"/>
                  <a:gd name="csY55" fmla="*/ 74358 h 97147"/>
                  <a:gd name="csX56" fmla="*/ 100825 w 264565"/>
                  <a:gd name="csY56" fmla="*/ 73441 h 97147"/>
                  <a:gd name="csX57" fmla="*/ 93136 w 264565"/>
                  <a:gd name="csY57" fmla="*/ 80816 h 97147"/>
                  <a:gd name="csX58" fmla="*/ 73133 w 264565"/>
                  <a:gd name="csY58" fmla="*/ 83586 h 97147"/>
                  <a:gd name="csX59" fmla="*/ 91597 w 264565"/>
                  <a:gd name="csY59" fmla="*/ 96495 h 97147"/>
                  <a:gd name="csX60" fmla="*/ 108515 w 264565"/>
                  <a:gd name="csY60" fmla="*/ 97426 h 97147"/>
                  <a:gd name="csX61" fmla="*/ 143896 w 264565"/>
                  <a:gd name="csY61" fmla="*/ 91884 h 97147"/>
                  <a:gd name="csX62" fmla="*/ 151585 w 264565"/>
                  <a:gd name="csY62" fmla="*/ 81739 h 97147"/>
                  <a:gd name="csX63" fmla="*/ 183888 w 264565"/>
                  <a:gd name="csY63" fmla="*/ 72518 h 97147"/>
                  <a:gd name="csX64" fmla="*/ 186966 w 264565"/>
                  <a:gd name="csY64" fmla="*/ 66060 h 97147"/>
                  <a:gd name="csX65" fmla="*/ 199273 w 264565"/>
                  <a:gd name="csY65" fmla="*/ 66984 h 97147"/>
                  <a:gd name="csX66" fmla="*/ 199273 w 264565"/>
                  <a:gd name="csY66" fmla="*/ 71594 h 97147"/>
                  <a:gd name="csX67" fmla="*/ 211573 w 264565"/>
                  <a:gd name="csY67" fmla="*/ 72518 h 97147"/>
                  <a:gd name="csX68" fmla="*/ 219269 w 264565"/>
                  <a:gd name="csY68" fmla="*/ 67907 h 97147"/>
                  <a:gd name="csX69" fmla="*/ 225419 w 264565"/>
                  <a:gd name="csY69" fmla="*/ 72518 h 97147"/>
                  <a:gd name="csX70" fmla="*/ 254643 w 264565"/>
                  <a:gd name="csY70" fmla="*/ 66060 h 97147"/>
                  <a:gd name="csX71" fmla="*/ 262339 w 264565"/>
                  <a:gd name="csY71" fmla="*/ 48260 h 97147"/>
                  <a:gd name="csX72" fmla="*/ 265411 w 264565"/>
                  <a:gd name="csY72" fmla="*/ 37602 h 97147"/>
                  <a:gd name="csX73" fmla="*/ 246954 w 264565"/>
                  <a:gd name="csY73" fmla="*/ 30268 h 97147"/>
                  <a:gd name="csX74" fmla="*/ 237726 w 264565"/>
                  <a:gd name="csY74" fmla="*/ 30268 h 97147"/>
                  <a:gd name="csX75" fmla="*/ 240804 w 264565"/>
                  <a:gd name="csY75" fmla="*/ 41597 h 97147"/>
                  <a:gd name="csX76" fmla="*/ 233115 w 264565"/>
                  <a:gd name="csY76" fmla="*/ 42267 h 97147"/>
                  <a:gd name="csX77" fmla="*/ 231576 w 264565"/>
                  <a:gd name="csY77" fmla="*/ 36268 h 97147"/>
                  <a:gd name="csX78" fmla="*/ 223887 w 264565"/>
                  <a:gd name="csY78" fmla="*/ 36268 h 97147"/>
                  <a:gd name="csX79" fmla="*/ 217730 w 264565"/>
                  <a:gd name="csY79" fmla="*/ 38265 h 97147"/>
                  <a:gd name="csX80" fmla="*/ 213119 w 264565"/>
                  <a:gd name="csY80" fmla="*/ 27600 h 97147"/>
                  <a:gd name="csX81" fmla="*/ 203884 w 264565"/>
                  <a:gd name="csY81" fmla="*/ 26266 h 97147"/>
                  <a:gd name="csX82" fmla="*/ 206962 w 264565"/>
                  <a:gd name="csY82" fmla="*/ 16272 h 97147"/>
                  <a:gd name="csX83" fmla="*/ 197734 w 264565"/>
                  <a:gd name="csY83" fmla="*/ 12270 h 97147"/>
                  <a:gd name="csX84" fmla="*/ 197734 w 264565"/>
                  <a:gd name="csY84" fmla="*/ 941 h 97147"/>
                  <a:gd name="csX85" fmla="*/ 182355 w 264565"/>
                  <a:gd name="csY85" fmla="*/ 278 h 97147"/>
                  <a:gd name="csX86" fmla="*/ 176199 w 264565"/>
                  <a:gd name="csY86" fmla="*/ 2275 h 97147"/>
                  <a:gd name="csX87" fmla="*/ 176199 w 264565"/>
                  <a:gd name="csY87" fmla="*/ 11606 h 9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64565" h="97147">
                    <a:moveTo>
                      <a:pt x="176199" y="11606"/>
                    </a:moveTo>
                    <a:lnTo>
                      <a:pt x="160820" y="13604"/>
                    </a:lnTo>
                    <a:lnTo>
                      <a:pt x="154663" y="16272"/>
                    </a:lnTo>
                    <a:lnTo>
                      <a:pt x="157742" y="20267"/>
                    </a:lnTo>
                    <a:lnTo>
                      <a:pt x="179277" y="22271"/>
                    </a:lnTo>
                    <a:lnTo>
                      <a:pt x="182355" y="28271"/>
                    </a:lnTo>
                    <a:lnTo>
                      <a:pt x="165431" y="35597"/>
                    </a:lnTo>
                    <a:lnTo>
                      <a:pt x="170042" y="38936"/>
                    </a:lnTo>
                    <a:lnTo>
                      <a:pt x="188505" y="38936"/>
                    </a:lnTo>
                    <a:lnTo>
                      <a:pt x="190045" y="47596"/>
                    </a:lnTo>
                    <a:lnTo>
                      <a:pt x="179277" y="51598"/>
                    </a:lnTo>
                    <a:lnTo>
                      <a:pt x="159281" y="45599"/>
                    </a:lnTo>
                    <a:lnTo>
                      <a:pt x="136207" y="44265"/>
                    </a:lnTo>
                    <a:lnTo>
                      <a:pt x="131589" y="37595"/>
                    </a:lnTo>
                    <a:lnTo>
                      <a:pt x="105443" y="19603"/>
                    </a:lnTo>
                    <a:lnTo>
                      <a:pt x="77751" y="20937"/>
                    </a:lnTo>
                    <a:lnTo>
                      <a:pt x="73140" y="12940"/>
                    </a:lnTo>
                    <a:lnTo>
                      <a:pt x="54683" y="10936"/>
                    </a:lnTo>
                    <a:lnTo>
                      <a:pt x="43916" y="14274"/>
                    </a:lnTo>
                    <a:lnTo>
                      <a:pt x="56216" y="20267"/>
                    </a:lnTo>
                    <a:lnTo>
                      <a:pt x="56216" y="22935"/>
                    </a:lnTo>
                    <a:lnTo>
                      <a:pt x="42377" y="20937"/>
                    </a:lnTo>
                    <a:lnTo>
                      <a:pt x="31609" y="20937"/>
                    </a:lnTo>
                    <a:lnTo>
                      <a:pt x="23920" y="27600"/>
                    </a:lnTo>
                    <a:lnTo>
                      <a:pt x="26991" y="30932"/>
                    </a:lnTo>
                    <a:lnTo>
                      <a:pt x="45448" y="30932"/>
                    </a:lnTo>
                    <a:lnTo>
                      <a:pt x="51605" y="33600"/>
                    </a:lnTo>
                    <a:lnTo>
                      <a:pt x="39298" y="34934"/>
                    </a:lnTo>
                    <a:lnTo>
                      <a:pt x="26991" y="34263"/>
                    </a:lnTo>
                    <a:lnTo>
                      <a:pt x="16224" y="39599"/>
                    </a:lnTo>
                    <a:lnTo>
                      <a:pt x="23920" y="42931"/>
                    </a:lnTo>
                    <a:lnTo>
                      <a:pt x="45448" y="41597"/>
                    </a:lnTo>
                    <a:lnTo>
                      <a:pt x="50066" y="44265"/>
                    </a:lnTo>
                    <a:lnTo>
                      <a:pt x="33148" y="48930"/>
                    </a:lnTo>
                    <a:lnTo>
                      <a:pt x="6995" y="50264"/>
                    </a:lnTo>
                    <a:lnTo>
                      <a:pt x="845" y="56257"/>
                    </a:lnTo>
                    <a:lnTo>
                      <a:pt x="13152" y="60526"/>
                    </a:lnTo>
                    <a:lnTo>
                      <a:pt x="26991" y="59602"/>
                    </a:lnTo>
                    <a:lnTo>
                      <a:pt x="33148" y="66984"/>
                    </a:lnTo>
                    <a:lnTo>
                      <a:pt x="43909" y="70671"/>
                    </a:lnTo>
                    <a:lnTo>
                      <a:pt x="50066" y="65136"/>
                    </a:lnTo>
                    <a:lnTo>
                      <a:pt x="59294" y="68824"/>
                    </a:lnTo>
                    <a:lnTo>
                      <a:pt x="73140" y="66060"/>
                    </a:lnTo>
                    <a:lnTo>
                      <a:pt x="63912" y="58679"/>
                    </a:lnTo>
                    <a:lnTo>
                      <a:pt x="83908" y="53596"/>
                    </a:lnTo>
                    <a:lnTo>
                      <a:pt x="91597" y="55915"/>
                    </a:lnTo>
                    <a:lnTo>
                      <a:pt x="80829" y="58679"/>
                    </a:lnTo>
                    <a:lnTo>
                      <a:pt x="80829" y="66060"/>
                    </a:lnTo>
                    <a:lnTo>
                      <a:pt x="91597" y="66984"/>
                    </a:lnTo>
                    <a:lnTo>
                      <a:pt x="103904" y="62366"/>
                    </a:lnTo>
                    <a:lnTo>
                      <a:pt x="114671" y="65136"/>
                    </a:lnTo>
                    <a:lnTo>
                      <a:pt x="123900" y="62366"/>
                    </a:lnTo>
                    <a:lnTo>
                      <a:pt x="140817" y="61449"/>
                    </a:lnTo>
                    <a:lnTo>
                      <a:pt x="142357" y="64213"/>
                    </a:lnTo>
                    <a:lnTo>
                      <a:pt x="133128" y="72518"/>
                    </a:lnTo>
                    <a:lnTo>
                      <a:pt x="110054" y="74358"/>
                    </a:lnTo>
                    <a:lnTo>
                      <a:pt x="100825" y="73441"/>
                    </a:lnTo>
                    <a:lnTo>
                      <a:pt x="93136" y="80816"/>
                    </a:lnTo>
                    <a:lnTo>
                      <a:pt x="73133" y="83586"/>
                    </a:lnTo>
                    <a:lnTo>
                      <a:pt x="91597" y="96495"/>
                    </a:lnTo>
                    <a:lnTo>
                      <a:pt x="108515" y="97426"/>
                    </a:lnTo>
                    <a:lnTo>
                      <a:pt x="143896" y="91884"/>
                    </a:lnTo>
                    <a:lnTo>
                      <a:pt x="151585" y="81739"/>
                    </a:lnTo>
                    <a:lnTo>
                      <a:pt x="183888" y="72518"/>
                    </a:lnTo>
                    <a:lnTo>
                      <a:pt x="186966" y="66060"/>
                    </a:lnTo>
                    <a:lnTo>
                      <a:pt x="199273" y="66984"/>
                    </a:lnTo>
                    <a:lnTo>
                      <a:pt x="199273" y="71594"/>
                    </a:lnTo>
                    <a:lnTo>
                      <a:pt x="211573" y="72518"/>
                    </a:lnTo>
                    <a:lnTo>
                      <a:pt x="219269" y="67907"/>
                    </a:lnTo>
                    <a:lnTo>
                      <a:pt x="225419" y="72518"/>
                    </a:lnTo>
                    <a:lnTo>
                      <a:pt x="254643" y="66060"/>
                    </a:lnTo>
                    <a:lnTo>
                      <a:pt x="262339" y="48260"/>
                    </a:lnTo>
                    <a:lnTo>
                      <a:pt x="265411" y="37602"/>
                    </a:lnTo>
                    <a:lnTo>
                      <a:pt x="246954" y="30268"/>
                    </a:lnTo>
                    <a:lnTo>
                      <a:pt x="237726" y="30268"/>
                    </a:lnTo>
                    <a:lnTo>
                      <a:pt x="240804" y="41597"/>
                    </a:lnTo>
                    <a:lnTo>
                      <a:pt x="233115" y="42267"/>
                    </a:lnTo>
                    <a:lnTo>
                      <a:pt x="231576" y="36268"/>
                    </a:lnTo>
                    <a:lnTo>
                      <a:pt x="223887" y="36268"/>
                    </a:lnTo>
                    <a:lnTo>
                      <a:pt x="217730" y="38265"/>
                    </a:lnTo>
                    <a:lnTo>
                      <a:pt x="213119" y="27600"/>
                    </a:lnTo>
                    <a:lnTo>
                      <a:pt x="203884" y="26266"/>
                    </a:lnTo>
                    <a:lnTo>
                      <a:pt x="206962" y="16272"/>
                    </a:lnTo>
                    <a:lnTo>
                      <a:pt x="197734" y="12270"/>
                    </a:lnTo>
                    <a:lnTo>
                      <a:pt x="197734" y="941"/>
                    </a:lnTo>
                    <a:lnTo>
                      <a:pt x="182355" y="278"/>
                    </a:lnTo>
                    <a:lnTo>
                      <a:pt x="176199" y="2275"/>
                    </a:lnTo>
                    <a:lnTo>
                      <a:pt x="176199" y="116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49" name="Forme libre : forme 1227">
                <a:extLst>
                  <a:ext uri="{FF2B5EF4-FFF2-40B4-BE49-F238E27FC236}">
                    <a16:creationId xmlns:a16="http://schemas.microsoft.com/office/drawing/2014/main" id="{4F326E67-F80D-51B2-7205-29090345793E}"/>
                  </a:ext>
                </a:extLst>
              </p:cNvPr>
              <p:cNvSpPr/>
              <p:nvPr/>
            </p:nvSpPr>
            <p:spPr>
              <a:xfrm>
                <a:off x="3115674" y="2295477"/>
                <a:ext cx="29224" cy="6663"/>
              </a:xfrm>
              <a:custGeom>
                <a:avLst/>
                <a:gdLst>
                  <a:gd name="csX0" fmla="*/ 13110 w 29224"/>
                  <a:gd name="csY0" fmla="*/ 242 h 6663"/>
                  <a:gd name="csX1" fmla="*/ 803 w 29224"/>
                  <a:gd name="csY1" fmla="*/ 1576 h 6663"/>
                  <a:gd name="csX2" fmla="*/ 3881 w 29224"/>
                  <a:gd name="csY2" fmla="*/ 4908 h 6663"/>
                  <a:gd name="csX3" fmla="*/ 20799 w 29224"/>
                  <a:gd name="csY3" fmla="*/ 6905 h 6663"/>
                  <a:gd name="csX4" fmla="*/ 30027 w 29224"/>
                  <a:gd name="csY4" fmla="*/ 4908 h 6663"/>
                  <a:gd name="csX5" fmla="*/ 25416 w 29224"/>
                  <a:gd name="csY5" fmla="*/ 906 h 6663"/>
                  <a:gd name="csX6" fmla="*/ 13110 w 29224"/>
                  <a:gd name="csY6" fmla="*/ 242 h 66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6663">
                    <a:moveTo>
                      <a:pt x="13110" y="242"/>
                    </a:moveTo>
                    <a:lnTo>
                      <a:pt x="803" y="1576"/>
                    </a:lnTo>
                    <a:lnTo>
                      <a:pt x="3881" y="4908"/>
                    </a:lnTo>
                    <a:lnTo>
                      <a:pt x="20799" y="6905"/>
                    </a:lnTo>
                    <a:lnTo>
                      <a:pt x="30027" y="4908"/>
                    </a:lnTo>
                    <a:lnTo>
                      <a:pt x="25416" y="906"/>
                    </a:lnTo>
                    <a:lnTo>
                      <a:pt x="13110"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0" name="Forme libre : forme 1228">
                <a:extLst>
                  <a:ext uri="{FF2B5EF4-FFF2-40B4-BE49-F238E27FC236}">
                    <a16:creationId xmlns:a16="http://schemas.microsoft.com/office/drawing/2014/main" id="{FC70B242-755F-AA0D-C83B-61DDA1F9ED4C}"/>
                  </a:ext>
                </a:extLst>
              </p:cNvPr>
              <p:cNvSpPr/>
              <p:nvPr/>
            </p:nvSpPr>
            <p:spPr>
              <a:xfrm>
                <a:off x="3024916" y="2328799"/>
                <a:ext cx="26152" cy="19989"/>
              </a:xfrm>
              <a:custGeom>
                <a:avLst/>
                <a:gdLst>
                  <a:gd name="csX0" fmla="*/ 2284 w 26152"/>
                  <a:gd name="csY0" fmla="*/ 13592 h 19989"/>
                  <a:gd name="csX1" fmla="*/ 745 w 26152"/>
                  <a:gd name="csY1" fmla="*/ 18257 h 19989"/>
                  <a:gd name="csX2" fmla="*/ 14591 w 26152"/>
                  <a:gd name="csY2" fmla="*/ 20255 h 19989"/>
                  <a:gd name="csX3" fmla="*/ 25359 w 26152"/>
                  <a:gd name="csY3" fmla="*/ 8263 h 19989"/>
                  <a:gd name="csX4" fmla="*/ 26898 w 26152"/>
                  <a:gd name="csY4" fmla="*/ 266 h 19989"/>
                  <a:gd name="csX5" fmla="*/ 16130 w 26152"/>
                  <a:gd name="csY5" fmla="*/ 3597 h 19989"/>
                  <a:gd name="csX6" fmla="*/ 2284 w 26152"/>
                  <a:gd name="csY6" fmla="*/ 13592 h 199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9989">
                    <a:moveTo>
                      <a:pt x="2284" y="13592"/>
                    </a:moveTo>
                    <a:lnTo>
                      <a:pt x="745" y="18257"/>
                    </a:lnTo>
                    <a:lnTo>
                      <a:pt x="14591" y="20255"/>
                    </a:lnTo>
                    <a:lnTo>
                      <a:pt x="25359" y="8263"/>
                    </a:lnTo>
                    <a:lnTo>
                      <a:pt x="26898" y="266"/>
                    </a:lnTo>
                    <a:lnTo>
                      <a:pt x="16130" y="3597"/>
                    </a:lnTo>
                    <a:lnTo>
                      <a:pt x="2284" y="13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1" name="Forme libre : forme 1229">
                <a:extLst>
                  <a:ext uri="{FF2B5EF4-FFF2-40B4-BE49-F238E27FC236}">
                    <a16:creationId xmlns:a16="http://schemas.microsoft.com/office/drawing/2014/main" id="{6D8E65FF-E5C1-09E5-2BE7-19D468A7AA81}"/>
                  </a:ext>
                </a:extLst>
              </p:cNvPr>
              <p:cNvSpPr/>
              <p:nvPr/>
            </p:nvSpPr>
            <p:spPr>
              <a:xfrm>
                <a:off x="3329480" y="2352126"/>
                <a:ext cx="29224" cy="14714"/>
              </a:xfrm>
              <a:custGeom>
                <a:avLst/>
                <a:gdLst>
                  <a:gd name="csX0" fmla="*/ 931 w 29224"/>
                  <a:gd name="csY0" fmla="*/ 11306 h 14714"/>
                  <a:gd name="csX1" fmla="*/ 8620 w 29224"/>
                  <a:gd name="csY1" fmla="*/ 14993 h 14714"/>
                  <a:gd name="csX2" fmla="*/ 20927 w 29224"/>
                  <a:gd name="csY2" fmla="*/ 14076 h 14714"/>
                  <a:gd name="csX3" fmla="*/ 30156 w 29224"/>
                  <a:gd name="csY3" fmla="*/ 4273 h 14714"/>
                  <a:gd name="csX4" fmla="*/ 16316 w 29224"/>
                  <a:gd name="csY4" fmla="*/ 278 h 14714"/>
                  <a:gd name="csX5" fmla="*/ 931 w 29224"/>
                  <a:gd name="csY5" fmla="*/ 11306 h 14714"/>
                </a:gdLst>
                <a:ahLst/>
                <a:cxnLst>
                  <a:cxn ang="0">
                    <a:pos x="csX0" y="csY0"/>
                  </a:cxn>
                  <a:cxn ang="0">
                    <a:pos x="csX1" y="csY1"/>
                  </a:cxn>
                  <a:cxn ang="0">
                    <a:pos x="csX2" y="csY2"/>
                  </a:cxn>
                  <a:cxn ang="0">
                    <a:pos x="csX3" y="csY3"/>
                  </a:cxn>
                  <a:cxn ang="0">
                    <a:pos x="csX4" y="csY4"/>
                  </a:cxn>
                  <a:cxn ang="0">
                    <a:pos x="csX5" y="csY5"/>
                  </a:cxn>
                </a:cxnLst>
                <a:rect l="l" t="t" r="r" b="b"/>
                <a:pathLst>
                  <a:path w="29224" h="14714">
                    <a:moveTo>
                      <a:pt x="931" y="11306"/>
                    </a:moveTo>
                    <a:lnTo>
                      <a:pt x="8620" y="14993"/>
                    </a:lnTo>
                    <a:lnTo>
                      <a:pt x="20927" y="14076"/>
                    </a:lnTo>
                    <a:lnTo>
                      <a:pt x="30156" y="4273"/>
                    </a:lnTo>
                    <a:lnTo>
                      <a:pt x="16316" y="278"/>
                    </a:lnTo>
                    <a:lnTo>
                      <a:pt x="931" y="113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2" name="Forme libre : forme 1230">
                <a:extLst>
                  <a:ext uri="{FF2B5EF4-FFF2-40B4-BE49-F238E27FC236}">
                    <a16:creationId xmlns:a16="http://schemas.microsoft.com/office/drawing/2014/main" id="{B9C29FA7-81DB-4029-988E-F3379CCF3BCD}"/>
                  </a:ext>
                </a:extLst>
              </p:cNvPr>
              <p:cNvSpPr/>
              <p:nvPr/>
            </p:nvSpPr>
            <p:spPr>
              <a:xfrm>
                <a:off x="3349476" y="2319468"/>
                <a:ext cx="38452" cy="7997"/>
              </a:xfrm>
              <a:custGeom>
                <a:avLst/>
                <a:gdLst>
                  <a:gd name="csX0" fmla="*/ 945 w 38452"/>
                  <a:gd name="csY0" fmla="*/ 3589 h 7997"/>
                  <a:gd name="csX1" fmla="*/ 14792 w 38452"/>
                  <a:gd name="csY1" fmla="*/ 8254 h 7997"/>
                  <a:gd name="csX2" fmla="*/ 39398 w 38452"/>
                  <a:gd name="csY2" fmla="*/ 5586 h 7997"/>
                  <a:gd name="csX3" fmla="*/ 39398 w 38452"/>
                  <a:gd name="csY3" fmla="*/ 2255 h 7997"/>
                  <a:gd name="csX4" fmla="*/ 27091 w 38452"/>
                  <a:gd name="csY4" fmla="*/ 257 h 7997"/>
                  <a:gd name="csX5" fmla="*/ 945 w 38452"/>
                  <a:gd name="csY5" fmla="*/ 3589 h 7997"/>
                </a:gdLst>
                <a:ahLst/>
                <a:cxnLst>
                  <a:cxn ang="0">
                    <a:pos x="csX0" y="csY0"/>
                  </a:cxn>
                  <a:cxn ang="0">
                    <a:pos x="csX1" y="csY1"/>
                  </a:cxn>
                  <a:cxn ang="0">
                    <a:pos x="csX2" y="csY2"/>
                  </a:cxn>
                  <a:cxn ang="0">
                    <a:pos x="csX3" y="csY3"/>
                  </a:cxn>
                  <a:cxn ang="0">
                    <a:pos x="csX4" y="csY4"/>
                  </a:cxn>
                  <a:cxn ang="0">
                    <a:pos x="csX5" y="csY5"/>
                  </a:cxn>
                </a:cxnLst>
                <a:rect l="l" t="t" r="r" b="b"/>
                <a:pathLst>
                  <a:path w="38452" h="7997">
                    <a:moveTo>
                      <a:pt x="945" y="3589"/>
                    </a:moveTo>
                    <a:lnTo>
                      <a:pt x="14792" y="8254"/>
                    </a:lnTo>
                    <a:lnTo>
                      <a:pt x="39398" y="5586"/>
                    </a:lnTo>
                    <a:lnTo>
                      <a:pt x="39398" y="2255"/>
                    </a:lnTo>
                    <a:lnTo>
                      <a:pt x="27091" y="257"/>
                    </a:lnTo>
                    <a:lnTo>
                      <a:pt x="945" y="3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3" name="Forme libre : forme 1231">
                <a:extLst>
                  <a:ext uri="{FF2B5EF4-FFF2-40B4-BE49-F238E27FC236}">
                    <a16:creationId xmlns:a16="http://schemas.microsoft.com/office/drawing/2014/main" id="{F2AC4F00-B539-61AA-396C-BF5BC41860C4}"/>
                  </a:ext>
                </a:extLst>
              </p:cNvPr>
              <p:cNvSpPr/>
              <p:nvPr/>
            </p:nvSpPr>
            <p:spPr>
              <a:xfrm rot="10306895" flipV="1">
                <a:off x="3357242" y="2329022"/>
                <a:ext cx="33876" cy="3523"/>
              </a:xfrm>
              <a:custGeom>
                <a:avLst/>
                <a:gdLst>
                  <a:gd name="csX0" fmla="*/ 2192 w 33876"/>
                  <a:gd name="csY0" fmla="*/ 262 h 3523"/>
                  <a:gd name="csX1" fmla="*/ 34830 w 33876"/>
                  <a:gd name="csY1" fmla="*/ 262 h 3523"/>
                  <a:gd name="csX2" fmla="*/ 33777 w 33876"/>
                  <a:gd name="csY2" fmla="*/ 3785 h 3523"/>
                  <a:gd name="csX3" fmla="*/ 954 w 33876"/>
                  <a:gd name="csY3" fmla="*/ 2465 h 3523"/>
                  <a:gd name="csX4" fmla="*/ 2192 w 33876"/>
                  <a:gd name="csY4" fmla="*/ 262 h 3523"/>
                </a:gdLst>
                <a:ahLst/>
                <a:cxnLst>
                  <a:cxn ang="0">
                    <a:pos x="csX0" y="csY0"/>
                  </a:cxn>
                  <a:cxn ang="0">
                    <a:pos x="csX1" y="csY1"/>
                  </a:cxn>
                  <a:cxn ang="0">
                    <a:pos x="csX2" y="csY2"/>
                  </a:cxn>
                  <a:cxn ang="0">
                    <a:pos x="csX3" y="csY3"/>
                  </a:cxn>
                  <a:cxn ang="0">
                    <a:pos x="csX4" y="csY4"/>
                  </a:cxn>
                </a:cxnLst>
                <a:rect l="l" t="t" r="r" b="b"/>
                <a:pathLst>
                  <a:path w="33876" h="3523">
                    <a:moveTo>
                      <a:pt x="2192" y="262"/>
                    </a:moveTo>
                    <a:lnTo>
                      <a:pt x="34830" y="262"/>
                    </a:lnTo>
                    <a:lnTo>
                      <a:pt x="33777" y="3785"/>
                    </a:lnTo>
                    <a:lnTo>
                      <a:pt x="954" y="2465"/>
                    </a:lnTo>
                    <a:lnTo>
                      <a:pt x="2192" y="2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4" name="Forme libre : forme 1232">
                <a:extLst>
                  <a:ext uri="{FF2B5EF4-FFF2-40B4-BE49-F238E27FC236}">
                    <a16:creationId xmlns:a16="http://schemas.microsoft.com/office/drawing/2014/main" id="{7C6A4D7B-C90B-2537-7E25-92340D3F838B}"/>
                  </a:ext>
                </a:extLst>
              </p:cNvPr>
              <p:cNvSpPr/>
              <p:nvPr/>
            </p:nvSpPr>
            <p:spPr>
              <a:xfrm>
                <a:off x="3369472" y="2332794"/>
                <a:ext cx="21535" cy="5999"/>
              </a:xfrm>
              <a:custGeom>
                <a:avLst/>
                <a:gdLst>
                  <a:gd name="csX0" fmla="*/ 954 w 21535"/>
                  <a:gd name="csY0" fmla="*/ 2932 h 5999"/>
                  <a:gd name="csX1" fmla="*/ 4032 w 21535"/>
                  <a:gd name="csY1" fmla="*/ 6264 h 5999"/>
                  <a:gd name="csX2" fmla="*/ 22489 w 21535"/>
                  <a:gd name="csY2" fmla="*/ 2932 h 5999"/>
                  <a:gd name="csX3" fmla="*/ 20950 w 21535"/>
                  <a:gd name="csY3" fmla="*/ 265 h 5999"/>
                  <a:gd name="csX4" fmla="*/ 11721 w 21535"/>
                  <a:gd name="csY4" fmla="*/ 935 h 5999"/>
                  <a:gd name="csX5" fmla="*/ 954 w 21535"/>
                  <a:gd name="csY5" fmla="*/ 2932 h 5999"/>
                </a:gdLst>
                <a:ahLst/>
                <a:cxnLst>
                  <a:cxn ang="0">
                    <a:pos x="csX0" y="csY0"/>
                  </a:cxn>
                  <a:cxn ang="0">
                    <a:pos x="csX1" y="csY1"/>
                  </a:cxn>
                  <a:cxn ang="0">
                    <a:pos x="csX2" y="csY2"/>
                  </a:cxn>
                  <a:cxn ang="0">
                    <a:pos x="csX3" y="csY3"/>
                  </a:cxn>
                  <a:cxn ang="0">
                    <a:pos x="csX4" y="csY4"/>
                  </a:cxn>
                  <a:cxn ang="0">
                    <a:pos x="csX5" y="csY5"/>
                  </a:cxn>
                </a:cxnLst>
                <a:rect l="l" t="t" r="r" b="b"/>
                <a:pathLst>
                  <a:path w="21535" h="5999">
                    <a:moveTo>
                      <a:pt x="954" y="2932"/>
                    </a:moveTo>
                    <a:lnTo>
                      <a:pt x="4032" y="6264"/>
                    </a:lnTo>
                    <a:lnTo>
                      <a:pt x="22489" y="2932"/>
                    </a:lnTo>
                    <a:lnTo>
                      <a:pt x="20950" y="265"/>
                    </a:lnTo>
                    <a:lnTo>
                      <a:pt x="11721" y="935"/>
                    </a:lnTo>
                    <a:lnTo>
                      <a:pt x="954" y="29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5" name="Forme libre : forme 1233">
                <a:extLst>
                  <a:ext uri="{FF2B5EF4-FFF2-40B4-BE49-F238E27FC236}">
                    <a16:creationId xmlns:a16="http://schemas.microsoft.com/office/drawing/2014/main" id="{E66A9EF6-4877-12A2-52BD-DFF9649D8D21}"/>
                  </a:ext>
                </a:extLst>
              </p:cNvPr>
              <p:cNvSpPr/>
              <p:nvPr/>
            </p:nvSpPr>
            <p:spPr>
              <a:xfrm>
                <a:off x="3378707" y="2300806"/>
                <a:ext cx="118436" cy="69729"/>
              </a:xfrm>
              <a:custGeom>
                <a:avLst/>
                <a:gdLst>
                  <a:gd name="csX0" fmla="*/ 85596 w 118436"/>
                  <a:gd name="csY0" fmla="*/ 1603 h 69729"/>
                  <a:gd name="csX1" fmla="*/ 94824 w 118436"/>
                  <a:gd name="csY1" fmla="*/ 6269 h 69729"/>
                  <a:gd name="csX2" fmla="*/ 85596 w 118436"/>
                  <a:gd name="csY2" fmla="*/ 8937 h 69729"/>
                  <a:gd name="csX3" fmla="*/ 74828 w 118436"/>
                  <a:gd name="csY3" fmla="*/ 4271 h 69729"/>
                  <a:gd name="csX4" fmla="*/ 42525 w 118436"/>
                  <a:gd name="csY4" fmla="*/ 6269 h 69729"/>
                  <a:gd name="csX5" fmla="*/ 51754 w 118436"/>
                  <a:gd name="csY5" fmla="*/ 17597 h 69729"/>
                  <a:gd name="csX6" fmla="*/ 62521 w 118436"/>
                  <a:gd name="csY6" fmla="*/ 20929 h 69729"/>
                  <a:gd name="csX7" fmla="*/ 64061 w 118436"/>
                  <a:gd name="csY7" fmla="*/ 25594 h 69729"/>
                  <a:gd name="csX8" fmla="*/ 74828 w 118436"/>
                  <a:gd name="csY8" fmla="*/ 30260 h 69729"/>
                  <a:gd name="csX9" fmla="*/ 70211 w 118436"/>
                  <a:gd name="csY9" fmla="*/ 32257 h 69729"/>
                  <a:gd name="csX10" fmla="*/ 51754 w 118436"/>
                  <a:gd name="csY10" fmla="*/ 26928 h 69729"/>
                  <a:gd name="csX11" fmla="*/ 40986 w 118436"/>
                  <a:gd name="csY11" fmla="*/ 20929 h 69729"/>
                  <a:gd name="csX12" fmla="*/ 28679 w 118436"/>
                  <a:gd name="csY12" fmla="*/ 12932 h 69729"/>
                  <a:gd name="csX13" fmla="*/ 20990 w 118436"/>
                  <a:gd name="csY13" fmla="*/ 16263 h 69729"/>
                  <a:gd name="csX14" fmla="*/ 22529 w 118436"/>
                  <a:gd name="csY14" fmla="*/ 24931 h 69729"/>
                  <a:gd name="csX15" fmla="*/ 24069 w 118436"/>
                  <a:gd name="csY15" fmla="*/ 30260 h 69729"/>
                  <a:gd name="csX16" fmla="*/ 30219 w 118436"/>
                  <a:gd name="csY16" fmla="*/ 34262 h 69729"/>
                  <a:gd name="csX17" fmla="*/ 27140 w 118436"/>
                  <a:gd name="csY17" fmla="*/ 38927 h 69729"/>
                  <a:gd name="csX18" fmla="*/ 5605 w 118436"/>
                  <a:gd name="csY18" fmla="*/ 39591 h 69729"/>
                  <a:gd name="csX19" fmla="*/ 994 w 118436"/>
                  <a:gd name="csY19" fmla="*/ 42259 h 69729"/>
                  <a:gd name="csX20" fmla="*/ 4066 w 118436"/>
                  <a:gd name="csY20" fmla="*/ 46254 h 69729"/>
                  <a:gd name="csX21" fmla="*/ 20990 w 118436"/>
                  <a:gd name="csY21" fmla="*/ 46254 h 69729"/>
                  <a:gd name="csX22" fmla="*/ 25601 w 118436"/>
                  <a:gd name="csY22" fmla="*/ 44256 h 69729"/>
                  <a:gd name="csX23" fmla="*/ 51754 w 118436"/>
                  <a:gd name="csY23" fmla="*/ 43593 h 69729"/>
                  <a:gd name="csX24" fmla="*/ 59443 w 118436"/>
                  <a:gd name="csY24" fmla="*/ 40261 h 69729"/>
                  <a:gd name="csX25" fmla="*/ 67132 w 118436"/>
                  <a:gd name="csY25" fmla="*/ 39591 h 69729"/>
                  <a:gd name="csX26" fmla="*/ 73289 w 118436"/>
                  <a:gd name="csY26" fmla="*/ 44256 h 69729"/>
                  <a:gd name="csX27" fmla="*/ 59443 w 118436"/>
                  <a:gd name="csY27" fmla="*/ 47588 h 69729"/>
                  <a:gd name="csX28" fmla="*/ 50215 w 118436"/>
                  <a:gd name="csY28" fmla="*/ 49592 h 69729"/>
                  <a:gd name="csX29" fmla="*/ 45604 w 118436"/>
                  <a:gd name="csY29" fmla="*/ 53587 h 69729"/>
                  <a:gd name="csX30" fmla="*/ 54832 w 118436"/>
                  <a:gd name="csY30" fmla="*/ 56160 h 69729"/>
                  <a:gd name="csX31" fmla="*/ 56365 w 118436"/>
                  <a:gd name="csY31" fmla="*/ 69999 h 69729"/>
                  <a:gd name="csX32" fmla="*/ 104053 w 118436"/>
                  <a:gd name="csY32" fmla="*/ 62617 h 69729"/>
                  <a:gd name="csX33" fmla="*/ 110203 w 118436"/>
                  <a:gd name="csY33" fmla="*/ 55243 h 69729"/>
                  <a:gd name="csX34" fmla="*/ 102513 w 118436"/>
                  <a:gd name="csY34" fmla="*/ 48258 h 69729"/>
                  <a:gd name="csX35" fmla="*/ 105592 w 118436"/>
                  <a:gd name="csY35" fmla="*/ 45590 h 69729"/>
                  <a:gd name="csX36" fmla="*/ 110203 w 118436"/>
                  <a:gd name="csY36" fmla="*/ 46254 h 69729"/>
                  <a:gd name="csX37" fmla="*/ 119431 w 118436"/>
                  <a:gd name="csY37" fmla="*/ 50919 h 69729"/>
                  <a:gd name="csX38" fmla="*/ 116359 w 118436"/>
                  <a:gd name="csY38" fmla="*/ 40261 h 69729"/>
                  <a:gd name="csX39" fmla="*/ 113281 w 118436"/>
                  <a:gd name="csY39" fmla="*/ 37593 h 69729"/>
                  <a:gd name="csX40" fmla="*/ 108670 w 118436"/>
                  <a:gd name="csY40" fmla="*/ 10934 h 69729"/>
                  <a:gd name="csX41" fmla="*/ 104053 w 118436"/>
                  <a:gd name="csY41" fmla="*/ 6269 h 69729"/>
                  <a:gd name="csX42" fmla="*/ 102513 w 118436"/>
                  <a:gd name="csY42" fmla="*/ 940 h 69729"/>
                  <a:gd name="csX43" fmla="*/ 93285 w 118436"/>
                  <a:gd name="csY43" fmla="*/ 269 h 69729"/>
                  <a:gd name="csX44" fmla="*/ 85596 w 118436"/>
                  <a:gd name="csY44" fmla="*/ 1603 h 697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18436" h="69729">
                    <a:moveTo>
                      <a:pt x="85596" y="1603"/>
                    </a:moveTo>
                    <a:lnTo>
                      <a:pt x="94824" y="6269"/>
                    </a:lnTo>
                    <a:lnTo>
                      <a:pt x="85596" y="8937"/>
                    </a:lnTo>
                    <a:lnTo>
                      <a:pt x="74828" y="4271"/>
                    </a:lnTo>
                    <a:lnTo>
                      <a:pt x="42525" y="6269"/>
                    </a:lnTo>
                    <a:lnTo>
                      <a:pt x="51754" y="17597"/>
                    </a:lnTo>
                    <a:lnTo>
                      <a:pt x="62521" y="20929"/>
                    </a:lnTo>
                    <a:lnTo>
                      <a:pt x="64061" y="25594"/>
                    </a:lnTo>
                    <a:lnTo>
                      <a:pt x="74828" y="30260"/>
                    </a:lnTo>
                    <a:lnTo>
                      <a:pt x="70211" y="32257"/>
                    </a:lnTo>
                    <a:lnTo>
                      <a:pt x="51754" y="26928"/>
                    </a:lnTo>
                    <a:lnTo>
                      <a:pt x="40986" y="20929"/>
                    </a:lnTo>
                    <a:lnTo>
                      <a:pt x="28679" y="12932"/>
                    </a:lnTo>
                    <a:lnTo>
                      <a:pt x="20990" y="16263"/>
                    </a:lnTo>
                    <a:lnTo>
                      <a:pt x="22529" y="24931"/>
                    </a:lnTo>
                    <a:lnTo>
                      <a:pt x="24069" y="30260"/>
                    </a:lnTo>
                    <a:lnTo>
                      <a:pt x="30219" y="34262"/>
                    </a:lnTo>
                    <a:lnTo>
                      <a:pt x="27140" y="38927"/>
                    </a:lnTo>
                    <a:lnTo>
                      <a:pt x="5605" y="39591"/>
                    </a:lnTo>
                    <a:lnTo>
                      <a:pt x="994" y="42259"/>
                    </a:lnTo>
                    <a:lnTo>
                      <a:pt x="4066" y="46254"/>
                    </a:lnTo>
                    <a:lnTo>
                      <a:pt x="20990" y="46254"/>
                    </a:lnTo>
                    <a:lnTo>
                      <a:pt x="25601" y="44256"/>
                    </a:lnTo>
                    <a:lnTo>
                      <a:pt x="51754" y="43593"/>
                    </a:lnTo>
                    <a:lnTo>
                      <a:pt x="59443" y="40261"/>
                    </a:lnTo>
                    <a:lnTo>
                      <a:pt x="67132" y="39591"/>
                    </a:lnTo>
                    <a:lnTo>
                      <a:pt x="73289" y="44256"/>
                    </a:lnTo>
                    <a:lnTo>
                      <a:pt x="59443" y="47588"/>
                    </a:lnTo>
                    <a:lnTo>
                      <a:pt x="50215" y="49592"/>
                    </a:lnTo>
                    <a:lnTo>
                      <a:pt x="45604" y="53587"/>
                    </a:lnTo>
                    <a:lnTo>
                      <a:pt x="54832" y="56160"/>
                    </a:lnTo>
                    <a:lnTo>
                      <a:pt x="56365" y="69999"/>
                    </a:lnTo>
                    <a:lnTo>
                      <a:pt x="104053" y="62617"/>
                    </a:lnTo>
                    <a:lnTo>
                      <a:pt x="110203" y="55243"/>
                    </a:lnTo>
                    <a:lnTo>
                      <a:pt x="102513" y="48258"/>
                    </a:lnTo>
                    <a:lnTo>
                      <a:pt x="105592" y="45590"/>
                    </a:lnTo>
                    <a:lnTo>
                      <a:pt x="110203" y="46254"/>
                    </a:lnTo>
                    <a:lnTo>
                      <a:pt x="119431" y="50919"/>
                    </a:lnTo>
                    <a:lnTo>
                      <a:pt x="116359" y="40261"/>
                    </a:lnTo>
                    <a:lnTo>
                      <a:pt x="113281" y="37593"/>
                    </a:lnTo>
                    <a:lnTo>
                      <a:pt x="108670" y="10934"/>
                    </a:lnTo>
                    <a:lnTo>
                      <a:pt x="104053" y="6269"/>
                    </a:lnTo>
                    <a:lnTo>
                      <a:pt x="102513" y="940"/>
                    </a:lnTo>
                    <a:lnTo>
                      <a:pt x="93285" y="269"/>
                    </a:lnTo>
                    <a:lnTo>
                      <a:pt x="85596" y="1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6" name="Forme libre : forme 1234">
                <a:extLst>
                  <a:ext uri="{FF2B5EF4-FFF2-40B4-BE49-F238E27FC236}">
                    <a16:creationId xmlns:a16="http://schemas.microsoft.com/office/drawing/2014/main" id="{6F7A2FD3-286D-340B-A769-F637C95A64D4}"/>
                  </a:ext>
                </a:extLst>
              </p:cNvPr>
              <p:cNvSpPr/>
              <p:nvPr/>
            </p:nvSpPr>
            <p:spPr>
              <a:xfrm>
                <a:off x="3518686" y="2344129"/>
                <a:ext cx="64598" cy="41168"/>
              </a:xfrm>
              <a:custGeom>
                <a:avLst/>
                <a:gdLst>
                  <a:gd name="csX0" fmla="*/ 27204 w 64598"/>
                  <a:gd name="csY0" fmla="*/ 34991 h 41168"/>
                  <a:gd name="csX1" fmla="*/ 44122 w 64598"/>
                  <a:gd name="csY1" fmla="*/ 39602 h 41168"/>
                  <a:gd name="csX2" fmla="*/ 57968 w 64598"/>
                  <a:gd name="csY2" fmla="*/ 41449 h 41168"/>
                  <a:gd name="csX3" fmla="*/ 65657 w 64598"/>
                  <a:gd name="csY3" fmla="*/ 32227 h 41168"/>
                  <a:gd name="csX4" fmla="*/ 64118 w 64598"/>
                  <a:gd name="csY4" fmla="*/ 22075 h 41168"/>
                  <a:gd name="csX5" fmla="*/ 56429 w 64598"/>
                  <a:gd name="csY5" fmla="*/ 17464 h 41168"/>
                  <a:gd name="csX6" fmla="*/ 62586 w 64598"/>
                  <a:gd name="csY6" fmla="*/ 12279 h 41168"/>
                  <a:gd name="csX7" fmla="*/ 53357 w 64598"/>
                  <a:gd name="csY7" fmla="*/ 5609 h 41168"/>
                  <a:gd name="csX8" fmla="*/ 47200 w 64598"/>
                  <a:gd name="csY8" fmla="*/ 944 h 41168"/>
                  <a:gd name="csX9" fmla="*/ 34894 w 64598"/>
                  <a:gd name="csY9" fmla="*/ 280 h 41168"/>
                  <a:gd name="csX10" fmla="*/ 24126 w 64598"/>
                  <a:gd name="csY10" fmla="*/ 1614 h 41168"/>
                  <a:gd name="csX11" fmla="*/ 17976 w 64598"/>
                  <a:gd name="csY11" fmla="*/ 5609 h 41168"/>
                  <a:gd name="csX12" fmla="*/ 5669 w 64598"/>
                  <a:gd name="csY12" fmla="*/ 11609 h 41168"/>
                  <a:gd name="csX13" fmla="*/ 1058 w 64598"/>
                  <a:gd name="csY13" fmla="*/ 17464 h 41168"/>
                  <a:gd name="csX14" fmla="*/ 8748 w 64598"/>
                  <a:gd name="csY14" fmla="*/ 30380 h 41168"/>
                  <a:gd name="csX15" fmla="*/ 27204 w 64598"/>
                  <a:gd name="csY15" fmla="*/ 34991 h 411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4598" h="41168">
                    <a:moveTo>
                      <a:pt x="27204" y="34991"/>
                    </a:moveTo>
                    <a:lnTo>
                      <a:pt x="44122" y="39602"/>
                    </a:lnTo>
                    <a:lnTo>
                      <a:pt x="57968" y="41449"/>
                    </a:lnTo>
                    <a:lnTo>
                      <a:pt x="65657" y="32227"/>
                    </a:lnTo>
                    <a:lnTo>
                      <a:pt x="64118" y="22075"/>
                    </a:lnTo>
                    <a:lnTo>
                      <a:pt x="56429" y="17464"/>
                    </a:lnTo>
                    <a:lnTo>
                      <a:pt x="62586" y="12279"/>
                    </a:lnTo>
                    <a:lnTo>
                      <a:pt x="53357" y="5609"/>
                    </a:lnTo>
                    <a:lnTo>
                      <a:pt x="47200" y="944"/>
                    </a:lnTo>
                    <a:lnTo>
                      <a:pt x="34894" y="280"/>
                    </a:lnTo>
                    <a:lnTo>
                      <a:pt x="24126" y="1614"/>
                    </a:lnTo>
                    <a:lnTo>
                      <a:pt x="17976" y="5609"/>
                    </a:lnTo>
                    <a:lnTo>
                      <a:pt x="5669" y="11609"/>
                    </a:lnTo>
                    <a:lnTo>
                      <a:pt x="1058" y="17464"/>
                    </a:lnTo>
                    <a:lnTo>
                      <a:pt x="8748" y="30380"/>
                    </a:lnTo>
                    <a:lnTo>
                      <a:pt x="27204" y="34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7" name="Forme libre : forme 1235">
                <a:extLst>
                  <a:ext uri="{FF2B5EF4-FFF2-40B4-BE49-F238E27FC236}">
                    <a16:creationId xmlns:a16="http://schemas.microsoft.com/office/drawing/2014/main" id="{C98E12E8-F6D6-B779-08B5-735D19A3400B}"/>
                  </a:ext>
                </a:extLst>
              </p:cNvPr>
              <p:cNvSpPr/>
              <p:nvPr/>
            </p:nvSpPr>
            <p:spPr>
              <a:xfrm>
                <a:off x="3507911" y="2287035"/>
                <a:ext cx="378398" cy="109331"/>
              </a:xfrm>
              <a:custGeom>
                <a:avLst/>
                <a:gdLst>
                  <a:gd name="csX0" fmla="*/ 180605 w 378398"/>
                  <a:gd name="csY0" fmla="*/ 92375 h 109331"/>
                  <a:gd name="csX1" fmla="*/ 190859 w 378398"/>
                  <a:gd name="csY1" fmla="*/ 97910 h 109331"/>
                  <a:gd name="csX2" fmla="*/ 185728 w 378398"/>
                  <a:gd name="csY2" fmla="*/ 106522 h 109331"/>
                  <a:gd name="csX3" fmla="*/ 230851 w 378398"/>
                  <a:gd name="csY3" fmla="*/ 107138 h 109331"/>
                  <a:gd name="csX4" fmla="*/ 251360 w 378398"/>
                  <a:gd name="csY4" fmla="*/ 102828 h 109331"/>
                  <a:gd name="csX5" fmla="*/ 254439 w 378398"/>
                  <a:gd name="csY5" fmla="*/ 93607 h 109331"/>
                  <a:gd name="csX6" fmla="*/ 262641 w 378398"/>
                  <a:gd name="csY6" fmla="*/ 96070 h 109331"/>
                  <a:gd name="csX7" fmla="*/ 266855 w 378398"/>
                  <a:gd name="csY7" fmla="*/ 103444 h 109331"/>
                  <a:gd name="csX8" fmla="*/ 286228 w 378398"/>
                  <a:gd name="csY8" fmla="*/ 106522 h 109331"/>
                  <a:gd name="csX9" fmla="*/ 293404 w 378398"/>
                  <a:gd name="csY9" fmla="*/ 88688 h 109331"/>
                  <a:gd name="csX10" fmla="*/ 303659 w 378398"/>
                  <a:gd name="csY10" fmla="*/ 89304 h 109331"/>
                  <a:gd name="csX11" fmla="*/ 307763 w 378398"/>
                  <a:gd name="csY11" fmla="*/ 104675 h 109331"/>
                  <a:gd name="csX12" fmla="*/ 330318 w 378398"/>
                  <a:gd name="csY12" fmla="*/ 109594 h 109331"/>
                  <a:gd name="csX13" fmla="*/ 338527 w 378398"/>
                  <a:gd name="csY13" fmla="*/ 102828 h 109331"/>
                  <a:gd name="csX14" fmla="*/ 354932 w 378398"/>
                  <a:gd name="csY14" fmla="*/ 104060 h 109331"/>
                  <a:gd name="csX15" fmla="*/ 362115 w 378398"/>
                  <a:gd name="csY15" fmla="*/ 97910 h 109331"/>
                  <a:gd name="csX16" fmla="*/ 354932 w 378398"/>
                  <a:gd name="csY16" fmla="*/ 89304 h 109331"/>
                  <a:gd name="csX17" fmla="*/ 362115 w 378398"/>
                  <a:gd name="csY17" fmla="*/ 85001 h 109331"/>
                  <a:gd name="csX18" fmla="*/ 368265 w 378398"/>
                  <a:gd name="csY18" fmla="*/ 90535 h 109331"/>
                  <a:gd name="csX19" fmla="*/ 379545 w 378398"/>
                  <a:gd name="csY19" fmla="*/ 88688 h 109331"/>
                  <a:gd name="csX20" fmla="*/ 377493 w 378398"/>
                  <a:gd name="csY20" fmla="*/ 80075 h 109331"/>
                  <a:gd name="csX21" fmla="*/ 362115 w 378398"/>
                  <a:gd name="csY21" fmla="*/ 78235 h 109331"/>
                  <a:gd name="csX22" fmla="*/ 363141 w 378398"/>
                  <a:gd name="csY22" fmla="*/ 73317 h 109331"/>
                  <a:gd name="csX23" fmla="*/ 376467 w 378398"/>
                  <a:gd name="csY23" fmla="*/ 69007 h 109331"/>
                  <a:gd name="csX24" fmla="*/ 374421 w 378398"/>
                  <a:gd name="csY24" fmla="*/ 61133 h 109331"/>
                  <a:gd name="csX25" fmla="*/ 366212 w 378398"/>
                  <a:gd name="csY25" fmla="*/ 55359 h 109331"/>
                  <a:gd name="csX26" fmla="*/ 349808 w 378398"/>
                  <a:gd name="csY26" fmla="*/ 56693 h 109331"/>
                  <a:gd name="csX27" fmla="*/ 347755 w 378398"/>
                  <a:gd name="csY27" fmla="*/ 51802 h 109331"/>
                  <a:gd name="csX28" fmla="*/ 332377 w 378398"/>
                  <a:gd name="csY28" fmla="*/ 48252 h 109331"/>
                  <a:gd name="csX29" fmla="*/ 312887 w 378398"/>
                  <a:gd name="csY29" fmla="*/ 48696 h 109331"/>
                  <a:gd name="csX30" fmla="*/ 300587 w 378398"/>
                  <a:gd name="csY30" fmla="*/ 49586 h 109331"/>
                  <a:gd name="csX31" fmla="*/ 293404 w 378398"/>
                  <a:gd name="csY31" fmla="*/ 45584 h 109331"/>
                  <a:gd name="csX32" fmla="*/ 266855 w 378398"/>
                  <a:gd name="csY32" fmla="*/ 57241 h 109331"/>
                  <a:gd name="csX33" fmla="*/ 257517 w 378398"/>
                  <a:gd name="csY33" fmla="*/ 60244 h 109331"/>
                  <a:gd name="csX34" fmla="*/ 233930 w 378398"/>
                  <a:gd name="csY34" fmla="*/ 59799 h 109331"/>
                  <a:gd name="csX35" fmla="*/ 240079 w 378398"/>
                  <a:gd name="csY35" fmla="*/ 64690 h 109331"/>
                  <a:gd name="csX36" fmla="*/ 231877 w 378398"/>
                  <a:gd name="csY36" fmla="*/ 67351 h 109331"/>
                  <a:gd name="csX37" fmla="*/ 220597 w 378398"/>
                  <a:gd name="csY37" fmla="*/ 64246 h 109331"/>
                  <a:gd name="csX38" fmla="*/ 216492 w 378398"/>
                  <a:gd name="csY38" fmla="*/ 57583 h 109331"/>
                  <a:gd name="csX39" fmla="*/ 206237 w 378398"/>
                  <a:gd name="csY39" fmla="*/ 57138 h 109331"/>
                  <a:gd name="csX40" fmla="*/ 208290 w 378398"/>
                  <a:gd name="csY40" fmla="*/ 62467 h 109331"/>
                  <a:gd name="csX41" fmla="*/ 191885 w 378398"/>
                  <a:gd name="csY41" fmla="*/ 62022 h 109331"/>
                  <a:gd name="csX42" fmla="*/ 185735 w 378398"/>
                  <a:gd name="csY42" fmla="*/ 55359 h 109331"/>
                  <a:gd name="csX43" fmla="*/ 175481 w 378398"/>
                  <a:gd name="csY43" fmla="*/ 54025 h 109331"/>
                  <a:gd name="csX44" fmla="*/ 177526 w 378398"/>
                  <a:gd name="csY44" fmla="*/ 64690 h 109331"/>
                  <a:gd name="csX45" fmla="*/ 169324 w 378398"/>
                  <a:gd name="csY45" fmla="*/ 64246 h 109331"/>
                  <a:gd name="csX46" fmla="*/ 160096 w 378398"/>
                  <a:gd name="csY46" fmla="*/ 56693 h 109331"/>
                  <a:gd name="csX47" fmla="*/ 158043 w 378398"/>
                  <a:gd name="csY47" fmla="*/ 46918 h 109331"/>
                  <a:gd name="csX48" fmla="*/ 145736 w 378398"/>
                  <a:gd name="csY48" fmla="*/ 45584 h 109331"/>
                  <a:gd name="csX49" fmla="*/ 129332 w 378398"/>
                  <a:gd name="csY49" fmla="*/ 51357 h 109331"/>
                  <a:gd name="csX50" fmla="*/ 123182 w 378398"/>
                  <a:gd name="csY50" fmla="*/ 47807 h 109331"/>
                  <a:gd name="csX51" fmla="*/ 132410 w 378398"/>
                  <a:gd name="csY51" fmla="*/ 39803 h 109331"/>
                  <a:gd name="csX52" fmla="*/ 118051 w 378398"/>
                  <a:gd name="csY52" fmla="*/ 34029 h 109331"/>
                  <a:gd name="csX53" fmla="*/ 135482 w 378398"/>
                  <a:gd name="csY53" fmla="*/ 34029 h 109331"/>
                  <a:gd name="csX54" fmla="*/ 149841 w 378398"/>
                  <a:gd name="csY54" fmla="*/ 37142 h 109331"/>
                  <a:gd name="csX55" fmla="*/ 168298 w 378398"/>
                  <a:gd name="csY55" fmla="*/ 35808 h 109331"/>
                  <a:gd name="csX56" fmla="*/ 169324 w 378398"/>
                  <a:gd name="csY56" fmla="*/ 30472 h 109331"/>
                  <a:gd name="csX57" fmla="*/ 147789 w 378398"/>
                  <a:gd name="csY57" fmla="*/ 30027 h 109331"/>
                  <a:gd name="csX58" fmla="*/ 138560 w 378398"/>
                  <a:gd name="csY58" fmla="*/ 25143 h 109331"/>
                  <a:gd name="csX59" fmla="*/ 127280 w 378398"/>
                  <a:gd name="csY59" fmla="*/ 26477 h 109331"/>
                  <a:gd name="csX60" fmla="*/ 120104 w 378398"/>
                  <a:gd name="csY60" fmla="*/ 22920 h 109331"/>
                  <a:gd name="csX61" fmla="*/ 127280 w 378398"/>
                  <a:gd name="csY61" fmla="*/ 20703 h 109331"/>
                  <a:gd name="csX62" fmla="*/ 140613 w 378398"/>
                  <a:gd name="csY62" fmla="*/ 21148 h 109331"/>
                  <a:gd name="csX63" fmla="*/ 139586 w 378398"/>
                  <a:gd name="csY63" fmla="*/ 15812 h 109331"/>
                  <a:gd name="csX64" fmla="*/ 126254 w 378398"/>
                  <a:gd name="csY64" fmla="*/ 14478 h 109331"/>
                  <a:gd name="csX65" fmla="*/ 114973 w 378398"/>
                  <a:gd name="csY65" fmla="*/ 18480 h 109331"/>
                  <a:gd name="csX66" fmla="*/ 96516 w 378398"/>
                  <a:gd name="csY66" fmla="*/ 15812 h 109331"/>
                  <a:gd name="csX67" fmla="*/ 79085 w 378398"/>
                  <a:gd name="csY67" fmla="*/ 24698 h 109331"/>
                  <a:gd name="csX68" fmla="*/ 73955 w 378398"/>
                  <a:gd name="csY68" fmla="*/ 25143 h 109331"/>
                  <a:gd name="csX69" fmla="*/ 76007 w 378398"/>
                  <a:gd name="csY69" fmla="*/ 4258 h 109331"/>
                  <a:gd name="csX70" fmla="*/ 65752 w 378398"/>
                  <a:gd name="csY70" fmla="*/ 3813 h 109331"/>
                  <a:gd name="csX71" fmla="*/ 58576 w 378398"/>
                  <a:gd name="csY71" fmla="*/ 6036 h 109331"/>
                  <a:gd name="csX72" fmla="*/ 31910 w 378398"/>
                  <a:gd name="csY72" fmla="*/ 263 h 109331"/>
                  <a:gd name="csX73" fmla="*/ 12428 w 378398"/>
                  <a:gd name="csY73" fmla="*/ 1152 h 109331"/>
                  <a:gd name="csX74" fmla="*/ 1147 w 378398"/>
                  <a:gd name="csY74" fmla="*/ 10483 h 109331"/>
                  <a:gd name="csX75" fmla="*/ 19604 w 378398"/>
                  <a:gd name="csY75" fmla="*/ 16257 h 109331"/>
                  <a:gd name="csX76" fmla="*/ 25761 w 378398"/>
                  <a:gd name="csY76" fmla="*/ 22475 h 109331"/>
                  <a:gd name="csX77" fmla="*/ 37041 w 378398"/>
                  <a:gd name="csY77" fmla="*/ 24698 h 109331"/>
                  <a:gd name="csX78" fmla="*/ 42165 w 378398"/>
                  <a:gd name="csY78" fmla="*/ 30917 h 109331"/>
                  <a:gd name="csX79" fmla="*/ 62674 w 378398"/>
                  <a:gd name="csY79" fmla="*/ 33585 h 109331"/>
                  <a:gd name="csX80" fmla="*/ 70883 w 378398"/>
                  <a:gd name="csY80" fmla="*/ 32251 h 109331"/>
                  <a:gd name="csX81" fmla="*/ 87288 w 378398"/>
                  <a:gd name="csY81" fmla="*/ 32695 h 109331"/>
                  <a:gd name="csX82" fmla="*/ 96516 w 378398"/>
                  <a:gd name="csY82" fmla="*/ 47362 h 109331"/>
                  <a:gd name="csX83" fmla="*/ 109849 w 378398"/>
                  <a:gd name="csY83" fmla="*/ 55359 h 109331"/>
                  <a:gd name="csX84" fmla="*/ 102666 w 378398"/>
                  <a:gd name="csY84" fmla="*/ 64246 h 109331"/>
                  <a:gd name="csX85" fmla="*/ 113947 w 378398"/>
                  <a:gd name="csY85" fmla="*/ 70238 h 109331"/>
                  <a:gd name="csX86" fmla="*/ 114973 w 378398"/>
                  <a:gd name="csY86" fmla="*/ 77004 h 109331"/>
                  <a:gd name="csX87" fmla="*/ 104718 w 378398"/>
                  <a:gd name="csY87" fmla="*/ 77620 h 109331"/>
                  <a:gd name="csX88" fmla="*/ 108816 w 378398"/>
                  <a:gd name="csY88" fmla="*/ 93607 h 109331"/>
                  <a:gd name="csX89" fmla="*/ 118051 w 378398"/>
                  <a:gd name="csY89" fmla="*/ 98525 h 109331"/>
                  <a:gd name="csX90" fmla="*/ 135482 w 378398"/>
                  <a:gd name="csY90" fmla="*/ 94223 h 109331"/>
                  <a:gd name="csX91" fmla="*/ 158043 w 378398"/>
                  <a:gd name="csY91" fmla="*/ 102213 h 109331"/>
                  <a:gd name="csX92" fmla="*/ 180605 w 378398"/>
                  <a:gd name="csY92" fmla="*/ 92375 h 10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378398" h="109331">
                    <a:moveTo>
                      <a:pt x="180605" y="92375"/>
                    </a:moveTo>
                    <a:lnTo>
                      <a:pt x="190859" y="97910"/>
                    </a:lnTo>
                    <a:lnTo>
                      <a:pt x="185728" y="106522"/>
                    </a:lnTo>
                    <a:lnTo>
                      <a:pt x="230851" y="107138"/>
                    </a:lnTo>
                    <a:lnTo>
                      <a:pt x="251360" y="102828"/>
                    </a:lnTo>
                    <a:lnTo>
                      <a:pt x="254439" y="93607"/>
                    </a:lnTo>
                    <a:lnTo>
                      <a:pt x="262641" y="96070"/>
                    </a:lnTo>
                    <a:lnTo>
                      <a:pt x="266855" y="103444"/>
                    </a:lnTo>
                    <a:lnTo>
                      <a:pt x="286228" y="106522"/>
                    </a:lnTo>
                    <a:lnTo>
                      <a:pt x="293404" y="88688"/>
                    </a:lnTo>
                    <a:lnTo>
                      <a:pt x="303659" y="89304"/>
                    </a:lnTo>
                    <a:lnTo>
                      <a:pt x="307763" y="104675"/>
                    </a:lnTo>
                    <a:lnTo>
                      <a:pt x="330318" y="109594"/>
                    </a:lnTo>
                    <a:lnTo>
                      <a:pt x="338527" y="102828"/>
                    </a:lnTo>
                    <a:lnTo>
                      <a:pt x="354932" y="104060"/>
                    </a:lnTo>
                    <a:lnTo>
                      <a:pt x="362115" y="97910"/>
                    </a:lnTo>
                    <a:lnTo>
                      <a:pt x="354932" y="89304"/>
                    </a:lnTo>
                    <a:lnTo>
                      <a:pt x="362115" y="85001"/>
                    </a:lnTo>
                    <a:lnTo>
                      <a:pt x="368265" y="90535"/>
                    </a:lnTo>
                    <a:lnTo>
                      <a:pt x="379545" y="88688"/>
                    </a:lnTo>
                    <a:lnTo>
                      <a:pt x="377493" y="80075"/>
                    </a:lnTo>
                    <a:lnTo>
                      <a:pt x="362115" y="78235"/>
                    </a:lnTo>
                    <a:lnTo>
                      <a:pt x="363141" y="73317"/>
                    </a:lnTo>
                    <a:lnTo>
                      <a:pt x="376467" y="69007"/>
                    </a:lnTo>
                    <a:lnTo>
                      <a:pt x="374421" y="61133"/>
                    </a:lnTo>
                    <a:lnTo>
                      <a:pt x="366212" y="55359"/>
                    </a:lnTo>
                    <a:lnTo>
                      <a:pt x="349808" y="56693"/>
                    </a:lnTo>
                    <a:lnTo>
                      <a:pt x="347755" y="51802"/>
                    </a:lnTo>
                    <a:lnTo>
                      <a:pt x="332377" y="48252"/>
                    </a:lnTo>
                    <a:lnTo>
                      <a:pt x="312887" y="48696"/>
                    </a:lnTo>
                    <a:lnTo>
                      <a:pt x="300587" y="49586"/>
                    </a:lnTo>
                    <a:lnTo>
                      <a:pt x="293404" y="45584"/>
                    </a:lnTo>
                    <a:lnTo>
                      <a:pt x="266855" y="57241"/>
                    </a:lnTo>
                    <a:lnTo>
                      <a:pt x="257517" y="60244"/>
                    </a:lnTo>
                    <a:lnTo>
                      <a:pt x="233930" y="59799"/>
                    </a:lnTo>
                    <a:lnTo>
                      <a:pt x="240079" y="64690"/>
                    </a:lnTo>
                    <a:lnTo>
                      <a:pt x="231877" y="67351"/>
                    </a:lnTo>
                    <a:lnTo>
                      <a:pt x="220597" y="64246"/>
                    </a:lnTo>
                    <a:lnTo>
                      <a:pt x="216492" y="57583"/>
                    </a:lnTo>
                    <a:lnTo>
                      <a:pt x="206237" y="57138"/>
                    </a:lnTo>
                    <a:lnTo>
                      <a:pt x="208290" y="62467"/>
                    </a:lnTo>
                    <a:lnTo>
                      <a:pt x="191885" y="62022"/>
                    </a:lnTo>
                    <a:lnTo>
                      <a:pt x="185735" y="55359"/>
                    </a:lnTo>
                    <a:lnTo>
                      <a:pt x="175481" y="54025"/>
                    </a:lnTo>
                    <a:lnTo>
                      <a:pt x="177526" y="64690"/>
                    </a:lnTo>
                    <a:lnTo>
                      <a:pt x="169324" y="64246"/>
                    </a:lnTo>
                    <a:lnTo>
                      <a:pt x="160096" y="56693"/>
                    </a:lnTo>
                    <a:lnTo>
                      <a:pt x="158043" y="46918"/>
                    </a:lnTo>
                    <a:lnTo>
                      <a:pt x="145736" y="45584"/>
                    </a:lnTo>
                    <a:lnTo>
                      <a:pt x="129332" y="51357"/>
                    </a:lnTo>
                    <a:lnTo>
                      <a:pt x="123182" y="47807"/>
                    </a:lnTo>
                    <a:lnTo>
                      <a:pt x="132410" y="39803"/>
                    </a:lnTo>
                    <a:lnTo>
                      <a:pt x="118051" y="34029"/>
                    </a:lnTo>
                    <a:lnTo>
                      <a:pt x="135482" y="34029"/>
                    </a:lnTo>
                    <a:lnTo>
                      <a:pt x="149841" y="37142"/>
                    </a:lnTo>
                    <a:lnTo>
                      <a:pt x="168298" y="35808"/>
                    </a:lnTo>
                    <a:lnTo>
                      <a:pt x="169324" y="30472"/>
                    </a:lnTo>
                    <a:lnTo>
                      <a:pt x="147789" y="30027"/>
                    </a:lnTo>
                    <a:lnTo>
                      <a:pt x="138560" y="25143"/>
                    </a:lnTo>
                    <a:lnTo>
                      <a:pt x="127280" y="26477"/>
                    </a:lnTo>
                    <a:lnTo>
                      <a:pt x="120104" y="22920"/>
                    </a:lnTo>
                    <a:lnTo>
                      <a:pt x="127280" y="20703"/>
                    </a:lnTo>
                    <a:lnTo>
                      <a:pt x="140613" y="21148"/>
                    </a:lnTo>
                    <a:lnTo>
                      <a:pt x="139586" y="15812"/>
                    </a:lnTo>
                    <a:lnTo>
                      <a:pt x="126254" y="14478"/>
                    </a:lnTo>
                    <a:lnTo>
                      <a:pt x="114973" y="18480"/>
                    </a:lnTo>
                    <a:lnTo>
                      <a:pt x="96516" y="15812"/>
                    </a:lnTo>
                    <a:lnTo>
                      <a:pt x="79085" y="24698"/>
                    </a:lnTo>
                    <a:lnTo>
                      <a:pt x="73955" y="25143"/>
                    </a:lnTo>
                    <a:lnTo>
                      <a:pt x="76007" y="4258"/>
                    </a:lnTo>
                    <a:lnTo>
                      <a:pt x="65752" y="3813"/>
                    </a:lnTo>
                    <a:lnTo>
                      <a:pt x="58576" y="6036"/>
                    </a:lnTo>
                    <a:lnTo>
                      <a:pt x="31910" y="263"/>
                    </a:lnTo>
                    <a:lnTo>
                      <a:pt x="12428" y="1152"/>
                    </a:lnTo>
                    <a:lnTo>
                      <a:pt x="1147" y="10483"/>
                    </a:lnTo>
                    <a:lnTo>
                      <a:pt x="19604" y="16257"/>
                    </a:lnTo>
                    <a:lnTo>
                      <a:pt x="25761" y="22475"/>
                    </a:lnTo>
                    <a:lnTo>
                      <a:pt x="37041" y="24698"/>
                    </a:lnTo>
                    <a:lnTo>
                      <a:pt x="42165" y="30917"/>
                    </a:lnTo>
                    <a:lnTo>
                      <a:pt x="62674" y="33585"/>
                    </a:lnTo>
                    <a:lnTo>
                      <a:pt x="70883" y="32251"/>
                    </a:lnTo>
                    <a:lnTo>
                      <a:pt x="87288" y="32695"/>
                    </a:lnTo>
                    <a:lnTo>
                      <a:pt x="96516" y="47362"/>
                    </a:lnTo>
                    <a:lnTo>
                      <a:pt x="109849" y="55359"/>
                    </a:lnTo>
                    <a:lnTo>
                      <a:pt x="102666" y="64246"/>
                    </a:lnTo>
                    <a:lnTo>
                      <a:pt x="113947" y="70238"/>
                    </a:lnTo>
                    <a:lnTo>
                      <a:pt x="114973" y="77004"/>
                    </a:lnTo>
                    <a:lnTo>
                      <a:pt x="104718" y="77620"/>
                    </a:lnTo>
                    <a:lnTo>
                      <a:pt x="108816" y="93607"/>
                    </a:lnTo>
                    <a:lnTo>
                      <a:pt x="118051" y="98525"/>
                    </a:lnTo>
                    <a:lnTo>
                      <a:pt x="135482" y="94223"/>
                    </a:lnTo>
                    <a:lnTo>
                      <a:pt x="158043" y="102213"/>
                    </a:lnTo>
                    <a:lnTo>
                      <a:pt x="180605" y="92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8" name="Forme libre : forme 1236">
                <a:extLst>
                  <a:ext uri="{FF2B5EF4-FFF2-40B4-BE49-F238E27FC236}">
                    <a16:creationId xmlns:a16="http://schemas.microsoft.com/office/drawing/2014/main" id="{00889F22-B00C-1442-FF0E-AD2C61289119}"/>
                  </a:ext>
                </a:extLst>
              </p:cNvPr>
              <p:cNvSpPr/>
              <p:nvPr/>
            </p:nvSpPr>
            <p:spPr>
              <a:xfrm>
                <a:off x="3482278" y="2204835"/>
                <a:ext cx="74860" cy="50205"/>
              </a:xfrm>
              <a:custGeom>
                <a:avLst/>
                <a:gdLst>
                  <a:gd name="csX0" fmla="*/ 3087 w 74860"/>
                  <a:gd name="csY0" fmla="*/ 13972 h 50205"/>
                  <a:gd name="csX1" fmla="*/ 9244 w 74860"/>
                  <a:gd name="csY1" fmla="*/ 28632 h 50205"/>
                  <a:gd name="csX2" fmla="*/ 21544 w 74860"/>
                  <a:gd name="csY2" fmla="*/ 29522 h 50205"/>
                  <a:gd name="csX3" fmla="*/ 28720 w 74860"/>
                  <a:gd name="csY3" fmla="*/ 33079 h 50205"/>
                  <a:gd name="csX4" fmla="*/ 23596 w 74860"/>
                  <a:gd name="csY4" fmla="*/ 37519 h 50205"/>
                  <a:gd name="csX5" fmla="*/ 10263 w 74860"/>
                  <a:gd name="csY5" fmla="*/ 35740 h 50205"/>
                  <a:gd name="csX6" fmla="*/ 9237 w 74860"/>
                  <a:gd name="csY6" fmla="*/ 37963 h 50205"/>
                  <a:gd name="csX7" fmla="*/ 23596 w 74860"/>
                  <a:gd name="csY7" fmla="*/ 45078 h 50205"/>
                  <a:gd name="csX8" fmla="*/ 25649 w 74860"/>
                  <a:gd name="csY8" fmla="*/ 49962 h 50205"/>
                  <a:gd name="csX9" fmla="*/ 31799 w 74860"/>
                  <a:gd name="csY9" fmla="*/ 50407 h 50205"/>
                  <a:gd name="csX10" fmla="*/ 37956 w 74860"/>
                  <a:gd name="csY10" fmla="*/ 46857 h 50205"/>
                  <a:gd name="csX11" fmla="*/ 57438 w 74860"/>
                  <a:gd name="csY11" fmla="*/ 44633 h 50205"/>
                  <a:gd name="csX12" fmla="*/ 67693 w 74860"/>
                  <a:gd name="csY12" fmla="*/ 42855 h 50205"/>
                  <a:gd name="csX13" fmla="*/ 75895 w 74860"/>
                  <a:gd name="csY13" fmla="*/ 37081 h 50205"/>
                  <a:gd name="csX14" fmla="*/ 65641 w 74860"/>
                  <a:gd name="csY14" fmla="*/ 30411 h 50205"/>
                  <a:gd name="csX15" fmla="*/ 65641 w 74860"/>
                  <a:gd name="csY15" fmla="*/ 27743 h 50205"/>
                  <a:gd name="csX16" fmla="*/ 74869 w 74860"/>
                  <a:gd name="csY16" fmla="*/ 27743 h 50205"/>
                  <a:gd name="csX17" fmla="*/ 75895 w 74860"/>
                  <a:gd name="csY17" fmla="*/ 24193 h 50205"/>
                  <a:gd name="csX18" fmla="*/ 67693 w 74860"/>
                  <a:gd name="csY18" fmla="*/ 18419 h 50205"/>
                  <a:gd name="csX19" fmla="*/ 37956 w 74860"/>
                  <a:gd name="csY19" fmla="*/ 10415 h 50205"/>
                  <a:gd name="csX20" fmla="*/ 31799 w 74860"/>
                  <a:gd name="csY20" fmla="*/ 1973 h 50205"/>
                  <a:gd name="csX21" fmla="*/ 8218 w 74860"/>
                  <a:gd name="csY21" fmla="*/ 202 h 50205"/>
                  <a:gd name="csX22" fmla="*/ 1035 w 74860"/>
                  <a:gd name="csY22" fmla="*/ 4197 h 50205"/>
                  <a:gd name="csX23" fmla="*/ 4114 w 74860"/>
                  <a:gd name="csY23" fmla="*/ 10415 h 50205"/>
                  <a:gd name="csX24" fmla="*/ 3087 w 74860"/>
                  <a:gd name="csY24" fmla="*/ 13972 h 50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4860" h="50205">
                    <a:moveTo>
                      <a:pt x="3087" y="13972"/>
                    </a:moveTo>
                    <a:lnTo>
                      <a:pt x="9244" y="28632"/>
                    </a:lnTo>
                    <a:lnTo>
                      <a:pt x="21544" y="29522"/>
                    </a:lnTo>
                    <a:lnTo>
                      <a:pt x="28720" y="33079"/>
                    </a:lnTo>
                    <a:lnTo>
                      <a:pt x="23596" y="37519"/>
                    </a:lnTo>
                    <a:lnTo>
                      <a:pt x="10263" y="35740"/>
                    </a:lnTo>
                    <a:lnTo>
                      <a:pt x="9237" y="37963"/>
                    </a:lnTo>
                    <a:lnTo>
                      <a:pt x="23596" y="45078"/>
                    </a:lnTo>
                    <a:lnTo>
                      <a:pt x="25649" y="49962"/>
                    </a:lnTo>
                    <a:lnTo>
                      <a:pt x="31799" y="50407"/>
                    </a:lnTo>
                    <a:lnTo>
                      <a:pt x="37956" y="46857"/>
                    </a:lnTo>
                    <a:lnTo>
                      <a:pt x="57438" y="44633"/>
                    </a:lnTo>
                    <a:lnTo>
                      <a:pt x="67693" y="42855"/>
                    </a:lnTo>
                    <a:lnTo>
                      <a:pt x="75895" y="37081"/>
                    </a:lnTo>
                    <a:lnTo>
                      <a:pt x="65641" y="30411"/>
                    </a:lnTo>
                    <a:lnTo>
                      <a:pt x="65641" y="27743"/>
                    </a:lnTo>
                    <a:lnTo>
                      <a:pt x="74869" y="27743"/>
                    </a:lnTo>
                    <a:lnTo>
                      <a:pt x="75895" y="24193"/>
                    </a:lnTo>
                    <a:lnTo>
                      <a:pt x="67693" y="18419"/>
                    </a:lnTo>
                    <a:lnTo>
                      <a:pt x="37956" y="10415"/>
                    </a:lnTo>
                    <a:lnTo>
                      <a:pt x="31799" y="1973"/>
                    </a:lnTo>
                    <a:lnTo>
                      <a:pt x="8218" y="202"/>
                    </a:lnTo>
                    <a:lnTo>
                      <a:pt x="1035" y="4197"/>
                    </a:lnTo>
                    <a:lnTo>
                      <a:pt x="4114" y="10415"/>
                    </a:lnTo>
                    <a:lnTo>
                      <a:pt x="3087" y="139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59" name="Forme libre : forme 1237">
                <a:extLst>
                  <a:ext uri="{FF2B5EF4-FFF2-40B4-BE49-F238E27FC236}">
                    <a16:creationId xmlns:a16="http://schemas.microsoft.com/office/drawing/2014/main" id="{240D0CAF-B87B-7465-7F3C-88B8ABB3F77B}"/>
                  </a:ext>
                </a:extLst>
              </p:cNvPr>
              <p:cNvSpPr/>
              <p:nvPr/>
            </p:nvSpPr>
            <p:spPr>
              <a:xfrm>
                <a:off x="3537656" y="2257263"/>
                <a:ext cx="59474" cy="11109"/>
              </a:xfrm>
              <a:custGeom>
                <a:avLst/>
                <a:gdLst>
                  <a:gd name="csX0" fmla="*/ 1065 w 59474"/>
                  <a:gd name="csY0" fmla="*/ 3333 h 11109"/>
                  <a:gd name="csX1" fmla="*/ 2091 w 59474"/>
                  <a:gd name="csY1" fmla="*/ 9996 h 11109"/>
                  <a:gd name="csX2" fmla="*/ 9267 w 59474"/>
                  <a:gd name="csY2" fmla="*/ 9107 h 11109"/>
                  <a:gd name="csX3" fmla="*/ 47214 w 59474"/>
                  <a:gd name="csY3" fmla="*/ 11330 h 11109"/>
                  <a:gd name="csX4" fmla="*/ 60540 w 59474"/>
                  <a:gd name="csY4" fmla="*/ 1554 h 11109"/>
                  <a:gd name="csX5" fmla="*/ 48233 w 59474"/>
                  <a:gd name="csY5" fmla="*/ 220 h 11109"/>
                  <a:gd name="csX6" fmla="*/ 33881 w 59474"/>
                  <a:gd name="csY6" fmla="*/ 2444 h 11109"/>
                  <a:gd name="csX7" fmla="*/ 11320 w 59474"/>
                  <a:gd name="csY7" fmla="*/ 665 h 11109"/>
                  <a:gd name="csX8" fmla="*/ 1065 w 59474"/>
                  <a:gd name="csY8" fmla="*/ 3333 h 11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474" h="11109">
                    <a:moveTo>
                      <a:pt x="1065" y="3333"/>
                    </a:moveTo>
                    <a:lnTo>
                      <a:pt x="2091" y="9996"/>
                    </a:lnTo>
                    <a:lnTo>
                      <a:pt x="9267" y="9107"/>
                    </a:lnTo>
                    <a:lnTo>
                      <a:pt x="47214" y="11330"/>
                    </a:lnTo>
                    <a:lnTo>
                      <a:pt x="60540" y="1554"/>
                    </a:lnTo>
                    <a:lnTo>
                      <a:pt x="48233" y="220"/>
                    </a:lnTo>
                    <a:lnTo>
                      <a:pt x="33881" y="2444"/>
                    </a:lnTo>
                    <a:lnTo>
                      <a:pt x="11320" y="665"/>
                    </a:lnTo>
                    <a:lnTo>
                      <a:pt x="1065" y="3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0" name="Forme libre : forme 1238">
                <a:extLst>
                  <a:ext uri="{FF2B5EF4-FFF2-40B4-BE49-F238E27FC236}">
                    <a16:creationId xmlns:a16="http://schemas.microsoft.com/office/drawing/2014/main" id="{32CA0B49-4F4C-5CB8-51E4-63A21A549932}"/>
                  </a:ext>
                </a:extLst>
              </p:cNvPr>
              <p:cNvSpPr/>
              <p:nvPr/>
            </p:nvSpPr>
            <p:spPr>
              <a:xfrm rot="-10587458" flipV="1">
                <a:off x="3559013" y="2234388"/>
                <a:ext cx="7525" cy="5322"/>
              </a:xfrm>
              <a:custGeom>
                <a:avLst/>
                <a:gdLst>
                  <a:gd name="csX0" fmla="*/ 1395 w 7525"/>
                  <a:gd name="csY0" fmla="*/ 205 h 5322"/>
                  <a:gd name="csX1" fmla="*/ 8592 w 7525"/>
                  <a:gd name="csY1" fmla="*/ 205 h 5322"/>
                  <a:gd name="csX2" fmla="*/ 7292 w 7525"/>
                  <a:gd name="csY2" fmla="*/ 4583 h 5322"/>
                  <a:gd name="csX3" fmla="*/ 1067 w 7525"/>
                  <a:gd name="csY3" fmla="*/ 5527 h 5322"/>
                  <a:gd name="csX4" fmla="*/ 1395 w 7525"/>
                  <a:gd name="csY4" fmla="*/ 205 h 5322"/>
                </a:gdLst>
                <a:ahLst/>
                <a:cxnLst>
                  <a:cxn ang="0">
                    <a:pos x="csX0" y="csY0"/>
                  </a:cxn>
                  <a:cxn ang="0">
                    <a:pos x="csX1" y="csY1"/>
                  </a:cxn>
                  <a:cxn ang="0">
                    <a:pos x="csX2" y="csY2"/>
                  </a:cxn>
                  <a:cxn ang="0">
                    <a:pos x="csX3" y="csY3"/>
                  </a:cxn>
                  <a:cxn ang="0">
                    <a:pos x="csX4" y="csY4"/>
                  </a:cxn>
                </a:cxnLst>
                <a:rect l="l" t="t" r="r" b="b"/>
                <a:pathLst>
                  <a:path w="7525" h="5322">
                    <a:moveTo>
                      <a:pt x="1395" y="205"/>
                    </a:moveTo>
                    <a:lnTo>
                      <a:pt x="8592" y="205"/>
                    </a:lnTo>
                    <a:lnTo>
                      <a:pt x="7292" y="4583"/>
                    </a:lnTo>
                    <a:lnTo>
                      <a:pt x="1067" y="5527"/>
                    </a:lnTo>
                    <a:lnTo>
                      <a:pt x="1395" y="2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1" name="Forme libre : forme 1239">
                <a:extLst>
                  <a:ext uri="{FF2B5EF4-FFF2-40B4-BE49-F238E27FC236}">
                    <a16:creationId xmlns:a16="http://schemas.microsoft.com/office/drawing/2014/main" id="{2CDC2AE0-789E-8132-ABE1-4162999F15A9}"/>
                  </a:ext>
                </a:extLst>
              </p:cNvPr>
              <p:cNvSpPr/>
              <p:nvPr/>
            </p:nvSpPr>
            <p:spPr>
              <a:xfrm>
                <a:off x="3503814" y="2339908"/>
                <a:ext cx="22561" cy="8441"/>
              </a:xfrm>
              <a:custGeom>
                <a:avLst/>
                <a:gdLst>
                  <a:gd name="csX0" fmla="*/ 23600 w 22561"/>
                  <a:gd name="csY0" fmla="*/ 270 h 8441"/>
                  <a:gd name="csX1" fmla="*/ 12320 w 22561"/>
                  <a:gd name="csY1" fmla="*/ 715 h 8441"/>
                  <a:gd name="csX2" fmla="*/ 2065 w 22561"/>
                  <a:gd name="csY2" fmla="*/ 5155 h 8441"/>
                  <a:gd name="csX3" fmla="*/ 1039 w 22561"/>
                  <a:gd name="csY3" fmla="*/ 8712 h 8441"/>
                  <a:gd name="csX4" fmla="*/ 12320 w 22561"/>
                  <a:gd name="csY4" fmla="*/ 5599 h 8441"/>
                  <a:gd name="csX5" fmla="*/ 14372 w 22561"/>
                  <a:gd name="csY5" fmla="*/ 7378 h 8441"/>
                  <a:gd name="csX6" fmla="*/ 22574 w 22561"/>
                  <a:gd name="csY6" fmla="*/ 4710 h 8441"/>
                  <a:gd name="csX7" fmla="*/ 23600 w 22561"/>
                  <a:gd name="csY7" fmla="*/ 270 h 8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8441">
                    <a:moveTo>
                      <a:pt x="23600" y="270"/>
                    </a:moveTo>
                    <a:lnTo>
                      <a:pt x="12320" y="715"/>
                    </a:lnTo>
                    <a:lnTo>
                      <a:pt x="2065" y="5155"/>
                    </a:lnTo>
                    <a:lnTo>
                      <a:pt x="1039" y="8712"/>
                    </a:lnTo>
                    <a:lnTo>
                      <a:pt x="12320" y="5599"/>
                    </a:lnTo>
                    <a:lnTo>
                      <a:pt x="14372" y="7378"/>
                    </a:lnTo>
                    <a:lnTo>
                      <a:pt x="22574" y="4710"/>
                    </a:lnTo>
                    <a:lnTo>
                      <a:pt x="23600" y="2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2" name="Forme libre : forme 1240">
                <a:extLst>
                  <a:ext uri="{FF2B5EF4-FFF2-40B4-BE49-F238E27FC236}">
                    <a16:creationId xmlns:a16="http://schemas.microsoft.com/office/drawing/2014/main" id="{84FF2019-A80D-2583-6D43-43415F339C8E}"/>
                  </a:ext>
                </a:extLst>
              </p:cNvPr>
              <p:cNvSpPr/>
              <p:nvPr/>
            </p:nvSpPr>
            <p:spPr>
              <a:xfrm>
                <a:off x="3555086" y="2332801"/>
                <a:ext cx="11280" cy="6218"/>
              </a:xfrm>
              <a:custGeom>
                <a:avLst/>
                <a:gdLst>
                  <a:gd name="csX0" fmla="*/ 12347 w 11280"/>
                  <a:gd name="csY0" fmla="*/ 5149 h 6218"/>
                  <a:gd name="csX1" fmla="*/ 8249 w 11280"/>
                  <a:gd name="csY1" fmla="*/ 264 h 6218"/>
                  <a:gd name="csX2" fmla="*/ 1066 w 11280"/>
                  <a:gd name="csY2" fmla="*/ 709 h 6218"/>
                  <a:gd name="csX3" fmla="*/ 6190 w 11280"/>
                  <a:gd name="csY3" fmla="*/ 6483 h 6218"/>
                  <a:gd name="csX4" fmla="*/ 10294 w 11280"/>
                  <a:gd name="csY4" fmla="*/ 6483 h 6218"/>
                  <a:gd name="csX5" fmla="*/ 12347 w 11280"/>
                  <a:gd name="csY5" fmla="*/ 5149 h 6218"/>
                </a:gdLst>
                <a:ahLst/>
                <a:cxnLst>
                  <a:cxn ang="0">
                    <a:pos x="csX0" y="csY0"/>
                  </a:cxn>
                  <a:cxn ang="0">
                    <a:pos x="csX1" y="csY1"/>
                  </a:cxn>
                  <a:cxn ang="0">
                    <a:pos x="csX2" y="csY2"/>
                  </a:cxn>
                  <a:cxn ang="0">
                    <a:pos x="csX3" y="csY3"/>
                  </a:cxn>
                  <a:cxn ang="0">
                    <a:pos x="csX4" y="csY4"/>
                  </a:cxn>
                  <a:cxn ang="0">
                    <a:pos x="csX5" y="csY5"/>
                  </a:cxn>
                </a:cxnLst>
                <a:rect l="l" t="t" r="r" b="b"/>
                <a:pathLst>
                  <a:path w="11280" h="6218">
                    <a:moveTo>
                      <a:pt x="12347" y="5149"/>
                    </a:moveTo>
                    <a:lnTo>
                      <a:pt x="8249" y="264"/>
                    </a:lnTo>
                    <a:lnTo>
                      <a:pt x="1066" y="709"/>
                    </a:lnTo>
                    <a:lnTo>
                      <a:pt x="6190" y="6483"/>
                    </a:lnTo>
                    <a:lnTo>
                      <a:pt x="10294" y="6483"/>
                    </a:lnTo>
                    <a:lnTo>
                      <a:pt x="12347" y="51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3" name="Forme libre : forme 1241">
                <a:extLst>
                  <a:ext uri="{FF2B5EF4-FFF2-40B4-BE49-F238E27FC236}">
                    <a16:creationId xmlns:a16="http://schemas.microsoft.com/office/drawing/2014/main" id="{AEC936D0-BCCB-90C6-5A3A-24B82D0B1650}"/>
                  </a:ext>
                </a:extLst>
              </p:cNvPr>
              <p:cNvSpPr/>
              <p:nvPr/>
            </p:nvSpPr>
            <p:spPr>
              <a:xfrm rot="10065305" flipV="1">
                <a:off x="3544106" y="2323401"/>
                <a:ext cx="8640" cy="3694"/>
              </a:xfrm>
              <a:custGeom>
                <a:avLst/>
                <a:gdLst>
                  <a:gd name="csX0" fmla="*/ 5504 w 8640"/>
                  <a:gd name="csY0" fmla="*/ 258 h 3694"/>
                  <a:gd name="csX1" fmla="*/ 9698 w 8640"/>
                  <a:gd name="csY1" fmla="*/ 258 h 3694"/>
                  <a:gd name="csX2" fmla="*/ 8357 w 8640"/>
                  <a:gd name="csY2" fmla="*/ 3734 h 3694"/>
                  <a:gd name="csX3" fmla="*/ 1058 w 8640"/>
                  <a:gd name="csY3" fmla="*/ 3952 h 3694"/>
                  <a:gd name="csX4" fmla="*/ 5504 w 8640"/>
                  <a:gd name="csY4" fmla="*/ 258 h 3694"/>
                </a:gdLst>
                <a:ahLst/>
                <a:cxnLst>
                  <a:cxn ang="0">
                    <a:pos x="csX0" y="csY0"/>
                  </a:cxn>
                  <a:cxn ang="0">
                    <a:pos x="csX1" y="csY1"/>
                  </a:cxn>
                  <a:cxn ang="0">
                    <a:pos x="csX2" y="csY2"/>
                  </a:cxn>
                  <a:cxn ang="0">
                    <a:pos x="csX3" y="csY3"/>
                  </a:cxn>
                  <a:cxn ang="0">
                    <a:pos x="csX4" y="csY4"/>
                  </a:cxn>
                </a:cxnLst>
                <a:rect l="l" t="t" r="r" b="b"/>
                <a:pathLst>
                  <a:path w="8640" h="3694">
                    <a:moveTo>
                      <a:pt x="5504" y="258"/>
                    </a:moveTo>
                    <a:lnTo>
                      <a:pt x="9698" y="258"/>
                    </a:lnTo>
                    <a:lnTo>
                      <a:pt x="8357" y="3734"/>
                    </a:lnTo>
                    <a:lnTo>
                      <a:pt x="1058" y="3952"/>
                    </a:lnTo>
                    <a:lnTo>
                      <a:pt x="5504" y="2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4" name="Forme libre : forme 1242">
                <a:extLst>
                  <a:ext uri="{FF2B5EF4-FFF2-40B4-BE49-F238E27FC236}">
                    <a16:creationId xmlns:a16="http://schemas.microsoft.com/office/drawing/2014/main" id="{83FC2480-5CAE-EBD6-17BB-85DC21AAF0A5}"/>
                  </a:ext>
                </a:extLst>
              </p:cNvPr>
              <p:cNvSpPr/>
              <p:nvPr/>
            </p:nvSpPr>
            <p:spPr>
              <a:xfrm rot="8345136" flipV="1">
                <a:off x="3441544" y="2297282"/>
                <a:ext cx="8133" cy="7052"/>
              </a:xfrm>
              <a:custGeom>
                <a:avLst/>
                <a:gdLst>
                  <a:gd name="csX0" fmla="*/ 5058 w 8133"/>
                  <a:gd name="csY0" fmla="*/ 243 h 7052"/>
                  <a:gd name="csX1" fmla="*/ 9129 w 8133"/>
                  <a:gd name="csY1" fmla="*/ 243 h 7052"/>
                  <a:gd name="csX2" fmla="*/ 1672 w 8133"/>
                  <a:gd name="csY2" fmla="*/ 7296 h 7052"/>
                  <a:gd name="csX3" fmla="*/ 995 w 8133"/>
                  <a:gd name="csY3" fmla="*/ 4943 h 7052"/>
                  <a:gd name="csX4" fmla="*/ 5058 w 8133"/>
                  <a:gd name="csY4" fmla="*/ 243 h 7052"/>
                </a:gdLst>
                <a:ahLst/>
                <a:cxnLst>
                  <a:cxn ang="0">
                    <a:pos x="csX0" y="csY0"/>
                  </a:cxn>
                  <a:cxn ang="0">
                    <a:pos x="csX1" y="csY1"/>
                  </a:cxn>
                  <a:cxn ang="0">
                    <a:pos x="csX2" y="csY2"/>
                  </a:cxn>
                  <a:cxn ang="0">
                    <a:pos x="csX3" y="csY3"/>
                  </a:cxn>
                  <a:cxn ang="0">
                    <a:pos x="csX4" y="csY4"/>
                  </a:cxn>
                </a:cxnLst>
                <a:rect l="l" t="t" r="r" b="b"/>
                <a:pathLst>
                  <a:path w="8133" h="7052">
                    <a:moveTo>
                      <a:pt x="5058" y="243"/>
                    </a:moveTo>
                    <a:lnTo>
                      <a:pt x="9129" y="243"/>
                    </a:lnTo>
                    <a:lnTo>
                      <a:pt x="1672" y="7296"/>
                    </a:lnTo>
                    <a:lnTo>
                      <a:pt x="995" y="4943"/>
                    </a:lnTo>
                    <a:lnTo>
                      <a:pt x="5058"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5" name="Forme libre : forme 1243">
                <a:extLst>
                  <a:ext uri="{FF2B5EF4-FFF2-40B4-BE49-F238E27FC236}">
                    <a16:creationId xmlns:a16="http://schemas.microsoft.com/office/drawing/2014/main" id="{60747EFA-7852-7459-1BF9-BBB186603972}"/>
                  </a:ext>
                </a:extLst>
              </p:cNvPr>
              <p:cNvSpPr/>
              <p:nvPr/>
            </p:nvSpPr>
            <p:spPr>
              <a:xfrm>
                <a:off x="3407418" y="2300361"/>
                <a:ext cx="21535" cy="7107"/>
              </a:xfrm>
              <a:custGeom>
                <a:avLst/>
                <a:gdLst>
                  <a:gd name="csX0" fmla="*/ 4056 w 21535"/>
                  <a:gd name="csY0" fmla="*/ 7352 h 7107"/>
                  <a:gd name="csX1" fmla="*/ 7134 w 21535"/>
                  <a:gd name="csY1" fmla="*/ 7352 h 7107"/>
                  <a:gd name="csX2" fmla="*/ 10213 w 21535"/>
                  <a:gd name="csY2" fmla="*/ 4246 h 7107"/>
                  <a:gd name="csX3" fmla="*/ 22513 w 21535"/>
                  <a:gd name="csY3" fmla="*/ 1579 h 7107"/>
                  <a:gd name="csX4" fmla="*/ 17389 w 21535"/>
                  <a:gd name="csY4" fmla="*/ 245 h 7107"/>
                  <a:gd name="csX5" fmla="*/ 3030 w 21535"/>
                  <a:gd name="csY5" fmla="*/ 2023 h 7107"/>
                  <a:gd name="csX6" fmla="*/ 977 w 21535"/>
                  <a:gd name="csY6" fmla="*/ 5574 h 7107"/>
                  <a:gd name="csX7" fmla="*/ 4056 w 21535"/>
                  <a:gd name="csY7" fmla="*/ 7352 h 7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7107">
                    <a:moveTo>
                      <a:pt x="4056" y="7352"/>
                    </a:moveTo>
                    <a:lnTo>
                      <a:pt x="7134" y="7352"/>
                    </a:lnTo>
                    <a:lnTo>
                      <a:pt x="10213" y="4246"/>
                    </a:lnTo>
                    <a:lnTo>
                      <a:pt x="22513" y="1579"/>
                    </a:lnTo>
                    <a:lnTo>
                      <a:pt x="17389" y="245"/>
                    </a:lnTo>
                    <a:lnTo>
                      <a:pt x="3030" y="2023"/>
                    </a:lnTo>
                    <a:lnTo>
                      <a:pt x="977" y="5574"/>
                    </a:lnTo>
                    <a:lnTo>
                      <a:pt x="4056" y="7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6" name="Forme libre : forme 1244">
                <a:extLst>
                  <a:ext uri="{FF2B5EF4-FFF2-40B4-BE49-F238E27FC236}">
                    <a16:creationId xmlns:a16="http://schemas.microsoft.com/office/drawing/2014/main" id="{3CE489E5-8DF0-7A32-9FE3-76CD0A98819D}"/>
                  </a:ext>
                </a:extLst>
              </p:cNvPr>
              <p:cNvSpPr/>
              <p:nvPr/>
            </p:nvSpPr>
            <p:spPr>
              <a:xfrm>
                <a:off x="3346917" y="2304808"/>
                <a:ext cx="27685" cy="11554"/>
              </a:xfrm>
              <a:custGeom>
                <a:avLst/>
                <a:gdLst>
                  <a:gd name="csX0" fmla="*/ 941 w 27685"/>
                  <a:gd name="csY0" fmla="*/ 1139 h 11554"/>
                  <a:gd name="csX1" fmla="*/ 1968 w 27685"/>
                  <a:gd name="csY1" fmla="*/ 8247 h 11554"/>
                  <a:gd name="csX2" fmla="*/ 7091 w 27685"/>
                  <a:gd name="csY2" fmla="*/ 11804 h 11554"/>
                  <a:gd name="csX3" fmla="*/ 26574 w 27685"/>
                  <a:gd name="csY3" fmla="*/ 10470 h 11554"/>
                  <a:gd name="csX4" fmla="*/ 28627 w 27685"/>
                  <a:gd name="csY4" fmla="*/ 7358 h 11554"/>
                  <a:gd name="csX5" fmla="*/ 8118 w 27685"/>
                  <a:gd name="csY5" fmla="*/ 250 h 11554"/>
                  <a:gd name="csX6" fmla="*/ 941 w 27685"/>
                  <a:gd name="csY6" fmla="*/ 1139 h 11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554">
                    <a:moveTo>
                      <a:pt x="941" y="1139"/>
                    </a:moveTo>
                    <a:lnTo>
                      <a:pt x="1968" y="8247"/>
                    </a:lnTo>
                    <a:lnTo>
                      <a:pt x="7091" y="11804"/>
                    </a:lnTo>
                    <a:lnTo>
                      <a:pt x="26574" y="10470"/>
                    </a:lnTo>
                    <a:lnTo>
                      <a:pt x="28627" y="7358"/>
                    </a:lnTo>
                    <a:lnTo>
                      <a:pt x="8118" y="250"/>
                    </a:lnTo>
                    <a:lnTo>
                      <a:pt x="941" y="1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7" name="Forme libre : forme 1245">
                <a:extLst>
                  <a:ext uri="{FF2B5EF4-FFF2-40B4-BE49-F238E27FC236}">
                    <a16:creationId xmlns:a16="http://schemas.microsoft.com/office/drawing/2014/main" id="{3E29FCC7-9DE9-F9DE-E020-C2C784CF3056}"/>
                  </a:ext>
                </a:extLst>
              </p:cNvPr>
              <p:cNvSpPr/>
              <p:nvPr/>
            </p:nvSpPr>
            <p:spPr>
              <a:xfrm>
                <a:off x="3650455" y="2296811"/>
                <a:ext cx="13332" cy="12888"/>
              </a:xfrm>
              <a:custGeom>
                <a:avLst/>
                <a:gdLst>
                  <a:gd name="csX0" fmla="*/ 1123 w 13332"/>
                  <a:gd name="csY0" fmla="*/ 2024 h 12888"/>
                  <a:gd name="csX1" fmla="*/ 2149 w 13332"/>
                  <a:gd name="csY1" fmla="*/ 11800 h 12888"/>
                  <a:gd name="csX2" fmla="*/ 8299 w 13332"/>
                  <a:gd name="csY2" fmla="*/ 13134 h 12888"/>
                  <a:gd name="csX3" fmla="*/ 14456 w 13332"/>
                  <a:gd name="csY3" fmla="*/ 10910 h 12888"/>
                  <a:gd name="csX4" fmla="*/ 11378 w 13332"/>
                  <a:gd name="csY4" fmla="*/ 245 h 12888"/>
                  <a:gd name="csX5" fmla="*/ 4201 w 13332"/>
                  <a:gd name="csY5" fmla="*/ 245 h 12888"/>
                  <a:gd name="csX6" fmla="*/ 1123 w 13332"/>
                  <a:gd name="csY6" fmla="*/ 2024 h 128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2888">
                    <a:moveTo>
                      <a:pt x="1123" y="2024"/>
                    </a:moveTo>
                    <a:lnTo>
                      <a:pt x="2149" y="11800"/>
                    </a:lnTo>
                    <a:lnTo>
                      <a:pt x="8299" y="13134"/>
                    </a:lnTo>
                    <a:lnTo>
                      <a:pt x="14456" y="10910"/>
                    </a:lnTo>
                    <a:lnTo>
                      <a:pt x="11378" y="245"/>
                    </a:lnTo>
                    <a:lnTo>
                      <a:pt x="4201" y="245"/>
                    </a:lnTo>
                    <a:lnTo>
                      <a:pt x="1123" y="20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8" name="Forme libre : forme 1246">
                <a:extLst>
                  <a:ext uri="{FF2B5EF4-FFF2-40B4-BE49-F238E27FC236}">
                    <a16:creationId xmlns:a16="http://schemas.microsoft.com/office/drawing/2014/main" id="{E2C23A0D-41EE-9837-F1AD-ECED63DC783A}"/>
                  </a:ext>
                </a:extLst>
              </p:cNvPr>
              <p:cNvSpPr/>
              <p:nvPr/>
            </p:nvSpPr>
            <p:spPr>
              <a:xfrm>
                <a:off x="3617140" y="1946241"/>
                <a:ext cx="668097" cy="376783"/>
              </a:xfrm>
              <a:custGeom>
                <a:avLst/>
                <a:gdLst>
                  <a:gd name="csX0" fmla="*/ 32022 w 668097"/>
                  <a:gd name="csY0" fmla="*/ 109458 h 376783"/>
                  <a:gd name="csX1" fmla="*/ 47408 w 668097"/>
                  <a:gd name="csY1" fmla="*/ 106790 h 376783"/>
                  <a:gd name="csX2" fmla="*/ 48940 w 668097"/>
                  <a:gd name="csY2" fmla="*/ 110121 h 376783"/>
                  <a:gd name="csX3" fmla="*/ 33562 w 668097"/>
                  <a:gd name="csY3" fmla="*/ 114123 h 376783"/>
                  <a:gd name="csX4" fmla="*/ 36633 w 668097"/>
                  <a:gd name="csY4" fmla="*/ 120123 h 376783"/>
                  <a:gd name="csX5" fmla="*/ 62786 w 668097"/>
                  <a:gd name="csY5" fmla="*/ 117455 h 376783"/>
                  <a:gd name="csX6" fmla="*/ 82782 w 668097"/>
                  <a:gd name="csY6" fmla="*/ 110792 h 376783"/>
                  <a:gd name="csX7" fmla="*/ 101239 w 668097"/>
                  <a:gd name="csY7" fmla="*/ 112126 h 376783"/>
                  <a:gd name="csX8" fmla="*/ 96628 w 668097"/>
                  <a:gd name="csY8" fmla="*/ 114787 h 376783"/>
                  <a:gd name="csX9" fmla="*/ 72014 w 668097"/>
                  <a:gd name="csY9" fmla="*/ 120786 h 376783"/>
                  <a:gd name="csX10" fmla="*/ 55097 w 668097"/>
                  <a:gd name="csY10" fmla="*/ 127449 h 376783"/>
                  <a:gd name="csX11" fmla="*/ 55097 w 668097"/>
                  <a:gd name="csY11" fmla="*/ 130788 h 376783"/>
                  <a:gd name="csX12" fmla="*/ 45862 w 668097"/>
                  <a:gd name="csY12" fmla="*/ 132785 h 376783"/>
                  <a:gd name="csX13" fmla="*/ 50479 w 668097"/>
                  <a:gd name="csY13" fmla="*/ 141446 h 376783"/>
                  <a:gd name="csX14" fmla="*/ 84321 w 668097"/>
                  <a:gd name="csY14" fmla="*/ 143450 h 376783"/>
                  <a:gd name="csX15" fmla="*/ 116624 w 668097"/>
                  <a:gd name="csY15" fmla="*/ 142116 h 376783"/>
                  <a:gd name="csX16" fmla="*/ 142770 w 668097"/>
                  <a:gd name="csY16" fmla="*/ 130117 h 376783"/>
                  <a:gd name="csX17" fmla="*/ 151998 w 668097"/>
                  <a:gd name="csY17" fmla="*/ 128790 h 376783"/>
                  <a:gd name="csX18" fmla="*/ 156616 w 668097"/>
                  <a:gd name="csY18" fmla="*/ 130788 h 376783"/>
                  <a:gd name="csX19" fmla="*/ 135081 w 668097"/>
                  <a:gd name="csY19" fmla="*/ 142780 h 376783"/>
                  <a:gd name="csX20" fmla="*/ 116624 w 668097"/>
                  <a:gd name="csY20" fmla="*/ 146782 h 376783"/>
                  <a:gd name="csX21" fmla="*/ 85860 w 668097"/>
                  <a:gd name="csY21" fmla="*/ 146782 h 376783"/>
                  <a:gd name="csX22" fmla="*/ 58168 w 668097"/>
                  <a:gd name="csY22" fmla="*/ 152111 h 376783"/>
                  <a:gd name="csX23" fmla="*/ 64318 w 668097"/>
                  <a:gd name="csY23" fmla="*/ 158774 h 376783"/>
                  <a:gd name="csX24" fmla="*/ 85853 w 668097"/>
                  <a:gd name="csY24" fmla="*/ 161442 h 376783"/>
                  <a:gd name="csX25" fmla="*/ 104317 w 668097"/>
                  <a:gd name="csY25" fmla="*/ 168105 h 376783"/>
                  <a:gd name="csX26" fmla="*/ 112006 w 668097"/>
                  <a:gd name="csY26" fmla="*/ 166107 h 376783"/>
                  <a:gd name="csX27" fmla="*/ 121235 w 668097"/>
                  <a:gd name="csY27" fmla="*/ 156113 h 376783"/>
                  <a:gd name="csX28" fmla="*/ 139691 w 668097"/>
                  <a:gd name="csY28" fmla="*/ 147445 h 376783"/>
                  <a:gd name="csX29" fmla="*/ 167383 w 668097"/>
                  <a:gd name="csY29" fmla="*/ 140782 h 376783"/>
                  <a:gd name="csX30" fmla="*/ 198147 w 668097"/>
                  <a:gd name="csY30" fmla="*/ 138114 h 376783"/>
                  <a:gd name="csX31" fmla="*/ 199686 w 668097"/>
                  <a:gd name="csY31" fmla="*/ 142780 h 376783"/>
                  <a:gd name="csX32" fmla="*/ 148927 w 668097"/>
                  <a:gd name="csY32" fmla="*/ 150113 h 376783"/>
                  <a:gd name="csX33" fmla="*/ 133541 w 668097"/>
                  <a:gd name="csY33" fmla="*/ 158774 h 376783"/>
                  <a:gd name="csX34" fmla="*/ 125852 w 668097"/>
                  <a:gd name="csY34" fmla="*/ 167441 h 376783"/>
                  <a:gd name="csX35" fmla="*/ 125845 w 668097"/>
                  <a:gd name="csY35" fmla="*/ 172770 h 376783"/>
                  <a:gd name="csX36" fmla="*/ 158155 w 668097"/>
                  <a:gd name="csY36" fmla="*/ 173441 h 376783"/>
                  <a:gd name="csX37" fmla="*/ 167383 w 668097"/>
                  <a:gd name="csY37" fmla="*/ 170773 h 376783"/>
                  <a:gd name="csX38" fmla="*/ 167383 w 668097"/>
                  <a:gd name="csY38" fmla="*/ 158781 h 376783"/>
                  <a:gd name="csX39" fmla="*/ 176612 w 668097"/>
                  <a:gd name="csY39" fmla="*/ 157447 h 376783"/>
                  <a:gd name="csX40" fmla="*/ 179690 w 668097"/>
                  <a:gd name="csY40" fmla="*/ 164773 h 376783"/>
                  <a:gd name="csX41" fmla="*/ 193529 w 668097"/>
                  <a:gd name="csY41" fmla="*/ 160108 h 376783"/>
                  <a:gd name="csX42" fmla="*/ 210454 w 668097"/>
                  <a:gd name="csY42" fmla="*/ 160108 h 376783"/>
                  <a:gd name="csX43" fmla="*/ 207375 w 668097"/>
                  <a:gd name="csY43" fmla="*/ 162776 h 376783"/>
                  <a:gd name="csX44" fmla="*/ 188919 w 668097"/>
                  <a:gd name="csY44" fmla="*/ 168775 h 376783"/>
                  <a:gd name="csX45" fmla="*/ 193529 w 668097"/>
                  <a:gd name="csY45" fmla="*/ 172107 h 376783"/>
                  <a:gd name="csX46" fmla="*/ 224293 w 668097"/>
                  <a:gd name="csY46" fmla="*/ 168775 h 376783"/>
                  <a:gd name="csX47" fmla="*/ 241217 w 668097"/>
                  <a:gd name="csY47" fmla="*/ 164110 h 376783"/>
                  <a:gd name="csX48" fmla="*/ 268903 w 668097"/>
                  <a:gd name="csY48" fmla="*/ 148779 h 376783"/>
                  <a:gd name="csX49" fmla="*/ 258135 w 668097"/>
                  <a:gd name="csY49" fmla="*/ 137451 h 376783"/>
                  <a:gd name="csX50" fmla="*/ 275059 w 668097"/>
                  <a:gd name="csY50" fmla="*/ 135453 h 376783"/>
                  <a:gd name="csX51" fmla="*/ 279670 w 668097"/>
                  <a:gd name="csY51" fmla="*/ 127456 h 376783"/>
                  <a:gd name="csX52" fmla="*/ 293516 w 668097"/>
                  <a:gd name="csY52" fmla="*/ 122120 h 376783"/>
                  <a:gd name="csX53" fmla="*/ 304284 w 668097"/>
                  <a:gd name="csY53" fmla="*/ 120786 h 376783"/>
                  <a:gd name="csX54" fmla="*/ 305823 w 668097"/>
                  <a:gd name="csY54" fmla="*/ 124124 h 376783"/>
                  <a:gd name="csX55" fmla="*/ 287366 w 668097"/>
                  <a:gd name="csY55" fmla="*/ 136787 h 376783"/>
                  <a:gd name="csX56" fmla="*/ 279670 w 668097"/>
                  <a:gd name="csY56" fmla="*/ 152781 h 376783"/>
                  <a:gd name="csX57" fmla="*/ 304284 w 668097"/>
                  <a:gd name="csY57" fmla="*/ 148116 h 376783"/>
                  <a:gd name="csX58" fmla="*/ 330430 w 668097"/>
                  <a:gd name="csY58" fmla="*/ 148116 h 376783"/>
                  <a:gd name="csX59" fmla="*/ 333508 w 668097"/>
                  <a:gd name="csY59" fmla="*/ 153445 h 376783"/>
                  <a:gd name="csX60" fmla="*/ 313512 w 668097"/>
                  <a:gd name="csY60" fmla="*/ 159444 h 376783"/>
                  <a:gd name="csX61" fmla="*/ 284288 w 668097"/>
                  <a:gd name="csY61" fmla="*/ 157447 h 376783"/>
                  <a:gd name="csX62" fmla="*/ 253524 w 668097"/>
                  <a:gd name="csY62" fmla="*/ 164773 h 376783"/>
                  <a:gd name="csX63" fmla="*/ 264292 w 668097"/>
                  <a:gd name="csY63" fmla="*/ 167441 h 376783"/>
                  <a:gd name="csX64" fmla="*/ 279670 w 668097"/>
                  <a:gd name="csY64" fmla="*/ 167441 h 376783"/>
                  <a:gd name="csX65" fmla="*/ 278131 w 668097"/>
                  <a:gd name="csY65" fmla="*/ 170773 h 376783"/>
                  <a:gd name="csX66" fmla="*/ 256596 w 668097"/>
                  <a:gd name="csY66" fmla="*/ 174104 h 376783"/>
                  <a:gd name="csX67" fmla="*/ 241217 w 668097"/>
                  <a:gd name="csY67" fmla="*/ 174775 h 376783"/>
                  <a:gd name="csX68" fmla="*/ 221215 w 668097"/>
                  <a:gd name="csY68" fmla="*/ 181438 h 376783"/>
                  <a:gd name="csX69" fmla="*/ 193529 w 668097"/>
                  <a:gd name="csY69" fmla="*/ 180104 h 376783"/>
                  <a:gd name="csX70" fmla="*/ 193529 w 668097"/>
                  <a:gd name="csY70" fmla="*/ 186774 h 376783"/>
                  <a:gd name="csX71" fmla="*/ 210447 w 668097"/>
                  <a:gd name="csY71" fmla="*/ 192766 h 376783"/>
                  <a:gd name="csX72" fmla="*/ 222754 w 668097"/>
                  <a:gd name="csY72" fmla="*/ 204095 h 376783"/>
                  <a:gd name="csX73" fmla="*/ 228911 w 668097"/>
                  <a:gd name="csY73" fmla="*/ 216094 h 376783"/>
                  <a:gd name="csX74" fmla="*/ 241211 w 668097"/>
                  <a:gd name="csY74" fmla="*/ 220096 h 376783"/>
                  <a:gd name="csX75" fmla="*/ 253517 w 668097"/>
                  <a:gd name="csY75" fmla="*/ 218091 h 376783"/>
                  <a:gd name="csX76" fmla="*/ 261207 w 668097"/>
                  <a:gd name="csY76" fmla="*/ 220096 h 376783"/>
                  <a:gd name="csX77" fmla="*/ 250439 w 668097"/>
                  <a:gd name="csY77" fmla="*/ 226088 h 376783"/>
                  <a:gd name="csX78" fmla="*/ 222754 w 668097"/>
                  <a:gd name="csY78" fmla="*/ 226088 h 376783"/>
                  <a:gd name="csX79" fmla="*/ 210447 w 668097"/>
                  <a:gd name="csY79" fmla="*/ 210094 h 376783"/>
                  <a:gd name="csX80" fmla="*/ 181223 w 668097"/>
                  <a:gd name="csY80" fmla="*/ 190105 h 376783"/>
                  <a:gd name="csX81" fmla="*/ 156609 w 668097"/>
                  <a:gd name="csY81" fmla="*/ 186103 h 376783"/>
                  <a:gd name="csX82" fmla="*/ 124313 w 668097"/>
                  <a:gd name="csY82" fmla="*/ 185440 h 376783"/>
                  <a:gd name="csX83" fmla="*/ 119695 w 668097"/>
                  <a:gd name="csY83" fmla="*/ 194100 h 376783"/>
                  <a:gd name="csX84" fmla="*/ 136613 w 668097"/>
                  <a:gd name="csY84" fmla="*/ 203431 h 376783"/>
                  <a:gd name="csX85" fmla="*/ 118567 w 668097"/>
                  <a:gd name="csY85" fmla="*/ 206099 h 376783"/>
                  <a:gd name="csX86" fmla="*/ 118567 w 668097"/>
                  <a:gd name="csY86" fmla="*/ 209431 h 376783"/>
                  <a:gd name="csX87" fmla="*/ 145841 w 668097"/>
                  <a:gd name="csY87" fmla="*/ 218091 h 376783"/>
                  <a:gd name="csX88" fmla="*/ 162766 w 668097"/>
                  <a:gd name="csY88" fmla="*/ 227429 h 376783"/>
                  <a:gd name="csX89" fmla="*/ 165837 w 668097"/>
                  <a:gd name="csY89" fmla="*/ 235426 h 376783"/>
                  <a:gd name="csX90" fmla="*/ 181223 w 668097"/>
                  <a:gd name="csY90" fmla="*/ 246084 h 376783"/>
                  <a:gd name="csX91" fmla="*/ 179683 w 668097"/>
                  <a:gd name="csY91" fmla="*/ 250750 h 376783"/>
                  <a:gd name="csX92" fmla="*/ 164298 w 668097"/>
                  <a:gd name="csY92" fmla="*/ 248752 h 376783"/>
                  <a:gd name="csX93" fmla="*/ 156609 w 668097"/>
                  <a:gd name="csY93" fmla="*/ 252747 h 376783"/>
                  <a:gd name="csX94" fmla="*/ 176605 w 668097"/>
                  <a:gd name="csY94" fmla="*/ 258083 h 376783"/>
                  <a:gd name="csX95" fmla="*/ 204297 w 668097"/>
                  <a:gd name="csY95" fmla="*/ 258083 h 376783"/>
                  <a:gd name="csX96" fmla="*/ 230443 w 668097"/>
                  <a:gd name="csY96" fmla="*/ 255415 h 376783"/>
                  <a:gd name="csX97" fmla="*/ 230443 w 668097"/>
                  <a:gd name="csY97" fmla="*/ 261415 h 376783"/>
                  <a:gd name="csX98" fmla="*/ 211986 w 668097"/>
                  <a:gd name="csY98" fmla="*/ 263412 h 376783"/>
                  <a:gd name="csX99" fmla="*/ 208908 w 668097"/>
                  <a:gd name="csY99" fmla="*/ 269412 h 376783"/>
                  <a:gd name="csX100" fmla="*/ 185833 w 668097"/>
                  <a:gd name="csY100" fmla="*/ 262078 h 376783"/>
                  <a:gd name="csX101" fmla="*/ 164298 w 668097"/>
                  <a:gd name="csY101" fmla="*/ 262749 h 376783"/>
                  <a:gd name="csX102" fmla="*/ 145841 w 668097"/>
                  <a:gd name="csY102" fmla="*/ 260081 h 376783"/>
                  <a:gd name="csX103" fmla="*/ 130463 w 668097"/>
                  <a:gd name="csY103" fmla="*/ 262078 h 376783"/>
                  <a:gd name="csX104" fmla="*/ 121235 w 668097"/>
                  <a:gd name="csY104" fmla="*/ 260751 h 376783"/>
                  <a:gd name="csX105" fmla="*/ 115078 w 668097"/>
                  <a:gd name="csY105" fmla="*/ 262078 h 376783"/>
                  <a:gd name="csX106" fmla="*/ 102771 w 668097"/>
                  <a:gd name="csY106" fmla="*/ 279413 h 376783"/>
                  <a:gd name="csX107" fmla="*/ 102771 w 668097"/>
                  <a:gd name="csY107" fmla="*/ 291405 h 376783"/>
                  <a:gd name="csX108" fmla="*/ 121228 w 668097"/>
                  <a:gd name="csY108" fmla="*/ 291405 h 376783"/>
                  <a:gd name="csX109" fmla="*/ 127385 w 668097"/>
                  <a:gd name="csY109" fmla="*/ 284742 h 376783"/>
                  <a:gd name="csX110" fmla="*/ 133535 w 668097"/>
                  <a:gd name="csY110" fmla="*/ 286076 h 376783"/>
                  <a:gd name="csX111" fmla="*/ 128924 w 668097"/>
                  <a:gd name="csY111" fmla="*/ 294073 h 376783"/>
                  <a:gd name="csX112" fmla="*/ 142763 w 668097"/>
                  <a:gd name="csY112" fmla="*/ 293403 h 376783"/>
                  <a:gd name="csX113" fmla="*/ 151998 w 668097"/>
                  <a:gd name="csY113" fmla="*/ 283408 h 376783"/>
                  <a:gd name="csX114" fmla="*/ 151998 w 668097"/>
                  <a:gd name="csY114" fmla="*/ 276745 h 376783"/>
                  <a:gd name="csX115" fmla="*/ 161227 w 668097"/>
                  <a:gd name="csY115" fmla="*/ 278079 h 376783"/>
                  <a:gd name="csX116" fmla="*/ 165837 w 668097"/>
                  <a:gd name="csY116" fmla="*/ 290742 h 376783"/>
                  <a:gd name="csX117" fmla="*/ 155070 w 668097"/>
                  <a:gd name="csY117" fmla="*/ 294737 h 376783"/>
                  <a:gd name="csX118" fmla="*/ 155070 w 668097"/>
                  <a:gd name="csY118" fmla="*/ 300073 h 376783"/>
                  <a:gd name="csX119" fmla="*/ 142763 w 668097"/>
                  <a:gd name="csY119" fmla="*/ 302734 h 376783"/>
                  <a:gd name="csX120" fmla="*/ 147381 w 668097"/>
                  <a:gd name="csY120" fmla="*/ 314069 h 376783"/>
                  <a:gd name="csX121" fmla="*/ 165837 w 668097"/>
                  <a:gd name="csY121" fmla="*/ 319398 h 376783"/>
                  <a:gd name="csX122" fmla="*/ 185833 w 668097"/>
                  <a:gd name="csY122" fmla="*/ 316067 h 376783"/>
                  <a:gd name="csX123" fmla="*/ 199679 w 668097"/>
                  <a:gd name="csY123" fmla="*/ 298068 h 376783"/>
                  <a:gd name="csX124" fmla="*/ 210447 w 668097"/>
                  <a:gd name="csY124" fmla="*/ 297405 h 376783"/>
                  <a:gd name="csX125" fmla="*/ 215058 w 668097"/>
                  <a:gd name="csY125" fmla="*/ 302070 h 376783"/>
                  <a:gd name="csX126" fmla="*/ 202758 w 668097"/>
                  <a:gd name="csY126" fmla="*/ 306736 h 376783"/>
                  <a:gd name="csX127" fmla="*/ 182755 w 668097"/>
                  <a:gd name="csY127" fmla="*/ 327395 h 376783"/>
                  <a:gd name="csX128" fmla="*/ 173527 w 668097"/>
                  <a:gd name="csY128" fmla="*/ 326732 h 376783"/>
                  <a:gd name="csX129" fmla="*/ 158148 w 668097"/>
                  <a:gd name="csY129" fmla="*/ 328729 h 376783"/>
                  <a:gd name="csX130" fmla="*/ 130456 w 668097"/>
                  <a:gd name="csY130" fmla="*/ 322066 h 376783"/>
                  <a:gd name="csX131" fmla="*/ 124306 w 668097"/>
                  <a:gd name="csY131" fmla="*/ 309404 h 376783"/>
                  <a:gd name="csX132" fmla="*/ 105849 w 668097"/>
                  <a:gd name="csY132" fmla="*/ 303404 h 376783"/>
                  <a:gd name="csX133" fmla="*/ 93543 w 668097"/>
                  <a:gd name="csY133" fmla="*/ 308070 h 376783"/>
                  <a:gd name="csX134" fmla="*/ 78157 w 668097"/>
                  <a:gd name="csY134" fmla="*/ 308733 h 376783"/>
                  <a:gd name="csX135" fmla="*/ 85853 w 668097"/>
                  <a:gd name="csY135" fmla="*/ 324727 h 376783"/>
                  <a:gd name="csX136" fmla="*/ 111486 w 668097"/>
                  <a:gd name="csY136" fmla="*/ 328948 h 376783"/>
                  <a:gd name="csX137" fmla="*/ 111486 w 668097"/>
                  <a:gd name="csY137" fmla="*/ 336063 h 376783"/>
                  <a:gd name="csX138" fmla="*/ 102258 w 668097"/>
                  <a:gd name="csY138" fmla="*/ 339169 h 376783"/>
                  <a:gd name="csX139" fmla="*/ 87899 w 668097"/>
                  <a:gd name="csY139" fmla="*/ 340503 h 376783"/>
                  <a:gd name="csX140" fmla="*/ 78671 w 668097"/>
                  <a:gd name="csY140" fmla="*/ 340503 h 376783"/>
                  <a:gd name="csX141" fmla="*/ 66364 w 668097"/>
                  <a:gd name="csY141" fmla="*/ 348055 h 376783"/>
                  <a:gd name="csX142" fmla="*/ 54057 w 668097"/>
                  <a:gd name="csY142" fmla="*/ 348944 h 376783"/>
                  <a:gd name="csX143" fmla="*/ 55083 w 668097"/>
                  <a:gd name="csY143" fmla="*/ 364494 h 376783"/>
                  <a:gd name="csX144" fmla="*/ 67390 w 668097"/>
                  <a:gd name="csY144" fmla="*/ 364938 h 376783"/>
                  <a:gd name="csX145" fmla="*/ 70468 w 668097"/>
                  <a:gd name="csY145" fmla="*/ 361832 h 376783"/>
                  <a:gd name="csX146" fmla="*/ 72514 w 668097"/>
                  <a:gd name="csY146" fmla="*/ 359609 h 376783"/>
                  <a:gd name="csX147" fmla="*/ 76625 w 668097"/>
                  <a:gd name="csY147" fmla="*/ 360054 h 376783"/>
                  <a:gd name="csX148" fmla="*/ 79697 w 668097"/>
                  <a:gd name="csY148" fmla="*/ 366717 h 376783"/>
                  <a:gd name="csX149" fmla="*/ 90977 w 668097"/>
                  <a:gd name="csY149" fmla="*/ 368496 h 376783"/>
                  <a:gd name="csX150" fmla="*/ 94056 w 668097"/>
                  <a:gd name="csY150" fmla="*/ 365828 h 376783"/>
                  <a:gd name="csX151" fmla="*/ 93030 w 668097"/>
                  <a:gd name="csY151" fmla="*/ 363166 h 376783"/>
                  <a:gd name="csX152" fmla="*/ 98153 w 668097"/>
                  <a:gd name="csY152" fmla="*/ 363166 h 376783"/>
                  <a:gd name="csX153" fmla="*/ 104310 w 668097"/>
                  <a:gd name="csY153" fmla="*/ 367162 h 376783"/>
                  <a:gd name="csX154" fmla="*/ 113539 w 668097"/>
                  <a:gd name="csY154" fmla="*/ 365383 h 376783"/>
                  <a:gd name="csX155" fmla="*/ 115591 w 668097"/>
                  <a:gd name="csY155" fmla="*/ 360499 h 376783"/>
                  <a:gd name="csX156" fmla="*/ 124819 w 668097"/>
                  <a:gd name="csY156" fmla="*/ 360499 h 376783"/>
                  <a:gd name="csX157" fmla="*/ 123793 w 668097"/>
                  <a:gd name="csY157" fmla="*/ 368496 h 376783"/>
                  <a:gd name="csX158" fmla="*/ 137119 w 668097"/>
                  <a:gd name="csY158" fmla="*/ 370719 h 376783"/>
                  <a:gd name="csX159" fmla="*/ 155583 w 668097"/>
                  <a:gd name="csY159" fmla="*/ 371608 h 376783"/>
                  <a:gd name="csX160" fmla="*/ 143276 w 668097"/>
                  <a:gd name="csY160" fmla="*/ 362722 h 376783"/>
                  <a:gd name="csX161" fmla="*/ 148400 w 668097"/>
                  <a:gd name="csY161" fmla="*/ 360943 h 376783"/>
                  <a:gd name="csX162" fmla="*/ 158661 w 668097"/>
                  <a:gd name="csY162" fmla="*/ 362722 h 376783"/>
                  <a:gd name="csX163" fmla="*/ 163785 w 668097"/>
                  <a:gd name="csY163" fmla="*/ 365828 h 376783"/>
                  <a:gd name="csX164" fmla="*/ 168916 w 668097"/>
                  <a:gd name="csY164" fmla="*/ 364049 h 376783"/>
                  <a:gd name="csX165" fmla="*/ 166864 w 668097"/>
                  <a:gd name="csY165" fmla="*/ 360943 h 376783"/>
                  <a:gd name="csX166" fmla="*/ 181216 w 668097"/>
                  <a:gd name="csY166" fmla="*/ 359609 h 376783"/>
                  <a:gd name="csX167" fmla="*/ 184294 w 668097"/>
                  <a:gd name="csY167" fmla="*/ 366272 h 376783"/>
                  <a:gd name="csX168" fmla="*/ 190444 w 668097"/>
                  <a:gd name="csY168" fmla="*/ 362722 h 376783"/>
                  <a:gd name="csX169" fmla="*/ 187373 w 668097"/>
                  <a:gd name="csY169" fmla="*/ 359165 h 376783"/>
                  <a:gd name="csX170" fmla="*/ 197627 w 668097"/>
                  <a:gd name="csY170" fmla="*/ 359165 h 376783"/>
                  <a:gd name="csX171" fmla="*/ 199679 w 668097"/>
                  <a:gd name="csY171" fmla="*/ 366717 h 376783"/>
                  <a:gd name="csX172" fmla="*/ 209934 w 668097"/>
                  <a:gd name="csY172" fmla="*/ 368496 h 376783"/>
                  <a:gd name="csX173" fmla="*/ 217110 w 668097"/>
                  <a:gd name="csY173" fmla="*/ 364938 h 376783"/>
                  <a:gd name="csX174" fmla="*/ 213006 w 668097"/>
                  <a:gd name="csY174" fmla="*/ 358720 h 376783"/>
                  <a:gd name="csX175" fmla="*/ 227365 w 668097"/>
                  <a:gd name="csY175" fmla="*/ 358720 h 376783"/>
                  <a:gd name="csX176" fmla="*/ 234541 w 668097"/>
                  <a:gd name="csY176" fmla="*/ 364056 h 376783"/>
                  <a:gd name="csX177" fmla="*/ 243769 w 668097"/>
                  <a:gd name="csY177" fmla="*/ 364945 h 376783"/>
                  <a:gd name="csX178" fmla="*/ 245821 w 668097"/>
                  <a:gd name="csY178" fmla="*/ 367606 h 376783"/>
                  <a:gd name="csX179" fmla="*/ 242743 w 668097"/>
                  <a:gd name="csY179" fmla="*/ 375159 h 376783"/>
                  <a:gd name="csX180" fmla="*/ 251978 w 668097"/>
                  <a:gd name="csY180" fmla="*/ 376937 h 376783"/>
                  <a:gd name="csX181" fmla="*/ 279663 w 668097"/>
                  <a:gd name="csY181" fmla="*/ 368051 h 376783"/>
                  <a:gd name="csX182" fmla="*/ 282742 w 668097"/>
                  <a:gd name="csY182" fmla="*/ 362722 h 376783"/>
                  <a:gd name="csX183" fmla="*/ 299146 w 668097"/>
                  <a:gd name="csY183" fmla="*/ 362722 h 376783"/>
                  <a:gd name="csX184" fmla="*/ 305303 w 668097"/>
                  <a:gd name="csY184" fmla="*/ 356059 h 376783"/>
                  <a:gd name="csX185" fmla="*/ 302225 w 668097"/>
                  <a:gd name="csY185" fmla="*/ 343615 h 376783"/>
                  <a:gd name="csX186" fmla="*/ 292996 w 668097"/>
                  <a:gd name="csY186" fmla="*/ 342281 h 376783"/>
                  <a:gd name="csX187" fmla="*/ 283768 w 668097"/>
                  <a:gd name="csY187" fmla="*/ 350278 h 376783"/>
                  <a:gd name="csX188" fmla="*/ 272487 w 668097"/>
                  <a:gd name="csY188" fmla="*/ 348500 h 376783"/>
                  <a:gd name="csX189" fmla="*/ 272487 w 668097"/>
                  <a:gd name="csY189" fmla="*/ 340947 h 376783"/>
                  <a:gd name="csX190" fmla="*/ 277611 w 668097"/>
                  <a:gd name="csY190" fmla="*/ 337841 h 376783"/>
                  <a:gd name="csX191" fmla="*/ 276585 w 668097"/>
                  <a:gd name="csY191" fmla="*/ 332950 h 376783"/>
                  <a:gd name="csX192" fmla="*/ 268383 w 668097"/>
                  <a:gd name="csY192" fmla="*/ 332950 h 376783"/>
                  <a:gd name="csX193" fmla="*/ 260180 w 668097"/>
                  <a:gd name="csY193" fmla="*/ 337397 h 376783"/>
                  <a:gd name="csX194" fmla="*/ 253004 w 668097"/>
                  <a:gd name="csY194" fmla="*/ 334729 h 376783"/>
                  <a:gd name="csX195" fmla="*/ 222241 w 668097"/>
                  <a:gd name="csY195" fmla="*/ 336063 h 376783"/>
                  <a:gd name="csX196" fmla="*/ 220189 w 668097"/>
                  <a:gd name="csY196" fmla="*/ 332505 h 376783"/>
                  <a:gd name="csX197" fmla="*/ 233515 w 668097"/>
                  <a:gd name="csY197" fmla="*/ 326732 h 376783"/>
                  <a:gd name="csX198" fmla="*/ 226345 w 668097"/>
                  <a:gd name="csY198" fmla="*/ 320062 h 376783"/>
                  <a:gd name="csX199" fmla="*/ 230443 w 668097"/>
                  <a:gd name="csY199" fmla="*/ 319179 h 376783"/>
                  <a:gd name="csX200" fmla="*/ 247874 w 668097"/>
                  <a:gd name="csY200" fmla="*/ 329838 h 376783"/>
                  <a:gd name="csX201" fmla="*/ 285820 w 668097"/>
                  <a:gd name="csY201" fmla="*/ 329400 h 376783"/>
                  <a:gd name="csX202" fmla="*/ 306329 w 668097"/>
                  <a:gd name="csY202" fmla="*/ 320069 h 376783"/>
                  <a:gd name="csX203" fmla="*/ 300179 w 668097"/>
                  <a:gd name="csY203" fmla="*/ 310293 h 376783"/>
                  <a:gd name="csX204" fmla="*/ 294022 w 668097"/>
                  <a:gd name="csY204" fmla="*/ 307180 h 376783"/>
                  <a:gd name="csX205" fmla="*/ 299146 w 668097"/>
                  <a:gd name="csY205" fmla="*/ 302734 h 376783"/>
                  <a:gd name="csX206" fmla="*/ 327864 w 668097"/>
                  <a:gd name="csY206" fmla="*/ 304512 h 376783"/>
                  <a:gd name="csX207" fmla="*/ 351445 w 668097"/>
                  <a:gd name="csY207" fmla="*/ 298294 h 376783"/>
                  <a:gd name="csX208" fmla="*/ 342217 w 668097"/>
                  <a:gd name="csY208" fmla="*/ 295181 h 376783"/>
                  <a:gd name="csX209" fmla="*/ 325812 w 668097"/>
                  <a:gd name="csY209" fmla="*/ 293848 h 376783"/>
                  <a:gd name="csX210" fmla="*/ 323760 w 668097"/>
                  <a:gd name="csY210" fmla="*/ 292076 h 376783"/>
                  <a:gd name="csX211" fmla="*/ 336067 w 668097"/>
                  <a:gd name="csY211" fmla="*/ 290297 h 376783"/>
                  <a:gd name="csX212" fmla="*/ 357602 w 668097"/>
                  <a:gd name="csY212" fmla="*/ 289852 h 376783"/>
                  <a:gd name="csX213" fmla="*/ 362726 w 668097"/>
                  <a:gd name="csY213" fmla="*/ 287184 h 376783"/>
                  <a:gd name="csX214" fmla="*/ 360680 w 668097"/>
                  <a:gd name="csY214" fmla="*/ 280521 h 376783"/>
                  <a:gd name="csX215" fmla="*/ 339145 w 668097"/>
                  <a:gd name="csY215" fmla="*/ 275637 h 376783"/>
                  <a:gd name="csX216" fmla="*/ 344269 w 668097"/>
                  <a:gd name="csY216" fmla="*/ 274303 h 376783"/>
                  <a:gd name="csX217" fmla="*/ 360680 w 668097"/>
                  <a:gd name="csY217" fmla="*/ 275637 h 376783"/>
                  <a:gd name="csX218" fmla="*/ 371961 w 668097"/>
                  <a:gd name="csY218" fmla="*/ 272969 h 376783"/>
                  <a:gd name="csX219" fmla="*/ 359654 w 668097"/>
                  <a:gd name="csY219" fmla="*/ 259191 h 376783"/>
                  <a:gd name="csX220" fmla="*/ 344269 w 668097"/>
                  <a:gd name="csY220" fmla="*/ 259191 h 376783"/>
                  <a:gd name="csX221" fmla="*/ 329917 w 668097"/>
                  <a:gd name="csY221" fmla="*/ 253418 h 376783"/>
                  <a:gd name="csX222" fmla="*/ 309408 w 668097"/>
                  <a:gd name="csY222" fmla="*/ 256086 h 376783"/>
                  <a:gd name="csX223" fmla="*/ 304277 w 668097"/>
                  <a:gd name="csY223" fmla="*/ 252973 h 376783"/>
                  <a:gd name="csX224" fmla="*/ 317610 w 668097"/>
                  <a:gd name="csY224" fmla="*/ 251194 h 376783"/>
                  <a:gd name="csX225" fmla="*/ 331969 w 668097"/>
                  <a:gd name="csY225" fmla="*/ 251639 h 376783"/>
                  <a:gd name="csX226" fmla="*/ 331969 w 668097"/>
                  <a:gd name="csY226" fmla="*/ 249423 h 376783"/>
                  <a:gd name="csX227" fmla="*/ 306329 w 668097"/>
                  <a:gd name="csY227" fmla="*/ 248978 h 376783"/>
                  <a:gd name="csX228" fmla="*/ 307355 w 668097"/>
                  <a:gd name="csY228" fmla="*/ 246310 h 376783"/>
                  <a:gd name="csX229" fmla="*/ 324793 w 668097"/>
                  <a:gd name="csY229" fmla="*/ 244531 h 376783"/>
                  <a:gd name="csX230" fmla="*/ 344269 w 668097"/>
                  <a:gd name="csY230" fmla="*/ 246310 h 376783"/>
                  <a:gd name="csX231" fmla="*/ 355550 w 668097"/>
                  <a:gd name="csY231" fmla="*/ 251639 h 376783"/>
                  <a:gd name="csX232" fmla="*/ 371961 w 668097"/>
                  <a:gd name="csY232" fmla="*/ 251639 h 376783"/>
                  <a:gd name="csX233" fmla="*/ 375039 w 668097"/>
                  <a:gd name="csY233" fmla="*/ 243642 h 376783"/>
                  <a:gd name="csX234" fmla="*/ 341197 w 668097"/>
                  <a:gd name="csY234" fmla="*/ 240974 h 376783"/>
                  <a:gd name="csX235" fmla="*/ 307355 w 668097"/>
                  <a:gd name="csY235" fmla="*/ 243197 h 376783"/>
                  <a:gd name="csX236" fmla="*/ 309408 w 668097"/>
                  <a:gd name="csY236" fmla="*/ 239202 h 376783"/>
                  <a:gd name="csX237" fmla="*/ 320688 w 668097"/>
                  <a:gd name="csY237" fmla="*/ 238313 h 376783"/>
                  <a:gd name="csX238" fmla="*/ 318636 w 668097"/>
                  <a:gd name="csY238" fmla="*/ 236534 h 376783"/>
                  <a:gd name="csX239" fmla="*/ 338119 w 668097"/>
                  <a:gd name="csY239" fmla="*/ 237424 h 376783"/>
                  <a:gd name="csX240" fmla="*/ 339145 w 668097"/>
                  <a:gd name="csY240" fmla="*/ 235645 h 376783"/>
                  <a:gd name="csX241" fmla="*/ 322741 w 668097"/>
                  <a:gd name="csY241" fmla="*/ 233422 h 376783"/>
                  <a:gd name="csX242" fmla="*/ 341197 w 668097"/>
                  <a:gd name="csY242" fmla="*/ 230316 h 376783"/>
                  <a:gd name="csX243" fmla="*/ 347347 w 668097"/>
                  <a:gd name="csY243" fmla="*/ 231205 h 376783"/>
                  <a:gd name="csX244" fmla="*/ 351452 w 668097"/>
                  <a:gd name="csY244" fmla="*/ 234311 h 376783"/>
                  <a:gd name="csX245" fmla="*/ 366837 w 668097"/>
                  <a:gd name="csY245" fmla="*/ 233866 h 376783"/>
                  <a:gd name="csX246" fmla="*/ 367856 w 668097"/>
                  <a:gd name="csY246" fmla="*/ 228537 h 376783"/>
                  <a:gd name="csX247" fmla="*/ 386313 w 668097"/>
                  <a:gd name="csY247" fmla="*/ 228537 h 376783"/>
                  <a:gd name="csX248" fmla="*/ 399646 w 668097"/>
                  <a:gd name="csY248" fmla="*/ 224980 h 376783"/>
                  <a:gd name="csX249" fmla="*/ 397601 w 668097"/>
                  <a:gd name="csY249" fmla="*/ 218762 h 376783"/>
                  <a:gd name="csX250" fmla="*/ 374013 w 668097"/>
                  <a:gd name="csY250" fmla="*/ 216094 h 376783"/>
                  <a:gd name="csX251" fmla="*/ 370935 w 668097"/>
                  <a:gd name="csY251" fmla="*/ 212988 h 376783"/>
                  <a:gd name="csX252" fmla="*/ 385294 w 668097"/>
                  <a:gd name="csY252" fmla="*/ 211654 h 376783"/>
                  <a:gd name="csX253" fmla="*/ 405803 w 668097"/>
                  <a:gd name="csY253" fmla="*/ 216094 h 376783"/>
                  <a:gd name="csX254" fmla="*/ 410927 w 668097"/>
                  <a:gd name="csY254" fmla="*/ 218762 h 376783"/>
                  <a:gd name="csX255" fmla="*/ 430410 w 668097"/>
                  <a:gd name="csY255" fmla="*/ 217872 h 376783"/>
                  <a:gd name="csX256" fmla="*/ 445795 w 668097"/>
                  <a:gd name="csY256" fmla="*/ 210320 h 376783"/>
                  <a:gd name="csX257" fmla="*/ 443743 w 668097"/>
                  <a:gd name="csY257" fmla="*/ 205436 h 376783"/>
                  <a:gd name="csX258" fmla="*/ 451952 w 668097"/>
                  <a:gd name="csY258" fmla="*/ 201434 h 376783"/>
                  <a:gd name="csX259" fmla="*/ 444769 w 668097"/>
                  <a:gd name="csY259" fmla="*/ 199655 h 376783"/>
                  <a:gd name="csX260" fmla="*/ 424260 w 668097"/>
                  <a:gd name="csY260" fmla="*/ 202323 h 376783"/>
                  <a:gd name="csX261" fmla="*/ 418110 w 668097"/>
                  <a:gd name="csY261" fmla="*/ 201434 h 376783"/>
                  <a:gd name="csX262" fmla="*/ 419129 w 668097"/>
                  <a:gd name="csY262" fmla="*/ 195215 h 376783"/>
                  <a:gd name="csX263" fmla="*/ 428364 w 668097"/>
                  <a:gd name="csY263" fmla="*/ 192547 h 376783"/>
                  <a:gd name="csX264" fmla="*/ 439645 w 668097"/>
                  <a:gd name="csY264" fmla="*/ 196549 h 376783"/>
                  <a:gd name="csX265" fmla="*/ 447847 w 668097"/>
                  <a:gd name="csY265" fmla="*/ 192547 h 376783"/>
                  <a:gd name="csX266" fmla="*/ 469382 w 668097"/>
                  <a:gd name="csY266" fmla="*/ 190769 h 376783"/>
                  <a:gd name="csX267" fmla="*/ 464259 w 668097"/>
                  <a:gd name="csY267" fmla="*/ 184995 h 376783"/>
                  <a:gd name="csX268" fmla="*/ 453997 w 668097"/>
                  <a:gd name="csY268" fmla="*/ 181438 h 376783"/>
                  <a:gd name="csX269" fmla="*/ 451952 w 668097"/>
                  <a:gd name="csY269" fmla="*/ 174330 h 376783"/>
                  <a:gd name="csX270" fmla="*/ 464259 w 668097"/>
                  <a:gd name="csY270" fmla="*/ 176998 h 376783"/>
                  <a:gd name="csX271" fmla="*/ 466304 w 668097"/>
                  <a:gd name="csY271" fmla="*/ 181438 h 376783"/>
                  <a:gd name="csX272" fmla="*/ 473487 w 668097"/>
                  <a:gd name="csY272" fmla="*/ 183216 h 376783"/>
                  <a:gd name="csX273" fmla="*/ 488865 w 668097"/>
                  <a:gd name="csY273" fmla="*/ 177443 h 376783"/>
                  <a:gd name="csX274" fmla="*/ 496042 w 668097"/>
                  <a:gd name="csY274" fmla="*/ 167222 h 376783"/>
                  <a:gd name="csX275" fmla="*/ 518603 w 668097"/>
                  <a:gd name="csY275" fmla="*/ 156113 h 376783"/>
                  <a:gd name="csX276" fmla="*/ 527838 w 668097"/>
                  <a:gd name="csY276" fmla="*/ 153445 h 376783"/>
                  <a:gd name="csX277" fmla="*/ 543216 w 668097"/>
                  <a:gd name="csY277" fmla="*/ 141897 h 376783"/>
                  <a:gd name="csX278" fmla="*/ 550393 w 668097"/>
                  <a:gd name="csY278" fmla="*/ 140119 h 376783"/>
                  <a:gd name="csX279" fmla="*/ 566804 w 668097"/>
                  <a:gd name="csY279" fmla="*/ 127230 h 376783"/>
                  <a:gd name="csX280" fmla="*/ 577058 w 668097"/>
                  <a:gd name="csY280" fmla="*/ 125903 h 376783"/>
                  <a:gd name="csX281" fmla="*/ 588339 w 668097"/>
                  <a:gd name="csY281" fmla="*/ 117017 h 376783"/>
                  <a:gd name="csX282" fmla="*/ 595515 w 668097"/>
                  <a:gd name="csY282" fmla="*/ 113904 h 376783"/>
                  <a:gd name="csX283" fmla="*/ 593463 w 668097"/>
                  <a:gd name="csY283" fmla="*/ 111236 h 376783"/>
                  <a:gd name="csX284" fmla="*/ 580137 w 668097"/>
                  <a:gd name="csY284" fmla="*/ 111681 h 376783"/>
                  <a:gd name="csX285" fmla="*/ 566804 w 668097"/>
                  <a:gd name="csY285" fmla="*/ 114349 h 376783"/>
                  <a:gd name="csX286" fmla="*/ 551426 w 668097"/>
                  <a:gd name="csY286" fmla="*/ 118789 h 376783"/>
                  <a:gd name="csX287" fmla="*/ 541171 w 668097"/>
                  <a:gd name="csY287" fmla="*/ 120567 h 376783"/>
                  <a:gd name="csX288" fmla="*/ 508355 w 668097"/>
                  <a:gd name="csY288" fmla="*/ 128120 h 376783"/>
                  <a:gd name="csX289" fmla="*/ 488865 w 668097"/>
                  <a:gd name="csY289" fmla="*/ 133900 h 376783"/>
                  <a:gd name="csX290" fmla="*/ 480663 w 668097"/>
                  <a:gd name="csY290" fmla="*/ 134345 h 376783"/>
                  <a:gd name="csX291" fmla="*/ 475539 w 668097"/>
                  <a:gd name="csY291" fmla="*/ 137451 h 376783"/>
                  <a:gd name="csX292" fmla="*/ 456050 w 668097"/>
                  <a:gd name="csY292" fmla="*/ 134789 h 376783"/>
                  <a:gd name="csX293" fmla="*/ 463232 w 668097"/>
                  <a:gd name="csY293" fmla="*/ 131232 h 376783"/>
                  <a:gd name="csX294" fmla="*/ 483742 w 668097"/>
                  <a:gd name="csY294" fmla="*/ 131232 h 376783"/>
                  <a:gd name="csX295" fmla="*/ 501172 w 668097"/>
                  <a:gd name="csY295" fmla="*/ 125903 h 376783"/>
                  <a:gd name="csX296" fmla="*/ 526812 w 668097"/>
                  <a:gd name="csY296" fmla="*/ 120567 h 376783"/>
                  <a:gd name="csX297" fmla="*/ 549373 w 668097"/>
                  <a:gd name="csY297" fmla="*/ 115238 h 376783"/>
                  <a:gd name="csX298" fmla="*/ 547321 w 668097"/>
                  <a:gd name="csY298" fmla="*/ 110792 h 376783"/>
                  <a:gd name="csX299" fmla="*/ 523733 w 668097"/>
                  <a:gd name="csY299" fmla="*/ 111236 h 376783"/>
                  <a:gd name="csX300" fmla="*/ 516557 w 668097"/>
                  <a:gd name="csY300" fmla="*/ 113460 h 376783"/>
                  <a:gd name="csX301" fmla="*/ 495022 w 668097"/>
                  <a:gd name="csY301" fmla="*/ 112126 h 376783"/>
                  <a:gd name="csX302" fmla="*/ 492970 w 668097"/>
                  <a:gd name="csY302" fmla="*/ 102795 h 376783"/>
                  <a:gd name="csX303" fmla="*/ 497068 w 668097"/>
                  <a:gd name="csY303" fmla="*/ 102350 h 376783"/>
                  <a:gd name="csX304" fmla="*/ 507329 w 668097"/>
                  <a:gd name="csY304" fmla="*/ 105907 h 376783"/>
                  <a:gd name="csX305" fmla="*/ 526812 w 668097"/>
                  <a:gd name="csY305" fmla="*/ 105018 h 376783"/>
                  <a:gd name="csX306" fmla="*/ 535014 w 668097"/>
                  <a:gd name="csY306" fmla="*/ 106352 h 376783"/>
                  <a:gd name="csX307" fmla="*/ 564752 w 668097"/>
                  <a:gd name="csY307" fmla="*/ 103684 h 376783"/>
                  <a:gd name="csX308" fmla="*/ 578085 w 668097"/>
                  <a:gd name="csY308" fmla="*/ 97910 h 376783"/>
                  <a:gd name="csX309" fmla="*/ 597567 w 668097"/>
                  <a:gd name="csY309" fmla="*/ 97465 h 376783"/>
                  <a:gd name="csX310" fmla="*/ 608848 w 668097"/>
                  <a:gd name="csY310" fmla="*/ 92800 h 376783"/>
                  <a:gd name="csX311" fmla="*/ 621155 w 668097"/>
                  <a:gd name="csY311" fmla="*/ 90802 h 376783"/>
                  <a:gd name="csX312" fmla="*/ 636540 w 668097"/>
                  <a:gd name="csY312" fmla="*/ 85467 h 376783"/>
                  <a:gd name="csX313" fmla="*/ 641664 w 668097"/>
                  <a:gd name="csY313" fmla="*/ 79693 h 376783"/>
                  <a:gd name="csX314" fmla="*/ 650892 w 668097"/>
                  <a:gd name="csY314" fmla="*/ 76580 h 376783"/>
                  <a:gd name="csX315" fmla="*/ 647821 w 668097"/>
                  <a:gd name="csY315" fmla="*/ 72585 h 376783"/>
                  <a:gd name="csX316" fmla="*/ 667304 w 668097"/>
                  <a:gd name="csY316" fmla="*/ 65471 h 376783"/>
                  <a:gd name="csX317" fmla="*/ 669356 w 668097"/>
                  <a:gd name="csY317" fmla="*/ 52144 h 376783"/>
                  <a:gd name="csX318" fmla="*/ 649866 w 668097"/>
                  <a:gd name="csY318" fmla="*/ 44147 h 376783"/>
                  <a:gd name="csX319" fmla="*/ 617050 w 668097"/>
                  <a:gd name="csY319" fmla="*/ 44147 h 376783"/>
                  <a:gd name="csX320" fmla="*/ 615005 w 668097"/>
                  <a:gd name="csY320" fmla="*/ 29925 h 376783"/>
                  <a:gd name="csX321" fmla="*/ 605777 w 668097"/>
                  <a:gd name="csY321" fmla="*/ 26819 h 376783"/>
                  <a:gd name="csX322" fmla="*/ 611927 w 668097"/>
                  <a:gd name="csY322" fmla="*/ 24151 h 376783"/>
                  <a:gd name="csX323" fmla="*/ 615005 w 668097"/>
                  <a:gd name="csY323" fmla="*/ 18378 h 376783"/>
                  <a:gd name="csX324" fmla="*/ 606803 w 668097"/>
                  <a:gd name="csY324" fmla="*/ 17044 h 376783"/>
                  <a:gd name="csX325" fmla="*/ 592444 w 668097"/>
                  <a:gd name="csY325" fmla="*/ 18822 h 376783"/>
                  <a:gd name="csX326" fmla="*/ 585261 w 668097"/>
                  <a:gd name="csY326" fmla="*/ 22373 h 376783"/>
                  <a:gd name="csX327" fmla="*/ 581163 w 668097"/>
                  <a:gd name="csY327" fmla="*/ 20594 h 376783"/>
                  <a:gd name="csX328" fmla="*/ 580137 w 668097"/>
                  <a:gd name="csY328" fmla="*/ 15265 h 376783"/>
                  <a:gd name="csX329" fmla="*/ 572961 w 668097"/>
                  <a:gd name="csY329" fmla="*/ 15265 h 376783"/>
                  <a:gd name="csX330" fmla="*/ 569882 w 668097"/>
                  <a:gd name="csY330" fmla="*/ 24596 h 376783"/>
                  <a:gd name="csX331" fmla="*/ 562706 w 668097"/>
                  <a:gd name="csY331" fmla="*/ 25041 h 376783"/>
                  <a:gd name="csX332" fmla="*/ 555530 w 668097"/>
                  <a:gd name="csY332" fmla="*/ 19705 h 376783"/>
                  <a:gd name="csX333" fmla="*/ 545269 w 668097"/>
                  <a:gd name="csY333" fmla="*/ 20149 h 376783"/>
                  <a:gd name="csX334" fmla="*/ 517584 w 668097"/>
                  <a:gd name="csY334" fmla="*/ 34372 h 376783"/>
                  <a:gd name="csX335" fmla="*/ 495022 w 668097"/>
                  <a:gd name="csY335" fmla="*/ 36150 h 376783"/>
                  <a:gd name="csX336" fmla="*/ 495022 w 668097"/>
                  <a:gd name="csY336" fmla="*/ 33482 h 376783"/>
                  <a:gd name="csX337" fmla="*/ 530916 w 668097"/>
                  <a:gd name="csY337" fmla="*/ 21039 h 376783"/>
                  <a:gd name="csX338" fmla="*/ 529890 w 668097"/>
                  <a:gd name="csY338" fmla="*/ 11263 h 376783"/>
                  <a:gd name="csX339" fmla="*/ 505277 w 668097"/>
                  <a:gd name="csY339" fmla="*/ 11708 h 376783"/>
                  <a:gd name="csX340" fmla="*/ 490918 w 668097"/>
                  <a:gd name="csY340" fmla="*/ 9047 h 376783"/>
                  <a:gd name="csX341" fmla="*/ 473487 w 668097"/>
                  <a:gd name="csY341" fmla="*/ 10374 h 376783"/>
                  <a:gd name="csX342" fmla="*/ 471442 w 668097"/>
                  <a:gd name="csY342" fmla="*/ 5934 h 376783"/>
                  <a:gd name="csX343" fmla="*/ 454004 w 668097"/>
                  <a:gd name="csY343" fmla="*/ 5489 h 376783"/>
                  <a:gd name="csX344" fmla="*/ 449906 w 668097"/>
                  <a:gd name="csY344" fmla="*/ 154 h 376783"/>
                  <a:gd name="csX345" fmla="*/ 427345 w 668097"/>
                  <a:gd name="csY345" fmla="*/ 2821 h 376783"/>
                  <a:gd name="csX346" fmla="*/ 427345 w 668097"/>
                  <a:gd name="csY346" fmla="*/ 7268 h 376783"/>
                  <a:gd name="csX347" fmla="*/ 443750 w 668097"/>
                  <a:gd name="csY347" fmla="*/ 12597 h 376783"/>
                  <a:gd name="csX348" fmla="*/ 436573 w 668097"/>
                  <a:gd name="csY348" fmla="*/ 14820 h 376783"/>
                  <a:gd name="csX349" fmla="*/ 414012 w 668097"/>
                  <a:gd name="csY349" fmla="*/ 7268 h 376783"/>
                  <a:gd name="csX350" fmla="*/ 414012 w 668097"/>
                  <a:gd name="csY350" fmla="*/ 2377 h 376783"/>
                  <a:gd name="csX351" fmla="*/ 394529 w 668097"/>
                  <a:gd name="csY351" fmla="*/ 3266 h 376783"/>
                  <a:gd name="csX352" fmla="*/ 385301 w 668097"/>
                  <a:gd name="csY352" fmla="*/ 4155 h 376783"/>
                  <a:gd name="csX353" fmla="*/ 380170 w 668097"/>
                  <a:gd name="csY353" fmla="*/ 10818 h 376783"/>
                  <a:gd name="csX354" fmla="*/ 383249 w 668097"/>
                  <a:gd name="csY354" fmla="*/ 15710 h 376783"/>
                  <a:gd name="csX355" fmla="*/ 409914 w 668097"/>
                  <a:gd name="csY355" fmla="*/ 28591 h 376783"/>
                  <a:gd name="csX356" fmla="*/ 411960 w 668097"/>
                  <a:gd name="csY356" fmla="*/ 34372 h 376783"/>
                  <a:gd name="csX357" fmla="*/ 399653 w 668097"/>
                  <a:gd name="csY357" fmla="*/ 37040 h 376783"/>
                  <a:gd name="csX358" fmla="*/ 386327 w 668097"/>
                  <a:gd name="csY358" fmla="*/ 28147 h 376783"/>
                  <a:gd name="csX359" fmla="*/ 370942 w 668097"/>
                  <a:gd name="csY359" fmla="*/ 21928 h 376783"/>
                  <a:gd name="csX360" fmla="*/ 356589 w 668097"/>
                  <a:gd name="csY360" fmla="*/ 5934 h 376783"/>
                  <a:gd name="csX361" fmla="*/ 311980 w 668097"/>
                  <a:gd name="csY361" fmla="*/ 6153 h 376783"/>
                  <a:gd name="csX362" fmla="*/ 304284 w 668097"/>
                  <a:gd name="csY362" fmla="*/ 8821 h 376783"/>
                  <a:gd name="csX363" fmla="*/ 305823 w 668097"/>
                  <a:gd name="csY363" fmla="*/ 17482 h 376783"/>
                  <a:gd name="csX364" fmla="*/ 330437 w 668097"/>
                  <a:gd name="csY364" fmla="*/ 23481 h 376783"/>
                  <a:gd name="csX365" fmla="*/ 338126 w 668097"/>
                  <a:gd name="csY365" fmla="*/ 31485 h 376783"/>
                  <a:gd name="csX366" fmla="*/ 348893 w 668097"/>
                  <a:gd name="csY366" fmla="*/ 38148 h 376783"/>
                  <a:gd name="csX367" fmla="*/ 342743 w 668097"/>
                  <a:gd name="csY367" fmla="*/ 45475 h 376783"/>
                  <a:gd name="csX368" fmla="*/ 327358 w 668097"/>
                  <a:gd name="csY368" fmla="*/ 50810 h 376783"/>
                  <a:gd name="csX369" fmla="*/ 325819 w 668097"/>
                  <a:gd name="csY369" fmla="*/ 38148 h 376783"/>
                  <a:gd name="csX370" fmla="*/ 304284 w 668097"/>
                  <a:gd name="csY370" fmla="*/ 24815 h 376783"/>
                  <a:gd name="csX371" fmla="*/ 290445 w 668097"/>
                  <a:gd name="csY371" fmla="*/ 16154 h 376783"/>
                  <a:gd name="csX372" fmla="*/ 279677 w 668097"/>
                  <a:gd name="csY372" fmla="*/ 18815 h 376783"/>
                  <a:gd name="csX373" fmla="*/ 273520 w 668097"/>
                  <a:gd name="csY373" fmla="*/ 16154 h 376783"/>
                  <a:gd name="csX374" fmla="*/ 250453 w 668097"/>
                  <a:gd name="csY374" fmla="*/ 14150 h 376783"/>
                  <a:gd name="csX375" fmla="*/ 241217 w 668097"/>
                  <a:gd name="csY375" fmla="*/ 18152 h 376783"/>
                  <a:gd name="csX376" fmla="*/ 250446 w 668097"/>
                  <a:gd name="csY376" fmla="*/ 25479 h 376783"/>
                  <a:gd name="csX377" fmla="*/ 270442 w 668097"/>
                  <a:gd name="csY377" fmla="*/ 30814 h 376783"/>
                  <a:gd name="csX378" fmla="*/ 264292 w 668097"/>
                  <a:gd name="csY378" fmla="*/ 34146 h 376783"/>
                  <a:gd name="csX379" fmla="*/ 247374 w 668097"/>
                  <a:gd name="csY379" fmla="*/ 33482 h 376783"/>
                  <a:gd name="csX380" fmla="*/ 225839 w 668097"/>
                  <a:gd name="csY380" fmla="*/ 22147 h 376783"/>
                  <a:gd name="csX381" fmla="*/ 215071 w 668097"/>
                  <a:gd name="csY381" fmla="*/ 22147 h 376783"/>
                  <a:gd name="csX382" fmla="*/ 208915 w 668097"/>
                  <a:gd name="csY382" fmla="*/ 23481 h 376783"/>
                  <a:gd name="csX383" fmla="*/ 236607 w 668097"/>
                  <a:gd name="csY383" fmla="*/ 36814 h 376783"/>
                  <a:gd name="csX384" fmla="*/ 239678 w 668097"/>
                  <a:gd name="csY384" fmla="*/ 42143 h 376783"/>
                  <a:gd name="csX385" fmla="*/ 231989 w 668097"/>
                  <a:gd name="csY385" fmla="*/ 44141 h 376783"/>
                  <a:gd name="csX386" fmla="*/ 213532 w 668097"/>
                  <a:gd name="csY386" fmla="*/ 34146 h 376783"/>
                  <a:gd name="csX387" fmla="*/ 191997 w 668097"/>
                  <a:gd name="csY387" fmla="*/ 34816 h 376783"/>
                  <a:gd name="csX388" fmla="*/ 188919 w 668097"/>
                  <a:gd name="csY388" fmla="*/ 38148 h 376783"/>
                  <a:gd name="csX389" fmla="*/ 195076 w 668097"/>
                  <a:gd name="csY389" fmla="*/ 41479 h 376783"/>
                  <a:gd name="csX390" fmla="*/ 208915 w 668097"/>
                  <a:gd name="csY390" fmla="*/ 41479 h 376783"/>
                  <a:gd name="csX391" fmla="*/ 213532 w 668097"/>
                  <a:gd name="csY391" fmla="*/ 44811 h 376783"/>
                  <a:gd name="csX392" fmla="*/ 210454 w 668097"/>
                  <a:gd name="csY392" fmla="*/ 47479 h 376783"/>
                  <a:gd name="csX393" fmla="*/ 195069 w 668097"/>
                  <a:gd name="csY393" fmla="*/ 48142 h 376783"/>
                  <a:gd name="csX394" fmla="*/ 190458 w 668097"/>
                  <a:gd name="csY394" fmla="*/ 54806 h 376783"/>
                  <a:gd name="csX395" fmla="*/ 201225 w 668097"/>
                  <a:gd name="csY395" fmla="*/ 62803 h 376783"/>
                  <a:gd name="csX396" fmla="*/ 230450 w 668097"/>
                  <a:gd name="csY396" fmla="*/ 68802 h 376783"/>
                  <a:gd name="csX397" fmla="*/ 241217 w 668097"/>
                  <a:gd name="csY397" fmla="*/ 78133 h 376783"/>
                  <a:gd name="csX398" fmla="*/ 242757 w 668097"/>
                  <a:gd name="csY398" fmla="*/ 82135 h 376783"/>
                  <a:gd name="csX399" fmla="*/ 233528 w 668097"/>
                  <a:gd name="csY399" fmla="*/ 82799 h 376783"/>
                  <a:gd name="csX400" fmla="*/ 202765 w 668097"/>
                  <a:gd name="csY400" fmla="*/ 71470 h 376783"/>
                  <a:gd name="csX401" fmla="*/ 188919 w 668097"/>
                  <a:gd name="csY401" fmla="*/ 64137 h 376783"/>
                  <a:gd name="csX402" fmla="*/ 182769 w 668097"/>
                  <a:gd name="csY402" fmla="*/ 64807 h 376783"/>
                  <a:gd name="csX403" fmla="*/ 184301 w 668097"/>
                  <a:gd name="csY403" fmla="*/ 68802 h 376783"/>
                  <a:gd name="csX404" fmla="*/ 195069 w 668097"/>
                  <a:gd name="csY404" fmla="*/ 74802 h 376783"/>
                  <a:gd name="csX405" fmla="*/ 179690 w 668097"/>
                  <a:gd name="csY405" fmla="*/ 75465 h 376783"/>
                  <a:gd name="csX406" fmla="*/ 156616 w 668097"/>
                  <a:gd name="csY406" fmla="*/ 55476 h 376783"/>
                  <a:gd name="csX407" fmla="*/ 135081 w 668097"/>
                  <a:gd name="csY407" fmla="*/ 46809 h 376783"/>
                  <a:gd name="csX408" fmla="*/ 124313 w 668097"/>
                  <a:gd name="csY408" fmla="*/ 48806 h 376783"/>
                  <a:gd name="csX409" fmla="*/ 130470 w 668097"/>
                  <a:gd name="csY409" fmla="*/ 62139 h 376783"/>
                  <a:gd name="csX410" fmla="*/ 110467 w 668097"/>
                  <a:gd name="csY410" fmla="*/ 61469 h 376783"/>
                  <a:gd name="csX411" fmla="*/ 108935 w 668097"/>
                  <a:gd name="csY411" fmla="*/ 67468 h 376783"/>
                  <a:gd name="csX412" fmla="*/ 122774 w 668097"/>
                  <a:gd name="csY412" fmla="*/ 73468 h 376783"/>
                  <a:gd name="csX413" fmla="*/ 145848 w 668097"/>
                  <a:gd name="csY413" fmla="*/ 76135 h 376783"/>
                  <a:gd name="csX414" fmla="*/ 152005 w 668097"/>
                  <a:gd name="csY414" fmla="*/ 80801 h 376783"/>
                  <a:gd name="csX415" fmla="*/ 138159 w 668097"/>
                  <a:gd name="csY415" fmla="*/ 85467 h 376783"/>
                  <a:gd name="csX416" fmla="*/ 122774 w 668097"/>
                  <a:gd name="csY416" fmla="*/ 84796 h 376783"/>
                  <a:gd name="csX417" fmla="*/ 112013 w 668097"/>
                  <a:gd name="csY417" fmla="*/ 78797 h 376783"/>
                  <a:gd name="csX418" fmla="*/ 107396 w 668097"/>
                  <a:gd name="csY418" fmla="*/ 80801 h 376783"/>
                  <a:gd name="csX419" fmla="*/ 108935 w 668097"/>
                  <a:gd name="csY419" fmla="*/ 86130 h 376783"/>
                  <a:gd name="csX420" fmla="*/ 98167 w 668097"/>
                  <a:gd name="csY420" fmla="*/ 82135 h 376783"/>
                  <a:gd name="csX421" fmla="*/ 90471 w 668097"/>
                  <a:gd name="csY421" fmla="*/ 74802 h 376783"/>
                  <a:gd name="csX422" fmla="*/ 73554 w 668097"/>
                  <a:gd name="csY422" fmla="*/ 74802 h 376783"/>
                  <a:gd name="csX423" fmla="*/ 56636 w 668097"/>
                  <a:gd name="csY423" fmla="*/ 82799 h 376783"/>
                  <a:gd name="csX424" fmla="*/ 52018 w 668097"/>
                  <a:gd name="csY424" fmla="*/ 89462 h 376783"/>
                  <a:gd name="csX425" fmla="*/ 30483 w 668097"/>
                  <a:gd name="csY425" fmla="*/ 86130 h 376783"/>
                  <a:gd name="csX426" fmla="*/ 21255 w 668097"/>
                  <a:gd name="csY426" fmla="*/ 94798 h 376783"/>
                  <a:gd name="csX427" fmla="*/ 1259 w 668097"/>
                  <a:gd name="csY427" fmla="*/ 104122 h 376783"/>
                  <a:gd name="csX428" fmla="*/ 12026 w 668097"/>
                  <a:gd name="csY428" fmla="*/ 108124 h 376783"/>
                  <a:gd name="csX429" fmla="*/ 32022 w 668097"/>
                  <a:gd name="csY429" fmla="*/ 109458 h 3767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Lst>
                <a:rect l="l" t="t" r="r" b="b"/>
                <a:pathLst>
                  <a:path w="668097" h="376783">
                    <a:moveTo>
                      <a:pt x="32022" y="109458"/>
                    </a:moveTo>
                    <a:lnTo>
                      <a:pt x="47408" y="106790"/>
                    </a:lnTo>
                    <a:lnTo>
                      <a:pt x="48940" y="110121"/>
                    </a:lnTo>
                    <a:lnTo>
                      <a:pt x="33562" y="114123"/>
                    </a:lnTo>
                    <a:lnTo>
                      <a:pt x="36633" y="120123"/>
                    </a:lnTo>
                    <a:lnTo>
                      <a:pt x="62786" y="117455"/>
                    </a:lnTo>
                    <a:lnTo>
                      <a:pt x="82782" y="110792"/>
                    </a:lnTo>
                    <a:lnTo>
                      <a:pt x="101239" y="112126"/>
                    </a:lnTo>
                    <a:lnTo>
                      <a:pt x="96628" y="114787"/>
                    </a:lnTo>
                    <a:lnTo>
                      <a:pt x="72014" y="120786"/>
                    </a:lnTo>
                    <a:lnTo>
                      <a:pt x="55097" y="127449"/>
                    </a:lnTo>
                    <a:lnTo>
                      <a:pt x="55097" y="130788"/>
                    </a:lnTo>
                    <a:lnTo>
                      <a:pt x="45862" y="132785"/>
                    </a:lnTo>
                    <a:lnTo>
                      <a:pt x="50479" y="141446"/>
                    </a:lnTo>
                    <a:lnTo>
                      <a:pt x="84321" y="143450"/>
                    </a:lnTo>
                    <a:lnTo>
                      <a:pt x="116624" y="142116"/>
                    </a:lnTo>
                    <a:lnTo>
                      <a:pt x="142770" y="130117"/>
                    </a:lnTo>
                    <a:lnTo>
                      <a:pt x="151998" y="128790"/>
                    </a:lnTo>
                    <a:lnTo>
                      <a:pt x="156616" y="130788"/>
                    </a:lnTo>
                    <a:lnTo>
                      <a:pt x="135081" y="142780"/>
                    </a:lnTo>
                    <a:lnTo>
                      <a:pt x="116624" y="146782"/>
                    </a:lnTo>
                    <a:lnTo>
                      <a:pt x="85860" y="146782"/>
                    </a:lnTo>
                    <a:lnTo>
                      <a:pt x="58168" y="152111"/>
                    </a:lnTo>
                    <a:lnTo>
                      <a:pt x="64318" y="158774"/>
                    </a:lnTo>
                    <a:lnTo>
                      <a:pt x="85853" y="161442"/>
                    </a:lnTo>
                    <a:lnTo>
                      <a:pt x="104317" y="168105"/>
                    </a:lnTo>
                    <a:lnTo>
                      <a:pt x="112006" y="166107"/>
                    </a:lnTo>
                    <a:lnTo>
                      <a:pt x="121235" y="156113"/>
                    </a:lnTo>
                    <a:lnTo>
                      <a:pt x="139691" y="147445"/>
                    </a:lnTo>
                    <a:lnTo>
                      <a:pt x="167383" y="140782"/>
                    </a:lnTo>
                    <a:lnTo>
                      <a:pt x="198147" y="138114"/>
                    </a:lnTo>
                    <a:lnTo>
                      <a:pt x="199686" y="142780"/>
                    </a:lnTo>
                    <a:lnTo>
                      <a:pt x="148927" y="150113"/>
                    </a:lnTo>
                    <a:lnTo>
                      <a:pt x="133541" y="158774"/>
                    </a:lnTo>
                    <a:lnTo>
                      <a:pt x="125852" y="167441"/>
                    </a:lnTo>
                    <a:lnTo>
                      <a:pt x="125845" y="172770"/>
                    </a:lnTo>
                    <a:lnTo>
                      <a:pt x="158155" y="173441"/>
                    </a:lnTo>
                    <a:lnTo>
                      <a:pt x="167383" y="170773"/>
                    </a:lnTo>
                    <a:lnTo>
                      <a:pt x="167383" y="158781"/>
                    </a:lnTo>
                    <a:lnTo>
                      <a:pt x="176612" y="157447"/>
                    </a:lnTo>
                    <a:lnTo>
                      <a:pt x="179690" y="164773"/>
                    </a:lnTo>
                    <a:lnTo>
                      <a:pt x="193529" y="160108"/>
                    </a:lnTo>
                    <a:lnTo>
                      <a:pt x="210454" y="160108"/>
                    </a:lnTo>
                    <a:lnTo>
                      <a:pt x="207375" y="162776"/>
                    </a:lnTo>
                    <a:lnTo>
                      <a:pt x="188919" y="168775"/>
                    </a:lnTo>
                    <a:lnTo>
                      <a:pt x="193529" y="172107"/>
                    </a:lnTo>
                    <a:lnTo>
                      <a:pt x="224293" y="168775"/>
                    </a:lnTo>
                    <a:lnTo>
                      <a:pt x="241217" y="164110"/>
                    </a:lnTo>
                    <a:lnTo>
                      <a:pt x="268903" y="148779"/>
                    </a:lnTo>
                    <a:lnTo>
                      <a:pt x="258135" y="137451"/>
                    </a:lnTo>
                    <a:lnTo>
                      <a:pt x="275059" y="135453"/>
                    </a:lnTo>
                    <a:lnTo>
                      <a:pt x="279670" y="127456"/>
                    </a:lnTo>
                    <a:lnTo>
                      <a:pt x="293516" y="122120"/>
                    </a:lnTo>
                    <a:lnTo>
                      <a:pt x="304284" y="120786"/>
                    </a:lnTo>
                    <a:lnTo>
                      <a:pt x="305823" y="124124"/>
                    </a:lnTo>
                    <a:lnTo>
                      <a:pt x="287366" y="136787"/>
                    </a:lnTo>
                    <a:lnTo>
                      <a:pt x="279670" y="152781"/>
                    </a:lnTo>
                    <a:lnTo>
                      <a:pt x="304284" y="148116"/>
                    </a:lnTo>
                    <a:lnTo>
                      <a:pt x="330430" y="148116"/>
                    </a:lnTo>
                    <a:lnTo>
                      <a:pt x="333508" y="153445"/>
                    </a:lnTo>
                    <a:lnTo>
                      <a:pt x="313512" y="159444"/>
                    </a:lnTo>
                    <a:lnTo>
                      <a:pt x="284288" y="157447"/>
                    </a:lnTo>
                    <a:lnTo>
                      <a:pt x="253524" y="164773"/>
                    </a:lnTo>
                    <a:lnTo>
                      <a:pt x="264292" y="167441"/>
                    </a:lnTo>
                    <a:lnTo>
                      <a:pt x="279670" y="167441"/>
                    </a:lnTo>
                    <a:lnTo>
                      <a:pt x="278131" y="170773"/>
                    </a:lnTo>
                    <a:lnTo>
                      <a:pt x="256596" y="174104"/>
                    </a:lnTo>
                    <a:lnTo>
                      <a:pt x="241217" y="174775"/>
                    </a:lnTo>
                    <a:lnTo>
                      <a:pt x="221215" y="181438"/>
                    </a:lnTo>
                    <a:lnTo>
                      <a:pt x="193529" y="180104"/>
                    </a:lnTo>
                    <a:lnTo>
                      <a:pt x="193529" y="186774"/>
                    </a:lnTo>
                    <a:lnTo>
                      <a:pt x="210447" y="192766"/>
                    </a:lnTo>
                    <a:lnTo>
                      <a:pt x="222754" y="204095"/>
                    </a:lnTo>
                    <a:lnTo>
                      <a:pt x="228911" y="216094"/>
                    </a:lnTo>
                    <a:lnTo>
                      <a:pt x="241211" y="220096"/>
                    </a:lnTo>
                    <a:lnTo>
                      <a:pt x="253517" y="218091"/>
                    </a:lnTo>
                    <a:lnTo>
                      <a:pt x="261207" y="220096"/>
                    </a:lnTo>
                    <a:lnTo>
                      <a:pt x="250439" y="226088"/>
                    </a:lnTo>
                    <a:lnTo>
                      <a:pt x="222754" y="226088"/>
                    </a:lnTo>
                    <a:lnTo>
                      <a:pt x="210447" y="210094"/>
                    </a:lnTo>
                    <a:lnTo>
                      <a:pt x="181223" y="190105"/>
                    </a:lnTo>
                    <a:lnTo>
                      <a:pt x="156609" y="186103"/>
                    </a:lnTo>
                    <a:lnTo>
                      <a:pt x="124313" y="185440"/>
                    </a:lnTo>
                    <a:lnTo>
                      <a:pt x="119695" y="194100"/>
                    </a:lnTo>
                    <a:lnTo>
                      <a:pt x="136613" y="203431"/>
                    </a:lnTo>
                    <a:lnTo>
                      <a:pt x="118567" y="206099"/>
                    </a:lnTo>
                    <a:lnTo>
                      <a:pt x="118567" y="209431"/>
                    </a:lnTo>
                    <a:lnTo>
                      <a:pt x="145841" y="218091"/>
                    </a:lnTo>
                    <a:lnTo>
                      <a:pt x="162766" y="227429"/>
                    </a:lnTo>
                    <a:lnTo>
                      <a:pt x="165837" y="235426"/>
                    </a:lnTo>
                    <a:lnTo>
                      <a:pt x="181223" y="246084"/>
                    </a:lnTo>
                    <a:lnTo>
                      <a:pt x="179683" y="250750"/>
                    </a:lnTo>
                    <a:lnTo>
                      <a:pt x="164298" y="248752"/>
                    </a:lnTo>
                    <a:lnTo>
                      <a:pt x="156609" y="252747"/>
                    </a:lnTo>
                    <a:lnTo>
                      <a:pt x="176605" y="258083"/>
                    </a:lnTo>
                    <a:lnTo>
                      <a:pt x="204297" y="258083"/>
                    </a:lnTo>
                    <a:lnTo>
                      <a:pt x="230443" y="255415"/>
                    </a:lnTo>
                    <a:lnTo>
                      <a:pt x="230443" y="261415"/>
                    </a:lnTo>
                    <a:lnTo>
                      <a:pt x="211986" y="263412"/>
                    </a:lnTo>
                    <a:lnTo>
                      <a:pt x="208908" y="269412"/>
                    </a:lnTo>
                    <a:lnTo>
                      <a:pt x="185833" y="262078"/>
                    </a:lnTo>
                    <a:lnTo>
                      <a:pt x="164298" y="262749"/>
                    </a:lnTo>
                    <a:lnTo>
                      <a:pt x="145841" y="260081"/>
                    </a:lnTo>
                    <a:lnTo>
                      <a:pt x="130463" y="262078"/>
                    </a:lnTo>
                    <a:lnTo>
                      <a:pt x="121235" y="260751"/>
                    </a:lnTo>
                    <a:lnTo>
                      <a:pt x="115078" y="262078"/>
                    </a:lnTo>
                    <a:lnTo>
                      <a:pt x="102771" y="279413"/>
                    </a:lnTo>
                    <a:lnTo>
                      <a:pt x="102771" y="291405"/>
                    </a:lnTo>
                    <a:lnTo>
                      <a:pt x="121228" y="291405"/>
                    </a:lnTo>
                    <a:lnTo>
                      <a:pt x="127385" y="284742"/>
                    </a:lnTo>
                    <a:lnTo>
                      <a:pt x="133535" y="286076"/>
                    </a:lnTo>
                    <a:lnTo>
                      <a:pt x="128924" y="294073"/>
                    </a:lnTo>
                    <a:lnTo>
                      <a:pt x="142763" y="293403"/>
                    </a:lnTo>
                    <a:lnTo>
                      <a:pt x="151998" y="283408"/>
                    </a:lnTo>
                    <a:lnTo>
                      <a:pt x="151998" y="276745"/>
                    </a:lnTo>
                    <a:lnTo>
                      <a:pt x="161227" y="278079"/>
                    </a:lnTo>
                    <a:lnTo>
                      <a:pt x="165837" y="290742"/>
                    </a:lnTo>
                    <a:lnTo>
                      <a:pt x="155070" y="294737"/>
                    </a:lnTo>
                    <a:lnTo>
                      <a:pt x="155070" y="300073"/>
                    </a:lnTo>
                    <a:lnTo>
                      <a:pt x="142763" y="302734"/>
                    </a:lnTo>
                    <a:lnTo>
                      <a:pt x="147381" y="314069"/>
                    </a:lnTo>
                    <a:lnTo>
                      <a:pt x="165837" y="319398"/>
                    </a:lnTo>
                    <a:lnTo>
                      <a:pt x="185833" y="316067"/>
                    </a:lnTo>
                    <a:lnTo>
                      <a:pt x="199679" y="298068"/>
                    </a:lnTo>
                    <a:lnTo>
                      <a:pt x="210447" y="297405"/>
                    </a:lnTo>
                    <a:lnTo>
                      <a:pt x="215058" y="302070"/>
                    </a:lnTo>
                    <a:lnTo>
                      <a:pt x="202758" y="306736"/>
                    </a:lnTo>
                    <a:lnTo>
                      <a:pt x="182755" y="327395"/>
                    </a:lnTo>
                    <a:lnTo>
                      <a:pt x="173527" y="326732"/>
                    </a:lnTo>
                    <a:lnTo>
                      <a:pt x="158148" y="328729"/>
                    </a:lnTo>
                    <a:lnTo>
                      <a:pt x="130456" y="322066"/>
                    </a:lnTo>
                    <a:lnTo>
                      <a:pt x="124306" y="309404"/>
                    </a:lnTo>
                    <a:lnTo>
                      <a:pt x="105849" y="303404"/>
                    </a:lnTo>
                    <a:lnTo>
                      <a:pt x="93543" y="308070"/>
                    </a:lnTo>
                    <a:lnTo>
                      <a:pt x="78157" y="308733"/>
                    </a:lnTo>
                    <a:lnTo>
                      <a:pt x="85853" y="324727"/>
                    </a:lnTo>
                    <a:lnTo>
                      <a:pt x="111486" y="328948"/>
                    </a:lnTo>
                    <a:lnTo>
                      <a:pt x="111486" y="336063"/>
                    </a:lnTo>
                    <a:lnTo>
                      <a:pt x="102258" y="339169"/>
                    </a:lnTo>
                    <a:lnTo>
                      <a:pt x="87899" y="340503"/>
                    </a:lnTo>
                    <a:lnTo>
                      <a:pt x="78671" y="340503"/>
                    </a:lnTo>
                    <a:lnTo>
                      <a:pt x="66364" y="348055"/>
                    </a:lnTo>
                    <a:lnTo>
                      <a:pt x="54057" y="348944"/>
                    </a:lnTo>
                    <a:lnTo>
                      <a:pt x="55083" y="364494"/>
                    </a:lnTo>
                    <a:lnTo>
                      <a:pt x="67390" y="364938"/>
                    </a:lnTo>
                    <a:lnTo>
                      <a:pt x="70468" y="361832"/>
                    </a:lnTo>
                    <a:lnTo>
                      <a:pt x="72514" y="359609"/>
                    </a:lnTo>
                    <a:lnTo>
                      <a:pt x="76625" y="360054"/>
                    </a:lnTo>
                    <a:lnTo>
                      <a:pt x="79697" y="366717"/>
                    </a:lnTo>
                    <a:lnTo>
                      <a:pt x="90977" y="368496"/>
                    </a:lnTo>
                    <a:lnTo>
                      <a:pt x="94056" y="365828"/>
                    </a:lnTo>
                    <a:lnTo>
                      <a:pt x="93030" y="363166"/>
                    </a:lnTo>
                    <a:lnTo>
                      <a:pt x="98153" y="363166"/>
                    </a:lnTo>
                    <a:lnTo>
                      <a:pt x="104310" y="367162"/>
                    </a:lnTo>
                    <a:lnTo>
                      <a:pt x="113539" y="365383"/>
                    </a:lnTo>
                    <a:lnTo>
                      <a:pt x="115591" y="360499"/>
                    </a:lnTo>
                    <a:lnTo>
                      <a:pt x="124819" y="360499"/>
                    </a:lnTo>
                    <a:lnTo>
                      <a:pt x="123793" y="368496"/>
                    </a:lnTo>
                    <a:lnTo>
                      <a:pt x="137119" y="370719"/>
                    </a:lnTo>
                    <a:lnTo>
                      <a:pt x="155583" y="371608"/>
                    </a:lnTo>
                    <a:lnTo>
                      <a:pt x="143276" y="362722"/>
                    </a:lnTo>
                    <a:lnTo>
                      <a:pt x="148400" y="360943"/>
                    </a:lnTo>
                    <a:lnTo>
                      <a:pt x="158661" y="362722"/>
                    </a:lnTo>
                    <a:lnTo>
                      <a:pt x="163785" y="365828"/>
                    </a:lnTo>
                    <a:lnTo>
                      <a:pt x="168916" y="364049"/>
                    </a:lnTo>
                    <a:lnTo>
                      <a:pt x="166864" y="360943"/>
                    </a:lnTo>
                    <a:lnTo>
                      <a:pt x="181216" y="359609"/>
                    </a:lnTo>
                    <a:lnTo>
                      <a:pt x="184294" y="366272"/>
                    </a:lnTo>
                    <a:lnTo>
                      <a:pt x="190444" y="362722"/>
                    </a:lnTo>
                    <a:lnTo>
                      <a:pt x="187373" y="359165"/>
                    </a:lnTo>
                    <a:lnTo>
                      <a:pt x="197627" y="359165"/>
                    </a:lnTo>
                    <a:lnTo>
                      <a:pt x="199679" y="366717"/>
                    </a:lnTo>
                    <a:lnTo>
                      <a:pt x="209934" y="368496"/>
                    </a:lnTo>
                    <a:lnTo>
                      <a:pt x="217110" y="364938"/>
                    </a:lnTo>
                    <a:lnTo>
                      <a:pt x="213006" y="358720"/>
                    </a:lnTo>
                    <a:lnTo>
                      <a:pt x="227365" y="358720"/>
                    </a:lnTo>
                    <a:lnTo>
                      <a:pt x="234541" y="364056"/>
                    </a:lnTo>
                    <a:lnTo>
                      <a:pt x="243769" y="364945"/>
                    </a:lnTo>
                    <a:lnTo>
                      <a:pt x="245821" y="367606"/>
                    </a:lnTo>
                    <a:lnTo>
                      <a:pt x="242743" y="375159"/>
                    </a:lnTo>
                    <a:lnTo>
                      <a:pt x="251978" y="376937"/>
                    </a:lnTo>
                    <a:lnTo>
                      <a:pt x="279663" y="368051"/>
                    </a:lnTo>
                    <a:lnTo>
                      <a:pt x="282742" y="362722"/>
                    </a:lnTo>
                    <a:lnTo>
                      <a:pt x="299146" y="362722"/>
                    </a:lnTo>
                    <a:lnTo>
                      <a:pt x="305303" y="356059"/>
                    </a:lnTo>
                    <a:lnTo>
                      <a:pt x="302225" y="343615"/>
                    </a:lnTo>
                    <a:lnTo>
                      <a:pt x="292996" y="342281"/>
                    </a:lnTo>
                    <a:lnTo>
                      <a:pt x="283768" y="350278"/>
                    </a:lnTo>
                    <a:lnTo>
                      <a:pt x="272487" y="348500"/>
                    </a:lnTo>
                    <a:lnTo>
                      <a:pt x="272487" y="340947"/>
                    </a:lnTo>
                    <a:lnTo>
                      <a:pt x="277611" y="337841"/>
                    </a:lnTo>
                    <a:lnTo>
                      <a:pt x="276585" y="332950"/>
                    </a:lnTo>
                    <a:lnTo>
                      <a:pt x="268383" y="332950"/>
                    </a:lnTo>
                    <a:lnTo>
                      <a:pt x="260180" y="337397"/>
                    </a:lnTo>
                    <a:lnTo>
                      <a:pt x="253004" y="334729"/>
                    </a:lnTo>
                    <a:lnTo>
                      <a:pt x="222241" y="336063"/>
                    </a:lnTo>
                    <a:lnTo>
                      <a:pt x="220189" y="332505"/>
                    </a:lnTo>
                    <a:lnTo>
                      <a:pt x="233515" y="326732"/>
                    </a:lnTo>
                    <a:lnTo>
                      <a:pt x="226345" y="320062"/>
                    </a:lnTo>
                    <a:lnTo>
                      <a:pt x="230443" y="319179"/>
                    </a:lnTo>
                    <a:lnTo>
                      <a:pt x="247874" y="329838"/>
                    </a:lnTo>
                    <a:lnTo>
                      <a:pt x="285820" y="329400"/>
                    </a:lnTo>
                    <a:lnTo>
                      <a:pt x="306329" y="320069"/>
                    </a:lnTo>
                    <a:lnTo>
                      <a:pt x="300179" y="310293"/>
                    </a:lnTo>
                    <a:lnTo>
                      <a:pt x="294022" y="307180"/>
                    </a:lnTo>
                    <a:lnTo>
                      <a:pt x="299146" y="302734"/>
                    </a:lnTo>
                    <a:lnTo>
                      <a:pt x="327864" y="304512"/>
                    </a:lnTo>
                    <a:lnTo>
                      <a:pt x="351445" y="298294"/>
                    </a:lnTo>
                    <a:lnTo>
                      <a:pt x="342217" y="295181"/>
                    </a:lnTo>
                    <a:lnTo>
                      <a:pt x="325812" y="293848"/>
                    </a:lnTo>
                    <a:lnTo>
                      <a:pt x="323760" y="292076"/>
                    </a:lnTo>
                    <a:lnTo>
                      <a:pt x="336067" y="290297"/>
                    </a:lnTo>
                    <a:lnTo>
                      <a:pt x="357602" y="289852"/>
                    </a:lnTo>
                    <a:lnTo>
                      <a:pt x="362726" y="287184"/>
                    </a:lnTo>
                    <a:lnTo>
                      <a:pt x="360680" y="280521"/>
                    </a:lnTo>
                    <a:lnTo>
                      <a:pt x="339145" y="275637"/>
                    </a:lnTo>
                    <a:lnTo>
                      <a:pt x="344269" y="274303"/>
                    </a:lnTo>
                    <a:lnTo>
                      <a:pt x="360680" y="275637"/>
                    </a:lnTo>
                    <a:lnTo>
                      <a:pt x="371961" y="272969"/>
                    </a:lnTo>
                    <a:lnTo>
                      <a:pt x="359654" y="259191"/>
                    </a:lnTo>
                    <a:lnTo>
                      <a:pt x="344269" y="259191"/>
                    </a:lnTo>
                    <a:lnTo>
                      <a:pt x="329917" y="253418"/>
                    </a:lnTo>
                    <a:lnTo>
                      <a:pt x="309408" y="256086"/>
                    </a:lnTo>
                    <a:lnTo>
                      <a:pt x="304277" y="252973"/>
                    </a:lnTo>
                    <a:lnTo>
                      <a:pt x="317610" y="251194"/>
                    </a:lnTo>
                    <a:lnTo>
                      <a:pt x="331969" y="251639"/>
                    </a:lnTo>
                    <a:lnTo>
                      <a:pt x="331969" y="249423"/>
                    </a:lnTo>
                    <a:lnTo>
                      <a:pt x="306329" y="248978"/>
                    </a:lnTo>
                    <a:lnTo>
                      <a:pt x="307355" y="246310"/>
                    </a:lnTo>
                    <a:lnTo>
                      <a:pt x="324793" y="244531"/>
                    </a:lnTo>
                    <a:lnTo>
                      <a:pt x="344269" y="246310"/>
                    </a:lnTo>
                    <a:lnTo>
                      <a:pt x="355550" y="251639"/>
                    </a:lnTo>
                    <a:lnTo>
                      <a:pt x="371961" y="251639"/>
                    </a:lnTo>
                    <a:lnTo>
                      <a:pt x="375039" y="243642"/>
                    </a:lnTo>
                    <a:lnTo>
                      <a:pt x="341197" y="240974"/>
                    </a:lnTo>
                    <a:lnTo>
                      <a:pt x="307355" y="243197"/>
                    </a:lnTo>
                    <a:lnTo>
                      <a:pt x="309408" y="239202"/>
                    </a:lnTo>
                    <a:lnTo>
                      <a:pt x="320688" y="238313"/>
                    </a:lnTo>
                    <a:lnTo>
                      <a:pt x="318636" y="236534"/>
                    </a:lnTo>
                    <a:lnTo>
                      <a:pt x="338119" y="237424"/>
                    </a:lnTo>
                    <a:lnTo>
                      <a:pt x="339145" y="235645"/>
                    </a:lnTo>
                    <a:lnTo>
                      <a:pt x="322741" y="233422"/>
                    </a:lnTo>
                    <a:lnTo>
                      <a:pt x="341197" y="230316"/>
                    </a:lnTo>
                    <a:lnTo>
                      <a:pt x="347347" y="231205"/>
                    </a:lnTo>
                    <a:lnTo>
                      <a:pt x="351452" y="234311"/>
                    </a:lnTo>
                    <a:lnTo>
                      <a:pt x="366837" y="233866"/>
                    </a:lnTo>
                    <a:lnTo>
                      <a:pt x="367856" y="228537"/>
                    </a:lnTo>
                    <a:lnTo>
                      <a:pt x="386313" y="228537"/>
                    </a:lnTo>
                    <a:lnTo>
                      <a:pt x="399646" y="224980"/>
                    </a:lnTo>
                    <a:lnTo>
                      <a:pt x="397601" y="218762"/>
                    </a:lnTo>
                    <a:lnTo>
                      <a:pt x="374013" y="216094"/>
                    </a:lnTo>
                    <a:lnTo>
                      <a:pt x="370935" y="212988"/>
                    </a:lnTo>
                    <a:lnTo>
                      <a:pt x="385294" y="211654"/>
                    </a:lnTo>
                    <a:lnTo>
                      <a:pt x="405803" y="216094"/>
                    </a:lnTo>
                    <a:lnTo>
                      <a:pt x="410927" y="218762"/>
                    </a:lnTo>
                    <a:lnTo>
                      <a:pt x="430410" y="217872"/>
                    </a:lnTo>
                    <a:lnTo>
                      <a:pt x="445795" y="210320"/>
                    </a:lnTo>
                    <a:lnTo>
                      <a:pt x="443743" y="205436"/>
                    </a:lnTo>
                    <a:lnTo>
                      <a:pt x="451952" y="201434"/>
                    </a:lnTo>
                    <a:lnTo>
                      <a:pt x="444769" y="199655"/>
                    </a:lnTo>
                    <a:lnTo>
                      <a:pt x="424260" y="202323"/>
                    </a:lnTo>
                    <a:lnTo>
                      <a:pt x="418110" y="201434"/>
                    </a:lnTo>
                    <a:lnTo>
                      <a:pt x="419129" y="195215"/>
                    </a:lnTo>
                    <a:lnTo>
                      <a:pt x="428364" y="192547"/>
                    </a:lnTo>
                    <a:lnTo>
                      <a:pt x="439645" y="196549"/>
                    </a:lnTo>
                    <a:lnTo>
                      <a:pt x="447847" y="192547"/>
                    </a:lnTo>
                    <a:lnTo>
                      <a:pt x="469382" y="190769"/>
                    </a:lnTo>
                    <a:lnTo>
                      <a:pt x="464259" y="184995"/>
                    </a:lnTo>
                    <a:lnTo>
                      <a:pt x="453997" y="181438"/>
                    </a:lnTo>
                    <a:lnTo>
                      <a:pt x="451952" y="174330"/>
                    </a:lnTo>
                    <a:lnTo>
                      <a:pt x="464259" y="176998"/>
                    </a:lnTo>
                    <a:lnTo>
                      <a:pt x="466304" y="181438"/>
                    </a:lnTo>
                    <a:lnTo>
                      <a:pt x="473487" y="183216"/>
                    </a:lnTo>
                    <a:lnTo>
                      <a:pt x="488865" y="177443"/>
                    </a:lnTo>
                    <a:lnTo>
                      <a:pt x="496042" y="167222"/>
                    </a:lnTo>
                    <a:lnTo>
                      <a:pt x="518603" y="156113"/>
                    </a:lnTo>
                    <a:lnTo>
                      <a:pt x="527838" y="153445"/>
                    </a:lnTo>
                    <a:lnTo>
                      <a:pt x="543216" y="141897"/>
                    </a:lnTo>
                    <a:lnTo>
                      <a:pt x="550393" y="140119"/>
                    </a:lnTo>
                    <a:lnTo>
                      <a:pt x="566804" y="127230"/>
                    </a:lnTo>
                    <a:lnTo>
                      <a:pt x="577058" y="125903"/>
                    </a:lnTo>
                    <a:lnTo>
                      <a:pt x="588339" y="117017"/>
                    </a:lnTo>
                    <a:lnTo>
                      <a:pt x="595515" y="113904"/>
                    </a:lnTo>
                    <a:lnTo>
                      <a:pt x="593463" y="111236"/>
                    </a:lnTo>
                    <a:lnTo>
                      <a:pt x="580137" y="111681"/>
                    </a:lnTo>
                    <a:lnTo>
                      <a:pt x="566804" y="114349"/>
                    </a:lnTo>
                    <a:lnTo>
                      <a:pt x="551426" y="118789"/>
                    </a:lnTo>
                    <a:lnTo>
                      <a:pt x="541171" y="120567"/>
                    </a:lnTo>
                    <a:lnTo>
                      <a:pt x="508355" y="128120"/>
                    </a:lnTo>
                    <a:lnTo>
                      <a:pt x="488865" y="133900"/>
                    </a:lnTo>
                    <a:lnTo>
                      <a:pt x="480663" y="134345"/>
                    </a:lnTo>
                    <a:lnTo>
                      <a:pt x="475539" y="137451"/>
                    </a:lnTo>
                    <a:lnTo>
                      <a:pt x="456050" y="134789"/>
                    </a:lnTo>
                    <a:lnTo>
                      <a:pt x="463232" y="131232"/>
                    </a:lnTo>
                    <a:lnTo>
                      <a:pt x="483742" y="131232"/>
                    </a:lnTo>
                    <a:lnTo>
                      <a:pt x="501172" y="125903"/>
                    </a:lnTo>
                    <a:lnTo>
                      <a:pt x="526812" y="120567"/>
                    </a:lnTo>
                    <a:lnTo>
                      <a:pt x="549373" y="115238"/>
                    </a:lnTo>
                    <a:lnTo>
                      <a:pt x="547321" y="110792"/>
                    </a:lnTo>
                    <a:lnTo>
                      <a:pt x="523733" y="111236"/>
                    </a:lnTo>
                    <a:lnTo>
                      <a:pt x="516557" y="113460"/>
                    </a:lnTo>
                    <a:lnTo>
                      <a:pt x="495022" y="112126"/>
                    </a:lnTo>
                    <a:lnTo>
                      <a:pt x="492970" y="102795"/>
                    </a:lnTo>
                    <a:lnTo>
                      <a:pt x="497068" y="102350"/>
                    </a:lnTo>
                    <a:lnTo>
                      <a:pt x="507329" y="105907"/>
                    </a:lnTo>
                    <a:lnTo>
                      <a:pt x="526812" y="105018"/>
                    </a:lnTo>
                    <a:lnTo>
                      <a:pt x="535014" y="106352"/>
                    </a:lnTo>
                    <a:lnTo>
                      <a:pt x="564752" y="103684"/>
                    </a:lnTo>
                    <a:lnTo>
                      <a:pt x="578085" y="97910"/>
                    </a:lnTo>
                    <a:lnTo>
                      <a:pt x="597567" y="97465"/>
                    </a:lnTo>
                    <a:lnTo>
                      <a:pt x="608848" y="92800"/>
                    </a:lnTo>
                    <a:lnTo>
                      <a:pt x="621155" y="90802"/>
                    </a:lnTo>
                    <a:lnTo>
                      <a:pt x="636540" y="85467"/>
                    </a:lnTo>
                    <a:lnTo>
                      <a:pt x="641664" y="79693"/>
                    </a:lnTo>
                    <a:lnTo>
                      <a:pt x="650892" y="76580"/>
                    </a:lnTo>
                    <a:lnTo>
                      <a:pt x="647821" y="72585"/>
                    </a:lnTo>
                    <a:lnTo>
                      <a:pt x="667304" y="65471"/>
                    </a:lnTo>
                    <a:lnTo>
                      <a:pt x="669356" y="52144"/>
                    </a:lnTo>
                    <a:lnTo>
                      <a:pt x="649866" y="44147"/>
                    </a:lnTo>
                    <a:lnTo>
                      <a:pt x="617050" y="44147"/>
                    </a:lnTo>
                    <a:lnTo>
                      <a:pt x="615005" y="29925"/>
                    </a:lnTo>
                    <a:lnTo>
                      <a:pt x="605777" y="26819"/>
                    </a:lnTo>
                    <a:lnTo>
                      <a:pt x="611927" y="24151"/>
                    </a:lnTo>
                    <a:lnTo>
                      <a:pt x="615005" y="18378"/>
                    </a:lnTo>
                    <a:lnTo>
                      <a:pt x="606803" y="17044"/>
                    </a:lnTo>
                    <a:lnTo>
                      <a:pt x="592444" y="18822"/>
                    </a:lnTo>
                    <a:lnTo>
                      <a:pt x="585261" y="22373"/>
                    </a:lnTo>
                    <a:lnTo>
                      <a:pt x="581163" y="20594"/>
                    </a:lnTo>
                    <a:lnTo>
                      <a:pt x="580137" y="15265"/>
                    </a:lnTo>
                    <a:lnTo>
                      <a:pt x="572961" y="15265"/>
                    </a:lnTo>
                    <a:lnTo>
                      <a:pt x="569882" y="24596"/>
                    </a:lnTo>
                    <a:lnTo>
                      <a:pt x="562706" y="25041"/>
                    </a:lnTo>
                    <a:lnTo>
                      <a:pt x="555530" y="19705"/>
                    </a:lnTo>
                    <a:lnTo>
                      <a:pt x="545269" y="20149"/>
                    </a:lnTo>
                    <a:lnTo>
                      <a:pt x="517584" y="34372"/>
                    </a:lnTo>
                    <a:lnTo>
                      <a:pt x="495022" y="36150"/>
                    </a:lnTo>
                    <a:lnTo>
                      <a:pt x="495022" y="33482"/>
                    </a:lnTo>
                    <a:lnTo>
                      <a:pt x="530916" y="21039"/>
                    </a:lnTo>
                    <a:lnTo>
                      <a:pt x="529890" y="11263"/>
                    </a:lnTo>
                    <a:lnTo>
                      <a:pt x="505277" y="11708"/>
                    </a:lnTo>
                    <a:lnTo>
                      <a:pt x="490918" y="9047"/>
                    </a:lnTo>
                    <a:lnTo>
                      <a:pt x="473487" y="10374"/>
                    </a:lnTo>
                    <a:lnTo>
                      <a:pt x="471442" y="5934"/>
                    </a:lnTo>
                    <a:lnTo>
                      <a:pt x="454004" y="5489"/>
                    </a:lnTo>
                    <a:lnTo>
                      <a:pt x="449906" y="154"/>
                    </a:lnTo>
                    <a:lnTo>
                      <a:pt x="427345" y="2821"/>
                    </a:lnTo>
                    <a:lnTo>
                      <a:pt x="427345" y="7268"/>
                    </a:lnTo>
                    <a:lnTo>
                      <a:pt x="443750" y="12597"/>
                    </a:lnTo>
                    <a:lnTo>
                      <a:pt x="436573" y="14820"/>
                    </a:lnTo>
                    <a:lnTo>
                      <a:pt x="414012" y="7268"/>
                    </a:lnTo>
                    <a:lnTo>
                      <a:pt x="414012" y="2377"/>
                    </a:lnTo>
                    <a:lnTo>
                      <a:pt x="394529" y="3266"/>
                    </a:lnTo>
                    <a:lnTo>
                      <a:pt x="385301" y="4155"/>
                    </a:lnTo>
                    <a:lnTo>
                      <a:pt x="380170" y="10818"/>
                    </a:lnTo>
                    <a:lnTo>
                      <a:pt x="383249" y="15710"/>
                    </a:lnTo>
                    <a:lnTo>
                      <a:pt x="409914" y="28591"/>
                    </a:lnTo>
                    <a:lnTo>
                      <a:pt x="411960" y="34372"/>
                    </a:lnTo>
                    <a:lnTo>
                      <a:pt x="399653" y="37040"/>
                    </a:lnTo>
                    <a:lnTo>
                      <a:pt x="386327" y="28147"/>
                    </a:lnTo>
                    <a:lnTo>
                      <a:pt x="370942" y="21928"/>
                    </a:lnTo>
                    <a:lnTo>
                      <a:pt x="356589" y="5934"/>
                    </a:lnTo>
                    <a:lnTo>
                      <a:pt x="311980" y="6153"/>
                    </a:lnTo>
                    <a:lnTo>
                      <a:pt x="304284" y="8821"/>
                    </a:lnTo>
                    <a:lnTo>
                      <a:pt x="305823" y="17482"/>
                    </a:lnTo>
                    <a:lnTo>
                      <a:pt x="330437" y="23481"/>
                    </a:lnTo>
                    <a:lnTo>
                      <a:pt x="338126" y="31485"/>
                    </a:lnTo>
                    <a:lnTo>
                      <a:pt x="348893" y="38148"/>
                    </a:lnTo>
                    <a:lnTo>
                      <a:pt x="342743" y="45475"/>
                    </a:lnTo>
                    <a:lnTo>
                      <a:pt x="327358" y="50810"/>
                    </a:lnTo>
                    <a:lnTo>
                      <a:pt x="325819" y="38148"/>
                    </a:lnTo>
                    <a:lnTo>
                      <a:pt x="304284" y="24815"/>
                    </a:lnTo>
                    <a:lnTo>
                      <a:pt x="290445" y="16154"/>
                    </a:lnTo>
                    <a:lnTo>
                      <a:pt x="279677" y="18815"/>
                    </a:lnTo>
                    <a:lnTo>
                      <a:pt x="273520" y="16154"/>
                    </a:lnTo>
                    <a:lnTo>
                      <a:pt x="250453" y="14150"/>
                    </a:lnTo>
                    <a:lnTo>
                      <a:pt x="241217" y="18152"/>
                    </a:lnTo>
                    <a:lnTo>
                      <a:pt x="250446" y="25479"/>
                    </a:lnTo>
                    <a:lnTo>
                      <a:pt x="270442" y="30814"/>
                    </a:lnTo>
                    <a:lnTo>
                      <a:pt x="264292" y="34146"/>
                    </a:lnTo>
                    <a:lnTo>
                      <a:pt x="247374" y="33482"/>
                    </a:lnTo>
                    <a:lnTo>
                      <a:pt x="225839" y="22147"/>
                    </a:lnTo>
                    <a:lnTo>
                      <a:pt x="215071" y="22147"/>
                    </a:lnTo>
                    <a:lnTo>
                      <a:pt x="208915" y="23481"/>
                    </a:lnTo>
                    <a:lnTo>
                      <a:pt x="236607" y="36814"/>
                    </a:lnTo>
                    <a:lnTo>
                      <a:pt x="239678" y="42143"/>
                    </a:lnTo>
                    <a:lnTo>
                      <a:pt x="231989" y="44141"/>
                    </a:lnTo>
                    <a:lnTo>
                      <a:pt x="213532" y="34146"/>
                    </a:lnTo>
                    <a:lnTo>
                      <a:pt x="191997" y="34816"/>
                    </a:lnTo>
                    <a:lnTo>
                      <a:pt x="188919" y="38148"/>
                    </a:lnTo>
                    <a:lnTo>
                      <a:pt x="195076" y="41479"/>
                    </a:lnTo>
                    <a:lnTo>
                      <a:pt x="208915" y="41479"/>
                    </a:lnTo>
                    <a:lnTo>
                      <a:pt x="213532" y="44811"/>
                    </a:lnTo>
                    <a:lnTo>
                      <a:pt x="210454" y="47479"/>
                    </a:lnTo>
                    <a:lnTo>
                      <a:pt x="195069" y="48142"/>
                    </a:lnTo>
                    <a:lnTo>
                      <a:pt x="190458" y="54806"/>
                    </a:lnTo>
                    <a:lnTo>
                      <a:pt x="201225" y="62803"/>
                    </a:lnTo>
                    <a:lnTo>
                      <a:pt x="230450" y="68802"/>
                    </a:lnTo>
                    <a:lnTo>
                      <a:pt x="241217" y="78133"/>
                    </a:lnTo>
                    <a:lnTo>
                      <a:pt x="242757" y="82135"/>
                    </a:lnTo>
                    <a:lnTo>
                      <a:pt x="233528" y="82799"/>
                    </a:lnTo>
                    <a:lnTo>
                      <a:pt x="202765" y="71470"/>
                    </a:lnTo>
                    <a:lnTo>
                      <a:pt x="188919" y="64137"/>
                    </a:lnTo>
                    <a:lnTo>
                      <a:pt x="182769" y="64807"/>
                    </a:lnTo>
                    <a:lnTo>
                      <a:pt x="184301" y="68802"/>
                    </a:lnTo>
                    <a:lnTo>
                      <a:pt x="195069" y="74802"/>
                    </a:lnTo>
                    <a:lnTo>
                      <a:pt x="179690" y="75465"/>
                    </a:lnTo>
                    <a:lnTo>
                      <a:pt x="156616" y="55476"/>
                    </a:lnTo>
                    <a:lnTo>
                      <a:pt x="135081" y="46809"/>
                    </a:lnTo>
                    <a:lnTo>
                      <a:pt x="124313" y="48806"/>
                    </a:lnTo>
                    <a:lnTo>
                      <a:pt x="130470" y="62139"/>
                    </a:lnTo>
                    <a:lnTo>
                      <a:pt x="110467" y="61469"/>
                    </a:lnTo>
                    <a:lnTo>
                      <a:pt x="108935" y="67468"/>
                    </a:lnTo>
                    <a:lnTo>
                      <a:pt x="122774" y="73468"/>
                    </a:lnTo>
                    <a:lnTo>
                      <a:pt x="145848" y="76135"/>
                    </a:lnTo>
                    <a:lnTo>
                      <a:pt x="152005" y="80801"/>
                    </a:lnTo>
                    <a:lnTo>
                      <a:pt x="138159" y="85467"/>
                    </a:lnTo>
                    <a:lnTo>
                      <a:pt x="122774" y="84796"/>
                    </a:lnTo>
                    <a:lnTo>
                      <a:pt x="112013" y="78797"/>
                    </a:lnTo>
                    <a:lnTo>
                      <a:pt x="107396" y="80801"/>
                    </a:lnTo>
                    <a:lnTo>
                      <a:pt x="108935" y="86130"/>
                    </a:lnTo>
                    <a:lnTo>
                      <a:pt x="98167" y="82135"/>
                    </a:lnTo>
                    <a:lnTo>
                      <a:pt x="90471" y="74802"/>
                    </a:lnTo>
                    <a:lnTo>
                      <a:pt x="73554" y="74802"/>
                    </a:lnTo>
                    <a:lnTo>
                      <a:pt x="56636" y="82799"/>
                    </a:lnTo>
                    <a:lnTo>
                      <a:pt x="52018" y="89462"/>
                    </a:lnTo>
                    <a:lnTo>
                      <a:pt x="30483" y="86130"/>
                    </a:lnTo>
                    <a:lnTo>
                      <a:pt x="21255" y="94798"/>
                    </a:lnTo>
                    <a:lnTo>
                      <a:pt x="1259" y="104122"/>
                    </a:lnTo>
                    <a:lnTo>
                      <a:pt x="12026" y="108124"/>
                    </a:lnTo>
                    <a:lnTo>
                      <a:pt x="32022" y="109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69" name="Forme libre : forme 1247">
                <a:extLst>
                  <a:ext uri="{FF2B5EF4-FFF2-40B4-BE49-F238E27FC236}">
                    <a16:creationId xmlns:a16="http://schemas.microsoft.com/office/drawing/2014/main" id="{DD12E448-AE44-AB8B-47EB-082FD69794C8}"/>
                  </a:ext>
                </a:extLst>
              </p:cNvPr>
              <p:cNvSpPr/>
              <p:nvPr/>
            </p:nvSpPr>
            <p:spPr>
              <a:xfrm>
                <a:off x="3524843" y="2069542"/>
                <a:ext cx="244569" cy="171953"/>
              </a:xfrm>
              <a:custGeom>
                <a:avLst/>
                <a:gdLst>
                  <a:gd name="csX0" fmla="*/ 51867 w 244569"/>
                  <a:gd name="csY0" fmla="*/ 68806 h 171953"/>
                  <a:gd name="csX1" fmla="*/ 51867 w 244569"/>
                  <a:gd name="csY1" fmla="*/ 75469 h 171953"/>
                  <a:gd name="csX2" fmla="*/ 25714 w 244569"/>
                  <a:gd name="csY2" fmla="*/ 74135 h 171953"/>
                  <a:gd name="csX3" fmla="*/ 13414 w 244569"/>
                  <a:gd name="csY3" fmla="*/ 68142 h 171953"/>
                  <a:gd name="csX4" fmla="*/ 5718 w 244569"/>
                  <a:gd name="csY4" fmla="*/ 69469 h 171953"/>
                  <a:gd name="csX5" fmla="*/ 10336 w 244569"/>
                  <a:gd name="csY5" fmla="*/ 86134 h 171953"/>
                  <a:gd name="csX6" fmla="*/ 19564 w 244569"/>
                  <a:gd name="csY6" fmla="*/ 93467 h 171953"/>
                  <a:gd name="csX7" fmla="*/ 38021 w 244569"/>
                  <a:gd name="csY7" fmla="*/ 94131 h 171953"/>
                  <a:gd name="csX8" fmla="*/ 53406 w 244569"/>
                  <a:gd name="csY8" fmla="*/ 90136 h 171953"/>
                  <a:gd name="csX9" fmla="*/ 48789 w 244569"/>
                  <a:gd name="csY9" fmla="*/ 97462 h 171953"/>
                  <a:gd name="csX10" fmla="*/ 22643 w 244569"/>
                  <a:gd name="csY10" fmla="*/ 99467 h 171953"/>
                  <a:gd name="csX11" fmla="*/ 24175 w 244569"/>
                  <a:gd name="csY11" fmla="*/ 106130 h 171953"/>
                  <a:gd name="csX12" fmla="*/ 45710 w 244569"/>
                  <a:gd name="csY12" fmla="*/ 107464 h 171953"/>
                  <a:gd name="csX13" fmla="*/ 84170 w 244569"/>
                  <a:gd name="csY13" fmla="*/ 102798 h 171953"/>
                  <a:gd name="csX14" fmla="*/ 91859 w 244569"/>
                  <a:gd name="csY14" fmla="*/ 107464 h 171953"/>
                  <a:gd name="csX15" fmla="*/ 113394 w 244569"/>
                  <a:gd name="csY15" fmla="*/ 108798 h 171953"/>
                  <a:gd name="csX16" fmla="*/ 111855 w 244569"/>
                  <a:gd name="csY16" fmla="*/ 111459 h 171953"/>
                  <a:gd name="csX17" fmla="*/ 85709 w 244569"/>
                  <a:gd name="csY17" fmla="*/ 114127 h 171953"/>
                  <a:gd name="csX18" fmla="*/ 119544 w 244569"/>
                  <a:gd name="csY18" fmla="*/ 117458 h 171953"/>
                  <a:gd name="csX19" fmla="*/ 94931 w 244569"/>
                  <a:gd name="csY19" fmla="*/ 120126 h 171953"/>
                  <a:gd name="csX20" fmla="*/ 67245 w 244569"/>
                  <a:gd name="csY20" fmla="*/ 114790 h 171953"/>
                  <a:gd name="csX21" fmla="*/ 47249 w 244569"/>
                  <a:gd name="csY21" fmla="*/ 128123 h 171953"/>
                  <a:gd name="csX22" fmla="*/ 65706 w 244569"/>
                  <a:gd name="csY22" fmla="*/ 133452 h 171953"/>
                  <a:gd name="csX23" fmla="*/ 67245 w 244569"/>
                  <a:gd name="csY23" fmla="*/ 138118 h 171953"/>
                  <a:gd name="csX24" fmla="*/ 54939 w 244569"/>
                  <a:gd name="csY24" fmla="*/ 136791 h 171953"/>
                  <a:gd name="csX25" fmla="*/ 67245 w 244569"/>
                  <a:gd name="csY25" fmla="*/ 150780 h 171953"/>
                  <a:gd name="csX26" fmla="*/ 82624 w 244569"/>
                  <a:gd name="csY26" fmla="*/ 158777 h 171953"/>
                  <a:gd name="csX27" fmla="*/ 82624 w 244569"/>
                  <a:gd name="csY27" fmla="*/ 164113 h 171953"/>
                  <a:gd name="csX28" fmla="*/ 121083 w 244569"/>
                  <a:gd name="csY28" fmla="*/ 172110 h 171953"/>
                  <a:gd name="csX29" fmla="*/ 127233 w 244569"/>
                  <a:gd name="csY29" fmla="*/ 166781 h 171953"/>
                  <a:gd name="csX30" fmla="*/ 127233 w 244569"/>
                  <a:gd name="csY30" fmla="*/ 160782 h 171953"/>
                  <a:gd name="csX31" fmla="*/ 144158 w 244569"/>
                  <a:gd name="csY31" fmla="*/ 164777 h 171953"/>
                  <a:gd name="csX32" fmla="*/ 130312 w 244569"/>
                  <a:gd name="csY32" fmla="*/ 153448 h 171953"/>
                  <a:gd name="csX33" fmla="*/ 133390 w 244569"/>
                  <a:gd name="csY33" fmla="*/ 148119 h 171953"/>
                  <a:gd name="csX34" fmla="*/ 142619 w 244569"/>
                  <a:gd name="csY34" fmla="*/ 150117 h 171953"/>
                  <a:gd name="csX35" fmla="*/ 144158 w 244569"/>
                  <a:gd name="csY35" fmla="*/ 154782 h 171953"/>
                  <a:gd name="csX36" fmla="*/ 159536 w 244569"/>
                  <a:gd name="csY36" fmla="*/ 168779 h 171953"/>
                  <a:gd name="csX37" fmla="*/ 171843 w 244569"/>
                  <a:gd name="csY37" fmla="*/ 158784 h 171953"/>
                  <a:gd name="csX38" fmla="*/ 165693 w 244569"/>
                  <a:gd name="csY38" fmla="*/ 151451 h 171953"/>
                  <a:gd name="csX39" fmla="*/ 170304 w 244569"/>
                  <a:gd name="csY39" fmla="*/ 150117 h 171953"/>
                  <a:gd name="csX40" fmla="*/ 181071 w 244569"/>
                  <a:gd name="csY40" fmla="*/ 154119 h 171953"/>
                  <a:gd name="csX41" fmla="*/ 184150 w 244569"/>
                  <a:gd name="csY41" fmla="*/ 146122 h 171953"/>
                  <a:gd name="csX42" fmla="*/ 174921 w 244569"/>
                  <a:gd name="csY42" fmla="*/ 134786 h 171953"/>
                  <a:gd name="csX43" fmla="*/ 182611 w 244569"/>
                  <a:gd name="csY43" fmla="*/ 132789 h 171953"/>
                  <a:gd name="csX44" fmla="*/ 187228 w 244569"/>
                  <a:gd name="csY44" fmla="*/ 140122 h 171953"/>
                  <a:gd name="csX45" fmla="*/ 193378 w 244569"/>
                  <a:gd name="csY45" fmla="*/ 140786 h 171953"/>
                  <a:gd name="csX46" fmla="*/ 204146 w 244569"/>
                  <a:gd name="csY46" fmla="*/ 130791 h 171953"/>
                  <a:gd name="csX47" fmla="*/ 230299 w 244569"/>
                  <a:gd name="csY47" fmla="*/ 119463 h 171953"/>
                  <a:gd name="csX48" fmla="*/ 245677 w 244569"/>
                  <a:gd name="csY48" fmla="*/ 116795 h 171953"/>
                  <a:gd name="csX49" fmla="*/ 244138 w 244569"/>
                  <a:gd name="csY49" fmla="*/ 102135 h 171953"/>
                  <a:gd name="csX50" fmla="*/ 230299 w 244569"/>
                  <a:gd name="csY50" fmla="*/ 99467 h 171953"/>
                  <a:gd name="csX51" fmla="*/ 201074 w 244569"/>
                  <a:gd name="csY51" fmla="*/ 99467 h 171953"/>
                  <a:gd name="csX52" fmla="*/ 202607 w 244569"/>
                  <a:gd name="csY52" fmla="*/ 79471 h 171953"/>
                  <a:gd name="csX53" fmla="*/ 188767 w 244569"/>
                  <a:gd name="csY53" fmla="*/ 73471 h 171953"/>
                  <a:gd name="csX54" fmla="*/ 194917 w 244569"/>
                  <a:gd name="csY54" fmla="*/ 68806 h 171953"/>
                  <a:gd name="csX55" fmla="*/ 191846 w 244569"/>
                  <a:gd name="csY55" fmla="*/ 57477 h 171953"/>
                  <a:gd name="csX56" fmla="*/ 173382 w 244569"/>
                  <a:gd name="csY56" fmla="*/ 54146 h 171953"/>
                  <a:gd name="csX57" fmla="*/ 167232 w 244569"/>
                  <a:gd name="csY57" fmla="*/ 64140 h 171953"/>
                  <a:gd name="csX58" fmla="*/ 181078 w 244569"/>
                  <a:gd name="csY58" fmla="*/ 70803 h 171953"/>
                  <a:gd name="csX59" fmla="*/ 176461 w 244569"/>
                  <a:gd name="csY59" fmla="*/ 76139 h 171953"/>
                  <a:gd name="csX60" fmla="*/ 162615 w 244569"/>
                  <a:gd name="csY60" fmla="*/ 70803 h 171953"/>
                  <a:gd name="csX61" fmla="*/ 156465 w 244569"/>
                  <a:gd name="csY61" fmla="*/ 61472 h 171953"/>
                  <a:gd name="csX62" fmla="*/ 158004 w 244569"/>
                  <a:gd name="csY62" fmla="*/ 50814 h 171953"/>
                  <a:gd name="csX63" fmla="*/ 130312 w 244569"/>
                  <a:gd name="csY63" fmla="*/ 45478 h 171953"/>
                  <a:gd name="csX64" fmla="*/ 116473 w 244569"/>
                  <a:gd name="csY64" fmla="*/ 30818 h 171953"/>
                  <a:gd name="csX65" fmla="*/ 110323 w 244569"/>
                  <a:gd name="csY65" fmla="*/ 20153 h 171953"/>
                  <a:gd name="csX66" fmla="*/ 107244 w 244569"/>
                  <a:gd name="csY66" fmla="*/ 11493 h 171953"/>
                  <a:gd name="csX67" fmla="*/ 90327 w 244569"/>
                  <a:gd name="csY67" fmla="*/ 2825 h 171953"/>
                  <a:gd name="csX68" fmla="*/ 73402 w 244569"/>
                  <a:gd name="csY68" fmla="*/ 157 h 171953"/>
                  <a:gd name="csX69" fmla="*/ 61095 w 244569"/>
                  <a:gd name="csY69" fmla="*/ 157 h 171953"/>
                  <a:gd name="csX70" fmla="*/ 44178 w 244569"/>
                  <a:gd name="csY70" fmla="*/ 2825 h 171953"/>
                  <a:gd name="csX71" fmla="*/ 45717 w 244569"/>
                  <a:gd name="csY71" fmla="*/ 9488 h 171953"/>
                  <a:gd name="csX72" fmla="*/ 68785 w 244569"/>
                  <a:gd name="csY72" fmla="*/ 9488 h 171953"/>
                  <a:gd name="csX73" fmla="*/ 76481 w 244569"/>
                  <a:gd name="csY73" fmla="*/ 14154 h 171953"/>
                  <a:gd name="csX74" fmla="*/ 50328 w 244569"/>
                  <a:gd name="csY74" fmla="*/ 17485 h 171953"/>
                  <a:gd name="csX75" fmla="*/ 61095 w 244569"/>
                  <a:gd name="csY75" fmla="*/ 24155 h 171953"/>
                  <a:gd name="csX76" fmla="*/ 51867 w 244569"/>
                  <a:gd name="csY76" fmla="*/ 27487 h 171953"/>
                  <a:gd name="csX77" fmla="*/ 45717 w 244569"/>
                  <a:gd name="csY77" fmla="*/ 21487 h 171953"/>
                  <a:gd name="csX78" fmla="*/ 38021 w 244569"/>
                  <a:gd name="csY78" fmla="*/ 20817 h 171953"/>
                  <a:gd name="csX79" fmla="*/ 33410 w 244569"/>
                  <a:gd name="csY79" fmla="*/ 32152 h 171953"/>
                  <a:gd name="csX80" fmla="*/ 62635 w 244569"/>
                  <a:gd name="csY80" fmla="*/ 44144 h 171953"/>
                  <a:gd name="csX81" fmla="*/ 56478 w 244569"/>
                  <a:gd name="csY81" fmla="*/ 46812 h 171953"/>
                  <a:gd name="csX82" fmla="*/ 36482 w 244569"/>
                  <a:gd name="csY82" fmla="*/ 42810 h 171953"/>
                  <a:gd name="csX83" fmla="*/ 18025 w 244569"/>
                  <a:gd name="csY83" fmla="*/ 43481 h 171953"/>
                  <a:gd name="csX84" fmla="*/ 18025 w 244569"/>
                  <a:gd name="csY84" fmla="*/ 48146 h 171953"/>
                  <a:gd name="csX85" fmla="*/ 28793 w 244569"/>
                  <a:gd name="csY85" fmla="*/ 52141 h 171953"/>
                  <a:gd name="csX86" fmla="*/ 28793 w 244569"/>
                  <a:gd name="csY86" fmla="*/ 56143 h 171953"/>
                  <a:gd name="csX87" fmla="*/ 1107 w 244569"/>
                  <a:gd name="csY87" fmla="*/ 56143 h 171953"/>
                  <a:gd name="csX88" fmla="*/ 31871 w 244569"/>
                  <a:gd name="csY88" fmla="*/ 68142 h 171953"/>
                  <a:gd name="csX89" fmla="*/ 51867 w 244569"/>
                  <a:gd name="csY89" fmla="*/ 68806 h 17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244569" h="171953">
                    <a:moveTo>
                      <a:pt x="51867" y="68806"/>
                    </a:moveTo>
                    <a:lnTo>
                      <a:pt x="51867" y="75469"/>
                    </a:lnTo>
                    <a:lnTo>
                      <a:pt x="25714" y="74135"/>
                    </a:lnTo>
                    <a:lnTo>
                      <a:pt x="13414" y="68142"/>
                    </a:lnTo>
                    <a:lnTo>
                      <a:pt x="5718" y="69469"/>
                    </a:lnTo>
                    <a:lnTo>
                      <a:pt x="10336" y="86134"/>
                    </a:lnTo>
                    <a:lnTo>
                      <a:pt x="19564" y="93467"/>
                    </a:lnTo>
                    <a:lnTo>
                      <a:pt x="38021" y="94131"/>
                    </a:lnTo>
                    <a:lnTo>
                      <a:pt x="53406" y="90136"/>
                    </a:lnTo>
                    <a:lnTo>
                      <a:pt x="48789" y="97462"/>
                    </a:lnTo>
                    <a:lnTo>
                      <a:pt x="22643" y="99467"/>
                    </a:lnTo>
                    <a:lnTo>
                      <a:pt x="24175" y="106130"/>
                    </a:lnTo>
                    <a:lnTo>
                      <a:pt x="45710" y="107464"/>
                    </a:lnTo>
                    <a:lnTo>
                      <a:pt x="84170" y="102798"/>
                    </a:lnTo>
                    <a:lnTo>
                      <a:pt x="91859" y="107464"/>
                    </a:lnTo>
                    <a:lnTo>
                      <a:pt x="113394" y="108798"/>
                    </a:lnTo>
                    <a:lnTo>
                      <a:pt x="111855" y="111459"/>
                    </a:lnTo>
                    <a:lnTo>
                      <a:pt x="85709" y="114127"/>
                    </a:lnTo>
                    <a:lnTo>
                      <a:pt x="119544" y="117458"/>
                    </a:lnTo>
                    <a:lnTo>
                      <a:pt x="94931" y="120126"/>
                    </a:lnTo>
                    <a:lnTo>
                      <a:pt x="67245" y="114790"/>
                    </a:lnTo>
                    <a:lnTo>
                      <a:pt x="47249" y="128123"/>
                    </a:lnTo>
                    <a:lnTo>
                      <a:pt x="65706" y="133452"/>
                    </a:lnTo>
                    <a:lnTo>
                      <a:pt x="67245" y="138118"/>
                    </a:lnTo>
                    <a:lnTo>
                      <a:pt x="54939" y="136791"/>
                    </a:lnTo>
                    <a:lnTo>
                      <a:pt x="67245" y="150780"/>
                    </a:lnTo>
                    <a:lnTo>
                      <a:pt x="82624" y="158777"/>
                    </a:lnTo>
                    <a:lnTo>
                      <a:pt x="82624" y="164113"/>
                    </a:lnTo>
                    <a:lnTo>
                      <a:pt x="121083" y="172110"/>
                    </a:lnTo>
                    <a:lnTo>
                      <a:pt x="127233" y="166781"/>
                    </a:lnTo>
                    <a:lnTo>
                      <a:pt x="127233" y="160782"/>
                    </a:lnTo>
                    <a:lnTo>
                      <a:pt x="144158" y="164777"/>
                    </a:lnTo>
                    <a:lnTo>
                      <a:pt x="130312" y="153448"/>
                    </a:lnTo>
                    <a:lnTo>
                      <a:pt x="133390" y="148119"/>
                    </a:lnTo>
                    <a:lnTo>
                      <a:pt x="142619" y="150117"/>
                    </a:lnTo>
                    <a:lnTo>
                      <a:pt x="144158" y="154782"/>
                    </a:lnTo>
                    <a:lnTo>
                      <a:pt x="159536" y="168779"/>
                    </a:lnTo>
                    <a:lnTo>
                      <a:pt x="171843" y="158784"/>
                    </a:lnTo>
                    <a:lnTo>
                      <a:pt x="165693" y="151451"/>
                    </a:lnTo>
                    <a:lnTo>
                      <a:pt x="170304" y="150117"/>
                    </a:lnTo>
                    <a:lnTo>
                      <a:pt x="181071" y="154119"/>
                    </a:lnTo>
                    <a:lnTo>
                      <a:pt x="184150" y="146122"/>
                    </a:lnTo>
                    <a:lnTo>
                      <a:pt x="174921" y="134786"/>
                    </a:lnTo>
                    <a:lnTo>
                      <a:pt x="182611" y="132789"/>
                    </a:lnTo>
                    <a:lnTo>
                      <a:pt x="187228" y="140122"/>
                    </a:lnTo>
                    <a:lnTo>
                      <a:pt x="193378" y="140786"/>
                    </a:lnTo>
                    <a:lnTo>
                      <a:pt x="204146" y="130791"/>
                    </a:lnTo>
                    <a:lnTo>
                      <a:pt x="230299" y="119463"/>
                    </a:lnTo>
                    <a:lnTo>
                      <a:pt x="245677" y="116795"/>
                    </a:lnTo>
                    <a:lnTo>
                      <a:pt x="244138" y="102135"/>
                    </a:lnTo>
                    <a:lnTo>
                      <a:pt x="230299" y="99467"/>
                    </a:lnTo>
                    <a:lnTo>
                      <a:pt x="201074" y="99467"/>
                    </a:lnTo>
                    <a:lnTo>
                      <a:pt x="202607" y="79471"/>
                    </a:lnTo>
                    <a:lnTo>
                      <a:pt x="188767" y="73471"/>
                    </a:lnTo>
                    <a:lnTo>
                      <a:pt x="194917" y="68806"/>
                    </a:lnTo>
                    <a:lnTo>
                      <a:pt x="191846" y="57477"/>
                    </a:lnTo>
                    <a:lnTo>
                      <a:pt x="173382" y="54146"/>
                    </a:lnTo>
                    <a:lnTo>
                      <a:pt x="167232" y="64140"/>
                    </a:lnTo>
                    <a:lnTo>
                      <a:pt x="181078" y="70803"/>
                    </a:lnTo>
                    <a:lnTo>
                      <a:pt x="176461" y="76139"/>
                    </a:lnTo>
                    <a:lnTo>
                      <a:pt x="162615" y="70803"/>
                    </a:lnTo>
                    <a:lnTo>
                      <a:pt x="156465" y="61472"/>
                    </a:lnTo>
                    <a:lnTo>
                      <a:pt x="158004" y="50814"/>
                    </a:lnTo>
                    <a:lnTo>
                      <a:pt x="130312" y="45478"/>
                    </a:lnTo>
                    <a:lnTo>
                      <a:pt x="116473" y="30818"/>
                    </a:lnTo>
                    <a:lnTo>
                      <a:pt x="110323" y="20153"/>
                    </a:lnTo>
                    <a:lnTo>
                      <a:pt x="107244" y="11493"/>
                    </a:lnTo>
                    <a:lnTo>
                      <a:pt x="90327" y="2825"/>
                    </a:lnTo>
                    <a:lnTo>
                      <a:pt x="73402" y="157"/>
                    </a:lnTo>
                    <a:lnTo>
                      <a:pt x="61095" y="157"/>
                    </a:lnTo>
                    <a:lnTo>
                      <a:pt x="44178" y="2825"/>
                    </a:lnTo>
                    <a:lnTo>
                      <a:pt x="45717" y="9488"/>
                    </a:lnTo>
                    <a:lnTo>
                      <a:pt x="68785" y="9488"/>
                    </a:lnTo>
                    <a:lnTo>
                      <a:pt x="76481" y="14154"/>
                    </a:lnTo>
                    <a:lnTo>
                      <a:pt x="50328" y="17485"/>
                    </a:lnTo>
                    <a:lnTo>
                      <a:pt x="61095" y="24155"/>
                    </a:lnTo>
                    <a:lnTo>
                      <a:pt x="51867" y="27487"/>
                    </a:lnTo>
                    <a:lnTo>
                      <a:pt x="45717" y="21487"/>
                    </a:lnTo>
                    <a:lnTo>
                      <a:pt x="38021" y="20817"/>
                    </a:lnTo>
                    <a:lnTo>
                      <a:pt x="33410" y="32152"/>
                    </a:lnTo>
                    <a:lnTo>
                      <a:pt x="62635" y="44144"/>
                    </a:lnTo>
                    <a:lnTo>
                      <a:pt x="56478" y="46812"/>
                    </a:lnTo>
                    <a:lnTo>
                      <a:pt x="36482" y="42810"/>
                    </a:lnTo>
                    <a:lnTo>
                      <a:pt x="18025" y="43481"/>
                    </a:lnTo>
                    <a:lnTo>
                      <a:pt x="18025" y="48146"/>
                    </a:lnTo>
                    <a:lnTo>
                      <a:pt x="28793" y="52141"/>
                    </a:lnTo>
                    <a:lnTo>
                      <a:pt x="28793" y="56143"/>
                    </a:lnTo>
                    <a:lnTo>
                      <a:pt x="1107" y="56143"/>
                    </a:lnTo>
                    <a:lnTo>
                      <a:pt x="31871" y="68142"/>
                    </a:lnTo>
                    <a:lnTo>
                      <a:pt x="51867" y="688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0" name="Forme libre : forme 1248">
                <a:extLst>
                  <a:ext uri="{FF2B5EF4-FFF2-40B4-BE49-F238E27FC236}">
                    <a16:creationId xmlns:a16="http://schemas.microsoft.com/office/drawing/2014/main" id="{275B4A06-EEA9-3596-274A-3EE88FF7B730}"/>
                  </a:ext>
                </a:extLst>
              </p:cNvPr>
              <p:cNvSpPr/>
              <p:nvPr/>
            </p:nvSpPr>
            <p:spPr>
              <a:xfrm>
                <a:off x="3540228" y="2106202"/>
                <a:ext cx="18456" cy="3331"/>
              </a:xfrm>
              <a:custGeom>
                <a:avLst/>
                <a:gdLst>
                  <a:gd name="csX0" fmla="*/ 19517 w 18456"/>
                  <a:gd name="csY0" fmla="*/ 2123 h 3331"/>
                  <a:gd name="csX1" fmla="*/ 11827 w 18456"/>
                  <a:gd name="csY1" fmla="*/ 789 h 3331"/>
                  <a:gd name="csX2" fmla="*/ 1060 w 18456"/>
                  <a:gd name="csY2" fmla="*/ 126 h 3331"/>
                  <a:gd name="csX3" fmla="*/ 1060 w 18456"/>
                  <a:gd name="csY3" fmla="*/ 3457 h 3331"/>
                  <a:gd name="csX4" fmla="*/ 13360 w 18456"/>
                  <a:gd name="csY4" fmla="*/ 3457 h 3331"/>
                  <a:gd name="csX5" fmla="*/ 19517 w 18456"/>
                  <a:gd name="csY5" fmla="*/ 2123 h 3331"/>
                </a:gdLst>
                <a:ahLst/>
                <a:cxnLst>
                  <a:cxn ang="0">
                    <a:pos x="csX0" y="csY0"/>
                  </a:cxn>
                  <a:cxn ang="0">
                    <a:pos x="csX1" y="csY1"/>
                  </a:cxn>
                  <a:cxn ang="0">
                    <a:pos x="csX2" y="csY2"/>
                  </a:cxn>
                  <a:cxn ang="0">
                    <a:pos x="csX3" y="csY3"/>
                  </a:cxn>
                  <a:cxn ang="0">
                    <a:pos x="csX4" y="csY4"/>
                  </a:cxn>
                  <a:cxn ang="0">
                    <a:pos x="csX5" y="csY5"/>
                  </a:cxn>
                </a:cxnLst>
                <a:rect l="l" t="t" r="r" b="b"/>
                <a:pathLst>
                  <a:path w="18456" h="3331">
                    <a:moveTo>
                      <a:pt x="19517" y="2123"/>
                    </a:moveTo>
                    <a:lnTo>
                      <a:pt x="11827" y="789"/>
                    </a:lnTo>
                    <a:lnTo>
                      <a:pt x="1060" y="126"/>
                    </a:lnTo>
                    <a:lnTo>
                      <a:pt x="1060" y="3457"/>
                    </a:lnTo>
                    <a:lnTo>
                      <a:pt x="13360" y="3457"/>
                    </a:lnTo>
                    <a:lnTo>
                      <a:pt x="19517" y="21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1" name="Forme libre : forme 1249">
                <a:extLst>
                  <a:ext uri="{FF2B5EF4-FFF2-40B4-BE49-F238E27FC236}">
                    <a16:creationId xmlns:a16="http://schemas.microsoft.com/office/drawing/2014/main" id="{ADDC2B2D-0287-909D-F55D-6FFA8EA47247}"/>
                  </a:ext>
                </a:extLst>
              </p:cNvPr>
              <p:cNvSpPr/>
              <p:nvPr/>
            </p:nvSpPr>
            <p:spPr>
              <a:xfrm>
                <a:off x="3447923" y="2144847"/>
                <a:ext cx="29231" cy="20666"/>
              </a:xfrm>
              <a:custGeom>
                <a:avLst/>
                <a:gdLst>
                  <a:gd name="csX0" fmla="*/ 16391 w 29231"/>
                  <a:gd name="csY0" fmla="*/ 16818 h 20666"/>
                  <a:gd name="csX1" fmla="*/ 24080 w 29231"/>
                  <a:gd name="csY1" fmla="*/ 20820 h 20666"/>
                  <a:gd name="csX2" fmla="*/ 30237 w 29231"/>
                  <a:gd name="csY2" fmla="*/ 154 h 20666"/>
                  <a:gd name="csX3" fmla="*/ 13319 w 29231"/>
                  <a:gd name="csY3" fmla="*/ 154 h 20666"/>
                  <a:gd name="csX4" fmla="*/ 1006 w 29231"/>
                  <a:gd name="csY4" fmla="*/ 8821 h 20666"/>
                  <a:gd name="csX5" fmla="*/ 11773 w 29231"/>
                  <a:gd name="csY5" fmla="*/ 10819 h 20666"/>
                  <a:gd name="csX6" fmla="*/ 16391 w 29231"/>
                  <a:gd name="csY6" fmla="*/ 16818 h 206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31" h="20666">
                    <a:moveTo>
                      <a:pt x="16391" y="16818"/>
                    </a:moveTo>
                    <a:lnTo>
                      <a:pt x="24080" y="20820"/>
                    </a:lnTo>
                    <a:lnTo>
                      <a:pt x="30237" y="154"/>
                    </a:lnTo>
                    <a:lnTo>
                      <a:pt x="13319" y="154"/>
                    </a:lnTo>
                    <a:lnTo>
                      <a:pt x="1006" y="8821"/>
                    </a:lnTo>
                    <a:lnTo>
                      <a:pt x="11773" y="10819"/>
                    </a:lnTo>
                    <a:lnTo>
                      <a:pt x="16391" y="168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2" name="Forme libre : forme 1250">
                <a:extLst>
                  <a:ext uri="{FF2B5EF4-FFF2-40B4-BE49-F238E27FC236}">
                    <a16:creationId xmlns:a16="http://schemas.microsoft.com/office/drawing/2014/main" id="{7829599A-16F7-D860-467B-046C641AD544}"/>
                  </a:ext>
                </a:extLst>
              </p:cNvPr>
              <p:cNvSpPr/>
              <p:nvPr/>
            </p:nvSpPr>
            <p:spPr>
              <a:xfrm>
                <a:off x="3643272" y="2264152"/>
                <a:ext cx="23074" cy="17328"/>
              </a:xfrm>
              <a:custGeom>
                <a:avLst/>
                <a:gdLst>
                  <a:gd name="csX0" fmla="*/ 18048 w 23074"/>
                  <a:gd name="csY0" fmla="*/ 4229 h 17328"/>
                  <a:gd name="csX1" fmla="*/ 2663 w 23074"/>
                  <a:gd name="csY1" fmla="*/ 227 h 17328"/>
                  <a:gd name="csX2" fmla="*/ 1123 w 23074"/>
                  <a:gd name="csY2" fmla="*/ 11562 h 17328"/>
                  <a:gd name="csX3" fmla="*/ 18048 w 23074"/>
                  <a:gd name="csY3" fmla="*/ 17555 h 17328"/>
                  <a:gd name="csX4" fmla="*/ 24198 w 23074"/>
                  <a:gd name="csY4" fmla="*/ 12889 h 17328"/>
                  <a:gd name="csX5" fmla="*/ 18048 w 23074"/>
                  <a:gd name="csY5" fmla="*/ 4229 h 17328"/>
                </a:gdLst>
                <a:ahLst/>
                <a:cxnLst>
                  <a:cxn ang="0">
                    <a:pos x="csX0" y="csY0"/>
                  </a:cxn>
                  <a:cxn ang="0">
                    <a:pos x="csX1" y="csY1"/>
                  </a:cxn>
                  <a:cxn ang="0">
                    <a:pos x="csX2" y="csY2"/>
                  </a:cxn>
                  <a:cxn ang="0">
                    <a:pos x="csX3" y="csY3"/>
                  </a:cxn>
                  <a:cxn ang="0">
                    <a:pos x="csX4" y="csY4"/>
                  </a:cxn>
                  <a:cxn ang="0">
                    <a:pos x="csX5" y="csY5"/>
                  </a:cxn>
                </a:cxnLst>
                <a:rect l="l" t="t" r="r" b="b"/>
                <a:pathLst>
                  <a:path w="23074" h="17328">
                    <a:moveTo>
                      <a:pt x="18048" y="4229"/>
                    </a:moveTo>
                    <a:lnTo>
                      <a:pt x="2663" y="227"/>
                    </a:lnTo>
                    <a:lnTo>
                      <a:pt x="1123" y="11562"/>
                    </a:lnTo>
                    <a:lnTo>
                      <a:pt x="18048" y="17555"/>
                    </a:lnTo>
                    <a:lnTo>
                      <a:pt x="24198" y="12889"/>
                    </a:lnTo>
                    <a:lnTo>
                      <a:pt x="18048" y="42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3" name="Forme libre : forme 1251">
                <a:extLst>
                  <a:ext uri="{FF2B5EF4-FFF2-40B4-BE49-F238E27FC236}">
                    <a16:creationId xmlns:a16="http://schemas.microsoft.com/office/drawing/2014/main" id="{B8CF7418-A4B3-C2E9-BCD4-BBEA0A5468B9}"/>
                  </a:ext>
                </a:extLst>
              </p:cNvPr>
              <p:cNvSpPr/>
              <p:nvPr/>
            </p:nvSpPr>
            <p:spPr>
              <a:xfrm rot="1980491" flipV="1">
                <a:off x="3637340" y="2278079"/>
                <a:ext cx="10487" cy="3906"/>
              </a:xfrm>
              <a:custGeom>
                <a:avLst/>
                <a:gdLst>
                  <a:gd name="csX0" fmla="*/ 1114 w 10487"/>
                  <a:gd name="csY0" fmla="*/ 231 h 3906"/>
                  <a:gd name="csX1" fmla="*/ 8448 w 10487"/>
                  <a:gd name="csY1" fmla="*/ 231 h 3906"/>
                  <a:gd name="csX2" fmla="*/ 11601 w 10487"/>
                  <a:gd name="csY2" fmla="*/ 3856 h 3906"/>
                  <a:gd name="csX3" fmla="*/ 5910 w 10487"/>
                  <a:gd name="csY3" fmla="*/ 4137 h 3906"/>
                  <a:gd name="csX4" fmla="*/ 1114 w 10487"/>
                  <a:gd name="csY4" fmla="*/ 231 h 3906"/>
                </a:gdLst>
                <a:ahLst/>
                <a:cxnLst>
                  <a:cxn ang="0">
                    <a:pos x="csX0" y="csY0"/>
                  </a:cxn>
                  <a:cxn ang="0">
                    <a:pos x="csX1" y="csY1"/>
                  </a:cxn>
                  <a:cxn ang="0">
                    <a:pos x="csX2" y="csY2"/>
                  </a:cxn>
                  <a:cxn ang="0">
                    <a:pos x="csX3" y="csY3"/>
                  </a:cxn>
                  <a:cxn ang="0">
                    <a:pos x="csX4" y="csY4"/>
                  </a:cxn>
                </a:cxnLst>
                <a:rect l="l" t="t" r="r" b="b"/>
                <a:pathLst>
                  <a:path w="10487" h="3906">
                    <a:moveTo>
                      <a:pt x="1114" y="231"/>
                    </a:moveTo>
                    <a:lnTo>
                      <a:pt x="8448" y="231"/>
                    </a:lnTo>
                    <a:lnTo>
                      <a:pt x="11601" y="3856"/>
                    </a:lnTo>
                    <a:lnTo>
                      <a:pt x="5910" y="4137"/>
                    </a:lnTo>
                    <a:lnTo>
                      <a:pt x="1114" y="2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4" name="Forme libre : forme 1252">
                <a:extLst>
                  <a:ext uri="{FF2B5EF4-FFF2-40B4-BE49-F238E27FC236}">
                    <a16:creationId xmlns:a16="http://schemas.microsoft.com/office/drawing/2014/main" id="{52BF03C7-16D6-18D1-9C03-BBC48B4C2E09}"/>
                  </a:ext>
                </a:extLst>
              </p:cNvPr>
              <p:cNvSpPr/>
              <p:nvPr/>
            </p:nvSpPr>
            <p:spPr>
              <a:xfrm>
                <a:off x="3735570" y="2193513"/>
                <a:ext cx="32302" cy="9331"/>
              </a:xfrm>
              <a:custGeom>
                <a:avLst/>
                <a:gdLst>
                  <a:gd name="csX0" fmla="*/ 33487 w 32302"/>
                  <a:gd name="csY0" fmla="*/ 2179 h 9331"/>
                  <a:gd name="csX1" fmla="*/ 27337 w 32302"/>
                  <a:gd name="csY1" fmla="*/ 181 h 9331"/>
                  <a:gd name="csX2" fmla="*/ 10412 w 32302"/>
                  <a:gd name="csY2" fmla="*/ 4176 h 9331"/>
                  <a:gd name="csX3" fmla="*/ 1184 w 32302"/>
                  <a:gd name="csY3" fmla="*/ 9512 h 9331"/>
                  <a:gd name="csX4" fmla="*/ 19641 w 32302"/>
                  <a:gd name="csY4" fmla="*/ 8842 h 9331"/>
                  <a:gd name="csX5" fmla="*/ 33487 w 32302"/>
                  <a:gd name="csY5" fmla="*/ 2179 h 9331"/>
                </a:gdLst>
                <a:ahLst/>
                <a:cxnLst>
                  <a:cxn ang="0">
                    <a:pos x="csX0" y="csY0"/>
                  </a:cxn>
                  <a:cxn ang="0">
                    <a:pos x="csX1" y="csY1"/>
                  </a:cxn>
                  <a:cxn ang="0">
                    <a:pos x="csX2" y="csY2"/>
                  </a:cxn>
                  <a:cxn ang="0">
                    <a:pos x="csX3" y="csY3"/>
                  </a:cxn>
                  <a:cxn ang="0">
                    <a:pos x="csX4" y="csY4"/>
                  </a:cxn>
                  <a:cxn ang="0">
                    <a:pos x="csX5" y="csY5"/>
                  </a:cxn>
                </a:cxnLst>
                <a:rect l="l" t="t" r="r" b="b"/>
                <a:pathLst>
                  <a:path w="32302" h="9331">
                    <a:moveTo>
                      <a:pt x="33487" y="2179"/>
                    </a:moveTo>
                    <a:lnTo>
                      <a:pt x="27337" y="181"/>
                    </a:lnTo>
                    <a:lnTo>
                      <a:pt x="10412" y="4176"/>
                    </a:lnTo>
                    <a:lnTo>
                      <a:pt x="1184" y="9512"/>
                    </a:lnTo>
                    <a:lnTo>
                      <a:pt x="19641" y="8842"/>
                    </a:lnTo>
                    <a:lnTo>
                      <a:pt x="33487" y="21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5" name="Forme libre : forme 1253">
                <a:extLst>
                  <a:ext uri="{FF2B5EF4-FFF2-40B4-BE49-F238E27FC236}">
                    <a16:creationId xmlns:a16="http://schemas.microsoft.com/office/drawing/2014/main" id="{99E7798B-19F8-9FB8-314B-9BD30649C780}"/>
                  </a:ext>
                </a:extLst>
              </p:cNvPr>
              <p:cNvSpPr/>
              <p:nvPr/>
            </p:nvSpPr>
            <p:spPr>
              <a:xfrm>
                <a:off x="4017060" y="1901591"/>
                <a:ext cx="1321329" cy="1126431"/>
              </a:xfrm>
              <a:custGeom>
                <a:avLst/>
                <a:gdLst>
                  <a:gd name="csX0" fmla="*/ 1072388 w 1321329"/>
                  <a:gd name="csY0" fmla="*/ 698972 h 1126431"/>
                  <a:gd name="csX1" fmla="*/ 1103521 w 1321329"/>
                  <a:gd name="csY1" fmla="*/ 682636 h 1126431"/>
                  <a:gd name="csX2" fmla="*/ 1105060 w 1321329"/>
                  <a:gd name="csY2" fmla="*/ 678025 h 1126431"/>
                  <a:gd name="csX3" fmla="*/ 1100073 w 1321329"/>
                  <a:gd name="csY3" fmla="*/ 674988 h 1126431"/>
                  <a:gd name="csX4" fmla="*/ 1090845 w 1321329"/>
                  <a:gd name="csY4" fmla="*/ 678682 h 1126431"/>
                  <a:gd name="csX5" fmla="*/ 1086234 w 1321329"/>
                  <a:gd name="csY5" fmla="*/ 675911 h 1126431"/>
                  <a:gd name="csX6" fmla="*/ 1047774 w 1321329"/>
                  <a:gd name="csY6" fmla="*/ 675911 h 1126431"/>
                  <a:gd name="csX7" fmla="*/ 1043164 w 1321329"/>
                  <a:gd name="csY7" fmla="*/ 667606 h 1126431"/>
                  <a:gd name="csX8" fmla="*/ 1029318 w 1321329"/>
                  <a:gd name="csY8" fmla="*/ 668530 h 1126431"/>
                  <a:gd name="csX9" fmla="*/ 1023168 w 1321329"/>
                  <a:gd name="csY9" fmla="*/ 678675 h 1126431"/>
                  <a:gd name="csX10" fmla="*/ 1012400 w 1321329"/>
                  <a:gd name="csY10" fmla="*/ 678675 h 1126431"/>
                  <a:gd name="csX11" fmla="*/ 997015 w 1321329"/>
                  <a:gd name="csY11" fmla="*/ 682369 h 1126431"/>
                  <a:gd name="csX12" fmla="*/ 977019 w 1321329"/>
                  <a:gd name="csY12" fmla="*/ 682369 h 1126431"/>
                  <a:gd name="csX13" fmla="*/ 972408 w 1321329"/>
                  <a:gd name="csY13" fmla="*/ 676828 h 1126431"/>
                  <a:gd name="csX14" fmla="*/ 989326 w 1321329"/>
                  <a:gd name="csY14" fmla="*/ 674988 h 1126431"/>
                  <a:gd name="csX15" fmla="*/ 1010861 w 1321329"/>
                  <a:gd name="csY15" fmla="*/ 674064 h 1126431"/>
                  <a:gd name="csX16" fmla="*/ 1012400 w 1321329"/>
                  <a:gd name="csY16" fmla="*/ 664843 h 1126431"/>
                  <a:gd name="csX17" fmla="*/ 1000093 w 1321329"/>
                  <a:gd name="csY17" fmla="*/ 664843 h 1126431"/>
                  <a:gd name="csX18" fmla="*/ 992404 w 1321329"/>
                  <a:gd name="csY18" fmla="*/ 668530 h 1126431"/>
                  <a:gd name="csX19" fmla="*/ 975480 w 1321329"/>
                  <a:gd name="csY19" fmla="*/ 669453 h 1126431"/>
                  <a:gd name="csX20" fmla="*/ 957023 w 1321329"/>
                  <a:gd name="csY20" fmla="*/ 665759 h 1126431"/>
                  <a:gd name="csX21" fmla="*/ 955484 w 1321329"/>
                  <a:gd name="csY21" fmla="*/ 662072 h 1126431"/>
                  <a:gd name="csX22" fmla="*/ 967790 w 1321329"/>
                  <a:gd name="csY22" fmla="*/ 661148 h 1126431"/>
                  <a:gd name="csX23" fmla="*/ 977019 w 1321329"/>
                  <a:gd name="csY23" fmla="*/ 651927 h 1126431"/>
                  <a:gd name="csX24" fmla="*/ 970869 w 1321329"/>
                  <a:gd name="csY24" fmla="*/ 645469 h 1126431"/>
                  <a:gd name="csX25" fmla="*/ 1003172 w 1321329"/>
                  <a:gd name="csY25" fmla="*/ 645469 h 1126431"/>
                  <a:gd name="csX26" fmla="*/ 1029318 w 1321329"/>
                  <a:gd name="csY26" fmla="*/ 639011 h 1126431"/>
                  <a:gd name="csX27" fmla="*/ 1030857 w 1321329"/>
                  <a:gd name="csY27" fmla="*/ 627943 h 1126431"/>
                  <a:gd name="csX28" fmla="*/ 998554 w 1321329"/>
                  <a:gd name="csY28" fmla="*/ 625172 h 1126431"/>
                  <a:gd name="csX29" fmla="*/ 980097 w 1321329"/>
                  <a:gd name="csY29" fmla="*/ 620561 h 1126431"/>
                  <a:gd name="csX30" fmla="*/ 980097 w 1321329"/>
                  <a:gd name="csY30" fmla="*/ 611340 h 1126431"/>
                  <a:gd name="csX31" fmla="*/ 963180 w 1321329"/>
                  <a:gd name="csY31" fmla="*/ 603958 h 1126431"/>
                  <a:gd name="csX32" fmla="*/ 972408 w 1321329"/>
                  <a:gd name="csY32" fmla="*/ 599348 h 1126431"/>
                  <a:gd name="csX33" fmla="*/ 989326 w 1321329"/>
                  <a:gd name="csY33" fmla="*/ 603035 h 1126431"/>
                  <a:gd name="csX34" fmla="*/ 1001632 w 1321329"/>
                  <a:gd name="csY34" fmla="*/ 617798 h 1126431"/>
                  <a:gd name="csX35" fmla="*/ 1026246 w 1321329"/>
                  <a:gd name="csY35" fmla="*/ 619638 h 1126431"/>
                  <a:gd name="csX36" fmla="*/ 1057010 w 1321329"/>
                  <a:gd name="csY36" fmla="*/ 628866 h 1126431"/>
                  <a:gd name="csX37" fmla="*/ 1057010 w 1321329"/>
                  <a:gd name="csY37" fmla="*/ 637164 h 1126431"/>
                  <a:gd name="csX38" fmla="*/ 1073927 w 1321329"/>
                  <a:gd name="csY38" fmla="*/ 660225 h 1126431"/>
                  <a:gd name="csX39" fmla="*/ 1098541 w 1321329"/>
                  <a:gd name="csY39" fmla="*/ 665766 h 1126431"/>
                  <a:gd name="csX40" fmla="*/ 1100080 w 1321329"/>
                  <a:gd name="csY40" fmla="*/ 659308 h 1126431"/>
                  <a:gd name="csX41" fmla="*/ 1106230 w 1321329"/>
                  <a:gd name="csY41" fmla="*/ 655614 h 1126431"/>
                  <a:gd name="csX42" fmla="*/ 1115458 w 1321329"/>
                  <a:gd name="csY42" fmla="*/ 662996 h 1126431"/>
                  <a:gd name="csX43" fmla="*/ 1123148 w 1321329"/>
                  <a:gd name="csY43" fmla="*/ 662996 h 1126431"/>
                  <a:gd name="csX44" fmla="*/ 1126226 w 1321329"/>
                  <a:gd name="csY44" fmla="*/ 630713 h 1126431"/>
                  <a:gd name="csX45" fmla="*/ 1116998 w 1321329"/>
                  <a:gd name="csY45" fmla="*/ 624255 h 1126431"/>
                  <a:gd name="csX46" fmla="*/ 1111723 w 1321329"/>
                  <a:gd name="csY46" fmla="*/ 627908 h 1126431"/>
                  <a:gd name="csX47" fmla="*/ 1105840 w 1321329"/>
                  <a:gd name="csY47" fmla="*/ 614842 h 1126431"/>
                  <a:gd name="csX48" fmla="*/ 1093923 w 1321329"/>
                  <a:gd name="csY48" fmla="*/ 604882 h 1126431"/>
                  <a:gd name="csX49" fmla="*/ 1078545 w 1321329"/>
                  <a:gd name="csY49" fmla="*/ 600271 h 1126431"/>
                  <a:gd name="csX50" fmla="*/ 1061627 w 1321329"/>
                  <a:gd name="csY50" fmla="*/ 589196 h 1126431"/>
                  <a:gd name="csX51" fmla="*/ 1040092 w 1321329"/>
                  <a:gd name="csY51" fmla="*/ 593813 h 1126431"/>
                  <a:gd name="csX52" fmla="*/ 1029324 w 1321329"/>
                  <a:gd name="csY52" fmla="*/ 585509 h 1126431"/>
                  <a:gd name="csX53" fmla="*/ 1049320 w 1321329"/>
                  <a:gd name="csY53" fmla="*/ 581821 h 1126431"/>
                  <a:gd name="csX54" fmla="*/ 1040092 w 1321329"/>
                  <a:gd name="csY54" fmla="*/ 571669 h 1126431"/>
                  <a:gd name="csX55" fmla="*/ 1017018 w 1321329"/>
                  <a:gd name="csY55" fmla="*/ 578134 h 1126431"/>
                  <a:gd name="csX56" fmla="*/ 1009328 w 1321329"/>
                  <a:gd name="csY56" fmla="*/ 568906 h 1126431"/>
                  <a:gd name="csX57" fmla="*/ 1035474 w 1321329"/>
                  <a:gd name="csY57" fmla="*/ 567059 h 1126431"/>
                  <a:gd name="csX58" fmla="*/ 1040092 w 1321329"/>
                  <a:gd name="csY58" fmla="*/ 559677 h 1126431"/>
                  <a:gd name="csX59" fmla="*/ 1026246 w 1321329"/>
                  <a:gd name="csY59" fmla="*/ 555066 h 1126431"/>
                  <a:gd name="csX60" fmla="*/ 1015478 w 1321329"/>
                  <a:gd name="csY60" fmla="*/ 561524 h 1126431"/>
                  <a:gd name="csX61" fmla="*/ 1009328 w 1321329"/>
                  <a:gd name="csY61" fmla="*/ 558761 h 1126431"/>
                  <a:gd name="csX62" fmla="*/ 997022 w 1321329"/>
                  <a:gd name="csY62" fmla="*/ 563371 h 1126431"/>
                  <a:gd name="csX63" fmla="*/ 989332 w 1321329"/>
                  <a:gd name="csY63" fmla="*/ 555066 h 1126431"/>
                  <a:gd name="csX64" fmla="*/ 1009328 w 1321329"/>
                  <a:gd name="csY64" fmla="*/ 552303 h 1126431"/>
                  <a:gd name="csX65" fmla="*/ 1000093 w 1321329"/>
                  <a:gd name="csY65" fmla="*/ 545845 h 1126431"/>
                  <a:gd name="csX66" fmla="*/ 1004711 w 1321329"/>
                  <a:gd name="csY66" fmla="*/ 542158 h 1126431"/>
                  <a:gd name="csX67" fmla="*/ 1027785 w 1321329"/>
                  <a:gd name="csY67" fmla="*/ 548615 h 1126431"/>
                  <a:gd name="csX68" fmla="*/ 1038553 w 1321329"/>
                  <a:gd name="csY68" fmla="*/ 545845 h 1126431"/>
                  <a:gd name="csX69" fmla="*/ 1050860 w 1321329"/>
                  <a:gd name="csY69" fmla="*/ 533853 h 1126431"/>
                  <a:gd name="csX70" fmla="*/ 1030864 w 1321329"/>
                  <a:gd name="csY70" fmla="*/ 520014 h 1126431"/>
                  <a:gd name="csX71" fmla="*/ 1038553 w 1321329"/>
                  <a:gd name="csY71" fmla="*/ 518173 h 1126431"/>
                  <a:gd name="csX72" fmla="*/ 1057010 w 1321329"/>
                  <a:gd name="csY72" fmla="*/ 527395 h 1126431"/>
                  <a:gd name="csX73" fmla="*/ 1073934 w 1321329"/>
                  <a:gd name="csY73" fmla="*/ 526471 h 1126431"/>
                  <a:gd name="csX74" fmla="*/ 1093930 w 1321329"/>
                  <a:gd name="csY74" fmla="*/ 534776 h 1126431"/>
                  <a:gd name="csX75" fmla="*/ 1069316 w 1321329"/>
                  <a:gd name="csY75" fmla="*/ 533853 h 1126431"/>
                  <a:gd name="csX76" fmla="*/ 1077006 w 1321329"/>
                  <a:gd name="csY76" fmla="*/ 536623 h 1126431"/>
                  <a:gd name="csX77" fmla="*/ 1101619 w 1321329"/>
                  <a:gd name="csY77" fmla="*/ 548615 h 1126431"/>
                  <a:gd name="csX78" fmla="*/ 1126233 w 1321329"/>
                  <a:gd name="csY78" fmla="*/ 542158 h 1126431"/>
                  <a:gd name="csX79" fmla="*/ 1147761 w 1321329"/>
                  <a:gd name="csY79" fmla="*/ 538464 h 1126431"/>
                  <a:gd name="csX80" fmla="*/ 1146229 w 1321329"/>
                  <a:gd name="csY80" fmla="*/ 522784 h 1126431"/>
                  <a:gd name="csX81" fmla="*/ 1121615 w 1321329"/>
                  <a:gd name="csY81" fmla="*/ 521861 h 1126431"/>
                  <a:gd name="csX82" fmla="*/ 1124694 w 1321329"/>
                  <a:gd name="csY82" fmla="*/ 530166 h 1126431"/>
                  <a:gd name="csX83" fmla="*/ 1120076 w 1321329"/>
                  <a:gd name="csY83" fmla="*/ 532929 h 1126431"/>
                  <a:gd name="csX84" fmla="*/ 1114542 w 1321329"/>
                  <a:gd name="csY84" fmla="*/ 513556 h 1126431"/>
                  <a:gd name="csX85" fmla="*/ 1106852 w 1321329"/>
                  <a:gd name="csY85" fmla="*/ 499723 h 1126431"/>
                  <a:gd name="csX86" fmla="*/ 1113002 w 1321329"/>
                  <a:gd name="csY86" fmla="*/ 491419 h 1126431"/>
                  <a:gd name="csX87" fmla="*/ 1116998 w 1321329"/>
                  <a:gd name="csY87" fmla="*/ 489578 h 1126431"/>
                  <a:gd name="csX88" fmla="*/ 1141611 w 1321329"/>
                  <a:gd name="csY88" fmla="*/ 491419 h 1126431"/>
                  <a:gd name="csX89" fmla="*/ 1155457 w 1321329"/>
                  <a:gd name="csY89" fmla="*/ 505258 h 1126431"/>
                  <a:gd name="csX90" fmla="*/ 1164686 w 1321329"/>
                  <a:gd name="csY90" fmla="*/ 503411 h 1126431"/>
                  <a:gd name="csX91" fmla="*/ 1170836 w 1321329"/>
                  <a:gd name="csY91" fmla="*/ 491419 h 1126431"/>
                  <a:gd name="csX92" fmla="*/ 1164686 w 1321329"/>
                  <a:gd name="csY92" fmla="*/ 486808 h 1126431"/>
                  <a:gd name="csX93" fmla="*/ 1156996 w 1321329"/>
                  <a:gd name="csY93" fmla="*/ 489578 h 1126431"/>
                  <a:gd name="csX94" fmla="*/ 1133922 w 1321329"/>
                  <a:gd name="csY94" fmla="*/ 486808 h 1126431"/>
                  <a:gd name="csX95" fmla="*/ 1132383 w 1321329"/>
                  <a:gd name="csY95" fmla="*/ 481274 h 1126431"/>
                  <a:gd name="csX96" fmla="*/ 1140072 w 1321329"/>
                  <a:gd name="csY96" fmla="*/ 472976 h 1126431"/>
                  <a:gd name="csX97" fmla="*/ 1133922 w 1321329"/>
                  <a:gd name="csY97" fmla="*/ 468358 h 1126431"/>
                  <a:gd name="csX98" fmla="*/ 1114336 w 1321329"/>
                  <a:gd name="csY98" fmla="*/ 470205 h 1126431"/>
                  <a:gd name="csX99" fmla="*/ 1108186 w 1321329"/>
                  <a:gd name="csY99" fmla="*/ 465594 h 1126431"/>
                  <a:gd name="csX100" fmla="*/ 1117415 w 1321329"/>
                  <a:gd name="csY100" fmla="*/ 460977 h 1126431"/>
                  <a:gd name="csX101" fmla="*/ 1138540 w 1321329"/>
                  <a:gd name="csY101" fmla="*/ 460060 h 1126431"/>
                  <a:gd name="csX102" fmla="*/ 1140072 w 1321329"/>
                  <a:gd name="csY102" fmla="*/ 456366 h 1126431"/>
                  <a:gd name="csX103" fmla="*/ 1113926 w 1321329"/>
                  <a:gd name="csY103" fmla="*/ 444866 h 1126431"/>
                  <a:gd name="csX104" fmla="*/ 1123154 w 1321329"/>
                  <a:gd name="csY104" fmla="*/ 442869 h 1126431"/>
                  <a:gd name="csX105" fmla="*/ 1132383 w 1321329"/>
                  <a:gd name="csY105" fmla="*/ 448205 h 1126431"/>
                  <a:gd name="csX106" fmla="*/ 1146229 w 1321329"/>
                  <a:gd name="csY106" fmla="*/ 450866 h 1126431"/>
                  <a:gd name="csX107" fmla="*/ 1160075 w 1321329"/>
                  <a:gd name="csY107" fmla="*/ 459136 h 1126431"/>
                  <a:gd name="csX108" fmla="*/ 1175453 w 1321329"/>
                  <a:gd name="csY108" fmla="*/ 449532 h 1126431"/>
                  <a:gd name="csX109" fmla="*/ 1172382 w 1321329"/>
                  <a:gd name="csY109" fmla="*/ 439537 h 1126431"/>
                  <a:gd name="csX110" fmla="*/ 1152379 w 1321329"/>
                  <a:gd name="csY110" fmla="*/ 430870 h 1126431"/>
                  <a:gd name="csX111" fmla="*/ 1121615 w 1321329"/>
                  <a:gd name="csY111" fmla="*/ 428872 h 1126431"/>
                  <a:gd name="csX112" fmla="*/ 1110848 w 1321329"/>
                  <a:gd name="csY112" fmla="*/ 426204 h 1126431"/>
                  <a:gd name="csX113" fmla="*/ 1140079 w 1321329"/>
                  <a:gd name="csY113" fmla="*/ 426204 h 1126431"/>
                  <a:gd name="csX114" fmla="*/ 1156996 w 1321329"/>
                  <a:gd name="csY114" fmla="*/ 424877 h 1126431"/>
                  <a:gd name="csX115" fmla="*/ 1156996 w 1321329"/>
                  <a:gd name="csY115" fmla="*/ 417544 h 1126431"/>
                  <a:gd name="csX116" fmla="*/ 1138540 w 1321329"/>
                  <a:gd name="csY116" fmla="*/ 415546 h 1126431"/>
                  <a:gd name="csX117" fmla="*/ 1124694 w 1321329"/>
                  <a:gd name="csY117" fmla="*/ 418207 h 1126431"/>
                  <a:gd name="csX118" fmla="*/ 1115465 w 1321329"/>
                  <a:gd name="csY118" fmla="*/ 415546 h 1126431"/>
                  <a:gd name="csX119" fmla="*/ 1113926 w 1321329"/>
                  <a:gd name="csY119" fmla="*/ 408213 h 1126431"/>
                  <a:gd name="csX120" fmla="*/ 1107838 w 1321329"/>
                  <a:gd name="csY120" fmla="*/ 399415 h 1126431"/>
                  <a:gd name="csX121" fmla="*/ 1109172 w 1321329"/>
                  <a:gd name="csY121" fmla="*/ 395413 h 1126431"/>
                  <a:gd name="csX122" fmla="*/ 1117004 w 1321329"/>
                  <a:gd name="csY122" fmla="*/ 394880 h 1126431"/>
                  <a:gd name="csX123" fmla="*/ 1135461 w 1321329"/>
                  <a:gd name="csY123" fmla="*/ 394216 h 1126431"/>
                  <a:gd name="csX124" fmla="*/ 1127772 w 1321329"/>
                  <a:gd name="csY124" fmla="*/ 388217 h 1126431"/>
                  <a:gd name="csX125" fmla="*/ 1138540 w 1321329"/>
                  <a:gd name="csY125" fmla="*/ 387553 h 1126431"/>
                  <a:gd name="csX126" fmla="*/ 1170842 w 1321329"/>
                  <a:gd name="csY126" fmla="*/ 392882 h 1126431"/>
                  <a:gd name="csX127" fmla="*/ 1189299 w 1321329"/>
                  <a:gd name="csY127" fmla="*/ 392219 h 1126431"/>
                  <a:gd name="csX128" fmla="*/ 1195456 w 1321329"/>
                  <a:gd name="csY128" fmla="*/ 380890 h 1126431"/>
                  <a:gd name="csX129" fmla="*/ 1193917 w 1321329"/>
                  <a:gd name="csY129" fmla="*/ 374220 h 1126431"/>
                  <a:gd name="csX130" fmla="*/ 1176999 w 1321329"/>
                  <a:gd name="csY130" fmla="*/ 371559 h 1126431"/>
                  <a:gd name="csX131" fmla="*/ 1173921 w 1321329"/>
                  <a:gd name="csY131" fmla="*/ 376888 h 1126431"/>
                  <a:gd name="csX132" fmla="*/ 1149307 w 1321329"/>
                  <a:gd name="csY132" fmla="*/ 366223 h 1126431"/>
                  <a:gd name="csX133" fmla="*/ 1141618 w 1321329"/>
                  <a:gd name="csY133" fmla="*/ 358226 h 1126431"/>
                  <a:gd name="csX134" fmla="*/ 1144696 w 1321329"/>
                  <a:gd name="csY134" fmla="*/ 354895 h 1126431"/>
                  <a:gd name="csX135" fmla="*/ 1153925 w 1321329"/>
                  <a:gd name="csY135" fmla="*/ 358226 h 1126431"/>
                  <a:gd name="csX136" fmla="*/ 1170842 w 1321329"/>
                  <a:gd name="csY136" fmla="*/ 361558 h 1126431"/>
                  <a:gd name="csX137" fmla="*/ 1169303 w 1321329"/>
                  <a:gd name="csY137" fmla="*/ 354231 h 1126431"/>
                  <a:gd name="csX138" fmla="*/ 1140079 w 1321329"/>
                  <a:gd name="csY138" fmla="*/ 344230 h 1126431"/>
                  <a:gd name="csX139" fmla="*/ 1130850 w 1321329"/>
                  <a:gd name="csY139" fmla="*/ 346227 h 1126431"/>
                  <a:gd name="csX140" fmla="*/ 1126240 w 1321329"/>
                  <a:gd name="csY140" fmla="*/ 355558 h 1126431"/>
                  <a:gd name="csX141" fmla="*/ 1113933 w 1321329"/>
                  <a:gd name="csY141" fmla="*/ 355558 h 1126431"/>
                  <a:gd name="csX142" fmla="*/ 1110854 w 1321329"/>
                  <a:gd name="csY142" fmla="*/ 348231 h 1126431"/>
                  <a:gd name="csX143" fmla="*/ 1130850 w 1321329"/>
                  <a:gd name="csY143" fmla="*/ 316237 h 1126431"/>
                  <a:gd name="csX144" fmla="*/ 1123161 w 1321329"/>
                  <a:gd name="csY144" fmla="*/ 315573 h 1126431"/>
                  <a:gd name="csX145" fmla="*/ 1138546 w 1321329"/>
                  <a:gd name="csY145" fmla="*/ 300906 h 1126431"/>
                  <a:gd name="csX146" fmla="*/ 1153925 w 1321329"/>
                  <a:gd name="csY146" fmla="*/ 300906 h 1126431"/>
                  <a:gd name="csX147" fmla="*/ 1167771 w 1321329"/>
                  <a:gd name="csY147" fmla="*/ 286246 h 1126431"/>
                  <a:gd name="csX148" fmla="*/ 1169310 w 1321329"/>
                  <a:gd name="csY148" fmla="*/ 280917 h 1126431"/>
                  <a:gd name="csX149" fmla="*/ 1155464 w 1321329"/>
                  <a:gd name="csY149" fmla="*/ 280917 h 1126431"/>
                  <a:gd name="csX150" fmla="*/ 1166232 w 1321329"/>
                  <a:gd name="csY150" fmla="*/ 256255 h 1126431"/>
                  <a:gd name="csX151" fmla="*/ 1195456 w 1321329"/>
                  <a:gd name="csY151" fmla="*/ 256255 h 1126431"/>
                  <a:gd name="csX152" fmla="*/ 1206224 w 1321329"/>
                  <a:gd name="csY152" fmla="*/ 239591 h 1126431"/>
                  <a:gd name="csX153" fmla="*/ 1196995 w 1321329"/>
                  <a:gd name="csY153" fmla="*/ 234925 h 1126431"/>
                  <a:gd name="csX154" fmla="*/ 1183156 w 1321329"/>
                  <a:gd name="csY154" fmla="*/ 239591 h 1126431"/>
                  <a:gd name="csX155" fmla="*/ 1180078 w 1321329"/>
                  <a:gd name="csY155" fmla="*/ 234925 h 1126431"/>
                  <a:gd name="csX156" fmla="*/ 1167771 w 1321329"/>
                  <a:gd name="csY156" fmla="*/ 232928 h 1126431"/>
                  <a:gd name="csX157" fmla="*/ 1160082 w 1321329"/>
                  <a:gd name="csY157" fmla="*/ 237593 h 1126431"/>
                  <a:gd name="csX158" fmla="*/ 1166232 w 1321329"/>
                  <a:gd name="csY158" fmla="*/ 242259 h 1126431"/>
                  <a:gd name="csX159" fmla="*/ 1163153 w 1321329"/>
                  <a:gd name="csY159" fmla="*/ 245590 h 1126431"/>
                  <a:gd name="csX160" fmla="*/ 1158542 w 1321329"/>
                  <a:gd name="csY160" fmla="*/ 252924 h 1126431"/>
                  <a:gd name="csX161" fmla="*/ 1147775 w 1321329"/>
                  <a:gd name="csY161" fmla="*/ 252254 h 1126431"/>
                  <a:gd name="csX162" fmla="*/ 1147775 w 1321329"/>
                  <a:gd name="csY162" fmla="*/ 238264 h 1126431"/>
                  <a:gd name="csX163" fmla="*/ 1158542 w 1321329"/>
                  <a:gd name="csY163" fmla="*/ 228262 h 1126431"/>
                  <a:gd name="csX164" fmla="*/ 1186228 w 1321329"/>
                  <a:gd name="csY164" fmla="*/ 228262 h 1126431"/>
                  <a:gd name="csX165" fmla="*/ 1206224 w 1321329"/>
                  <a:gd name="csY165" fmla="*/ 231594 h 1126431"/>
                  <a:gd name="csX166" fmla="*/ 1218530 w 1321329"/>
                  <a:gd name="csY166" fmla="*/ 230260 h 1126431"/>
                  <a:gd name="csX167" fmla="*/ 1241605 w 1321329"/>
                  <a:gd name="csY167" fmla="*/ 217597 h 1126431"/>
                  <a:gd name="csX168" fmla="*/ 1213920 w 1321329"/>
                  <a:gd name="csY168" fmla="*/ 208937 h 1126431"/>
                  <a:gd name="csX169" fmla="*/ 1201613 w 1321329"/>
                  <a:gd name="csY169" fmla="*/ 215600 h 1126431"/>
                  <a:gd name="csX170" fmla="*/ 1189306 w 1321329"/>
                  <a:gd name="csY170" fmla="*/ 216934 h 1126431"/>
                  <a:gd name="csX171" fmla="*/ 1167771 w 1321329"/>
                  <a:gd name="csY171" fmla="*/ 207603 h 1126431"/>
                  <a:gd name="csX172" fmla="*/ 1153925 w 1321329"/>
                  <a:gd name="csY172" fmla="*/ 208937 h 1126431"/>
                  <a:gd name="csX173" fmla="*/ 1152392 w 1321329"/>
                  <a:gd name="csY173" fmla="*/ 214936 h 1126431"/>
                  <a:gd name="csX174" fmla="*/ 1133929 w 1321329"/>
                  <a:gd name="csY174" fmla="*/ 215600 h 1126431"/>
                  <a:gd name="csX175" fmla="*/ 1133929 w 1321329"/>
                  <a:gd name="csY175" fmla="*/ 208266 h 1126431"/>
                  <a:gd name="csX176" fmla="*/ 1141625 w 1321329"/>
                  <a:gd name="csY176" fmla="*/ 207603 h 1126431"/>
                  <a:gd name="csX177" fmla="*/ 1150853 w 1321329"/>
                  <a:gd name="csY177" fmla="*/ 202937 h 1126431"/>
                  <a:gd name="csX178" fmla="*/ 1178538 w 1321329"/>
                  <a:gd name="csY178" fmla="*/ 202274 h 1126431"/>
                  <a:gd name="csX179" fmla="*/ 1187767 w 1321329"/>
                  <a:gd name="csY179" fmla="*/ 204271 h 1126431"/>
                  <a:gd name="csX180" fmla="*/ 1192384 w 1321329"/>
                  <a:gd name="csY180" fmla="*/ 198935 h 1126431"/>
                  <a:gd name="csX181" fmla="*/ 1213920 w 1321329"/>
                  <a:gd name="csY181" fmla="*/ 203608 h 1126431"/>
                  <a:gd name="csX182" fmla="*/ 1230837 w 1321329"/>
                  <a:gd name="csY182" fmla="*/ 204271 h 1126431"/>
                  <a:gd name="csX183" fmla="*/ 1241605 w 1321329"/>
                  <a:gd name="csY183" fmla="*/ 201603 h 1126431"/>
                  <a:gd name="csX184" fmla="*/ 1246222 w 1321329"/>
                  <a:gd name="csY184" fmla="*/ 194940 h 1126431"/>
                  <a:gd name="csX185" fmla="*/ 1263140 w 1321329"/>
                  <a:gd name="csY185" fmla="*/ 194277 h 1126431"/>
                  <a:gd name="csX186" fmla="*/ 1269297 w 1321329"/>
                  <a:gd name="csY186" fmla="*/ 190275 h 1126431"/>
                  <a:gd name="csX187" fmla="*/ 1258529 w 1321329"/>
                  <a:gd name="csY187" fmla="*/ 182941 h 1126431"/>
                  <a:gd name="csX188" fmla="*/ 1264679 w 1321329"/>
                  <a:gd name="csY188" fmla="*/ 178276 h 1126431"/>
                  <a:gd name="csX189" fmla="*/ 1286214 w 1321329"/>
                  <a:gd name="csY189" fmla="*/ 180280 h 1126431"/>
                  <a:gd name="csX190" fmla="*/ 1323135 w 1321329"/>
                  <a:gd name="csY190" fmla="*/ 154285 h 1126431"/>
                  <a:gd name="csX191" fmla="*/ 1321596 w 1321329"/>
                  <a:gd name="csY191" fmla="*/ 150953 h 1126431"/>
                  <a:gd name="csX192" fmla="*/ 1276986 w 1321329"/>
                  <a:gd name="csY192" fmla="*/ 130957 h 1126431"/>
                  <a:gd name="csX193" fmla="*/ 1233916 w 1321329"/>
                  <a:gd name="csY193" fmla="*/ 126962 h 1126431"/>
                  <a:gd name="csX194" fmla="*/ 1218537 w 1321329"/>
                  <a:gd name="csY194" fmla="*/ 134959 h 1126431"/>
                  <a:gd name="csX195" fmla="*/ 1209309 w 1321329"/>
                  <a:gd name="csY195" fmla="*/ 132291 h 1126431"/>
                  <a:gd name="csX196" fmla="*/ 1200074 w 1321329"/>
                  <a:gd name="csY196" fmla="*/ 133625 h 1126431"/>
                  <a:gd name="csX197" fmla="*/ 1204691 w 1321329"/>
                  <a:gd name="csY197" fmla="*/ 141622 h 1126431"/>
                  <a:gd name="csX198" fmla="*/ 1195463 w 1321329"/>
                  <a:gd name="csY198" fmla="*/ 144954 h 1126431"/>
                  <a:gd name="csX199" fmla="*/ 1192384 w 1321329"/>
                  <a:gd name="csY199" fmla="*/ 155619 h 1126431"/>
                  <a:gd name="csX200" fmla="*/ 1175467 w 1321329"/>
                  <a:gd name="csY200" fmla="*/ 156953 h 1126431"/>
                  <a:gd name="csX201" fmla="*/ 1163160 w 1321329"/>
                  <a:gd name="csY201" fmla="*/ 154948 h 1126431"/>
                  <a:gd name="csX202" fmla="*/ 1152392 w 1321329"/>
                  <a:gd name="csY202" fmla="*/ 155619 h 1126431"/>
                  <a:gd name="csX203" fmla="*/ 1152392 w 1321329"/>
                  <a:gd name="csY203" fmla="*/ 149619 h 1126431"/>
                  <a:gd name="csX204" fmla="*/ 1138546 w 1321329"/>
                  <a:gd name="csY204" fmla="*/ 150953 h 1126431"/>
                  <a:gd name="csX205" fmla="*/ 1137007 w 1321329"/>
                  <a:gd name="csY205" fmla="*/ 155619 h 1126431"/>
                  <a:gd name="csX206" fmla="*/ 1112400 w 1321329"/>
                  <a:gd name="csY206" fmla="*/ 168281 h 1126431"/>
                  <a:gd name="csX207" fmla="*/ 1101626 w 1321329"/>
                  <a:gd name="csY207" fmla="*/ 185609 h 1126431"/>
                  <a:gd name="csX208" fmla="*/ 1077019 w 1321329"/>
                  <a:gd name="csY208" fmla="*/ 197608 h 1126431"/>
                  <a:gd name="csX209" fmla="*/ 1077019 w 1321329"/>
                  <a:gd name="csY209" fmla="*/ 208937 h 1126431"/>
                  <a:gd name="csX210" fmla="*/ 1066252 w 1321329"/>
                  <a:gd name="csY210" fmla="*/ 213602 h 1126431"/>
                  <a:gd name="csX211" fmla="*/ 1060095 w 1321329"/>
                  <a:gd name="csY211" fmla="*/ 211605 h 1126431"/>
                  <a:gd name="csX212" fmla="*/ 1060095 w 1321329"/>
                  <a:gd name="csY212" fmla="*/ 205605 h 1126431"/>
                  <a:gd name="csX213" fmla="*/ 1069330 w 1321329"/>
                  <a:gd name="csY213" fmla="*/ 200940 h 1126431"/>
                  <a:gd name="csX214" fmla="*/ 1067791 w 1321329"/>
                  <a:gd name="csY214" fmla="*/ 195604 h 1126431"/>
                  <a:gd name="csX215" fmla="*/ 1080098 w 1321329"/>
                  <a:gd name="csY215" fmla="*/ 186943 h 1126431"/>
                  <a:gd name="csX216" fmla="*/ 1080098 w 1321329"/>
                  <a:gd name="csY216" fmla="*/ 175608 h 1126431"/>
                  <a:gd name="csX217" fmla="*/ 1087787 w 1321329"/>
                  <a:gd name="csY217" fmla="*/ 167611 h 1126431"/>
                  <a:gd name="csX218" fmla="*/ 1103165 w 1321329"/>
                  <a:gd name="csY218" fmla="*/ 158950 h 1126431"/>
                  <a:gd name="csX219" fmla="*/ 1101633 w 1321329"/>
                  <a:gd name="csY219" fmla="*/ 126292 h 1126431"/>
                  <a:gd name="csX220" fmla="*/ 1098554 w 1321329"/>
                  <a:gd name="csY220" fmla="*/ 122960 h 1126431"/>
                  <a:gd name="csX221" fmla="*/ 1061641 w 1321329"/>
                  <a:gd name="csY221" fmla="*/ 123624 h 1126431"/>
                  <a:gd name="csX222" fmla="*/ 1057023 w 1321329"/>
                  <a:gd name="csY222" fmla="*/ 126955 h 1126431"/>
                  <a:gd name="csX223" fmla="*/ 1055484 w 1321329"/>
                  <a:gd name="csY223" fmla="*/ 142286 h 1126431"/>
                  <a:gd name="csX224" fmla="*/ 1018570 w 1321329"/>
                  <a:gd name="csY224" fmla="*/ 152951 h 1126431"/>
                  <a:gd name="csX225" fmla="*/ 1006264 w 1321329"/>
                  <a:gd name="csY225" fmla="*/ 157616 h 1126431"/>
                  <a:gd name="csX226" fmla="*/ 990878 w 1321329"/>
                  <a:gd name="csY226" fmla="*/ 161618 h 1126431"/>
                  <a:gd name="csX227" fmla="*/ 986268 w 1321329"/>
                  <a:gd name="csY227" fmla="*/ 157616 h 1126431"/>
                  <a:gd name="csX228" fmla="*/ 978572 w 1321329"/>
                  <a:gd name="csY228" fmla="*/ 157616 h 1126431"/>
                  <a:gd name="csX229" fmla="*/ 995496 w 1321329"/>
                  <a:gd name="csY229" fmla="*/ 150283 h 1126431"/>
                  <a:gd name="csX230" fmla="*/ 1006264 w 1321329"/>
                  <a:gd name="csY230" fmla="*/ 143620 h 1126431"/>
                  <a:gd name="csX231" fmla="*/ 1030877 w 1321329"/>
                  <a:gd name="csY231" fmla="*/ 136957 h 1126431"/>
                  <a:gd name="csX232" fmla="*/ 1030877 w 1321329"/>
                  <a:gd name="csY232" fmla="*/ 128289 h 1126431"/>
                  <a:gd name="csX233" fmla="*/ 1024720 w 1321329"/>
                  <a:gd name="csY233" fmla="*/ 126292 h 1126431"/>
                  <a:gd name="csX234" fmla="*/ 973961 w 1321329"/>
                  <a:gd name="csY234" fmla="*/ 124958 h 1126431"/>
                  <a:gd name="csX235" fmla="*/ 964732 w 1321329"/>
                  <a:gd name="csY235" fmla="*/ 122960 h 1126431"/>
                  <a:gd name="csX236" fmla="*/ 926280 w 1321329"/>
                  <a:gd name="csY236" fmla="*/ 132955 h 1126431"/>
                  <a:gd name="csX237" fmla="*/ 917044 w 1321329"/>
                  <a:gd name="csY237" fmla="*/ 130957 h 1126431"/>
                  <a:gd name="csX238" fmla="*/ 873974 w 1321329"/>
                  <a:gd name="csY238" fmla="*/ 141615 h 1126431"/>
                  <a:gd name="csX239" fmla="*/ 873974 w 1321329"/>
                  <a:gd name="csY239" fmla="*/ 146951 h 1126431"/>
                  <a:gd name="csX240" fmla="*/ 858596 w 1321329"/>
                  <a:gd name="csY240" fmla="*/ 149619 h 1126431"/>
                  <a:gd name="csX241" fmla="*/ 852446 w 1321329"/>
                  <a:gd name="csY241" fmla="*/ 139618 h 1126431"/>
                  <a:gd name="csX242" fmla="*/ 864746 w 1321329"/>
                  <a:gd name="csY242" fmla="*/ 130287 h 1126431"/>
                  <a:gd name="csX243" fmla="*/ 901666 w 1321329"/>
                  <a:gd name="csY243" fmla="*/ 120292 h 1126431"/>
                  <a:gd name="csX244" fmla="*/ 903205 w 1321329"/>
                  <a:gd name="csY244" fmla="*/ 116961 h 1126431"/>
                  <a:gd name="csX245" fmla="*/ 887820 w 1321329"/>
                  <a:gd name="csY245" fmla="*/ 113629 h 1126431"/>
                  <a:gd name="csX246" fmla="*/ 913973 w 1321329"/>
                  <a:gd name="csY246" fmla="*/ 113629 h 1126431"/>
                  <a:gd name="csX247" fmla="*/ 924740 w 1321329"/>
                  <a:gd name="csY247" fmla="*/ 116290 h 1126431"/>
                  <a:gd name="csX248" fmla="*/ 970882 w 1321329"/>
                  <a:gd name="csY248" fmla="*/ 112959 h 1126431"/>
                  <a:gd name="csX249" fmla="*/ 993957 w 1321329"/>
                  <a:gd name="csY249" fmla="*/ 114293 h 1126431"/>
                  <a:gd name="csX250" fmla="*/ 1043184 w 1321329"/>
                  <a:gd name="csY250" fmla="*/ 112966 h 1126431"/>
                  <a:gd name="csX251" fmla="*/ 1063180 w 1321329"/>
                  <a:gd name="csY251" fmla="*/ 102964 h 1126431"/>
                  <a:gd name="csX252" fmla="*/ 1078558 w 1321329"/>
                  <a:gd name="csY252" fmla="*/ 104962 h 1126431"/>
                  <a:gd name="csX253" fmla="*/ 1103172 w 1321329"/>
                  <a:gd name="csY253" fmla="*/ 99633 h 1126431"/>
                  <a:gd name="csX254" fmla="*/ 1105840 w 1321329"/>
                  <a:gd name="csY254" fmla="*/ 90965 h 1126431"/>
                  <a:gd name="csX255" fmla="*/ 1118550 w 1321329"/>
                  <a:gd name="csY255" fmla="*/ 88968 h 1126431"/>
                  <a:gd name="csX256" fmla="*/ 1120096 w 1321329"/>
                  <a:gd name="csY256" fmla="*/ 80971 h 1126431"/>
                  <a:gd name="csX257" fmla="*/ 1105840 w 1321329"/>
                  <a:gd name="csY257" fmla="*/ 69533 h 1126431"/>
                  <a:gd name="csX258" fmla="*/ 1078558 w 1321329"/>
                  <a:gd name="csY258" fmla="*/ 63643 h 1126431"/>
                  <a:gd name="csX259" fmla="*/ 1061641 w 1321329"/>
                  <a:gd name="csY259" fmla="*/ 67645 h 1126431"/>
                  <a:gd name="csX260" fmla="*/ 1063180 w 1321329"/>
                  <a:gd name="csY260" fmla="*/ 60311 h 1126431"/>
                  <a:gd name="csX261" fmla="*/ 1053952 w 1321329"/>
                  <a:gd name="csY261" fmla="*/ 60311 h 1126431"/>
                  <a:gd name="csX262" fmla="*/ 1027799 w 1321329"/>
                  <a:gd name="csY262" fmla="*/ 70976 h 1126431"/>
                  <a:gd name="csX263" fmla="*/ 1026260 w 1321329"/>
                  <a:gd name="csY263" fmla="*/ 63643 h 1126431"/>
                  <a:gd name="csX264" fmla="*/ 1035495 w 1321329"/>
                  <a:gd name="csY264" fmla="*/ 58314 h 1126431"/>
                  <a:gd name="csX265" fmla="*/ 1040106 w 1321329"/>
                  <a:gd name="csY265" fmla="*/ 47649 h 1126431"/>
                  <a:gd name="csX266" fmla="*/ 1029338 w 1321329"/>
                  <a:gd name="csY266" fmla="*/ 38981 h 1126431"/>
                  <a:gd name="csX267" fmla="*/ 1001653 w 1321329"/>
                  <a:gd name="csY267" fmla="*/ 42313 h 1126431"/>
                  <a:gd name="csX268" fmla="*/ 995496 w 1321329"/>
                  <a:gd name="csY268" fmla="*/ 46315 h 1126431"/>
                  <a:gd name="csX269" fmla="*/ 953965 w 1321329"/>
                  <a:gd name="csY269" fmla="*/ 47649 h 1126431"/>
                  <a:gd name="csX270" fmla="*/ 932436 w 1321329"/>
                  <a:gd name="csY270" fmla="*/ 43647 h 1126431"/>
                  <a:gd name="csX271" fmla="*/ 909355 w 1321329"/>
                  <a:gd name="csY271" fmla="*/ 43647 h 1126431"/>
                  <a:gd name="csX272" fmla="*/ 880131 w 1321329"/>
                  <a:gd name="csY272" fmla="*/ 51644 h 1126431"/>
                  <a:gd name="csX273" fmla="*/ 877059 w 1321329"/>
                  <a:gd name="csY273" fmla="*/ 57643 h 1126431"/>
                  <a:gd name="csX274" fmla="*/ 840139 w 1321329"/>
                  <a:gd name="csY274" fmla="*/ 58307 h 1126431"/>
                  <a:gd name="csX275" fmla="*/ 838600 w 1321329"/>
                  <a:gd name="csY275" fmla="*/ 67638 h 1126431"/>
                  <a:gd name="csX276" fmla="*/ 829371 w 1321329"/>
                  <a:gd name="csY276" fmla="*/ 70969 h 1126431"/>
                  <a:gd name="csX277" fmla="*/ 827832 w 1321329"/>
                  <a:gd name="csY277" fmla="*/ 62972 h 1126431"/>
                  <a:gd name="csX278" fmla="*/ 817064 w 1321329"/>
                  <a:gd name="csY278" fmla="*/ 62309 h 1126431"/>
                  <a:gd name="csX279" fmla="*/ 806297 w 1321329"/>
                  <a:gd name="csY279" fmla="*/ 68972 h 1126431"/>
                  <a:gd name="csX280" fmla="*/ 797069 w 1321329"/>
                  <a:gd name="csY280" fmla="*/ 68972 h 1126431"/>
                  <a:gd name="csX281" fmla="*/ 801686 w 1321329"/>
                  <a:gd name="csY281" fmla="*/ 63643 h 1126431"/>
                  <a:gd name="csX282" fmla="*/ 795529 w 1321329"/>
                  <a:gd name="csY282" fmla="*/ 60975 h 1126431"/>
                  <a:gd name="csX283" fmla="*/ 823221 w 1321329"/>
                  <a:gd name="csY283" fmla="*/ 55646 h 1126431"/>
                  <a:gd name="csX284" fmla="*/ 849367 w 1321329"/>
                  <a:gd name="csY284" fmla="*/ 48976 h 1126431"/>
                  <a:gd name="csX285" fmla="*/ 841678 w 1321329"/>
                  <a:gd name="csY285" fmla="*/ 44981 h 1126431"/>
                  <a:gd name="csX286" fmla="*/ 857063 w 1321329"/>
                  <a:gd name="csY286" fmla="*/ 44310 h 1126431"/>
                  <a:gd name="csX287" fmla="*/ 872442 w 1321329"/>
                  <a:gd name="csY287" fmla="*/ 47649 h 1126431"/>
                  <a:gd name="csX288" fmla="*/ 893977 w 1321329"/>
                  <a:gd name="csY288" fmla="*/ 41649 h 1126431"/>
                  <a:gd name="csX289" fmla="*/ 926280 w 1321329"/>
                  <a:gd name="csY289" fmla="*/ 37647 h 1126431"/>
                  <a:gd name="csX290" fmla="*/ 961661 w 1321329"/>
                  <a:gd name="csY290" fmla="*/ 40315 h 1126431"/>
                  <a:gd name="csX291" fmla="*/ 997035 w 1321329"/>
                  <a:gd name="csY291" fmla="*/ 36984 h 1126431"/>
                  <a:gd name="csX292" fmla="*/ 1023188 w 1321329"/>
                  <a:gd name="csY292" fmla="*/ 30321 h 1126431"/>
                  <a:gd name="csX293" fmla="*/ 1015499 w 1321329"/>
                  <a:gd name="csY293" fmla="*/ 21653 h 1126431"/>
                  <a:gd name="csX294" fmla="*/ 966272 w 1321329"/>
                  <a:gd name="csY294" fmla="*/ 11659 h 1126431"/>
                  <a:gd name="csX295" fmla="*/ 958582 w 1321329"/>
                  <a:gd name="csY295" fmla="*/ 17658 h 1126431"/>
                  <a:gd name="csX296" fmla="*/ 946276 w 1321329"/>
                  <a:gd name="csY296" fmla="*/ 18322 h 1126431"/>
                  <a:gd name="csX297" fmla="*/ 938586 w 1321329"/>
                  <a:gd name="csY297" fmla="*/ 14320 h 1126431"/>
                  <a:gd name="csX298" fmla="*/ 950893 w 1321329"/>
                  <a:gd name="csY298" fmla="*/ 10325 h 1126431"/>
                  <a:gd name="csX299" fmla="*/ 944736 w 1321329"/>
                  <a:gd name="csY299" fmla="*/ 6993 h 1126431"/>
                  <a:gd name="csX300" fmla="*/ 929358 w 1321329"/>
                  <a:gd name="csY300" fmla="*/ 7657 h 1126431"/>
                  <a:gd name="csX301" fmla="*/ 920130 w 1321329"/>
                  <a:gd name="csY301" fmla="*/ 4325 h 1126431"/>
                  <a:gd name="csX302" fmla="*/ 907823 w 1321329"/>
                  <a:gd name="csY302" fmla="*/ 4325 h 1126431"/>
                  <a:gd name="csX303" fmla="*/ 887827 w 1321329"/>
                  <a:gd name="csY303" fmla="*/ 2991 h 1126431"/>
                  <a:gd name="csX304" fmla="*/ 873981 w 1321329"/>
                  <a:gd name="csY304" fmla="*/ 2328 h 1126431"/>
                  <a:gd name="csX305" fmla="*/ 861674 w 1321329"/>
                  <a:gd name="csY305" fmla="*/ 4325 h 1126431"/>
                  <a:gd name="csX306" fmla="*/ 853985 w 1321329"/>
                  <a:gd name="csY306" fmla="*/ 323 h 1126431"/>
                  <a:gd name="csX307" fmla="*/ 829371 w 1321329"/>
                  <a:gd name="csY307" fmla="*/ 2328 h 1126431"/>
                  <a:gd name="csX308" fmla="*/ 823221 w 1321329"/>
                  <a:gd name="csY308" fmla="*/ 6323 h 1126431"/>
                  <a:gd name="csX309" fmla="*/ 815532 w 1321329"/>
                  <a:gd name="csY309" fmla="*/ 6993 h 1126431"/>
                  <a:gd name="csX310" fmla="*/ 804765 w 1321329"/>
                  <a:gd name="csY310" fmla="*/ 3655 h 1126431"/>
                  <a:gd name="csX311" fmla="*/ 797069 w 1321329"/>
                  <a:gd name="csY311" fmla="*/ 2991 h 1126431"/>
                  <a:gd name="csX312" fmla="*/ 784769 w 1321329"/>
                  <a:gd name="csY312" fmla="*/ 8327 h 1126431"/>
                  <a:gd name="csX313" fmla="*/ 775540 w 1321329"/>
                  <a:gd name="csY313" fmla="*/ 4989 h 1126431"/>
                  <a:gd name="csX314" fmla="*/ 764773 w 1321329"/>
                  <a:gd name="csY314" fmla="*/ 7657 h 1126431"/>
                  <a:gd name="csX315" fmla="*/ 778612 w 1321329"/>
                  <a:gd name="csY315" fmla="*/ 18322 h 1126431"/>
                  <a:gd name="csX316" fmla="*/ 769383 w 1321329"/>
                  <a:gd name="csY316" fmla="*/ 21653 h 1126431"/>
                  <a:gd name="csX317" fmla="*/ 752466 w 1321329"/>
                  <a:gd name="csY317" fmla="*/ 12986 h 1126431"/>
                  <a:gd name="csX318" fmla="*/ 741698 w 1321329"/>
                  <a:gd name="csY318" fmla="*/ 12986 h 1126431"/>
                  <a:gd name="csX319" fmla="*/ 746309 w 1321329"/>
                  <a:gd name="csY319" fmla="*/ 17651 h 1126431"/>
                  <a:gd name="csX320" fmla="*/ 740159 w 1321329"/>
                  <a:gd name="csY320" fmla="*/ 19656 h 1126431"/>
                  <a:gd name="csX321" fmla="*/ 730931 w 1321329"/>
                  <a:gd name="csY321" fmla="*/ 16988 h 1126431"/>
                  <a:gd name="csX322" fmla="*/ 726313 w 1321329"/>
                  <a:gd name="csY322" fmla="*/ 18985 h 1126431"/>
                  <a:gd name="csX323" fmla="*/ 732463 w 1321329"/>
                  <a:gd name="csY323" fmla="*/ 27653 h 1126431"/>
                  <a:gd name="csX324" fmla="*/ 724774 w 1321329"/>
                  <a:gd name="csY324" fmla="*/ 33645 h 1126431"/>
                  <a:gd name="csX325" fmla="*/ 738620 w 1321329"/>
                  <a:gd name="csY325" fmla="*/ 37647 h 1126431"/>
                  <a:gd name="csX326" fmla="*/ 764766 w 1321329"/>
                  <a:gd name="csY326" fmla="*/ 38318 h 1126431"/>
                  <a:gd name="csX327" fmla="*/ 764766 w 1321329"/>
                  <a:gd name="csY327" fmla="*/ 41649 h 1126431"/>
                  <a:gd name="csX328" fmla="*/ 746309 w 1321329"/>
                  <a:gd name="csY328" fmla="*/ 42976 h 1126431"/>
                  <a:gd name="csX329" fmla="*/ 734002 w 1321329"/>
                  <a:gd name="csY329" fmla="*/ 44310 h 1126431"/>
                  <a:gd name="csX330" fmla="*/ 734002 w 1321329"/>
                  <a:gd name="csY330" fmla="*/ 48976 h 1126431"/>
                  <a:gd name="csX331" fmla="*/ 758616 w 1321329"/>
                  <a:gd name="csY331" fmla="*/ 48976 h 1126431"/>
                  <a:gd name="csX332" fmla="*/ 750927 w 1321329"/>
                  <a:gd name="csY332" fmla="*/ 52978 h 1126431"/>
                  <a:gd name="csX333" fmla="*/ 730924 w 1321329"/>
                  <a:gd name="csY333" fmla="*/ 52978 h 1126431"/>
                  <a:gd name="csX334" fmla="*/ 723235 w 1321329"/>
                  <a:gd name="csY334" fmla="*/ 56973 h 1126431"/>
                  <a:gd name="csX335" fmla="*/ 738620 w 1321329"/>
                  <a:gd name="csY335" fmla="*/ 64977 h 1126431"/>
                  <a:gd name="csX336" fmla="*/ 737081 w 1321329"/>
                  <a:gd name="csY336" fmla="*/ 70306 h 1126431"/>
                  <a:gd name="csX337" fmla="*/ 727852 w 1321329"/>
                  <a:gd name="csY337" fmla="*/ 70306 h 1126431"/>
                  <a:gd name="csX338" fmla="*/ 720156 w 1321329"/>
                  <a:gd name="csY338" fmla="*/ 60975 h 1126431"/>
                  <a:gd name="csX339" fmla="*/ 709389 w 1321329"/>
                  <a:gd name="csY339" fmla="*/ 56309 h 1126431"/>
                  <a:gd name="csX340" fmla="*/ 689393 w 1321329"/>
                  <a:gd name="csY340" fmla="*/ 56973 h 1126431"/>
                  <a:gd name="csX341" fmla="*/ 677086 w 1321329"/>
                  <a:gd name="csY341" fmla="*/ 47642 h 1126431"/>
                  <a:gd name="csX342" fmla="*/ 663247 w 1321329"/>
                  <a:gd name="csY342" fmla="*/ 46308 h 1126431"/>
                  <a:gd name="csX343" fmla="*/ 661707 w 1321329"/>
                  <a:gd name="csY343" fmla="*/ 37647 h 1126431"/>
                  <a:gd name="csX344" fmla="*/ 640172 w 1321329"/>
                  <a:gd name="csY344" fmla="*/ 32982 h 1126431"/>
                  <a:gd name="csX345" fmla="*/ 620176 w 1321329"/>
                  <a:gd name="csY345" fmla="*/ 34979 h 1126431"/>
                  <a:gd name="csX346" fmla="*/ 615559 w 1321329"/>
                  <a:gd name="csY346" fmla="*/ 38311 h 1126431"/>
                  <a:gd name="csX347" fmla="*/ 635561 w 1321329"/>
                  <a:gd name="csY347" fmla="*/ 41642 h 1126431"/>
                  <a:gd name="csX348" fmla="*/ 638633 w 1321329"/>
                  <a:gd name="csY348" fmla="*/ 45644 h 1126431"/>
                  <a:gd name="csX349" fmla="*/ 626326 w 1321329"/>
                  <a:gd name="csY349" fmla="*/ 46308 h 1126431"/>
                  <a:gd name="csX350" fmla="*/ 612487 w 1321329"/>
                  <a:gd name="csY350" fmla="*/ 42976 h 1126431"/>
                  <a:gd name="csX351" fmla="*/ 589413 w 1321329"/>
                  <a:gd name="csY351" fmla="*/ 42976 h 1126431"/>
                  <a:gd name="csX352" fmla="*/ 581723 w 1321329"/>
                  <a:gd name="csY352" fmla="*/ 46308 h 1126431"/>
                  <a:gd name="csX353" fmla="*/ 603259 w 1321329"/>
                  <a:gd name="csY353" fmla="*/ 54975 h 1126431"/>
                  <a:gd name="csX354" fmla="*/ 615559 w 1321329"/>
                  <a:gd name="csY354" fmla="*/ 56309 h 1126431"/>
                  <a:gd name="csX355" fmla="*/ 618637 w 1321329"/>
                  <a:gd name="csY355" fmla="*/ 60311 h 1126431"/>
                  <a:gd name="csX356" fmla="*/ 601719 w 1321329"/>
                  <a:gd name="csY356" fmla="*/ 60975 h 1126431"/>
                  <a:gd name="csX357" fmla="*/ 603259 w 1321329"/>
                  <a:gd name="csY357" fmla="*/ 66974 h 1126431"/>
                  <a:gd name="csX358" fmla="*/ 640172 w 1321329"/>
                  <a:gd name="csY358" fmla="*/ 62309 h 1126431"/>
                  <a:gd name="csX359" fmla="*/ 680164 w 1321329"/>
                  <a:gd name="csY359" fmla="*/ 70306 h 1126431"/>
                  <a:gd name="csX360" fmla="*/ 694010 w 1321329"/>
                  <a:gd name="csY360" fmla="*/ 76305 h 1126431"/>
                  <a:gd name="csX361" fmla="*/ 704778 w 1321329"/>
                  <a:gd name="csY361" fmla="*/ 92299 h 1126431"/>
                  <a:gd name="csX362" fmla="*/ 704778 w 1321329"/>
                  <a:gd name="csY362" fmla="*/ 98962 h 1126431"/>
                  <a:gd name="csX363" fmla="*/ 692471 w 1321329"/>
                  <a:gd name="csY363" fmla="*/ 93633 h 1126431"/>
                  <a:gd name="csX364" fmla="*/ 692471 w 1321329"/>
                  <a:gd name="csY364" fmla="*/ 88297 h 1126431"/>
                  <a:gd name="csX365" fmla="*/ 681703 w 1321329"/>
                  <a:gd name="csY365" fmla="*/ 78303 h 1126431"/>
                  <a:gd name="csX366" fmla="*/ 670936 w 1321329"/>
                  <a:gd name="csY366" fmla="*/ 73637 h 1126431"/>
                  <a:gd name="csX367" fmla="*/ 664786 w 1321329"/>
                  <a:gd name="csY367" fmla="*/ 76969 h 1126431"/>
                  <a:gd name="csX368" fmla="*/ 669397 w 1321329"/>
                  <a:gd name="csY368" fmla="*/ 86970 h 1126431"/>
                  <a:gd name="csX369" fmla="*/ 660168 w 1321329"/>
                  <a:gd name="csY369" fmla="*/ 89631 h 1126431"/>
                  <a:gd name="csX370" fmla="*/ 655557 w 1321329"/>
                  <a:gd name="csY370" fmla="*/ 84966 h 1126431"/>
                  <a:gd name="csX371" fmla="*/ 657090 w 1321329"/>
                  <a:gd name="csY371" fmla="*/ 73637 h 1126431"/>
                  <a:gd name="csX372" fmla="*/ 650940 w 1321329"/>
                  <a:gd name="csY372" fmla="*/ 70969 h 1126431"/>
                  <a:gd name="csX373" fmla="*/ 618637 w 1321329"/>
                  <a:gd name="csY373" fmla="*/ 71640 h 1126431"/>
                  <a:gd name="csX374" fmla="*/ 587873 w 1321329"/>
                  <a:gd name="csY374" fmla="*/ 69635 h 1126431"/>
                  <a:gd name="csX375" fmla="*/ 575567 w 1321329"/>
                  <a:gd name="csY375" fmla="*/ 72303 h 1126431"/>
                  <a:gd name="csX376" fmla="*/ 589413 w 1321329"/>
                  <a:gd name="csY376" fmla="*/ 76305 h 1126431"/>
                  <a:gd name="csX377" fmla="*/ 623248 w 1321329"/>
                  <a:gd name="csY377" fmla="*/ 97628 h 1126431"/>
                  <a:gd name="csX378" fmla="*/ 615559 w 1321329"/>
                  <a:gd name="csY378" fmla="*/ 100960 h 1126431"/>
                  <a:gd name="csX379" fmla="*/ 649401 w 1321329"/>
                  <a:gd name="csY379" fmla="*/ 107630 h 1126431"/>
                  <a:gd name="csX380" fmla="*/ 641705 w 1321329"/>
                  <a:gd name="csY380" fmla="*/ 110298 h 1126431"/>
                  <a:gd name="csX381" fmla="*/ 624787 w 1321329"/>
                  <a:gd name="csY381" fmla="*/ 108964 h 1126431"/>
                  <a:gd name="csX382" fmla="*/ 604791 w 1321329"/>
                  <a:gd name="csY382" fmla="*/ 107630 h 1126431"/>
                  <a:gd name="csX383" fmla="*/ 598641 w 1321329"/>
                  <a:gd name="csY383" fmla="*/ 111625 h 1126431"/>
                  <a:gd name="csX384" fmla="*/ 603252 w 1321329"/>
                  <a:gd name="csY384" fmla="*/ 126955 h 1126431"/>
                  <a:gd name="csX385" fmla="*/ 598634 w 1321329"/>
                  <a:gd name="csY385" fmla="*/ 130957 h 1126431"/>
                  <a:gd name="csX386" fmla="*/ 614019 w 1321329"/>
                  <a:gd name="csY386" fmla="*/ 137620 h 1126431"/>
                  <a:gd name="csX387" fmla="*/ 612480 w 1321329"/>
                  <a:gd name="csY387" fmla="*/ 140952 h 1126431"/>
                  <a:gd name="csX388" fmla="*/ 597102 w 1321329"/>
                  <a:gd name="csY388" fmla="*/ 140952 h 1126431"/>
                  <a:gd name="csX389" fmla="*/ 569410 w 1321329"/>
                  <a:gd name="csY389" fmla="*/ 121619 h 1126431"/>
                  <a:gd name="csX390" fmla="*/ 554031 w 1321329"/>
                  <a:gd name="csY390" fmla="*/ 114293 h 1126431"/>
                  <a:gd name="csX391" fmla="*/ 537114 w 1321329"/>
                  <a:gd name="csY391" fmla="*/ 112959 h 1126431"/>
                  <a:gd name="csX392" fmla="*/ 535575 w 1321329"/>
                  <a:gd name="csY392" fmla="*/ 106959 h 1126431"/>
                  <a:gd name="csX393" fmla="*/ 514039 w 1321329"/>
                  <a:gd name="csY393" fmla="*/ 102957 h 1126431"/>
                  <a:gd name="csX394" fmla="*/ 512500 w 1321329"/>
                  <a:gd name="csY394" fmla="*/ 96965 h 1126431"/>
                  <a:gd name="csX395" fmla="*/ 498654 w 1321329"/>
                  <a:gd name="csY395" fmla="*/ 89631 h 1126431"/>
                  <a:gd name="csX396" fmla="*/ 472508 w 1321329"/>
                  <a:gd name="csY396" fmla="*/ 90295 h 1126431"/>
                  <a:gd name="csX397" fmla="*/ 467891 w 1321329"/>
                  <a:gd name="csY397" fmla="*/ 94297 h 1126431"/>
                  <a:gd name="csX398" fmla="*/ 474041 w 1321329"/>
                  <a:gd name="csY398" fmla="*/ 99626 h 1126431"/>
                  <a:gd name="csX399" fmla="*/ 472508 w 1321329"/>
                  <a:gd name="csY399" fmla="*/ 115627 h 1126431"/>
                  <a:gd name="csX400" fmla="*/ 490965 w 1321329"/>
                  <a:gd name="csY400" fmla="*/ 126285 h 1126431"/>
                  <a:gd name="csX401" fmla="*/ 500193 w 1321329"/>
                  <a:gd name="csY401" fmla="*/ 132284 h 1126431"/>
                  <a:gd name="csX402" fmla="*/ 469430 w 1321329"/>
                  <a:gd name="csY402" fmla="*/ 132284 h 1126431"/>
                  <a:gd name="csX403" fmla="*/ 503272 w 1321329"/>
                  <a:gd name="csY403" fmla="*/ 147615 h 1126431"/>
                  <a:gd name="csX404" fmla="*/ 497115 w 1321329"/>
                  <a:gd name="csY404" fmla="*/ 151617 h 1126431"/>
                  <a:gd name="csX405" fmla="*/ 449434 w 1321329"/>
                  <a:gd name="csY405" fmla="*/ 130287 h 1126431"/>
                  <a:gd name="csX406" fmla="*/ 432509 w 1321329"/>
                  <a:gd name="csY406" fmla="*/ 126955 h 1126431"/>
                  <a:gd name="csX407" fmla="*/ 426359 w 1321329"/>
                  <a:gd name="csY407" fmla="*/ 130287 h 1126431"/>
                  <a:gd name="csX408" fmla="*/ 432509 w 1321329"/>
                  <a:gd name="csY408" fmla="*/ 132955 h 1126431"/>
                  <a:gd name="csX409" fmla="*/ 418670 w 1321329"/>
                  <a:gd name="csY409" fmla="*/ 152280 h 1126431"/>
                  <a:gd name="csX410" fmla="*/ 412513 w 1321329"/>
                  <a:gd name="csY410" fmla="*/ 154278 h 1126431"/>
                  <a:gd name="csX411" fmla="*/ 407903 w 1321329"/>
                  <a:gd name="csY411" fmla="*/ 151617 h 1126431"/>
                  <a:gd name="csX412" fmla="*/ 410974 w 1321329"/>
                  <a:gd name="csY412" fmla="*/ 118288 h 1126431"/>
                  <a:gd name="csX413" fmla="*/ 404824 w 1321329"/>
                  <a:gd name="csY413" fmla="*/ 104291 h 1126431"/>
                  <a:gd name="csX414" fmla="*/ 397135 w 1321329"/>
                  <a:gd name="csY414" fmla="*/ 100296 h 1126431"/>
                  <a:gd name="csX415" fmla="*/ 375600 w 1321329"/>
                  <a:gd name="csY415" fmla="*/ 104291 h 1126431"/>
                  <a:gd name="csX416" fmla="*/ 378678 w 1321329"/>
                  <a:gd name="csY416" fmla="*/ 111625 h 1126431"/>
                  <a:gd name="csX417" fmla="*/ 360215 w 1321329"/>
                  <a:gd name="csY417" fmla="*/ 110291 h 1126431"/>
                  <a:gd name="csX418" fmla="*/ 343297 w 1321329"/>
                  <a:gd name="csY418" fmla="*/ 114956 h 1126431"/>
                  <a:gd name="csX419" fmla="*/ 326379 w 1321329"/>
                  <a:gd name="csY419" fmla="*/ 114956 h 1126431"/>
                  <a:gd name="csX420" fmla="*/ 290998 w 1321329"/>
                  <a:gd name="csY420" fmla="*/ 122290 h 1126431"/>
                  <a:gd name="csX421" fmla="*/ 287920 w 1321329"/>
                  <a:gd name="csY421" fmla="*/ 124951 h 1126431"/>
                  <a:gd name="csX422" fmla="*/ 304844 w 1321329"/>
                  <a:gd name="csY422" fmla="*/ 132955 h 1126431"/>
                  <a:gd name="csX423" fmla="*/ 309455 w 1321329"/>
                  <a:gd name="csY423" fmla="*/ 138947 h 1126431"/>
                  <a:gd name="csX424" fmla="*/ 330990 w 1321329"/>
                  <a:gd name="csY424" fmla="*/ 150946 h 1126431"/>
                  <a:gd name="csX425" fmla="*/ 332529 w 1321329"/>
                  <a:gd name="csY425" fmla="*/ 159607 h 1126431"/>
                  <a:gd name="csX426" fmla="*/ 297148 w 1321329"/>
                  <a:gd name="csY426" fmla="*/ 145617 h 1126431"/>
                  <a:gd name="csX427" fmla="*/ 297148 w 1321329"/>
                  <a:gd name="csY427" fmla="*/ 138947 h 1126431"/>
                  <a:gd name="csX428" fmla="*/ 287920 w 1321329"/>
                  <a:gd name="csY428" fmla="*/ 134282 h 1126431"/>
                  <a:gd name="csX429" fmla="*/ 258695 w 1321329"/>
                  <a:gd name="csY429" fmla="*/ 134952 h 1126431"/>
                  <a:gd name="csX430" fmla="*/ 244849 w 1321329"/>
                  <a:gd name="csY430" fmla="*/ 137614 h 1126431"/>
                  <a:gd name="csX431" fmla="*/ 241771 w 1321329"/>
                  <a:gd name="csY431" fmla="*/ 140952 h 1126431"/>
                  <a:gd name="csX432" fmla="*/ 246389 w 1321329"/>
                  <a:gd name="csY432" fmla="*/ 145617 h 1126431"/>
                  <a:gd name="csX433" fmla="*/ 247928 w 1321329"/>
                  <a:gd name="csY433" fmla="*/ 152280 h 1126431"/>
                  <a:gd name="csX434" fmla="*/ 260235 w 1321329"/>
                  <a:gd name="csY434" fmla="*/ 156946 h 1126431"/>
                  <a:gd name="csX435" fmla="*/ 249467 w 1321329"/>
                  <a:gd name="csY435" fmla="*/ 164943 h 1126431"/>
                  <a:gd name="csX436" fmla="*/ 255617 w 1321329"/>
                  <a:gd name="csY436" fmla="*/ 169608 h 1126431"/>
                  <a:gd name="csX437" fmla="*/ 255617 w 1321329"/>
                  <a:gd name="csY437" fmla="*/ 178269 h 1126431"/>
                  <a:gd name="csX438" fmla="*/ 234082 w 1321329"/>
                  <a:gd name="csY438" fmla="*/ 184269 h 1126431"/>
                  <a:gd name="csX439" fmla="*/ 227932 w 1321329"/>
                  <a:gd name="csY439" fmla="*/ 180273 h 1126431"/>
                  <a:gd name="csX440" fmla="*/ 214086 w 1321329"/>
                  <a:gd name="csY440" fmla="*/ 177605 h 1126431"/>
                  <a:gd name="csX441" fmla="*/ 215625 w 1321329"/>
                  <a:gd name="csY441" fmla="*/ 193600 h 1126431"/>
                  <a:gd name="csX442" fmla="*/ 207929 w 1321329"/>
                  <a:gd name="csY442" fmla="*/ 195597 h 1126431"/>
                  <a:gd name="csX443" fmla="*/ 203318 w 1321329"/>
                  <a:gd name="csY443" fmla="*/ 182271 h 1126431"/>
                  <a:gd name="csX444" fmla="*/ 197161 w 1321329"/>
                  <a:gd name="csY444" fmla="*/ 182935 h 1126431"/>
                  <a:gd name="csX445" fmla="*/ 164859 w 1321329"/>
                  <a:gd name="csY445" fmla="*/ 202931 h 1126431"/>
                  <a:gd name="csX446" fmla="*/ 164859 w 1321329"/>
                  <a:gd name="csY446" fmla="*/ 210264 h 1126431"/>
                  <a:gd name="csX447" fmla="*/ 154091 w 1321329"/>
                  <a:gd name="csY447" fmla="*/ 211591 h 1126431"/>
                  <a:gd name="csX448" fmla="*/ 141791 w 1321329"/>
                  <a:gd name="csY448" fmla="*/ 218925 h 1126431"/>
                  <a:gd name="csX449" fmla="*/ 121795 w 1321329"/>
                  <a:gd name="csY449" fmla="*/ 224260 h 1126431"/>
                  <a:gd name="csX450" fmla="*/ 121795 w 1321329"/>
                  <a:gd name="csY450" fmla="*/ 234919 h 1126431"/>
                  <a:gd name="csX451" fmla="*/ 127945 w 1321329"/>
                  <a:gd name="csY451" fmla="*/ 238257 h 1126431"/>
                  <a:gd name="csX452" fmla="*/ 127945 w 1321329"/>
                  <a:gd name="csY452" fmla="*/ 243586 h 1126431"/>
                  <a:gd name="csX453" fmla="*/ 158709 w 1321329"/>
                  <a:gd name="csY453" fmla="*/ 246918 h 1126431"/>
                  <a:gd name="csX454" fmla="*/ 167937 w 1321329"/>
                  <a:gd name="csY454" fmla="*/ 242252 h 1126431"/>
                  <a:gd name="csX455" fmla="*/ 175626 w 1321329"/>
                  <a:gd name="csY455" fmla="*/ 242922 h 1126431"/>
                  <a:gd name="csX456" fmla="*/ 187933 w 1321329"/>
                  <a:gd name="csY456" fmla="*/ 237587 h 1126431"/>
                  <a:gd name="csX457" fmla="*/ 195622 w 1321329"/>
                  <a:gd name="csY457" fmla="*/ 242922 h 1126431"/>
                  <a:gd name="csX458" fmla="*/ 189472 w 1321329"/>
                  <a:gd name="csY458" fmla="*/ 246254 h 1126431"/>
                  <a:gd name="csX459" fmla="*/ 183315 w 1321329"/>
                  <a:gd name="csY459" fmla="*/ 250249 h 1126431"/>
                  <a:gd name="csX460" fmla="*/ 192551 w 1321329"/>
                  <a:gd name="csY460" fmla="*/ 254915 h 1126431"/>
                  <a:gd name="csX461" fmla="*/ 171009 w 1321329"/>
                  <a:gd name="csY461" fmla="*/ 258917 h 1126431"/>
                  <a:gd name="csX462" fmla="*/ 183315 w 1321329"/>
                  <a:gd name="csY462" fmla="*/ 270909 h 1126431"/>
                  <a:gd name="csX463" fmla="*/ 149480 w 1321329"/>
                  <a:gd name="csY463" fmla="*/ 294236 h 1126431"/>
                  <a:gd name="csX464" fmla="*/ 140245 w 1321329"/>
                  <a:gd name="csY464" fmla="*/ 291575 h 1126431"/>
                  <a:gd name="csX465" fmla="*/ 107942 w 1321329"/>
                  <a:gd name="csY465" fmla="*/ 292902 h 1126431"/>
                  <a:gd name="csX466" fmla="*/ 98714 w 1321329"/>
                  <a:gd name="csY466" fmla="*/ 298902 h 1126431"/>
                  <a:gd name="csX467" fmla="*/ 83336 w 1321329"/>
                  <a:gd name="csY467" fmla="*/ 300236 h 1126431"/>
                  <a:gd name="csX468" fmla="*/ 92564 w 1321329"/>
                  <a:gd name="csY468" fmla="*/ 304238 h 1126431"/>
                  <a:gd name="csX469" fmla="*/ 86407 w 1321329"/>
                  <a:gd name="csY469" fmla="*/ 307569 h 1126431"/>
                  <a:gd name="csX470" fmla="*/ 69490 w 1321329"/>
                  <a:gd name="csY470" fmla="*/ 307569 h 1126431"/>
                  <a:gd name="csX471" fmla="*/ 47954 w 1321329"/>
                  <a:gd name="csY471" fmla="*/ 318234 h 1126431"/>
                  <a:gd name="csX472" fmla="*/ 38726 w 1321329"/>
                  <a:gd name="csY472" fmla="*/ 316230 h 1126431"/>
                  <a:gd name="csX473" fmla="*/ 24880 w 1321329"/>
                  <a:gd name="csY473" fmla="*/ 316900 h 1126431"/>
                  <a:gd name="csX474" fmla="*/ 17191 w 1321329"/>
                  <a:gd name="csY474" fmla="*/ 321566 h 1126431"/>
                  <a:gd name="csX475" fmla="*/ 4884 w 1321329"/>
                  <a:gd name="csY475" fmla="*/ 326895 h 1126431"/>
                  <a:gd name="csX476" fmla="*/ 3345 w 1321329"/>
                  <a:gd name="csY476" fmla="*/ 330897 h 1126431"/>
                  <a:gd name="csX477" fmla="*/ 7962 w 1321329"/>
                  <a:gd name="csY477" fmla="*/ 333558 h 1126431"/>
                  <a:gd name="csX478" fmla="*/ 3345 w 1321329"/>
                  <a:gd name="csY478" fmla="*/ 336226 h 1126431"/>
                  <a:gd name="csX479" fmla="*/ 1806 w 1321329"/>
                  <a:gd name="csY479" fmla="*/ 339557 h 1126431"/>
                  <a:gd name="csX480" fmla="*/ 20269 w 1321329"/>
                  <a:gd name="csY480" fmla="*/ 350222 h 1126431"/>
                  <a:gd name="csX481" fmla="*/ 35647 w 1321329"/>
                  <a:gd name="csY481" fmla="*/ 351556 h 1126431"/>
                  <a:gd name="csX482" fmla="*/ 35647 w 1321329"/>
                  <a:gd name="csY482" fmla="*/ 353554 h 1126431"/>
                  <a:gd name="csX483" fmla="*/ 54104 w 1321329"/>
                  <a:gd name="csY483" fmla="*/ 354217 h 1126431"/>
                  <a:gd name="csX484" fmla="*/ 57183 w 1321329"/>
                  <a:gd name="csY484" fmla="*/ 358219 h 1126431"/>
                  <a:gd name="csX485" fmla="*/ 64872 w 1321329"/>
                  <a:gd name="csY485" fmla="*/ 359553 h 1126431"/>
                  <a:gd name="csX486" fmla="*/ 64872 w 1321329"/>
                  <a:gd name="csY486" fmla="*/ 364219 h 1126431"/>
                  <a:gd name="csX487" fmla="*/ 87946 w 1321329"/>
                  <a:gd name="csY487" fmla="*/ 368884 h 1126431"/>
                  <a:gd name="csX488" fmla="*/ 98714 w 1321329"/>
                  <a:gd name="csY488" fmla="*/ 362214 h 1126431"/>
                  <a:gd name="csX489" fmla="*/ 107942 w 1321329"/>
                  <a:gd name="csY489" fmla="*/ 364882 h 1126431"/>
                  <a:gd name="csX490" fmla="*/ 121788 w 1321329"/>
                  <a:gd name="csY490" fmla="*/ 363555 h 1126431"/>
                  <a:gd name="csX491" fmla="*/ 131017 w 1321329"/>
                  <a:gd name="csY491" fmla="*/ 358890 h 1126431"/>
                  <a:gd name="csX492" fmla="*/ 147934 w 1321329"/>
                  <a:gd name="csY492" fmla="*/ 360887 h 1126431"/>
                  <a:gd name="csX493" fmla="*/ 155623 w 1321329"/>
                  <a:gd name="csY493" fmla="*/ 366216 h 1126431"/>
                  <a:gd name="csX494" fmla="*/ 140245 w 1321329"/>
                  <a:gd name="csY494" fmla="*/ 374213 h 1126431"/>
                  <a:gd name="csX495" fmla="*/ 129477 w 1321329"/>
                  <a:gd name="csY495" fmla="*/ 371552 h 1126431"/>
                  <a:gd name="csX496" fmla="*/ 120249 w 1321329"/>
                  <a:gd name="csY496" fmla="*/ 371552 h 1126431"/>
                  <a:gd name="csX497" fmla="*/ 95635 w 1321329"/>
                  <a:gd name="csY497" fmla="*/ 375547 h 1126431"/>
                  <a:gd name="csX498" fmla="*/ 94096 w 1321329"/>
                  <a:gd name="csY498" fmla="*/ 378879 h 1126431"/>
                  <a:gd name="csX499" fmla="*/ 117171 w 1321329"/>
                  <a:gd name="csY499" fmla="*/ 376881 h 1126431"/>
                  <a:gd name="csX500" fmla="*/ 143323 w 1321329"/>
                  <a:gd name="csY500" fmla="*/ 381547 h 1126431"/>
                  <a:gd name="csX501" fmla="*/ 144863 w 1321329"/>
                  <a:gd name="csY501" fmla="*/ 385549 h 1126431"/>
                  <a:gd name="csX502" fmla="*/ 135627 w 1321329"/>
                  <a:gd name="csY502" fmla="*/ 386876 h 1126431"/>
                  <a:gd name="csX503" fmla="*/ 115631 w 1321329"/>
                  <a:gd name="csY503" fmla="*/ 381547 h 1126431"/>
                  <a:gd name="csX504" fmla="*/ 111021 w 1321329"/>
                  <a:gd name="csY504" fmla="*/ 382881 h 1126431"/>
                  <a:gd name="csX505" fmla="*/ 91025 w 1321329"/>
                  <a:gd name="csY505" fmla="*/ 383544 h 1126431"/>
                  <a:gd name="csX506" fmla="*/ 77179 w 1321329"/>
                  <a:gd name="csY506" fmla="*/ 379549 h 1126431"/>
                  <a:gd name="csX507" fmla="*/ 58722 w 1321329"/>
                  <a:gd name="csY507" fmla="*/ 378879 h 1126431"/>
                  <a:gd name="csX508" fmla="*/ 37187 w 1321329"/>
                  <a:gd name="csY508" fmla="*/ 385549 h 1126431"/>
                  <a:gd name="csX509" fmla="*/ 47954 w 1321329"/>
                  <a:gd name="csY509" fmla="*/ 395543 h 1126431"/>
                  <a:gd name="csX510" fmla="*/ 61793 w 1321329"/>
                  <a:gd name="csY510" fmla="*/ 394873 h 1126431"/>
                  <a:gd name="csX511" fmla="*/ 66411 w 1321329"/>
                  <a:gd name="csY511" fmla="*/ 389544 h 1126431"/>
                  <a:gd name="csX512" fmla="*/ 75639 w 1321329"/>
                  <a:gd name="csY512" fmla="*/ 389544 h 1126431"/>
                  <a:gd name="csX513" fmla="*/ 72561 w 1321329"/>
                  <a:gd name="csY513" fmla="*/ 400209 h 1126431"/>
                  <a:gd name="csX514" fmla="*/ 109481 w 1321329"/>
                  <a:gd name="csY514" fmla="*/ 401543 h 1126431"/>
                  <a:gd name="csX515" fmla="*/ 111021 w 1321329"/>
                  <a:gd name="csY515" fmla="*/ 408206 h 1126431"/>
                  <a:gd name="csX516" fmla="*/ 95635 w 1321329"/>
                  <a:gd name="csY516" fmla="*/ 407535 h 1126431"/>
                  <a:gd name="csX517" fmla="*/ 74100 w 1321329"/>
                  <a:gd name="csY517" fmla="*/ 414869 h 1126431"/>
                  <a:gd name="csX518" fmla="*/ 91018 w 1321329"/>
                  <a:gd name="csY518" fmla="*/ 425534 h 1126431"/>
                  <a:gd name="csX519" fmla="*/ 118710 w 1321329"/>
                  <a:gd name="csY519" fmla="*/ 428865 h 1126431"/>
                  <a:gd name="csX520" fmla="*/ 126399 w 1321329"/>
                  <a:gd name="csY520" fmla="*/ 432197 h 1126431"/>
                  <a:gd name="csX521" fmla="*/ 140245 w 1321329"/>
                  <a:gd name="csY521" fmla="*/ 431533 h 1126431"/>
                  <a:gd name="csX522" fmla="*/ 140245 w 1321329"/>
                  <a:gd name="csY522" fmla="*/ 427531 h 1126431"/>
                  <a:gd name="csX523" fmla="*/ 129477 w 1321329"/>
                  <a:gd name="csY523" fmla="*/ 425534 h 1126431"/>
                  <a:gd name="csX524" fmla="*/ 127938 w 1321329"/>
                  <a:gd name="csY524" fmla="*/ 419534 h 1126431"/>
                  <a:gd name="csX525" fmla="*/ 138706 w 1321329"/>
                  <a:gd name="csY525" fmla="*/ 419534 h 1126431"/>
                  <a:gd name="csX526" fmla="*/ 146395 w 1321329"/>
                  <a:gd name="csY526" fmla="*/ 424870 h 1126431"/>
                  <a:gd name="csX527" fmla="*/ 152552 w 1321329"/>
                  <a:gd name="csY527" fmla="*/ 420205 h 1126431"/>
                  <a:gd name="csX528" fmla="*/ 161780 w 1321329"/>
                  <a:gd name="csY528" fmla="*/ 418871 h 1126431"/>
                  <a:gd name="csX529" fmla="*/ 164852 w 1321329"/>
                  <a:gd name="csY529" fmla="*/ 426204 h 1126431"/>
                  <a:gd name="csX530" fmla="*/ 171009 w 1321329"/>
                  <a:gd name="csY530" fmla="*/ 428202 h 1126431"/>
                  <a:gd name="csX531" fmla="*/ 184855 w 1321329"/>
                  <a:gd name="csY531" fmla="*/ 424870 h 1126431"/>
                  <a:gd name="csX532" fmla="*/ 187926 w 1321329"/>
                  <a:gd name="csY532" fmla="*/ 416873 h 1126431"/>
                  <a:gd name="csX533" fmla="*/ 195622 w 1321329"/>
                  <a:gd name="csY533" fmla="*/ 416203 h 1126431"/>
                  <a:gd name="csX534" fmla="*/ 195622 w 1321329"/>
                  <a:gd name="csY534" fmla="*/ 422866 h 1126431"/>
                  <a:gd name="csX535" fmla="*/ 207922 w 1321329"/>
                  <a:gd name="csY535" fmla="*/ 422866 h 1126431"/>
                  <a:gd name="csX536" fmla="*/ 212540 w 1321329"/>
                  <a:gd name="csY536" fmla="*/ 416203 h 1126431"/>
                  <a:gd name="csX537" fmla="*/ 220229 w 1321329"/>
                  <a:gd name="csY537" fmla="*/ 416873 h 1126431"/>
                  <a:gd name="csX538" fmla="*/ 224847 w 1321329"/>
                  <a:gd name="csY538" fmla="*/ 424200 h 1126431"/>
                  <a:gd name="csX539" fmla="*/ 237147 w 1321329"/>
                  <a:gd name="csY539" fmla="*/ 420205 h 1126431"/>
                  <a:gd name="csX540" fmla="*/ 258682 w 1321329"/>
                  <a:gd name="csY540" fmla="*/ 423536 h 1126431"/>
                  <a:gd name="csX541" fmla="*/ 257149 w 1321329"/>
                  <a:gd name="csY541" fmla="*/ 426204 h 1126431"/>
                  <a:gd name="csX542" fmla="*/ 266378 w 1321329"/>
                  <a:gd name="csY542" fmla="*/ 430870 h 1126431"/>
                  <a:gd name="csX543" fmla="*/ 278678 w 1321329"/>
                  <a:gd name="csY543" fmla="*/ 428865 h 1126431"/>
                  <a:gd name="csX544" fmla="*/ 284835 w 1321329"/>
                  <a:gd name="csY544" fmla="*/ 435535 h 1126431"/>
                  <a:gd name="csX545" fmla="*/ 295602 w 1321329"/>
                  <a:gd name="csY545" fmla="*/ 434865 h 1126431"/>
                  <a:gd name="csX546" fmla="*/ 314059 w 1321329"/>
                  <a:gd name="csY546" fmla="*/ 440864 h 1126431"/>
                  <a:gd name="csX547" fmla="*/ 310981 w 1321329"/>
                  <a:gd name="csY547" fmla="*/ 452863 h 1126431"/>
                  <a:gd name="csX548" fmla="*/ 321748 w 1321329"/>
                  <a:gd name="csY548" fmla="*/ 454861 h 1126431"/>
                  <a:gd name="csX549" fmla="*/ 347901 w 1321329"/>
                  <a:gd name="csY549" fmla="*/ 484954 h 1126431"/>
                  <a:gd name="csX550" fmla="*/ 358669 w 1321329"/>
                  <a:gd name="csY550" fmla="*/ 488648 h 1126431"/>
                  <a:gd name="csX551" fmla="*/ 367897 w 1321329"/>
                  <a:gd name="csY551" fmla="*/ 496023 h 1126431"/>
                  <a:gd name="csX552" fmla="*/ 360201 w 1321329"/>
                  <a:gd name="csY552" fmla="*/ 499717 h 1126431"/>
                  <a:gd name="csX553" fmla="*/ 364819 w 1321329"/>
                  <a:gd name="csY553" fmla="*/ 517243 h 1126431"/>
                  <a:gd name="csX554" fmla="*/ 375586 w 1321329"/>
                  <a:gd name="csY554" fmla="*/ 523701 h 1126431"/>
                  <a:gd name="csX555" fmla="*/ 370969 w 1321329"/>
                  <a:gd name="csY555" fmla="*/ 533846 h 1126431"/>
                  <a:gd name="csX556" fmla="*/ 387893 w 1321329"/>
                  <a:gd name="csY556" fmla="*/ 548609 h 1126431"/>
                  <a:gd name="csX557" fmla="*/ 381736 w 1321329"/>
                  <a:gd name="csY557" fmla="*/ 562441 h 1126431"/>
                  <a:gd name="csX558" fmla="*/ 400200 w 1321329"/>
                  <a:gd name="csY558" fmla="*/ 565212 h 1126431"/>
                  <a:gd name="csX559" fmla="*/ 403271 w 1321329"/>
                  <a:gd name="csY559" fmla="*/ 586425 h 1126431"/>
                  <a:gd name="csX560" fmla="*/ 387893 w 1321329"/>
                  <a:gd name="csY560" fmla="*/ 583661 h 1126431"/>
                  <a:gd name="csX561" fmla="*/ 384815 w 1321329"/>
                  <a:gd name="csY561" fmla="*/ 586425 h 1126431"/>
                  <a:gd name="csX562" fmla="*/ 390965 w 1321329"/>
                  <a:gd name="csY562" fmla="*/ 597494 h 1126431"/>
                  <a:gd name="csX563" fmla="*/ 386347 w 1321329"/>
                  <a:gd name="csY563" fmla="*/ 605799 h 1126431"/>
                  <a:gd name="csX564" fmla="*/ 395582 w 1321329"/>
                  <a:gd name="csY564" fmla="*/ 613180 h 1126431"/>
                  <a:gd name="csX565" fmla="*/ 377118 w 1321329"/>
                  <a:gd name="csY565" fmla="*/ 618714 h 1126431"/>
                  <a:gd name="csX566" fmla="*/ 392504 w 1321329"/>
                  <a:gd name="csY566" fmla="*/ 627012 h 1126431"/>
                  <a:gd name="csX567" fmla="*/ 410961 w 1321329"/>
                  <a:gd name="csY567" fmla="*/ 629783 h 1126431"/>
                  <a:gd name="csX568" fmla="*/ 412500 w 1321329"/>
                  <a:gd name="csY568" fmla="*/ 615944 h 1126431"/>
                  <a:gd name="csX569" fmla="*/ 420189 w 1321329"/>
                  <a:gd name="csY569" fmla="*/ 615020 h 1126431"/>
                  <a:gd name="csX570" fmla="*/ 420196 w 1321329"/>
                  <a:gd name="csY570" fmla="*/ 604875 h 1126431"/>
                  <a:gd name="csX571" fmla="*/ 430963 w 1321329"/>
                  <a:gd name="csY571" fmla="*/ 605799 h 1126431"/>
                  <a:gd name="csX572" fmla="*/ 434035 w 1321329"/>
                  <a:gd name="csY572" fmla="*/ 612256 h 1126431"/>
                  <a:gd name="csX573" fmla="*/ 452492 w 1321329"/>
                  <a:gd name="csY573" fmla="*/ 623325 h 1126431"/>
                  <a:gd name="csX574" fmla="*/ 444803 w 1321329"/>
                  <a:gd name="csY574" fmla="*/ 629783 h 1126431"/>
                  <a:gd name="csX575" fmla="*/ 464798 w 1321329"/>
                  <a:gd name="csY575" fmla="*/ 639928 h 1126431"/>
                  <a:gd name="csX576" fmla="*/ 477105 w 1321329"/>
                  <a:gd name="csY576" fmla="*/ 641775 h 1126431"/>
                  <a:gd name="csX577" fmla="*/ 467877 w 1321329"/>
                  <a:gd name="csY577" fmla="*/ 649156 h 1126431"/>
                  <a:gd name="csX578" fmla="*/ 475566 w 1321329"/>
                  <a:gd name="csY578" fmla="*/ 657454 h 1126431"/>
                  <a:gd name="csX579" fmla="*/ 474027 w 1321329"/>
                  <a:gd name="csY579" fmla="*/ 662989 h 1126431"/>
                  <a:gd name="csX580" fmla="*/ 489405 w 1321329"/>
                  <a:gd name="csY580" fmla="*/ 670370 h 1126431"/>
                  <a:gd name="csX581" fmla="*/ 481716 w 1321329"/>
                  <a:gd name="csY581" fmla="*/ 674057 h 1126431"/>
                  <a:gd name="csX582" fmla="*/ 455570 w 1321329"/>
                  <a:gd name="csY582" fmla="*/ 662065 h 1126431"/>
                  <a:gd name="csX583" fmla="*/ 444803 w 1321329"/>
                  <a:gd name="csY583" fmla="*/ 662065 h 1126431"/>
                  <a:gd name="csX584" fmla="*/ 427878 w 1321329"/>
                  <a:gd name="csY584" fmla="*/ 657454 h 1126431"/>
                  <a:gd name="csX585" fmla="*/ 407882 w 1321329"/>
                  <a:gd name="csY585" fmla="*/ 654691 h 1126431"/>
                  <a:gd name="csX586" fmla="*/ 401732 w 1321329"/>
                  <a:gd name="csY586" fmla="*/ 657454 h 1126431"/>
                  <a:gd name="csX587" fmla="*/ 412500 w 1321329"/>
                  <a:gd name="csY587" fmla="*/ 669446 h 1126431"/>
                  <a:gd name="csX588" fmla="*/ 430957 w 1321329"/>
                  <a:gd name="csY588" fmla="*/ 673141 h 1126431"/>
                  <a:gd name="csX589" fmla="*/ 447874 w 1321329"/>
                  <a:gd name="csY589" fmla="*/ 684202 h 1126431"/>
                  <a:gd name="csX590" fmla="*/ 475566 w 1321329"/>
                  <a:gd name="csY590" fmla="*/ 687896 h 1126431"/>
                  <a:gd name="csX591" fmla="*/ 494023 w 1321329"/>
                  <a:gd name="csY591" fmla="*/ 685126 h 1126431"/>
                  <a:gd name="csX592" fmla="*/ 495562 w 1321329"/>
                  <a:gd name="csY592" fmla="*/ 693431 h 1126431"/>
                  <a:gd name="csX593" fmla="*/ 487873 w 1321329"/>
                  <a:gd name="csY593" fmla="*/ 698965 h 1126431"/>
                  <a:gd name="csX594" fmla="*/ 495562 w 1321329"/>
                  <a:gd name="csY594" fmla="*/ 707270 h 1126431"/>
                  <a:gd name="csX595" fmla="*/ 480177 w 1321329"/>
                  <a:gd name="csY595" fmla="*/ 712804 h 1126431"/>
                  <a:gd name="csX596" fmla="*/ 475566 w 1321329"/>
                  <a:gd name="csY596" fmla="*/ 728484 h 1126431"/>
                  <a:gd name="csX597" fmla="*/ 484795 w 1321329"/>
                  <a:gd name="csY597" fmla="*/ 732171 h 1126431"/>
                  <a:gd name="csX598" fmla="*/ 484795 w 1321329"/>
                  <a:gd name="csY598" fmla="*/ 737705 h 1126431"/>
                  <a:gd name="csX599" fmla="*/ 464798 w 1321329"/>
                  <a:gd name="csY599" fmla="*/ 738629 h 1126431"/>
                  <a:gd name="csX600" fmla="*/ 446335 w 1321329"/>
                  <a:gd name="csY600" fmla="*/ 742323 h 1126431"/>
                  <a:gd name="csX601" fmla="*/ 444803 w 1321329"/>
                  <a:gd name="csY601" fmla="*/ 749697 h 1126431"/>
                  <a:gd name="csX602" fmla="*/ 455563 w 1321329"/>
                  <a:gd name="csY602" fmla="*/ 751544 h 1126431"/>
                  <a:gd name="csX603" fmla="*/ 474027 w 1321329"/>
                  <a:gd name="csY603" fmla="*/ 747857 h 1126431"/>
                  <a:gd name="csX604" fmla="*/ 480177 w 1321329"/>
                  <a:gd name="csY604" fmla="*/ 751544 h 1126431"/>
                  <a:gd name="csX605" fmla="*/ 490944 w 1321329"/>
                  <a:gd name="csY605" fmla="*/ 752468 h 1126431"/>
                  <a:gd name="csX606" fmla="*/ 486334 w 1321329"/>
                  <a:gd name="csY606" fmla="*/ 759849 h 1126431"/>
                  <a:gd name="csX607" fmla="*/ 464798 w 1321329"/>
                  <a:gd name="csY607" fmla="*/ 756155 h 1126431"/>
                  <a:gd name="csX608" fmla="*/ 443263 w 1321329"/>
                  <a:gd name="csY608" fmla="*/ 756155 h 1126431"/>
                  <a:gd name="csX609" fmla="*/ 421728 w 1321329"/>
                  <a:gd name="csY609" fmla="*/ 764460 h 1126431"/>
                  <a:gd name="csX610" fmla="*/ 423267 w 1321329"/>
                  <a:gd name="csY610" fmla="*/ 771841 h 1126431"/>
                  <a:gd name="csX611" fmla="*/ 429417 w 1321329"/>
                  <a:gd name="csY611" fmla="*/ 772758 h 1126431"/>
                  <a:gd name="csX612" fmla="*/ 447874 w 1321329"/>
                  <a:gd name="csY612" fmla="*/ 764460 h 1126431"/>
                  <a:gd name="csX613" fmla="*/ 458642 w 1321329"/>
                  <a:gd name="csY613" fmla="*/ 764460 h 1126431"/>
                  <a:gd name="csX614" fmla="*/ 484795 w 1321329"/>
                  <a:gd name="csY614" fmla="*/ 765383 h 1126431"/>
                  <a:gd name="csX615" fmla="*/ 489405 w 1321329"/>
                  <a:gd name="csY615" fmla="*/ 774605 h 1126431"/>
                  <a:gd name="csX616" fmla="*/ 481716 w 1321329"/>
                  <a:gd name="csY616" fmla="*/ 777376 h 1126431"/>
                  <a:gd name="csX617" fmla="*/ 466331 w 1321329"/>
                  <a:gd name="csY617" fmla="*/ 770918 h 1126431"/>
                  <a:gd name="csX618" fmla="*/ 452492 w 1321329"/>
                  <a:gd name="csY618" fmla="*/ 768147 h 1126431"/>
                  <a:gd name="csX619" fmla="*/ 424800 w 1321329"/>
                  <a:gd name="csY619" fmla="*/ 778299 h 1126431"/>
                  <a:gd name="csX620" fmla="*/ 418650 w 1321329"/>
                  <a:gd name="csY620" fmla="*/ 793978 h 1126431"/>
                  <a:gd name="csX621" fmla="*/ 421728 w 1321329"/>
                  <a:gd name="csY621" fmla="*/ 799513 h 1126431"/>
                  <a:gd name="csX622" fmla="*/ 432496 w 1321329"/>
                  <a:gd name="csY622" fmla="*/ 795819 h 1126431"/>
                  <a:gd name="csX623" fmla="*/ 446335 w 1321329"/>
                  <a:gd name="csY623" fmla="*/ 797666 h 1126431"/>
                  <a:gd name="csX624" fmla="*/ 438646 w 1321329"/>
                  <a:gd name="csY624" fmla="*/ 810048 h 1126431"/>
                  <a:gd name="csX625" fmla="*/ 429417 w 1321329"/>
                  <a:gd name="csY625" fmla="*/ 810048 h 1126431"/>
                  <a:gd name="csX626" fmla="*/ 424800 w 1321329"/>
                  <a:gd name="csY626" fmla="*/ 823880 h 1126431"/>
                  <a:gd name="csX627" fmla="*/ 434028 w 1321329"/>
                  <a:gd name="csY627" fmla="*/ 840798 h 1126431"/>
                  <a:gd name="csX628" fmla="*/ 446335 w 1321329"/>
                  <a:gd name="csY628" fmla="*/ 842330 h 1126431"/>
                  <a:gd name="csX629" fmla="*/ 450952 w 1321329"/>
                  <a:gd name="csY629" fmla="*/ 853098 h 1126431"/>
                  <a:gd name="csX630" fmla="*/ 438646 w 1321329"/>
                  <a:gd name="csY630" fmla="*/ 853098 h 1126431"/>
                  <a:gd name="csX631" fmla="*/ 435567 w 1321329"/>
                  <a:gd name="csY631" fmla="*/ 857708 h 1126431"/>
                  <a:gd name="csX632" fmla="*/ 457102 w 1321329"/>
                  <a:gd name="csY632" fmla="*/ 873080 h 1126431"/>
                  <a:gd name="csX633" fmla="*/ 454024 w 1321329"/>
                  <a:gd name="csY633" fmla="*/ 880769 h 1126431"/>
                  <a:gd name="csX634" fmla="*/ 458642 w 1321329"/>
                  <a:gd name="csY634" fmla="*/ 902291 h 1126431"/>
                  <a:gd name="csX635" fmla="*/ 455563 w 1321329"/>
                  <a:gd name="csY635" fmla="*/ 922280 h 1126431"/>
                  <a:gd name="csX636" fmla="*/ 464792 w 1321329"/>
                  <a:gd name="csY636" fmla="*/ 925351 h 1126431"/>
                  <a:gd name="csX637" fmla="*/ 475559 w 1321329"/>
                  <a:gd name="csY637" fmla="*/ 905369 h 1126431"/>
                  <a:gd name="csX638" fmla="*/ 484788 w 1321329"/>
                  <a:gd name="csY638" fmla="*/ 897680 h 1126431"/>
                  <a:gd name="csX639" fmla="*/ 503244 w 1321329"/>
                  <a:gd name="csY639" fmla="*/ 909980 h 1126431"/>
                  <a:gd name="csX640" fmla="*/ 500173 w 1321329"/>
                  <a:gd name="csY640" fmla="*/ 919201 h 1126431"/>
                  <a:gd name="csX641" fmla="*/ 492484 w 1321329"/>
                  <a:gd name="csY641" fmla="*/ 914591 h 1126431"/>
                  <a:gd name="csX642" fmla="*/ 486327 w 1321329"/>
                  <a:gd name="csY642" fmla="*/ 926891 h 1126431"/>
                  <a:gd name="csX643" fmla="*/ 486327 w 1321329"/>
                  <a:gd name="csY643" fmla="*/ 937651 h 1126431"/>
                  <a:gd name="csX644" fmla="*/ 469409 w 1321329"/>
                  <a:gd name="csY644" fmla="*/ 939190 h 1126431"/>
                  <a:gd name="csX645" fmla="*/ 469409 w 1321329"/>
                  <a:gd name="csY645" fmla="*/ 957640 h 1126431"/>
                  <a:gd name="csX646" fmla="*/ 480177 w 1321329"/>
                  <a:gd name="csY646" fmla="*/ 966862 h 1126431"/>
                  <a:gd name="csX647" fmla="*/ 481709 w 1321329"/>
                  <a:gd name="csY647" fmla="*/ 971473 h 1126431"/>
                  <a:gd name="csX648" fmla="*/ 492477 w 1321329"/>
                  <a:gd name="csY648" fmla="*/ 983773 h 1126431"/>
                  <a:gd name="csX649" fmla="*/ 492477 w 1321329"/>
                  <a:gd name="csY649" fmla="*/ 993001 h 1126431"/>
                  <a:gd name="csX650" fmla="*/ 495555 w 1321329"/>
                  <a:gd name="csY650" fmla="*/ 997612 h 1126431"/>
                  <a:gd name="csX651" fmla="*/ 489405 w 1321329"/>
                  <a:gd name="csY651" fmla="*/ 1005301 h 1126431"/>
                  <a:gd name="csX652" fmla="*/ 492477 w 1321329"/>
                  <a:gd name="csY652" fmla="*/ 1011451 h 1126431"/>
                  <a:gd name="csX653" fmla="*/ 509394 w 1321329"/>
                  <a:gd name="csY653" fmla="*/ 1020673 h 1126431"/>
                  <a:gd name="csX654" fmla="*/ 510934 w 1321329"/>
                  <a:gd name="csY654" fmla="*/ 1031433 h 1126431"/>
                  <a:gd name="csX655" fmla="*/ 517090 w 1321329"/>
                  <a:gd name="csY655" fmla="*/ 1046805 h 1126431"/>
                  <a:gd name="csX656" fmla="*/ 527858 w 1321329"/>
                  <a:gd name="csY656" fmla="*/ 1056033 h 1126431"/>
                  <a:gd name="csX657" fmla="*/ 529397 w 1321329"/>
                  <a:gd name="csY657" fmla="*/ 1063722 h 1126431"/>
                  <a:gd name="csX658" fmla="*/ 541697 w 1321329"/>
                  <a:gd name="csY658" fmla="*/ 1071405 h 1126431"/>
                  <a:gd name="csX659" fmla="*/ 543236 w 1321329"/>
                  <a:gd name="csY659" fmla="*/ 1088316 h 1126431"/>
                  <a:gd name="csX660" fmla="*/ 549393 w 1321329"/>
                  <a:gd name="csY660" fmla="*/ 1091394 h 1126431"/>
                  <a:gd name="csX661" fmla="*/ 555543 w 1321329"/>
                  <a:gd name="csY661" fmla="*/ 1080633 h 1126431"/>
                  <a:gd name="csX662" fmla="*/ 586307 w 1321329"/>
                  <a:gd name="csY662" fmla="*/ 1077555 h 1126431"/>
                  <a:gd name="csX663" fmla="*/ 593996 w 1321329"/>
                  <a:gd name="csY663" fmla="*/ 1092933 h 1126431"/>
                  <a:gd name="csX664" fmla="*/ 615531 w 1321329"/>
                  <a:gd name="csY664" fmla="*/ 1103694 h 1126431"/>
                  <a:gd name="csX665" fmla="*/ 613999 w 1321329"/>
                  <a:gd name="csY665" fmla="*/ 1115994 h 1126431"/>
                  <a:gd name="csX666" fmla="*/ 618610 w 1321329"/>
                  <a:gd name="csY666" fmla="*/ 1125215 h 1126431"/>
                  <a:gd name="csX667" fmla="*/ 632456 w 1321329"/>
                  <a:gd name="csY667" fmla="*/ 1119065 h 1126431"/>
                  <a:gd name="csX668" fmla="*/ 641684 w 1321329"/>
                  <a:gd name="csY668" fmla="*/ 1126755 h 1126431"/>
                  <a:gd name="csX669" fmla="*/ 649373 w 1321329"/>
                  <a:gd name="csY669" fmla="*/ 1108305 h 1126431"/>
                  <a:gd name="csX670" fmla="*/ 638606 w 1321329"/>
                  <a:gd name="csY670" fmla="*/ 1096005 h 1126431"/>
                  <a:gd name="csX671" fmla="*/ 653991 w 1321329"/>
                  <a:gd name="csY671" fmla="*/ 1094465 h 1126431"/>
                  <a:gd name="csX672" fmla="*/ 652452 w 1321329"/>
                  <a:gd name="csY672" fmla="*/ 1085244 h 1126431"/>
                  <a:gd name="csX673" fmla="*/ 660141 w 1321329"/>
                  <a:gd name="csY673" fmla="*/ 1074483 h 1126431"/>
                  <a:gd name="csX674" fmla="*/ 658602 w 1321329"/>
                  <a:gd name="csY674" fmla="*/ 1065262 h 1126431"/>
                  <a:gd name="csX675" fmla="*/ 667830 w 1321329"/>
                  <a:gd name="csY675" fmla="*/ 1060644 h 1126431"/>
                  <a:gd name="csX676" fmla="*/ 673987 w 1321329"/>
                  <a:gd name="csY676" fmla="*/ 1045272 h 1126431"/>
                  <a:gd name="csX677" fmla="*/ 663219 w 1321329"/>
                  <a:gd name="csY677" fmla="*/ 1023751 h 1126431"/>
                  <a:gd name="csX678" fmla="*/ 669369 w 1321329"/>
                  <a:gd name="csY678" fmla="*/ 1006840 h 1126431"/>
                  <a:gd name="csX679" fmla="*/ 663219 w 1321329"/>
                  <a:gd name="csY679" fmla="*/ 999151 h 1126431"/>
                  <a:gd name="csX680" fmla="*/ 670908 w 1321329"/>
                  <a:gd name="csY680" fmla="*/ 989929 h 1126431"/>
                  <a:gd name="csX681" fmla="*/ 680137 w 1321329"/>
                  <a:gd name="csY681" fmla="*/ 991462 h 1126431"/>
                  <a:gd name="csX682" fmla="*/ 684754 w 1321329"/>
                  <a:gd name="csY682" fmla="*/ 973019 h 1126431"/>
                  <a:gd name="csX683" fmla="*/ 692444 w 1321329"/>
                  <a:gd name="csY683" fmla="*/ 971480 h 1126431"/>
                  <a:gd name="csX684" fmla="*/ 693983 w 1321329"/>
                  <a:gd name="csY684" fmla="*/ 963790 h 1126431"/>
                  <a:gd name="csX685" fmla="*/ 686294 w 1321329"/>
                  <a:gd name="csY685" fmla="*/ 949951 h 1126431"/>
                  <a:gd name="csX686" fmla="*/ 704750 w 1321329"/>
                  <a:gd name="csY686" fmla="*/ 953030 h 1126431"/>
                  <a:gd name="csX687" fmla="*/ 703211 w 1321329"/>
                  <a:gd name="csY687" fmla="*/ 933040 h 1126431"/>
                  <a:gd name="csX688" fmla="*/ 686294 w 1321329"/>
                  <a:gd name="csY688" fmla="*/ 929969 h 1126431"/>
                  <a:gd name="csX689" fmla="*/ 683215 w 1321329"/>
                  <a:gd name="csY689" fmla="*/ 917669 h 1126431"/>
                  <a:gd name="csX690" fmla="*/ 700140 w 1321329"/>
                  <a:gd name="csY690" fmla="*/ 917669 h 1126431"/>
                  <a:gd name="csX691" fmla="*/ 703211 w 1321329"/>
                  <a:gd name="csY691" fmla="*/ 906908 h 1126431"/>
                  <a:gd name="csX692" fmla="*/ 695522 w 1321329"/>
                  <a:gd name="csY692" fmla="*/ 897680 h 1126431"/>
                  <a:gd name="csX693" fmla="*/ 697061 w 1321329"/>
                  <a:gd name="csY693" fmla="*/ 882308 h 1126431"/>
                  <a:gd name="csX694" fmla="*/ 717057 w 1321329"/>
                  <a:gd name="csY694" fmla="*/ 880769 h 1126431"/>
                  <a:gd name="csX695" fmla="*/ 717057 w 1321329"/>
                  <a:gd name="csY695" fmla="*/ 873087 h 1126431"/>
                  <a:gd name="csX696" fmla="*/ 710907 w 1321329"/>
                  <a:gd name="csY696" fmla="*/ 863858 h 1126431"/>
                  <a:gd name="csX697" fmla="*/ 712446 w 1321329"/>
                  <a:gd name="csY697" fmla="*/ 859248 h 1126431"/>
                  <a:gd name="csX698" fmla="*/ 753978 w 1321329"/>
                  <a:gd name="csY698" fmla="*/ 851565 h 1126431"/>
                  <a:gd name="csX699" fmla="*/ 757049 w 1321329"/>
                  <a:gd name="csY699" fmla="*/ 820815 h 1126431"/>
                  <a:gd name="csX700" fmla="*/ 760128 w 1321329"/>
                  <a:gd name="csY700" fmla="*/ 813126 h 1126431"/>
                  <a:gd name="csX701" fmla="*/ 772434 w 1321329"/>
                  <a:gd name="csY701" fmla="*/ 816205 h 1126431"/>
                  <a:gd name="csX702" fmla="*/ 769356 w 1321329"/>
                  <a:gd name="csY702" fmla="*/ 833115 h 1126431"/>
                  <a:gd name="csX703" fmla="*/ 773974 w 1321329"/>
                  <a:gd name="csY703" fmla="*/ 840798 h 1126431"/>
                  <a:gd name="csX704" fmla="*/ 786280 w 1321329"/>
                  <a:gd name="csY704" fmla="*/ 834648 h 1126431"/>
                  <a:gd name="csX705" fmla="*/ 795509 w 1321329"/>
                  <a:gd name="csY705" fmla="*/ 840798 h 1126431"/>
                  <a:gd name="csX706" fmla="*/ 812426 w 1321329"/>
                  <a:gd name="csY706" fmla="*/ 831576 h 1126431"/>
                  <a:gd name="csX707" fmla="*/ 813966 w 1321329"/>
                  <a:gd name="csY707" fmla="*/ 816205 h 1126431"/>
                  <a:gd name="csX708" fmla="*/ 832422 w 1321329"/>
                  <a:gd name="csY708" fmla="*/ 817737 h 1126431"/>
                  <a:gd name="csX709" fmla="*/ 849347 w 1321329"/>
                  <a:gd name="csY709" fmla="*/ 795825 h 1126431"/>
                  <a:gd name="csX710" fmla="*/ 858575 w 1321329"/>
                  <a:gd name="csY710" fmla="*/ 779223 h 1126431"/>
                  <a:gd name="csX711" fmla="*/ 867804 w 1321329"/>
                  <a:gd name="csY711" fmla="*/ 765383 h 1126431"/>
                  <a:gd name="csX712" fmla="*/ 889339 w 1321329"/>
                  <a:gd name="csY712" fmla="*/ 763543 h 1126431"/>
                  <a:gd name="csX713" fmla="*/ 892417 w 1321329"/>
                  <a:gd name="csY713" fmla="*/ 749704 h 1126431"/>
                  <a:gd name="csX714" fmla="*/ 880110 w 1321329"/>
                  <a:gd name="csY714" fmla="*/ 744170 h 1126431"/>
                  <a:gd name="csX715" fmla="*/ 873960 w 1321329"/>
                  <a:gd name="csY715" fmla="*/ 737712 h 1126431"/>
                  <a:gd name="csX716" fmla="*/ 886267 w 1321329"/>
                  <a:gd name="csY716" fmla="*/ 738635 h 1126431"/>
                  <a:gd name="csX717" fmla="*/ 904724 w 1321329"/>
                  <a:gd name="csY717" fmla="*/ 749704 h 1126431"/>
                  <a:gd name="csX718" fmla="*/ 913952 w 1321329"/>
                  <a:gd name="csY718" fmla="*/ 750628 h 1126431"/>
                  <a:gd name="csX719" fmla="*/ 921642 w 1321329"/>
                  <a:gd name="csY719" fmla="*/ 745093 h 1126431"/>
                  <a:gd name="csX720" fmla="*/ 930870 w 1321329"/>
                  <a:gd name="csY720" fmla="*/ 747857 h 1126431"/>
                  <a:gd name="csX721" fmla="*/ 940105 w 1321329"/>
                  <a:gd name="csY721" fmla="*/ 742323 h 1126431"/>
                  <a:gd name="csX722" fmla="*/ 947794 w 1321329"/>
                  <a:gd name="csY722" fmla="*/ 746017 h 1126431"/>
                  <a:gd name="csX723" fmla="*/ 957023 w 1321329"/>
                  <a:gd name="csY723" fmla="*/ 746017 h 1126431"/>
                  <a:gd name="csX724" fmla="*/ 978558 w 1321329"/>
                  <a:gd name="csY724" fmla="*/ 734948 h 1126431"/>
                  <a:gd name="csX725" fmla="*/ 987786 w 1321329"/>
                  <a:gd name="csY725" fmla="*/ 738635 h 1126431"/>
                  <a:gd name="csX726" fmla="*/ 1003165 w 1321329"/>
                  <a:gd name="csY726" fmla="*/ 730337 h 1126431"/>
                  <a:gd name="csX727" fmla="*/ 1021628 w 1321329"/>
                  <a:gd name="csY727" fmla="*/ 730337 h 1126431"/>
                  <a:gd name="csX728" fmla="*/ 1032396 w 1321329"/>
                  <a:gd name="csY728" fmla="*/ 719262 h 1126431"/>
                  <a:gd name="csX729" fmla="*/ 1040085 w 1321329"/>
                  <a:gd name="csY729" fmla="*/ 719262 h 1126431"/>
                  <a:gd name="csX730" fmla="*/ 1049314 w 1321329"/>
                  <a:gd name="csY730" fmla="*/ 708193 h 1126431"/>
                  <a:gd name="csX731" fmla="*/ 1057003 w 1321329"/>
                  <a:gd name="csY731" fmla="*/ 710040 h 1126431"/>
                  <a:gd name="csX732" fmla="*/ 1063160 w 1321329"/>
                  <a:gd name="csY732" fmla="*/ 698972 h 1126431"/>
                  <a:gd name="csX733" fmla="*/ 1072388 w 1321329"/>
                  <a:gd name="csY733" fmla="*/ 698972 h 1126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Lst>
                <a:rect l="l" t="t" r="r" b="b"/>
                <a:pathLst>
                  <a:path w="1321329" h="1126431">
                    <a:moveTo>
                      <a:pt x="1072388" y="698972"/>
                    </a:moveTo>
                    <a:lnTo>
                      <a:pt x="1103521" y="682636"/>
                    </a:lnTo>
                    <a:lnTo>
                      <a:pt x="1105060" y="678025"/>
                    </a:lnTo>
                    <a:lnTo>
                      <a:pt x="1100073" y="674988"/>
                    </a:lnTo>
                    <a:lnTo>
                      <a:pt x="1090845" y="678682"/>
                    </a:lnTo>
                    <a:lnTo>
                      <a:pt x="1086234" y="675911"/>
                    </a:lnTo>
                    <a:lnTo>
                      <a:pt x="1047774" y="675911"/>
                    </a:lnTo>
                    <a:lnTo>
                      <a:pt x="1043164" y="667606"/>
                    </a:lnTo>
                    <a:lnTo>
                      <a:pt x="1029318" y="668530"/>
                    </a:lnTo>
                    <a:lnTo>
                      <a:pt x="1023168" y="678675"/>
                    </a:lnTo>
                    <a:lnTo>
                      <a:pt x="1012400" y="678675"/>
                    </a:lnTo>
                    <a:lnTo>
                      <a:pt x="997015" y="682369"/>
                    </a:lnTo>
                    <a:lnTo>
                      <a:pt x="977019" y="682369"/>
                    </a:lnTo>
                    <a:lnTo>
                      <a:pt x="972408" y="676828"/>
                    </a:lnTo>
                    <a:lnTo>
                      <a:pt x="989326" y="674988"/>
                    </a:lnTo>
                    <a:lnTo>
                      <a:pt x="1010861" y="674064"/>
                    </a:lnTo>
                    <a:lnTo>
                      <a:pt x="1012400" y="664843"/>
                    </a:lnTo>
                    <a:lnTo>
                      <a:pt x="1000093" y="664843"/>
                    </a:lnTo>
                    <a:lnTo>
                      <a:pt x="992404" y="668530"/>
                    </a:lnTo>
                    <a:lnTo>
                      <a:pt x="975480" y="669453"/>
                    </a:lnTo>
                    <a:lnTo>
                      <a:pt x="957023" y="665759"/>
                    </a:lnTo>
                    <a:lnTo>
                      <a:pt x="955484" y="662072"/>
                    </a:lnTo>
                    <a:lnTo>
                      <a:pt x="967790" y="661148"/>
                    </a:lnTo>
                    <a:lnTo>
                      <a:pt x="977019" y="651927"/>
                    </a:lnTo>
                    <a:lnTo>
                      <a:pt x="970869" y="645469"/>
                    </a:lnTo>
                    <a:lnTo>
                      <a:pt x="1003172" y="645469"/>
                    </a:lnTo>
                    <a:lnTo>
                      <a:pt x="1029318" y="639011"/>
                    </a:lnTo>
                    <a:lnTo>
                      <a:pt x="1030857" y="627943"/>
                    </a:lnTo>
                    <a:lnTo>
                      <a:pt x="998554" y="625172"/>
                    </a:lnTo>
                    <a:lnTo>
                      <a:pt x="980097" y="620561"/>
                    </a:lnTo>
                    <a:lnTo>
                      <a:pt x="980097" y="611340"/>
                    </a:lnTo>
                    <a:lnTo>
                      <a:pt x="963180" y="603958"/>
                    </a:lnTo>
                    <a:lnTo>
                      <a:pt x="972408" y="599348"/>
                    </a:lnTo>
                    <a:lnTo>
                      <a:pt x="989326" y="603035"/>
                    </a:lnTo>
                    <a:lnTo>
                      <a:pt x="1001632" y="617798"/>
                    </a:lnTo>
                    <a:lnTo>
                      <a:pt x="1026246" y="619638"/>
                    </a:lnTo>
                    <a:lnTo>
                      <a:pt x="1057010" y="628866"/>
                    </a:lnTo>
                    <a:lnTo>
                      <a:pt x="1057010" y="637164"/>
                    </a:lnTo>
                    <a:lnTo>
                      <a:pt x="1073927" y="660225"/>
                    </a:lnTo>
                    <a:lnTo>
                      <a:pt x="1098541" y="665766"/>
                    </a:lnTo>
                    <a:lnTo>
                      <a:pt x="1100080" y="659308"/>
                    </a:lnTo>
                    <a:lnTo>
                      <a:pt x="1106230" y="655614"/>
                    </a:lnTo>
                    <a:lnTo>
                      <a:pt x="1115458" y="662996"/>
                    </a:lnTo>
                    <a:lnTo>
                      <a:pt x="1123148" y="662996"/>
                    </a:lnTo>
                    <a:lnTo>
                      <a:pt x="1126226" y="630713"/>
                    </a:lnTo>
                    <a:lnTo>
                      <a:pt x="1116998" y="624255"/>
                    </a:lnTo>
                    <a:lnTo>
                      <a:pt x="1111723" y="627908"/>
                    </a:lnTo>
                    <a:lnTo>
                      <a:pt x="1105840" y="614842"/>
                    </a:lnTo>
                    <a:lnTo>
                      <a:pt x="1093923" y="604882"/>
                    </a:lnTo>
                    <a:lnTo>
                      <a:pt x="1078545" y="600271"/>
                    </a:lnTo>
                    <a:lnTo>
                      <a:pt x="1061627" y="589196"/>
                    </a:lnTo>
                    <a:lnTo>
                      <a:pt x="1040092" y="593813"/>
                    </a:lnTo>
                    <a:lnTo>
                      <a:pt x="1029324" y="585509"/>
                    </a:lnTo>
                    <a:lnTo>
                      <a:pt x="1049320" y="581821"/>
                    </a:lnTo>
                    <a:lnTo>
                      <a:pt x="1040092" y="571669"/>
                    </a:lnTo>
                    <a:lnTo>
                      <a:pt x="1017018" y="578134"/>
                    </a:lnTo>
                    <a:lnTo>
                      <a:pt x="1009328" y="568906"/>
                    </a:lnTo>
                    <a:lnTo>
                      <a:pt x="1035474" y="567059"/>
                    </a:lnTo>
                    <a:lnTo>
                      <a:pt x="1040092" y="559677"/>
                    </a:lnTo>
                    <a:lnTo>
                      <a:pt x="1026246" y="555066"/>
                    </a:lnTo>
                    <a:lnTo>
                      <a:pt x="1015478" y="561524"/>
                    </a:lnTo>
                    <a:lnTo>
                      <a:pt x="1009328" y="558761"/>
                    </a:lnTo>
                    <a:lnTo>
                      <a:pt x="997022" y="563371"/>
                    </a:lnTo>
                    <a:lnTo>
                      <a:pt x="989332" y="555066"/>
                    </a:lnTo>
                    <a:lnTo>
                      <a:pt x="1009328" y="552303"/>
                    </a:lnTo>
                    <a:lnTo>
                      <a:pt x="1000093" y="545845"/>
                    </a:lnTo>
                    <a:lnTo>
                      <a:pt x="1004711" y="542158"/>
                    </a:lnTo>
                    <a:lnTo>
                      <a:pt x="1027785" y="548615"/>
                    </a:lnTo>
                    <a:lnTo>
                      <a:pt x="1038553" y="545845"/>
                    </a:lnTo>
                    <a:lnTo>
                      <a:pt x="1050860" y="533853"/>
                    </a:lnTo>
                    <a:lnTo>
                      <a:pt x="1030864" y="520014"/>
                    </a:lnTo>
                    <a:lnTo>
                      <a:pt x="1038553" y="518173"/>
                    </a:lnTo>
                    <a:lnTo>
                      <a:pt x="1057010" y="527395"/>
                    </a:lnTo>
                    <a:lnTo>
                      <a:pt x="1073934" y="526471"/>
                    </a:lnTo>
                    <a:lnTo>
                      <a:pt x="1093930" y="534776"/>
                    </a:lnTo>
                    <a:lnTo>
                      <a:pt x="1069316" y="533853"/>
                    </a:lnTo>
                    <a:lnTo>
                      <a:pt x="1077006" y="536623"/>
                    </a:lnTo>
                    <a:lnTo>
                      <a:pt x="1101619" y="548615"/>
                    </a:lnTo>
                    <a:lnTo>
                      <a:pt x="1126233" y="542158"/>
                    </a:lnTo>
                    <a:lnTo>
                      <a:pt x="1147761" y="538464"/>
                    </a:lnTo>
                    <a:lnTo>
                      <a:pt x="1146229" y="522784"/>
                    </a:lnTo>
                    <a:lnTo>
                      <a:pt x="1121615" y="521861"/>
                    </a:lnTo>
                    <a:lnTo>
                      <a:pt x="1124694" y="530166"/>
                    </a:lnTo>
                    <a:lnTo>
                      <a:pt x="1120076" y="532929"/>
                    </a:lnTo>
                    <a:lnTo>
                      <a:pt x="1114542" y="513556"/>
                    </a:lnTo>
                    <a:lnTo>
                      <a:pt x="1106852" y="499723"/>
                    </a:lnTo>
                    <a:lnTo>
                      <a:pt x="1113002" y="491419"/>
                    </a:lnTo>
                    <a:lnTo>
                      <a:pt x="1116998" y="489578"/>
                    </a:lnTo>
                    <a:lnTo>
                      <a:pt x="1141611" y="491419"/>
                    </a:lnTo>
                    <a:lnTo>
                      <a:pt x="1155457" y="505258"/>
                    </a:lnTo>
                    <a:lnTo>
                      <a:pt x="1164686" y="503411"/>
                    </a:lnTo>
                    <a:lnTo>
                      <a:pt x="1170836" y="491419"/>
                    </a:lnTo>
                    <a:lnTo>
                      <a:pt x="1164686" y="486808"/>
                    </a:lnTo>
                    <a:lnTo>
                      <a:pt x="1156996" y="489578"/>
                    </a:lnTo>
                    <a:lnTo>
                      <a:pt x="1133922" y="486808"/>
                    </a:lnTo>
                    <a:lnTo>
                      <a:pt x="1132383" y="481274"/>
                    </a:lnTo>
                    <a:lnTo>
                      <a:pt x="1140072" y="472976"/>
                    </a:lnTo>
                    <a:lnTo>
                      <a:pt x="1133922" y="468358"/>
                    </a:lnTo>
                    <a:lnTo>
                      <a:pt x="1114336" y="470205"/>
                    </a:lnTo>
                    <a:lnTo>
                      <a:pt x="1108186" y="465594"/>
                    </a:lnTo>
                    <a:lnTo>
                      <a:pt x="1117415" y="460977"/>
                    </a:lnTo>
                    <a:lnTo>
                      <a:pt x="1138540" y="460060"/>
                    </a:lnTo>
                    <a:lnTo>
                      <a:pt x="1140072" y="456366"/>
                    </a:lnTo>
                    <a:lnTo>
                      <a:pt x="1113926" y="444866"/>
                    </a:lnTo>
                    <a:lnTo>
                      <a:pt x="1123154" y="442869"/>
                    </a:lnTo>
                    <a:lnTo>
                      <a:pt x="1132383" y="448205"/>
                    </a:lnTo>
                    <a:lnTo>
                      <a:pt x="1146229" y="450866"/>
                    </a:lnTo>
                    <a:lnTo>
                      <a:pt x="1160075" y="459136"/>
                    </a:lnTo>
                    <a:lnTo>
                      <a:pt x="1175453" y="449532"/>
                    </a:lnTo>
                    <a:lnTo>
                      <a:pt x="1172382" y="439537"/>
                    </a:lnTo>
                    <a:lnTo>
                      <a:pt x="1152379" y="430870"/>
                    </a:lnTo>
                    <a:lnTo>
                      <a:pt x="1121615" y="428872"/>
                    </a:lnTo>
                    <a:lnTo>
                      <a:pt x="1110848" y="426204"/>
                    </a:lnTo>
                    <a:lnTo>
                      <a:pt x="1140079" y="426204"/>
                    </a:lnTo>
                    <a:lnTo>
                      <a:pt x="1156996" y="424877"/>
                    </a:lnTo>
                    <a:lnTo>
                      <a:pt x="1156996" y="417544"/>
                    </a:lnTo>
                    <a:lnTo>
                      <a:pt x="1138540" y="415546"/>
                    </a:lnTo>
                    <a:lnTo>
                      <a:pt x="1124694" y="418207"/>
                    </a:lnTo>
                    <a:lnTo>
                      <a:pt x="1115465" y="415546"/>
                    </a:lnTo>
                    <a:lnTo>
                      <a:pt x="1113926" y="408213"/>
                    </a:lnTo>
                    <a:lnTo>
                      <a:pt x="1107838" y="399415"/>
                    </a:lnTo>
                    <a:lnTo>
                      <a:pt x="1109172" y="395413"/>
                    </a:lnTo>
                    <a:lnTo>
                      <a:pt x="1117004" y="394880"/>
                    </a:lnTo>
                    <a:lnTo>
                      <a:pt x="1135461" y="394216"/>
                    </a:lnTo>
                    <a:lnTo>
                      <a:pt x="1127772" y="388217"/>
                    </a:lnTo>
                    <a:lnTo>
                      <a:pt x="1138540" y="387553"/>
                    </a:lnTo>
                    <a:lnTo>
                      <a:pt x="1170842" y="392882"/>
                    </a:lnTo>
                    <a:lnTo>
                      <a:pt x="1189299" y="392219"/>
                    </a:lnTo>
                    <a:lnTo>
                      <a:pt x="1195456" y="380890"/>
                    </a:lnTo>
                    <a:lnTo>
                      <a:pt x="1193917" y="374220"/>
                    </a:lnTo>
                    <a:lnTo>
                      <a:pt x="1176999" y="371559"/>
                    </a:lnTo>
                    <a:lnTo>
                      <a:pt x="1173921" y="376888"/>
                    </a:lnTo>
                    <a:lnTo>
                      <a:pt x="1149307" y="366223"/>
                    </a:lnTo>
                    <a:lnTo>
                      <a:pt x="1141618" y="358226"/>
                    </a:lnTo>
                    <a:lnTo>
                      <a:pt x="1144696" y="354895"/>
                    </a:lnTo>
                    <a:lnTo>
                      <a:pt x="1153925" y="358226"/>
                    </a:lnTo>
                    <a:lnTo>
                      <a:pt x="1170842" y="361558"/>
                    </a:lnTo>
                    <a:lnTo>
                      <a:pt x="1169303" y="354231"/>
                    </a:lnTo>
                    <a:lnTo>
                      <a:pt x="1140079" y="344230"/>
                    </a:lnTo>
                    <a:lnTo>
                      <a:pt x="1130850" y="346227"/>
                    </a:lnTo>
                    <a:lnTo>
                      <a:pt x="1126240" y="355558"/>
                    </a:lnTo>
                    <a:lnTo>
                      <a:pt x="1113933" y="355558"/>
                    </a:lnTo>
                    <a:lnTo>
                      <a:pt x="1110854" y="348231"/>
                    </a:lnTo>
                    <a:lnTo>
                      <a:pt x="1130850" y="316237"/>
                    </a:lnTo>
                    <a:lnTo>
                      <a:pt x="1123161" y="315573"/>
                    </a:lnTo>
                    <a:lnTo>
                      <a:pt x="1138546" y="300906"/>
                    </a:lnTo>
                    <a:lnTo>
                      <a:pt x="1153925" y="300906"/>
                    </a:lnTo>
                    <a:lnTo>
                      <a:pt x="1167771" y="286246"/>
                    </a:lnTo>
                    <a:lnTo>
                      <a:pt x="1169310" y="280917"/>
                    </a:lnTo>
                    <a:lnTo>
                      <a:pt x="1155464" y="280917"/>
                    </a:lnTo>
                    <a:lnTo>
                      <a:pt x="1166232" y="256255"/>
                    </a:lnTo>
                    <a:lnTo>
                      <a:pt x="1195456" y="256255"/>
                    </a:lnTo>
                    <a:lnTo>
                      <a:pt x="1206224" y="239591"/>
                    </a:lnTo>
                    <a:lnTo>
                      <a:pt x="1196995" y="234925"/>
                    </a:lnTo>
                    <a:lnTo>
                      <a:pt x="1183156" y="239591"/>
                    </a:lnTo>
                    <a:lnTo>
                      <a:pt x="1180078" y="234925"/>
                    </a:lnTo>
                    <a:lnTo>
                      <a:pt x="1167771" y="232928"/>
                    </a:lnTo>
                    <a:lnTo>
                      <a:pt x="1160082" y="237593"/>
                    </a:lnTo>
                    <a:lnTo>
                      <a:pt x="1166232" y="242259"/>
                    </a:lnTo>
                    <a:lnTo>
                      <a:pt x="1163153" y="245590"/>
                    </a:lnTo>
                    <a:lnTo>
                      <a:pt x="1158542" y="252924"/>
                    </a:lnTo>
                    <a:lnTo>
                      <a:pt x="1147775" y="252254"/>
                    </a:lnTo>
                    <a:lnTo>
                      <a:pt x="1147775" y="238264"/>
                    </a:lnTo>
                    <a:lnTo>
                      <a:pt x="1158542" y="228262"/>
                    </a:lnTo>
                    <a:lnTo>
                      <a:pt x="1186228" y="228262"/>
                    </a:lnTo>
                    <a:lnTo>
                      <a:pt x="1206224" y="231594"/>
                    </a:lnTo>
                    <a:lnTo>
                      <a:pt x="1218530" y="230260"/>
                    </a:lnTo>
                    <a:lnTo>
                      <a:pt x="1241605" y="217597"/>
                    </a:lnTo>
                    <a:lnTo>
                      <a:pt x="1213920" y="208937"/>
                    </a:lnTo>
                    <a:lnTo>
                      <a:pt x="1201613" y="215600"/>
                    </a:lnTo>
                    <a:lnTo>
                      <a:pt x="1189306" y="216934"/>
                    </a:lnTo>
                    <a:lnTo>
                      <a:pt x="1167771" y="207603"/>
                    </a:lnTo>
                    <a:lnTo>
                      <a:pt x="1153925" y="208937"/>
                    </a:lnTo>
                    <a:lnTo>
                      <a:pt x="1152392" y="214936"/>
                    </a:lnTo>
                    <a:lnTo>
                      <a:pt x="1133929" y="215600"/>
                    </a:lnTo>
                    <a:lnTo>
                      <a:pt x="1133929" y="208266"/>
                    </a:lnTo>
                    <a:lnTo>
                      <a:pt x="1141625" y="207603"/>
                    </a:lnTo>
                    <a:lnTo>
                      <a:pt x="1150853" y="202937"/>
                    </a:lnTo>
                    <a:lnTo>
                      <a:pt x="1178538" y="202274"/>
                    </a:lnTo>
                    <a:lnTo>
                      <a:pt x="1187767" y="204271"/>
                    </a:lnTo>
                    <a:lnTo>
                      <a:pt x="1192384" y="198935"/>
                    </a:lnTo>
                    <a:lnTo>
                      <a:pt x="1213920" y="203608"/>
                    </a:lnTo>
                    <a:lnTo>
                      <a:pt x="1230837" y="204271"/>
                    </a:lnTo>
                    <a:lnTo>
                      <a:pt x="1241605" y="201603"/>
                    </a:lnTo>
                    <a:lnTo>
                      <a:pt x="1246222" y="194940"/>
                    </a:lnTo>
                    <a:lnTo>
                      <a:pt x="1263140" y="194277"/>
                    </a:lnTo>
                    <a:lnTo>
                      <a:pt x="1269297" y="190275"/>
                    </a:lnTo>
                    <a:lnTo>
                      <a:pt x="1258529" y="182941"/>
                    </a:lnTo>
                    <a:lnTo>
                      <a:pt x="1264679" y="178276"/>
                    </a:lnTo>
                    <a:lnTo>
                      <a:pt x="1286214" y="180280"/>
                    </a:lnTo>
                    <a:lnTo>
                      <a:pt x="1323135" y="154285"/>
                    </a:lnTo>
                    <a:lnTo>
                      <a:pt x="1321596" y="150953"/>
                    </a:lnTo>
                    <a:lnTo>
                      <a:pt x="1276986" y="130957"/>
                    </a:lnTo>
                    <a:lnTo>
                      <a:pt x="1233916" y="126962"/>
                    </a:lnTo>
                    <a:lnTo>
                      <a:pt x="1218537" y="134959"/>
                    </a:lnTo>
                    <a:lnTo>
                      <a:pt x="1209309" y="132291"/>
                    </a:lnTo>
                    <a:lnTo>
                      <a:pt x="1200074" y="133625"/>
                    </a:lnTo>
                    <a:lnTo>
                      <a:pt x="1204691" y="141622"/>
                    </a:lnTo>
                    <a:lnTo>
                      <a:pt x="1195463" y="144954"/>
                    </a:lnTo>
                    <a:lnTo>
                      <a:pt x="1192384" y="155619"/>
                    </a:lnTo>
                    <a:lnTo>
                      <a:pt x="1175467" y="156953"/>
                    </a:lnTo>
                    <a:lnTo>
                      <a:pt x="1163160" y="154948"/>
                    </a:lnTo>
                    <a:lnTo>
                      <a:pt x="1152392" y="155619"/>
                    </a:lnTo>
                    <a:lnTo>
                      <a:pt x="1152392" y="149619"/>
                    </a:lnTo>
                    <a:lnTo>
                      <a:pt x="1138546" y="150953"/>
                    </a:lnTo>
                    <a:lnTo>
                      <a:pt x="1137007" y="155619"/>
                    </a:lnTo>
                    <a:lnTo>
                      <a:pt x="1112400" y="168281"/>
                    </a:lnTo>
                    <a:lnTo>
                      <a:pt x="1101626" y="185609"/>
                    </a:lnTo>
                    <a:lnTo>
                      <a:pt x="1077019" y="197608"/>
                    </a:lnTo>
                    <a:lnTo>
                      <a:pt x="1077019" y="208937"/>
                    </a:lnTo>
                    <a:lnTo>
                      <a:pt x="1066252" y="213602"/>
                    </a:lnTo>
                    <a:lnTo>
                      <a:pt x="1060095" y="211605"/>
                    </a:lnTo>
                    <a:lnTo>
                      <a:pt x="1060095" y="205605"/>
                    </a:lnTo>
                    <a:lnTo>
                      <a:pt x="1069330" y="200940"/>
                    </a:lnTo>
                    <a:lnTo>
                      <a:pt x="1067791" y="195604"/>
                    </a:lnTo>
                    <a:lnTo>
                      <a:pt x="1080098" y="186943"/>
                    </a:lnTo>
                    <a:lnTo>
                      <a:pt x="1080098" y="175608"/>
                    </a:lnTo>
                    <a:lnTo>
                      <a:pt x="1087787" y="167611"/>
                    </a:lnTo>
                    <a:lnTo>
                      <a:pt x="1103165" y="158950"/>
                    </a:lnTo>
                    <a:lnTo>
                      <a:pt x="1101633" y="126292"/>
                    </a:lnTo>
                    <a:lnTo>
                      <a:pt x="1098554" y="122960"/>
                    </a:lnTo>
                    <a:lnTo>
                      <a:pt x="1061641" y="123624"/>
                    </a:lnTo>
                    <a:lnTo>
                      <a:pt x="1057023" y="126955"/>
                    </a:lnTo>
                    <a:lnTo>
                      <a:pt x="1055484" y="142286"/>
                    </a:lnTo>
                    <a:lnTo>
                      <a:pt x="1018570" y="152951"/>
                    </a:lnTo>
                    <a:lnTo>
                      <a:pt x="1006264" y="157616"/>
                    </a:lnTo>
                    <a:lnTo>
                      <a:pt x="990878" y="161618"/>
                    </a:lnTo>
                    <a:lnTo>
                      <a:pt x="986268" y="157616"/>
                    </a:lnTo>
                    <a:lnTo>
                      <a:pt x="978572" y="157616"/>
                    </a:lnTo>
                    <a:lnTo>
                      <a:pt x="995496" y="150283"/>
                    </a:lnTo>
                    <a:lnTo>
                      <a:pt x="1006264" y="143620"/>
                    </a:lnTo>
                    <a:lnTo>
                      <a:pt x="1030877" y="136957"/>
                    </a:lnTo>
                    <a:lnTo>
                      <a:pt x="1030877" y="128289"/>
                    </a:lnTo>
                    <a:lnTo>
                      <a:pt x="1024720" y="126292"/>
                    </a:lnTo>
                    <a:lnTo>
                      <a:pt x="973961" y="124958"/>
                    </a:lnTo>
                    <a:lnTo>
                      <a:pt x="964732" y="122960"/>
                    </a:lnTo>
                    <a:lnTo>
                      <a:pt x="926280" y="132955"/>
                    </a:lnTo>
                    <a:lnTo>
                      <a:pt x="917044" y="130957"/>
                    </a:lnTo>
                    <a:lnTo>
                      <a:pt x="873974" y="141615"/>
                    </a:lnTo>
                    <a:lnTo>
                      <a:pt x="873974" y="146951"/>
                    </a:lnTo>
                    <a:lnTo>
                      <a:pt x="858596" y="149619"/>
                    </a:lnTo>
                    <a:lnTo>
                      <a:pt x="852446" y="139618"/>
                    </a:lnTo>
                    <a:lnTo>
                      <a:pt x="864746" y="130287"/>
                    </a:lnTo>
                    <a:lnTo>
                      <a:pt x="901666" y="120292"/>
                    </a:lnTo>
                    <a:lnTo>
                      <a:pt x="903205" y="116961"/>
                    </a:lnTo>
                    <a:lnTo>
                      <a:pt x="887820" y="113629"/>
                    </a:lnTo>
                    <a:lnTo>
                      <a:pt x="913973" y="113629"/>
                    </a:lnTo>
                    <a:lnTo>
                      <a:pt x="924740" y="116290"/>
                    </a:lnTo>
                    <a:lnTo>
                      <a:pt x="970882" y="112959"/>
                    </a:lnTo>
                    <a:lnTo>
                      <a:pt x="993957" y="114293"/>
                    </a:lnTo>
                    <a:lnTo>
                      <a:pt x="1043184" y="112966"/>
                    </a:lnTo>
                    <a:lnTo>
                      <a:pt x="1063180" y="102964"/>
                    </a:lnTo>
                    <a:lnTo>
                      <a:pt x="1078558" y="104962"/>
                    </a:lnTo>
                    <a:lnTo>
                      <a:pt x="1103172" y="99633"/>
                    </a:lnTo>
                    <a:lnTo>
                      <a:pt x="1105840" y="90965"/>
                    </a:lnTo>
                    <a:lnTo>
                      <a:pt x="1118550" y="88968"/>
                    </a:lnTo>
                    <a:lnTo>
                      <a:pt x="1120096" y="80971"/>
                    </a:lnTo>
                    <a:lnTo>
                      <a:pt x="1105840" y="69533"/>
                    </a:lnTo>
                    <a:lnTo>
                      <a:pt x="1078558" y="63643"/>
                    </a:lnTo>
                    <a:lnTo>
                      <a:pt x="1061641" y="67645"/>
                    </a:lnTo>
                    <a:lnTo>
                      <a:pt x="1063180" y="60311"/>
                    </a:lnTo>
                    <a:lnTo>
                      <a:pt x="1053952" y="60311"/>
                    </a:lnTo>
                    <a:lnTo>
                      <a:pt x="1027799" y="70976"/>
                    </a:lnTo>
                    <a:lnTo>
                      <a:pt x="1026260" y="63643"/>
                    </a:lnTo>
                    <a:lnTo>
                      <a:pt x="1035495" y="58314"/>
                    </a:lnTo>
                    <a:lnTo>
                      <a:pt x="1040106" y="47649"/>
                    </a:lnTo>
                    <a:lnTo>
                      <a:pt x="1029338" y="38981"/>
                    </a:lnTo>
                    <a:lnTo>
                      <a:pt x="1001653" y="42313"/>
                    </a:lnTo>
                    <a:lnTo>
                      <a:pt x="995496" y="46315"/>
                    </a:lnTo>
                    <a:lnTo>
                      <a:pt x="953965" y="47649"/>
                    </a:lnTo>
                    <a:lnTo>
                      <a:pt x="932436" y="43647"/>
                    </a:lnTo>
                    <a:lnTo>
                      <a:pt x="909355" y="43647"/>
                    </a:lnTo>
                    <a:lnTo>
                      <a:pt x="880131" y="51644"/>
                    </a:lnTo>
                    <a:lnTo>
                      <a:pt x="877059" y="57643"/>
                    </a:lnTo>
                    <a:lnTo>
                      <a:pt x="840139" y="58307"/>
                    </a:lnTo>
                    <a:lnTo>
                      <a:pt x="838600" y="67638"/>
                    </a:lnTo>
                    <a:lnTo>
                      <a:pt x="829371" y="70969"/>
                    </a:lnTo>
                    <a:lnTo>
                      <a:pt x="827832" y="62972"/>
                    </a:lnTo>
                    <a:lnTo>
                      <a:pt x="817064" y="62309"/>
                    </a:lnTo>
                    <a:lnTo>
                      <a:pt x="806297" y="68972"/>
                    </a:lnTo>
                    <a:lnTo>
                      <a:pt x="797069" y="68972"/>
                    </a:lnTo>
                    <a:lnTo>
                      <a:pt x="801686" y="63643"/>
                    </a:lnTo>
                    <a:lnTo>
                      <a:pt x="795529" y="60975"/>
                    </a:lnTo>
                    <a:lnTo>
                      <a:pt x="823221" y="55646"/>
                    </a:lnTo>
                    <a:lnTo>
                      <a:pt x="849367" y="48976"/>
                    </a:lnTo>
                    <a:lnTo>
                      <a:pt x="841678" y="44981"/>
                    </a:lnTo>
                    <a:lnTo>
                      <a:pt x="857063" y="44310"/>
                    </a:lnTo>
                    <a:lnTo>
                      <a:pt x="872442" y="47649"/>
                    </a:lnTo>
                    <a:lnTo>
                      <a:pt x="893977" y="41649"/>
                    </a:lnTo>
                    <a:lnTo>
                      <a:pt x="926280" y="37647"/>
                    </a:lnTo>
                    <a:lnTo>
                      <a:pt x="961661" y="40315"/>
                    </a:lnTo>
                    <a:lnTo>
                      <a:pt x="997035" y="36984"/>
                    </a:lnTo>
                    <a:lnTo>
                      <a:pt x="1023188" y="30321"/>
                    </a:lnTo>
                    <a:lnTo>
                      <a:pt x="1015499" y="21653"/>
                    </a:lnTo>
                    <a:lnTo>
                      <a:pt x="966272" y="11659"/>
                    </a:lnTo>
                    <a:lnTo>
                      <a:pt x="958582" y="17658"/>
                    </a:lnTo>
                    <a:lnTo>
                      <a:pt x="946276" y="18322"/>
                    </a:lnTo>
                    <a:lnTo>
                      <a:pt x="938586" y="14320"/>
                    </a:lnTo>
                    <a:lnTo>
                      <a:pt x="950893" y="10325"/>
                    </a:lnTo>
                    <a:lnTo>
                      <a:pt x="944736" y="6993"/>
                    </a:lnTo>
                    <a:lnTo>
                      <a:pt x="929358" y="7657"/>
                    </a:lnTo>
                    <a:lnTo>
                      <a:pt x="920130" y="4325"/>
                    </a:lnTo>
                    <a:lnTo>
                      <a:pt x="907823" y="4325"/>
                    </a:lnTo>
                    <a:lnTo>
                      <a:pt x="887827" y="2991"/>
                    </a:lnTo>
                    <a:lnTo>
                      <a:pt x="873981" y="2328"/>
                    </a:lnTo>
                    <a:lnTo>
                      <a:pt x="861674" y="4325"/>
                    </a:lnTo>
                    <a:lnTo>
                      <a:pt x="853985" y="323"/>
                    </a:lnTo>
                    <a:lnTo>
                      <a:pt x="829371" y="2328"/>
                    </a:lnTo>
                    <a:lnTo>
                      <a:pt x="823221" y="6323"/>
                    </a:lnTo>
                    <a:lnTo>
                      <a:pt x="815532" y="6993"/>
                    </a:lnTo>
                    <a:lnTo>
                      <a:pt x="804765" y="3655"/>
                    </a:lnTo>
                    <a:lnTo>
                      <a:pt x="797069" y="2991"/>
                    </a:lnTo>
                    <a:lnTo>
                      <a:pt x="784769" y="8327"/>
                    </a:lnTo>
                    <a:lnTo>
                      <a:pt x="775540" y="4989"/>
                    </a:lnTo>
                    <a:lnTo>
                      <a:pt x="764773" y="7657"/>
                    </a:lnTo>
                    <a:lnTo>
                      <a:pt x="778612" y="18322"/>
                    </a:lnTo>
                    <a:lnTo>
                      <a:pt x="769383" y="21653"/>
                    </a:lnTo>
                    <a:lnTo>
                      <a:pt x="752466" y="12986"/>
                    </a:lnTo>
                    <a:lnTo>
                      <a:pt x="741698" y="12986"/>
                    </a:lnTo>
                    <a:lnTo>
                      <a:pt x="746309" y="17651"/>
                    </a:lnTo>
                    <a:lnTo>
                      <a:pt x="740159" y="19656"/>
                    </a:lnTo>
                    <a:lnTo>
                      <a:pt x="730931" y="16988"/>
                    </a:lnTo>
                    <a:lnTo>
                      <a:pt x="726313" y="18985"/>
                    </a:lnTo>
                    <a:lnTo>
                      <a:pt x="732463" y="27653"/>
                    </a:lnTo>
                    <a:lnTo>
                      <a:pt x="724774" y="33645"/>
                    </a:lnTo>
                    <a:lnTo>
                      <a:pt x="738620" y="37647"/>
                    </a:lnTo>
                    <a:lnTo>
                      <a:pt x="764766" y="38318"/>
                    </a:lnTo>
                    <a:lnTo>
                      <a:pt x="764766" y="41649"/>
                    </a:lnTo>
                    <a:lnTo>
                      <a:pt x="746309" y="42976"/>
                    </a:lnTo>
                    <a:lnTo>
                      <a:pt x="734002" y="44310"/>
                    </a:lnTo>
                    <a:lnTo>
                      <a:pt x="734002" y="48976"/>
                    </a:lnTo>
                    <a:lnTo>
                      <a:pt x="758616" y="48976"/>
                    </a:lnTo>
                    <a:lnTo>
                      <a:pt x="750927" y="52978"/>
                    </a:lnTo>
                    <a:lnTo>
                      <a:pt x="730924" y="52978"/>
                    </a:lnTo>
                    <a:lnTo>
                      <a:pt x="723235" y="56973"/>
                    </a:lnTo>
                    <a:lnTo>
                      <a:pt x="738620" y="64977"/>
                    </a:lnTo>
                    <a:lnTo>
                      <a:pt x="737081" y="70306"/>
                    </a:lnTo>
                    <a:lnTo>
                      <a:pt x="727852" y="70306"/>
                    </a:lnTo>
                    <a:lnTo>
                      <a:pt x="720156" y="60975"/>
                    </a:lnTo>
                    <a:lnTo>
                      <a:pt x="709389" y="56309"/>
                    </a:lnTo>
                    <a:lnTo>
                      <a:pt x="689393" y="56973"/>
                    </a:lnTo>
                    <a:lnTo>
                      <a:pt x="677086" y="47642"/>
                    </a:lnTo>
                    <a:lnTo>
                      <a:pt x="663247" y="46308"/>
                    </a:lnTo>
                    <a:lnTo>
                      <a:pt x="661707" y="37647"/>
                    </a:lnTo>
                    <a:lnTo>
                      <a:pt x="640172" y="32982"/>
                    </a:lnTo>
                    <a:lnTo>
                      <a:pt x="620176" y="34979"/>
                    </a:lnTo>
                    <a:lnTo>
                      <a:pt x="615559" y="38311"/>
                    </a:lnTo>
                    <a:lnTo>
                      <a:pt x="635561" y="41642"/>
                    </a:lnTo>
                    <a:lnTo>
                      <a:pt x="638633" y="45644"/>
                    </a:lnTo>
                    <a:lnTo>
                      <a:pt x="626326" y="46308"/>
                    </a:lnTo>
                    <a:lnTo>
                      <a:pt x="612487" y="42976"/>
                    </a:lnTo>
                    <a:lnTo>
                      <a:pt x="589413" y="42976"/>
                    </a:lnTo>
                    <a:lnTo>
                      <a:pt x="581723" y="46308"/>
                    </a:lnTo>
                    <a:lnTo>
                      <a:pt x="603259" y="54975"/>
                    </a:lnTo>
                    <a:lnTo>
                      <a:pt x="615559" y="56309"/>
                    </a:lnTo>
                    <a:lnTo>
                      <a:pt x="618637" y="60311"/>
                    </a:lnTo>
                    <a:lnTo>
                      <a:pt x="601719" y="60975"/>
                    </a:lnTo>
                    <a:lnTo>
                      <a:pt x="603259" y="66974"/>
                    </a:lnTo>
                    <a:lnTo>
                      <a:pt x="640172" y="62309"/>
                    </a:lnTo>
                    <a:lnTo>
                      <a:pt x="680164" y="70306"/>
                    </a:lnTo>
                    <a:lnTo>
                      <a:pt x="694010" y="76305"/>
                    </a:lnTo>
                    <a:lnTo>
                      <a:pt x="704778" y="92299"/>
                    </a:lnTo>
                    <a:lnTo>
                      <a:pt x="704778" y="98962"/>
                    </a:lnTo>
                    <a:lnTo>
                      <a:pt x="692471" y="93633"/>
                    </a:lnTo>
                    <a:lnTo>
                      <a:pt x="692471" y="88297"/>
                    </a:lnTo>
                    <a:lnTo>
                      <a:pt x="681703" y="78303"/>
                    </a:lnTo>
                    <a:lnTo>
                      <a:pt x="670936" y="73637"/>
                    </a:lnTo>
                    <a:lnTo>
                      <a:pt x="664786" y="76969"/>
                    </a:lnTo>
                    <a:lnTo>
                      <a:pt x="669397" y="86970"/>
                    </a:lnTo>
                    <a:lnTo>
                      <a:pt x="660168" y="89631"/>
                    </a:lnTo>
                    <a:lnTo>
                      <a:pt x="655557" y="84966"/>
                    </a:lnTo>
                    <a:lnTo>
                      <a:pt x="657090" y="73637"/>
                    </a:lnTo>
                    <a:lnTo>
                      <a:pt x="650940" y="70969"/>
                    </a:lnTo>
                    <a:lnTo>
                      <a:pt x="618637" y="71640"/>
                    </a:lnTo>
                    <a:lnTo>
                      <a:pt x="587873" y="69635"/>
                    </a:lnTo>
                    <a:lnTo>
                      <a:pt x="575567" y="72303"/>
                    </a:lnTo>
                    <a:lnTo>
                      <a:pt x="589413" y="76305"/>
                    </a:lnTo>
                    <a:lnTo>
                      <a:pt x="623248" y="97628"/>
                    </a:lnTo>
                    <a:lnTo>
                      <a:pt x="615559" y="100960"/>
                    </a:lnTo>
                    <a:lnTo>
                      <a:pt x="649401" y="107630"/>
                    </a:lnTo>
                    <a:lnTo>
                      <a:pt x="641705" y="110298"/>
                    </a:lnTo>
                    <a:lnTo>
                      <a:pt x="624787" y="108964"/>
                    </a:lnTo>
                    <a:lnTo>
                      <a:pt x="604791" y="107630"/>
                    </a:lnTo>
                    <a:lnTo>
                      <a:pt x="598641" y="111625"/>
                    </a:lnTo>
                    <a:lnTo>
                      <a:pt x="603252" y="126955"/>
                    </a:lnTo>
                    <a:lnTo>
                      <a:pt x="598634" y="130957"/>
                    </a:lnTo>
                    <a:lnTo>
                      <a:pt x="614019" y="137620"/>
                    </a:lnTo>
                    <a:lnTo>
                      <a:pt x="612480" y="140952"/>
                    </a:lnTo>
                    <a:lnTo>
                      <a:pt x="597102" y="140952"/>
                    </a:lnTo>
                    <a:lnTo>
                      <a:pt x="569410" y="121619"/>
                    </a:lnTo>
                    <a:lnTo>
                      <a:pt x="554031" y="114293"/>
                    </a:lnTo>
                    <a:lnTo>
                      <a:pt x="537114" y="112959"/>
                    </a:lnTo>
                    <a:lnTo>
                      <a:pt x="535575" y="106959"/>
                    </a:lnTo>
                    <a:lnTo>
                      <a:pt x="514039" y="102957"/>
                    </a:lnTo>
                    <a:lnTo>
                      <a:pt x="512500" y="96965"/>
                    </a:lnTo>
                    <a:lnTo>
                      <a:pt x="498654" y="89631"/>
                    </a:lnTo>
                    <a:lnTo>
                      <a:pt x="472508" y="90295"/>
                    </a:lnTo>
                    <a:lnTo>
                      <a:pt x="467891" y="94297"/>
                    </a:lnTo>
                    <a:lnTo>
                      <a:pt x="474041" y="99626"/>
                    </a:lnTo>
                    <a:lnTo>
                      <a:pt x="472508" y="115627"/>
                    </a:lnTo>
                    <a:lnTo>
                      <a:pt x="490965" y="126285"/>
                    </a:lnTo>
                    <a:lnTo>
                      <a:pt x="500193" y="132284"/>
                    </a:lnTo>
                    <a:lnTo>
                      <a:pt x="469430" y="132284"/>
                    </a:lnTo>
                    <a:lnTo>
                      <a:pt x="503272" y="147615"/>
                    </a:lnTo>
                    <a:lnTo>
                      <a:pt x="497115" y="151617"/>
                    </a:lnTo>
                    <a:lnTo>
                      <a:pt x="449434" y="130287"/>
                    </a:lnTo>
                    <a:lnTo>
                      <a:pt x="432509" y="126955"/>
                    </a:lnTo>
                    <a:lnTo>
                      <a:pt x="426359" y="130287"/>
                    </a:lnTo>
                    <a:lnTo>
                      <a:pt x="432509" y="132955"/>
                    </a:lnTo>
                    <a:lnTo>
                      <a:pt x="418670" y="152280"/>
                    </a:lnTo>
                    <a:lnTo>
                      <a:pt x="412513" y="154278"/>
                    </a:lnTo>
                    <a:lnTo>
                      <a:pt x="407903" y="151617"/>
                    </a:lnTo>
                    <a:lnTo>
                      <a:pt x="410974" y="118288"/>
                    </a:lnTo>
                    <a:lnTo>
                      <a:pt x="404824" y="104291"/>
                    </a:lnTo>
                    <a:lnTo>
                      <a:pt x="397135" y="100296"/>
                    </a:lnTo>
                    <a:lnTo>
                      <a:pt x="375600" y="104291"/>
                    </a:lnTo>
                    <a:lnTo>
                      <a:pt x="378678" y="111625"/>
                    </a:lnTo>
                    <a:lnTo>
                      <a:pt x="360215" y="110291"/>
                    </a:lnTo>
                    <a:lnTo>
                      <a:pt x="343297" y="114956"/>
                    </a:lnTo>
                    <a:lnTo>
                      <a:pt x="326379" y="114956"/>
                    </a:lnTo>
                    <a:lnTo>
                      <a:pt x="290998" y="122290"/>
                    </a:lnTo>
                    <a:lnTo>
                      <a:pt x="287920" y="124951"/>
                    </a:lnTo>
                    <a:lnTo>
                      <a:pt x="304844" y="132955"/>
                    </a:lnTo>
                    <a:lnTo>
                      <a:pt x="309455" y="138947"/>
                    </a:lnTo>
                    <a:lnTo>
                      <a:pt x="330990" y="150946"/>
                    </a:lnTo>
                    <a:lnTo>
                      <a:pt x="332529" y="159607"/>
                    </a:lnTo>
                    <a:lnTo>
                      <a:pt x="297148" y="145617"/>
                    </a:lnTo>
                    <a:lnTo>
                      <a:pt x="297148" y="138947"/>
                    </a:lnTo>
                    <a:lnTo>
                      <a:pt x="287920" y="134282"/>
                    </a:lnTo>
                    <a:lnTo>
                      <a:pt x="258695" y="134952"/>
                    </a:lnTo>
                    <a:lnTo>
                      <a:pt x="244849" y="137614"/>
                    </a:lnTo>
                    <a:lnTo>
                      <a:pt x="241771" y="140952"/>
                    </a:lnTo>
                    <a:lnTo>
                      <a:pt x="246389" y="145617"/>
                    </a:lnTo>
                    <a:lnTo>
                      <a:pt x="247928" y="152280"/>
                    </a:lnTo>
                    <a:lnTo>
                      <a:pt x="260235" y="156946"/>
                    </a:lnTo>
                    <a:lnTo>
                      <a:pt x="249467" y="164943"/>
                    </a:lnTo>
                    <a:lnTo>
                      <a:pt x="255617" y="169608"/>
                    </a:lnTo>
                    <a:lnTo>
                      <a:pt x="255617" y="178269"/>
                    </a:lnTo>
                    <a:lnTo>
                      <a:pt x="234082" y="184269"/>
                    </a:lnTo>
                    <a:lnTo>
                      <a:pt x="227932" y="180273"/>
                    </a:lnTo>
                    <a:lnTo>
                      <a:pt x="214086" y="177605"/>
                    </a:lnTo>
                    <a:lnTo>
                      <a:pt x="215625" y="193600"/>
                    </a:lnTo>
                    <a:lnTo>
                      <a:pt x="207929" y="195597"/>
                    </a:lnTo>
                    <a:lnTo>
                      <a:pt x="203318" y="182271"/>
                    </a:lnTo>
                    <a:lnTo>
                      <a:pt x="197161" y="182935"/>
                    </a:lnTo>
                    <a:lnTo>
                      <a:pt x="164859" y="202931"/>
                    </a:lnTo>
                    <a:lnTo>
                      <a:pt x="164859" y="210264"/>
                    </a:lnTo>
                    <a:lnTo>
                      <a:pt x="154091" y="211591"/>
                    </a:lnTo>
                    <a:lnTo>
                      <a:pt x="141791" y="218925"/>
                    </a:lnTo>
                    <a:lnTo>
                      <a:pt x="121795" y="224260"/>
                    </a:lnTo>
                    <a:lnTo>
                      <a:pt x="121795" y="234919"/>
                    </a:lnTo>
                    <a:lnTo>
                      <a:pt x="127945" y="238257"/>
                    </a:lnTo>
                    <a:lnTo>
                      <a:pt x="127945" y="243586"/>
                    </a:lnTo>
                    <a:lnTo>
                      <a:pt x="158709" y="246918"/>
                    </a:lnTo>
                    <a:lnTo>
                      <a:pt x="167937" y="242252"/>
                    </a:lnTo>
                    <a:lnTo>
                      <a:pt x="175626" y="242922"/>
                    </a:lnTo>
                    <a:lnTo>
                      <a:pt x="187933" y="237587"/>
                    </a:lnTo>
                    <a:lnTo>
                      <a:pt x="195622" y="242922"/>
                    </a:lnTo>
                    <a:lnTo>
                      <a:pt x="189472" y="246254"/>
                    </a:lnTo>
                    <a:lnTo>
                      <a:pt x="183315" y="250249"/>
                    </a:lnTo>
                    <a:lnTo>
                      <a:pt x="192551" y="254915"/>
                    </a:lnTo>
                    <a:lnTo>
                      <a:pt x="171009" y="258917"/>
                    </a:lnTo>
                    <a:lnTo>
                      <a:pt x="183315" y="270909"/>
                    </a:lnTo>
                    <a:lnTo>
                      <a:pt x="149480" y="294236"/>
                    </a:lnTo>
                    <a:lnTo>
                      <a:pt x="140245" y="291575"/>
                    </a:lnTo>
                    <a:lnTo>
                      <a:pt x="107942" y="292902"/>
                    </a:lnTo>
                    <a:lnTo>
                      <a:pt x="98714" y="298902"/>
                    </a:lnTo>
                    <a:lnTo>
                      <a:pt x="83336" y="300236"/>
                    </a:lnTo>
                    <a:lnTo>
                      <a:pt x="92564" y="304238"/>
                    </a:lnTo>
                    <a:lnTo>
                      <a:pt x="86407" y="307569"/>
                    </a:lnTo>
                    <a:lnTo>
                      <a:pt x="69490" y="307569"/>
                    </a:lnTo>
                    <a:lnTo>
                      <a:pt x="47954" y="318234"/>
                    </a:lnTo>
                    <a:lnTo>
                      <a:pt x="38726" y="316230"/>
                    </a:lnTo>
                    <a:lnTo>
                      <a:pt x="24880" y="316900"/>
                    </a:lnTo>
                    <a:lnTo>
                      <a:pt x="17191" y="321566"/>
                    </a:lnTo>
                    <a:lnTo>
                      <a:pt x="4884" y="326895"/>
                    </a:lnTo>
                    <a:lnTo>
                      <a:pt x="3345" y="330897"/>
                    </a:lnTo>
                    <a:lnTo>
                      <a:pt x="7962" y="333558"/>
                    </a:lnTo>
                    <a:lnTo>
                      <a:pt x="3345" y="336226"/>
                    </a:lnTo>
                    <a:lnTo>
                      <a:pt x="1806" y="339557"/>
                    </a:lnTo>
                    <a:lnTo>
                      <a:pt x="20269" y="350222"/>
                    </a:lnTo>
                    <a:lnTo>
                      <a:pt x="35647" y="351556"/>
                    </a:lnTo>
                    <a:lnTo>
                      <a:pt x="35647" y="353554"/>
                    </a:lnTo>
                    <a:lnTo>
                      <a:pt x="54104" y="354217"/>
                    </a:lnTo>
                    <a:lnTo>
                      <a:pt x="57183" y="358219"/>
                    </a:lnTo>
                    <a:lnTo>
                      <a:pt x="64872" y="359553"/>
                    </a:lnTo>
                    <a:lnTo>
                      <a:pt x="64872" y="364219"/>
                    </a:lnTo>
                    <a:lnTo>
                      <a:pt x="87946" y="368884"/>
                    </a:lnTo>
                    <a:lnTo>
                      <a:pt x="98714" y="362214"/>
                    </a:lnTo>
                    <a:lnTo>
                      <a:pt x="107942" y="364882"/>
                    </a:lnTo>
                    <a:lnTo>
                      <a:pt x="121788" y="363555"/>
                    </a:lnTo>
                    <a:lnTo>
                      <a:pt x="131017" y="358890"/>
                    </a:lnTo>
                    <a:lnTo>
                      <a:pt x="147934" y="360887"/>
                    </a:lnTo>
                    <a:lnTo>
                      <a:pt x="155623" y="366216"/>
                    </a:lnTo>
                    <a:lnTo>
                      <a:pt x="140245" y="374213"/>
                    </a:lnTo>
                    <a:lnTo>
                      <a:pt x="129477" y="371552"/>
                    </a:lnTo>
                    <a:lnTo>
                      <a:pt x="120249" y="371552"/>
                    </a:lnTo>
                    <a:lnTo>
                      <a:pt x="95635" y="375547"/>
                    </a:lnTo>
                    <a:lnTo>
                      <a:pt x="94096" y="378879"/>
                    </a:lnTo>
                    <a:lnTo>
                      <a:pt x="117171" y="376881"/>
                    </a:lnTo>
                    <a:lnTo>
                      <a:pt x="143323" y="381547"/>
                    </a:lnTo>
                    <a:lnTo>
                      <a:pt x="144863" y="385549"/>
                    </a:lnTo>
                    <a:lnTo>
                      <a:pt x="135627" y="386876"/>
                    </a:lnTo>
                    <a:lnTo>
                      <a:pt x="115631" y="381547"/>
                    </a:lnTo>
                    <a:lnTo>
                      <a:pt x="111021" y="382881"/>
                    </a:lnTo>
                    <a:lnTo>
                      <a:pt x="91025" y="383544"/>
                    </a:lnTo>
                    <a:lnTo>
                      <a:pt x="77179" y="379549"/>
                    </a:lnTo>
                    <a:lnTo>
                      <a:pt x="58722" y="378879"/>
                    </a:lnTo>
                    <a:lnTo>
                      <a:pt x="37187" y="385549"/>
                    </a:lnTo>
                    <a:lnTo>
                      <a:pt x="47954" y="395543"/>
                    </a:lnTo>
                    <a:lnTo>
                      <a:pt x="61793" y="394873"/>
                    </a:lnTo>
                    <a:lnTo>
                      <a:pt x="66411" y="389544"/>
                    </a:lnTo>
                    <a:lnTo>
                      <a:pt x="75639" y="389544"/>
                    </a:lnTo>
                    <a:lnTo>
                      <a:pt x="72561" y="400209"/>
                    </a:lnTo>
                    <a:lnTo>
                      <a:pt x="109481" y="401543"/>
                    </a:lnTo>
                    <a:lnTo>
                      <a:pt x="111021" y="408206"/>
                    </a:lnTo>
                    <a:lnTo>
                      <a:pt x="95635" y="407535"/>
                    </a:lnTo>
                    <a:lnTo>
                      <a:pt x="74100" y="414869"/>
                    </a:lnTo>
                    <a:lnTo>
                      <a:pt x="91018" y="425534"/>
                    </a:lnTo>
                    <a:lnTo>
                      <a:pt x="118710" y="428865"/>
                    </a:lnTo>
                    <a:lnTo>
                      <a:pt x="126399" y="432197"/>
                    </a:lnTo>
                    <a:lnTo>
                      <a:pt x="140245" y="431533"/>
                    </a:lnTo>
                    <a:lnTo>
                      <a:pt x="140245" y="427531"/>
                    </a:lnTo>
                    <a:lnTo>
                      <a:pt x="129477" y="425534"/>
                    </a:lnTo>
                    <a:lnTo>
                      <a:pt x="127938" y="419534"/>
                    </a:lnTo>
                    <a:lnTo>
                      <a:pt x="138706" y="419534"/>
                    </a:lnTo>
                    <a:lnTo>
                      <a:pt x="146395" y="424870"/>
                    </a:lnTo>
                    <a:lnTo>
                      <a:pt x="152552" y="420205"/>
                    </a:lnTo>
                    <a:lnTo>
                      <a:pt x="161780" y="418871"/>
                    </a:lnTo>
                    <a:lnTo>
                      <a:pt x="164852" y="426204"/>
                    </a:lnTo>
                    <a:lnTo>
                      <a:pt x="171009" y="428202"/>
                    </a:lnTo>
                    <a:lnTo>
                      <a:pt x="184855" y="424870"/>
                    </a:lnTo>
                    <a:lnTo>
                      <a:pt x="187926" y="416873"/>
                    </a:lnTo>
                    <a:lnTo>
                      <a:pt x="195622" y="416203"/>
                    </a:lnTo>
                    <a:lnTo>
                      <a:pt x="195622" y="422866"/>
                    </a:lnTo>
                    <a:lnTo>
                      <a:pt x="207922" y="422866"/>
                    </a:lnTo>
                    <a:lnTo>
                      <a:pt x="212540" y="416203"/>
                    </a:lnTo>
                    <a:lnTo>
                      <a:pt x="220229" y="416873"/>
                    </a:lnTo>
                    <a:lnTo>
                      <a:pt x="224847" y="424200"/>
                    </a:lnTo>
                    <a:lnTo>
                      <a:pt x="237147" y="420205"/>
                    </a:lnTo>
                    <a:lnTo>
                      <a:pt x="258682" y="423536"/>
                    </a:lnTo>
                    <a:lnTo>
                      <a:pt x="257149" y="426204"/>
                    </a:lnTo>
                    <a:lnTo>
                      <a:pt x="266378" y="430870"/>
                    </a:lnTo>
                    <a:lnTo>
                      <a:pt x="278678" y="428865"/>
                    </a:lnTo>
                    <a:lnTo>
                      <a:pt x="284835" y="435535"/>
                    </a:lnTo>
                    <a:lnTo>
                      <a:pt x="295602" y="434865"/>
                    </a:lnTo>
                    <a:lnTo>
                      <a:pt x="314059" y="440864"/>
                    </a:lnTo>
                    <a:lnTo>
                      <a:pt x="310981" y="452863"/>
                    </a:lnTo>
                    <a:lnTo>
                      <a:pt x="321748" y="454861"/>
                    </a:lnTo>
                    <a:lnTo>
                      <a:pt x="347901" y="484954"/>
                    </a:lnTo>
                    <a:lnTo>
                      <a:pt x="358669" y="488648"/>
                    </a:lnTo>
                    <a:lnTo>
                      <a:pt x="367897" y="496023"/>
                    </a:lnTo>
                    <a:lnTo>
                      <a:pt x="360201" y="499717"/>
                    </a:lnTo>
                    <a:lnTo>
                      <a:pt x="364819" y="517243"/>
                    </a:lnTo>
                    <a:lnTo>
                      <a:pt x="375586" y="523701"/>
                    </a:lnTo>
                    <a:lnTo>
                      <a:pt x="370969" y="533846"/>
                    </a:lnTo>
                    <a:lnTo>
                      <a:pt x="387893" y="548609"/>
                    </a:lnTo>
                    <a:lnTo>
                      <a:pt x="381736" y="562441"/>
                    </a:lnTo>
                    <a:lnTo>
                      <a:pt x="400200" y="565212"/>
                    </a:lnTo>
                    <a:lnTo>
                      <a:pt x="403271" y="586425"/>
                    </a:lnTo>
                    <a:lnTo>
                      <a:pt x="387893" y="583661"/>
                    </a:lnTo>
                    <a:lnTo>
                      <a:pt x="384815" y="586425"/>
                    </a:lnTo>
                    <a:lnTo>
                      <a:pt x="390965" y="597494"/>
                    </a:lnTo>
                    <a:lnTo>
                      <a:pt x="386347" y="605799"/>
                    </a:lnTo>
                    <a:lnTo>
                      <a:pt x="395582" y="613180"/>
                    </a:lnTo>
                    <a:lnTo>
                      <a:pt x="377118" y="618714"/>
                    </a:lnTo>
                    <a:lnTo>
                      <a:pt x="392504" y="627012"/>
                    </a:lnTo>
                    <a:lnTo>
                      <a:pt x="410961" y="629783"/>
                    </a:lnTo>
                    <a:lnTo>
                      <a:pt x="412500" y="615944"/>
                    </a:lnTo>
                    <a:lnTo>
                      <a:pt x="420189" y="615020"/>
                    </a:lnTo>
                    <a:lnTo>
                      <a:pt x="420196" y="604875"/>
                    </a:lnTo>
                    <a:lnTo>
                      <a:pt x="430963" y="605799"/>
                    </a:lnTo>
                    <a:lnTo>
                      <a:pt x="434035" y="612256"/>
                    </a:lnTo>
                    <a:lnTo>
                      <a:pt x="452492" y="623325"/>
                    </a:lnTo>
                    <a:lnTo>
                      <a:pt x="444803" y="629783"/>
                    </a:lnTo>
                    <a:lnTo>
                      <a:pt x="464798" y="639928"/>
                    </a:lnTo>
                    <a:lnTo>
                      <a:pt x="477105" y="641775"/>
                    </a:lnTo>
                    <a:lnTo>
                      <a:pt x="467877" y="649156"/>
                    </a:lnTo>
                    <a:lnTo>
                      <a:pt x="475566" y="657454"/>
                    </a:lnTo>
                    <a:lnTo>
                      <a:pt x="474027" y="662989"/>
                    </a:lnTo>
                    <a:lnTo>
                      <a:pt x="489405" y="670370"/>
                    </a:lnTo>
                    <a:lnTo>
                      <a:pt x="481716" y="674057"/>
                    </a:lnTo>
                    <a:lnTo>
                      <a:pt x="455570" y="662065"/>
                    </a:lnTo>
                    <a:lnTo>
                      <a:pt x="444803" y="662065"/>
                    </a:lnTo>
                    <a:lnTo>
                      <a:pt x="427878" y="657454"/>
                    </a:lnTo>
                    <a:lnTo>
                      <a:pt x="407882" y="654691"/>
                    </a:lnTo>
                    <a:lnTo>
                      <a:pt x="401732" y="657454"/>
                    </a:lnTo>
                    <a:lnTo>
                      <a:pt x="412500" y="669446"/>
                    </a:lnTo>
                    <a:lnTo>
                      <a:pt x="430957" y="673141"/>
                    </a:lnTo>
                    <a:lnTo>
                      <a:pt x="447874" y="684202"/>
                    </a:lnTo>
                    <a:lnTo>
                      <a:pt x="475566" y="687896"/>
                    </a:lnTo>
                    <a:lnTo>
                      <a:pt x="494023" y="685126"/>
                    </a:lnTo>
                    <a:lnTo>
                      <a:pt x="495562" y="693431"/>
                    </a:lnTo>
                    <a:lnTo>
                      <a:pt x="487873" y="698965"/>
                    </a:lnTo>
                    <a:lnTo>
                      <a:pt x="495562" y="707270"/>
                    </a:lnTo>
                    <a:lnTo>
                      <a:pt x="480177" y="712804"/>
                    </a:lnTo>
                    <a:lnTo>
                      <a:pt x="475566" y="728484"/>
                    </a:lnTo>
                    <a:lnTo>
                      <a:pt x="484795" y="732171"/>
                    </a:lnTo>
                    <a:lnTo>
                      <a:pt x="484795" y="737705"/>
                    </a:lnTo>
                    <a:lnTo>
                      <a:pt x="464798" y="738629"/>
                    </a:lnTo>
                    <a:lnTo>
                      <a:pt x="446335" y="742323"/>
                    </a:lnTo>
                    <a:lnTo>
                      <a:pt x="444803" y="749697"/>
                    </a:lnTo>
                    <a:lnTo>
                      <a:pt x="455563" y="751544"/>
                    </a:lnTo>
                    <a:lnTo>
                      <a:pt x="474027" y="747857"/>
                    </a:lnTo>
                    <a:lnTo>
                      <a:pt x="480177" y="751544"/>
                    </a:lnTo>
                    <a:lnTo>
                      <a:pt x="490944" y="752468"/>
                    </a:lnTo>
                    <a:lnTo>
                      <a:pt x="486334" y="759849"/>
                    </a:lnTo>
                    <a:lnTo>
                      <a:pt x="464798" y="756155"/>
                    </a:lnTo>
                    <a:lnTo>
                      <a:pt x="443263" y="756155"/>
                    </a:lnTo>
                    <a:lnTo>
                      <a:pt x="421728" y="764460"/>
                    </a:lnTo>
                    <a:lnTo>
                      <a:pt x="423267" y="771841"/>
                    </a:lnTo>
                    <a:lnTo>
                      <a:pt x="429417" y="772758"/>
                    </a:lnTo>
                    <a:lnTo>
                      <a:pt x="447874" y="764460"/>
                    </a:lnTo>
                    <a:lnTo>
                      <a:pt x="458642" y="764460"/>
                    </a:lnTo>
                    <a:lnTo>
                      <a:pt x="484795" y="765383"/>
                    </a:lnTo>
                    <a:lnTo>
                      <a:pt x="489405" y="774605"/>
                    </a:lnTo>
                    <a:lnTo>
                      <a:pt x="481716" y="777376"/>
                    </a:lnTo>
                    <a:lnTo>
                      <a:pt x="466331" y="770918"/>
                    </a:lnTo>
                    <a:lnTo>
                      <a:pt x="452492" y="768147"/>
                    </a:lnTo>
                    <a:lnTo>
                      <a:pt x="424800" y="778299"/>
                    </a:lnTo>
                    <a:lnTo>
                      <a:pt x="418650" y="793978"/>
                    </a:lnTo>
                    <a:lnTo>
                      <a:pt x="421728" y="799513"/>
                    </a:lnTo>
                    <a:lnTo>
                      <a:pt x="432496" y="795819"/>
                    </a:lnTo>
                    <a:lnTo>
                      <a:pt x="446335" y="797666"/>
                    </a:lnTo>
                    <a:lnTo>
                      <a:pt x="438646" y="810048"/>
                    </a:lnTo>
                    <a:lnTo>
                      <a:pt x="429417" y="810048"/>
                    </a:lnTo>
                    <a:lnTo>
                      <a:pt x="424800" y="823880"/>
                    </a:lnTo>
                    <a:lnTo>
                      <a:pt x="434028" y="840798"/>
                    </a:lnTo>
                    <a:lnTo>
                      <a:pt x="446335" y="842330"/>
                    </a:lnTo>
                    <a:lnTo>
                      <a:pt x="450952" y="853098"/>
                    </a:lnTo>
                    <a:lnTo>
                      <a:pt x="438646" y="853098"/>
                    </a:lnTo>
                    <a:lnTo>
                      <a:pt x="435567" y="857708"/>
                    </a:lnTo>
                    <a:lnTo>
                      <a:pt x="457102" y="873080"/>
                    </a:lnTo>
                    <a:lnTo>
                      <a:pt x="454024" y="880769"/>
                    </a:lnTo>
                    <a:lnTo>
                      <a:pt x="458642" y="902291"/>
                    </a:lnTo>
                    <a:lnTo>
                      <a:pt x="455563" y="922280"/>
                    </a:lnTo>
                    <a:lnTo>
                      <a:pt x="464792" y="925351"/>
                    </a:lnTo>
                    <a:lnTo>
                      <a:pt x="475559" y="905369"/>
                    </a:lnTo>
                    <a:lnTo>
                      <a:pt x="484788" y="897680"/>
                    </a:lnTo>
                    <a:lnTo>
                      <a:pt x="503244" y="909980"/>
                    </a:lnTo>
                    <a:lnTo>
                      <a:pt x="500173" y="919201"/>
                    </a:lnTo>
                    <a:lnTo>
                      <a:pt x="492484" y="914591"/>
                    </a:lnTo>
                    <a:lnTo>
                      <a:pt x="486327" y="926891"/>
                    </a:lnTo>
                    <a:lnTo>
                      <a:pt x="486327" y="937651"/>
                    </a:lnTo>
                    <a:lnTo>
                      <a:pt x="469409" y="939190"/>
                    </a:lnTo>
                    <a:lnTo>
                      <a:pt x="469409" y="957640"/>
                    </a:lnTo>
                    <a:lnTo>
                      <a:pt x="480177" y="966862"/>
                    </a:lnTo>
                    <a:lnTo>
                      <a:pt x="481709" y="971473"/>
                    </a:lnTo>
                    <a:lnTo>
                      <a:pt x="492477" y="983773"/>
                    </a:lnTo>
                    <a:lnTo>
                      <a:pt x="492477" y="993001"/>
                    </a:lnTo>
                    <a:lnTo>
                      <a:pt x="495555" y="997612"/>
                    </a:lnTo>
                    <a:lnTo>
                      <a:pt x="489405" y="1005301"/>
                    </a:lnTo>
                    <a:lnTo>
                      <a:pt x="492477" y="1011451"/>
                    </a:lnTo>
                    <a:lnTo>
                      <a:pt x="509394" y="1020673"/>
                    </a:lnTo>
                    <a:lnTo>
                      <a:pt x="510934" y="1031433"/>
                    </a:lnTo>
                    <a:lnTo>
                      <a:pt x="517090" y="1046805"/>
                    </a:lnTo>
                    <a:lnTo>
                      <a:pt x="527858" y="1056033"/>
                    </a:lnTo>
                    <a:lnTo>
                      <a:pt x="529397" y="1063722"/>
                    </a:lnTo>
                    <a:lnTo>
                      <a:pt x="541697" y="1071405"/>
                    </a:lnTo>
                    <a:lnTo>
                      <a:pt x="543236" y="1088316"/>
                    </a:lnTo>
                    <a:lnTo>
                      <a:pt x="549393" y="1091394"/>
                    </a:lnTo>
                    <a:lnTo>
                      <a:pt x="555543" y="1080633"/>
                    </a:lnTo>
                    <a:lnTo>
                      <a:pt x="586307" y="1077555"/>
                    </a:lnTo>
                    <a:lnTo>
                      <a:pt x="593996" y="1092933"/>
                    </a:lnTo>
                    <a:lnTo>
                      <a:pt x="615531" y="1103694"/>
                    </a:lnTo>
                    <a:lnTo>
                      <a:pt x="613999" y="1115994"/>
                    </a:lnTo>
                    <a:lnTo>
                      <a:pt x="618610" y="1125215"/>
                    </a:lnTo>
                    <a:lnTo>
                      <a:pt x="632456" y="1119065"/>
                    </a:lnTo>
                    <a:lnTo>
                      <a:pt x="641684" y="1126755"/>
                    </a:lnTo>
                    <a:lnTo>
                      <a:pt x="649373" y="1108305"/>
                    </a:lnTo>
                    <a:lnTo>
                      <a:pt x="638606" y="1096005"/>
                    </a:lnTo>
                    <a:lnTo>
                      <a:pt x="653991" y="1094465"/>
                    </a:lnTo>
                    <a:lnTo>
                      <a:pt x="652452" y="1085244"/>
                    </a:lnTo>
                    <a:lnTo>
                      <a:pt x="660141" y="1074483"/>
                    </a:lnTo>
                    <a:lnTo>
                      <a:pt x="658602" y="1065262"/>
                    </a:lnTo>
                    <a:lnTo>
                      <a:pt x="667830" y="1060644"/>
                    </a:lnTo>
                    <a:lnTo>
                      <a:pt x="673987" y="1045272"/>
                    </a:lnTo>
                    <a:lnTo>
                      <a:pt x="663219" y="1023751"/>
                    </a:lnTo>
                    <a:lnTo>
                      <a:pt x="669369" y="1006840"/>
                    </a:lnTo>
                    <a:lnTo>
                      <a:pt x="663219" y="999151"/>
                    </a:lnTo>
                    <a:lnTo>
                      <a:pt x="670908" y="989929"/>
                    </a:lnTo>
                    <a:lnTo>
                      <a:pt x="680137" y="991462"/>
                    </a:lnTo>
                    <a:lnTo>
                      <a:pt x="684754" y="973019"/>
                    </a:lnTo>
                    <a:lnTo>
                      <a:pt x="692444" y="971480"/>
                    </a:lnTo>
                    <a:lnTo>
                      <a:pt x="693983" y="963790"/>
                    </a:lnTo>
                    <a:lnTo>
                      <a:pt x="686294" y="949951"/>
                    </a:lnTo>
                    <a:lnTo>
                      <a:pt x="704750" y="953030"/>
                    </a:lnTo>
                    <a:lnTo>
                      <a:pt x="703211" y="933040"/>
                    </a:lnTo>
                    <a:lnTo>
                      <a:pt x="686294" y="929969"/>
                    </a:lnTo>
                    <a:lnTo>
                      <a:pt x="683215" y="917669"/>
                    </a:lnTo>
                    <a:lnTo>
                      <a:pt x="700140" y="917669"/>
                    </a:lnTo>
                    <a:lnTo>
                      <a:pt x="703211" y="906908"/>
                    </a:lnTo>
                    <a:lnTo>
                      <a:pt x="695522" y="897680"/>
                    </a:lnTo>
                    <a:lnTo>
                      <a:pt x="697061" y="882308"/>
                    </a:lnTo>
                    <a:lnTo>
                      <a:pt x="717057" y="880769"/>
                    </a:lnTo>
                    <a:lnTo>
                      <a:pt x="717057" y="873087"/>
                    </a:lnTo>
                    <a:lnTo>
                      <a:pt x="710907" y="863858"/>
                    </a:lnTo>
                    <a:lnTo>
                      <a:pt x="712446" y="859248"/>
                    </a:lnTo>
                    <a:lnTo>
                      <a:pt x="753978" y="851565"/>
                    </a:lnTo>
                    <a:lnTo>
                      <a:pt x="757049" y="820815"/>
                    </a:lnTo>
                    <a:lnTo>
                      <a:pt x="760128" y="813126"/>
                    </a:lnTo>
                    <a:lnTo>
                      <a:pt x="772434" y="816205"/>
                    </a:lnTo>
                    <a:lnTo>
                      <a:pt x="769356" y="833115"/>
                    </a:lnTo>
                    <a:lnTo>
                      <a:pt x="773974" y="840798"/>
                    </a:lnTo>
                    <a:lnTo>
                      <a:pt x="786280" y="834648"/>
                    </a:lnTo>
                    <a:lnTo>
                      <a:pt x="795509" y="840798"/>
                    </a:lnTo>
                    <a:lnTo>
                      <a:pt x="812426" y="831576"/>
                    </a:lnTo>
                    <a:lnTo>
                      <a:pt x="813966" y="816205"/>
                    </a:lnTo>
                    <a:lnTo>
                      <a:pt x="832422" y="817737"/>
                    </a:lnTo>
                    <a:lnTo>
                      <a:pt x="849347" y="795825"/>
                    </a:lnTo>
                    <a:lnTo>
                      <a:pt x="858575" y="779223"/>
                    </a:lnTo>
                    <a:lnTo>
                      <a:pt x="867804" y="765383"/>
                    </a:lnTo>
                    <a:lnTo>
                      <a:pt x="889339" y="763543"/>
                    </a:lnTo>
                    <a:lnTo>
                      <a:pt x="892417" y="749704"/>
                    </a:lnTo>
                    <a:lnTo>
                      <a:pt x="880110" y="744170"/>
                    </a:lnTo>
                    <a:lnTo>
                      <a:pt x="873960" y="737712"/>
                    </a:lnTo>
                    <a:lnTo>
                      <a:pt x="886267" y="738635"/>
                    </a:lnTo>
                    <a:lnTo>
                      <a:pt x="904724" y="749704"/>
                    </a:lnTo>
                    <a:lnTo>
                      <a:pt x="913952" y="750628"/>
                    </a:lnTo>
                    <a:lnTo>
                      <a:pt x="921642" y="745093"/>
                    </a:lnTo>
                    <a:lnTo>
                      <a:pt x="930870" y="747857"/>
                    </a:lnTo>
                    <a:lnTo>
                      <a:pt x="940105" y="742323"/>
                    </a:lnTo>
                    <a:lnTo>
                      <a:pt x="947794" y="746017"/>
                    </a:lnTo>
                    <a:lnTo>
                      <a:pt x="957023" y="746017"/>
                    </a:lnTo>
                    <a:lnTo>
                      <a:pt x="978558" y="734948"/>
                    </a:lnTo>
                    <a:lnTo>
                      <a:pt x="987786" y="738635"/>
                    </a:lnTo>
                    <a:lnTo>
                      <a:pt x="1003165" y="730337"/>
                    </a:lnTo>
                    <a:lnTo>
                      <a:pt x="1021628" y="730337"/>
                    </a:lnTo>
                    <a:lnTo>
                      <a:pt x="1032396" y="719262"/>
                    </a:lnTo>
                    <a:lnTo>
                      <a:pt x="1040085" y="719262"/>
                    </a:lnTo>
                    <a:lnTo>
                      <a:pt x="1049314" y="708193"/>
                    </a:lnTo>
                    <a:lnTo>
                      <a:pt x="1057003" y="710040"/>
                    </a:lnTo>
                    <a:lnTo>
                      <a:pt x="1063160" y="698972"/>
                    </a:lnTo>
                    <a:lnTo>
                      <a:pt x="1072388" y="6989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6" name="Forme libre : forme 1254">
                <a:extLst>
                  <a:ext uri="{FF2B5EF4-FFF2-40B4-BE49-F238E27FC236}">
                    <a16:creationId xmlns:a16="http://schemas.microsoft.com/office/drawing/2014/main" id="{A59BB86B-A84B-791C-FD51-BF03CF0C1441}"/>
                  </a:ext>
                </a:extLst>
              </p:cNvPr>
              <p:cNvSpPr/>
              <p:nvPr/>
            </p:nvSpPr>
            <p:spPr>
              <a:xfrm rot="10800000" flipV="1">
                <a:off x="4395458" y="2472937"/>
                <a:ext cx="9228" cy="7381"/>
              </a:xfrm>
              <a:custGeom>
                <a:avLst/>
                <a:gdLst>
                  <a:gd name="csX0" fmla="*/ 3116 w 9228"/>
                  <a:gd name="csY0" fmla="*/ 351 h 7381"/>
                  <a:gd name="csX1" fmla="*/ 10805 w 9228"/>
                  <a:gd name="csY1" fmla="*/ 351 h 7381"/>
                  <a:gd name="csX2" fmla="*/ 9266 w 9228"/>
                  <a:gd name="csY2" fmla="*/ 7732 h 7381"/>
                  <a:gd name="csX3" fmla="*/ 1577 w 9228"/>
                  <a:gd name="csY3" fmla="*/ 4962 h 7381"/>
                  <a:gd name="csX4" fmla="*/ 3116 w 9228"/>
                  <a:gd name="csY4" fmla="*/ 351 h 7381"/>
                </a:gdLst>
                <a:ahLst/>
                <a:cxnLst>
                  <a:cxn ang="0">
                    <a:pos x="csX0" y="csY0"/>
                  </a:cxn>
                  <a:cxn ang="0">
                    <a:pos x="csX1" y="csY1"/>
                  </a:cxn>
                  <a:cxn ang="0">
                    <a:pos x="csX2" y="csY2"/>
                  </a:cxn>
                  <a:cxn ang="0">
                    <a:pos x="csX3" y="csY3"/>
                  </a:cxn>
                  <a:cxn ang="0">
                    <a:pos x="csX4" y="csY4"/>
                  </a:cxn>
                </a:cxnLst>
                <a:rect l="l" t="t" r="r" b="b"/>
                <a:pathLst>
                  <a:path w="9228" h="7381">
                    <a:moveTo>
                      <a:pt x="3116" y="351"/>
                    </a:moveTo>
                    <a:lnTo>
                      <a:pt x="10805" y="351"/>
                    </a:lnTo>
                    <a:lnTo>
                      <a:pt x="9266" y="7732"/>
                    </a:lnTo>
                    <a:lnTo>
                      <a:pt x="1577" y="4962"/>
                    </a:lnTo>
                    <a:lnTo>
                      <a:pt x="3116" y="3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7" name="Forme libre : forme 1255">
                <a:extLst>
                  <a:ext uri="{FF2B5EF4-FFF2-40B4-BE49-F238E27FC236}">
                    <a16:creationId xmlns:a16="http://schemas.microsoft.com/office/drawing/2014/main" id="{8E125306-841D-687E-A7EC-0F1C2CC8CFFF}"/>
                  </a:ext>
                </a:extLst>
              </p:cNvPr>
              <p:cNvSpPr/>
              <p:nvPr/>
            </p:nvSpPr>
            <p:spPr>
              <a:xfrm rot="10120914" flipV="1">
                <a:off x="4428640" y="2534931"/>
                <a:ext cx="15864" cy="10548"/>
              </a:xfrm>
              <a:custGeom>
                <a:avLst/>
                <a:gdLst>
                  <a:gd name="csX0" fmla="*/ 8050 w 15864"/>
                  <a:gd name="csY0" fmla="*/ 390 h 10548"/>
                  <a:gd name="csX1" fmla="*/ 17463 w 15864"/>
                  <a:gd name="csY1" fmla="*/ 390 h 10548"/>
                  <a:gd name="csX2" fmla="*/ 16444 w 15864"/>
                  <a:gd name="csY2" fmla="*/ 10939 h 10548"/>
                  <a:gd name="csX3" fmla="*/ 1599 w 15864"/>
                  <a:gd name="csY3" fmla="*/ 7327 h 10548"/>
                  <a:gd name="csX4" fmla="*/ 8050 w 15864"/>
                  <a:gd name="csY4" fmla="*/ 390 h 10548"/>
                </a:gdLst>
                <a:ahLst/>
                <a:cxnLst>
                  <a:cxn ang="0">
                    <a:pos x="csX0" y="csY0"/>
                  </a:cxn>
                  <a:cxn ang="0">
                    <a:pos x="csX1" y="csY1"/>
                  </a:cxn>
                  <a:cxn ang="0">
                    <a:pos x="csX2" y="csY2"/>
                  </a:cxn>
                  <a:cxn ang="0">
                    <a:pos x="csX3" y="csY3"/>
                  </a:cxn>
                  <a:cxn ang="0">
                    <a:pos x="csX4" y="csY4"/>
                  </a:cxn>
                </a:cxnLst>
                <a:rect l="l" t="t" r="r" b="b"/>
                <a:pathLst>
                  <a:path w="15864" h="10548">
                    <a:moveTo>
                      <a:pt x="8050" y="390"/>
                    </a:moveTo>
                    <a:lnTo>
                      <a:pt x="17463" y="390"/>
                    </a:lnTo>
                    <a:lnTo>
                      <a:pt x="16444" y="10939"/>
                    </a:lnTo>
                    <a:lnTo>
                      <a:pt x="1599" y="7327"/>
                    </a:lnTo>
                    <a:lnTo>
                      <a:pt x="8050"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8" name="Forme libre : forme 1256">
                <a:extLst>
                  <a:ext uri="{FF2B5EF4-FFF2-40B4-BE49-F238E27FC236}">
                    <a16:creationId xmlns:a16="http://schemas.microsoft.com/office/drawing/2014/main" id="{D7AD361E-0D12-9D45-DA0B-827619E9C72E}"/>
                  </a:ext>
                </a:extLst>
              </p:cNvPr>
              <p:cNvSpPr/>
              <p:nvPr/>
            </p:nvSpPr>
            <p:spPr>
              <a:xfrm rot="8284992" flipV="1">
                <a:off x="4452974" y="2532008"/>
                <a:ext cx="7395" cy="9262"/>
              </a:xfrm>
              <a:custGeom>
                <a:avLst/>
                <a:gdLst>
                  <a:gd name="csX0" fmla="*/ 4867 w 7395"/>
                  <a:gd name="csY0" fmla="*/ 387 h 9262"/>
                  <a:gd name="csX1" fmla="*/ 9006 w 7395"/>
                  <a:gd name="csY1" fmla="*/ 387 h 9262"/>
                  <a:gd name="csX2" fmla="*/ 6988 w 7395"/>
                  <a:gd name="csY2" fmla="*/ 9650 h 9262"/>
                  <a:gd name="csX3" fmla="*/ 1611 w 7395"/>
                  <a:gd name="csY3" fmla="*/ 8268 h 9262"/>
                  <a:gd name="csX4" fmla="*/ 4867 w 7395"/>
                  <a:gd name="csY4" fmla="*/ 387 h 9262"/>
                </a:gdLst>
                <a:ahLst/>
                <a:cxnLst>
                  <a:cxn ang="0">
                    <a:pos x="csX0" y="csY0"/>
                  </a:cxn>
                  <a:cxn ang="0">
                    <a:pos x="csX1" y="csY1"/>
                  </a:cxn>
                  <a:cxn ang="0">
                    <a:pos x="csX2" y="csY2"/>
                  </a:cxn>
                  <a:cxn ang="0">
                    <a:pos x="csX3" y="csY3"/>
                  </a:cxn>
                  <a:cxn ang="0">
                    <a:pos x="csX4" y="csY4"/>
                  </a:cxn>
                </a:cxnLst>
                <a:rect l="l" t="t" r="r" b="b"/>
                <a:pathLst>
                  <a:path w="7395" h="9262">
                    <a:moveTo>
                      <a:pt x="4867" y="387"/>
                    </a:moveTo>
                    <a:lnTo>
                      <a:pt x="9006" y="387"/>
                    </a:lnTo>
                    <a:lnTo>
                      <a:pt x="6988" y="9650"/>
                    </a:lnTo>
                    <a:lnTo>
                      <a:pt x="1611" y="8268"/>
                    </a:lnTo>
                    <a:lnTo>
                      <a:pt x="4867" y="3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79" name="Forme libre : forme 1257">
                <a:extLst>
                  <a:ext uri="{FF2B5EF4-FFF2-40B4-BE49-F238E27FC236}">
                    <a16:creationId xmlns:a16="http://schemas.microsoft.com/office/drawing/2014/main" id="{26B9CA2F-C17D-909A-AD26-90136E693FC3}"/>
                  </a:ext>
                </a:extLst>
              </p:cNvPr>
              <p:cNvSpPr/>
              <p:nvPr/>
            </p:nvSpPr>
            <p:spPr>
              <a:xfrm>
                <a:off x="4409297" y="2573485"/>
                <a:ext cx="61527" cy="36893"/>
              </a:xfrm>
              <a:custGeom>
                <a:avLst/>
                <a:gdLst>
                  <a:gd name="csX0" fmla="*/ 6208 w 61527"/>
                  <a:gd name="csY0" fmla="*/ 29014 h 36893"/>
                  <a:gd name="csX1" fmla="*/ 21593 w 61527"/>
                  <a:gd name="csY1" fmla="*/ 28090 h 36893"/>
                  <a:gd name="csX2" fmla="*/ 35432 w 61527"/>
                  <a:gd name="csY2" fmla="*/ 37312 h 36893"/>
                  <a:gd name="csX3" fmla="*/ 47739 w 61527"/>
                  <a:gd name="csY3" fmla="*/ 36395 h 36893"/>
                  <a:gd name="csX4" fmla="*/ 61585 w 61527"/>
                  <a:gd name="csY4" fmla="*/ 29014 h 36893"/>
                  <a:gd name="csX5" fmla="*/ 63124 w 61527"/>
                  <a:gd name="csY5" fmla="*/ 24403 h 36893"/>
                  <a:gd name="csX6" fmla="*/ 44661 w 61527"/>
                  <a:gd name="csY6" fmla="*/ 11488 h 36893"/>
                  <a:gd name="csX7" fmla="*/ 33893 w 61527"/>
                  <a:gd name="csY7" fmla="*/ 5953 h 36893"/>
                  <a:gd name="csX8" fmla="*/ 16975 w 61527"/>
                  <a:gd name="csY8" fmla="*/ 3183 h 36893"/>
                  <a:gd name="csX9" fmla="*/ 9286 w 61527"/>
                  <a:gd name="csY9" fmla="*/ 419 h 36893"/>
                  <a:gd name="csX10" fmla="*/ 3129 w 61527"/>
                  <a:gd name="csY10" fmla="*/ 10564 h 36893"/>
                  <a:gd name="csX11" fmla="*/ 7747 w 61527"/>
                  <a:gd name="csY11" fmla="*/ 15175 h 36893"/>
                  <a:gd name="csX12" fmla="*/ 1597 w 61527"/>
                  <a:gd name="csY12" fmla="*/ 20709 h 36893"/>
                  <a:gd name="csX13" fmla="*/ 6208 w 61527"/>
                  <a:gd name="csY13" fmla="*/ 29014 h 368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527" h="36893">
                    <a:moveTo>
                      <a:pt x="6208" y="29014"/>
                    </a:moveTo>
                    <a:lnTo>
                      <a:pt x="21593" y="28090"/>
                    </a:lnTo>
                    <a:lnTo>
                      <a:pt x="35432" y="37312"/>
                    </a:lnTo>
                    <a:lnTo>
                      <a:pt x="47739" y="36395"/>
                    </a:lnTo>
                    <a:lnTo>
                      <a:pt x="61585" y="29014"/>
                    </a:lnTo>
                    <a:lnTo>
                      <a:pt x="63124" y="24403"/>
                    </a:lnTo>
                    <a:lnTo>
                      <a:pt x="44661" y="11488"/>
                    </a:lnTo>
                    <a:lnTo>
                      <a:pt x="33893" y="5953"/>
                    </a:lnTo>
                    <a:lnTo>
                      <a:pt x="16975" y="3183"/>
                    </a:lnTo>
                    <a:lnTo>
                      <a:pt x="9286" y="419"/>
                    </a:lnTo>
                    <a:lnTo>
                      <a:pt x="3129" y="10564"/>
                    </a:lnTo>
                    <a:lnTo>
                      <a:pt x="7747" y="15175"/>
                    </a:lnTo>
                    <a:lnTo>
                      <a:pt x="1597" y="20709"/>
                    </a:lnTo>
                    <a:lnTo>
                      <a:pt x="6208" y="290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0" name="Forme libre : forme 1258">
                <a:extLst>
                  <a:ext uri="{FF2B5EF4-FFF2-40B4-BE49-F238E27FC236}">
                    <a16:creationId xmlns:a16="http://schemas.microsoft.com/office/drawing/2014/main" id="{D44F524B-A702-5758-B9E4-F3F1C3760D8E}"/>
                  </a:ext>
                </a:extLst>
              </p:cNvPr>
              <p:cNvSpPr/>
              <p:nvPr/>
            </p:nvSpPr>
            <p:spPr>
              <a:xfrm>
                <a:off x="4055520" y="2269488"/>
                <a:ext cx="16917" cy="4665"/>
              </a:xfrm>
              <a:custGeom>
                <a:avLst/>
                <a:gdLst>
                  <a:gd name="csX0" fmla="*/ 18291 w 16917"/>
                  <a:gd name="csY0" fmla="*/ 1560 h 4665"/>
                  <a:gd name="csX1" fmla="*/ 5984 w 16917"/>
                  <a:gd name="csY1" fmla="*/ 226 h 4665"/>
                  <a:gd name="csX2" fmla="*/ 1373 w 16917"/>
                  <a:gd name="csY2" fmla="*/ 2223 h 4665"/>
                  <a:gd name="csX3" fmla="*/ 5984 w 16917"/>
                  <a:gd name="csY3" fmla="*/ 4228 h 4665"/>
                  <a:gd name="csX4" fmla="*/ 18291 w 16917"/>
                  <a:gd name="csY4" fmla="*/ 4891 h 4665"/>
                  <a:gd name="csX5" fmla="*/ 18291 w 16917"/>
                  <a:gd name="csY5" fmla="*/ 1560 h 4665"/>
                </a:gdLst>
                <a:ahLst/>
                <a:cxnLst>
                  <a:cxn ang="0">
                    <a:pos x="csX0" y="csY0"/>
                  </a:cxn>
                  <a:cxn ang="0">
                    <a:pos x="csX1" y="csY1"/>
                  </a:cxn>
                  <a:cxn ang="0">
                    <a:pos x="csX2" y="csY2"/>
                  </a:cxn>
                  <a:cxn ang="0">
                    <a:pos x="csX3" y="csY3"/>
                  </a:cxn>
                  <a:cxn ang="0">
                    <a:pos x="csX4" y="csY4"/>
                  </a:cxn>
                  <a:cxn ang="0">
                    <a:pos x="csX5" y="csY5"/>
                  </a:cxn>
                </a:cxnLst>
                <a:rect l="l" t="t" r="r" b="b"/>
                <a:pathLst>
                  <a:path w="16917" h="4665">
                    <a:moveTo>
                      <a:pt x="18291" y="1560"/>
                    </a:moveTo>
                    <a:lnTo>
                      <a:pt x="5984" y="226"/>
                    </a:lnTo>
                    <a:lnTo>
                      <a:pt x="1373" y="2223"/>
                    </a:lnTo>
                    <a:lnTo>
                      <a:pt x="5984" y="4228"/>
                    </a:lnTo>
                    <a:lnTo>
                      <a:pt x="18291" y="4891"/>
                    </a:lnTo>
                    <a:lnTo>
                      <a:pt x="18291" y="1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1" name="Forme libre : forme 1259">
                <a:extLst>
                  <a:ext uri="{FF2B5EF4-FFF2-40B4-BE49-F238E27FC236}">
                    <a16:creationId xmlns:a16="http://schemas.microsoft.com/office/drawing/2014/main" id="{FB03B088-186F-5CAD-2CF6-8443D03FCA4D}"/>
                  </a:ext>
                </a:extLst>
              </p:cNvPr>
              <p:cNvSpPr/>
              <p:nvPr/>
            </p:nvSpPr>
            <p:spPr>
              <a:xfrm>
                <a:off x="4032438" y="2270822"/>
                <a:ext cx="16924" cy="5992"/>
              </a:xfrm>
              <a:custGeom>
                <a:avLst/>
                <a:gdLst>
                  <a:gd name="csX0" fmla="*/ 15205 w 16924"/>
                  <a:gd name="csY0" fmla="*/ 891 h 5992"/>
                  <a:gd name="csX1" fmla="*/ 7515 w 16924"/>
                  <a:gd name="csY1" fmla="*/ 227 h 5992"/>
                  <a:gd name="csX2" fmla="*/ 1359 w 16924"/>
                  <a:gd name="csY2" fmla="*/ 2225 h 5992"/>
                  <a:gd name="csX3" fmla="*/ 9055 w 16924"/>
                  <a:gd name="csY3" fmla="*/ 6220 h 5992"/>
                  <a:gd name="csX4" fmla="*/ 18283 w 16924"/>
                  <a:gd name="csY4" fmla="*/ 4222 h 5992"/>
                  <a:gd name="csX5" fmla="*/ 15205 w 16924"/>
                  <a:gd name="csY5" fmla="*/ 891 h 5992"/>
                </a:gdLst>
                <a:ahLst/>
                <a:cxnLst>
                  <a:cxn ang="0">
                    <a:pos x="csX0" y="csY0"/>
                  </a:cxn>
                  <a:cxn ang="0">
                    <a:pos x="csX1" y="csY1"/>
                  </a:cxn>
                  <a:cxn ang="0">
                    <a:pos x="csX2" y="csY2"/>
                  </a:cxn>
                  <a:cxn ang="0">
                    <a:pos x="csX3" y="csY3"/>
                  </a:cxn>
                  <a:cxn ang="0">
                    <a:pos x="csX4" y="csY4"/>
                  </a:cxn>
                  <a:cxn ang="0">
                    <a:pos x="csX5" y="csY5"/>
                  </a:cxn>
                </a:cxnLst>
                <a:rect l="l" t="t" r="r" b="b"/>
                <a:pathLst>
                  <a:path w="16924" h="5992">
                    <a:moveTo>
                      <a:pt x="15205" y="891"/>
                    </a:moveTo>
                    <a:lnTo>
                      <a:pt x="7515" y="227"/>
                    </a:lnTo>
                    <a:lnTo>
                      <a:pt x="1359" y="2225"/>
                    </a:lnTo>
                    <a:lnTo>
                      <a:pt x="9055" y="6220"/>
                    </a:lnTo>
                    <a:lnTo>
                      <a:pt x="18283" y="4222"/>
                    </a:lnTo>
                    <a:lnTo>
                      <a:pt x="15205" y="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2" name="Forme libre : forme 1260">
                <a:extLst>
                  <a:ext uri="{FF2B5EF4-FFF2-40B4-BE49-F238E27FC236}">
                    <a16:creationId xmlns:a16="http://schemas.microsoft.com/office/drawing/2014/main" id="{7DDED1C2-D672-4174-B505-AC2C2CB523BC}"/>
                  </a:ext>
                </a:extLst>
              </p:cNvPr>
              <p:cNvSpPr/>
              <p:nvPr/>
            </p:nvSpPr>
            <p:spPr>
              <a:xfrm>
                <a:off x="4432386" y="2006233"/>
                <a:ext cx="44609" cy="23327"/>
              </a:xfrm>
              <a:custGeom>
                <a:avLst/>
                <a:gdLst>
                  <a:gd name="csX0" fmla="*/ 26224 w 44609"/>
                  <a:gd name="csY0" fmla="*/ 20729 h 23327"/>
                  <a:gd name="csX1" fmla="*/ 46220 w 44609"/>
                  <a:gd name="csY1" fmla="*/ 23397 h 23327"/>
                  <a:gd name="csX2" fmla="*/ 36991 w 44609"/>
                  <a:gd name="csY2" fmla="*/ 11398 h 23327"/>
                  <a:gd name="csX3" fmla="*/ 26224 w 44609"/>
                  <a:gd name="csY3" fmla="*/ 8067 h 23327"/>
                  <a:gd name="csX4" fmla="*/ 27763 w 44609"/>
                  <a:gd name="csY4" fmla="*/ 4065 h 23327"/>
                  <a:gd name="csX5" fmla="*/ 9306 w 44609"/>
                  <a:gd name="csY5" fmla="*/ 70 h 23327"/>
                  <a:gd name="csX6" fmla="*/ 1610 w 44609"/>
                  <a:gd name="csY6" fmla="*/ 2737 h 23327"/>
                  <a:gd name="csX7" fmla="*/ 3149 w 44609"/>
                  <a:gd name="csY7" fmla="*/ 9401 h 23327"/>
                  <a:gd name="csX8" fmla="*/ 26224 w 44609"/>
                  <a:gd name="csY8" fmla="*/ 20729 h 23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609" h="23327">
                    <a:moveTo>
                      <a:pt x="26224" y="20729"/>
                    </a:moveTo>
                    <a:lnTo>
                      <a:pt x="46220" y="23397"/>
                    </a:lnTo>
                    <a:lnTo>
                      <a:pt x="36991" y="11398"/>
                    </a:lnTo>
                    <a:lnTo>
                      <a:pt x="26224" y="8067"/>
                    </a:lnTo>
                    <a:lnTo>
                      <a:pt x="27763" y="4065"/>
                    </a:lnTo>
                    <a:lnTo>
                      <a:pt x="9306" y="70"/>
                    </a:lnTo>
                    <a:lnTo>
                      <a:pt x="1610" y="2737"/>
                    </a:lnTo>
                    <a:lnTo>
                      <a:pt x="3149" y="9401"/>
                    </a:lnTo>
                    <a:lnTo>
                      <a:pt x="26224" y="207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3" name="Forme libre : forme 1261">
                <a:extLst>
                  <a:ext uri="{FF2B5EF4-FFF2-40B4-BE49-F238E27FC236}">
                    <a16:creationId xmlns:a16="http://schemas.microsoft.com/office/drawing/2014/main" id="{6A0B33B8-C5D5-6B76-9342-1EBDFC51716A}"/>
                  </a:ext>
                </a:extLst>
              </p:cNvPr>
              <p:cNvSpPr/>
              <p:nvPr/>
            </p:nvSpPr>
            <p:spPr>
              <a:xfrm>
                <a:off x="4527755" y="1988239"/>
                <a:ext cx="16917" cy="10658"/>
              </a:xfrm>
              <a:custGeom>
                <a:avLst/>
                <a:gdLst>
                  <a:gd name="csX0" fmla="*/ 10888 w 16917"/>
                  <a:gd name="csY0" fmla="*/ 10050 h 10658"/>
                  <a:gd name="csX1" fmla="*/ 18577 w 16917"/>
                  <a:gd name="csY1" fmla="*/ 10713 h 10658"/>
                  <a:gd name="csX2" fmla="*/ 17038 w 16917"/>
                  <a:gd name="csY2" fmla="*/ 6055 h 10658"/>
                  <a:gd name="csX3" fmla="*/ 7810 w 16917"/>
                  <a:gd name="csY3" fmla="*/ 55 h 10658"/>
                  <a:gd name="csX4" fmla="*/ 1660 w 16917"/>
                  <a:gd name="csY4" fmla="*/ 2053 h 10658"/>
                  <a:gd name="csX5" fmla="*/ 9349 w 16917"/>
                  <a:gd name="csY5" fmla="*/ 6055 h 10658"/>
                  <a:gd name="csX6" fmla="*/ 10888 w 16917"/>
                  <a:gd name="csY6" fmla="*/ 10050 h 1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0658">
                    <a:moveTo>
                      <a:pt x="10888" y="10050"/>
                    </a:moveTo>
                    <a:lnTo>
                      <a:pt x="18577" y="10713"/>
                    </a:lnTo>
                    <a:lnTo>
                      <a:pt x="17038" y="6055"/>
                    </a:lnTo>
                    <a:lnTo>
                      <a:pt x="7810" y="55"/>
                    </a:lnTo>
                    <a:lnTo>
                      <a:pt x="1660" y="2053"/>
                    </a:lnTo>
                    <a:lnTo>
                      <a:pt x="9349" y="6055"/>
                    </a:lnTo>
                    <a:lnTo>
                      <a:pt x="10888" y="100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4" name="Forme libre : forme 1262">
                <a:extLst>
                  <a:ext uri="{FF2B5EF4-FFF2-40B4-BE49-F238E27FC236}">
                    <a16:creationId xmlns:a16="http://schemas.microsoft.com/office/drawing/2014/main" id="{BCA68E44-E771-3725-F712-EFAB5C0D0498}"/>
                  </a:ext>
                </a:extLst>
              </p:cNvPr>
              <p:cNvSpPr/>
              <p:nvPr/>
            </p:nvSpPr>
            <p:spPr>
              <a:xfrm>
                <a:off x="4552368" y="1979572"/>
                <a:ext cx="67677" cy="40655"/>
              </a:xfrm>
              <a:custGeom>
                <a:avLst/>
                <a:gdLst>
                  <a:gd name="csX0" fmla="*/ 30914 w 67677"/>
                  <a:gd name="csY0" fmla="*/ 63 h 40655"/>
                  <a:gd name="csX1" fmla="*/ 1689 w 67677"/>
                  <a:gd name="csY1" fmla="*/ 3394 h 40655"/>
                  <a:gd name="csX2" fmla="*/ 13989 w 67677"/>
                  <a:gd name="csY2" fmla="*/ 16727 h 40655"/>
                  <a:gd name="csX3" fmla="*/ 41681 w 67677"/>
                  <a:gd name="csY3" fmla="*/ 31387 h 40655"/>
                  <a:gd name="csX4" fmla="*/ 47831 w 67677"/>
                  <a:gd name="csY4" fmla="*/ 36053 h 40655"/>
                  <a:gd name="csX5" fmla="*/ 47831 w 67677"/>
                  <a:gd name="csY5" fmla="*/ 40718 h 40655"/>
                  <a:gd name="csX6" fmla="*/ 57060 w 67677"/>
                  <a:gd name="csY6" fmla="*/ 40055 h 40655"/>
                  <a:gd name="csX7" fmla="*/ 53981 w 67677"/>
                  <a:gd name="csY7" fmla="*/ 30053 h 40655"/>
                  <a:gd name="csX8" fmla="*/ 69366 w 67677"/>
                  <a:gd name="csY8" fmla="*/ 22727 h 40655"/>
                  <a:gd name="csX9" fmla="*/ 30914 w 67677"/>
                  <a:gd name="csY9" fmla="*/ 63 h 40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677" h="40655">
                    <a:moveTo>
                      <a:pt x="30914" y="63"/>
                    </a:moveTo>
                    <a:lnTo>
                      <a:pt x="1689" y="3394"/>
                    </a:lnTo>
                    <a:lnTo>
                      <a:pt x="13989" y="16727"/>
                    </a:lnTo>
                    <a:lnTo>
                      <a:pt x="41681" y="31387"/>
                    </a:lnTo>
                    <a:lnTo>
                      <a:pt x="47831" y="36053"/>
                    </a:lnTo>
                    <a:lnTo>
                      <a:pt x="47831" y="40718"/>
                    </a:lnTo>
                    <a:lnTo>
                      <a:pt x="57060" y="40055"/>
                    </a:lnTo>
                    <a:lnTo>
                      <a:pt x="53981" y="30053"/>
                    </a:lnTo>
                    <a:lnTo>
                      <a:pt x="69366" y="22727"/>
                    </a:lnTo>
                    <a:lnTo>
                      <a:pt x="30914" y="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5" name="Forme libre : forme 1263">
                <a:extLst>
                  <a:ext uri="{FF2B5EF4-FFF2-40B4-BE49-F238E27FC236}">
                    <a16:creationId xmlns:a16="http://schemas.microsoft.com/office/drawing/2014/main" id="{C5753D84-2CC6-FEC3-D407-B1F313569787}"/>
                  </a:ext>
                </a:extLst>
              </p:cNvPr>
              <p:cNvSpPr/>
              <p:nvPr/>
            </p:nvSpPr>
            <p:spPr>
              <a:xfrm>
                <a:off x="4533911" y="1963580"/>
                <a:ext cx="24613" cy="8660"/>
              </a:xfrm>
              <a:custGeom>
                <a:avLst/>
                <a:gdLst>
                  <a:gd name="csX0" fmla="*/ 26281 w 24613"/>
                  <a:gd name="csY0" fmla="*/ 6703 h 8660"/>
                  <a:gd name="csX1" fmla="*/ 15513 w 24613"/>
                  <a:gd name="csY1" fmla="*/ 40 h 8660"/>
                  <a:gd name="csX2" fmla="*/ 3207 w 24613"/>
                  <a:gd name="csY2" fmla="*/ 2038 h 8660"/>
                  <a:gd name="csX3" fmla="*/ 1667 w 24613"/>
                  <a:gd name="csY3" fmla="*/ 6033 h 8660"/>
                  <a:gd name="csX4" fmla="*/ 12435 w 24613"/>
                  <a:gd name="csY4" fmla="*/ 8701 h 8660"/>
                  <a:gd name="csX5" fmla="*/ 26281 w 24613"/>
                  <a:gd name="csY5" fmla="*/ 6703 h 8660"/>
                </a:gdLst>
                <a:ahLst/>
                <a:cxnLst>
                  <a:cxn ang="0">
                    <a:pos x="csX0" y="csY0"/>
                  </a:cxn>
                  <a:cxn ang="0">
                    <a:pos x="csX1" y="csY1"/>
                  </a:cxn>
                  <a:cxn ang="0">
                    <a:pos x="csX2" y="csY2"/>
                  </a:cxn>
                  <a:cxn ang="0">
                    <a:pos x="csX3" y="csY3"/>
                  </a:cxn>
                  <a:cxn ang="0">
                    <a:pos x="csX4" y="csY4"/>
                  </a:cxn>
                  <a:cxn ang="0">
                    <a:pos x="csX5" y="csY5"/>
                  </a:cxn>
                </a:cxnLst>
                <a:rect l="l" t="t" r="r" b="b"/>
                <a:pathLst>
                  <a:path w="24613" h="8660">
                    <a:moveTo>
                      <a:pt x="26281" y="6703"/>
                    </a:moveTo>
                    <a:lnTo>
                      <a:pt x="15513" y="40"/>
                    </a:lnTo>
                    <a:lnTo>
                      <a:pt x="3207" y="2038"/>
                    </a:lnTo>
                    <a:lnTo>
                      <a:pt x="1667" y="6033"/>
                    </a:lnTo>
                    <a:lnTo>
                      <a:pt x="12435" y="8701"/>
                    </a:lnTo>
                    <a:lnTo>
                      <a:pt x="26281" y="6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6" name="Forme libre : forme 1264">
                <a:extLst>
                  <a:ext uri="{FF2B5EF4-FFF2-40B4-BE49-F238E27FC236}">
                    <a16:creationId xmlns:a16="http://schemas.microsoft.com/office/drawing/2014/main" id="{A2C0830E-C4D3-1E62-5C7C-1B5F4E9177E1}"/>
                  </a:ext>
                </a:extLst>
              </p:cNvPr>
              <p:cNvSpPr/>
              <p:nvPr/>
            </p:nvSpPr>
            <p:spPr>
              <a:xfrm>
                <a:off x="4567747" y="1951582"/>
                <a:ext cx="35381" cy="15994"/>
              </a:xfrm>
              <a:custGeom>
                <a:avLst/>
                <a:gdLst>
                  <a:gd name="csX0" fmla="*/ 15535 w 35381"/>
                  <a:gd name="csY0" fmla="*/ 16028 h 15994"/>
                  <a:gd name="csX1" fmla="*/ 37070 w 35381"/>
                  <a:gd name="csY1" fmla="*/ 15365 h 15994"/>
                  <a:gd name="csX2" fmla="*/ 35531 w 35381"/>
                  <a:gd name="csY2" fmla="*/ 8695 h 15994"/>
                  <a:gd name="csX3" fmla="*/ 29374 w 35381"/>
                  <a:gd name="csY3" fmla="*/ 4700 h 15994"/>
                  <a:gd name="csX4" fmla="*/ 15535 w 35381"/>
                  <a:gd name="csY4" fmla="*/ 34 h 15994"/>
                  <a:gd name="csX5" fmla="*/ 9385 w 35381"/>
                  <a:gd name="csY5" fmla="*/ 2032 h 15994"/>
                  <a:gd name="csX6" fmla="*/ 9385 w 35381"/>
                  <a:gd name="csY6" fmla="*/ 8695 h 15994"/>
                  <a:gd name="csX7" fmla="*/ 1689 w 35381"/>
                  <a:gd name="csY7" fmla="*/ 8695 h 15994"/>
                  <a:gd name="csX8" fmla="*/ 4767 w 35381"/>
                  <a:gd name="csY8" fmla="*/ 12026 h 15994"/>
                  <a:gd name="csX9" fmla="*/ 15535 w 35381"/>
                  <a:gd name="csY9" fmla="*/ 16028 h 159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381" h="15994">
                    <a:moveTo>
                      <a:pt x="15535" y="16028"/>
                    </a:moveTo>
                    <a:lnTo>
                      <a:pt x="37070" y="15365"/>
                    </a:lnTo>
                    <a:lnTo>
                      <a:pt x="35531" y="8695"/>
                    </a:lnTo>
                    <a:lnTo>
                      <a:pt x="29374" y="4700"/>
                    </a:lnTo>
                    <a:lnTo>
                      <a:pt x="15535" y="34"/>
                    </a:lnTo>
                    <a:lnTo>
                      <a:pt x="9385" y="2032"/>
                    </a:lnTo>
                    <a:lnTo>
                      <a:pt x="9385" y="8695"/>
                    </a:lnTo>
                    <a:lnTo>
                      <a:pt x="1689" y="8695"/>
                    </a:lnTo>
                    <a:lnTo>
                      <a:pt x="4767" y="12026"/>
                    </a:lnTo>
                    <a:lnTo>
                      <a:pt x="15535" y="160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7" name="Forme libre : forme 1265">
                <a:extLst>
                  <a:ext uri="{FF2B5EF4-FFF2-40B4-BE49-F238E27FC236}">
                    <a16:creationId xmlns:a16="http://schemas.microsoft.com/office/drawing/2014/main" id="{FBC5F08D-59A0-5686-FC33-7A8C5A3D9767}"/>
                  </a:ext>
                </a:extLst>
              </p:cNvPr>
              <p:cNvSpPr/>
              <p:nvPr/>
            </p:nvSpPr>
            <p:spPr>
              <a:xfrm>
                <a:off x="4703115" y="1928257"/>
                <a:ext cx="39991" cy="18662"/>
              </a:xfrm>
              <a:custGeom>
                <a:avLst/>
                <a:gdLst>
                  <a:gd name="csX0" fmla="*/ 12539 w 39991"/>
                  <a:gd name="csY0" fmla="*/ 10016 h 18662"/>
                  <a:gd name="csX1" fmla="*/ 34075 w 39991"/>
                  <a:gd name="csY1" fmla="*/ 18684 h 18662"/>
                  <a:gd name="csX2" fmla="*/ 41764 w 39991"/>
                  <a:gd name="csY2" fmla="*/ 14682 h 18662"/>
                  <a:gd name="csX3" fmla="*/ 9461 w 39991"/>
                  <a:gd name="csY3" fmla="*/ 685 h 18662"/>
                  <a:gd name="csX4" fmla="*/ 1772 w 39991"/>
                  <a:gd name="csY4" fmla="*/ 22 h 18662"/>
                  <a:gd name="csX5" fmla="*/ 3311 w 39991"/>
                  <a:gd name="csY5" fmla="*/ 8019 h 18662"/>
                  <a:gd name="csX6" fmla="*/ 12539 w 39991"/>
                  <a:gd name="csY6" fmla="*/ 10016 h 18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662">
                    <a:moveTo>
                      <a:pt x="12539" y="10016"/>
                    </a:moveTo>
                    <a:lnTo>
                      <a:pt x="34075" y="18684"/>
                    </a:lnTo>
                    <a:lnTo>
                      <a:pt x="41764" y="14682"/>
                    </a:lnTo>
                    <a:lnTo>
                      <a:pt x="9461" y="685"/>
                    </a:lnTo>
                    <a:lnTo>
                      <a:pt x="1772" y="22"/>
                    </a:lnTo>
                    <a:lnTo>
                      <a:pt x="3311" y="8019"/>
                    </a:lnTo>
                    <a:lnTo>
                      <a:pt x="12539" y="100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8" name="Forme libre : forme 1266">
                <a:extLst>
                  <a:ext uri="{FF2B5EF4-FFF2-40B4-BE49-F238E27FC236}">
                    <a16:creationId xmlns:a16="http://schemas.microsoft.com/office/drawing/2014/main" id="{17AB8835-FF7D-AB2A-8392-28F99823CB3C}"/>
                  </a:ext>
                </a:extLst>
              </p:cNvPr>
              <p:cNvSpPr/>
              <p:nvPr/>
            </p:nvSpPr>
            <p:spPr>
              <a:xfrm>
                <a:off x="4709265" y="1943582"/>
                <a:ext cx="21535" cy="10001"/>
              </a:xfrm>
              <a:custGeom>
                <a:avLst/>
                <a:gdLst>
                  <a:gd name="csX0" fmla="*/ 9460 w 21535"/>
                  <a:gd name="csY0" fmla="*/ 7362 h 10001"/>
                  <a:gd name="csX1" fmla="*/ 17149 w 21535"/>
                  <a:gd name="csY1" fmla="*/ 10030 h 10001"/>
                  <a:gd name="csX2" fmla="*/ 23306 w 21535"/>
                  <a:gd name="csY2" fmla="*/ 6028 h 10001"/>
                  <a:gd name="csX3" fmla="*/ 15617 w 21535"/>
                  <a:gd name="csY3" fmla="*/ 3360 h 10001"/>
                  <a:gd name="csX4" fmla="*/ 1771 w 21535"/>
                  <a:gd name="csY4" fmla="*/ 28 h 10001"/>
                  <a:gd name="csX5" fmla="*/ 9460 w 21535"/>
                  <a:gd name="csY5" fmla="*/ 7362 h 10001"/>
                </a:gdLst>
                <a:ahLst/>
                <a:cxnLst>
                  <a:cxn ang="0">
                    <a:pos x="csX0" y="csY0"/>
                  </a:cxn>
                  <a:cxn ang="0">
                    <a:pos x="csX1" y="csY1"/>
                  </a:cxn>
                  <a:cxn ang="0">
                    <a:pos x="csX2" y="csY2"/>
                  </a:cxn>
                  <a:cxn ang="0">
                    <a:pos x="csX3" y="csY3"/>
                  </a:cxn>
                  <a:cxn ang="0">
                    <a:pos x="csX4" y="csY4"/>
                  </a:cxn>
                  <a:cxn ang="0">
                    <a:pos x="csX5" y="csY5"/>
                  </a:cxn>
                </a:cxnLst>
                <a:rect l="l" t="t" r="r" b="b"/>
                <a:pathLst>
                  <a:path w="21535" h="10001">
                    <a:moveTo>
                      <a:pt x="9460" y="7362"/>
                    </a:moveTo>
                    <a:lnTo>
                      <a:pt x="17149" y="10030"/>
                    </a:lnTo>
                    <a:lnTo>
                      <a:pt x="23306" y="6028"/>
                    </a:lnTo>
                    <a:lnTo>
                      <a:pt x="15617" y="3360"/>
                    </a:lnTo>
                    <a:lnTo>
                      <a:pt x="1771" y="28"/>
                    </a:lnTo>
                    <a:lnTo>
                      <a:pt x="9460" y="73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89" name="Forme libre : forme 1267">
                <a:extLst>
                  <a:ext uri="{FF2B5EF4-FFF2-40B4-BE49-F238E27FC236}">
                    <a16:creationId xmlns:a16="http://schemas.microsoft.com/office/drawing/2014/main" id="{C11A910A-29CF-3D8D-CFE4-7C31549C1C85}"/>
                  </a:ext>
                </a:extLst>
              </p:cNvPr>
              <p:cNvSpPr/>
              <p:nvPr/>
            </p:nvSpPr>
            <p:spPr>
              <a:xfrm>
                <a:off x="4691766" y="1942748"/>
                <a:ext cx="22109" cy="11499"/>
              </a:xfrm>
              <a:custGeom>
                <a:avLst/>
                <a:gdLst>
                  <a:gd name="csX0" fmla="*/ 23872 w 22109"/>
                  <a:gd name="csY0" fmla="*/ 11527 h 11499"/>
                  <a:gd name="csX1" fmla="*/ 16183 w 22109"/>
                  <a:gd name="csY1" fmla="*/ 6862 h 11499"/>
                  <a:gd name="csX2" fmla="*/ 6955 w 22109"/>
                  <a:gd name="csY2" fmla="*/ 199 h 11499"/>
                  <a:gd name="csX3" fmla="*/ 1763 w 22109"/>
                  <a:gd name="csY3" fmla="*/ 28 h 11499"/>
                  <a:gd name="csX4" fmla="*/ 15609 w 22109"/>
                  <a:gd name="csY4" fmla="*/ 10029 h 11499"/>
                  <a:gd name="csX5" fmla="*/ 23872 w 22109"/>
                  <a:gd name="csY5" fmla="*/ 11527 h 11499"/>
                </a:gdLst>
                <a:ahLst/>
                <a:cxnLst>
                  <a:cxn ang="0">
                    <a:pos x="csX0" y="csY0"/>
                  </a:cxn>
                  <a:cxn ang="0">
                    <a:pos x="csX1" y="csY1"/>
                  </a:cxn>
                  <a:cxn ang="0">
                    <a:pos x="csX2" y="csY2"/>
                  </a:cxn>
                  <a:cxn ang="0">
                    <a:pos x="csX3" y="csY3"/>
                  </a:cxn>
                  <a:cxn ang="0">
                    <a:pos x="csX4" y="csY4"/>
                  </a:cxn>
                  <a:cxn ang="0">
                    <a:pos x="csX5" y="csY5"/>
                  </a:cxn>
                </a:cxnLst>
                <a:rect l="l" t="t" r="r" b="b"/>
                <a:pathLst>
                  <a:path w="22109" h="11499">
                    <a:moveTo>
                      <a:pt x="23872" y="11527"/>
                    </a:moveTo>
                    <a:lnTo>
                      <a:pt x="16183" y="6862"/>
                    </a:lnTo>
                    <a:lnTo>
                      <a:pt x="6955" y="199"/>
                    </a:lnTo>
                    <a:lnTo>
                      <a:pt x="1763" y="28"/>
                    </a:lnTo>
                    <a:lnTo>
                      <a:pt x="15609" y="10029"/>
                    </a:lnTo>
                    <a:lnTo>
                      <a:pt x="23872" y="115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0" name="Forme libre : forme 1268">
                <a:extLst>
                  <a:ext uri="{FF2B5EF4-FFF2-40B4-BE49-F238E27FC236}">
                    <a16:creationId xmlns:a16="http://schemas.microsoft.com/office/drawing/2014/main" id="{9BD42854-A715-2CD4-C461-8601FDF81772}"/>
                  </a:ext>
                </a:extLst>
              </p:cNvPr>
              <p:cNvSpPr/>
              <p:nvPr/>
            </p:nvSpPr>
            <p:spPr>
              <a:xfrm>
                <a:off x="4723111" y="1923591"/>
                <a:ext cx="12306" cy="7326"/>
              </a:xfrm>
              <a:custGeom>
                <a:avLst/>
                <a:gdLst>
                  <a:gd name="csX0" fmla="*/ 14085 w 12306"/>
                  <a:gd name="csY0" fmla="*/ 2013 h 7326"/>
                  <a:gd name="csX1" fmla="*/ 7928 w 12306"/>
                  <a:gd name="csY1" fmla="*/ 16 h 7326"/>
                  <a:gd name="csX2" fmla="*/ 1778 w 12306"/>
                  <a:gd name="csY2" fmla="*/ 1350 h 7326"/>
                  <a:gd name="csX3" fmla="*/ 1778 w 12306"/>
                  <a:gd name="csY3" fmla="*/ 4011 h 7326"/>
                  <a:gd name="csX4" fmla="*/ 7928 w 12306"/>
                  <a:gd name="csY4" fmla="*/ 7342 h 7326"/>
                  <a:gd name="csX5" fmla="*/ 14085 w 12306"/>
                  <a:gd name="csY5" fmla="*/ 2013 h 7326"/>
                </a:gdLst>
                <a:ahLst/>
                <a:cxnLst>
                  <a:cxn ang="0">
                    <a:pos x="csX0" y="csY0"/>
                  </a:cxn>
                  <a:cxn ang="0">
                    <a:pos x="csX1" y="csY1"/>
                  </a:cxn>
                  <a:cxn ang="0">
                    <a:pos x="csX2" y="csY2"/>
                  </a:cxn>
                  <a:cxn ang="0">
                    <a:pos x="csX3" y="csY3"/>
                  </a:cxn>
                  <a:cxn ang="0">
                    <a:pos x="csX4" y="csY4"/>
                  </a:cxn>
                  <a:cxn ang="0">
                    <a:pos x="csX5" y="csY5"/>
                  </a:cxn>
                </a:cxnLst>
                <a:rect l="l" t="t" r="r" b="b"/>
                <a:pathLst>
                  <a:path w="12306" h="7326">
                    <a:moveTo>
                      <a:pt x="14085" y="2013"/>
                    </a:moveTo>
                    <a:lnTo>
                      <a:pt x="7928" y="16"/>
                    </a:lnTo>
                    <a:lnTo>
                      <a:pt x="1778" y="1350"/>
                    </a:lnTo>
                    <a:lnTo>
                      <a:pt x="1778" y="4011"/>
                    </a:lnTo>
                    <a:lnTo>
                      <a:pt x="7928" y="7342"/>
                    </a:lnTo>
                    <a:lnTo>
                      <a:pt x="14085" y="2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1" name="Forme libre : forme 1269">
                <a:extLst>
                  <a:ext uri="{FF2B5EF4-FFF2-40B4-BE49-F238E27FC236}">
                    <a16:creationId xmlns:a16="http://schemas.microsoft.com/office/drawing/2014/main" id="{81C03101-AF8F-23F4-4A9E-3490AE5F0129}"/>
                  </a:ext>
                </a:extLst>
              </p:cNvPr>
              <p:cNvSpPr/>
              <p:nvPr/>
            </p:nvSpPr>
            <p:spPr>
              <a:xfrm>
                <a:off x="5146118" y="2016233"/>
                <a:ext cx="27685" cy="17328"/>
              </a:xfrm>
              <a:custGeom>
                <a:avLst/>
                <a:gdLst>
                  <a:gd name="csX0" fmla="*/ 25108 w 27685"/>
                  <a:gd name="csY0" fmla="*/ 17402 h 17328"/>
                  <a:gd name="csX1" fmla="*/ 29726 w 27685"/>
                  <a:gd name="csY1" fmla="*/ 14070 h 17328"/>
                  <a:gd name="csX2" fmla="*/ 17419 w 27685"/>
                  <a:gd name="csY2" fmla="*/ 4076 h 17328"/>
                  <a:gd name="csX3" fmla="*/ 9730 w 27685"/>
                  <a:gd name="csY3" fmla="*/ 74 h 17328"/>
                  <a:gd name="csX4" fmla="*/ 2041 w 27685"/>
                  <a:gd name="csY4" fmla="*/ 2071 h 17328"/>
                  <a:gd name="csX5" fmla="*/ 9730 w 27685"/>
                  <a:gd name="csY5" fmla="*/ 10068 h 17328"/>
                  <a:gd name="csX6" fmla="*/ 25108 w 27685"/>
                  <a:gd name="csY6" fmla="*/ 17402 h 173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7328">
                    <a:moveTo>
                      <a:pt x="25108" y="17402"/>
                    </a:moveTo>
                    <a:lnTo>
                      <a:pt x="29726" y="14070"/>
                    </a:lnTo>
                    <a:lnTo>
                      <a:pt x="17419" y="4076"/>
                    </a:lnTo>
                    <a:lnTo>
                      <a:pt x="9730" y="74"/>
                    </a:lnTo>
                    <a:lnTo>
                      <a:pt x="2041" y="2071"/>
                    </a:lnTo>
                    <a:lnTo>
                      <a:pt x="9730" y="10068"/>
                    </a:lnTo>
                    <a:lnTo>
                      <a:pt x="25108" y="17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2" name="Forme libre : forme 1270">
                <a:extLst>
                  <a:ext uri="{FF2B5EF4-FFF2-40B4-BE49-F238E27FC236}">
                    <a16:creationId xmlns:a16="http://schemas.microsoft.com/office/drawing/2014/main" id="{F834AC71-9A20-EDE2-DAE8-A3B0F3811899}"/>
                  </a:ext>
                </a:extLst>
              </p:cNvPr>
              <p:cNvSpPr/>
              <p:nvPr/>
            </p:nvSpPr>
            <p:spPr>
              <a:xfrm rot="-6364874" flipV="1">
                <a:off x="5169254" y="2016220"/>
                <a:ext cx="19852" cy="8687"/>
              </a:xfrm>
              <a:custGeom>
                <a:avLst/>
                <a:gdLst>
                  <a:gd name="csX0" fmla="*/ 2052 w 19852"/>
                  <a:gd name="csY0" fmla="*/ 71 h 8687"/>
                  <a:gd name="csX1" fmla="*/ 18703 w 19852"/>
                  <a:gd name="csY1" fmla="*/ 71 h 8687"/>
                  <a:gd name="csX2" fmla="*/ 21904 w 19852"/>
                  <a:gd name="csY2" fmla="*/ 8759 h 8687"/>
                  <a:gd name="csX3" fmla="*/ 13360 w 19852"/>
                  <a:gd name="csY3" fmla="*/ 8020 h 8687"/>
                  <a:gd name="csX4" fmla="*/ 2052 w 19852"/>
                  <a:gd name="csY4" fmla="*/ 71 h 8687"/>
                </a:gdLst>
                <a:ahLst/>
                <a:cxnLst>
                  <a:cxn ang="0">
                    <a:pos x="csX0" y="csY0"/>
                  </a:cxn>
                  <a:cxn ang="0">
                    <a:pos x="csX1" y="csY1"/>
                  </a:cxn>
                  <a:cxn ang="0">
                    <a:pos x="csX2" y="csY2"/>
                  </a:cxn>
                  <a:cxn ang="0">
                    <a:pos x="csX3" y="csY3"/>
                  </a:cxn>
                  <a:cxn ang="0">
                    <a:pos x="csX4" y="csY4"/>
                  </a:cxn>
                </a:cxnLst>
                <a:rect l="l" t="t" r="r" b="b"/>
                <a:pathLst>
                  <a:path w="19852" h="8687">
                    <a:moveTo>
                      <a:pt x="2052" y="71"/>
                    </a:moveTo>
                    <a:lnTo>
                      <a:pt x="18703" y="71"/>
                    </a:lnTo>
                    <a:lnTo>
                      <a:pt x="21904" y="8759"/>
                    </a:lnTo>
                    <a:lnTo>
                      <a:pt x="13360" y="8020"/>
                    </a:lnTo>
                    <a:lnTo>
                      <a:pt x="2052" y="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3" name="Forme libre : forme 1271">
                <a:extLst>
                  <a:ext uri="{FF2B5EF4-FFF2-40B4-BE49-F238E27FC236}">
                    <a16:creationId xmlns:a16="http://schemas.microsoft.com/office/drawing/2014/main" id="{87C84C12-4ED6-8EC5-4D0B-ADB3F46605BF}"/>
                  </a:ext>
                </a:extLst>
              </p:cNvPr>
              <p:cNvSpPr/>
              <p:nvPr/>
            </p:nvSpPr>
            <p:spPr>
              <a:xfrm rot="-423736" flipV="1">
                <a:off x="5180412" y="2038830"/>
                <a:ext cx="22157" cy="8790"/>
              </a:xfrm>
              <a:custGeom>
                <a:avLst/>
                <a:gdLst>
                  <a:gd name="csX0" fmla="*/ 13367 w 22157"/>
                  <a:gd name="csY0" fmla="*/ 86 h 8790"/>
                  <a:gd name="csX1" fmla="*/ 24216 w 22157"/>
                  <a:gd name="csY1" fmla="*/ 86 h 8790"/>
                  <a:gd name="csX2" fmla="*/ 17081 w 22157"/>
                  <a:gd name="csY2" fmla="*/ 4997 h 8790"/>
                  <a:gd name="csX3" fmla="*/ 2059 w 22157"/>
                  <a:gd name="csY3" fmla="*/ 8876 h 8790"/>
                  <a:gd name="csX4" fmla="*/ 13367 w 22157"/>
                  <a:gd name="csY4" fmla="*/ 86 h 8790"/>
                </a:gdLst>
                <a:ahLst/>
                <a:cxnLst>
                  <a:cxn ang="0">
                    <a:pos x="csX0" y="csY0"/>
                  </a:cxn>
                  <a:cxn ang="0">
                    <a:pos x="csX1" y="csY1"/>
                  </a:cxn>
                  <a:cxn ang="0">
                    <a:pos x="csX2" y="csY2"/>
                  </a:cxn>
                  <a:cxn ang="0">
                    <a:pos x="csX3" y="csY3"/>
                  </a:cxn>
                  <a:cxn ang="0">
                    <a:pos x="csX4" y="csY4"/>
                  </a:cxn>
                </a:cxnLst>
                <a:rect l="l" t="t" r="r" b="b"/>
                <a:pathLst>
                  <a:path w="22157" h="8790">
                    <a:moveTo>
                      <a:pt x="13367" y="86"/>
                    </a:moveTo>
                    <a:lnTo>
                      <a:pt x="24216" y="86"/>
                    </a:lnTo>
                    <a:lnTo>
                      <a:pt x="17081" y="4997"/>
                    </a:lnTo>
                    <a:lnTo>
                      <a:pt x="2059" y="8876"/>
                    </a:lnTo>
                    <a:lnTo>
                      <a:pt x="13367" y="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4" name="Forme libre : forme 1272">
                <a:extLst>
                  <a:ext uri="{FF2B5EF4-FFF2-40B4-BE49-F238E27FC236}">
                    <a16:creationId xmlns:a16="http://schemas.microsoft.com/office/drawing/2014/main" id="{A980E293-6A01-2373-B5CD-71D75AB5DB15}"/>
                  </a:ext>
                </a:extLst>
              </p:cNvPr>
              <p:cNvSpPr/>
              <p:nvPr/>
            </p:nvSpPr>
            <p:spPr>
              <a:xfrm rot="10800000" flipV="1">
                <a:off x="5212250" y="2190852"/>
                <a:ext cx="10767" cy="5999"/>
              </a:xfrm>
              <a:custGeom>
                <a:avLst/>
                <a:gdLst>
                  <a:gd name="csX0" fmla="*/ 2075 w 10767"/>
                  <a:gd name="csY0" fmla="*/ 178 h 5999"/>
                  <a:gd name="csX1" fmla="*/ 11304 w 10767"/>
                  <a:gd name="csY1" fmla="*/ 178 h 5999"/>
                  <a:gd name="csX2" fmla="*/ 12843 w 10767"/>
                  <a:gd name="csY2" fmla="*/ 6178 h 5999"/>
                  <a:gd name="csX3" fmla="*/ 5154 w 10767"/>
                  <a:gd name="csY3" fmla="*/ 6178 h 5999"/>
                  <a:gd name="csX4" fmla="*/ 2075 w 10767"/>
                  <a:gd name="csY4" fmla="*/ 178 h 5999"/>
                </a:gdLst>
                <a:ahLst/>
                <a:cxnLst>
                  <a:cxn ang="0">
                    <a:pos x="csX0" y="csY0"/>
                  </a:cxn>
                  <a:cxn ang="0">
                    <a:pos x="csX1" y="csY1"/>
                  </a:cxn>
                  <a:cxn ang="0">
                    <a:pos x="csX2" y="csY2"/>
                  </a:cxn>
                  <a:cxn ang="0">
                    <a:pos x="csX3" y="csY3"/>
                  </a:cxn>
                  <a:cxn ang="0">
                    <a:pos x="csX4" y="csY4"/>
                  </a:cxn>
                </a:cxnLst>
                <a:rect l="l" t="t" r="r" b="b"/>
                <a:pathLst>
                  <a:path w="10767" h="5999">
                    <a:moveTo>
                      <a:pt x="2075" y="178"/>
                    </a:moveTo>
                    <a:lnTo>
                      <a:pt x="11304" y="178"/>
                    </a:lnTo>
                    <a:lnTo>
                      <a:pt x="12843" y="6178"/>
                    </a:lnTo>
                    <a:lnTo>
                      <a:pt x="5154" y="6178"/>
                    </a:lnTo>
                    <a:lnTo>
                      <a:pt x="2075" y="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5" name="Forme libre : forme 1273">
                <a:extLst>
                  <a:ext uri="{FF2B5EF4-FFF2-40B4-BE49-F238E27FC236}">
                    <a16:creationId xmlns:a16="http://schemas.microsoft.com/office/drawing/2014/main" id="{E328DE30-42E1-E6A0-55A0-31B25579B8E6}"/>
                  </a:ext>
                </a:extLst>
              </p:cNvPr>
              <p:cNvSpPr/>
              <p:nvPr/>
            </p:nvSpPr>
            <p:spPr>
              <a:xfrm>
                <a:off x="5193793" y="2206176"/>
                <a:ext cx="21535" cy="12662"/>
              </a:xfrm>
              <a:custGeom>
                <a:avLst/>
                <a:gdLst>
                  <a:gd name="csX0" fmla="*/ 12834 w 21535"/>
                  <a:gd name="csY0" fmla="*/ 7523 h 12662"/>
                  <a:gd name="csX1" fmla="*/ 2066 w 21535"/>
                  <a:gd name="csY1" fmla="*/ 11525 h 12662"/>
                  <a:gd name="csX2" fmla="*/ 11295 w 21535"/>
                  <a:gd name="csY2" fmla="*/ 12852 h 12662"/>
                  <a:gd name="csX3" fmla="*/ 22062 w 21535"/>
                  <a:gd name="csY3" fmla="*/ 6852 h 12662"/>
                  <a:gd name="csX4" fmla="*/ 23602 w 21535"/>
                  <a:gd name="csY4" fmla="*/ 189 h 12662"/>
                  <a:gd name="csX5" fmla="*/ 15912 w 21535"/>
                  <a:gd name="csY5" fmla="*/ 860 h 12662"/>
                  <a:gd name="csX6" fmla="*/ 12834 w 21535"/>
                  <a:gd name="csY6" fmla="*/ 7523 h 12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662">
                    <a:moveTo>
                      <a:pt x="12834" y="7523"/>
                    </a:moveTo>
                    <a:lnTo>
                      <a:pt x="2066" y="11525"/>
                    </a:lnTo>
                    <a:lnTo>
                      <a:pt x="11295" y="12852"/>
                    </a:lnTo>
                    <a:lnTo>
                      <a:pt x="22062" y="6852"/>
                    </a:lnTo>
                    <a:lnTo>
                      <a:pt x="23602" y="189"/>
                    </a:lnTo>
                    <a:lnTo>
                      <a:pt x="15912" y="860"/>
                    </a:lnTo>
                    <a:lnTo>
                      <a:pt x="12834" y="7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6" name="Forme libre : forme 1274">
                <a:extLst>
                  <a:ext uri="{FF2B5EF4-FFF2-40B4-BE49-F238E27FC236}">
                    <a16:creationId xmlns:a16="http://schemas.microsoft.com/office/drawing/2014/main" id="{120D6D75-8C07-47FF-E314-9086A6225931}"/>
                  </a:ext>
                </a:extLst>
              </p:cNvPr>
              <p:cNvSpPr/>
              <p:nvPr/>
            </p:nvSpPr>
            <p:spPr>
              <a:xfrm rot="-10430913" flipV="1">
                <a:off x="5206542" y="2251364"/>
                <a:ext cx="14441" cy="10104"/>
              </a:xfrm>
              <a:custGeom>
                <a:avLst/>
                <a:gdLst>
                  <a:gd name="csX0" fmla="*/ 2073 w 14441"/>
                  <a:gd name="csY0" fmla="*/ 217 h 10104"/>
                  <a:gd name="csX1" fmla="*/ 8271 w 14441"/>
                  <a:gd name="csY1" fmla="*/ 217 h 10104"/>
                  <a:gd name="csX2" fmla="*/ 16514 w 14441"/>
                  <a:gd name="csY2" fmla="*/ 9815 h 10104"/>
                  <a:gd name="csX3" fmla="*/ 8729 w 14441"/>
                  <a:gd name="csY3" fmla="*/ 10321 h 10104"/>
                  <a:gd name="csX4" fmla="*/ 2073 w 14441"/>
                  <a:gd name="csY4" fmla="*/ 217 h 10104"/>
                </a:gdLst>
                <a:ahLst/>
                <a:cxnLst>
                  <a:cxn ang="0">
                    <a:pos x="csX0" y="csY0"/>
                  </a:cxn>
                  <a:cxn ang="0">
                    <a:pos x="csX1" y="csY1"/>
                  </a:cxn>
                  <a:cxn ang="0">
                    <a:pos x="csX2" y="csY2"/>
                  </a:cxn>
                  <a:cxn ang="0">
                    <a:pos x="csX3" y="csY3"/>
                  </a:cxn>
                  <a:cxn ang="0">
                    <a:pos x="csX4" y="csY4"/>
                  </a:cxn>
                </a:cxnLst>
                <a:rect l="l" t="t" r="r" b="b"/>
                <a:pathLst>
                  <a:path w="14441" h="10104">
                    <a:moveTo>
                      <a:pt x="2073" y="217"/>
                    </a:moveTo>
                    <a:lnTo>
                      <a:pt x="8271" y="217"/>
                    </a:lnTo>
                    <a:lnTo>
                      <a:pt x="16514" y="9815"/>
                    </a:lnTo>
                    <a:lnTo>
                      <a:pt x="8729" y="10321"/>
                    </a:lnTo>
                    <a:lnTo>
                      <a:pt x="2073"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7" name="Forme libre : forme 1275">
                <a:extLst>
                  <a:ext uri="{FF2B5EF4-FFF2-40B4-BE49-F238E27FC236}">
                    <a16:creationId xmlns:a16="http://schemas.microsoft.com/office/drawing/2014/main" id="{9EE263B4-8693-BA5F-A9F4-EFA8CF3D749E}"/>
                  </a:ext>
                </a:extLst>
              </p:cNvPr>
              <p:cNvSpPr/>
              <p:nvPr/>
            </p:nvSpPr>
            <p:spPr>
              <a:xfrm>
                <a:off x="5187629" y="2300149"/>
                <a:ext cx="13846" cy="31994"/>
              </a:xfrm>
              <a:custGeom>
                <a:avLst/>
                <a:gdLst>
                  <a:gd name="csX0" fmla="*/ 15907 w 13846"/>
                  <a:gd name="csY0" fmla="*/ 2922 h 31994"/>
                  <a:gd name="csX1" fmla="*/ 5140 w 13846"/>
                  <a:gd name="csY1" fmla="*/ 254 h 31994"/>
                  <a:gd name="csX2" fmla="*/ 2061 w 13846"/>
                  <a:gd name="csY2" fmla="*/ 7588 h 31994"/>
                  <a:gd name="csX3" fmla="*/ 3601 w 13846"/>
                  <a:gd name="csY3" fmla="*/ 30252 h 31994"/>
                  <a:gd name="csX4" fmla="*/ 11290 w 13846"/>
                  <a:gd name="csY4" fmla="*/ 32249 h 31994"/>
                  <a:gd name="csX5" fmla="*/ 11297 w 13846"/>
                  <a:gd name="csY5" fmla="*/ 12917 h 31994"/>
                  <a:gd name="csX6" fmla="*/ 15907 w 13846"/>
                  <a:gd name="csY6" fmla="*/ 2922 h 31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31994">
                    <a:moveTo>
                      <a:pt x="15907" y="2922"/>
                    </a:moveTo>
                    <a:lnTo>
                      <a:pt x="5140" y="254"/>
                    </a:lnTo>
                    <a:lnTo>
                      <a:pt x="2061" y="7588"/>
                    </a:lnTo>
                    <a:lnTo>
                      <a:pt x="3601" y="30252"/>
                    </a:lnTo>
                    <a:lnTo>
                      <a:pt x="11290" y="32249"/>
                    </a:lnTo>
                    <a:lnTo>
                      <a:pt x="11297" y="12917"/>
                    </a:lnTo>
                    <a:lnTo>
                      <a:pt x="15907" y="29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8" name="Forme libre : forme 1276">
                <a:extLst>
                  <a:ext uri="{FF2B5EF4-FFF2-40B4-BE49-F238E27FC236}">
                    <a16:creationId xmlns:a16="http://schemas.microsoft.com/office/drawing/2014/main" id="{F60A9EFA-F4B5-29B8-5CE2-28981C70BF05}"/>
                  </a:ext>
                </a:extLst>
              </p:cNvPr>
              <p:cNvSpPr/>
              <p:nvPr/>
            </p:nvSpPr>
            <p:spPr>
              <a:xfrm>
                <a:off x="5190708" y="2353474"/>
                <a:ext cx="38452" cy="16158"/>
              </a:xfrm>
              <a:custGeom>
                <a:avLst/>
                <a:gdLst>
                  <a:gd name="csX0" fmla="*/ 12836 w 38452"/>
                  <a:gd name="csY0" fmla="*/ 15514 h 16158"/>
                  <a:gd name="csX1" fmla="*/ 26682 w 38452"/>
                  <a:gd name="csY1" fmla="*/ 15514 h 16158"/>
                  <a:gd name="csX2" fmla="*/ 40521 w 38452"/>
                  <a:gd name="csY2" fmla="*/ 16437 h 16158"/>
                  <a:gd name="csX3" fmla="*/ 38989 w 38452"/>
                  <a:gd name="csY3" fmla="*/ 11827 h 16158"/>
                  <a:gd name="csX4" fmla="*/ 25143 w 38452"/>
                  <a:gd name="csY4" fmla="*/ 9056 h 16158"/>
                  <a:gd name="csX5" fmla="*/ 20532 w 38452"/>
                  <a:gd name="csY5" fmla="*/ 279 h 16158"/>
                  <a:gd name="csX6" fmla="*/ 5147 w 38452"/>
                  <a:gd name="csY6" fmla="*/ 2277 h 16158"/>
                  <a:gd name="csX7" fmla="*/ 2069 w 38452"/>
                  <a:gd name="csY7" fmla="*/ 8132 h 16158"/>
                  <a:gd name="csX8" fmla="*/ 12836 w 38452"/>
                  <a:gd name="csY8" fmla="*/ 15514 h 16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452" h="16158">
                    <a:moveTo>
                      <a:pt x="12836" y="15514"/>
                    </a:moveTo>
                    <a:lnTo>
                      <a:pt x="26682" y="15514"/>
                    </a:lnTo>
                    <a:lnTo>
                      <a:pt x="40521" y="16437"/>
                    </a:lnTo>
                    <a:lnTo>
                      <a:pt x="38989" y="11827"/>
                    </a:lnTo>
                    <a:lnTo>
                      <a:pt x="25143" y="9056"/>
                    </a:lnTo>
                    <a:lnTo>
                      <a:pt x="20532" y="279"/>
                    </a:lnTo>
                    <a:lnTo>
                      <a:pt x="5147" y="2277"/>
                    </a:lnTo>
                    <a:lnTo>
                      <a:pt x="2069" y="8132"/>
                    </a:lnTo>
                    <a:lnTo>
                      <a:pt x="12836" y="155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99" name="Forme libre : forme 1277">
                <a:extLst>
                  <a:ext uri="{FF2B5EF4-FFF2-40B4-BE49-F238E27FC236}">
                    <a16:creationId xmlns:a16="http://schemas.microsoft.com/office/drawing/2014/main" id="{6393B893-9BA9-0AC4-FBD9-8839478DF436}"/>
                  </a:ext>
                </a:extLst>
              </p:cNvPr>
              <p:cNvSpPr/>
              <p:nvPr/>
            </p:nvSpPr>
            <p:spPr>
              <a:xfrm>
                <a:off x="5161483" y="2368709"/>
                <a:ext cx="15385" cy="14755"/>
              </a:xfrm>
              <a:custGeom>
                <a:avLst/>
                <a:gdLst>
                  <a:gd name="csX0" fmla="*/ 2044 w 15385"/>
                  <a:gd name="csY0" fmla="*/ 6747 h 14755"/>
                  <a:gd name="csX1" fmla="*/ 5122 w 15385"/>
                  <a:gd name="csY1" fmla="*/ 12281 h 14755"/>
                  <a:gd name="csX2" fmla="*/ 11272 w 15385"/>
                  <a:gd name="csY2" fmla="*/ 15045 h 14755"/>
                  <a:gd name="csX3" fmla="*/ 17429 w 15385"/>
                  <a:gd name="csY3" fmla="*/ 13205 h 14755"/>
                  <a:gd name="csX4" fmla="*/ 17429 w 15385"/>
                  <a:gd name="csY4" fmla="*/ 6747 h 14755"/>
                  <a:gd name="csX5" fmla="*/ 8201 w 15385"/>
                  <a:gd name="csY5" fmla="*/ 289 h 14755"/>
                  <a:gd name="csX6" fmla="*/ 2044 w 15385"/>
                  <a:gd name="csY6" fmla="*/ 6747 h 147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4755">
                    <a:moveTo>
                      <a:pt x="2044" y="6747"/>
                    </a:moveTo>
                    <a:lnTo>
                      <a:pt x="5122" y="12281"/>
                    </a:lnTo>
                    <a:lnTo>
                      <a:pt x="11272" y="15045"/>
                    </a:lnTo>
                    <a:lnTo>
                      <a:pt x="17429" y="13205"/>
                    </a:lnTo>
                    <a:lnTo>
                      <a:pt x="17429" y="6747"/>
                    </a:lnTo>
                    <a:lnTo>
                      <a:pt x="8201" y="289"/>
                    </a:lnTo>
                    <a:lnTo>
                      <a:pt x="2044" y="6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0" name="Forme libre : forme 1278">
                <a:extLst>
                  <a:ext uri="{FF2B5EF4-FFF2-40B4-BE49-F238E27FC236}">
                    <a16:creationId xmlns:a16="http://schemas.microsoft.com/office/drawing/2014/main" id="{2DCA59AD-DD4C-B938-E0F9-88483745B4EA}"/>
                  </a:ext>
                </a:extLst>
              </p:cNvPr>
              <p:cNvSpPr/>
              <p:nvPr/>
            </p:nvSpPr>
            <p:spPr>
              <a:xfrm>
                <a:off x="5136870" y="2398227"/>
                <a:ext cx="26152" cy="13839"/>
              </a:xfrm>
              <a:custGeom>
                <a:avLst/>
                <a:gdLst>
                  <a:gd name="csX0" fmla="*/ 14340 w 26152"/>
                  <a:gd name="csY0" fmla="*/ 308 h 13839"/>
                  <a:gd name="csX1" fmla="*/ 2033 w 26152"/>
                  <a:gd name="csY1" fmla="*/ 3995 h 13839"/>
                  <a:gd name="csX2" fmla="*/ 2033 w 26152"/>
                  <a:gd name="csY2" fmla="*/ 7689 h 13839"/>
                  <a:gd name="csX3" fmla="*/ 14340 w 26152"/>
                  <a:gd name="csY3" fmla="*/ 14147 h 13839"/>
                  <a:gd name="csX4" fmla="*/ 28186 w 26152"/>
                  <a:gd name="csY4" fmla="*/ 10453 h 13839"/>
                  <a:gd name="csX5" fmla="*/ 22029 w 26152"/>
                  <a:gd name="csY5" fmla="*/ 3995 h 13839"/>
                  <a:gd name="csX6" fmla="*/ 14340 w 26152"/>
                  <a:gd name="csY6" fmla="*/ 308 h 13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3839">
                    <a:moveTo>
                      <a:pt x="14340" y="308"/>
                    </a:moveTo>
                    <a:lnTo>
                      <a:pt x="2033" y="3995"/>
                    </a:lnTo>
                    <a:lnTo>
                      <a:pt x="2033" y="7689"/>
                    </a:lnTo>
                    <a:lnTo>
                      <a:pt x="14340" y="14147"/>
                    </a:lnTo>
                    <a:lnTo>
                      <a:pt x="28186" y="10453"/>
                    </a:lnTo>
                    <a:lnTo>
                      <a:pt x="22029" y="3995"/>
                    </a:lnTo>
                    <a:lnTo>
                      <a:pt x="14340"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1" name="Forme libre : forme 1279">
                <a:extLst>
                  <a:ext uri="{FF2B5EF4-FFF2-40B4-BE49-F238E27FC236}">
                    <a16:creationId xmlns:a16="http://schemas.microsoft.com/office/drawing/2014/main" id="{1C7B5E89-9CDB-3E59-32AA-2EEBFA99FF0C}"/>
                  </a:ext>
                </a:extLst>
              </p:cNvPr>
              <p:cNvSpPr/>
              <p:nvPr/>
            </p:nvSpPr>
            <p:spPr>
              <a:xfrm>
                <a:off x="5059957" y="2444349"/>
                <a:ext cx="36920" cy="14755"/>
              </a:xfrm>
              <a:custGeom>
                <a:avLst/>
                <a:gdLst>
                  <a:gd name="csX0" fmla="*/ 29683 w 36920"/>
                  <a:gd name="csY0" fmla="*/ 336 h 14755"/>
                  <a:gd name="csX1" fmla="*/ 12765 w 36920"/>
                  <a:gd name="csY1" fmla="*/ 2183 h 14755"/>
                  <a:gd name="csX2" fmla="*/ 1991 w 36920"/>
                  <a:gd name="csY2" fmla="*/ 6794 h 14755"/>
                  <a:gd name="csX3" fmla="*/ 3530 w 36920"/>
                  <a:gd name="csY3" fmla="*/ 11405 h 14755"/>
                  <a:gd name="csX4" fmla="*/ 14298 w 36920"/>
                  <a:gd name="csY4" fmla="*/ 15092 h 14755"/>
                  <a:gd name="csX5" fmla="*/ 31222 w 36920"/>
                  <a:gd name="csY5" fmla="*/ 15092 h 14755"/>
                  <a:gd name="csX6" fmla="*/ 38911 w 36920"/>
                  <a:gd name="csY6" fmla="*/ 9558 h 14755"/>
                  <a:gd name="csX7" fmla="*/ 31222 w 36920"/>
                  <a:gd name="csY7" fmla="*/ 6794 h 14755"/>
                  <a:gd name="csX8" fmla="*/ 37372 w 36920"/>
                  <a:gd name="csY8" fmla="*/ 3107 h 14755"/>
                  <a:gd name="csX9" fmla="*/ 29683 w 36920"/>
                  <a:gd name="csY9" fmla="*/ 336 h 14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920" h="14755">
                    <a:moveTo>
                      <a:pt x="29683" y="336"/>
                    </a:moveTo>
                    <a:lnTo>
                      <a:pt x="12765" y="2183"/>
                    </a:lnTo>
                    <a:lnTo>
                      <a:pt x="1991" y="6794"/>
                    </a:lnTo>
                    <a:lnTo>
                      <a:pt x="3530" y="11405"/>
                    </a:lnTo>
                    <a:lnTo>
                      <a:pt x="14298" y="15092"/>
                    </a:lnTo>
                    <a:lnTo>
                      <a:pt x="31222" y="15092"/>
                    </a:lnTo>
                    <a:lnTo>
                      <a:pt x="38911" y="9558"/>
                    </a:lnTo>
                    <a:lnTo>
                      <a:pt x="31222" y="6794"/>
                    </a:lnTo>
                    <a:lnTo>
                      <a:pt x="37372" y="3107"/>
                    </a:lnTo>
                    <a:lnTo>
                      <a:pt x="29683" y="3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2" name="Forme libre : forme 1280">
                <a:extLst>
                  <a:ext uri="{FF2B5EF4-FFF2-40B4-BE49-F238E27FC236}">
                    <a16:creationId xmlns:a16="http://schemas.microsoft.com/office/drawing/2014/main" id="{E0FD7445-703B-2CA4-ADFA-E431DFB1C920}"/>
                  </a:ext>
                </a:extLst>
              </p:cNvPr>
              <p:cNvSpPr/>
              <p:nvPr/>
            </p:nvSpPr>
            <p:spPr>
              <a:xfrm>
                <a:off x="5089182" y="2460035"/>
                <a:ext cx="43070" cy="17526"/>
              </a:xfrm>
              <a:custGeom>
                <a:avLst/>
                <a:gdLst>
                  <a:gd name="csX0" fmla="*/ 38932 w 43070"/>
                  <a:gd name="csY0" fmla="*/ 4033 h 17526"/>
                  <a:gd name="csX1" fmla="*/ 18936 w 43070"/>
                  <a:gd name="csY1" fmla="*/ 346 h 17526"/>
                  <a:gd name="csX2" fmla="*/ 2012 w 43070"/>
                  <a:gd name="csY2" fmla="*/ 4033 h 17526"/>
                  <a:gd name="csX3" fmla="*/ 17397 w 43070"/>
                  <a:gd name="csY3" fmla="*/ 7721 h 17526"/>
                  <a:gd name="csX4" fmla="*/ 40471 w 43070"/>
                  <a:gd name="csY4" fmla="*/ 17873 h 17526"/>
                  <a:gd name="csX5" fmla="*/ 45082 w 43070"/>
                  <a:gd name="csY5" fmla="*/ 8644 h 17526"/>
                  <a:gd name="csX6" fmla="*/ 38932 w 43070"/>
                  <a:gd name="csY6" fmla="*/ 4033 h 175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070" h="17526">
                    <a:moveTo>
                      <a:pt x="38932" y="4033"/>
                    </a:moveTo>
                    <a:lnTo>
                      <a:pt x="18936" y="346"/>
                    </a:lnTo>
                    <a:lnTo>
                      <a:pt x="2012" y="4033"/>
                    </a:lnTo>
                    <a:lnTo>
                      <a:pt x="17397" y="7721"/>
                    </a:lnTo>
                    <a:lnTo>
                      <a:pt x="40471" y="17873"/>
                    </a:lnTo>
                    <a:lnTo>
                      <a:pt x="45082" y="8644"/>
                    </a:lnTo>
                    <a:lnTo>
                      <a:pt x="38932" y="40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3" name="Forme libre : forme 1281">
                <a:extLst>
                  <a:ext uri="{FF2B5EF4-FFF2-40B4-BE49-F238E27FC236}">
                    <a16:creationId xmlns:a16="http://schemas.microsoft.com/office/drawing/2014/main" id="{7AF9D1FC-5A59-7208-3D7B-AD636EECE80C}"/>
                  </a:ext>
                </a:extLst>
              </p:cNvPr>
              <p:cNvSpPr/>
              <p:nvPr/>
            </p:nvSpPr>
            <p:spPr>
              <a:xfrm>
                <a:off x="5078414" y="2472944"/>
                <a:ext cx="53837" cy="28595"/>
              </a:xfrm>
              <a:custGeom>
                <a:avLst/>
                <a:gdLst>
                  <a:gd name="csX0" fmla="*/ 55848 w 53837"/>
                  <a:gd name="csY0" fmla="*/ 11426 h 28595"/>
                  <a:gd name="csX1" fmla="*/ 42002 w 53837"/>
                  <a:gd name="csY1" fmla="*/ 9579 h 28595"/>
                  <a:gd name="csX2" fmla="*/ 28163 w 53837"/>
                  <a:gd name="csY2" fmla="*/ 357 h 28595"/>
                  <a:gd name="csX3" fmla="*/ 6628 w 53837"/>
                  <a:gd name="csY3" fmla="*/ 357 h 28595"/>
                  <a:gd name="csX4" fmla="*/ 2010 w 53837"/>
                  <a:gd name="csY4" fmla="*/ 4044 h 28595"/>
                  <a:gd name="csX5" fmla="*/ 20467 w 53837"/>
                  <a:gd name="csY5" fmla="*/ 18807 h 28595"/>
                  <a:gd name="csX6" fmla="*/ 46620 w 53837"/>
                  <a:gd name="csY6" fmla="*/ 28952 h 28595"/>
                  <a:gd name="csX7" fmla="*/ 49691 w 53837"/>
                  <a:gd name="csY7" fmla="*/ 24341 h 28595"/>
                  <a:gd name="csX8" fmla="*/ 49547 w 53837"/>
                  <a:gd name="csY8" fmla="*/ 19690 h 28595"/>
                  <a:gd name="csX9" fmla="*/ 55848 w 53837"/>
                  <a:gd name="csY9" fmla="*/ 15113 h 28595"/>
                  <a:gd name="csX10" fmla="*/ 55848 w 53837"/>
                  <a:gd name="csY10" fmla="*/ 11426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3837" h="28595">
                    <a:moveTo>
                      <a:pt x="55848" y="11426"/>
                    </a:moveTo>
                    <a:lnTo>
                      <a:pt x="42002" y="9579"/>
                    </a:lnTo>
                    <a:lnTo>
                      <a:pt x="28163" y="357"/>
                    </a:lnTo>
                    <a:lnTo>
                      <a:pt x="6628" y="357"/>
                    </a:lnTo>
                    <a:lnTo>
                      <a:pt x="2010" y="4044"/>
                    </a:lnTo>
                    <a:lnTo>
                      <a:pt x="20467" y="18807"/>
                    </a:lnTo>
                    <a:lnTo>
                      <a:pt x="46620" y="28952"/>
                    </a:lnTo>
                    <a:lnTo>
                      <a:pt x="49691" y="24341"/>
                    </a:lnTo>
                    <a:lnTo>
                      <a:pt x="49547" y="19690"/>
                    </a:lnTo>
                    <a:lnTo>
                      <a:pt x="55848" y="15113"/>
                    </a:lnTo>
                    <a:lnTo>
                      <a:pt x="55848" y="114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4" name="Forme libre : forme 1282">
                <a:extLst>
                  <a:ext uri="{FF2B5EF4-FFF2-40B4-BE49-F238E27FC236}">
                    <a16:creationId xmlns:a16="http://schemas.microsoft.com/office/drawing/2014/main" id="{56D48BD3-73E5-93BF-D136-B10131FB9575}"/>
                  </a:ext>
                </a:extLst>
              </p:cNvPr>
              <p:cNvSpPr/>
              <p:nvPr/>
            </p:nvSpPr>
            <p:spPr>
              <a:xfrm>
                <a:off x="4998430" y="2545820"/>
                <a:ext cx="59987" cy="18443"/>
              </a:xfrm>
              <a:custGeom>
                <a:avLst/>
                <a:gdLst>
                  <a:gd name="csX0" fmla="*/ 1955 w 59987"/>
                  <a:gd name="csY0" fmla="*/ 16076 h 18443"/>
                  <a:gd name="csX1" fmla="*/ 1955 w 59987"/>
                  <a:gd name="csY1" fmla="*/ 18840 h 18443"/>
                  <a:gd name="csX2" fmla="*/ 38868 w 59987"/>
                  <a:gd name="csY2" fmla="*/ 14229 h 18443"/>
                  <a:gd name="csX3" fmla="*/ 51175 w 59987"/>
                  <a:gd name="csY3" fmla="*/ 16076 h 18443"/>
                  <a:gd name="csX4" fmla="*/ 60404 w 59987"/>
                  <a:gd name="csY4" fmla="*/ 15153 h 18443"/>
                  <a:gd name="csX5" fmla="*/ 61943 w 59987"/>
                  <a:gd name="csY5" fmla="*/ 6855 h 18443"/>
                  <a:gd name="csX6" fmla="*/ 55793 w 59987"/>
                  <a:gd name="csY6" fmla="*/ 397 h 18443"/>
                  <a:gd name="csX7" fmla="*/ 18872 w 59987"/>
                  <a:gd name="csY7" fmla="*/ 7772 h 18443"/>
                  <a:gd name="csX8" fmla="*/ 1955 w 59987"/>
                  <a:gd name="csY8" fmla="*/ 16076 h 1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987" h="18443">
                    <a:moveTo>
                      <a:pt x="1955" y="16076"/>
                    </a:moveTo>
                    <a:lnTo>
                      <a:pt x="1955" y="18840"/>
                    </a:lnTo>
                    <a:lnTo>
                      <a:pt x="38868" y="14229"/>
                    </a:lnTo>
                    <a:lnTo>
                      <a:pt x="51175" y="16076"/>
                    </a:lnTo>
                    <a:lnTo>
                      <a:pt x="60404" y="15153"/>
                    </a:lnTo>
                    <a:lnTo>
                      <a:pt x="61943" y="6855"/>
                    </a:lnTo>
                    <a:lnTo>
                      <a:pt x="55793" y="397"/>
                    </a:lnTo>
                    <a:lnTo>
                      <a:pt x="18872" y="7772"/>
                    </a:lnTo>
                    <a:lnTo>
                      <a:pt x="1955" y="16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5" name="Forme libre : forme 1283">
                <a:extLst>
                  <a:ext uri="{FF2B5EF4-FFF2-40B4-BE49-F238E27FC236}">
                    <a16:creationId xmlns:a16="http://schemas.microsoft.com/office/drawing/2014/main" id="{B795A9CE-3AC3-5B57-30A2-E707E91ABBE9}"/>
                  </a:ext>
                </a:extLst>
              </p:cNvPr>
              <p:cNvSpPr/>
              <p:nvPr/>
            </p:nvSpPr>
            <p:spPr>
              <a:xfrm>
                <a:off x="3786815" y="4132378"/>
                <a:ext cx="203038" cy="76871"/>
              </a:xfrm>
              <a:custGeom>
                <a:avLst/>
                <a:gdLst>
                  <a:gd name="csX0" fmla="*/ 174576 w 203038"/>
                  <a:gd name="csY0" fmla="*/ 73125 h 76871"/>
                  <a:gd name="csX1" fmla="*/ 204314 w 203038"/>
                  <a:gd name="csY1" fmla="*/ 69027 h 76871"/>
                  <a:gd name="csX2" fmla="*/ 199190 w 203038"/>
                  <a:gd name="csY2" fmla="*/ 60825 h 76871"/>
                  <a:gd name="csX3" fmla="*/ 178681 w 203038"/>
                  <a:gd name="csY3" fmla="*/ 57753 h 76871"/>
                  <a:gd name="csX4" fmla="*/ 165348 w 203038"/>
                  <a:gd name="csY4" fmla="*/ 47499 h 76871"/>
                  <a:gd name="csX5" fmla="*/ 157146 w 203038"/>
                  <a:gd name="csY5" fmla="*/ 46479 h 76871"/>
                  <a:gd name="csX6" fmla="*/ 149969 w 203038"/>
                  <a:gd name="csY6" fmla="*/ 39303 h 76871"/>
                  <a:gd name="csX7" fmla="*/ 115101 w 203038"/>
                  <a:gd name="csY7" fmla="*/ 19827 h 76871"/>
                  <a:gd name="csX8" fmla="*/ 98697 w 203038"/>
                  <a:gd name="csY8" fmla="*/ 19827 h 76871"/>
                  <a:gd name="csX9" fmla="*/ 94592 w 203038"/>
                  <a:gd name="csY9" fmla="*/ 11625 h 76871"/>
                  <a:gd name="csX10" fmla="*/ 81259 w 203038"/>
                  <a:gd name="csY10" fmla="*/ 4456 h 76871"/>
                  <a:gd name="csX11" fmla="*/ 49470 w 203038"/>
                  <a:gd name="csY11" fmla="*/ 3430 h 76871"/>
                  <a:gd name="csX12" fmla="*/ 36137 w 203038"/>
                  <a:gd name="csY12" fmla="*/ 1377 h 76871"/>
                  <a:gd name="csX13" fmla="*/ 22810 w 203038"/>
                  <a:gd name="csY13" fmla="*/ 3430 h 76871"/>
                  <a:gd name="csX14" fmla="*/ 3321 w 203038"/>
                  <a:gd name="csY14" fmla="*/ 13677 h 76871"/>
                  <a:gd name="csX15" fmla="*/ 1275 w 203038"/>
                  <a:gd name="csY15" fmla="*/ 20853 h 76871"/>
                  <a:gd name="csX16" fmla="*/ 13582 w 203038"/>
                  <a:gd name="csY16" fmla="*/ 22899 h 76871"/>
                  <a:gd name="csX17" fmla="*/ 32039 w 203038"/>
                  <a:gd name="csY17" fmla="*/ 11625 h 76871"/>
                  <a:gd name="csX18" fmla="*/ 46391 w 203038"/>
                  <a:gd name="csY18" fmla="*/ 10606 h 76871"/>
                  <a:gd name="csX19" fmla="*/ 46391 w 203038"/>
                  <a:gd name="csY19" fmla="*/ 15730 h 76871"/>
                  <a:gd name="csX20" fmla="*/ 63829 w 203038"/>
                  <a:gd name="csY20" fmla="*/ 25977 h 76871"/>
                  <a:gd name="csX21" fmla="*/ 79207 w 203038"/>
                  <a:gd name="csY21" fmla="*/ 25977 h 76871"/>
                  <a:gd name="csX22" fmla="*/ 87416 w 203038"/>
                  <a:gd name="csY22" fmla="*/ 35199 h 76871"/>
                  <a:gd name="csX23" fmla="*/ 106899 w 203038"/>
                  <a:gd name="csY23" fmla="*/ 38277 h 76871"/>
                  <a:gd name="csX24" fmla="*/ 122277 w 203038"/>
                  <a:gd name="csY24" fmla="*/ 51603 h 76871"/>
                  <a:gd name="csX25" fmla="*/ 137663 w 203038"/>
                  <a:gd name="csY25" fmla="*/ 53649 h 76871"/>
                  <a:gd name="csX26" fmla="*/ 140734 w 203038"/>
                  <a:gd name="csY26" fmla="*/ 58773 h 76871"/>
                  <a:gd name="csX27" fmla="*/ 132532 w 203038"/>
                  <a:gd name="csY27" fmla="*/ 66975 h 76871"/>
                  <a:gd name="csX28" fmla="*/ 131506 w 203038"/>
                  <a:gd name="csY28" fmla="*/ 74151 h 76871"/>
                  <a:gd name="csX29" fmla="*/ 139708 w 203038"/>
                  <a:gd name="csY29" fmla="*/ 78249 h 76871"/>
                  <a:gd name="csX30" fmla="*/ 165348 w 203038"/>
                  <a:gd name="csY30" fmla="*/ 72099 h 76871"/>
                  <a:gd name="csX31" fmla="*/ 174576 w 203038"/>
                  <a:gd name="csY31" fmla="*/ 73125 h 76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03038" h="76871">
                    <a:moveTo>
                      <a:pt x="174576" y="73125"/>
                    </a:moveTo>
                    <a:lnTo>
                      <a:pt x="204314" y="69027"/>
                    </a:lnTo>
                    <a:lnTo>
                      <a:pt x="199190" y="60825"/>
                    </a:lnTo>
                    <a:lnTo>
                      <a:pt x="178681" y="57753"/>
                    </a:lnTo>
                    <a:lnTo>
                      <a:pt x="165348" y="47499"/>
                    </a:lnTo>
                    <a:lnTo>
                      <a:pt x="157146" y="46479"/>
                    </a:lnTo>
                    <a:lnTo>
                      <a:pt x="149969" y="39303"/>
                    </a:lnTo>
                    <a:lnTo>
                      <a:pt x="115101" y="19827"/>
                    </a:lnTo>
                    <a:lnTo>
                      <a:pt x="98697" y="19827"/>
                    </a:lnTo>
                    <a:lnTo>
                      <a:pt x="94592" y="11625"/>
                    </a:lnTo>
                    <a:lnTo>
                      <a:pt x="81259" y="4456"/>
                    </a:lnTo>
                    <a:lnTo>
                      <a:pt x="49470" y="3430"/>
                    </a:lnTo>
                    <a:lnTo>
                      <a:pt x="36137" y="1377"/>
                    </a:lnTo>
                    <a:lnTo>
                      <a:pt x="22810" y="3430"/>
                    </a:lnTo>
                    <a:lnTo>
                      <a:pt x="3321" y="13677"/>
                    </a:lnTo>
                    <a:lnTo>
                      <a:pt x="1275" y="20853"/>
                    </a:lnTo>
                    <a:lnTo>
                      <a:pt x="13582" y="22899"/>
                    </a:lnTo>
                    <a:lnTo>
                      <a:pt x="32039" y="11625"/>
                    </a:lnTo>
                    <a:lnTo>
                      <a:pt x="46391" y="10606"/>
                    </a:lnTo>
                    <a:lnTo>
                      <a:pt x="46391" y="15730"/>
                    </a:lnTo>
                    <a:lnTo>
                      <a:pt x="63829" y="25977"/>
                    </a:lnTo>
                    <a:lnTo>
                      <a:pt x="79207" y="25977"/>
                    </a:lnTo>
                    <a:lnTo>
                      <a:pt x="87416" y="35199"/>
                    </a:lnTo>
                    <a:lnTo>
                      <a:pt x="106899" y="38277"/>
                    </a:lnTo>
                    <a:lnTo>
                      <a:pt x="122277" y="51603"/>
                    </a:lnTo>
                    <a:lnTo>
                      <a:pt x="137663" y="53649"/>
                    </a:lnTo>
                    <a:lnTo>
                      <a:pt x="140734" y="58773"/>
                    </a:lnTo>
                    <a:lnTo>
                      <a:pt x="132532" y="66975"/>
                    </a:lnTo>
                    <a:lnTo>
                      <a:pt x="131506" y="74151"/>
                    </a:lnTo>
                    <a:lnTo>
                      <a:pt x="139708" y="78249"/>
                    </a:lnTo>
                    <a:lnTo>
                      <a:pt x="165348" y="72099"/>
                    </a:lnTo>
                    <a:lnTo>
                      <a:pt x="174576" y="731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6" name="Forme libre : forme 1284">
                <a:extLst>
                  <a:ext uri="{FF2B5EF4-FFF2-40B4-BE49-F238E27FC236}">
                    <a16:creationId xmlns:a16="http://schemas.microsoft.com/office/drawing/2014/main" id="{BEFEFAA9-E868-3381-060C-24C3A2DB6FA0}"/>
                  </a:ext>
                </a:extLst>
              </p:cNvPr>
              <p:cNvSpPr/>
              <p:nvPr/>
            </p:nvSpPr>
            <p:spPr>
              <a:xfrm rot="-568360" flipV="1">
                <a:off x="3815129" y="4151262"/>
                <a:ext cx="6238" cy="4207"/>
              </a:xfrm>
              <a:custGeom>
                <a:avLst/>
                <a:gdLst>
                  <a:gd name="csX0" fmla="*/ 1222 w 6238"/>
                  <a:gd name="csY0" fmla="*/ 1371 h 4207"/>
                  <a:gd name="csX1" fmla="*/ 7461 w 6238"/>
                  <a:gd name="csY1" fmla="*/ 1371 h 4207"/>
                  <a:gd name="csX2" fmla="*/ 7132 w 6238"/>
                  <a:gd name="csY2" fmla="*/ 5578 h 4207"/>
                  <a:gd name="csX3" fmla="*/ 2747 w 6238"/>
                  <a:gd name="csY3" fmla="*/ 4237 h 4207"/>
                  <a:gd name="csX4" fmla="*/ 1222 w 6238"/>
                  <a:gd name="csY4" fmla="*/ 1371 h 4207"/>
                </a:gdLst>
                <a:ahLst/>
                <a:cxnLst>
                  <a:cxn ang="0">
                    <a:pos x="csX0" y="csY0"/>
                  </a:cxn>
                  <a:cxn ang="0">
                    <a:pos x="csX1" y="csY1"/>
                  </a:cxn>
                  <a:cxn ang="0">
                    <a:pos x="csX2" y="csY2"/>
                  </a:cxn>
                  <a:cxn ang="0">
                    <a:pos x="csX3" y="csY3"/>
                  </a:cxn>
                  <a:cxn ang="0">
                    <a:pos x="csX4" y="csY4"/>
                  </a:cxn>
                </a:cxnLst>
                <a:rect l="l" t="t" r="r" b="b"/>
                <a:pathLst>
                  <a:path w="6238" h="4207">
                    <a:moveTo>
                      <a:pt x="1222" y="1371"/>
                    </a:moveTo>
                    <a:lnTo>
                      <a:pt x="7461" y="1371"/>
                    </a:lnTo>
                    <a:lnTo>
                      <a:pt x="7132" y="5578"/>
                    </a:lnTo>
                    <a:lnTo>
                      <a:pt x="2747" y="4237"/>
                    </a:lnTo>
                    <a:lnTo>
                      <a:pt x="1222" y="13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7" name="Forme libre : forme 1285">
                <a:extLst>
                  <a:ext uri="{FF2B5EF4-FFF2-40B4-BE49-F238E27FC236}">
                    <a16:creationId xmlns:a16="http://schemas.microsoft.com/office/drawing/2014/main" id="{434CC9B0-AD6C-4F73-3823-051C927750D5}"/>
                  </a:ext>
                </a:extLst>
              </p:cNvPr>
              <p:cNvSpPr/>
              <p:nvPr/>
            </p:nvSpPr>
            <p:spPr>
              <a:xfrm>
                <a:off x="3907817" y="4238973"/>
                <a:ext cx="39991" cy="18449"/>
              </a:xfrm>
              <a:custGeom>
                <a:avLst/>
                <a:gdLst>
                  <a:gd name="csX0" fmla="*/ 1286 w 39991"/>
                  <a:gd name="csY0" fmla="*/ 6554 h 18449"/>
                  <a:gd name="csX1" fmla="*/ 5384 w 39991"/>
                  <a:gd name="csY1" fmla="*/ 13730 h 18449"/>
                  <a:gd name="csX2" fmla="*/ 14612 w 39991"/>
                  <a:gd name="csY2" fmla="*/ 18854 h 18449"/>
                  <a:gd name="csX3" fmla="*/ 40252 w 39991"/>
                  <a:gd name="csY3" fmla="*/ 19880 h 18449"/>
                  <a:gd name="csX4" fmla="*/ 41278 w 39991"/>
                  <a:gd name="csY4" fmla="*/ 13730 h 18449"/>
                  <a:gd name="csX5" fmla="*/ 12567 w 39991"/>
                  <a:gd name="csY5" fmla="*/ 1430 h 18449"/>
                  <a:gd name="csX6" fmla="*/ 1286 w 39991"/>
                  <a:gd name="csY6" fmla="*/ 655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449">
                    <a:moveTo>
                      <a:pt x="1286" y="6554"/>
                    </a:moveTo>
                    <a:lnTo>
                      <a:pt x="5384" y="13730"/>
                    </a:lnTo>
                    <a:lnTo>
                      <a:pt x="14612" y="18854"/>
                    </a:lnTo>
                    <a:lnTo>
                      <a:pt x="40252" y="19880"/>
                    </a:lnTo>
                    <a:lnTo>
                      <a:pt x="41278" y="13730"/>
                    </a:lnTo>
                    <a:lnTo>
                      <a:pt x="12567" y="1430"/>
                    </a:lnTo>
                    <a:lnTo>
                      <a:pt x="1286" y="6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8" name="Forme libre : forme 1286">
                <a:extLst>
                  <a:ext uri="{FF2B5EF4-FFF2-40B4-BE49-F238E27FC236}">
                    <a16:creationId xmlns:a16="http://schemas.microsoft.com/office/drawing/2014/main" id="{B4EE4BDE-2A17-7D83-385C-B55056876D58}"/>
                  </a:ext>
                </a:extLst>
              </p:cNvPr>
              <p:cNvSpPr/>
              <p:nvPr/>
            </p:nvSpPr>
            <p:spPr>
              <a:xfrm>
                <a:off x="3917819" y="4048077"/>
                <a:ext cx="12299" cy="26905"/>
              </a:xfrm>
              <a:custGeom>
                <a:avLst/>
                <a:gdLst>
                  <a:gd name="csX0" fmla="*/ 12821 w 12299"/>
                  <a:gd name="csY0" fmla="*/ 28219 h 26905"/>
                  <a:gd name="csX1" fmla="*/ 13587 w 12299"/>
                  <a:gd name="csY1" fmla="*/ 9769 h 26905"/>
                  <a:gd name="csX2" fmla="*/ 7437 w 12299"/>
                  <a:gd name="csY2" fmla="*/ 1314 h 26905"/>
                  <a:gd name="csX3" fmla="*/ 1287 w 12299"/>
                  <a:gd name="csY3" fmla="*/ 2080 h 26905"/>
                  <a:gd name="csX4" fmla="*/ 9743 w 12299"/>
                  <a:gd name="csY4" fmla="*/ 15153 h 26905"/>
                  <a:gd name="csX5" fmla="*/ 8203 w 12299"/>
                  <a:gd name="csY5" fmla="*/ 27453 h 26905"/>
                  <a:gd name="csX6" fmla="*/ 12821 w 12299"/>
                  <a:gd name="csY6" fmla="*/ 28219 h 26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299" h="26905">
                    <a:moveTo>
                      <a:pt x="12821" y="28219"/>
                    </a:moveTo>
                    <a:lnTo>
                      <a:pt x="13587" y="9769"/>
                    </a:lnTo>
                    <a:lnTo>
                      <a:pt x="7437" y="1314"/>
                    </a:lnTo>
                    <a:lnTo>
                      <a:pt x="1287" y="2080"/>
                    </a:lnTo>
                    <a:lnTo>
                      <a:pt x="9743" y="15153"/>
                    </a:lnTo>
                    <a:lnTo>
                      <a:pt x="8203" y="27453"/>
                    </a:lnTo>
                    <a:lnTo>
                      <a:pt x="12821" y="282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09" name="Forme libre : forme 1287">
                <a:extLst>
                  <a:ext uri="{FF2B5EF4-FFF2-40B4-BE49-F238E27FC236}">
                    <a16:creationId xmlns:a16="http://schemas.microsoft.com/office/drawing/2014/main" id="{29353649-0224-AA1D-1035-94E79E477AE2}"/>
                  </a:ext>
                </a:extLst>
              </p:cNvPr>
              <p:cNvSpPr/>
              <p:nvPr/>
            </p:nvSpPr>
            <p:spPr>
              <a:xfrm>
                <a:off x="3941659" y="4080359"/>
                <a:ext cx="13839" cy="23833"/>
              </a:xfrm>
              <a:custGeom>
                <a:avLst/>
                <a:gdLst>
                  <a:gd name="csX0" fmla="*/ 15142 w 13839"/>
                  <a:gd name="csY0" fmla="*/ 25166 h 23833"/>
                  <a:gd name="csX1" fmla="*/ 12836 w 13839"/>
                  <a:gd name="csY1" fmla="*/ 9788 h 23833"/>
                  <a:gd name="csX2" fmla="*/ 4374 w 13839"/>
                  <a:gd name="csY2" fmla="*/ 1333 h 23833"/>
                  <a:gd name="csX3" fmla="*/ 1303 w 13839"/>
                  <a:gd name="csY3" fmla="*/ 2872 h 23833"/>
                  <a:gd name="csX4" fmla="*/ 9758 w 13839"/>
                  <a:gd name="csY4" fmla="*/ 12100 h 23833"/>
                  <a:gd name="csX5" fmla="*/ 9758 w 13839"/>
                  <a:gd name="csY5" fmla="*/ 24400 h 23833"/>
                  <a:gd name="csX6" fmla="*/ 15142 w 13839"/>
                  <a:gd name="csY6" fmla="*/ 25166 h 238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39" h="23833">
                    <a:moveTo>
                      <a:pt x="15142" y="25166"/>
                    </a:moveTo>
                    <a:lnTo>
                      <a:pt x="12836" y="9788"/>
                    </a:lnTo>
                    <a:lnTo>
                      <a:pt x="4374" y="1333"/>
                    </a:lnTo>
                    <a:lnTo>
                      <a:pt x="1303" y="2872"/>
                    </a:lnTo>
                    <a:lnTo>
                      <a:pt x="9758" y="12100"/>
                    </a:lnTo>
                    <a:lnTo>
                      <a:pt x="9758" y="24400"/>
                    </a:lnTo>
                    <a:lnTo>
                      <a:pt x="15142" y="251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0" name="Forme libre : forme 1288">
                <a:extLst>
                  <a:ext uri="{FF2B5EF4-FFF2-40B4-BE49-F238E27FC236}">
                    <a16:creationId xmlns:a16="http://schemas.microsoft.com/office/drawing/2014/main" id="{78250BC1-AF99-8315-79DD-5FC5D5A2861C}"/>
                  </a:ext>
                </a:extLst>
              </p:cNvPr>
              <p:cNvSpPr/>
              <p:nvPr/>
            </p:nvSpPr>
            <p:spPr>
              <a:xfrm rot="4124560" flipV="1">
                <a:off x="3956981" y="4106466"/>
                <a:ext cx="17800" cy="5452"/>
              </a:xfrm>
              <a:custGeom>
                <a:avLst/>
                <a:gdLst>
                  <a:gd name="csX0" fmla="*/ 1311 w 17800"/>
                  <a:gd name="csY0" fmla="*/ 1346 h 5452"/>
                  <a:gd name="csX1" fmla="*/ 16163 w 17800"/>
                  <a:gd name="csY1" fmla="*/ 1346 h 5452"/>
                  <a:gd name="csX2" fmla="*/ 19111 w 17800"/>
                  <a:gd name="csY2" fmla="*/ 6798 h 5452"/>
                  <a:gd name="csX3" fmla="*/ 4704 w 17800"/>
                  <a:gd name="csY3" fmla="*/ 5806 h 5452"/>
                  <a:gd name="csX4" fmla="*/ 1311 w 17800"/>
                  <a:gd name="csY4" fmla="*/ 1346 h 5452"/>
                </a:gdLst>
                <a:ahLst/>
                <a:cxnLst>
                  <a:cxn ang="0">
                    <a:pos x="csX0" y="csY0"/>
                  </a:cxn>
                  <a:cxn ang="0">
                    <a:pos x="csX1" y="csY1"/>
                  </a:cxn>
                  <a:cxn ang="0">
                    <a:pos x="csX2" y="csY2"/>
                  </a:cxn>
                  <a:cxn ang="0">
                    <a:pos x="csX3" y="csY3"/>
                  </a:cxn>
                  <a:cxn ang="0">
                    <a:pos x="csX4" y="csY4"/>
                  </a:cxn>
                </a:cxnLst>
                <a:rect l="l" t="t" r="r" b="b"/>
                <a:pathLst>
                  <a:path w="17800" h="5452">
                    <a:moveTo>
                      <a:pt x="1311" y="1346"/>
                    </a:moveTo>
                    <a:lnTo>
                      <a:pt x="16163" y="1346"/>
                    </a:lnTo>
                    <a:lnTo>
                      <a:pt x="19111" y="6798"/>
                    </a:lnTo>
                    <a:lnTo>
                      <a:pt x="4704" y="5806"/>
                    </a:lnTo>
                    <a:lnTo>
                      <a:pt x="1311" y="13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1" name="Forme libre : forme 1289">
                <a:extLst>
                  <a:ext uri="{FF2B5EF4-FFF2-40B4-BE49-F238E27FC236}">
                    <a16:creationId xmlns:a16="http://schemas.microsoft.com/office/drawing/2014/main" id="{698BCD4D-0436-BAE4-F592-D5F858A535CD}"/>
                  </a:ext>
                </a:extLst>
              </p:cNvPr>
              <p:cNvSpPr/>
              <p:nvPr/>
            </p:nvSpPr>
            <p:spPr>
              <a:xfrm>
                <a:off x="3970111" y="4126488"/>
                <a:ext cx="9228" cy="20755"/>
              </a:xfrm>
              <a:custGeom>
                <a:avLst/>
                <a:gdLst>
                  <a:gd name="csX0" fmla="*/ 10546 w 9228"/>
                  <a:gd name="csY0" fmla="*/ 22115 h 20755"/>
                  <a:gd name="csX1" fmla="*/ 7468 w 9228"/>
                  <a:gd name="csY1" fmla="*/ 8276 h 20755"/>
                  <a:gd name="csX2" fmla="*/ 5163 w 9228"/>
                  <a:gd name="csY2" fmla="*/ 1360 h 20755"/>
                  <a:gd name="csX3" fmla="*/ 1318 w 9228"/>
                  <a:gd name="csY3" fmla="*/ 1360 h 20755"/>
                  <a:gd name="csX4" fmla="*/ 6702 w 9228"/>
                  <a:gd name="csY4" fmla="*/ 21349 h 20755"/>
                  <a:gd name="csX5" fmla="*/ 10546 w 9228"/>
                  <a:gd name="csY5" fmla="*/ 22115 h 20755"/>
                </a:gdLst>
                <a:ahLst/>
                <a:cxnLst>
                  <a:cxn ang="0">
                    <a:pos x="csX0" y="csY0"/>
                  </a:cxn>
                  <a:cxn ang="0">
                    <a:pos x="csX1" y="csY1"/>
                  </a:cxn>
                  <a:cxn ang="0">
                    <a:pos x="csX2" y="csY2"/>
                  </a:cxn>
                  <a:cxn ang="0">
                    <a:pos x="csX3" y="csY3"/>
                  </a:cxn>
                  <a:cxn ang="0">
                    <a:pos x="csX4" y="csY4"/>
                  </a:cxn>
                  <a:cxn ang="0">
                    <a:pos x="csX5" y="csY5"/>
                  </a:cxn>
                </a:cxnLst>
                <a:rect l="l" t="t" r="r" b="b"/>
                <a:pathLst>
                  <a:path w="9228" h="20755">
                    <a:moveTo>
                      <a:pt x="10546" y="22115"/>
                    </a:moveTo>
                    <a:lnTo>
                      <a:pt x="7468" y="8276"/>
                    </a:lnTo>
                    <a:lnTo>
                      <a:pt x="5163" y="1360"/>
                    </a:lnTo>
                    <a:lnTo>
                      <a:pt x="1318" y="1360"/>
                    </a:lnTo>
                    <a:lnTo>
                      <a:pt x="6702" y="21349"/>
                    </a:lnTo>
                    <a:lnTo>
                      <a:pt x="10546" y="22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2" name="Forme libre : forme 1290">
                <a:extLst>
                  <a:ext uri="{FF2B5EF4-FFF2-40B4-BE49-F238E27FC236}">
                    <a16:creationId xmlns:a16="http://schemas.microsoft.com/office/drawing/2014/main" id="{C89E93D2-96F8-A9EF-1DE3-5D69C4A95690}"/>
                  </a:ext>
                </a:extLst>
              </p:cNvPr>
              <p:cNvSpPr/>
              <p:nvPr/>
            </p:nvSpPr>
            <p:spPr>
              <a:xfrm>
                <a:off x="3989341" y="4144165"/>
                <a:ext cx="10767" cy="20755"/>
              </a:xfrm>
              <a:custGeom>
                <a:avLst/>
                <a:gdLst>
                  <a:gd name="csX0" fmla="*/ 8253 w 10767"/>
                  <a:gd name="csY0" fmla="*/ 12133 h 20755"/>
                  <a:gd name="csX1" fmla="*/ 2103 w 10767"/>
                  <a:gd name="csY1" fmla="*/ 17517 h 20755"/>
                  <a:gd name="csX2" fmla="*/ 4408 w 10767"/>
                  <a:gd name="csY2" fmla="*/ 22127 h 20755"/>
                  <a:gd name="csX3" fmla="*/ 12097 w 10767"/>
                  <a:gd name="csY3" fmla="*/ 11367 h 20755"/>
                  <a:gd name="csX4" fmla="*/ 10558 w 10767"/>
                  <a:gd name="csY4" fmla="*/ 5983 h 20755"/>
                  <a:gd name="csX5" fmla="*/ 5174 w 10767"/>
                  <a:gd name="csY5" fmla="*/ 1372 h 20755"/>
                  <a:gd name="csX6" fmla="*/ 1330 w 10767"/>
                  <a:gd name="csY6" fmla="*/ 2911 h 20755"/>
                  <a:gd name="csX7" fmla="*/ 8253 w 10767"/>
                  <a:gd name="csY7" fmla="*/ 7522 h 20755"/>
                  <a:gd name="csX8" fmla="*/ 8253 w 10767"/>
                  <a:gd name="csY8" fmla="*/ 12133 h 20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67" h="20755">
                    <a:moveTo>
                      <a:pt x="8253" y="12133"/>
                    </a:moveTo>
                    <a:lnTo>
                      <a:pt x="2103" y="17517"/>
                    </a:lnTo>
                    <a:lnTo>
                      <a:pt x="4408" y="22127"/>
                    </a:lnTo>
                    <a:lnTo>
                      <a:pt x="12097" y="11367"/>
                    </a:lnTo>
                    <a:lnTo>
                      <a:pt x="10558" y="5983"/>
                    </a:lnTo>
                    <a:lnTo>
                      <a:pt x="5174" y="1372"/>
                    </a:lnTo>
                    <a:lnTo>
                      <a:pt x="1330" y="2911"/>
                    </a:lnTo>
                    <a:lnTo>
                      <a:pt x="8253" y="7522"/>
                    </a:lnTo>
                    <a:lnTo>
                      <a:pt x="8253" y="121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3" name="Forme libre : forme 1291">
                <a:extLst>
                  <a:ext uri="{FF2B5EF4-FFF2-40B4-BE49-F238E27FC236}">
                    <a16:creationId xmlns:a16="http://schemas.microsoft.com/office/drawing/2014/main" id="{6FD58F84-D656-FF58-117B-64CB824022D2}"/>
                  </a:ext>
                </a:extLst>
              </p:cNvPr>
              <p:cNvSpPr/>
              <p:nvPr/>
            </p:nvSpPr>
            <p:spPr>
              <a:xfrm rot="-9017660" flipV="1">
                <a:off x="4005431" y="4178551"/>
                <a:ext cx="10883" cy="8865"/>
              </a:xfrm>
              <a:custGeom>
                <a:avLst/>
                <a:gdLst>
                  <a:gd name="csX0" fmla="*/ 1340 w 10883"/>
                  <a:gd name="csY0" fmla="*/ 1390 h 8865"/>
                  <a:gd name="csX1" fmla="*/ 7538 w 10883"/>
                  <a:gd name="csY1" fmla="*/ 1390 h 8865"/>
                  <a:gd name="csX2" fmla="*/ 12224 w 10883"/>
                  <a:gd name="csY2" fmla="*/ 10255 h 8865"/>
                  <a:gd name="csX3" fmla="*/ 2394 w 10883"/>
                  <a:gd name="csY3" fmla="*/ 7300 h 8865"/>
                  <a:gd name="csX4" fmla="*/ 1340 w 10883"/>
                  <a:gd name="csY4" fmla="*/ 1390 h 8865"/>
                </a:gdLst>
                <a:ahLst/>
                <a:cxnLst>
                  <a:cxn ang="0">
                    <a:pos x="csX0" y="csY0"/>
                  </a:cxn>
                  <a:cxn ang="0">
                    <a:pos x="csX1" y="csY1"/>
                  </a:cxn>
                  <a:cxn ang="0">
                    <a:pos x="csX2" y="csY2"/>
                  </a:cxn>
                  <a:cxn ang="0">
                    <a:pos x="csX3" y="csY3"/>
                  </a:cxn>
                  <a:cxn ang="0">
                    <a:pos x="csX4" y="csY4"/>
                  </a:cxn>
                </a:cxnLst>
                <a:rect l="l" t="t" r="r" b="b"/>
                <a:pathLst>
                  <a:path w="10883" h="8865">
                    <a:moveTo>
                      <a:pt x="1340" y="1390"/>
                    </a:moveTo>
                    <a:lnTo>
                      <a:pt x="7538" y="1390"/>
                    </a:lnTo>
                    <a:lnTo>
                      <a:pt x="12224" y="10255"/>
                    </a:lnTo>
                    <a:lnTo>
                      <a:pt x="2394" y="7300"/>
                    </a:lnTo>
                    <a:lnTo>
                      <a:pt x="1340" y="1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4" name="Forme libre : forme 1292">
                <a:extLst>
                  <a:ext uri="{FF2B5EF4-FFF2-40B4-BE49-F238E27FC236}">
                    <a16:creationId xmlns:a16="http://schemas.microsoft.com/office/drawing/2014/main" id="{7DD7D3D0-5B6E-6211-D400-E87F33ACC7B7}"/>
                  </a:ext>
                </a:extLst>
              </p:cNvPr>
              <p:cNvSpPr/>
              <p:nvPr/>
            </p:nvSpPr>
            <p:spPr>
              <a:xfrm rot="-10234738" flipV="1">
                <a:off x="4017379" y="4152981"/>
                <a:ext cx="4679" cy="4672"/>
              </a:xfrm>
              <a:custGeom>
                <a:avLst/>
                <a:gdLst>
                  <a:gd name="csX0" fmla="*/ 1345 w 4679"/>
                  <a:gd name="csY0" fmla="*/ 1373 h 4672"/>
                  <a:gd name="csX1" fmla="*/ 6024 w 4679"/>
                  <a:gd name="csY1" fmla="*/ 1373 h 4672"/>
                  <a:gd name="csX2" fmla="*/ 5395 w 4679"/>
                  <a:gd name="csY2" fmla="*/ 5163 h 4672"/>
                  <a:gd name="csX3" fmla="*/ 1352 w 4679"/>
                  <a:gd name="csY3" fmla="*/ 6045 h 4672"/>
                  <a:gd name="csX4" fmla="*/ 1345 w 4679"/>
                  <a:gd name="csY4" fmla="*/ 1373 h 4672"/>
                </a:gdLst>
                <a:ahLst/>
                <a:cxnLst>
                  <a:cxn ang="0">
                    <a:pos x="csX0" y="csY0"/>
                  </a:cxn>
                  <a:cxn ang="0">
                    <a:pos x="csX1" y="csY1"/>
                  </a:cxn>
                  <a:cxn ang="0">
                    <a:pos x="csX2" y="csY2"/>
                  </a:cxn>
                  <a:cxn ang="0">
                    <a:pos x="csX3" y="csY3"/>
                  </a:cxn>
                  <a:cxn ang="0">
                    <a:pos x="csX4" y="csY4"/>
                  </a:cxn>
                </a:cxnLst>
                <a:rect l="l" t="t" r="r" b="b"/>
                <a:pathLst>
                  <a:path w="4679" h="4672">
                    <a:moveTo>
                      <a:pt x="1345" y="1373"/>
                    </a:moveTo>
                    <a:lnTo>
                      <a:pt x="6024" y="1373"/>
                    </a:lnTo>
                    <a:lnTo>
                      <a:pt x="5395" y="5163"/>
                    </a:lnTo>
                    <a:lnTo>
                      <a:pt x="1352" y="6045"/>
                    </a:lnTo>
                    <a:lnTo>
                      <a:pt x="1345" y="13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5" name="Forme libre : forme 1293">
                <a:extLst>
                  <a:ext uri="{FF2B5EF4-FFF2-40B4-BE49-F238E27FC236}">
                    <a16:creationId xmlns:a16="http://schemas.microsoft.com/office/drawing/2014/main" id="{DD9B6DF9-C107-2087-D850-9AE0C72DAB54}"/>
                  </a:ext>
                </a:extLst>
              </p:cNvPr>
              <p:cNvSpPr/>
              <p:nvPr/>
            </p:nvSpPr>
            <p:spPr>
              <a:xfrm rot="-9885635" flipV="1">
                <a:off x="4043198" y="4167537"/>
                <a:ext cx="8770" cy="4515"/>
              </a:xfrm>
              <a:custGeom>
                <a:avLst/>
                <a:gdLst>
                  <a:gd name="csX0" fmla="*/ 1362 w 8770"/>
                  <a:gd name="csY0" fmla="*/ 1382 h 4515"/>
                  <a:gd name="csX1" fmla="*/ 10133 w 8770"/>
                  <a:gd name="csY1" fmla="*/ 1382 h 4515"/>
                  <a:gd name="csX2" fmla="*/ 9866 w 8770"/>
                  <a:gd name="csY2" fmla="*/ 5288 h 4515"/>
                  <a:gd name="csX3" fmla="*/ 3326 w 8770"/>
                  <a:gd name="csY3" fmla="*/ 5897 h 4515"/>
                  <a:gd name="csX4" fmla="*/ 1362 w 8770"/>
                  <a:gd name="csY4" fmla="*/ 1382 h 4515"/>
                </a:gdLst>
                <a:ahLst/>
                <a:cxnLst>
                  <a:cxn ang="0">
                    <a:pos x="csX0" y="csY0"/>
                  </a:cxn>
                  <a:cxn ang="0">
                    <a:pos x="csX1" y="csY1"/>
                  </a:cxn>
                  <a:cxn ang="0">
                    <a:pos x="csX2" y="csY2"/>
                  </a:cxn>
                  <a:cxn ang="0">
                    <a:pos x="csX3" y="csY3"/>
                  </a:cxn>
                  <a:cxn ang="0">
                    <a:pos x="csX4" y="csY4"/>
                  </a:cxn>
                </a:cxnLst>
                <a:rect l="l" t="t" r="r" b="b"/>
                <a:pathLst>
                  <a:path w="8770" h="4515">
                    <a:moveTo>
                      <a:pt x="1362" y="1382"/>
                    </a:moveTo>
                    <a:lnTo>
                      <a:pt x="10133" y="1382"/>
                    </a:lnTo>
                    <a:lnTo>
                      <a:pt x="9866" y="5288"/>
                    </a:lnTo>
                    <a:lnTo>
                      <a:pt x="3326" y="5897"/>
                    </a:lnTo>
                    <a:lnTo>
                      <a:pt x="1362" y="13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6" name="Forme libre : forme 1294">
                <a:extLst>
                  <a:ext uri="{FF2B5EF4-FFF2-40B4-BE49-F238E27FC236}">
                    <a16:creationId xmlns:a16="http://schemas.microsoft.com/office/drawing/2014/main" id="{E5EBD8B2-68B7-A80D-3DC0-B84E13E9662C}"/>
                  </a:ext>
                </a:extLst>
              </p:cNvPr>
              <p:cNvSpPr/>
              <p:nvPr/>
            </p:nvSpPr>
            <p:spPr>
              <a:xfrm>
                <a:off x="3907817" y="4092659"/>
                <a:ext cx="12306" cy="16910"/>
              </a:xfrm>
              <a:custGeom>
                <a:avLst/>
                <a:gdLst>
                  <a:gd name="csX0" fmla="*/ 6664 w 12306"/>
                  <a:gd name="csY0" fmla="*/ 1341 h 16910"/>
                  <a:gd name="csX1" fmla="*/ 1280 w 12306"/>
                  <a:gd name="csY1" fmla="*/ 7491 h 16910"/>
                  <a:gd name="csX2" fmla="*/ 3586 w 12306"/>
                  <a:gd name="csY2" fmla="*/ 18252 h 16910"/>
                  <a:gd name="csX3" fmla="*/ 13587 w 12306"/>
                  <a:gd name="csY3" fmla="*/ 15946 h 16910"/>
                  <a:gd name="csX4" fmla="*/ 11282 w 12306"/>
                  <a:gd name="csY4" fmla="*/ 8257 h 16910"/>
                  <a:gd name="csX5" fmla="*/ 6664 w 12306"/>
                  <a:gd name="csY5" fmla="*/ 1341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6664" y="1341"/>
                    </a:moveTo>
                    <a:lnTo>
                      <a:pt x="1280" y="7491"/>
                    </a:lnTo>
                    <a:lnTo>
                      <a:pt x="3586" y="18252"/>
                    </a:lnTo>
                    <a:lnTo>
                      <a:pt x="13587" y="15946"/>
                    </a:lnTo>
                    <a:lnTo>
                      <a:pt x="11282" y="8257"/>
                    </a:lnTo>
                    <a:lnTo>
                      <a:pt x="6664" y="13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7" name="Forme libre : forme 1295">
                <a:extLst>
                  <a:ext uri="{FF2B5EF4-FFF2-40B4-BE49-F238E27FC236}">
                    <a16:creationId xmlns:a16="http://schemas.microsoft.com/office/drawing/2014/main" id="{F8361DD5-6C6F-1851-00AD-C2BD74EC2E82}"/>
                  </a:ext>
                </a:extLst>
              </p:cNvPr>
              <p:cNvSpPr/>
              <p:nvPr/>
            </p:nvSpPr>
            <p:spPr>
              <a:xfrm>
                <a:off x="3899355" y="4051156"/>
                <a:ext cx="11533" cy="5376"/>
              </a:xfrm>
              <a:custGeom>
                <a:avLst/>
                <a:gdLst>
                  <a:gd name="csX0" fmla="*/ 1274 w 11533"/>
                  <a:gd name="csY0" fmla="*/ 6687 h 5376"/>
                  <a:gd name="csX1" fmla="*/ 12042 w 11533"/>
                  <a:gd name="csY1" fmla="*/ 6687 h 5376"/>
                  <a:gd name="csX2" fmla="*/ 12808 w 11533"/>
                  <a:gd name="csY2" fmla="*/ 2077 h 5376"/>
                  <a:gd name="csX3" fmla="*/ 2047 w 11533"/>
                  <a:gd name="csY3" fmla="*/ 1311 h 5376"/>
                  <a:gd name="csX4" fmla="*/ 1274 w 11533"/>
                  <a:gd name="csY4" fmla="*/ 6687 h 5376"/>
                </a:gdLst>
                <a:ahLst/>
                <a:cxnLst>
                  <a:cxn ang="0">
                    <a:pos x="csX0" y="csY0"/>
                  </a:cxn>
                  <a:cxn ang="0">
                    <a:pos x="csX1" y="csY1"/>
                  </a:cxn>
                  <a:cxn ang="0">
                    <a:pos x="csX2" y="csY2"/>
                  </a:cxn>
                  <a:cxn ang="0">
                    <a:pos x="csX3" y="csY3"/>
                  </a:cxn>
                  <a:cxn ang="0">
                    <a:pos x="csX4" y="csY4"/>
                  </a:cxn>
                </a:cxnLst>
                <a:rect l="l" t="t" r="r" b="b"/>
                <a:pathLst>
                  <a:path w="11533" h="5376">
                    <a:moveTo>
                      <a:pt x="1274" y="6687"/>
                    </a:moveTo>
                    <a:lnTo>
                      <a:pt x="12042" y="6687"/>
                    </a:lnTo>
                    <a:lnTo>
                      <a:pt x="12808" y="2077"/>
                    </a:lnTo>
                    <a:lnTo>
                      <a:pt x="2047" y="1311"/>
                    </a:lnTo>
                    <a:lnTo>
                      <a:pt x="1274" y="6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8" name="Forme libre : forme 1296">
                <a:extLst>
                  <a:ext uri="{FF2B5EF4-FFF2-40B4-BE49-F238E27FC236}">
                    <a16:creationId xmlns:a16="http://schemas.microsoft.com/office/drawing/2014/main" id="{8B63529E-7B9E-99C5-888E-E0446F0FF100}"/>
                  </a:ext>
                </a:extLst>
              </p:cNvPr>
              <p:cNvSpPr/>
              <p:nvPr/>
            </p:nvSpPr>
            <p:spPr>
              <a:xfrm>
                <a:off x="3916273" y="4114188"/>
                <a:ext cx="5383" cy="6916"/>
              </a:xfrm>
              <a:custGeom>
                <a:avLst/>
                <a:gdLst>
                  <a:gd name="csX0" fmla="*/ 6668 w 5383"/>
                  <a:gd name="csY0" fmla="*/ 8265 h 6916"/>
                  <a:gd name="csX1" fmla="*/ 6668 w 5383"/>
                  <a:gd name="csY1" fmla="*/ 1349 h 6916"/>
                  <a:gd name="csX2" fmla="*/ 1284 w 5383"/>
                  <a:gd name="csY2" fmla="*/ 5194 h 6916"/>
                  <a:gd name="csX3" fmla="*/ 6668 w 5383"/>
                  <a:gd name="csY3" fmla="*/ 8265 h 6916"/>
                </a:gdLst>
                <a:ahLst/>
                <a:cxnLst>
                  <a:cxn ang="0">
                    <a:pos x="csX0" y="csY0"/>
                  </a:cxn>
                  <a:cxn ang="0">
                    <a:pos x="csX1" y="csY1"/>
                  </a:cxn>
                  <a:cxn ang="0">
                    <a:pos x="csX2" y="csY2"/>
                  </a:cxn>
                  <a:cxn ang="0">
                    <a:pos x="csX3" y="csY3"/>
                  </a:cxn>
                </a:cxnLst>
                <a:rect l="l" t="t" r="r" b="b"/>
                <a:pathLst>
                  <a:path w="5383" h="6916">
                    <a:moveTo>
                      <a:pt x="6668" y="8265"/>
                    </a:moveTo>
                    <a:lnTo>
                      <a:pt x="6668" y="1349"/>
                    </a:lnTo>
                    <a:lnTo>
                      <a:pt x="1284" y="5194"/>
                    </a:lnTo>
                    <a:lnTo>
                      <a:pt x="6668" y="82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19" name="Forme libre : forme 1297">
                <a:extLst>
                  <a:ext uri="{FF2B5EF4-FFF2-40B4-BE49-F238E27FC236}">
                    <a16:creationId xmlns:a16="http://schemas.microsoft.com/office/drawing/2014/main" id="{E1E37081-0AD5-F774-7F10-DAA4A8511A80}"/>
                  </a:ext>
                </a:extLst>
              </p:cNvPr>
              <p:cNvSpPr/>
              <p:nvPr/>
            </p:nvSpPr>
            <p:spPr>
              <a:xfrm>
                <a:off x="3990107" y="4205658"/>
                <a:ext cx="124593" cy="50739"/>
              </a:xfrm>
              <a:custGeom>
                <a:avLst/>
                <a:gdLst>
                  <a:gd name="csX0" fmla="*/ 124428 w 124593"/>
                  <a:gd name="csY0" fmla="*/ 29097 h 50739"/>
                  <a:gd name="csX1" fmla="*/ 110582 w 124593"/>
                  <a:gd name="csY1" fmla="*/ 17563 h 50739"/>
                  <a:gd name="csX2" fmla="*/ 99048 w 124593"/>
                  <a:gd name="csY2" fmla="*/ 16797 h 50739"/>
                  <a:gd name="csX3" fmla="*/ 80591 w 124593"/>
                  <a:gd name="csY3" fmla="*/ 4497 h 50739"/>
                  <a:gd name="csX4" fmla="*/ 60589 w 124593"/>
                  <a:gd name="csY4" fmla="*/ 2192 h 50739"/>
                  <a:gd name="csX5" fmla="*/ 56751 w 124593"/>
                  <a:gd name="csY5" fmla="*/ 6802 h 50739"/>
                  <a:gd name="csX6" fmla="*/ 40593 w 124593"/>
                  <a:gd name="csY6" fmla="*/ 4497 h 50739"/>
                  <a:gd name="csX7" fmla="*/ 32137 w 124593"/>
                  <a:gd name="csY7" fmla="*/ 1418 h 50739"/>
                  <a:gd name="csX8" fmla="*/ 19830 w 124593"/>
                  <a:gd name="csY8" fmla="*/ 6802 h 50739"/>
                  <a:gd name="csX9" fmla="*/ 22136 w 124593"/>
                  <a:gd name="csY9" fmla="*/ 12952 h 50739"/>
                  <a:gd name="csX10" fmla="*/ 32137 w 124593"/>
                  <a:gd name="csY10" fmla="*/ 14491 h 50739"/>
                  <a:gd name="csX11" fmla="*/ 32137 w 124593"/>
                  <a:gd name="csY11" fmla="*/ 22947 h 50739"/>
                  <a:gd name="csX12" fmla="*/ 40593 w 124593"/>
                  <a:gd name="csY12" fmla="*/ 26791 h 50739"/>
                  <a:gd name="csX13" fmla="*/ 37521 w 124593"/>
                  <a:gd name="csY13" fmla="*/ 32941 h 50739"/>
                  <a:gd name="csX14" fmla="*/ 19057 w 124593"/>
                  <a:gd name="csY14" fmla="*/ 29863 h 50739"/>
                  <a:gd name="csX15" fmla="*/ 2140 w 124593"/>
                  <a:gd name="csY15" fmla="*/ 31402 h 50739"/>
                  <a:gd name="csX16" fmla="*/ 1374 w 124593"/>
                  <a:gd name="csY16" fmla="*/ 37552 h 50739"/>
                  <a:gd name="csX17" fmla="*/ 15213 w 124593"/>
                  <a:gd name="csY17" fmla="*/ 42929 h 50739"/>
                  <a:gd name="csX18" fmla="*/ 29059 w 124593"/>
                  <a:gd name="csY18" fmla="*/ 44468 h 50739"/>
                  <a:gd name="csX19" fmla="*/ 52899 w 124593"/>
                  <a:gd name="csY19" fmla="*/ 42936 h 50739"/>
                  <a:gd name="csX20" fmla="*/ 54439 w 124593"/>
                  <a:gd name="csY20" fmla="*/ 49852 h 50739"/>
                  <a:gd name="csX21" fmla="*/ 60589 w 124593"/>
                  <a:gd name="csY21" fmla="*/ 52158 h 50739"/>
                  <a:gd name="csX22" fmla="*/ 73668 w 124593"/>
                  <a:gd name="csY22" fmla="*/ 42936 h 50739"/>
                  <a:gd name="csX23" fmla="*/ 76747 w 124593"/>
                  <a:gd name="csY23" fmla="*/ 36786 h 50739"/>
                  <a:gd name="csX24" fmla="*/ 94431 w 124593"/>
                  <a:gd name="csY24" fmla="*/ 38318 h 50739"/>
                  <a:gd name="csX25" fmla="*/ 109043 w 124593"/>
                  <a:gd name="csY25" fmla="*/ 38318 h 50739"/>
                  <a:gd name="csX26" fmla="*/ 118278 w 124593"/>
                  <a:gd name="csY26" fmla="*/ 43702 h 50739"/>
                  <a:gd name="csX27" fmla="*/ 125967 w 124593"/>
                  <a:gd name="csY27" fmla="*/ 37552 h 50739"/>
                  <a:gd name="csX28" fmla="*/ 124428 w 124593"/>
                  <a:gd name="csY28" fmla="*/ 29097 h 507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4593" h="50739">
                    <a:moveTo>
                      <a:pt x="124428" y="29097"/>
                    </a:moveTo>
                    <a:lnTo>
                      <a:pt x="110582" y="17563"/>
                    </a:lnTo>
                    <a:lnTo>
                      <a:pt x="99048" y="16797"/>
                    </a:lnTo>
                    <a:lnTo>
                      <a:pt x="80591" y="4497"/>
                    </a:lnTo>
                    <a:lnTo>
                      <a:pt x="60589" y="2192"/>
                    </a:lnTo>
                    <a:lnTo>
                      <a:pt x="56751" y="6802"/>
                    </a:lnTo>
                    <a:lnTo>
                      <a:pt x="40593" y="4497"/>
                    </a:lnTo>
                    <a:lnTo>
                      <a:pt x="32137" y="1418"/>
                    </a:lnTo>
                    <a:lnTo>
                      <a:pt x="19830" y="6802"/>
                    </a:lnTo>
                    <a:lnTo>
                      <a:pt x="22136" y="12952"/>
                    </a:lnTo>
                    <a:lnTo>
                      <a:pt x="32137" y="14491"/>
                    </a:lnTo>
                    <a:lnTo>
                      <a:pt x="32137" y="22947"/>
                    </a:lnTo>
                    <a:lnTo>
                      <a:pt x="40593" y="26791"/>
                    </a:lnTo>
                    <a:lnTo>
                      <a:pt x="37521" y="32941"/>
                    </a:lnTo>
                    <a:lnTo>
                      <a:pt x="19057" y="29863"/>
                    </a:lnTo>
                    <a:lnTo>
                      <a:pt x="2140" y="31402"/>
                    </a:lnTo>
                    <a:lnTo>
                      <a:pt x="1374" y="37552"/>
                    </a:lnTo>
                    <a:lnTo>
                      <a:pt x="15213" y="42929"/>
                    </a:lnTo>
                    <a:lnTo>
                      <a:pt x="29059" y="44468"/>
                    </a:lnTo>
                    <a:lnTo>
                      <a:pt x="52899" y="42936"/>
                    </a:lnTo>
                    <a:lnTo>
                      <a:pt x="54439" y="49852"/>
                    </a:lnTo>
                    <a:lnTo>
                      <a:pt x="60589" y="52158"/>
                    </a:lnTo>
                    <a:lnTo>
                      <a:pt x="73668" y="42936"/>
                    </a:lnTo>
                    <a:lnTo>
                      <a:pt x="76747" y="36786"/>
                    </a:lnTo>
                    <a:lnTo>
                      <a:pt x="94431" y="38318"/>
                    </a:lnTo>
                    <a:lnTo>
                      <a:pt x="109043" y="38318"/>
                    </a:lnTo>
                    <a:lnTo>
                      <a:pt x="118278" y="43702"/>
                    </a:lnTo>
                    <a:lnTo>
                      <a:pt x="125967" y="37552"/>
                    </a:lnTo>
                    <a:lnTo>
                      <a:pt x="124428" y="290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0" name="Forme libre : forme 1298">
                <a:extLst>
                  <a:ext uri="{FF2B5EF4-FFF2-40B4-BE49-F238E27FC236}">
                    <a16:creationId xmlns:a16="http://schemas.microsoft.com/office/drawing/2014/main" id="{E02F61CE-166A-AD56-B71A-C1294F5691AB}"/>
                  </a:ext>
                </a:extLst>
              </p:cNvPr>
              <p:cNvSpPr/>
              <p:nvPr/>
            </p:nvSpPr>
            <p:spPr>
              <a:xfrm>
                <a:off x="4143925" y="4238720"/>
                <a:ext cx="29224" cy="11533"/>
              </a:xfrm>
              <a:custGeom>
                <a:avLst/>
                <a:gdLst>
                  <a:gd name="csX0" fmla="*/ 1427 w 29224"/>
                  <a:gd name="csY0" fmla="*/ 5272 h 11533"/>
                  <a:gd name="csX1" fmla="*/ 1427 w 29224"/>
                  <a:gd name="csY1" fmla="*/ 12961 h 11533"/>
                  <a:gd name="csX2" fmla="*/ 27580 w 29224"/>
                  <a:gd name="csY2" fmla="*/ 12961 h 11533"/>
                  <a:gd name="csX3" fmla="*/ 30652 w 29224"/>
                  <a:gd name="csY3" fmla="*/ 6811 h 11533"/>
                  <a:gd name="csX4" fmla="*/ 28346 w 29224"/>
                  <a:gd name="csY4" fmla="*/ 2966 h 11533"/>
                  <a:gd name="csX5" fmla="*/ 5272 w 29224"/>
                  <a:gd name="csY5" fmla="*/ 1427 h 11533"/>
                  <a:gd name="csX6" fmla="*/ 1427 w 29224"/>
                  <a:gd name="csY6" fmla="*/ 5272 h 115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11533">
                    <a:moveTo>
                      <a:pt x="1427" y="5272"/>
                    </a:moveTo>
                    <a:lnTo>
                      <a:pt x="1427" y="12961"/>
                    </a:lnTo>
                    <a:lnTo>
                      <a:pt x="27580" y="12961"/>
                    </a:lnTo>
                    <a:lnTo>
                      <a:pt x="30652" y="6811"/>
                    </a:lnTo>
                    <a:lnTo>
                      <a:pt x="28346" y="2966"/>
                    </a:lnTo>
                    <a:lnTo>
                      <a:pt x="5272" y="1427"/>
                    </a:lnTo>
                    <a:lnTo>
                      <a:pt x="1427" y="52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1" name="Forme libre : forme 1299">
                <a:extLst>
                  <a:ext uri="{FF2B5EF4-FFF2-40B4-BE49-F238E27FC236}">
                    <a16:creationId xmlns:a16="http://schemas.microsoft.com/office/drawing/2014/main" id="{E677F349-90CC-C31F-4B99-6AED418E240A}"/>
                  </a:ext>
                </a:extLst>
              </p:cNvPr>
              <p:cNvSpPr/>
              <p:nvPr/>
            </p:nvSpPr>
            <p:spPr>
              <a:xfrm rot="3010660" flipV="1">
                <a:off x="4192252" y="4251203"/>
                <a:ext cx="7182" cy="5014"/>
              </a:xfrm>
              <a:custGeom>
                <a:avLst/>
                <a:gdLst>
                  <a:gd name="csX0" fmla="*/ 1452 w 7182"/>
                  <a:gd name="csY0" fmla="*/ 1433 h 5014"/>
                  <a:gd name="csX1" fmla="*/ 7451 w 7182"/>
                  <a:gd name="csY1" fmla="*/ 1433 h 5014"/>
                  <a:gd name="csX2" fmla="*/ 8634 w 7182"/>
                  <a:gd name="csY2" fmla="*/ 6447 h 5014"/>
                  <a:gd name="csX3" fmla="*/ 2731 w 7182"/>
                  <a:gd name="csY3" fmla="*/ 5366 h 5014"/>
                  <a:gd name="csX4" fmla="*/ 1452 w 7182"/>
                  <a:gd name="csY4" fmla="*/ 1433 h 5014"/>
                </a:gdLst>
                <a:ahLst/>
                <a:cxnLst>
                  <a:cxn ang="0">
                    <a:pos x="csX0" y="csY0"/>
                  </a:cxn>
                  <a:cxn ang="0">
                    <a:pos x="csX1" y="csY1"/>
                  </a:cxn>
                  <a:cxn ang="0">
                    <a:pos x="csX2" y="csY2"/>
                  </a:cxn>
                  <a:cxn ang="0">
                    <a:pos x="csX3" y="csY3"/>
                  </a:cxn>
                  <a:cxn ang="0">
                    <a:pos x="csX4" y="csY4"/>
                  </a:cxn>
                </a:cxnLst>
                <a:rect l="l" t="t" r="r" b="b"/>
                <a:pathLst>
                  <a:path w="7182" h="5014">
                    <a:moveTo>
                      <a:pt x="1452" y="1433"/>
                    </a:moveTo>
                    <a:lnTo>
                      <a:pt x="7451" y="1433"/>
                    </a:lnTo>
                    <a:lnTo>
                      <a:pt x="8634" y="6447"/>
                    </a:lnTo>
                    <a:lnTo>
                      <a:pt x="2731" y="5366"/>
                    </a:lnTo>
                    <a:lnTo>
                      <a:pt x="1452" y="1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2" name="Forme libre : forme 1300">
                <a:extLst>
                  <a:ext uri="{FF2B5EF4-FFF2-40B4-BE49-F238E27FC236}">
                    <a16:creationId xmlns:a16="http://schemas.microsoft.com/office/drawing/2014/main" id="{39105A26-1C01-D169-DA7B-F4D995FFC1D2}"/>
                  </a:ext>
                </a:extLst>
              </p:cNvPr>
              <p:cNvSpPr/>
              <p:nvPr/>
            </p:nvSpPr>
            <p:spPr>
              <a:xfrm>
                <a:off x="4260063" y="4406295"/>
                <a:ext cx="16151" cy="16910"/>
              </a:xfrm>
              <a:custGeom>
                <a:avLst/>
                <a:gdLst>
                  <a:gd name="csX0" fmla="*/ 1495 w 16151"/>
                  <a:gd name="csY0" fmla="*/ 6142 h 16910"/>
                  <a:gd name="csX1" fmla="*/ 2268 w 16151"/>
                  <a:gd name="csY1" fmla="*/ 17676 h 16910"/>
                  <a:gd name="csX2" fmla="*/ 16107 w 16151"/>
                  <a:gd name="csY2" fmla="*/ 18442 h 16910"/>
                  <a:gd name="csX3" fmla="*/ 17646 w 16151"/>
                  <a:gd name="csY3" fmla="*/ 6908 h 16910"/>
                  <a:gd name="csX4" fmla="*/ 13802 w 16151"/>
                  <a:gd name="csY4" fmla="*/ 6142 h 16910"/>
                  <a:gd name="csX5" fmla="*/ 17646 w 16151"/>
                  <a:gd name="csY5" fmla="*/ 1531 h 16910"/>
                  <a:gd name="csX6" fmla="*/ 1495 w 16151"/>
                  <a:gd name="csY6" fmla="*/ 6142 h 169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6910">
                    <a:moveTo>
                      <a:pt x="1495" y="6142"/>
                    </a:moveTo>
                    <a:lnTo>
                      <a:pt x="2268" y="17676"/>
                    </a:lnTo>
                    <a:lnTo>
                      <a:pt x="16107" y="18442"/>
                    </a:lnTo>
                    <a:lnTo>
                      <a:pt x="17646" y="6908"/>
                    </a:lnTo>
                    <a:lnTo>
                      <a:pt x="13802" y="6142"/>
                    </a:lnTo>
                    <a:lnTo>
                      <a:pt x="17646" y="1531"/>
                    </a:lnTo>
                    <a:lnTo>
                      <a:pt x="1495" y="61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3" name="Forme libre : forme 1301">
                <a:extLst>
                  <a:ext uri="{FF2B5EF4-FFF2-40B4-BE49-F238E27FC236}">
                    <a16:creationId xmlns:a16="http://schemas.microsoft.com/office/drawing/2014/main" id="{E231B805-46AD-DDBA-A193-5CC71991C827}"/>
                  </a:ext>
                </a:extLst>
              </p:cNvPr>
              <p:cNvSpPr/>
              <p:nvPr/>
            </p:nvSpPr>
            <p:spPr>
              <a:xfrm rot="-5885971" flipV="1">
                <a:off x="4281200" y="4398208"/>
                <a:ext cx="6095" cy="7949"/>
              </a:xfrm>
              <a:custGeom>
                <a:avLst/>
                <a:gdLst>
                  <a:gd name="csX0" fmla="*/ 2163 w 6095"/>
                  <a:gd name="csY0" fmla="*/ 1523 h 7949"/>
                  <a:gd name="csX1" fmla="*/ 7602 w 6095"/>
                  <a:gd name="csY1" fmla="*/ 1523 h 7949"/>
                  <a:gd name="csX2" fmla="*/ 6405 w 6095"/>
                  <a:gd name="csY2" fmla="*/ 9472 h 7949"/>
                  <a:gd name="csX3" fmla="*/ 1507 w 6095"/>
                  <a:gd name="csY3" fmla="*/ 7837 h 7949"/>
                  <a:gd name="csX4" fmla="*/ 2163 w 6095"/>
                  <a:gd name="csY4" fmla="*/ 1523 h 7949"/>
                </a:gdLst>
                <a:ahLst/>
                <a:cxnLst>
                  <a:cxn ang="0">
                    <a:pos x="csX0" y="csY0"/>
                  </a:cxn>
                  <a:cxn ang="0">
                    <a:pos x="csX1" y="csY1"/>
                  </a:cxn>
                  <a:cxn ang="0">
                    <a:pos x="csX2" y="csY2"/>
                  </a:cxn>
                  <a:cxn ang="0">
                    <a:pos x="csX3" y="csY3"/>
                  </a:cxn>
                  <a:cxn ang="0">
                    <a:pos x="csX4" y="csY4"/>
                  </a:cxn>
                </a:cxnLst>
                <a:rect l="l" t="t" r="r" b="b"/>
                <a:pathLst>
                  <a:path w="6095" h="7949">
                    <a:moveTo>
                      <a:pt x="2163" y="1523"/>
                    </a:moveTo>
                    <a:lnTo>
                      <a:pt x="7602" y="1523"/>
                    </a:lnTo>
                    <a:lnTo>
                      <a:pt x="6405" y="9472"/>
                    </a:lnTo>
                    <a:lnTo>
                      <a:pt x="1507" y="7837"/>
                    </a:lnTo>
                    <a:lnTo>
                      <a:pt x="2163" y="15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4" name="Forme libre : forme 1302">
                <a:extLst>
                  <a:ext uri="{FF2B5EF4-FFF2-40B4-BE49-F238E27FC236}">
                    <a16:creationId xmlns:a16="http://schemas.microsoft.com/office/drawing/2014/main" id="{0C4EFF21-C732-7803-6030-182A7970A603}"/>
                  </a:ext>
                </a:extLst>
              </p:cNvPr>
              <p:cNvSpPr/>
              <p:nvPr/>
            </p:nvSpPr>
            <p:spPr>
              <a:xfrm>
                <a:off x="4259297" y="4285607"/>
                <a:ext cx="12306" cy="12299"/>
              </a:xfrm>
              <a:custGeom>
                <a:avLst/>
                <a:gdLst>
                  <a:gd name="csX0" fmla="*/ 1494 w 12306"/>
                  <a:gd name="csY0" fmla="*/ 2996 h 12299"/>
                  <a:gd name="csX1" fmla="*/ 2260 w 12306"/>
                  <a:gd name="csY1" fmla="*/ 9912 h 12299"/>
                  <a:gd name="csX2" fmla="*/ 6877 w 12306"/>
                  <a:gd name="csY2" fmla="*/ 13756 h 12299"/>
                  <a:gd name="csX3" fmla="*/ 8417 w 12306"/>
                  <a:gd name="csY3" fmla="*/ 8379 h 12299"/>
                  <a:gd name="csX4" fmla="*/ 13800 w 12306"/>
                  <a:gd name="csY4" fmla="*/ 8379 h 12299"/>
                  <a:gd name="csX5" fmla="*/ 13800 w 12306"/>
                  <a:gd name="csY5" fmla="*/ 1456 h 12299"/>
                  <a:gd name="csX6" fmla="*/ 6877 w 12306"/>
                  <a:gd name="csY6" fmla="*/ 4535 h 12299"/>
                  <a:gd name="csX7" fmla="*/ 1494 w 12306"/>
                  <a:gd name="csY7" fmla="*/ 2996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06" h="12299">
                    <a:moveTo>
                      <a:pt x="1494" y="2996"/>
                    </a:moveTo>
                    <a:lnTo>
                      <a:pt x="2260" y="9912"/>
                    </a:lnTo>
                    <a:lnTo>
                      <a:pt x="6877" y="13756"/>
                    </a:lnTo>
                    <a:lnTo>
                      <a:pt x="8417" y="8379"/>
                    </a:lnTo>
                    <a:lnTo>
                      <a:pt x="13800" y="8379"/>
                    </a:lnTo>
                    <a:lnTo>
                      <a:pt x="13800" y="1456"/>
                    </a:lnTo>
                    <a:lnTo>
                      <a:pt x="6877" y="4535"/>
                    </a:lnTo>
                    <a:lnTo>
                      <a:pt x="1494" y="2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5" name="Forme libre : forme 1303">
                <a:extLst>
                  <a:ext uri="{FF2B5EF4-FFF2-40B4-BE49-F238E27FC236}">
                    <a16:creationId xmlns:a16="http://schemas.microsoft.com/office/drawing/2014/main" id="{48F64F65-B9A3-C3C1-D21D-FE9F2C7F8827}"/>
                  </a:ext>
                </a:extLst>
              </p:cNvPr>
              <p:cNvSpPr/>
              <p:nvPr/>
            </p:nvSpPr>
            <p:spPr>
              <a:xfrm>
                <a:off x="4270057" y="4320968"/>
                <a:ext cx="10767" cy="11533"/>
              </a:xfrm>
              <a:custGeom>
                <a:avLst/>
                <a:gdLst>
                  <a:gd name="csX0" fmla="*/ 12269 w 10767"/>
                  <a:gd name="csY0" fmla="*/ 11471 h 11533"/>
                  <a:gd name="csX1" fmla="*/ 10730 w 10767"/>
                  <a:gd name="csY1" fmla="*/ 3782 h 11533"/>
                  <a:gd name="csX2" fmla="*/ 4580 w 10767"/>
                  <a:gd name="csY2" fmla="*/ 1476 h 11533"/>
                  <a:gd name="csX3" fmla="*/ 1501 w 10767"/>
                  <a:gd name="csY3" fmla="*/ 4555 h 11533"/>
                  <a:gd name="csX4" fmla="*/ 9191 w 10767"/>
                  <a:gd name="csY4" fmla="*/ 13010 h 11533"/>
                  <a:gd name="csX5" fmla="*/ 12269 w 10767"/>
                  <a:gd name="csY5" fmla="*/ 11471 h 11533"/>
                </a:gdLst>
                <a:ahLst/>
                <a:cxnLst>
                  <a:cxn ang="0">
                    <a:pos x="csX0" y="csY0"/>
                  </a:cxn>
                  <a:cxn ang="0">
                    <a:pos x="csX1" y="csY1"/>
                  </a:cxn>
                  <a:cxn ang="0">
                    <a:pos x="csX2" y="csY2"/>
                  </a:cxn>
                  <a:cxn ang="0">
                    <a:pos x="csX3" y="csY3"/>
                  </a:cxn>
                  <a:cxn ang="0">
                    <a:pos x="csX4" y="csY4"/>
                  </a:cxn>
                  <a:cxn ang="0">
                    <a:pos x="csX5" y="csY5"/>
                  </a:cxn>
                </a:cxnLst>
                <a:rect l="l" t="t" r="r" b="b"/>
                <a:pathLst>
                  <a:path w="10767" h="11533">
                    <a:moveTo>
                      <a:pt x="12269" y="11471"/>
                    </a:moveTo>
                    <a:lnTo>
                      <a:pt x="10730" y="3782"/>
                    </a:lnTo>
                    <a:lnTo>
                      <a:pt x="4580" y="1476"/>
                    </a:lnTo>
                    <a:lnTo>
                      <a:pt x="1501" y="4555"/>
                    </a:lnTo>
                    <a:lnTo>
                      <a:pt x="9191" y="13010"/>
                    </a:lnTo>
                    <a:lnTo>
                      <a:pt x="12269" y="114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6" name="Forme libre : forme 1304">
                <a:extLst>
                  <a:ext uri="{FF2B5EF4-FFF2-40B4-BE49-F238E27FC236}">
                    <a16:creationId xmlns:a16="http://schemas.microsoft.com/office/drawing/2014/main" id="{DC3D9126-86DD-CC6E-2F01-D24A3CEC6E84}"/>
                  </a:ext>
                </a:extLst>
              </p:cNvPr>
              <p:cNvSpPr/>
              <p:nvPr/>
            </p:nvSpPr>
            <p:spPr>
              <a:xfrm>
                <a:off x="4256218" y="4266391"/>
                <a:ext cx="6923" cy="6916"/>
              </a:xfrm>
              <a:custGeom>
                <a:avLst/>
                <a:gdLst>
                  <a:gd name="csX0" fmla="*/ 1490 w 6923"/>
                  <a:gd name="csY0" fmla="*/ 3748 h 6916"/>
                  <a:gd name="csX1" fmla="*/ 2257 w 6923"/>
                  <a:gd name="csY1" fmla="*/ 6820 h 6916"/>
                  <a:gd name="csX2" fmla="*/ 4569 w 6923"/>
                  <a:gd name="csY2" fmla="*/ 8359 h 6916"/>
                  <a:gd name="csX3" fmla="*/ 8413 w 6923"/>
                  <a:gd name="csY3" fmla="*/ 4521 h 6916"/>
                  <a:gd name="csX4" fmla="*/ 4569 w 6923"/>
                  <a:gd name="csY4" fmla="*/ 1443 h 6916"/>
                  <a:gd name="csX5" fmla="*/ 1490 w 6923"/>
                  <a:gd name="csY5" fmla="*/ 37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490" y="3748"/>
                    </a:moveTo>
                    <a:lnTo>
                      <a:pt x="2257" y="6820"/>
                    </a:lnTo>
                    <a:lnTo>
                      <a:pt x="4569" y="8359"/>
                    </a:lnTo>
                    <a:lnTo>
                      <a:pt x="8413" y="4521"/>
                    </a:lnTo>
                    <a:lnTo>
                      <a:pt x="4569" y="1443"/>
                    </a:lnTo>
                    <a:lnTo>
                      <a:pt x="1490" y="3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7" name="Forme libre : forme 1305">
                <a:extLst>
                  <a:ext uri="{FF2B5EF4-FFF2-40B4-BE49-F238E27FC236}">
                    <a16:creationId xmlns:a16="http://schemas.microsoft.com/office/drawing/2014/main" id="{432E5ACC-2E8E-CA34-C0A7-CF49D613AB63}"/>
                  </a:ext>
                </a:extLst>
              </p:cNvPr>
              <p:cNvSpPr/>
              <p:nvPr/>
            </p:nvSpPr>
            <p:spPr>
              <a:xfrm rot="8943076" flipV="1">
                <a:off x="4267337" y="4304960"/>
                <a:ext cx="6861" cy="6724"/>
              </a:xfrm>
              <a:custGeom>
                <a:avLst/>
                <a:gdLst>
                  <a:gd name="csX0" fmla="*/ 3741 w 6861"/>
                  <a:gd name="csY0" fmla="*/ 1467 h 6724"/>
                  <a:gd name="csX1" fmla="*/ 8222 w 6861"/>
                  <a:gd name="csY1" fmla="*/ 1467 h 6724"/>
                  <a:gd name="csX2" fmla="*/ 8359 w 6861"/>
                  <a:gd name="csY2" fmla="*/ 7664 h 6724"/>
                  <a:gd name="csX3" fmla="*/ 1498 w 6861"/>
                  <a:gd name="csY3" fmla="*/ 8191 h 6724"/>
                  <a:gd name="csX4" fmla="*/ 3741 w 6861"/>
                  <a:gd name="csY4" fmla="*/ 1467 h 6724"/>
                </a:gdLst>
                <a:ahLst/>
                <a:cxnLst>
                  <a:cxn ang="0">
                    <a:pos x="csX0" y="csY0"/>
                  </a:cxn>
                  <a:cxn ang="0">
                    <a:pos x="csX1" y="csY1"/>
                  </a:cxn>
                  <a:cxn ang="0">
                    <a:pos x="csX2" y="csY2"/>
                  </a:cxn>
                  <a:cxn ang="0">
                    <a:pos x="csX3" y="csY3"/>
                  </a:cxn>
                  <a:cxn ang="0">
                    <a:pos x="csX4" y="csY4"/>
                  </a:cxn>
                </a:cxnLst>
                <a:rect l="l" t="t" r="r" b="b"/>
                <a:pathLst>
                  <a:path w="6861" h="6724">
                    <a:moveTo>
                      <a:pt x="3741" y="1467"/>
                    </a:moveTo>
                    <a:lnTo>
                      <a:pt x="8222" y="1467"/>
                    </a:lnTo>
                    <a:lnTo>
                      <a:pt x="8359" y="7664"/>
                    </a:lnTo>
                    <a:lnTo>
                      <a:pt x="1498" y="8191"/>
                    </a:lnTo>
                    <a:lnTo>
                      <a:pt x="3741" y="14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8" name="Forme libre : forme 1306">
                <a:extLst>
                  <a:ext uri="{FF2B5EF4-FFF2-40B4-BE49-F238E27FC236}">
                    <a16:creationId xmlns:a16="http://schemas.microsoft.com/office/drawing/2014/main" id="{4F315482-95C4-7BDC-A50F-01C93B9A072F}"/>
                  </a:ext>
                </a:extLst>
              </p:cNvPr>
              <p:cNvSpPr/>
              <p:nvPr/>
            </p:nvSpPr>
            <p:spPr>
              <a:xfrm rot="-6709137" flipV="1">
                <a:off x="4268195" y="4355363"/>
                <a:ext cx="6423" cy="7148"/>
              </a:xfrm>
              <a:custGeom>
                <a:avLst/>
                <a:gdLst>
                  <a:gd name="csX0" fmla="*/ 2778 w 6423"/>
                  <a:gd name="csY0" fmla="*/ 1497 h 7148"/>
                  <a:gd name="csX1" fmla="*/ 6916 w 6423"/>
                  <a:gd name="csY1" fmla="*/ 1497 h 7148"/>
                  <a:gd name="csX2" fmla="*/ 7922 w 6423"/>
                  <a:gd name="csY2" fmla="*/ 6073 h 7148"/>
                  <a:gd name="csX3" fmla="*/ 1498 w 6423"/>
                  <a:gd name="csY3" fmla="*/ 8645 h 7148"/>
                  <a:gd name="csX4" fmla="*/ 2778 w 6423"/>
                  <a:gd name="csY4" fmla="*/ 1497 h 7148"/>
                </a:gdLst>
                <a:ahLst/>
                <a:cxnLst>
                  <a:cxn ang="0">
                    <a:pos x="csX0" y="csY0"/>
                  </a:cxn>
                  <a:cxn ang="0">
                    <a:pos x="csX1" y="csY1"/>
                  </a:cxn>
                  <a:cxn ang="0">
                    <a:pos x="csX2" y="csY2"/>
                  </a:cxn>
                  <a:cxn ang="0">
                    <a:pos x="csX3" y="csY3"/>
                  </a:cxn>
                  <a:cxn ang="0">
                    <a:pos x="csX4" y="csY4"/>
                  </a:cxn>
                </a:cxnLst>
                <a:rect l="l" t="t" r="r" b="b"/>
                <a:pathLst>
                  <a:path w="6423" h="7148">
                    <a:moveTo>
                      <a:pt x="2778" y="1497"/>
                    </a:moveTo>
                    <a:lnTo>
                      <a:pt x="6916" y="1497"/>
                    </a:lnTo>
                    <a:lnTo>
                      <a:pt x="7922" y="6073"/>
                    </a:lnTo>
                    <a:lnTo>
                      <a:pt x="1498" y="8645"/>
                    </a:lnTo>
                    <a:lnTo>
                      <a:pt x="2778" y="14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29" name="Forme libre : forme 1307">
                <a:extLst>
                  <a:ext uri="{FF2B5EF4-FFF2-40B4-BE49-F238E27FC236}">
                    <a16:creationId xmlns:a16="http://schemas.microsoft.com/office/drawing/2014/main" id="{3A7950BB-3CD2-66F3-9782-CD5185006578}"/>
                  </a:ext>
                </a:extLst>
              </p:cNvPr>
              <p:cNvSpPr/>
              <p:nvPr/>
            </p:nvSpPr>
            <p:spPr>
              <a:xfrm rot="-9207628" flipV="1">
                <a:off x="4259892" y="4375046"/>
                <a:ext cx="7566" cy="6539"/>
              </a:xfrm>
              <a:custGeom>
                <a:avLst/>
                <a:gdLst>
                  <a:gd name="csX0" fmla="*/ 1494 w 7566"/>
                  <a:gd name="csY0" fmla="*/ 1509 h 6539"/>
                  <a:gd name="csX1" fmla="*/ 8362 w 7566"/>
                  <a:gd name="csY1" fmla="*/ 1509 h 6539"/>
                  <a:gd name="csX2" fmla="*/ 9060 w 7566"/>
                  <a:gd name="csY2" fmla="*/ 7009 h 6539"/>
                  <a:gd name="csX3" fmla="*/ 2527 w 7566"/>
                  <a:gd name="csY3" fmla="*/ 8049 h 6539"/>
                  <a:gd name="csX4" fmla="*/ 1494 w 7566"/>
                  <a:gd name="csY4" fmla="*/ 1509 h 6539"/>
                </a:gdLst>
                <a:ahLst/>
                <a:cxnLst>
                  <a:cxn ang="0">
                    <a:pos x="csX0" y="csY0"/>
                  </a:cxn>
                  <a:cxn ang="0">
                    <a:pos x="csX1" y="csY1"/>
                  </a:cxn>
                  <a:cxn ang="0">
                    <a:pos x="csX2" y="csY2"/>
                  </a:cxn>
                  <a:cxn ang="0">
                    <a:pos x="csX3" y="csY3"/>
                  </a:cxn>
                  <a:cxn ang="0">
                    <a:pos x="csX4" y="csY4"/>
                  </a:cxn>
                </a:cxnLst>
                <a:rect l="l" t="t" r="r" b="b"/>
                <a:pathLst>
                  <a:path w="7566" h="6539">
                    <a:moveTo>
                      <a:pt x="1494" y="1509"/>
                    </a:moveTo>
                    <a:lnTo>
                      <a:pt x="8362" y="1509"/>
                    </a:lnTo>
                    <a:lnTo>
                      <a:pt x="9060" y="7009"/>
                    </a:lnTo>
                    <a:lnTo>
                      <a:pt x="2527" y="8049"/>
                    </a:lnTo>
                    <a:lnTo>
                      <a:pt x="1494"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0" name="Forme libre : forme 1308">
                <a:extLst>
                  <a:ext uri="{FF2B5EF4-FFF2-40B4-BE49-F238E27FC236}">
                    <a16:creationId xmlns:a16="http://schemas.microsoft.com/office/drawing/2014/main" id="{F7C91ACE-D922-697D-C70D-CA47EB337A03}"/>
                  </a:ext>
                </a:extLst>
              </p:cNvPr>
              <p:cNvSpPr/>
              <p:nvPr/>
            </p:nvSpPr>
            <p:spPr>
              <a:xfrm rot="2020522" flipV="1">
                <a:off x="4099341" y="4376762"/>
                <a:ext cx="10240" cy="5965"/>
              </a:xfrm>
              <a:custGeom>
                <a:avLst/>
                <a:gdLst>
                  <a:gd name="csX0" fmla="*/ 1396 w 10240"/>
                  <a:gd name="csY0" fmla="*/ 1509 h 5965"/>
                  <a:gd name="csX1" fmla="*/ 8784 w 10240"/>
                  <a:gd name="csY1" fmla="*/ 1509 h 5965"/>
                  <a:gd name="csX2" fmla="*/ 11636 w 10240"/>
                  <a:gd name="csY2" fmla="*/ 4636 h 5965"/>
                  <a:gd name="csX3" fmla="*/ 4809 w 10240"/>
                  <a:gd name="csY3" fmla="*/ 7475 h 5965"/>
                  <a:gd name="csX4" fmla="*/ 1396 w 10240"/>
                  <a:gd name="csY4" fmla="*/ 1509 h 5965"/>
                </a:gdLst>
                <a:ahLst/>
                <a:cxnLst>
                  <a:cxn ang="0">
                    <a:pos x="csX0" y="csY0"/>
                  </a:cxn>
                  <a:cxn ang="0">
                    <a:pos x="csX1" y="csY1"/>
                  </a:cxn>
                  <a:cxn ang="0">
                    <a:pos x="csX2" y="csY2"/>
                  </a:cxn>
                  <a:cxn ang="0">
                    <a:pos x="csX3" y="csY3"/>
                  </a:cxn>
                  <a:cxn ang="0">
                    <a:pos x="csX4" y="csY4"/>
                  </a:cxn>
                </a:cxnLst>
                <a:rect l="l" t="t" r="r" b="b"/>
                <a:pathLst>
                  <a:path w="10240" h="5965">
                    <a:moveTo>
                      <a:pt x="1396" y="1509"/>
                    </a:moveTo>
                    <a:lnTo>
                      <a:pt x="8784" y="1509"/>
                    </a:lnTo>
                    <a:lnTo>
                      <a:pt x="11636" y="4636"/>
                    </a:lnTo>
                    <a:lnTo>
                      <a:pt x="4809" y="7475"/>
                    </a:lnTo>
                    <a:lnTo>
                      <a:pt x="1396"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1" name="Forme libre : forme 1309">
                <a:extLst>
                  <a:ext uri="{FF2B5EF4-FFF2-40B4-BE49-F238E27FC236}">
                    <a16:creationId xmlns:a16="http://schemas.microsoft.com/office/drawing/2014/main" id="{ABCFD98B-456B-62E5-C1AE-A6FC2A733A1A}"/>
                  </a:ext>
                </a:extLst>
              </p:cNvPr>
              <p:cNvSpPr/>
              <p:nvPr/>
            </p:nvSpPr>
            <p:spPr>
              <a:xfrm>
                <a:off x="3628879" y="4638687"/>
                <a:ext cx="15385" cy="26645"/>
              </a:xfrm>
              <a:custGeom>
                <a:avLst/>
                <a:gdLst>
                  <a:gd name="csX0" fmla="*/ 4189 w 15385"/>
                  <a:gd name="csY0" fmla="*/ 1677 h 26645"/>
                  <a:gd name="csX1" fmla="*/ 1111 w 15385"/>
                  <a:gd name="csY1" fmla="*/ 5775 h 26645"/>
                  <a:gd name="csX2" fmla="*/ 5215 w 15385"/>
                  <a:gd name="csY2" fmla="*/ 13977 h 26645"/>
                  <a:gd name="csX3" fmla="*/ 2137 w 15385"/>
                  <a:gd name="csY3" fmla="*/ 28323 h 26645"/>
                  <a:gd name="csX4" fmla="*/ 16496 w 15385"/>
                  <a:gd name="csY4" fmla="*/ 20127 h 26645"/>
                  <a:gd name="csX5" fmla="*/ 14444 w 15385"/>
                  <a:gd name="csY5" fmla="*/ 7827 h 26645"/>
                  <a:gd name="csX6" fmla="*/ 4189 w 15385"/>
                  <a:gd name="csY6" fmla="*/ 1677 h 266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26645">
                    <a:moveTo>
                      <a:pt x="4189" y="1677"/>
                    </a:moveTo>
                    <a:lnTo>
                      <a:pt x="1111" y="5775"/>
                    </a:lnTo>
                    <a:lnTo>
                      <a:pt x="5215" y="13977"/>
                    </a:lnTo>
                    <a:lnTo>
                      <a:pt x="2137" y="28323"/>
                    </a:lnTo>
                    <a:lnTo>
                      <a:pt x="16496" y="20127"/>
                    </a:lnTo>
                    <a:lnTo>
                      <a:pt x="14444" y="7827"/>
                    </a:lnTo>
                    <a:lnTo>
                      <a:pt x="4189" y="16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2" name="Forme libre : forme 1310">
                <a:extLst>
                  <a:ext uri="{FF2B5EF4-FFF2-40B4-BE49-F238E27FC236}">
                    <a16:creationId xmlns:a16="http://schemas.microsoft.com/office/drawing/2014/main" id="{8CE7451D-55F6-2E9F-80AD-3F28FDB0AFBC}"/>
                  </a:ext>
                </a:extLst>
              </p:cNvPr>
              <p:cNvSpPr/>
              <p:nvPr/>
            </p:nvSpPr>
            <p:spPr>
              <a:xfrm rot="2696176" flipV="1">
                <a:off x="3651961" y="4649310"/>
                <a:ext cx="8708" cy="7969"/>
              </a:xfrm>
              <a:custGeom>
                <a:avLst/>
                <a:gdLst>
                  <a:gd name="csX0" fmla="*/ 1123 w 8708"/>
                  <a:gd name="csY0" fmla="*/ 1676 h 7969"/>
                  <a:gd name="csX1" fmla="*/ 5473 w 8708"/>
                  <a:gd name="csY1" fmla="*/ 1676 h 7969"/>
                  <a:gd name="csX2" fmla="*/ 9831 w 8708"/>
                  <a:gd name="csY2" fmla="*/ 8914 h 7969"/>
                  <a:gd name="csX3" fmla="*/ 3305 w 8708"/>
                  <a:gd name="csY3" fmla="*/ 9646 h 7969"/>
                  <a:gd name="csX4" fmla="*/ 1123 w 8708"/>
                  <a:gd name="csY4" fmla="*/ 1676 h 7969"/>
                </a:gdLst>
                <a:ahLst/>
                <a:cxnLst>
                  <a:cxn ang="0">
                    <a:pos x="csX0" y="csY0"/>
                  </a:cxn>
                  <a:cxn ang="0">
                    <a:pos x="csX1" y="csY1"/>
                  </a:cxn>
                  <a:cxn ang="0">
                    <a:pos x="csX2" y="csY2"/>
                  </a:cxn>
                  <a:cxn ang="0">
                    <a:pos x="csX3" y="csY3"/>
                  </a:cxn>
                  <a:cxn ang="0">
                    <a:pos x="csX4" y="csY4"/>
                  </a:cxn>
                </a:cxnLst>
                <a:rect l="l" t="t" r="r" b="b"/>
                <a:pathLst>
                  <a:path w="8708" h="7969">
                    <a:moveTo>
                      <a:pt x="1123" y="1676"/>
                    </a:moveTo>
                    <a:lnTo>
                      <a:pt x="5473" y="1676"/>
                    </a:lnTo>
                    <a:lnTo>
                      <a:pt x="9831" y="8914"/>
                    </a:lnTo>
                    <a:lnTo>
                      <a:pt x="3305" y="9646"/>
                    </a:lnTo>
                    <a:lnTo>
                      <a:pt x="1123" y="1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3" name="Forme libre : forme 1311">
                <a:extLst>
                  <a:ext uri="{FF2B5EF4-FFF2-40B4-BE49-F238E27FC236}">
                    <a16:creationId xmlns:a16="http://schemas.microsoft.com/office/drawing/2014/main" id="{32189D4C-5A4E-E3FA-CF6E-48609F7E1E35}"/>
                  </a:ext>
                </a:extLst>
              </p:cNvPr>
              <p:cNvSpPr/>
              <p:nvPr/>
            </p:nvSpPr>
            <p:spPr>
              <a:xfrm>
                <a:off x="4778406" y="5981237"/>
                <a:ext cx="50766" cy="30058"/>
              </a:xfrm>
              <a:custGeom>
                <a:avLst/>
                <a:gdLst>
                  <a:gd name="csX0" fmla="*/ 26436 w 50766"/>
                  <a:gd name="csY0" fmla="*/ 6415 h 30058"/>
                  <a:gd name="csX1" fmla="*/ 3361 w 50766"/>
                  <a:gd name="csY1" fmla="*/ 2496 h 30058"/>
                  <a:gd name="csX2" fmla="*/ 1822 w 50766"/>
                  <a:gd name="csY2" fmla="*/ 7722 h 30058"/>
                  <a:gd name="csX3" fmla="*/ 20286 w 50766"/>
                  <a:gd name="csY3" fmla="*/ 15562 h 30058"/>
                  <a:gd name="csX4" fmla="*/ 37203 w 50766"/>
                  <a:gd name="csY4" fmla="*/ 31248 h 30058"/>
                  <a:gd name="csX5" fmla="*/ 52589 w 50766"/>
                  <a:gd name="csY5" fmla="*/ 32555 h 30058"/>
                  <a:gd name="csX6" fmla="*/ 46432 w 50766"/>
                  <a:gd name="csY6" fmla="*/ 19482 h 30058"/>
                  <a:gd name="csX7" fmla="*/ 26436 w 50766"/>
                  <a:gd name="csY7" fmla="*/ 6415 h 30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766" h="30058">
                    <a:moveTo>
                      <a:pt x="26436" y="6415"/>
                    </a:moveTo>
                    <a:lnTo>
                      <a:pt x="3361" y="2496"/>
                    </a:lnTo>
                    <a:lnTo>
                      <a:pt x="1822" y="7722"/>
                    </a:lnTo>
                    <a:lnTo>
                      <a:pt x="20286" y="15562"/>
                    </a:lnTo>
                    <a:lnTo>
                      <a:pt x="37203" y="31248"/>
                    </a:lnTo>
                    <a:lnTo>
                      <a:pt x="52589" y="32555"/>
                    </a:lnTo>
                    <a:lnTo>
                      <a:pt x="46432" y="19482"/>
                    </a:lnTo>
                    <a:lnTo>
                      <a:pt x="26436" y="6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4" name="Forme libre : forme 1312">
                <a:extLst>
                  <a:ext uri="{FF2B5EF4-FFF2-40B4-BE49-F238E27FC236}">
                    <a16:creationId xmlns:a16="http://schemas.microsoft.com/office/drawing/2014/main" id="{35A1D258-5912-4F9D-7034-DBF10FB8BB0C}"/>
                  </a:ext>
                </a:extLst>
              </p:cNvPr>
              <p:cNvSpPr/>
              <p:nvPr/>
            </p:nvSpPr>
            <p:spPr>
              <a:xfrm>
                <a:off x="4311048" y="3348245"/>
                <a:ext cx="146641" cy="163983"/>
              </a:xfrm>
              <a:custGeom>
                <a:avLst/>
                <a:gdLst>
                  <a:gd name="csX0" fmla="*/ 64119 w 146641"/>
                  <a:gd name="csY0" fmla="*/ 6066 h 163983"/>
                  <a:gd name="csX1" fmla="*/ 50786 w 146641"/>
                  <a:gd name="csY1" fmla="*/ 29640 h 163983"/>
                  <a:gd name="csX2" fmla="*/ 36433 w 146641"/>
                  <a:gd name="csY2" fmla="*/ 55259 h 163983"/>
                  <a:gd name="csX3" fmla="*/ 31303 w 146641"/>
                  <a:gd name="csY3" fmla="*/ 77814 h 163983"/>
                  <a:gd name="csX4" fmla="*/ 23101 w 146641"/>
                  <a:gd name="csY4" fmla="*/ 84983 h 163983"/>
                  <a:gd name="csX5" fmla="*/ 22074 w 146641"/>
                  <a:gd name="csY5" fmla="*/ 94211 h 163983"/>
                  <a:gd name="csX6" fmla="*/ 2591 w 146641"/>
                  <a:gd name="csY6" fmla="*/ 103433 h 163983"/>
                  <a:gd name="csX7" fmla="*/ 4644 w 146641"/>
                  <a:gd name="csY7" fmla="*/ 109583 h 163983"/>
                  <a:gd name="csX8" fmla="*/ 14898 w 146641"/>
                  <a:gd name="csY8" fmla="*/ 108557 h 163983"/>
                  <a:gd name="csX9" fmla="*/ 1565 w 146641"/>
                  <a:gd name="csY9" fmla="*/ 121883 h 163983"/>
                  <a:gd name="csX10" fmla="*/ 13872 w 146641"/>
                  <a:gd name="csY10" fmla="*/ 134183 h 163983"/>
                  <a:gd name="csX11" fmla="*/ 42583 w 146641"/>
                  <a:gd name="csY11" fmla="*/ 131104 h 163983"/>
                  <a:gd name="csX12" fmla="*/ 55916 w 146641"/>
                  <a:gd name="csY12" fmla="*/ 135209 h 163983"/>
                  <a:gd name="csX13" fmla="*/ 72321 w 146641"/>
                  <a:gd name="csY13" fmla="*/ 129059 h 163983"/>
                  <a:gd name="csX14" fmla="*/ 78478 w 146641"/>
                  <a:gd name="csY14" fmla="*/ 137254 h 163983"/>
                  <a:gd name="csX15" fmla="*/ 92830 w 146641"/>
                  <a:gd name="csY15" fmla="*/ 130085 h 163983"/>
                  <a:gd name="csX16" fmla="*/ 94882 w 146641"/>
                  <a:gd name="csY16" fmla="*/ 146483 h 163983"/>
                  <a:gd name="csX17" fmla="*/ 104111 w 146641"/>
                  <a:gd name="csY17" fmla="*/ 147502 h 163983"/>
                  <a:gd name="csX18" fmla="*/ 117444 w 146641"/>
                  <a:gd name="csY18" fmla="*/ 133157 h 163983"/>
                  <a:gd name="csX19" fmla="*/ 120515 w 146641"/>
                  <a:gd name="csY19" fmla="*/ 145457 h 163983"/>
                  <a:gd name="csX20" fmla="*/ 116417 w 146641"/>
                  <a:gd name="csY20" fmla="*/ 154678 h 163983"/>
                  <a:gd name="csX21" fmla="*/ 126672 w 146641"/>
                  <a:gd name="csY21" fmla="*/ 156730 h 163983"/>
                  <a:gd name="csX22" fmla="*/ 130770 w 146641"/>
                  <a:gd name="csY22" fmla="*/ 164926 h 163983"/>
                  <a:gd name="csX23" fmla="*/ 145129 w 146641"/>
                  <a:gd name="csY23" fmla="*/ 164926 h 163983"/>
                  <a:gd name="csX24" fmla="*/ 148207 w 146641"/>
                  <a:gd name="csY24" fmla="*/ 127007 h 163983"/>
                  <a:gd name="csX25" fmla="*/ 132822 w 146641"/>
                  <a:gd name="csY25" fmla="*/ 118804 h 163983"/>
                  <a:gd name="csX26" fmla="*/ 143076 w 146641"/>
                  <a:gd name="csY26" fmla="*/ 115733 h 163983"/>
                  <a:gd name="csX27" fmla="*/ 146155 w 146641"/>
                  <a:gd name="csY27" fmla="*/ 100361 h 163983"/>
                  <a:gd name="csX28" fmla="*/ 121548 w 146641"/>
                  <a:gd name="csY28" fmla="*/ 105485 h 163983"/>
                  <a:gd name="csX29" fmla="*/ 125646 w 146641"/>
                  <a:gd name="csY29" fmla="*/ 77814 h 163983"/>
                  <a:gd name="csX30" fmla="*/ 107189 w 146641"/>
                  <a:gd name="csY30" fmla="*/ 73709 h 163983"/>
                  <a:gd name="csX31" fmla="*/ 90785 w 146641"/>
                  <a:gd name="csY31" fmla="*/ 79859 h 163983"/>
                  <a:gd name="csX32" fmla="*/ 90785 w 146641"/>
                  <a:gd name="csY32" fmla="*/ 71664 h 163983"/>
                  <a:gd name="csX33" fmla="*/ 78478 w 146641"/>
                  <a:gd name="csY33" fmla="*/ 69611 h 163983"/>
                  <a:gd name="csX34" fmla="*/ 80523 w 146641"/>
                  <a:gd name="csY34" fmla="*/ 56285 h 163983"/>
                  <a:gd name="csX35" fmla="*/ 70269 w 146641"/>
                  <a:gd name="csY35" fmla="*/ 54240 h 163983"/>
                  <a:gd name="csX36" fmla="*/ 58988 w 146641"/>
                  <a:gd name="csY36" fmla="*/ 67559 h 163983"/>
                  <a:gd name="csX37" fmla="*/ 56943 w 146641"/>
                  <a:gd name="csY37" fmla="*/ 59364 h 163983"/>
                  <a:gd name="csX38" fmla="*/ 87706 w 146641"/>
                  <a:gd name="csY38" fmla="*/ 942 h 163983"/>
                  <a:gd name="csX39" fmla="*/ 64119 w 146641"/>
                  <a:gd name="csY39" fmla="*/ 6066 h 163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46641" h="163983">
                    <a:moveTo>
                      <a:pt x="64119" y="6066"/>
                    </a:moveTo>
                    <a:lnTo>
                      <a:pt x="50786" y="29640"/>
                    </a:lnTo>
                    <a:lnTo>
                      <a:pt x="36433" y="55259"/>
                    </a:lnTo>
                    <a:lnTo>
                      <a:pt x="31303" y="77814"/>
                    </a:lnTo>
                    <a:lnTo>
                      <a:pt x="23101" y="84983"/>
                    </a:lnTo>
                    <a:lnTo>
                      <a:pt x="22074" y="94211"/>
                    </a:lnTo>
                    <a:lnTo>
                      <a:pt x="2591" y="103433"/>
                    </a:lnTo>
                    <a:lnTo>
                      <a:pt x="4644" y="109583"/>
                    </a:lnTo>
                    <a:lnTo>
                      <a:pt x="14898" y="108557"/>
                    </a:lnTo>
                    <a:lnTo>
                      <a:pt x="1565" y="121883"/>
                    </a:lnTo>
                    <a:lnTo>
                      <a:pt x="13872" y="134183"/>
                    </a:lnTo>
                    <a:lnTo>
                      <a:pt x="42583" y="131104"/>
                    </a:lnTo>
                    <a:lnTo>
                      <a:pt x="55916" y="135209"/>
                    </a:lnTo>
                    <a:lnTo>
                      <a:pt x="72321" y="129059"/>
                    </a:lnTo>
                    <a:lnTo>
                      <a:pt x="78478" y="137254"/>
                    </a:lnTo>
                    <a:lnTo>
                      <a:pt x="92830" y="130085"/>
                    </a:lnTo>
                    <a:lnTo>
                      <a:pt x="94882" y="146483"/>
                    </a:lnTo>
                    <a:lnTo>
                      <a:pt x="104111" y="147502"/>
                    </a:lnTo>
                    <a:lnTo>
                      <a:pt x="117444" y="133157"/>
                    </a:lnTo>
                    <a:lnTo>
                      <a:pt x="120515" y="145457"/>
                    </a:lnTo>
                    <a:lnTo>
                      <a:pt x="116417" y="154678"/>
                    </a:lnTo>
                    <a:lnTo>
                      <a:pt x="126672" y="156730"/>
                    </a:lnTo>
                    <a:lnTo>
                      <a:pt x="130770" y="164926"/>
                    </a:lnTo>
                    <a:lnTo>
                      <a:pt x="145129" y="164926"/>
                    </a:lnTo>
                    <a:lnTo>
                      <a:pt x="148207" y="127007"/>
                    </a:lnTo>
                    <a:lnTo>
                      <a:pt x="132822" y="118804"/>
                    </a:lnTo>
                    <a:lnTo>
                      <a:pt x="143076" y="115733"/>
                    </a:lnTo>
                    <a:lnTo>
                      <a:pt x="146155" y="100361"/>
                    </a:lnTo>
                    <a:lnTo>
                      <a:pt x="121548" y="105485"/>
                    </a:lnTo>
                    <a:lnTo>
                      <a:pt x="125646" y="77814"/>
                    </a:lnTo>
                    <a:lnTo>
                      <a:pt x="107189" y="73709"/>
                    </a:lnTo>
                    <a:lnTo>
                      <a:pt x="90785" y="79859"/>
                    </a:lnTo>
                    <a:lnTo>
                      <a:pt x="90785" y="71664"/>
                    </a:lnTo>
                    <a:lnTo>
                      <a:pt x="78478" y="69611"/>
                    </a:lnTo>
                    <a:lnTo>
                      <a:pt x="80523" y="56285"/>
                    </a:lnTo>
                    <a:lnTo>
                      <a:pt x="70269" y="54240"/>
                    </a:lnTo>
                    <a:lnTo>
                      <a:pt x="58988" y="67559"/>
                    </a:lnTo>
                    <a:lnTo>
                      <a:pt x="56943" y="59364"/>
                    </a:lnTo>
                    <a:lnTo>
                      <a:pt x="87706" y="942"/>
                    </a:lnTo>
                    <a:lnTo>
                      <a:pt x="64119" y="60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5" name="Forme libre : forme 1313">
                <a:extLst>
                  <a:ext uri="{FF2B5EF4-FFF2-40B4-BE49-F238E27FC236}">
                    <a16:creationId xmlns:a16="http://schemas.microsoft.com/office/drawing/2014/main" id="{97A02004-63BE-CAFD-EB01-49B7CB85E446}"/>
                  </a:ext>
                </a:extLst>
              </p:cNvPr>
              <p:cNvSpPr/>
              <p:nvPr/>
            </p:nvSpPr>
            <p:spPr>
              <a:xfrm>
                <a:off x="4265926" y="3497876"/>
                <a:ext cx="23587" cy="39971"/>
              </a:xfrm>
              <a:custGeom>
                <a:avLst/>
                <a:gdLst>
                  <a:gd name="csX0" fmla="*/ 12783 w 23587"/>
                  <a:gd name="csY0" fmla="*/ 32759 h 39971"/>
                  <a:gd name="csX1" fmla="*/ 23037 w 23587"/>
                  <a:gd name="csY1" fmla="*/ 17387 h 39971"/>
                  <a:gd name="csX2" fmla="*/ 25089 w 23587"/>
                  <a:gd name="csY2" fmla="*/ 3035 h 39971"/>
                  <a:gd name="csX3" fmla="*/ 16880 w 23587"/>
                  <a:gd name="csY3" fmla="*/ 983 h 39971"/>
                  <a:gd name="csX4" fmla="*/ 10730 w 23587"/>
                  <a:gd name="csY4" fmla="*/ 16361 h 39971"/>
                  <a:gd name="csX5" fmla="*/ 1502 w 23587"/>
                  <a:gd name="csY5" fmla="*/ 28661 h 39971"/>
                  <a:gd name="csX6" fmla="*/ 5606 w 23587"/>
                  <a:gd name="csY6" fmla="*/ 40954 h 39971"/>
                  <a:gd name="csX7" fmla="*/ 12783 w 23587"/>
                  <a:gd name="csY7" fmla="*/ 32759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587" h="39971">
                    <a:moveTo>
                      <a:pt x="12783" y="32759"/>
                    </a:moveTo>
                    <a:lnTo>
                      <a:pt x="23037" y="17387"/>
                    </a:lnTo>
                    <a:lnTo>
                      <a:pt x="25089" y="3035"/>
                    </a:lnTo>
                    <a:lnTo>
                      <a:pt x="16880" y="983"/>
                    </a:lnTo>
                    <a:lnTo>
                      <a:pt x="10730" y="16361"/>
                    </a:lnTo>
                    <a:lnTo>
                      <a:pt x="1502" y="28661"/>
                    </a:lnTo>
                    <a:lnTo>
                      <a:pt x="5606" y="40954"/>
                    </a:lnTo>
                    <a:lnTo>
                      <a:pt x="12783" y="327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6" name="Forme libre : forme 1314">
                <a:extLst>
                  <a:ext uri="{FF2B5EF4-FFF2-40B4-BE49-F238E27FC236}">
                    <a16:creationId xmlns:a16="http://schemas.microsoft.com/office/drawing/2014/main" id="{58E2AA35-68CD-9BA9-54FE-170374A6F814}"/>
                  </a:ext>
                </a:extLst>
              </p:cNvPr>
              <p:cNvSpPr/>
              <p:nvPr/>
            </p:nvSpPr>
            <p:spPr>
              <a:xfrm>
                <a:off x="4280285" y="3525555"/>
                <a:ext cx="19482" cy="17423"/>
              </a:xfrm>
              <a:custGeom>
                <a:avLst/>
                <a:gdLst>
                  <a:gd name="csX0" fmla="*/ 20994 w 19482"/>
                  <a:gd name="csY0" fmla="*/ 996 h 17423"/>
                  <a:gd name="csX1" fmla="*/ 9713 w 19482"/>
                  <a:gd name="csY1" fmla="*/ 996 h 17423"/>
                  <a:gd name="csX2" fmla="*/ 3556 w 19482"/>
                  <a:gd name="csY2" fmla="*/ 12270 h 17423"/>
                  <a:gd name="csX3" fmla="*/ 1511 w 19482"/>
                  <a:gd name="csY3" fmla="*/ 18420 h 17423"/>
                  <a:gd name="csX4" fmla="*/ 9713 w 19482"/>
                  <a:gd name="csY4" fmla="*/ 18420 h 17423"/>
                  <a:gd name="csX5" fmla="*/ 20994 w 19482"/>
                  <a:gd name="csY5" fmla="*/ 9198 h 17423"/>
                  <a:gd name="csX6" fmla="*/ 20994 w 19482"/>
                  <a:gd name="csY6" fmla="*/ 99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7423">
                    <a:moveTo>
                      <a:pt x="20994" y="996"/>
                    </a:moveTo>
                    <a:lnTo>
                      <a:pt x="9713" y="996"/>
                    </a:lnTo>
                    <a:lnTo>
                      <a:pt x="3556" y="12270"/>
                    </a:lnTo>
                    <a:lnTo>
                      <a:pt x="1511" y="18420"/>
                    </a:lnTo>
                    <a:lnTo>
                      <a:pt x="9713" y="18420"/>
                    </a:lnTo>
                    <a:lnTo>
                      <a:pt x="20994" y="9198"/>
                    </a:lnTo>
                    <a:lnTo>
                      <a:pt x="20994" y="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7" name="Forme libre : forme 1315">
                <a:extLst>
                  <a:ext uri="{FF2B5EF4-FFF2-40B4-BE49-F238E27FC236}">
                    <a16:creationId xmlns:a16="http://schemas.microsoft.com/office/drawing/2014/main" id="{47E6B3B3-6964-FF63-1334-BCB42A1ABA56}"/>
                  </a:ext>
                </a:extLst>
              </p:cNvPr>
              <p:cNvSpPr/>
              <p:nvPr/>
            </p:nvSpPr>
            <p:spPr>
              <a:xfrm>
                <a:off x="4204398" y="3498909"/>
                <a:ext cx="46141" cy="29723"/>
              </a:xfrm>
              <a:custGeom>
                <a:avLst/>
                <a:gdLst>
                  <a:gd name="csX0" fmla="*/ 10698 w 46141"/>
                  <a:gd name="csY0" fmla="*/ 12256 h 29723"/>
                  <a:gd name="csX1" fmla="*/ 9672 w 46141"/>
                  <a:gd name="csY1" fmla="*/ 2009 h 29723"/>
                  <a:gd name="csX2" fmla="*/ 1469 w 46141"/>
                  <a:gd name="csY2" fmla="*/ 982 h 29723"/>
                  <a:gd name="csX3" fmla="*/ 1469 w 46141"/>
                  <a:gd name="csY3" fmla="*/ 16354 h 29723"/>
                  <a:gd name="csX4" fmla="*/ 23005 w 46141"/>
                  <a:gd name="csY4" fmla="*/ 29680 h 29723"/>
                  <a:gd name="csX5" fmla="*/ 42487 w 46141"/>
                  <a:gd name="csY5" fmla="*/ 30706 h 29723"/>
                  <a:gd name="csX6" fmla="*/ 47611 w 46141"/>
                  <a:gd name="csY6" fmla="*/ 18406 h 29723"/>
                  <a:gd name="csX7" fmla="*/ 15828 w 46141"/>
                  <a:gd name="csY7" fmla="*/ 20452 h 29723"/>
                  <a:gd name="csX8" fmla="*/ 10698 w 46141"/>
                  <a:gd name="csY8" fmla="*/ 12256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141" h="29723">
                    <a:moveTo>
                      <a:pt x="10698" y="12256"/>
                    </a:moveTo>
                    <a:lnTo>
                      <a:pt x="9672" y="2009"/>
                    </a:lnTo>
                    <a:lnTo>
                      <a:pt x="1469" y="982"/>
                    </a:lnTo>
                    <a:lnTo>
                      <a:pt x="1469" y="16354"/>
                    </a:lnTo>
                    <a:lnTo>
                      <a:pt x="23005" y="29680"/>
                    </a:lnTo>
                    <a:lnTo>
                      <a:pt x="42487" y="30706"/>
                    </a:lnTo>
                    <a:lnTo>
                      <a:pt x="47611" y="18406"/>
                    </a:lnTo>
                    <a:lnTo>
                      <a:pt x="15828" y="20452"/>
                    </a:lnTo>
                    <a:lnTo>
                      <a:pt x="10698" y="122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8" name="Forme libre : forme 1316">
                <a:extLst>
                  <a:ext uri="{FF2B5EF4-FFF2-40B4-BE49-F238E27FC236}">
                    <a16:creationId xmlns:a16="http://schemas.microsoft.com/office/drawing/2014/main" id="{9D4CA49D-CE3C-5A64-C56B-8C6C97951950}"/>
                  </a:ext>
                </a:extLst>
              </p:cNvPr>
              <p:cNvSpPr/>
              <p:nvPr/>
            </p:nvSpPr>
            <p:spPr>
              <a:xfrm>
                <a:off x="4255678" y="3476355"/>
                <a:ext cx="15378" cy="15371"/>
              </a:xfrm>
              <a:custGeom>
                <a:avLst/>
                <a:gdLst>
                  <a:gd name="csX0" fmla="*/ 8669 w 15378"/>
                  <a:gd name="csY0" fmla="*/ 8140 h 15371"/>
                  <a:gd name="csX1" fmla="*/ 15845 w 15378"/>
                  <a:gd name="csY1" fmla="*/ 6088 h 15371"/>
                  <a:gd name="csX2" fmla="*/ 16872 w 15378"/>
                  <a:gd name="csY2" fmla="*/ 964 h 15371"/>
                  <a:gd name="csX3" fmla="*/ 10722 w 15378"/>
                  <a:gd name="csY3" fmla="*/ 964 h 15371"/>
                  <a:gd name="csX4" fmla="*/ 4565 w 15378"/>
                  <a:gd name="csY4" fmla="*/ 6088 h 15371"/>
                  <a:gd name="csX5" fmla="*/ 1493 w 15378"/>
                  <a:gd name="csY5" fmla="*/ 16335 h 15371"/>
                  <a:gd name="csX6" fmla="*/ 5591 w 15378"/>
                  <a:gd name="csY6" fmla="*/ 16335 h 15371"/>
                  <a:gd name="csX7" fmla="*/ 8669 w 15378"/>
                  <a:gd name="csY7" fmla="*/ 8140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78" h="15371">
                    <a:moveTo>
                      <a:pt x="8669" y="8140"/>
                    </a:moveTo>
                    <a:lnTo>
                      <a:pt x="15845" y="6088"/>
                    </a:lnTo>
                    <a:lnTo>
                      <a:pt x="16872" y="964"/>
                    </a:lnTo>
                    <a:lnTo>
                      <a:pt x="10722" y="964"/>
                    </a:lnTo>
                    <a:lnTo>
                      <a:pt x="4565" y="6088"/>
                    </a:lnTo>
                    <a:lnTo>
                      <a:pt x="1493" y="16335"/>
                    </a:lnTo>
                    <a:lnTo>
                      <a:pt x="5591" y="16335"/>
                    </a:lnTo>
                    <a:lnTo>
                      <a:pt x="8669" y="81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39" name="Forme libre : forme 1317">
                <a:extLst>
                  <a:ext uri="{FF2B5EF4-FFF2-40B4-BE49-F238E27FC236}">
                    <a16:creationId xmlns:a16="http://schemas.microsoft.com/office/drawing/2014/main" id="{24098D36-CFF0-72CD-D2E1-B2543D93A477}"/>
                  </a:ext>
                </a:extLst>
              </p:cNvPr>
              <p:cNvSpPr/>
              <p:nvPr/>
            </p:nvSpPr>
            <p:spPr>
              <a:xfrm>
                <a:off x="4212601" y="3402562"/>
                <a:ext cx="52298" cy="31776"/>
              </a:xfrm>
              <a:custGeom>
                <a:avLst/>
                <a:gdLst>
                  <a:gd name="csX0" fmla="*/ 53781 w 52298"/>
                  <a:gd name="csY0" fmla="*/ 27575 h 31776"/>
                  <a:gd name="csX1" fmla="*/ 19939 w 52298"/>
                  <a:gd name="csY1" fmla="*/ 2975 h 31776"/>
                  <a:gd name="csX2" fmla="*/ 10710 w 52298"/>
                  <a:gd name="csY2" fmla="*/ 922 h 31776"/>
                  <a:gd name="csX3" fmla="*/ 1482 w 52298"/>
                  <a:gd name="csY3" fmla="*/ 9125 h 31776"/>
                  <a:gd name="csX4" fmla="*/ 8658 w 52298"/>
                  <a:gd name="csY4" fmla="*/ 21425 h 31776"/>
                  <a:gd name="csX5" fmla="*/ 26096 w 52298"/>
                  <a:gd name="csY5" fmla="*/ 31672 h 31776"/>
                  <a:gd name="csX6" fmla="*/ 47631 w 52298"/>
                  <a:gd name="csY6" fmla="*/ 32698 h 31776"/>
                  <a:gd name="csX7" fmla="*/ 53781 w 52298"/>
                  <a:gd name="csY7" fmla="*/ 27575 h 317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298" h="31776">
                    <a:moveTo>
                      <a:pt x="53781" y="27575"/>
                    </a:moveTo>
                    <a:lnTo>
                      <a:pt x="19939" y="2975"/>
                    </a:lnTo>
                    <a:lnTo>
                      <a:pt x="10710" y="922"/>
                    </a:lnTo>
                    <a:lnTo>
                      <a:pt x="1482" y="9125"/>
                    </a:lnTo>
                    <a:lnTo>
                      <a:pt x="8658" y="21425"/>
                    </a:lnTo>
                    <a:lnTo>
                      <a:pt x="26096" y="31672"/>
                    </a:lnTo>
                    <a:lnTo>
                      <a:pt x="47631" y="32698"/>
                    </a:lnTo>
                    <a:lnTo>
                      <a:pt x="53781" y="27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0" name="Forme libre : forme 1318">
                <a:extLst>
                  <a:ext uri="{FF2B5EF4-FFF2-40B4-BE49-F238E27FC236}">
                    <a16:creationId xmlns:a16="http://schemas.microsoft.com/office/drawing/2014/main" id="{9D6F979E-62AF-8801-3D04-ECF4367C1BA8}"/>
                  </a:ext>
                </a:extLst>
              </p:cNvPr>
              <p:cNvSpPr/>
              <p:nvPr/>
            </p:nvSpPr>
            <p:spPr>
              <a:xfrm>
                <a:off x="1968159" y="2511670"/>
                <a:ext cx="2876925" cy="3463026"/>
              </a:xfrm>
              <a:custGeom>
                <a:avLst/>
                <a:gdLst>
                  <a:gd name="csX0" fmla="*/ 2824775 w 2876925"/>
                  <a:gd name="csY0" fmla="*/ 2232934 h 3463026"/>
                  <a:gd name="csX1" fmla="*/ 2791959 w 2876925"/>
                  <a:gd name="csY1" fmla="*/ 2208334 h 3463026"/>
                  <a:gd name="csX2" fmla="*/ 2769397 w 2876925"/>
                  <a:gd name="csY2" fmla="*/ 2202184 h 3463026"/>
                  <a:gd name="csX3" fmla="*/ 2750941 w 2876925"/>
                  <a:gd name="csY3" fmla="*/ 2189884 h 3463026"/>
                  <a:gd name="csX4" fmla="*/ 2726327 w 2876925"/>
                  <a:gd name="csY4" fmla="*/ 2191936 h 3463026"/>
                  <a:gd name="csX5" fmla="*/ 2689414 w 2876925"/>
                  <a:gd name="csY5" fmla="*/ 2183734 h 3463026"/>
                  <a:gd name="csX6" fmla="*/ 2677107 w 2876925"/>
                  <a:gd name="csY6" fmla="*/ 2185786 h 3463026"/>
                  <a:gd name="csX7" fmla="*/ 2664800 w 2876925"/>
                  <a:gd name="csY7" fmla="*/ 2196034 h 3463026"/>
                  <a:gd name="csX8" fmla="*/ 2658650 w 2876925"/>
                  <a:gd name="csY8" fmla="*/ 2187832 h 3463026"/>
                  <a:gd name="csX9" fmla="*/ 2668904 w 2876925"/>
                  <a:gd name="csY9" fmla="*/ 2171434 h 3463026"/>
                  <a:gd name="csX10" fmla="*/ 2656598 w 2876925"/>
                  <a:gd name="csY10" fmla="*/ 2159134 h 3463026"/>
                  <a:gd name="csX11" fmla="*/ 2636089 w 2876925"/>
                  <a:gd name="csY11" fmla="*/ 2159647 h 3463026"/>
                  <a:gd name="csX12" fmla="*/ 2613014 w 2876925"/>
                  <a:gd name="csY12" fmla="*/ 2147347 h 3463026"/>
                  <a:gd name="csX13" fmla="*/ 2591479 w 2876925"/>
                  <a:gd name="csY13" fmla="*/ 2145808 h 3463026"/>
                  <a:gd name="csX14" fmla="*/ 2586868 w 2876925"/>
                  <a:gd name="csY14" fmla="*/ 2155036 h 3463026"/>
                  <a:gd name="csX15" fmla="*/ 2566872 w 2876925"/>
                  <a:gd name="csY15" fmla="*/ 2171947 h 3463026"/>
                  <a:gd name="csX16" fmla="*/ 2556105 w 2876925"/>
                  <a:gd name="csY16" fmla="*/ 2171947 h 3463026"/>
                  <a:gd name="csX17" fmla="*/ 2556105 w 2876925"/>
                  <a:gd name="csY17" fmla="*/ 2165797 h 3463026"/>
                  <a:gd name="csX18" fmla="*/ 2574561 w 2876925"/>
                  <a:gd name="csY18" fmla="*/ 2156575 h 3463026"/>
                  <a:gd name="csX19" fmla="*/ 2582251 w 2876925"/>
                  <a:gd name="csY19" fmla="*/ 2141197 h 3463026"/>
                  <a:gd name="csX20" fmla="*/ 2569944 w 2876925"/>
                  <a:gd name="csY20" fmla="*/ 2136586 h 3463026"/>
                  <a:gd name="csX21" fmla="*/ 2562255 w 2876925"/>
                  <a:gd name="csY21" fmla="*/ 2135047 h 3463026"/>
                  <a:gd name="csX22" fmla="*/ 2554565 w 2876925"/>
                  <a:gd name="csY22" fmla="*/ 2127365 h 3463026"/>
                  <a:gd name="csX23" fmla="*/ 2542259 w 2876925"/>
                  <a:gd name="csY23" fmla="*/ 2128897 h 3463026"/>
                  <a:gd name="csX24" fmla="*/ 2534569 w 2876925"/>
                  <a:gd name="csY24" fmla="*/ 2124286 h 3463026"/>
                  <a:gd name="csX25" fmla="*/ 2542259 w 2876925"/>
                  <a:gd name="csY25" fmla="*/ 2118136 h 3463026"/>
                  <a:gd name="csX26" fmla="*/ 2551487 w 2876925"/>
                  <a:gd name="csY26" fmla="*/ 2113526 h 3463026"/>
                  <a:gd name="csX27" fmla="*/ 2554565 w 2876925"/>
                  <a:gd name="csY27" fmla="*/ 2096615 h 3463026"/>
                  <a:gd name="csX28" fmla="*/ 2543798 w 2876925"/>
                  <a:gd name="csY28" fmla="*/ 2087386 h 3463026"/>
                  <a:gd name="csX29" fmla="*/ 2533030 w 2876925"/>
                  <a:gd name="csY29" fmla="*/ 2078165 h 3463026"/>
                  <a:gd name="csX30" fmla="*/ 2525341 w 2876925"/>
                  <a:gd name="csY30" fmla="*/ 2056643 h 3463026"/>
                  <a:gd name="csX31" fmla="*/ 2517652 w 2876925"/>
                  <a:gd name="csY31" fmla="*/ 2039726 h 3463026"/>
                  <a:gd name="csX32" fmla="*/ 2513034 w 2876925"/>
                  <a:gd name="csY32" fmla="*/ 2036654 h 3463026"/>
                  <a:gd name="csX33" fmla="*/ 2488421 w 2876925"/>
                  <a:gd name="csY33" fmla="*/ 2015133 h 3463026"/>
                  <a:gd name="csX34" fmla="*/ 2479192 w 2876925"/>
                  <a:gd name="csY34" fmla="*/ 2012054 h 3463026"/>
                  <a:gd name="csX35" fmla="*/ 2460735 w 2876925"/>
                  <a:gd name="csY35" fmla="*/ 2008983 h 3463026"/>
                  <a:gd name="csX36" fmla="*/ 2449968 w 2876925"/>
                  <a:gd name="csY36" fmla="*/ 2004365 h 3463026"/>
                  <a:gd name="csX37" fmla="*/ 2403826 w 2876925"/>
                  <a:gd name="csY37" fmla="*/ 2002833 h 3463026"/>
                  <a:gd name="csX38" fmla="*/ 2391519 w 2876925"/>
                  <a:gd name="csY38" fmla="*/ 2007444 h 3463026"/>
                  <a:gd name="csX39" fmla="*/ 2386901 w 2876925"/>
                  <a:gd name="csY39" fmla="*/ 1995144 h 3463026"/>
                  <a:gd name="csX40" fmla="*/ 2382291 w 2876925"/>
                  <a:gd name="csY40" fmla="*/ 1984383 h 3463026"/>
                  <a:gd name="csX41" fmla="*/ 2369984 w 2876925"/>
                  <a:gd name="csY41" fmla="*/ 1982844 h 3463026"/>
                  <a:gd name="csX42" fmla="*/ 2362295 w 2876925"/>
                  <a:gd name="csY42" fmla="*/ 1965933 h 3463026"/>
                  <a:gd name="csX43" fmla="*/ 2348449 w 2876925"/>
                  <a:gd name="csY43" fmla="*/ 1956711 h 3463026"/>
                  <a:gd name="csX44" fmla="*/ 2333064 w 2876925"/>
                  <a:gd name="csY44" fmla="*/ 1949022 h 3463026"/>
                  <a:gd name="csX45" fmla="*/ 2320764 w 2876925"/>
                  <a:gd name="csY45" fmla="*/ 1939794 h 3463026"/>
                  <a:gd name="csX46" fmla="*/ 2313068 w 2876925"/>
                  <a:gd name="csY46" fmla="*/ 1929033 h 3463026"/>
                  <a:gd name="csX47" fmla="*/ 2296150 w 2876925"/>
                  <a:gd name="csY47" fmla="*/ 1918272 h 3463026"/>
                  <a:gd name="csX48" fmla="*/ 2280772 w 2876925"/>
                  <a:gd name="csY48" fmla="*/ 1919811 h 3463026"/>
                  <a:gd name="csX49" fmla="*/ 2268465 w 2876925"/>
                  <a:gd name="csY49" fmla="*/ 1901362 h 3463026"/>
                  <a:gd name="csX50" fmla="*/ 2254619 w 2876925"/>
                  <a:gd name="csY50" fmla="*/ 1898283 h 3463026"/>
                  <a:gd name="csX51" fmla="*/ 2245390 w 2876925"/>
                  <a:gd name="csY51" fmla="*/ 1899822 h 3463026"/>
                  <a:gd name="csX52" fmla="*/ 2231544 w 2876925"/>
                  <a:gd name="csY52" fmla="*/ 1910583 h 3463026"/>
                  <a:gd name="csX53" fmla="*/ 2220777 w 2876925"/>
                  <a:gd name="csY53" fmla="*/ 1913661 h 3463026"/>
                  <a:gd name="csX54" fmla="*/ 2206931 w 2876925"/>
                  <a:gd name="csY54" fmla="*/ 1910583 h 3463026"/>
                  <a:gd name="csX55" fmla="*/ 2197702 w 2876925"/>
                  <a:gd name="csY55" fmla="*/ 1904433 h 3463026"/>
                  <a:gd name="csX56" fmla="*/ 2146943 w 2876925"/>
                  <a:gd name="csY56" fmla="*/ 1899822 h 3463026"/>
                  <a:gd name="csX57" fmla="*/ 2146943 w 2876925"/>
                  <a:gd name="csY57" fmla="*/ 1887522 h 3463026"/>
                  <a:gd name="csX58" fmla="*/ 2131564 w 2876925"/>
                  <a:gd name="csY58" fmla="*/ 1879833 h 3463026"/>
                  <a:gd name="csX59" fmla="*/ 2122329 w 2876925"/>
                  <a:gd name="csY59" fmla="*/ 1879833 h 3463026"/>
                  <a:gd name="csX60" fmla="*/ 2116179 w 2876925"/>
                  <a:gd name="csY60" fmla="*/ 1872144 h 3463026"/>
                  <a:gd name="csX61" fmla="*/ 2108490 w 2876925"/>
                  <a:gd name="csY61" fmla="*/ 1870612 h 3463026"/>
                  <a:gd name="csX62" fmla="*/ 2111562 w 2876925"/>
                  <a:gd name="csY62" fmla="*/ 1885983 h 3463026"/>
                  <a:gd name="csX63" fmla="*/ 2086955 w 2876925"/>
                  <a:gd name="csY63" fmla="*/ 1892133 h 3463026"/>
                  <a:gd name="csX64" fmla="*/ 2082337 w 2876925"/>
                  <a:gd name="csY64" fmla="*/ 1902894 h 3463026"/>
                  <a:gd name="csX65" fmla="*/ 2088487 w 2876925"/>
                  <a:gd name="csY65" fmla="*/ 1916733 h 3463026"/>
                  <a:gd name="csX66" fmla="*/ 2088487 w 2876925"/>
                  <a:gd name="csY66" fmla="*/ 1932105 h 3463026"/>
                  <a:gd name="csX67" fmla="*/ 2074648 w 2876925"/>
                  <a:gd name="csY67" fmla="*/ 1936715 h 3463026"/>
                  <a:gd name="csX68" fmla="*/ 2068498 w 2876925"/>
                  <a:gd name="csY68" fmla="*/ 1919805 h 3463026"/>
                  <a:gd name="csX69" fmla="*/ 2074648 w 2876925"/>
                  <a:gd name="csY69" fmla="*/ 1904433 h 3463026"/>
                  <a:gd name="csX70" fmla="*/ 2071570 w 2876925"/>
                  <a:gd name="csY70" fmla="*/ 1896744 h 3463026"/>
                  <a:gd name="csX71" fmla="*/ 2074648 w 2876925"/>
                  <a:gd name="csY71" fmla="*/ 1885983 h 3463026"/>
                  <a:gd name="csX72" fmla="*/ 2088747 w 2876925"/>
                  <a:gd name="csY72" fmla="*/ 1875735 h 3463026"/>
                  <a:gd name="csX73" fmla="*/ 2090033 w 2876925"/>
                  <a:gd name="csY73" fmla="*/ 1869072 h 3463026"/>
                  <a:gd name="csX74" fmla="*/ 2080805 w 2876925"/>
                  <a:gd name="csY74" fmla="*/ 1866001 h 3463026"/>
                  <a:gd name="csX75" fmla="*/ 2066959 w 2876925"/>
                  <a:gd name="csY75" fmla="*/ 1866001 h 3463026"/>
                  <a:gd name="csX76" fmla="*/ 2063880 w 2876925"/>
                  <a:gd name="csY76" fmla="*/ 1876762 h 3463026"/>
                  <a:gd name="csX77" fmla="*/ 2023888 w 2876925"/>
                  <a:gd name="csY77" fmla="*/ 1890594 h 3463026"/>
                  <a:gd name="csX78" fmla="*/ 2017732 w 2876925"/>
                  <a:gd name="csY78" fmla="*/ 1896744 h 3463026"/>
                  <a:gd name="csX79" fmla="*/ 2006964 w 2876925"/>
                  <a:gd name="csY79" fmla="*/ 1892133 h 3463026"/>
                  <a:gd name="csX80" fmla="*/ 1999275 w 2876925"/>
                  <a:gd name="csY80" fmla="*/ 1901355 h 3463026"/>
                  <a:gd name="csX81" fmla="*/ 1997736 w 2876925"/>
                  <a:gd name="csY81" fmla="*/ 1915194 h 3463026"/>
                  <a:gd name="csX82" fmla="*/ 1986968 w 2876925"/>
                  <a:gd name="csY82" fmla="*/ 1919805 h 3463026"/>
                  <a:gd name="csX83" fmla="*/ 1986968 w 2876925"/>
                  <a:gd name="csY83" fmla="*/ 1930565 h 3463026"/>
                  <a:gd name="csX84" fmla="*/ 1973129 w 2876925"/>
                  <a:gd name="csY84" fmla="*/ 1942865 h 3463026"/>
                  <a:gd name="csX85" fmla="*/ 1976200 w 2876925"/>
                  <a:gd name="csY85" fmla="*/ 1953626 h 3463026"/>
                  <a:gd name="csX86" fmla="*/ 1970050 w 2876925"/>
                  <a:gd name="csY86" fmla="*/ 1959776 h 3463026"/>
                  <a:gd name="csX87" fmla="*/ 1957744 w 2876925"/>
                  <a:gd name="csY87" fmla="*/ 1955165 h 3463026"/>
                  <a:gd name="csX88" fmla="*/ 1945437 w 2876925"/>
                  <a:gd name="csY88" fmla="*/ 1942865 h 3463026"/>
                  <a:gd name="csX89" fmla="*/ 1930058 w 2876925"/>
                  <a:gd name="csY89" fmla="*/ 1932105 h 3463026"/>
                  <a:gd name="csX90" fmla="*/ 1913134 w 2876925"/>
                  <a:gd name="csY90" fmla="*/ 1930565 h 3463026"/>
                  <a:gd name="csX91" fmla="*/ 1900834 w 2876925"/>
                  <a:gd name="csY91" fmla="*/ 1935176 h 3463026"/>
                  <a:gd name="csX92" fmla="*/ 1882370 w 2876925"/>
                  <a:gd name="csY92" fmla="*/ 1944405 h 3463026"/>
                  <a:gd name="csX93" fmla="*/ 1873142 w 2876925"/>
                  <a:gd name="csY93" fmla="*/ 1942865 h 3463026"/>
                  <a:gd name="csX94" fmla="*/ 1856224 w 2876925"/>
                  <a:gd name="csY94" fmla="*/ 1929026 h 3463026"/>
                  <a:gd name="csX95" fmla="*/ 1856224 w 2876925"/>
                  <a:gd name="csY95" fmla="*/ 1921337 h 3463026"/>
                  <a:gd name="csX96" fmla="*/ 1831611 w 2876925"/>
                  <a:gd name="csY96" fmla="*/ 1901355 h 3463026"/>
                  <a:gd name="csX97" fmla="*/ 1833150 w 2876925"/>
                  <a:gd name="csY97" fmla="*/ 1885976 h 3463026"/>
                  <a:gd name="csX98" fmla="*/ 1830072 w 2876925"/>
                  <a:gd name="csY98" fmla="*/ 1867533 h 3463026"/>
                  <a:gd name="csX99" fmla="*/ 1831611 w 2876925"/>
                  <a:gd name="csY99" fmla="*/ 1849083 h 3463026"/>
                  <a:gd name="csX100" fmla="*/ 1837768 w 2876925"/>
                  <a:gd name="csY100" fmla="*/ 1826023 h 3463026"/>
                  <a:gd name="csX101" fmla="*/ 1837768 w 2876925"/>
                  <a:gd name="csY101" fmla="*/ 1806033 h 3463026"/>
                  <a:gd name="csX102" fmla="*/ 1830072 w 2876925"/>
                  <a:gd name="csY102" fmla="*/ 1801423 h 3463026"/>
                  <a:gd name="csX103" fmla="*/ 1814693 w 2876925"/>
                  <a:gd name="csY103" fmla="*/ 1786051 h 3463026"/>
                  <a:gd name="csX104" fmla="*/ 1777780 w 2876925"/>
                  <a:gd name="csY104" fmla="*/ 1787583 h 3463026"/>
                  <a:gd name="csX105" fmla="*/ 1737781 w 2876925"/>
                  <a:gd name="csY105" fmla="*/ 1790662 h 3463026"/>
                  <a:gd name="csX106" fmla="*/ 1719324 w 2876925"/>
                  <a:gd name="csY106" fmla="*/ 1782973 h 3463026"/>
                  <a:gd name="csX107" fmla="*/ 1733170 w 2876925"/>
                  <a:gd name="csY107" fmla="*/ 1752996 h 3463026"/>
                  <a:gd name="csX108" fmla="*/ 1734709 w 2876925"/>
                  <a:gd name="csY108" fmla="*/ 1738390 h 3463026"/>
                  <a:gd name="csX109" fmla="*/ 1740859 w 2876925"/>
                  <a:gd name="csY109" fmla="*/ 1733007 h 3463026"/>
                  <a:gd name="csX110" fmla="*/ 1747016 w 2876925"/>
                  <a:gd name="csY110" fmla="*/ 1724551 h 3463026"/>
                  <a:gd name="csX111" fmla="*/ 1747782 w 2876925"/>
                  <a:gd name="csY111" fmla="*/ 1719168 h 3463026"/>
                  <a:gd name="csX112" fmla="*/ 1747016 w 2876925"/>
                  <a:gd name="csY112" fmla="*/ 1696880 h 3463026"/>
                  <a:gd name="csX113" fmla="*/ 1756244 w 2876925"/>
                  <a:gd name="csY113" fmla="*/ 1678430 h 3463026"/>
                  <a:gd name="csX114" fmla="*/ 1763934 w 2876925"/>
                  <a:gd name="csY114" fmla="*/ 1667669 h 3463026"/>
                  <a:gd name="csX115" fmla="*/ 1756244 w 2876925"/>
                  <a:gd name="csY115" fmla="*/ 1658441 h 3463026"/>
                  <a:gd name="csX116" fmla="*/ 1745477 w 2876925"/>
                  <a:gd name="csY116" fmla="*/ 1659980 h 3463026"/>
                  <a:gd name="csX117" fmla="*/ 1739320 w 2876925"/>
                  <a:gd name="csY117" fmla="*/ 1656908 h 3463026"/>
                  <a:gd name="csX118" fmla="*/ 1720863 w 2876925"/>
                  <a:gd name="csY118" fmla="*/ 1656908 h 3463026"/>
                  <a:gd name="csX119" fmla="*/ 1705485 w 2876925"/>
                  <a:gd name="csY119" fmla="*/ 1667669 h 3463026"/>
                  <a:gd name="csX120" fmla="*/ 1694717 w 2876925"/>
                  <a:gd name="csY120" fmla="*/ 1664591 h 3463026"/>
                  <a:gd name="csX121" fmla="*/ 1685482 w 2876925"/>
                  <a:gd name="csY121" fmla="*/ 1678430 h 3463026"/>
                  <a:gd name="csX122" fmla="*/ 1683950 w 2876925"/>
                  <a:gd name="csY122" fmla="*/ 1701491 h 3463026"/>
                  <a:gd name="csX123" fmla="*/ 1668564 w 2876925"/>
                  <a:gd name="csY123" fmla="*/ 1718401 h 3463026"/>
                  <a:gd name="csX124" fmla="*/ 1667025 w 2876925"/>
                  <a:gd name="csY124" fmla="*/ 1726091 h 3463026"/>
                  <a:gd name="csX125" fmla="*/ 1627033 w 2876925"/>
                  <a:gd name="csY125" fmla="*/ 1733773 h 3463026"/>
                  <a:gd name="csX126" fmla="*/ 1616266 w 2876925"/>
                  <a:gd name="csY126" fmla="*/ 1732234 h 3463026"/>
                  <a:gd name="csX127" fmla="*/ 1603959 w 2876925"/>
                  <a:gd name="csY127" fmla="*/ 1735312 h 3463026"/>
                  <a:gd name="csX128" fmla="*/ 1587041 w 2876925"/>
                  <a:gd name="csY128" fmla="*/ 1726084 h 3463026"/>
                  <a:gd name="csX129" fmla="*/ 1580885 w 2876925"/>
                  <a:gd name="csY129" fmla="*/ 1726084 h 3463026"/>
                  <a:gd name="csX130" fmla="*/ 1574735 w 2876925"/>
                  <a:gd name="csY130" fmla="*/ 1721473 h 3463026"/>
                  <a:gd name="csX131" fmla="*/ 1563967 w 2876925"/>
                  <a:gd name="csY131" fmla="*/ 1716862 h 3463026"/>
                  <a:gd name="csX132" fmla="*/ 1560889 w 2876925"/>
                  <a:gd name="csY132" fmla="*/ 1707634 h 3463026"/>
                  <a:gd name="csX133" fmla="*/ 1551660 w 2876925"/>
                  <a:gd name="csY133" fmla="*/ 1695341 h 3463026"/>
                  <a:gd name="csX134" fmla="*/ 1542432 w 2876925"/>
                  <a:gd name="csY134" fmla="*/ 1678430 h 3463026"/>
                  <a:gd name="csX135" fmla="*/ 1531664 w 2876925"/>
                  <a:gd name="csY135" fmla="*/ 1659980 h 3463026"/>
                  <a:gd name="csX136" fmla="*/ 1523975 w 2876925"/>
                  <a:gd name="csY136" fmla="*/ 1636919 h 3463026"/>
                  <a:gd name="csX137" fmla="*/ 1523975 w 2876925"/>
                  <a:gd name="csY137" fmla="*/ 1615391 h 3463026"/>
                  <a:gd name="csX138" fmla="*/ 1525514 w 2876925"/>
                  <a:gd name="csY138" fmla="*/ 1587719 h 3463026"/>
                  <a:gd name="csX139" fmla="*/ 1537821 w 2876925"/>
                  <a:gd name="csY139" fmla="*/ 1567730 h 3463026"/>
                  <a:gd name="csX140" fmla="*/ 1537821 w 2876925"/>
                  <a:gd name="csY140" fmla="*/ 1549287 h 3463026"/>
                  <a:gd name="csX141" fmla="*/ 1536282 w 2876925"/>
                  <a:gd name="csY141" fmla="*/ 1533909 h 3463026"/>
                  <a:gd name="csX142" fmla="*/ 1542432 w 2876925"/>
                  <a:gd name="csY142" fmla="*/ 1524687 h 3463026"/>
                  <a:gd name="csX143" fmla="*/ 1545510 w 2876925"/>
                  <a:gd name="csY143" fmla="*/ 1515459 h 3463026"/>
                  <a:gd name="csX144" fmla="*/ 1567045 w 2876925"/>
                  <a:gd name="csY144" fmla="*/ 1489327 h 3463026"/>
                  <a:gd name="csX145" fmla="*/ 1588581 w 2876925"/>
                  <a:gd name="csY145" fmla="*/ 1483177 h 3463026"/>
                  <a:gd name="csX146" fmla="*/ 1599348 w 2876925"/>
                  <a:gd name="csY146" fmla="*/ 1475494 h 3463026"/>
                  <a:gd name="csX147" fmla="*/ 1614733 w 2876925"/>
                  <a:gd name="csY147" fmla="*/ 1466266 h 3463026"/>
                  <a:gd name="csX148" fmla="*/ 1627033 w 2876925"/>
                  <a:gd name="csY148" fmla="*/ 1466266 h 3463026"/>
                  <a:gd name="csX149" fmla="*/ 1648569 w 2876925"/>
                  <a:gd name="csY149" fmla="*/ 1470877 h 3463026"/>
                  <a:gd name="csX150" fmla="*/ 1659343 w 2876925"/>
                  <a:gd name="csY150" fmla="*/ 1467805 h 3463026"/>
                  <a:gd name="csX151" fmla="*/ 1679332 w 2876925"/>
                  <a:gd name="csY151" fmla="*/ 1483177 h 3463026"/>
                  <a:gd name="csX152" fmla="*/ 1690107 w 2876925"/>
                  <a:gd name="csY152" fmla="*/ 1480105 h 3463026"/>
                  <a:gd name="csX153" fmla="*/ 1705485 w 2876925"/>
                  <a:gd name="csY153" fmla="*/ 1487787 h 3463026"/>
                  <a:gd name="csX154" fmla="*/ 1715226 w 2876925"/>
                  <a:gd name="csY154" fmla="*/ 1487787 h 3463026"/>
                  <a:gd name="csX155" fmla="*/ 1716253 w 2876925"/>
                  <a:gd name="csY155" fmla="*/ 1480618 h 3463026"/>
                  <a:gd name="csX156" fmla="*/ 1707024 w 2876925"/>
                  <a:gd name="csY156" fmla="*/ 1470370 h 3463026"/>
                  <a:gd name="csX157" fmla="*/ 1708050 w 2876925"/>
                  <a:gd name="csY157" fmla="*/ 1459097 h 3463026"/>
                  <a:gd name="csX158" fmla="*/ 1723436 w 2876925"/>
                  <a:gd name="csY158" fmla="*/ 1457044 h 3463026"/>
                  <a:gd name="csX159" fmla="*/ 1743938 w 2876925"/>
                  <a:gd name="csY159" fmla="*/ 1450894 h 3463026"/>
                  <a:gd name="csX160" fmla="*/ 1749068 w 2876925"/>
                  <a:gd name="csY160" fmla="*/ 1454992 h 3463026"/>
                  <a:gd name="csX161" fmla="*/ 1769577 w 2876925"/>
                  <a:gd name="csY161" fmla="*/ 1450894 h 3463026"/>
                  <a:gd name="csX162" fmla="*/ 1782910 w 2876925"/>
                  <a:gd name="csY162" fmla="*/ 1451920 h 3463026"/>
                  <a:gd name="csX163" fmla="*/ 1795217 w 2876925"/>
                  <a:gd name="csY163" fmla="*/ 1458070 h 3463026"/>
                  <a:gd name="csX164" fmla="*/ 1800341 w 2876925"/>
                  <a:gd name="csY164" fmla="*/ 1467292 h 3463026"/>
                  <a:gd name="csX165" fmla="*/ 1809569 w 2876925"/>
                  <a:gd name="csY165" fmla="*/ 1469344 h 3463026"/>
                  <a:gd name="csX166" fmla="*/ 1813674 w 2876925"/>
                  <a:gd name="csY166" fmla="*/ 1462168 h 3463026"/>
                  <a:gd name="csX167" fmla="*/ 1823929 w 2876925"/>
                  <a:gd name="csY167" fmla="*/ 1460123 h 3463026"/>
                  <a:gd name="csX168" fmla="*/ 1836235 w 2876925"/>
                  <a:gd name="csY168" fmla="*/ 1466273 h 3463026"/>
                  <a:gd name="csX169" fmla="*/ 1846490 w 2876925"/>
                  <a:gd name="csY169" fmla="*/ 1481644 h 3463026"/>
                  <a:gd name="csX170" fmla="*/ 1854692 w 2876925"/>
                  <a:gd name="csY170" fmla="*/ 1490866 h 3463026"/>
                  <a:gd name="csX171" fmla="*/ 1854692 w 2876925"/>
                  <a:gd name="csY171" fmla="*/ 1498042 h 3463026"/>
                  <a:gd name="csX172" fmla="*/ 1851614 w 2876925"/>
                  <a:gd name="csY172" fmla="*/ 1502146 h 3463026"/>
                  <a:gd name="csX173" fmla="*/ 1852640 w 2876925"/>
                  <a:gd name="csY173" fmla="*/ 1522642 h 3463026"/>
                  <a:gd name="csX174" fmla="*/ 1859816 w 2876925"/>
                  <a:gd name="csY174" fmla="*/ 1531863 h 3463026"/>
                  <a:gd name="csX175" fmla="*/ 1861868 w 2876925"/>
                  <a:gd name="csY175" fmla="*/ 1548268 h 3463026"/>
                  <a:gd name="csX176" fmla="*/ 1875201 w 2876925"/>
                  <a:gd name="csY176" fmla="*/ 1562613 h 3463026"/>
                  <a:gd name="csX177" fmla="*/ 1882377 w 2876925"/>
                  <a:gd name="csY177" fmla="*/ 1581063 h 3463026"/>
                  <a:gd name="csX178" fmla="*/ 1889553 w 2876925"/>
                  <a:gd name="csY178" fmla="*/ 1582089 h 3463026"/>
                  <a:gd name="csX179" fmla="*/ 1901860 w 2876925"/>
                  <a:gd name="csY179" fmla="*/ 1576966 h 3463026"/>
                  <a:gd name="csX180" fmla="*/ 1905965 w 2876925"/>
                  <a:gd name="csY180" fmla="*/ 1544163 h 3463026"/>
                  <a:gd name="csX181" fmla="*/ 1896736 w 2876925"/>
                  <a:gd name="csY181" fmla="*/ 1507270 h 3463026"/>
                  <a:gd name="csX182" fmla="*/ 1886482 w 2876925"/>
                  <a:gd name="csY182" fmla="*/ 1474468 h 3463026"/>
                  <a:gd name="csX183" fmla="*/ 1878280 w 2876925"/>
                  <a:gd name="csY183" fmla="*/ 1457044 h 3463026"/>
                  <a:gd name="csX184" fmla="*/ 1878280 w 2876925"/>
                  <a:gd name="csY184" fmla="*/ 1433471 h 3463026"/>
                  <a:gd name="csX185" fmla="*/ 1891606 w 2876925"/>
                  <a:gd name="csY185" fmla="*/ 1410923 h 3463026"/>
                  <a:gd name="csX186" fmla="*/ 1893658 w 2876925"/>
                  <a:gd name="csY186" fmla="*/ 1400675 h 3463026"/>
                  <a:gd name="csX187" fmla="*/ 1902893 w 2876925"/>
                  <a:gd name="csY187" fmla="*/ 1399649 h 3463026"/>
                  <a:gd name="csX188" fmla="*/ 1934676 w 2876925"/>
                  <a:gd name="csY188" fmla="*/ 1368906 h 3463026"/>
                  <a:gd name="csX189" fmla="*/ 1951087 w 2876925"/>
                  <a:gd name="csY189" fmla="*/ 1365828 h 3463026"/>
                  <a:gd name="csX190" fmla="*/ 1961342 w 2876925"/>
                  <a:gd name="csY190" fmla="*/ 1351482 h 3463026"/>
                  <a:gd name="csX191" fmla="*/ 1970570 w 2876925"/>
                  <a:gd name="csY191" fmla="*/ 1344306 h 3463026"/>
                  <a:gd name="csX192" fmla="*/ 1974675 w 2876925"/>
                  <a:gd name="csY192" fmla="*/ 1330980 h 3463026"/>
                  <a:gd name="csX193" fmla="*/ 1988001 w 2876925"/>
                  <a:gd name="csY193" fmla="*/ 1322785 h 3463026"/>
                  <a:gd name="csX194" fmla="*/ 1990053 w 2876925"/>
                  <a:gd name="csY194" fmla="*/ 1315608 h 3463026"/>
                  <a:gd name="csX195" fmla="*/ 1981851 w 2876925"/>
                  <a:gd name="csY195" fmla="*/ 1306380 h 3463026"/>
                  <a:gd name="csX196" fmla="*/ 1986982 w 2876925"/>
                  <a:gd name="csY196" fmla="*/ 1299211 h 3463026"/>
                  <a:gd name="csX197" fmla="*/ 1985956 w 2876925"/>
                  <a:gd name="csY197" fmla="*/ 1289982 h 3463026"/>
                  <a:gd name="csX198" fmla="*/ 1978779 w 2876925"/>
                  <a:gd name="csY198" fmla="*/ 1277682 h 3463026"/>
                  <a:gd name="csX199" fmla="*/ 1978779 w 2876925"/>
                  <a:gd name="csY199" fmla="*/ 1247959 h 3463026"/>
                  <a:gd name="csX200" fmla="*/ 1970577 w 2876925"/>
                  <a:gd name="csY200" fmla="*/ 1230542 h 3463026"/>
                  <a:gd name="csX201" fmla="*/ 1976727 w 2876925"/>
                  <a:gd name="csY201" fmla="*/ 1216190 h 3463026"/>
                  <a:gd name="csX202" fmla="*/ 1989034 w 2876925"/>
                  <a:gd name="csY202" fmla="*/ 1215163 h 3463026"/>
                  <a:gd name="csX203" fmla="*/ 1985956 w 2876925"/>
                  <a:gd name="csY203" fmla="*/ 1231561 h 3463026"/>
                  <a:gd name="csX204" fmla="*/ 1989034 w 2876925"/>
                  <a:gd name="csY204" fmla="*/ 1254109 h 3463026"/>
                  <a:gd name="csX205" fmla="*/ 1993132 w 2876925"/>
                  <a:gd name="csY205" fmla="*/ 1268461 h 3463026"/>
                  <a:gd name="csX206" fmla="*/ 1998262 w 2876925"/>
                  <a:gd name="csY206" fmla="*/ 1271532 h 3463026"/>
                  <a:gd name="csX207" fmla="*/ 2007491 w 2876925"/>
                  <a:gd name="csY207" fmla="*/ 1253089 h 3463026"/>
                  <a:gd name="csX208" fmla="*/ 2009543 w 2876925"/>
                  <a:gd name="csY208" fmla="*/ 1233613 h 3463026"/>
                  <a:gd name="csX209" fmla="*/ 2002360 w 2876925"/>
                  <a:gd name="csY209" fmla="*/ 1222339 h 3463026"/>
                  <a:gd name="csX210" fmla="*/ 2006465 w 2876925"/>
                  <a:gd name="csY210" fmla="*/ 1218242 h 3463026"/>
                  <a:gd name="csX211" fmla="*/ 2014667 w 2876925"/>
                  <a:gd name="csY211" fmla="*/ 1225411 h 3463026"/>
                  <a:gd name="csX212" fmla="*/ 2025947 w 2876925"/>
                  <a:gd name="csY212" fmla="*/ 1215163 h 3463026"/>
                  <a:gd name="csX213" fmla="*/ 2029026 w 2876925"/>
                  <a:gd name="csY213" fmla="*/ 1202863 h 3463026"/>
                  <a:gd name="csX214" fmla="*/ 2039280 w 2876925"/>
                  <a:gd name="csY214" fmla="*/ 1189544 h 3463026"/>
                  <a:gd name="csX215" fmla="*/ 2037228 w 2876925"/>
                  <a:gd name="csY215" fmla="*/ 1179290 h 3463026"/>
                  <a:gd name="csX216" fmla="*/ 2033130 w 2876925"/>
                  <a:gd name="csY216" fmla="*/ 1176218 h 3463026"/>
                  <a:gd name="csX217" fmla="*/ 2042359 w 2876925"/>
                  <a:gd name="csY217" fmla="*/ 1172114 h 3463026"/>
                  <a:gd name="csX218" fmla="*/ 2046457 w 2876925"/>
                  <a:gd name="csY218" fmla="*/ 1160847 h 3463026"/>
                  <a:gd name="csX219" fmla="*/ 2054666 w 2876925"/>
                  <a:gd name="csY219" fmla="*/ 1159820 h 3463026"/>
                  <a:gd name="csX220" fmla="*/ 2063894 w 2876925"/>
                  <a:gd name="csY220" fmla="*/ 1164944 h 3463026"/>
                  <a:gd name="csX221" fmla="*/ 2075175 w 2876925"/>
                  <a:gd name="csY221" fmla="*/ 1161866 h 3463026"/>
                  <a:gd name="csX222" fmla="*/ 2086455 w 2876925"/>
                  <a:gd name="csY222" fmla="*/ 1153670 h 3463026"/>
                  <a:gd name="csX223" fmla="*/ 2093632 w 2876925"/>
                  <a:gd name="csY223" fmla="*/ 1161873 h 3463026"/>
                  <a:gd name="csX224" fmla="*/ 2104912 w 2876925"/>
                  <a:gd name="csY224" fmla="*/ 1158794 h 3463026"/>
                  <a:gd name="csX225" fmla="*/ 2113114 w 2876925"/>
                  <a:gd name="csY225" fmla="*/ 1150592 h 3463026"/>
                  <a:gd name="csX226" fmla="*/ 2101834 w 2876925"/>
                  <a:gd name="csY226" fmla="*/ 1146494 h 3463026"/>
                  <a:gd name="csX227" fmla="*/ 2101834 w 2876925"/>
                  <a:gd name="csY227" fmla="*/ 1137273 h 3463026"/>
                  <a:gd name="csX228" fmla="*/ 2094658 w 2876925"/>
                  <a:gd name="csY228" fmla="*/ 1130097 h 3463026"/>
                  <a:gd name="csX229" fmla="*/ 2104912 w 2876925"/>
                  <a:gd name="csY229" fmla="*/ 1114725 h 3463026"/>
                  <a:gd name="csX230" fmla="*/ 2106964 w 2876925"/>
                  <a:gd name="csY230" fmla="*/ 1106523 h 3463026"/>
                  <a:gd name="csX231" fmla="*/ 2115167 w 2876925"/>
                  <a:gd name="csY231" fmla="*/ 1095249 h 3463026"/>
                  <a:gd name="csX232" fmla="*/ 2116193 w 2876925"/>
                  <a:gd name="csY232" fmla="*/ 1087047 h 3463026"/>
                  <a:gd name="csX233" fmla="*/ 2134650 w 2876925"/>
                  <a:gd name="csY233" fmla="*/ 1087047 h 3463026"/>
                  <a:gd name="csX234" fmla="*/ 2138754 w 2876925"/>
                  <a:gd name="csY234" fmla="*/ 1081923 h 3463026"/>
                  <a:gd name="csX235" fmla="*/ 2141826 w 2876925"/>
                  <a:gd name="csY235" fmla="*/ 1072701 h 3463026"/>
                  <a:gd name="csX236" fmla="*/ 2144904 w 2876925"/>
                  <a:gd name="csY236" fmla="*/ 1070649 h 3463026"/>
                  <a:gd name="csX237" fmla="*/ 2149009 w 2876925"/>
                  <a:gd name="csY237" fmla="*/ 1074754 h 3463026"/>
                  <a:gd name="csX238" fmla="*/ 2158237 w 2876925"/>
                  <a:gd name="csY238" fmla="*/ 1073728 h 3463026"/>
                  <a:gd name="csX239" fmla="*/ 2178486 w 2876925"/>
                  <a:gd name="csY239" fmla="*/ 1061941 h 3463026"/>
                  <a:gd name="csX240" fmla="*/ 2186948 w 2876925"/>
                  <a:gd name="csY240" fmla="*/ 1057330 h 3463026"/>
                  <a:gd name="csX241" fmla="*/ 2194125 w 2876925"/>
                  <a:gd name="csY241" fmla="*/ 1047075 h 3463026"/>
                  <a:gd name="csX242" fmla="*/ 2207458 w 2876925"/>
                  <a:gd name="csY242" fmla="*/ 1044004 h 3463026"/>
                  <a:gd name="csX243" fmla="*/ 2220790 w 2876925"/>
                  <a:gd name="csY243" fmla="*/ 1035801 h 3463026"/>
                  <a:gd name="csX244" fmla="*/ 2232071 w 2876925"/>
                  <a:gd name="csY244" fmla="*/ 1028632 h 3463026"/>
                  <a:gd name="csX245" fmla="*/ 2235150 w 2876925"/>
                  <a:gd name="csY245" fmla="*/ 1031704 h 3463026"/>
                  <a:gd name="csX246" fmla="*/ 2233097 w 2876925"/>
                  <a:gd name="csY246" fmla="*/ 1038880 h 3463026"/>
                  <a:gd name="csX247" fmla="*/ 2238221 w 2876925"/>
                  <a:gd name="csY247" fmla="*/ 1040932 h 3463026"/>
                  <a:gd name="csX248" fmla="*/ 2242326 w 2876925"/>
                  <a:gd name="csY248" fmla="*/ 1038880 h 3463026"/>
                  <a:gd name="csX249" fmla="*/ 2244378 w 2876925"/>
                  <a:gd name="csY249" fmla="*/ 1042978 h 3463026"/>
                  <a:gd name="csX250" fmla="*/ 2236169 w 2876925"/>
                  <a:gd name="csY250" fmla="*/ 1051180 h 3463026"/>
                  <a:gd name="csX251" fmla="*/ 2226940 w 2876925"/>
                  <a:gd name="csY251" fmla="*/ 1051180 h 3463026"/>
                  <a:gd name="csX252" fmla="*/ 2212588 w 2876925"/>
                  <a:gd name="csY252" fmla="*/ 1067578 h 3463026"/>
                  <a:gd name="csX253" fmla="*/ 2205405 w 2876925"/>
                  <a:gd name="csY253" fmla="*/ 1069623 h 3463026"/>
                  <a:gd name="csX254" fmla="*/ 2200281 w 2876925"/>
                  <a:gd name="csY254" fmla="*/ 1088073 h 3463026"/>
                  <a:gd name="csX255" fmla="*/ 2209510 w 2876925"/>
                  <a:gd name="csY255" fmla="*/ 1096275 h 3463026"/>
                  <a:gd name="csX256" fmla="*/ 2221817 w 2876925"/>
                  <a:gd name="csY256" fmla="*/ 1095249 h 3463026"/>
                  <a:gd name="csX257" fmla="*/ 2231045 w 2876925"/>
                  <a:gd name="csY257" fmla="*/ 1087054 h 3463026"/>
                  <a:gd name="csX258" fmla="*/ 2234123 w 2876925"/>
                  <a:gd name="csY258" fmla="*/ 1080904 h 3463026"/>
                  <a:gd name="csX259" fmla="*/ 2252580 w 2876925"/>
                  <a:gd name="csY259" fmla="*/ 1060401 h 3463026"/>
                  <a:gd name="csX260" fmla="*/ 2258730 w 2876925"/>
                  <a:gd name="csY260" fmla="*/ 1066551 h 3463026"/>
                  <a:gd name="csX261" fmla="*/ 2264887 w 2876925"/>
                  <a:gd name="csY261" fmla="*/ 1067578 h 3463026"/>
                  <a:gd name="csX262" fmla="*/ 2270011 w 2876925"/>
                  <a:gd name="csY262" fmla="*/ 1062454 h 3463026"/>
                  <a:gd name="csX263" fmla="*/ 2281292 w 2876925"/>
                  <a:gd name="csY263" fmla="*/ 1060401 h 3463026"/>
                  <a:gd name="csX264" fmla="*/ 2291546 w 2876925"/>
                  <a:gd name="csY264" fmla="*/ 1059375 h 3463026"/>
                  <a:gd name="csX265" fmla="*/ 2303853 w 2876925"/>
                  <a:gd name="csY265" fmla="*/ 1048101 h 3463026"/>
                  <a:gd name="csX266" fmla="*/ 2303853 w 2876925"/>
                  <a:gd name="csY266" fmla="*/ 1036828 h 3463026"/>
                  <a:gd name="csX267" fmla="*/ 2295651 w 2876925"/>
                  <a:gd name="csY267" fmla="*/ 1037854 h 3463026"/>
                  <a:gd name="csX268" fmla="*/ 2292572 w 2876925"/>
                  <a:gd name="csY268" fmla="*/ 1029658 h 3463026"/>
                  <a:gd name="csX269" fmla="*/ 2281292 w 2876925"/>
                  <a:gd name="csY269" fmla="*/ 1034782 h 3463026"/>
                  <a:gd name="csX270" fmla="*/ 2265913 w 2876925"/>
                  <a:gd name="csY270" fmla="*/ 1033756 h 3463026"/>
                  <a:gd name="csX271" fmla="*/ 2255659 w 2876925"/>
                  <a:gd name="csY271" fmla="*/ 1026580 h 3463026"/>
                  <a:gd name="csX272" fmla="*/ 2249502 w 2876925"/>
                  <a:gd name="csY272" fmla="*/ 1019404 h 3463026"/>
                  <a:gd name="csX273" fmla="*/ 2226947 w 2876925"/>
                  <a:gd name="csY273" fmla="*/ 1003006 h 3463026"/>
                  <a:gd name="csX274" fmla="*/ 2223869 w 2876925"/>
                  <a:gd name="csY274" fmla="*/ 982511 h 3463026"/>
                  <a:gd name="csX275" fmla="*/ 2229000 w 2876925"/>
                  <a:gd name="csY275" fmla="*/ 976361 h 3463026"/>
                  <a:gd name="csX276" fmla="*/ 2229000 w 2876925"/>
                  <a:gd name="csY276" fmla="*/ 966106 h 3463026"/>
                  <a:gd name="csX277" fmla="*/ 2214640 w 2876925"/>
                  <a:gd name="csY277" fmla="*/ 969185 h 3463026"/>
                  <a:gd name="csX278" fmla="*/ 2205412 w 2876925"/>
                  <a:gd name="csY278" fmla="*/ 963035 h 3463026"/>
                  <a:gd name="csX279" fmla="*/ 2192079 w 2876925"/>
                  <a:gd name="csY279" fmla="*/ 958937 h 3463026"/>
                  <a:gd name="csX280" fmla="*/ 2191053 w 2876925"/>
                  <a:gd name="csY280" fmla="*/ 953806 h 3463026"/>
                  <a:gd name="csX281" fmla="*/ 2200281 w 2876925"/>
                  <a:gd name="csY281" fmla="*/ 947663 h 3463026"/>
                  <a:gd name="csX282" fmla="*/ 2215667 w 2876925"/>
                  <a:gd name="csY282" fmla="*/ 950735 h 3463026"/>
                  <a:gd name="csX283" fmla="*/ 2224895 w 2876925"/>
                  <a:gd name="csY283" fmla="*/ 955859 h 3463026"/>
                  <a:gd name="csX284" fmla="*/ 2244378 w 2876925"/>
                  <a:gd name="csY284" fmla="*/ 939461 h 3463026"/>
                  <a:gd name="csX285" fmla="*/ 2240273 w 2876925"/>
                  <a:gd name="csY285" fmla="*/ 930239 h 3463026"/>
                  <a:gd name="csX286" fmla="*/ 2236176 w 2876925"/>
                  <a:gd name="csY286" fmla="*/ 928187 h 3463026"/>
                  <a:gd name="csX287" fmla="*/ 2219764 w 2876925"/>
                  <a:gd name="csY287" fmla="*/ 914861 h 3463026"/>
                  <a:gd name="csX288" fmla="*/ 2195158 w 2876925"/>
                  <a:gd name="csY288" fmla="*/ 916913 h 3463026"/>
                  <a:gd name="csX289" fmla="*/ 2184903 w 2876925"/>
                  <a:gd name="csY289" fmla="*/ 928187 h 3463026"/>
                  <a:gd name="csX290" fmla="*/ 2163368 w 2876925"/>
                  <a:gd name="csY290" fmla="*/ 934337 h 3463026"/>
                  <a:gd name="csX291" fmla="*/ 2149009 w 2876925"/>
                  <a:gd name="csY291" fmla="*/ 949709 h 3463026"/>
                  <a:gd name="csX292" fmla="*/ 2144904 w 2876925"/>
                  <a:gd name="csY292" fmla="*/ 950735 h 3463026"/>
                  <a:gd name="csX293" fmla="*/ 2122350 w 2876925"/>
                  <a:gd name="csY293" fmla="*/ 974309 h 3463026"/>
                  <a:gd name="csX294" fmla="*/ 2121324 w 2876925"/>
                  <a:gd name="csY294" fmla="*/ 982511 h 3463026"/>
                  <a:gd name="csX295" fmla="*/ 2111069 w 2876925"/>
                  <a:gd name="csY295" fmla="*/ 986609 h 3463026"/>
                  <a:gd name="csX296" fmla="*/ 2099782 w 2876925"/>
                  <a:gd name="csY296" fmla="*/ 999928 h 3463026"/>
                  <a:gd name="csX297" fmla="*/ 2094658 w 2876925"/>
                  <a:gd name="csY297" fmla="*/ 997882 h 3463026"/>
                  <a:gd name="csX298" fmla="*/ 2098762 w 2876925"/>
                  <a:gd name="csY298" fmla="*/ 977380 h 3463026"/>
                  <a:gd name="csX299" fmla="*/ 2116193 w 2876925"/>
                  <a:gd name="csY299" fmla="*/ 964054 h 3463026"/>
                  <a:gd name="csX300" fmla="*/ 2120297 w 2876925"/>
                  <a:gd name="csY300" fmla="*/ 956885 h 3463026"/>
                  <a:gd name="csX301" fmla="*/ 2134657 w 2876925"/>
                  <a:gd name="csY301" fmla="*/ 943559 h 3463026"/>
                  <a:gd name="csX302" fmla="*/ 2146956 w 2876925"/>
                  <a:gd name="csY302" fmla="*/ 922037 h 3463026"/>
                  <a:gd name="csX303" fmla="*/ 2175675 w 2876925"/>
                  <a:gd name="csY303" fmla="*/ 916913 h 3463026"/>
                  <a:gd name="csX304" fmla="*/ 2176701 w 2876925"/>
                  <a:gd name="csY304" fmla="*/ 906666 h 3463026"/>
                  <a:gd name="csX305" fmla="*/ 2185929 w 2876925"/>
                  <a:gd name="csY305" fmla="*/ 900516 h 3463026"/>
                  <a:gd name="csX306" fmla="*/ 2199255 w 2876925"/>
                  <a:gd name="csY306" fmla="*/ 885137 h 3463026"/>
                  <a:gd name="csX307" fmla="*/ 2213614 w 2876925"/>
                  <a:gd name="csY307" fmla="*/ 886163 h 3463026"/>
                  <a:gd name="csX308" fmla="*/ 2216693 w 2876925"/>
                  <a:gd name="csY308" fmla="*/ 889242 h 3463026"/>
                  <a:gd name="csX309" fmla="*/ 2249502 w 2876925"/>
                  <a:gd name="csY309" fmla="*/ 886163 h 3463026"/>
                  <a:gd name="csX310" fmla="*/ 2266939 w 2876925"/>
                  <a:gd name="csY310" fmla="*/ 882066 h 3463026"/>
                  <a:gd name="csX311" fmla="*/ 2278220 w 2876925"/>
                  <a:gd name="csY311" fmla="*/ 888216 h 3463026"/>
                  <a:gd name="csX312" fmla="*/ 2297703 w 2876925"/>
                  <a:gd name="csY312" fmla="*/ 885137 h 3463026"/>
                  <a:gd name="csX313" fmla="*/ 2311036 w 2876925"/>
                  <a:gd name="csY313" fmla="*/ 888216 h 3463026"/>
                  <a:gd name="csX314" fmla="*/ 2333597 w 2876925"/>
                  <a:gd name="csY314" fmla="*/ 888216 h 3463026"/>
                  <a:gd name="csX315" fmla="*/ 2348975 w 2876925"/>
                  <a:gd name="csY315" fmla="*/ 880020 h 3463026"/>
                  <a:gd name="csX316" fmla="*/ 2363335 w 2876925"/>
                  <a:gd name="csY316" fmla="*/ 853368 h 3463026"/>
                  <a:gd name="csX317" fmla="*/ 2378720 w 2876925"/>
                  <a:gd name="csY317" fmla="*/ 845173 h 3463026"/>
                  <a:gd name="csX318" fmla="*/ 2404353 w 2876925"/>
                  <a:gd name="csY318" fmla="*/ 840042 h 3463026"/>
                  <a:gd name="csX319" fmla="*/ 2421790 w 2876925"/>
                  <a:gd name="csY319" fmla="*/ 825697 h 3463026"/>
                  <a:gd name="csX320" fmla="*/ 2425888 w 2876925"/>
                  <a:gd name="csY320" fmla="*/ 824670 h 3463026"/>
                  <a:gd name="csX321" fmla="*/ 2429992 w 2876925"/>
                  <a:gd name="csY321" fmla="*/ 815449 h 3463026"/>
                  <a:gd name="csX322" fmla="*/ 2421790 w 2876925"/>
                  <a:gd name="csY322" fmla="*/ 799051 h 3463026"/>
                  <a:gd name="csX323" fmla="*/ 2428966 w 2876925"/>
                  <a:gd name="csY323" fmla="*/ 787771 h 3463026"/>
                  <a:gd name="csX324" fmla="*/ 2423842 w 2876925"/>
                  <a:gd name="csY324" fmla="*/ 767275 h 3463026"/>
                  <a:gd name="csX325" fmla="*/ 2405379 w 2876925"/>
                  <a:gd name="csY325" fmla="*/ 760099 h 3463026"/>
                  <a:gd name="csX326" fmla="*/ 2391027 w 2876925"/>
                  <a:gd name="csY326" fmla="*/ 769327 h 3463026"/>
                  <a:gd name="csX327" fmla="*/ 2390000 w 2876925"/>
                  <a:gd name="csY327" fmla="*/ 763177 h 3463026"/>
                  <a:gd name="csX328" fmla="*/ 2394098 w 2876925"/>
                  <a:gd name="csY328" fmla="*/ 747799 h 3463026"/>
                  <a:gd name="csX329" fmla="*/ 2381791 w 2876925"/>
                  <a:gd name="csY329" fmla="*/ 746773 h 3463026"/>
                  <a:gd name="csX330" fmla="*/ 2362308 w 2876925"/>
                  <a:gd name="csY330" fmla="*/ 758054 h 3463026"/>
                  <a:gd name="csX331" fmla="*/ 2360256 w 2876925"/>
                  <a:gd name="csY331" fmla="*/ 763171 h 3463026"/>
                  <a:gd name="csX332" fmla="*/ 2354106 w 2876925"/>
                  <a:gd name="csY332" fmla="*/ 763171 h 3463026"/>
                  <a:gd name="csX333" fmla="*/ 2336676 w 2876925"/>
                  <a:gd name="csY333" fmla="*/ 777523 h 3463026"/>
                  <a:gd name="csX334" fmla="*/ 2326421 w 2876925"/>
                  <a:gd name="csY334" fmla="*/ 776497 h 3463026"/>
                  <a:gd name="csX335" fmla="*/ 2323343 w 2876925"/>
                  <a:gd name="csY335" fmla="*/ 763171 h 3463026"/>
                  <a:gd name="csX336" fmla="*/ 2332571 w 2876925"/>
                  <a:gd name="csY336" fmla="*/ 765223 h 3463026"/>
                  <a:gd name="csX337" fmla="*/ 2346930 w 2876925"/>
                  <a:gd name="csY337" fmla="*/ 757028 h 3463026"/>
                  <a:gd name="csX338" fmla="*/ 2371537 w 2876925"/>
                  <a:gd name="csY338" fmla="*/ 742675 h 3463026"/>
                  <a:gd name="csX339" fmla="*/ 2393079 w 2876925"/>
                  <a:gd name="csY339" fmla="*/ 735499 h 3463026"/>
                  <a:gd name="csX340" fmla="*/ 2395124 w 2876925"/>
                  <a:gd name="csY340" fmla="*/ 727304 h 3463026"/>
                  <a:gd name="csX341" fmla="*/ 2377694 w 2876925"/>
                  <a:gd name="csY341" fmla="*/ 723199 h 3463026"/>
                  <a:gd name="csX342" fmla="*/ 2368465 w 2876925"/>
                  <a:gd name="csY342" fmla="*/ 716030 h 3463026"/>
                  <a:gd name="csX343" fmla="*/ 2352054 w 2876925"/>
                  <a:gd name="csY343" fmla="*/ 709880 h 3463026"/>
                  <a:gd name="csX344" fmla="*/ 2342826 w 2876925"/>
                  <a:gd name="csY344" fmla="*/ 712952 h 3463026"/>
                  <a:gd name="csX345" fmla="*/ 2330519 w 2876925"/>
                  <a:gd name="csY345" fmla="*/ 704756 h 3463026"/>
                  <a:gd name="csX346" fmla="*/ 2329499 w 2876925"/>
                  <a:gd name="csY346" fmla="*/ 695528 h 3463026"/>
                  <a:gd name="csX347" fmla="*/ 2319245 w 2876925"/>
                  <a:gd name="csY347" fmla="*/ 678104 h 3463026"/>
                  <a:gd name="csX348" fmla="*/ 2310010 w 2876925"/>
                  <a:gd name="csY348" fmla="*/ 674006 h 3463026"/>
                  <a:gd name="csX349" fmla="*/ 2308990 w 2876925"/>
                  <a:gd name="csY349" fmla="*/ 669909 h 3463026"/>
                  <a:gd name="csX350" fmla="*/ 2296684 w 2876925"/>
                  <a:gd name="csY350" fmla="*/ 664778 h 3463026"/>
                  <a:gd name="csX351" fmla="*/ 2295657 w 2876925"/>
                  <a:gd name="csY351" fmla="*/ 646335 h 3463026"/>
                  <a:gd name="csX352" fmla="*/ 2305912 w 2876925"/>
                  <a:gd name="csY352" fmla="*/ 640185 h 3463026"/>
                  <a:gd name="csX353" fmla="*/ 2303860 w 2876925"/>
                  <a:gd name="csY353" fmla="*/ 630956 h 3463026"/>
                  <a:gd name="csX354" fmla="*/ 2294631 w 2876925"/>
                  <a:gd name="csY354" fmla="*/ 627885 h 3463026"/>
                  <a:gd name="csX355" fmla="*/ 2290527 w 2876925"/>
                  <a:gd name="csY355" fmla="*/ 604311 h 3463026"/>
                  <a:gd name="csX356" fmla="*/ 2276174 w 2876925"/>
                  <a:gd name="csY356" fmla="*/ 592011 h 3463026"/>
                  <a:gd name="csX357" fmla="*/ 2278227 w 2876925"/>
                  <a:gd name="csY357" fmla="*/ 578685 h 3463026"/>
                  <a:gd name="csX358" fmla="*/ 2266946 w 2876925"/>
                  <a:gd name="csY358" fmla="*/ 572535 h 3463026"/>
                  <a:gd name="csX359" fmla="*/ 2266946 w 2876925"/>
                  <a:gd name="csY359" fmla="*/ 552040 h 3463026"/>
                  <a:gd name="csX360" fmla="*/ 2258744 w 2876925"/>
                  <a:gd name="csY360" fmla="*/ 552040 h 3463026"/>
                  <a:gd name="csX361" fmla="*/ 2253613 w 2876925"/>
                  <a:gd name="csY361" fmla="*/ 527440 h 3463026"/>
                  <a:gd name="csX362" fmla="*/ 2243359 w 2876925"/>
                  <a:gd name="csY362" fmla="*/ 518218 h 3463026"/>
                  <a:gd name="csX363" fmla="*/ 2239254 w 2876925"/>
                  <a:gd name="csY363" fmla="*/ 498742 h 3463026"/>
                  <a:gd name="csX364" fmla="*/ 2232078 w 2876925"/>
                  <a:gd name="csY364" fmla="*/ 495664 h 3463026"/>
                  <a:gd name="csX365" fmla="*/ 2224902 w 2876925"/>
                  <a:gd name="csY365" fmla="*/ 507964 h 3463026"/>
                  <a:gd name="csX366" fmla="*/ 2224902 w 2876925"/>
                  <a:gd name="csY366" fmla="*/ 517192 h 3463026"/>
                  <a:gd name="csX367" fmla="*/ 2216693 w 2876925"/>
                  <a:gd name="csY367" fmla="*/ 523342 h 3463026"/>
                  <a:gd name="csX368" fmla="*/ 2218745 w 2876925"/>
                  <a:gd name="csY368" fmla="*/ 540766 h 3463026"/>
                  <a:gd name="csX369" fmla="*/ 2208491 w 2876925"/>
                  <a:gd name="csY369" fmla="*/ 565359 h 3463026"/>
                  <a:gd name="csX370" fmla="*/ 2202341 w 2876925"/>
                  <a:gd name="csY370" fmla="*/ 571509 h 3463026"/>
                  <a:gd name="csX371" fmla="*/ 2201314 w 2876925"/>
                  <a:gd name="csY371" fmla="*/ 565359 h 3463026"/>
                  <a:gd name="csX372" fmla="*/ 2195164 w 2876925"/>
                  <a:gd name="csY372" fmla="*/ 564333 h 3463026"/>
                  <a:gd name="csX373" fmla="*/ 2186955 w 2876925"/>
                  <a:gd name="csY373" fmla="*/ 566385 h 3463026"/>
                  <a:gd name="csX374" fmla="*/ 2186955 w 2876925"/>
                  <a:gd name="csY374" fmla="*/ 577659 h 3463026"/>
                  <a:gd name="csX375" fmla="*/ 2176701 w 2876925"/>
                  <a:gd name="csY375" fmla="*/ 583809 h 3463026"/>
                  <a:gd name="csX376" fmla="*/ 2169525 w 2876925"/>
                  <a:gd name="csY376" fmla="*/ 592004 h 3463026"/>
                  <a:gd name="csX377" fmla="*/ 2159270 w 2876925"/>
                  <a:gd name="csY377" fmla="*/ 584835 h 3463026"/>
                  <a:gd name="csX378" fmla="*/ 2159270 w 2876925"/>
                  <a:gd name="csY378" fmla="*/ 574580 h 3463026"/>
                  <a:gd name="csX379" fmla="*/ 2139787 w 2876925"/>
                  <a:gd name="csY379" fmla="*/ 555111 h 3463026"/>
                  <a:gd name="csX380" fmla="*/ 2128507 w 2876925"/>
                  <a:gd name="csY380" fmla="*/ 565359 h 3463026"/>
                  <a:gd name="csX381" fmla="*/ 2116200 w 2876925"/>
                  <a:gd name="csY381" fmla="*/ 568437 h 3463026"/>
                  <a:gd name="csX382" fmla="*/ 2115174 w 2876925"/>
                  <a:gd name="csY382" fmla="*/ 564333 h 3463026"/>
                  <a:gd name="csX383" fmla="*/ 2129533 w 2876925"/>
                  <a:gd name="csY383" fmla="*/ 555111 h 3463026"/>
                  <a:gd name="csX384" fmla="*/ 2133630 w 2876925"/>
                  <a:gd name="csY384" fmla="*/ 547935 h 3463026"/>
                  <a:gd name="csX385" fmla="*/ 2127480 w 2876925"/>
                  <a:gd name="csY385" fmla="*/ 543837 h 3463026"/>
                  <a:gd name="csX386" fmla="*/ 2120304 w 2876925"/>
                  <a:gd name="csY386" fmla="*/ 543837 h 3463026"/>
                  <a:gd name="csX387" fmla="*/ 2118252 w 2876925"/>
                  <a:gd name="csY387" fmla="*/ 537687 h 3463026"/>
                  <a:gd name="csX388" fmla="*/ 2127480 w 2876925"/>
                  <a:gd name="csY388" fmla="*/ 532564 h 3463026"/>
                  <a:gd name="csX389" fmla="*/ 2126454 w 2876925"/>
                  <a:gd name="csY389" fmla="*/ 522309 h 3463026"/>
                  <a:gd name="csX390" fmla="*/ 2118252 w 2876925"/>
                  <a:gd name="csY390" fmla="*/ 514114 h 3463026"/>
                  <a:gd name="csX391" fmla="*/ 2126454 w 2876925"/>
                  <a:gd name="csY391" fmla="*/ 505911 h 3463026"/>
                  <a:gd name="csX392" fmla="*/ 2125428 w 2876925"/>
                  <a:gd name="csY392" fmla="*/ 486442 h 3463026"/>
                  <a:gd name="csX393" fmla="*/ 2132611 w 2876925"/>
                  <a:gd name="csY393" fmla="*/ 480292 h 3463026"/>
                  <a:gd name="csX394" fmla="*/ 2132611 w 2876925"/>
                  <a:gd name="csY394" fmla="*/ 469018 h 3463026"/>
                  <a:gd name="csX395" fmla="*/ 2124402 w 2876925"/>
                  <a:gd name="csY395" fmla="*/ 466966 h 3463026"/>
                  <a:gd name="csX396" fmla="*/ 2118252 w 2876925"/>
                  <a:gd name="csY396" fmla="*/ 470038 h 3463026"/>
                  <a:gd name="csX397" fmla="*/ 2113121 w 2876925"/>
                  <a:gd name="csY397" fmla="*/ 463888 h 3463026"/>
                  <a:gd name="csX398" fmla="*/ 2087488 w 2876925"/>
                  <a:gd name="csY398" fmla="*/ 462868 h 3463026"/>
                  <a:gd name="csX399" fmla="*/ 2081338 w 2876925"/>
                  <a:gd name="csY399" fmla="*/ 452614 h 3463026"/>
                  <a:gd name="csX400" fmla="*/ 2083391 w 2876925"/>
                  <a:gd name="csY400" fmla="*/ 441340 h 3463026"/>
                  <a:gd name="csX401" fmla="*/ 2074155 w 2876925"/>
                  <a:gd name="csY401" fmla="*/ 438268 h 3463026"/>
                  <a:gd name="csX402" fmla="*/ 2068005 w 2876925"/>
                  <a:gd name="csY402" fmla="*/ 422890 h 3463026"/>
                  <a:gd name="csX403" fmla="*/ 2056725 w 2876925"/>
                  <a:gd name="csY403" fmla="*/ 418792 h 3463026"/>
                  <a:gd name="csX404" fmla="*/ 2051601 w 2876925"/>
                  <a:gd name="csY404" fmla="*/ 411616 h 3463026"/>
                  <a:gd name="csX405" fmla="*/ 2040320 w 2876925"/>
                  <a:gd name="csY405" fmla="*/ 404447 h 3463026"/>
                  <a:gd name="csX406" fmla="*/ 2020831 w 2876925"/>
                  <a:gd name="csY406" fmla="*/ 406492 h 3463026"/>
                  <a:gd name="csX407" fmla="*/ 2015707 w 2876925"/>
                  <a:gd name="csY407" fmla="*/ 415721 h 3463026"/>
                  <a:gd name="csX408" fmla="*/ 2005452 w 2876925"/>
                  <a:gd name="csY408" fmla="*/ 414695 h 3463026"/>
                  <a:gd name="csX409" fmla="*/ 1986995 w 2876925"/>
                  <a:gd name="csY409" fmla="*/ 413669 h 3463026"/>
                  <a:gd name="csX410" fmla="*/ 1970584 w 2876925"/>
                  <a:gd name="csY410" fmla="*/ 403421 h 3463026"/>
                  <a:gd name="csX411" fmla="*/ 1965460 w 2876925"/>
                  <a:gd name="csY411" fmla="*/ 398290 h 3463026"/>
                  <a:gd name="csX412" fmla="*/ 1952127 w 2876925"/>
                  <a:gd name="csY412" fmla="*/ 398290 h 3463026"/>
                  <a:gd name="csX413" fmla="*/ 1944951 w 2876925"/>
                  <a:gd name="csY413" fmla="*/ 403414 h 3463026"/>
                  <a:gd name="csX414" fmla="*/ 1944951 w 2876925"/>
                  <a:gd name="csY414" fmla="*/ 430066 h 3463026"/>
                  <a:gd name="csX415" fmla="*/ 1957258 w 2876925"/>
                  <a:gd name="csY415" fmla="*/ 444412 h 3463026"/>
                  <a:gd name="csX416" fmla="*/ 1956225 w 2876925"/>
                  <a:gd name="csY416" fmla="*/ 459790 h 3463026"/>
                  <a:gd name="csX417" fmla="*/ 1948023 w 2876925"/>
                  <a:gd name="csY417" fmla="*/ 465940 h 3463026"/>
                  <a:gd name="csX418" fmla="*/ 1941873 w 2876925"/>
                  <a:gd name="csY418" fmla="*/ 466966 h 3463026"/>
                  <a:gd name="csX419" fmla="*/ 1944951 w 2876925"/>
                  <a:gd name="csY419" fmla="*/ 475161 h 3463026"/>
                  <a:gd name="csX420" fmla="*/ 1953153 w 2876925"/>
                  <a:gd name="csY420" fmla="*/ 485409 h 3463026"/>
                  <a:gd name="csX421" fmla="*/ 1956225 w 2876925"/>
                  <a:gd name="csY421" fmla="*/ 501807 h 3463026"/>
                  <a:gd name="csX422" fmla="*/ 1961356 w 2876925"/>
                  <a:gd name="csY422" fmla="*/ 512061 h 3463026"/>
                  <a:gd name="csX423" fmla="*/ 1957251 w 2876925"/>
                  <a:gd name="csY423" fmla="*/ 527433 h 3463026"/>
                  <a:gd name="csX424" fmla="*/ 1945970 w 2876925"/>
                  <a:gd name="csY424" fmla="*/ 540759 h 3463026"/>
                  <a:gd name="csX425" fmla="*/ 1944944 w 2876925"/>
                  <a:gd name="csY425" fmla="*/ 548961 h 3463026"/>
                  <a:gd name="csX426" fmla="*/ 1936742 w 2876925"/>
                  <a:gd name="csY426" fmla="*/ 560235 h 3463026"/>
                  <a:gd name="csX427" fmla="*/ 1937768 w 2876925"/>
                  <a:gd name="csY427" fmla="*/ 572528 h 3463026"/>
                  <a:gd name="csX428" fmla="*/ 1955206 w 2876925"/>
                  <a:gd name="csY428" fmla="*/ 588933 h 3463026"/>
                  <a:gd name="csX429" fmla="*/ 1971610 w 2876925"/>
                  <a:gd name="csY429" fmla="*/ 604304 h 3463026"/>
                  <a:gd name="csX430" fmla="*/ 1980839 w 2876925"/>
                  <a:gd name="csY430" fmla="*/ 643249 h 3463026"/>
                  <a:gd name="csX431" fmla="*/ 1974682 w 2876925"/>
                  <a:gd name="csY431" fmla="*/ 679123 h 3463026"/>
                  <a:gd name="csX432" fmla="*/ 1961349 w 2876925"/>
                  <a:gd name="csY432" fmla="*/ 690397 h 3463026"/>
                  <a:gd name="csX433" fmla="*/ 1957251 w 2876925"/>
                  <a:gd name="csY433" fmla="*/ 697573 h 3463026"/>
                  <a:gd name="csX434" fmla="*/ 1945970 w 2876925"/>
                  <a:gd name="csY434" fmla="*/ 708847 h 3463026"/>
                  <a:gd name="csX435" fmla="*/ 1934690 w 2876925"/>
                  <a:gd name="csY435" fmla="*/ 713971 h 3463026"/>
                  <a:gd name="csX436" fmla="*/ 1932637 w 2876925"/>
                  <a:gd name="csY436" fmla="*/ 722173 h 3463026"/>
                  <a:gd name="csX437" fmla="*/ 1919305 w 2876925"/>
                  <a:gd name="csY437" fmla="*/ 723192 h 3463026"/>
                  <a:gd name="csX438" fmla="*/ 1915207 w 2876925"/>
                  <a:gd name="csY438" fmla="*/ 731395 h 3463026"/>
                  <a:gd name="csX439" fmla="*/ 1925461 w 2876925"/>
                  <a:gd name="csY439" fmla="*/ 743695 h 3463026"/>
                  <a:gd name="csX440" fmla="*/ 1928533 w 2876925"/>
                  <a:gd name="csY440" fmla="*/ 763171 h 3463026"/>
                  <a:gd name="csX441" fmla="*/ 1928533 w 2876925"/>
                  <a:gd name="csY441" fmla="*/ 787764 h 3463026"/>
                  <a:gd name="csX442" fmla="*/ 1933664 w 2876925"/>
                  <a:gd name="csY442" fmla="*/ 800064 h 3463026"/>
                  <a:gd name="csX443" fmla="*/ 1939814 w 2876925"/>
                  <a:gd name="csY443" fmla="*/ 809292 h 3463026"/>
                  <a:gd name="csX444" fmla="*/ 1939300 w 2876925"/>
                  <a:gd name="csY444" fmla="*/ 819027 h 3463026"/>
                  <a:gd name="csX445" fmla="*/ 1930072 w 2876925"/>
                  <a:gd name="csY445" fmla="*/ 832866 h 3463026"/>
                  <a:gd name="csX446" fmla="*/ 1926994 w 2876925"/>
                  <a:gd name="csY446" fmla="*/ 845159 h 3463026"/>
                  <a:gd name="csX447" fmla="*/ 1917765 w 2876925"/>
                  <a:gd name="csY447" fmla="*/ 835937 h 3463026"/>
                  <a:gd name="csX448" fmla="*/ 1911615 w 2876925"/>
                  <a:gd name="csY448" fmla="*/ 849777 h 3463026"/>
                  <a:gd name="csX449" fmla="*/ 1905465 w 2876925"/>
                  <a:gd name="csY449" fmla="*/ 846698 h 3463026"/>
                  <a:gd name="csX450" fmla="*/ 1894691 w 2876925"/>
                  <a:gd name="csY450" fmla="*/ 848237 h 3463026"/>
                  <a:gd name="csX451" fmla="*/ 1896230 w 2876925"/>
                  <a:gd name="csY451" fmla="*/ 839009 h 3463026"/>
                  <a:gd name="csX452" fmla="*/ 1883923 w 2876925"/>
                  <a:gd name="csY452" fmla="*/ 820566 h 3463026"/>
                  <a:gd name="csX453" fmla="*/ 1873163 w 2876925"/>
                  <a:gd name="csY453" fmla="*/ 817488 h 3463026"/>
                  <a:gd name="csX454" fmla="*/ 1873163 w 2876925"/>
                  <a:gd name="csY454" fmla="*/ 809805 h 3463026"/>
                  <a:gd name="csX455" fmla="*/ 1859317 w 2876925"/>
                  <a:gd name="csY455" fmla="*/ 797505 h 3463026"/>
                  <a:gd name="csX456" fmla="*/ 1859317 w 2876925"/>
                  <a:gd name="csY456" fmla="*/ 789816 h 3463026"/>
                  <a:gd name="csX457" fmla="*/ 1863934 w 2876925"/>
                  <a:gd name="csY457" fmla="*/ 783666 h 3463026"/>
                  <a:gd name="csX458" fmla="*/ 1865473 w 2876925"/>
                  <a:gd name="csY458" fmla="*/ 754455 h 3463026"/>
                  <a:gd name="csX459" fmla="*/ 1860856 w 2876925"/>
                  <a:gd name="csY459" fmla="*/ 740616 h 3463026"/>
                  <a:gd name="csX460" fmla="*/ 1862395 w 2876925"/>
                  <a:gd name="csY460" fmla="*/ 709866 h 3463026"/>
                  <a:gd name="csX461" fmla="*/ 1851627 w 2876925"/>
                  <a:gd name="csY461" fmla="*/ 702184 h 3463026"/>
                  <a:gd name="csX462" fmla="*/ 1833171 w 2876925"/>
                  <a:gd name="csY462" fmla="*/ 705256 h 3463026"/>
                  <a:gd name="csX463" fmla="*/ 1814707 w 2876925"/>
                  <a:gd name="csY463" fmla="*/ 703723 h 3463026"/>
                  <a:gd name="csX464" fmla="*/ 1805479 w 2876925"/>
                  <a:gd name="csY464" fmla="*/ 697573 h 3463026"/>
                  <a:gd name="csX465" fmla="*/ 1788561 w 2876925"/>
                  <a:gd name="csY465" fmla="*/ 696034 h 3463026"/>
                  <a:gd name="csX466" fmla="*/ 1776254 w 2876925"/>
                  <a:gd name="csY466" fmla="*/ 682195 h 3463026"/>
                  <a:gd name="csX467" fmla="*/ 1754719 w 2876925"/>
                  <a:gd name="csY467" fmla="*/ 679123 h 3463026"/>
                  <a:gd name="csX468" fmla="*/ 1742412 w 2876925"/>
                  <a:gd name="csY468" fmla="*/ 671434 h 3463026"/>
                  <a:gd name="csX469" fmla="*/ 1739341 w 2876925"/>
                  <a:gd name="csY469" fmla="*/ 656063 h 3463026"/>
                  <a:gd name="csX470" fmla="*/ 1734723 w 2876925"/>
                  <a:gd name="csY470" fmla="*/ 654523 h 3463026"/>
                  <a:gd name="csX471" fmla="*/ 1728573 w 2876925"/>
                  <a:gd name="csY471" fmla="*/ 654523 h 3463026"/>
                  <a:gd name="csX472" fmla="*/ 1716266 w 2876925"/>
                  <a:gd name="csY472" fmla="*/ 645295 h 3463026"/>
                  <a:gd name="csX473" fmla="*/ 1691653 w 2876925"/>
                  <a:gd name="csY473" fmla="*/ 629923 h 3463026"/>
                  <a:gd name="csX474" fmla="*/ 1682424 w 2876925"/>
                  <a:gd name="csY474" fmla="*/ 629923 h 3463026"/>
                  <a:gd name="csX475" fmla="*/ 1676274 w 2876925"/>
                  <a:gd name="csY475" fmla="*/ 626852 h 3463026"/>
                  <a:gd name="csX476" fmla="*/ 1659350 w 2876925"/>
                  <a:gd name="csY476" fmla="*/ 626845 h 3463026"/>
                  <a:gd name="csX477" fmla="*/ 1639354 w 2876925"/>
                  <a:gd name="csY477" fmla="*/ 634534 h 3463026"/>
                  <a:gd name="csX478" fmla="*/ 1637815 w 2876925"/>
                  <a:gd name="csY478" fmla="*/ 629923 h 3463026"/>
                  <a:gd name="csX479" fmla="*/ 1642432 w 2876925"/>
                  <a:gd name="csY479" fmla="*/ 613013 h 3463026"/>
                  <a:gd name="csX480" fmla="*/ 1633204 w 2876925"/>
                  <a:gd name="csY480" fmla="*/ 597634 h 3463026"/>
                  <a:gd name="csX481" fmla="*/ 1627054 w 2876925"/>
                  <a:gd name="csY481" fmla="*/ 566891 h 3463026"/>
                  <a:gd name="csX482" fmla="*/ 1616286 w 2876925"/>
                  <a:gd name="csY482" fmla="*/ 563813 h 3463026"/>
                  <a:gd name="csX483" fmla="*/ 1602440 w 2876925"/>
                  <a:gd name="csY483" fmla="*/ 562274 h 3463026"/>
                  <a:gd name="csX484" fmla="*/ 1588594 w 2876925"/>
                  <a:gd name="csY484" fmla="*/ 546902 h 3463026"/>
                  <a:gd name="csX485" fmla="*/ 1588594 w 2876925"/>
                  <a:gd name="csY485" fmla="*/ 523841 h 3463026"/>
                  <a:gd name="csX486" fmla="*/ 1590133 w 2876925"/>
                  <a:gd name="csY486" fmla="*/ 519231 h 3463026"/>
                  <a:gd name="csX487" fmla="*/ 1591673 w 2876925"/>
                  <a:gd name="csY487" fmla="*/ 483870 h 3463026"/>
                  <a:gd name="csX488" fmla="*/ 1602440 w 2876925"/>
                  <a:gd name="csY488" fmla="*/ 466959 h 3463026"/>
                  <a:gd name="csX489" fmla="*/ 1608590 w 2876925"/>
                  <a:gd name="csY489" fmla="*/ 442359 h 3463026"/>
                  <a:gd name="csX490" fmla="*/ 1617825 w 2876925"/>
                  <a:gd name="csY490" fmla="*/ 433131 h 3463026"/>
                  <a:gd name="csX491" fmla="*/ 1619365 w 2876925"/>
                  <a:gd name="csY491" fmla="*/ 420838 h 3463026"/>
                  <a:gd name="csX492" fmla="*/ 1628593 w 2876925"/>
                  <a:gd name="csY492" fmla="*/ 419299 h 3463026"/>
                  <a:gd name="csX493" fmla="*/ 1634743 w 2876925"/>
                  <a:gd name="csY493" fmla="*/ 405459 h 3463026"/>
                  <a:gd name="csX494" fmla="*/ 1647050 w 2876925"/>
                  <a:gd name="csY494" fmla="*/ 399309 h 3463026"/>
                  <a:gd name="csX495" fmla="*/ 1642439 w 2876925"/>
                  <a:gd name="csY495" fmla="*/ 382399 h 3463026"/>
                  <a:gd name="csX496" fmla="*/ 1648589 w 2876925"/>
                  <a:gd name="csY496" fmla="*/ 376249 h 3463026"/>
                  <a:gd name="csX497" fmla="*/ 1653207 w 2876925"/>
                  <a:gd name="csY497" fmla="*/ 380866 h 3463026"/>
                  <a:gd name="csX498" fmla="*/ 1660896 w 2876925"/>
                  <a:gd name="csY498" fmla="*/ 380866 h 3463026"/>
                  <a:gd name="csX499" fmla="*/ 1679353 w 2876925"/>
                  <a:gd name="csY499" fmla="*/ 374716 h 3463026"/>
                  <a:gd name="csX500" fmla="*/ 1679353 w 2876925"/>
                  <a:gd name="csY500" fmla="*/ 365488 h 3463026"/>
                  <a:gd name="csX501" fmla="*/ 1671663 w 2876925"/>
                  <a:gd name="csY501" fmla="*/ 354727 h 3463026"/>
                  <a:gd name="csX502" fmla="*/ 1659357 w 2876925"/>
                  <a:gd name="csY502" fmla="*/ 345506 h 3463026"/>
                  <a:gd name="csX503" fmla="*/ 1668585 w 2876925"/>
                  <a:gd name="csY503" fmla="*/ 342427 h 3463026"/>
                  <a:gd name="csX504" fmla="*/ 1676274 w 2876925"/>
                  <a:gd name="csY504" fmla="*/ 345506 h 3463026"/>
                  <a:gd name="csX505" fmla="*/ 1690120 w 2876925"/>
                  <a:gd name="csY505" fmla="*/ 343966 h 3463026"/>
                  <a:gd name="csX506" fmla="*/ 1700888 w 2876925"/>
                  <a:gd name="csY506" fmla="*/ 328595 h 3463026"/>
                  <a:gd name="csX507" fmla="*/ 1708577 w 2876925"/>
                  <a:gd name="csY507" fmla="*/ 336284 h 3463026"/>
                  <a:gd name="csX508" fmla="*/ 1723962 w 2876925"/>
                  <a:gd name="csY508" fmla="*/ 334745 h 3463026"/>
                  <a:gd name="csX509" fmla="*/ 1734730 w 2876925"/>
                  <a:gd name="csY509" fmla="*/ 319367 h 3463026"/>
                  <a:gd name="csX510" fmla="*/ 1747037 w 2876925"/>
                  <a:gd name="csY510" fmla="*/ 307073 h 3463026"/>
                  <a:gd name="csX511" fmla="*/ 1748569 w 2876925"/>
                  <a:gd name="csY511" fmla="*/ 297845 h 3463026"/>
                  <a:gd name="csX512" fmla="*/ 1753187 w 2876925"/>
                  <a:gd name="csY512" fmla="*/ 280934 h 3463026"/>
                  <a:gd name="csX513" fmla="*/ 1748569 w 2876925"/>
                  <a:gd name="csY513" fmla="*/ 271713 h 3463026"/>
                  <a:gd name="csX514" fmla="*/ 1742419 w 2876925"/>
                  <a:gd name="csY514" fmla="*/ 267095 h 3463026"/>
                  <a:gd name="csX515" fmla="*/ 1720884 w 2876925"/>
                  <a:gd name="csY515" fmla="*/ 265563 h 3463026"/>
                  <a:gd name="csX516" fmla="*/ 1699349 w 2876925"/>
                  <a:gd name="csY516" fmla="*/ 245574 h 3463026"/>
                  <a:gd name="csX517" fmla="*/ 1690120 w 2876925"/>
                  <a:gd name="csY517" fmla="*/ 239424 h 3463026"/>
                  <a:gd name="csX518" fmla="*/ 1696277 w 2876925"/>
                  <a:gd name="csY518" fmla="*/ 234813 h 3463026"/>
                  <a:gd name="csX519" fmla="*/ 1714734 w 2876925"/>
                  <a:gd name="csY519" fmla="*/ 240963 h 3463026"/>
                  <a:gd name="csX520" fmla="*/ 1731651 w 2876925"/>
                  <a:gd name="csY520" fmla="*/ 256334 h 3463026"/>
                  <a:gd name="csX521" fmla="*/ 1751647 w 2876925"/>
                  <a:gd name="csY521" fmla="*/ 259413 h 3463026"/>
                  <a:gd name="csX522" fmla="*/ 1763954 w 2876925"/>
                  <a:gd name="csY522" fmla="*/ 245574 h 3463026"/>
                  <a:gd name="csX523" fmla="*/ 1782418 w 2876925"/>
                  <a:gd name="csY523" fmla="*/ 231741 h 3463026"/>
                  <a:gd name="csX524" fmla="*/ 1783950 w 2876925"/>
                  <a:gd name="csY524" fmla="*/ 216363 h 3463026"/>
                  <a:gd name="csX525" fmla="*/ 1773189 w 2876925"/>
                  <a:gd name="csY525" fmla="*/ 214831 h 3463026"/>
                  <a:gd name="csX526" fmla="*/ 1767033 w 2876925"/>
                  <a:gd name="csY526" fmla="*/ 208681 h 3463026"/>
                  <a:gd name="csX527" fmla="*/ 1768572 w 2876925"/>
                  <a:gd name="csY527" fmla="*/ 200991 h 3463026"/>
                  <a:gd name="csX528" fmla="*/ 1785489 w 2876925"/>
                  <a:gd name="csY528" fmla="*/ 199452 h 3463026"/>
                  <a:gd name="csX529" fmla="*/ 1791646 w 2876925"/>
                  <a:gd name="csY529" fmla="*/ 210213 h 3463026"/>
                  <a:gd name="csX530" fmla="*/ 1800875 w 2876925"/>
                  <a:gd name="csY530" fmla="*/ 214831 h 3463026"/>
                  <a:gd name="csX531" fmla="*/ 1810103 w 2876925"/>
                  <a:gd name="csY531" fmla="*/ 216363 h 3463026"/>
                  <a:gd name="csX532" fmla="*/ 1823949 w 2876925"/>
                  <a:gd name="csY532" fmla="*/ 210213 h 3463026"/>
                  <a:gd name="csX533" fmla="*/ 1822410 w 2876925"/>
                  <a:gd name="csY533" fmla="*/ 202531 h 3463026"/>
                  <a:gd name="csX534" fmla="*/ 1808564 w 2876925"/>
                  <a:gd name="csY534" fmla="*/ 192303 h 3463026"/>
                  <a:gd name="csX535" fmla="*/ 1803953 w 2876925"/>
                  <a:gd name="csY535" fmla="*/ 188616 h 3463026"/>
                  <a:gd name="csX536" fmla="*/ 1810103 w 2876925"/>
                  <a:gd name="csY536" fmla="*/ 184922 h 3463026"/>
                  <a:gd name="csX537" fmla="*/ 1819331 w 2876925"/>
                  <a:gd name="csY537" fmla="*/ 186769 h 3463026"/>
                  <a:gd name="csX538" fmla="*/ 1825488 w 2876925"/>
                  <a:gd name="csY538" fmla="*/ 191380 h 3463026"/>
                  <a:gd name="csX539" fmla="*/ 1833177 w 2876925"/>
                  <a:gd name="csY539" fmla="*/ 200991 h 3463026"/>
                  <a:gd name="csX540" fmla="*/ 1845484 w 2876925"/>
                  <a:gd name="csY540" fmla="*/ 202531 h 3463026"/>
                  <a:gd name="csX541" fmla="*/ 1854713 w 2876925"/>
                  <a:gd name="csY541" fmla="*/ 196381 h 3463026"/>
                  <a:gd name="csX542" fmla="*/ 1871630 w 2876925"/>
                  <a:gd name="csY542" fmla="*/ 189540 h 3463026"/>
                  <a:gd name="csX543" fmla="*/ 1873169 w 2876925"/>
                  <a:gd name="csY543" fmla="*/ 182158 h 3463026"/>
                  <a:gd name="csX544" fmla="*/ 1885476 w 2876925"/>
                  <a:gd name="csY544" fmla="*/ 166479 h 3463026"/>
                  <a:gd name="csX545" fmla="*/ 1873169 w 2876925"/>
                  <a:gd name="csY545" fmla="*/ 152640 h 3463026"/>
                  <a:gd name="csX546" fmla="*/ 1863941 w 2876925"/>
                  <a:gd name="csY546" fmla="*/ 148953 h 3463026"/>
                  <a:gd name="csX547" fmla="*/ 1857791 w 2876925"/>
                  <a:gd name="csY547" fmla="*/ 137884 h 3463026"/>
                  <a:gd name="csX548" fmla="*/ 1863941 w 2876925"/>
                  <a:gd name="csY548" fmla="*/ 136037 h 3463026"/>
                  <a:gd name="csX549" fmla="*/ 1876248 w 2876925"/>
                  <a:gd name="csY549" fmla="*/ 135113 h 3463026"/>
                  <a:gd name="csX550" fmla="*/ 1879326 w 2876925"/>
                  <a:gd name="csY550" fmla="*/ 125892 h 3463026"/>
                  <a:gd name="csX551" fmla="*/ 1870098 w 2876925"/>
                  <a:gd name="csY551" fmla="*/ 119434 h 3463026"/>
                  <a:gd name="csX552" fmla="*/ 1877787 w 2876925"/>
                  <a:gd name="csY552" fmla="*/ 111129 h 3463026"/>
                  <a:gd name="csX553" fmla="*/ 1876248 w 2876925"/>
                  <a:gd name="csY553" fmla="*/ 103748 h 3463026"/>
                  <a:gd name="csX554" fmla="*/ 1865480 w 2876925"/>
                  <a:gd name="csY554" fmla="*/ 103748 h 3463026"/>
                  <a:gd name="csX555" fmla="*/ 1857791 w 2876925"/>
                  <a:gd name="csY555" fmla="*/ 100061 h 3463026"/>
                  <a:gd name="csX556" fmla="*/ 1854713 w 2876925"/>
                  <a:gd name="csY556" fmla="*/ 94526 h 3463026"/>
                  <a:gd name="csX557" fmla="*/ 1860863 w 2876925"/>
                  <a:gd name="csY557" fmla="*/ 91756 h 3463026"/>
                  <a:gd name="csX558" fmla="*/ 1854713 w 2876925"/>
                  <a:gd name="csY558" fmla="*/ 88068 h 3463026"/>
                  <a:gd name="csX559" fmla="*/ 1834717 w 2876925"/>
                  <a:gd name="csY559" fmla="*/ 88068 h 3463026"/>
                  <a:gd name="csX560" fmla="*/ 1823949 w 2876925"/>
                  <a:gd name="csY560" fmla="*/ 86221 h 3463026"/>
                  <a:gd name="csX561" fmla="*/ 1814721 w 2876925"/>
                  <a:gd name="csY561" fmla="*/ 81611 h 3463026"/>
                  <a:gd name="csX562" fmla="*/ 1799335 w 2876925"/>
                  <a:gd name="csY562" fmla="*/ 83458 h 3463026"/>
                  <a:gd name="csX563" fmla="*/ 1796264 w 2876925"/>
                  <a:gd name="csY563" fmla="*/ 86221 h 3463026"/>
                  <a:gd name="csX564" fmla="*/ 1794725 w 2876925"/>
                  <a:gd name="csY564" fmla="*/ 108365 h 3463026"/>
                  <a:gd name="csX565" fmla="*/ 1800875 w 2876925"/>
                  <a:gd name="csY565" fmla="*/ 111129 h 3463026"/>
                  <a:gd name="csX566" fmla="*/ 1799335 w 2876925"/>
                  <a:gd name="csY566" fmla="*/ 116663 h 3463026"/>
                  <a:gd name="csX567" fmla="*/ 1788568 w 2876925"/>
                  <a:gd name="csY567" fmla="*/ 123121 h 3463026"/>
                  <a:gd name="csX568" fmla="*/ 1787029 w 2876925"/>
                  <a:gd name="csY568" fmla="*/ 133266 h 3463026"/>
                  <a:gd name="csX569" fmla="*/ 1780879 w 2876925"/>
                  <a:gd name="csY569" fmla="*/ 147106 h 3463026"/>
                  <a:gd name="csX570" fmla="*/ 1771650 w 2876925"/>
                  <a:gd name="csY570" fmla="*/ 159098 h 3463026"/>
                  <a:gd name="csX571" fmla="*/ 1767033 w 2876925"/>
                  <a:gd name="csY571" fmla="*/ 166479 h 3463026"/>
                  <a:gd name="csX572" fmla="*/ 1756265 w 2876925"/>
                  <a:gd name="csY572" fmla="*/ 169243 h 3463026"/>
                  <a:gd name="csX573" fmla="*/ 1754733 w 2876925"/>
                  <a:gd name="csY573" fmla="*/ 177548 h 3463026"/>
                  <a:gd name="csX574" fmla="*/ 1750115 w 2876925"/>
                  <a:gd name="csY574" fmla="*/ 177548 h 3463026"/>
                  <a:gd name="csX575" fmla="*/ 1730119 w 2876925"/>
                  <a:gd name="csY575" fmla="*/ 160021 h 3463026"/>
                  <a:gd name="csX576" fmla="*/ 1731658 w 2876925"/>
                  <a:gd name="csY576" fmla="*/ 139724 h 3463026"/>
                  <a:gd name="csX577" fmla="*/ 1743965 w 2876925"/>
                  <a:gd name="csY577" fmla="*/ 138801 h 3463026"/>
                  <a:gd name="csX578" fmla="*/ 1742426 w 2876925"/>
                  <a:gd name="csY578" fmla="*/ 131419 h 3463026"/>
                  <a:gd name="csX579" fmla="*/ 1736269 w 2876925"/>
                  <a:gd name="csY579" fmla="*/ 123121 h 3463026"/>
                  <a:gd name="csX580" fmla="*/ 1716273 w 2876925"/>
                  <a:gd name="csY580" fmla="*/ 112053 h 3463026"/>
                  <a:gd name="csX581" fmla="*/ 1711662 w 2876925"/>
                  <a:gd name="csY581" fmla="*/ 107442 h 3463026"/>
                  <a:gd name="csX582" fmla="*/ 1699355 w 2876925"/>
                  <a:gd name="csY582" fmla="*/ 113893 h 3463026"/>
                  <a:gd name="csX583" fmla="*/ 1699355 w 2876925"/>
                  <a:gd name="csY583" fmla="*/ 123121 h 3463026"/>
                  <a:gd name="csX584" fmla="*/ 1696277 w 2876925"/>
                  <a:gd name="csY584" fmla="*/ 135113 h 3463026"/>
                  <a:gd name="csX585" fmla="*/ 1688588 w 2876925"/>
                  <a:gd name="csY585" fmla="*/ 137877 h 3463026"/>
                  <a:gd name="csX586" fmla="*/ 1682431 w 2876925"/>
                  <a:gd name="csY586" fmla="*/ 134190 h 3463026"/>
                  <a:gd name="csX587" fmla="*/ 1682431 w 2876925"/>
                  <a:gd name="csY587" fmla="*/ 115740 h 3463026"/>
                  <a:gd name="csX588" fmla="*/ 1667053 w 2876925"/>
                  <a:gd name="csY588" fmla="*/ 105595 h 3463026"/>
                  <a:gd name="csX589" fmla="*/ 1670131 w 2876925"/>
                  <a:gd name="csY589" fmla="*/ 101901 h 3463026"/>
                  <a:gd name="csX590" fmla="*/ 1682431 w 2876925"/>
                  <a:gd name="csY590" fmla="*/ 101901 h 3463026"/>
                  <a:gd name="csX591" fmla="*/ 1680899 w 2876925"/>
                  <a:gd name="csY591" fmla="*/ 98214 h 3463026"/>
                  <a:gd name="csX592" fmla="*/ 1668592 w 2876925"/>
                  <a:gd name="csY592" fmla="*/ 89909 h 3463026"/>
                  <a:gd name="csX593" fmla="*/ 1653207 w 2876925"/>
                  <a:gd name="csY593" fmla="*/ 93603 h 3463026"/>
                  <a:gd name="csX594" fmla="*/ 1636289 w 2876925"/>
                  <a:gd name="csY594" fmla="*/ 85298 h 3463026"/>
                  <a:gd name="csX595" fmla="*/ 1642439 w 2876925"/>
                  <a:gd name="csY595" fmla="*/ 77000 h 3463026"/>
                  <a:gd name="csX596" fmla="*/ 1640907 w 2876925"/>
                  <a:gd name="csY596" fmla="*/ 72382 h 3463026"/>
                  <a:gd name="csX597" fmla="*/ 1645518 w 2876925"/>
                  <a:gd name="csY597" fmla="*/ 71466 h 3463026"/>
                  <a:gd name="csX598" fmla="*/ 1657824 w 2876925"/>
                  <a:gd name="csY598" fmla="*/ 72382 h 3463026"/>
                  <a:gd name="csX599" fmla="*/ 1657824 w 2876925"/>
                  <a:gd name="csY599" fmla="*/ 64084 h 3463026"/>
                  <a:gd name="csX600" fmla="*/ 1631671 w 2876925"/>
                  <a:gd name="csY600" fmla="*/ 44711 h 3463026"/>
                  <a:gd name="csX601" fmla="*/ 1630139 w 2876925"/>
                  <a:gd name="csY601" fmla="*/ 25337 h 3463026"/>
                  <a:gd name="csX602" fmla="*/ 1625521 w 2876925"/>
                  <a:gd name="csY602" fmla="*/ 21650 h 3463026"/>
                  <a:gd name="csX603" fmla="*/ 1622450 w 2876925"/>
                  <a:gd name="csY603" fmla="*/ 11505 h 3463026"/>
                  <a:gd name="csX604" fmla="*/ 1613215 w 2876925"/>
                  <a:gd name="csY604" fmla="*/ 8734 h 3463026"/>
                  <a:gd name="csX605" fmla="*/ 1602447 w 2876925"/>
                  <a:gd name="csY605" fmla="*/ 7811 h 3463026"/>
                  <a:gd name="csX606" fmla="*/ 1596297 w 2876925"/>
                  <a:gd name="csY606" fmla="*/ 2277 h 3463026"/>
                  <a:gd name="csX607" fmla="*/ 1587069 w 2876925"/>
                  <a:gd name="csY607" fmla="*/ 1353 h 3463026"/>
                  <a:gd name="csX608" fmla="*/ 1582451 w 2876925"/>
                  <a:gd name="csY608" fmla="*/ 7811 h 3463026"/>
                  <a:gd name="csX609" fmla="*/ 1574762 w 2876925"/>
                  <a:gd name="csY609" fmla="*/ 7811 h 3463026"/>
                  <a:gd name="csX610" fmla="*/ 1568612 w 2876925"/>
                  <a:gd name="csY610" fmla="*/ 14269 h 3463026"/>
                  <a:gd name="csX611" fmla="*/ 1576301 w 2876925"/>
                  <a:gd name="csY611" fmla="*/ 18880 h 3463026"/>
                  <a:gd name="csX612" fmla="*/ 1568612 w 2876925"/>
                  <a:gd name="csY612" fmla="*/ 23497 h 3463026"/>
                  <a:gd name="csX613" fmla="*/ 1562455 w 2876925"/>
                  <a:gd name="csY613" fmla="*/ 22574 h 3463026"/>
                  <a:gd name="csX614" fmla="*/ 1557844 w 2876925"/>
                  <a:gd name="csY614" fmla="*/ 24421 h 3463026"/>
                  <a:gd name="csX615" fmla="*/ 1550148 w 2876925"/>
                  <a:gd name="csY615" fmla="*/ 46558 h 3463026"/>
                  <a:gd name="csX616" fmla="*/ 1557844 w 2876925"/>
                  <a:gd name="csY616" fmla="*/ 52092 h 3463026"/>
                  <a:gd name="csX617" fmla="*/ 1563994 w 2876925"/>
                  <a:gd name="csY617" fmla="*/ 52092 h 3463026"/>
                  <a:gd name="csX618" fmla="*/ 1563994 w 2876925"/>
                  <a:gd name="csY618" fmla="*/ 56703 h 3463026"/>
                  <a:gd name="csX619" fmla="*/ 1554766 w 2876925"/>
                  <a:gd name="csY619" fmla="*/ 55779 h 3463026"/>
                  <a:gd name="csX620" fmla="*/ 1550148 w 2876925"/>
                  <a:gd name="csY620" fmla="*/ 71459 h 3463026"/>
                  <a:gd name="csX621" fmla="*/ 1559377 w 2876925"/>
                  <a:gd name="csY621" fmla="*/ 78840 h 3463026"/>
                  <a:gd name="csX622" fmla="*/ 1571684 w 2876925"/>
                  <a:gd name="csY622" fmla="*/ 85298 h 3463026"/>
                  <a:gd name="csX623" fmla="*/ 1582451 w 2876925"/>
                  <a:gd name="csY623" fmla="*/ 86221 h 3463026"/>
                  <a:gd name="csX624" fmla="*/ 1590140 w 2876925"/>
                  <a:gd name="csY624" fmla="*/ 87145 h 3463026"/>
                  <a:gd name="csX625" fmla="*/ 1591679 w 2876925"/>
                  <a:gd name="csY625" fmla="*/ 93603 h 3463026"/>
                  <a:gd name="csX626" fmla="*/ 1603986 w 2876925"/>
                  <a:gd name="csY626" fmla="*/ 95443 h 3463026"/>
                  <a:gd name="csX627" fmla="*/ 1613215 w 2876925"/>
                  <a:gd name="csY627" fmla="*/ 92679 h 3463026"/>
                  <a:gd name="csX628" fmla="*/ 1614754 w 2876925"/>
                  <a:gd name="csY628" fmla="*/ 98214 h 3463026"/>
                  <a:gd name="csX629" fmla="*/ 1599369 w 2876925"/>
                  <a:gd name="csY629" fmla="*/ 103748 h 3463026"/>
                  <a:gd name="csX630" fmla="*/ 1591679 w 2876925"/>
                  <a:gd name="csY630" fmla="*/ 119427 h 3463026"/>
                  <a:gd name="csX631" fmla="*/ 1599369 w 2876925"/>
                  <a:gd name="csY631" fmla="*/ 123121 h 3463026"/>
                  <a:gd name="csX632" fmla="*/ 1607058 w 2876925"/>
                  <a:gd name="csY632" fmla="*/ 119427 h 3463026"/>
                  <a:gd name="csX633" fmla="*/ 1611675 w 2876925"/>
                  <a:gd name="csY633" fmla="*/ 115740 h 3463026"/>
                  <a:gd name="csX634" fmla="*/ 1616293 w 2876925"/>
                  <a:gd name="csY634" fmla="*/ 122198 h 3463026"/>
                  <a:gd name="csX635" fmla="*/ 1613215 w 2876925"/>
                  <a:gd name="csY635" fmla="*/ 131419 h 3463026"/>
                  <a:gd name="csX636" fmla="*/ 1594758 w 2876925"/>
                  <a:gd name="csY636" fmla="*/ 144335 h 3463026"/>
                  <a:gd name="csX637" fmla="*/ 1583990 w 2876925"/>
                  <a:gd name="csY637" fmla="*/ 144335 h 3463026"/>
                  <a:gd name="csX638" fmla="*/ 1571684 w 2876925"/>
                  <a:gd name="csY638" fmla="*/ 149869 h 3463026"/>
                  <a:gd name="csX639" fmla="*/ 1570144 w 2876925"/>
                  <a:gd name="csY639" fmla="*/ 155404 h 3463026"/>
                  <a:gd name="csX640" fmla="*/ 1582451 w 2876925"/>
                  <a:gd name="csY640" fmla="*/ 166472 h 3463026"/>
                  <a:gd name="csX641" fmla="*/ 1577834 w 2876925"/>
                  <a:gd name="csY641" fmla="*/ 172930 h 3463026"/>
                  <a:gd name="csX642" fmla="*/ 1559377 w 2876925"/>
                  <a:gd name="csY642" fmla="*/ 169243 h 3463026"/>
                  <a:gd name="csX643" fmla="*/ 1556298 w 2876925"/>
                  <a:gd name="csY643" fmla="*/ 157251 h 3463026"/>
                  <a:gd name="csX644" fmla="*/ 1562455 w 2876925"/>
                  <a:gd name="csY644" fmla="*/ 152640 h 3463026"/>
                  <a:gd name="csX645" fmla="*/ 1562455 w 2876925"/>
                  <a:gd name="csY645" fmla="*/ 144335 h 3463026"/>
                  <a:gd name="csX646" fmla="*/ 1553227 w 2876925"/>
                  <a:gd name="csY646" fmla="*/ 142488 h 3463026"/>
                  <a:gd name="csX647" fmla="*/ 1537842 w 2876925"/>
                  <a:gd name="csY647" fmla="*/ 136030 h 3463026"/>
                  <a:gd name="csX648" fmla="*/ 1527074 w 2876925"/>
                  <a:gd name="csY648" fmla="*/ 132343 h 3463026"/>
                  <a:gd name="csX649" fmla="*/ 1520924 w 2876925"/>
                  <a:gd name="csY649" fmla="*/ 135113 h 3463026"/>
                  <a:gd name="csX650" fmla="*/ 1507078 w 2876925"/>
                  <a:gd name="csY650" fmla="*/ 136030 h 3463026"/>
                  <a:gd name="csX651" fmla="*/ 1500921 w 2876925"/>
                  <a:gd name="csY651" fmla="*/ 158174 h 3463026"/>
                  <a:gd name="csX652" fmla="*/ 1490160 w 2876925"/>
                  <a:gd name="csY652" fmla="*/ 157251 h 3463026"/>
                  <a:gd name="csX653" fmla="*/ 1477854 w 2876925"/>
                  <a:gd name="csY653" fmla="*/ 153557 h 3463026"/>
                  <a:gd name="csX654" fmla="*/ 1453240 w 2876925"/>
                  <a:gd name="csY654" fmla="*/ 158167 h 3463026"/>
                  <a:gd name="csX655" fmla="*/ 1442472 w 2876925"/>
                  <a:gd name="csY655" fmla="*/ 155404 h 3463026"/>
                  <a:gd name="csX656" fmla="*/ 1433757 w 2876925"/>
                  <a:gd name="csY656" fmla="*/ 159091 h 3463026"/>
                  <a:gd name="csX657" fmla="*/ 1413248 w 2876925"/>
                  <a:gd name="csY657" fmla="*/ 155404 h 3463026"/>
                  <a:gd name="csX658" fmla="*/ 1405559 w 2876925"/>
                  <a:gd name="csY658" fmla="*/ 147099 h 3463026"/>
                  <a:gd name="csX659" fmla="*/ 1385556 w 2876925"/>
                  <a:gd name="csY659" fmla="*/ 147099 h 3463026"/>
                  <a:gd name="csX660" fmla="*/ 1376328 w 2876925"/>
                  <a:gd name="csY660" fmla="*/ 146182 h 3463026"/>
                  <a:gd name="csX661" fmla="*/ 1359410 w 2876925"/>
                  <a:gd name="csY661" fmla="*/ 135107 h 3463026"/>
                  <a:gd name="csX662" fmla="*/ 1357871 w 2876925"/>
                  <a:gd name="csY662" fmla="*/ 131419 h 3463026"/>
                  <a:gd name="csX663" fmla="*/ 1353260 w 2876925"/>
                  <a:gd name="csY663" fmla="*/ 130496 h 3463026"/>
                  <a:gd name="csX664" fmla="*/ 1345564 w 2876925"/>
                  <a:gd name="csY664" fmla="*/ 132343 h 3463026"/>
                  <a:gd name="csX665" fmla="*/ 1344032 w 2876925"/>
                  <a:gd name="csY665" fmla="*/ 136954 h 3463026"/>
                  <a:gd name="csX666" fmla="*/ 1327107 w 2876925"/>
                  <a:gd name="csY666" fmla="*/ 148022 h 3463026"/>
                  <a:gd name="csX667" fmla="*/ 1307111 w 2876925"/>
                  <a:gd name="csY667" fmla="*/ 148946 h 3463026"/>
                  <a:gd name="csX668" fmla="*/ 1304033 w 2876925"/>
                  <a:gd name="csY668" fmla="*/ 160014 h 3463026"/>
                  <a:gd name="csX669" fmla="*/ 1311722 w 2876925"/>
                  <a:gd name="csY669" fmla="*/ 173853 h 3463026"/>
                  <a:gd name="csX670" fmla="*/ 1320950 w 2876925"/>
                  <a:gd name="csY670" fmla="*/ 180311 h 3463026"/>
                  <a:gd name="csX671" fmla="*/ 1313261 w 2876925"/>
                  <a:gd name="csY671" fmla="*/ 185846 h 3463026"/>
                  <a:gd name="csX672" fmla="*/ 1313261 w 2876925"/>
                  <a:gd name="csY672" fmla="*/ 196374 h 3463026"/>
                  <a:gd name="csX673" fmla="*/ 1299422 w 2876925"/>
                  <a:gd name="csY673" fmla="*/ 189533 h 3463026"/>
                  <a:gd name="csX674" fmla="*/ 1293265 w 2876925"/>
                  <a:gd name="csY674" fmla="*/ 183075 h 3463026"/>
                  <a:gd name="csX675" fmla="*/ 1300961 w 2876925"/>
                  <a:gd name="csY675" fmla="*/ 175694 h 3463026"/>
                  <a:gd name="csX676" fmla="*/ 1288654 w 2876925"/>
                  <a:gd name="csY676" fmla="*/ 166472 h 3463026"/>
                  <a:gd name="csX677" fmla="*/ 1284037 w 2876925"/>
                  <a:gd name="csY677" fmla="*/ 165549 h 3463026"/>
                  <a:gd name="csX678" fmla="*/ 1274808 w 2876925"/>
                  <a:gd name="csY678" fmla="*/ 158167 h 3463026"/>
                  <a:gd name="csX679" fmla="*/ 1264041 w 2876925"/>
                  <a:gd name="csY679" fmla="*/ 154480 h 3463026"/>
                  <a:gd name="csX680" fmla="*/ 1256352 w 2876925"/>
                  <a:gd name="csY680" fmla="*/ 151709 h 3463026"/>
                  <a:gd name="csX681" fmla="*/ 1227127 w 2876925"/>
                  <a:gd name="csY681" fmla="*/ 160014 h 3463026"/>
                  <a:gd name="csX682" fmla="*/ 1210203 w 2876925"/>
                  <a:gd name="csY682" fmla="*/ 160938 h 3463026"/>
                  <a:gd name="csX683" fmla="*/ 1174822 w 2876925"/>
                  <a:gd name="csY683" fmla="*/ 160014 h 3463026"/>
                  <a:gd name="csX684" fmla="*/ 1164061 w 2876925"/>
                  <a:gd name="csY684" fmla="*/ 157244 h 3463026"/>
                  <a:gd name="csX685" fmla="*/ 1142519 w 2876925"/>
                  <a:gd name="csY685" fmla="*/ 156320 h 3463026"/>
                  <a:gd name="csX686" fmla="*/ 1139447 w 2876925"/>
                  <a:gd name="csY686" fmla="*/ 150786 h 3463026"/>
                  <a:gd name="csX687" fmla="*/ 1144065 w 2876925"/>
                  <a:gd name="csY687" fmla="*/ 146175 h 3463026"/>
                  <a:gd name="csX688" fmla="*/ 1153293 w 2876925"/>
                  <a:gd name="csY688" fmla="*/ 143411 h 3463026"/>
                  <a:gd name="csX689" fmla="*/ 1156365 w 2876925"/>
                  <a:gd name="csY689" fmla="*/ 139717 h 3463026"/>
                  <a:gd name="csX690" fmla="*/ 1173289 w 2876925"/>
                  <a:gd name="csY690" fmla="*/ 136030 h 3463026"/>
                  <a:gd name="csX691" fmla="*/ 1140986 w 2876925"/>
                  <a:gd name="csY691" fmla="*/ 113893 h 3463026"/>
                  <a:gd name="csX692" fmla="*/ 1127140 w 2876925"/>
                  <a:gd name="csY692" fmla="*/ 114816 h 3463026"/>
                  <a:gd name="csX693" fmla="*/ 1124062 w 2876925"/>
                  <a:gd name="csY693" fmla="*/ 117580 h 3463026"/>
                  <a:gd name="csX694" fmla="*/ 1111762 w 2876925"/>
                  <a:gd name="csY694" fmla="*/ 117580 h 3463026"/>
                  <a:gd name="csX695" fmla="*/ 1097916 w 2876925"/>
                  <a:gd name="csY695" fmla="*/ 114810 h 3463026"/>
                  <a:gd name="csX696" fmla="*/ 1087148 w 2876925"/>
                  <a:gd name="csY696" fmla="*/ 114810 h 3463026"/>
                  <a:gd name="csX697" fmla="*/ 1067152 w 2876925"/>
                  <a:gd name="csY697" fmla="*/ 105588 h 3463026"/>
                  <a:gd name="csX698" fmla="*/ 1045617 w 2876925"/>
                  <a:gd name="csY698" fmla="*/ 100977 h 3463026"/>
                  <a:gd name="csX699" fmla="*/ 1036389 w 2876925"/>
                  <a:gd name="csY699" fmla="*/ 100977 h 3463026"/>
                  <a:gd name="csX700" fmla="*/ 1001008 w 2876925"/>
                  <a:gd name="csY700" fmla="*/ 82527 h 3463026"/>
                  <a:gd name="csX701" fmla="*/ 977940 w 2876925"/>
                  <a:gd name="csY701" fmla="*/ 84368 h 3463026"/>
                  <a:gd name="csX702" fmla="*/ 977940 w 2876925"/>
                  <a:gd name="csY702" fmla="*/ 93596 h 3463026"/>
                  <a:gd name="csX703" fmla="*/ 964094 w 2876925"/>
                  <a:gd name="csY703" fmla="*/ 102818 h 3463026"/>
                  <a:gd name="csX704" fmla="*/ 947176 w 2876925"/>
                  <a:gd name="csY704" fmla="*/ 101894 h 3463026"/>
                  <a:gd name="csX705" fmla="*/ 945637 w 2876925"/>
                  <a:gd name="csY705" fmla="*/ 99130 h 3463026"/>
                  <a:gd name="csX706" fmla="*/ 953327 w 2876925"/>
                  <a:gd name="csY706" fmla="*/ 91749 h 3463026"/>
                  <a:gd name="csX707" fmla="*/ 941020 w 2876925"/>
                  <a:gd name="csY707" fmla="*/ 87138 h 3463026"/>
                  <a:gd name="csX708" fmla="*/ 944098 w 2876925"/>
                  <a:gd name="csY708" fmla="*/ 82527 h 3463026"/>
                  <a:gd name="csX709" fmla="*/ 948709 w 2876925"/>
                  <a:gd name="csY709" fmla="*/ 80680 h 3463026"/>
                  <a:gd name="csX710" fmla="*/ 945637 w 2876925"/>
                  <a:gd name="csY710" fmla="*/ 72375 h 3463026"/>
                  <a:gd name="csX711" fmla="*/ 928713 w 2876925"/>
                  <a:gd name="csY711" fmla="*/ 76993 h 3463026"/>
                  <a:gd name="csX712" fmla="*/ 930252 w 2876925"/>
                  <a:gd name="csY712" fmla="*/ 91749 h 3463026"/>
                  <a:gd name="csX713" fmla="*/ 925635 w 2876925"/>
                  <a:gd name="csY713" fmla="*/ 91749 h 3463026"/>
                  <a:gd name="csX714" fmla="*/ 924102 w 2876925"/>
                  <a:gd name="csY714" fmla="*/ 102818 h 3463026"/>
                  <a:gd name="csX715" fmla="*/ 910256 w 2876925"/>
                  <a:gd name="csY715" fmla="*/ 100054 h 3463026"/>
                  <a:gd name="csX716" fmla="*/ 893339 w 2876925"/>
                  <a:gd name="csY716" fmla="*/ 87138 h 3463026"/>
                  <a:gd name="csX717" fmla="*/ 893339 w 2876925"/>
                  <a:gd name="csY717" fmla="*/ 74222 h 3463026"/>
                  <a:gd name="csX718" fmla="*/ 865646 w 2876925"/>
                  <a:gd name="csY718" fmla="*/ 55772 h 3463026"/>
                  <a:gd name="csX719" fmla="*/ 865646 w 2876925"/>
                  <a:gd name="csY719" fmla="*/ 63154 h 3463026"/>
                  <a:gd name="csX720" fmla="*/ 871803 w 2876925"/>
                  <a:gd name="csY720" fmla="*/ 67765 h 3463026"/>
                  <a:gd name="csX721" fmla="*/ 870264 w 2876925"/>
                  <a:gd name="csY721" fmla="*/ 70535 h 3463026"/>
                  <a:gd name="csX722" fmla="*/ 862575 w 2876925"/>
                  <a:gd name="csY722" fmla="*/ 70535 h 3463026"/>
                  <a:gd name="csX723" fmla="*/ 862575 w 2876925"/>
                  <a:gd name="csY723" fmla="*/ 78833 h 3463026"/>
                  <a:gd name="csX724" fmla="*/ 847190 w 2876925"/>
                  <a:gd name="csY724" fmla="*/ 86215 h 3463026"/>
                  <a:gd name="csX725" fmla="*/ 848729 w 2876925"/>
                  <a:gd name="csY725" fmla="*/ 80680 h 3463026"/>
                  <a:gd name="csX726" fmla="*/ 837961 w 2876925"/>
                  <a:gd name="csY726" fmla="*/ 83444 h 3463026"/>
                  <a:gd name="csX727" fmla="*/ 816426 w 2876925"/>
                  <a:gd name="csY727" fmla="*/ 89902 h 3463026"/>
                  <a:gd name="csX728" fmla="*/ 802580 w 2876925"/>
                  <a:gd name="csY728" fmla="*/ 100970 h 3463026"/>
                  <a:gd name="csX729" fmla="*/ 797969 w 2876925"/>
                  <a:gd name="csY729" fmla="*/ 99130 h 3463026"/>
                  <a:gd name="csX730" fmla="*/ 773356 w 2876925"/>
                  <a:gd name="csY730" fmla="*/ 112046 h 3463026"/>
                  <a:gd name="csX731" fmla="*/ 767199 w 2876925"/>
                  <a:gd name="csY731" fmla="*/ 120344 h 3463026"/>
                  <a:gd name="csX732" fmla="*/ 753360 w 2876925"/>
                  <a:gd name="csY732" fmla="*/ 123114 h 3463026"/>
                  <a:gd name="csX733" fmla="*/ 751820 w 2876925"/>
                  <a:gd name="csY733" fmla="*/ 115733 h 3463026"/>
                  <a:gd name="csX734" fmla="*/ 759510 w 2876925"/>
                  <a:gd name="csY734" fmla="*/ 112046 h 3463026"/>
                  <a:gd name="csX735" fmla="*/ 757971 w 2876925"/>
                  <a:gd name="csY735" fmla="*/ 109275 h 3463026"/>
                  <a:gd name="csX736" fmla="*/ 771817 w 2876925"/>
                  <a:gd name="csY736" fmla="*/ 105588 h 3463026"/>
                  <a:gd name="csX737" fmla="*/ 773356 w 2876925"/>
                  <a:gd name="csY737" fmla="*/ 99130 h 3463026"/>
                  <a:gd name="csX738" fmla="*/ 791813 w 2876925"/>
                  <a:gd name="csY738" fmla="*/ 91749 h 3463026"/>
                  <a:gd name="csX739" fmla="*/ 802580 w 2876925"/>
                  <a:gd name="csY739" fmla="*/ 91749 h 3463026"/>
                  <a:gd name="csX740" fmla="*/ 831805 w 2876925"/>
                  <a:gd name="csY740" fmla="*/ 78833 h 3463026"/>
                  <a:gd name="csX741" fmla="*/ 831805 w 2876925"/>
                  <a:gd name="csY741" fmla="*/ 73299 h 3463026"/>
                  <a:gd name="csX742" fmla="*/ 821044 w 2876925"/>
                  <a:gd name="csY742" fmla="*/ 75146 h 3463026"/>
                  <a:gd name="csX743" fmla="*/ 816426 w 2876925"/>
                  <a:gd name="csY743" fmla="*/ 73299 h 3463026"/>
                  <a:gd name="csX744" fmla="*/ 804119 w 2876925"/>
                  <a:gd name="csY744" fmla="*/ 80680 h 3463026"/>
                  <a:gd name="csX745" fmla="*/ 796430 w 2876925"/>
                  <a:gd name="csY745" fmla="*/ 80680 h 3463026"/>
                  <a:gd name="csX746" fmla="*/ 784123 w 2876925"/>
                  <a:gd name="csY746" fmla="*/ 88062 h 3463026"/>
                  <a:gd name="csX747" fmla="*/ 773356 w 2876925"/>
                  <a:gd name="csY747" fmla="*/ 88062 h 3463026"/>
                  <a:gd name="csX748" fmla="*/ 756431 w 2876925"/>
                  <a:gd name="csY748" fmla="*/ 95436 h 3463026"/>
                  <a:gd name="csX749" fmla="*/ 754899 w 2876925"/>
                  <a:gd name="csY749" fmla="*/ 100047 h 3463026"/>
                  <a:gd name="csX750" fmla="*/ 739514 w 2876925"/>
                  <a:gd name="csY750" fmla="*/ 100047 h 3463026"/>
                  <a:gd name="csX751" fmla="*/ 742592 w 2876925"/>
                  <a:gd name="csY751" fmla="*/ 95436 h 3463026"/>
                  <a:gd name="csX752" fmla="*/ 727207 w 2876925"/>
                  <a:gd name="csY752" fmla="*/ 92672 h 3463026"/>
                  <a:gd name="csX753" fmla="*/ 714900 w 2876925"/>
                  <a:gd name="csY753" fmla="*/ 103741 h 3463026"/>
                  <a:gd name="csX754" fmla="*/ 707211 w 2876925"/>
                  <a:gd name="csY754" fmla="*/ 103741 h 3463026"/>
                  <a:gd name="csX755" fmla="*/ 696443 w 2876925"/>
                  <a:gd name="csY755" fmla="*/ 110199 h 3463026"/>
                  <a:gd name="csX756" fmla="*/ 699522 w 2876925"/>
                  <a:gd name="csY756" fmla="*/ 116657 h 3463026"/>
                  <a:gd name="csX757" fmla="*/ 714900 w 2876925"/>
                  <a:gd name="csY757" fmla="*/ 121267 h 3463026"/>
                  <a:gd name="csX758" fmla="*/ 714900 w 2876925"/>
                  <a:gd name="csY758" fmla="*/ 125878 h 3463026"/>
                  <a:gd name="csX759" fmla="*/ 708750 w 2876925"/>
                  <a:gd name="csY759" fmla="*/ 126802 h 3463026"/>
                  <a:gd name="csX760" fmla="*/ 688754 w 2876925"/>
                  <a:gd name="csY760" fmla="*/ 124031 h 3463026"/>
                  <a:gd name="csX761" fmla="*/ 674908 w 2876925"/>
                  <a:gd name="csY761" fmla="*/ 117573 h 3463026"/>
                  <a:gd name="csX762" fmla="*/ 657991 w 2876925"/>
                  <a:gd name="csY762" fmla="*/ 115733 h 3463026"/>
                  <a:gd name="csX763" fmla="*/ 639534 w 2876925"/>
                  <a:gd name="csY763" fmla="*/ 107428 h 3463026"/>
                  <a:gd name="csX764" fmla="*/ 622609 w 2876925"/>
                  <a:gd name="csY764" fmla="*/ 96360 h 3463026"/>
                  <a:gd name="csX765" fmla="*/ 598003 w 2876925"/>
                  <a:gd name="csY765" fmla="*/ 96360 h 3463026"/>
                  <a:gd name="csX766" fmla="*/ 591846 w 2876925"/>
                  <a:gd name="csY766" fmla="*/ 94513 h 3463026"/>
                  <a:gd name="csX767" fmla="*/ 585860 w 2876925"/>
                  <a:gd name="csY767" fmla="*/ 94513 h 3463026"/>
                  <a:gd name="csX768" fmla="*/ 561082 w 2876925"/>
                  <a:gd name="csY768" fmla="*/ 85291 h 3463026"/>
                  <a:gd name="csX769" fmla="*/ 551854 w 2876925"/>
                  <a:gd name="csY769" fmla="*/ 82520 h 3463026"/>
                  <a:gd name="csX770" fmla="*/ 547243 w 2876925"/>
                  <a:gd name="csY770" fmla="*/ 78833 h 3463026"/>
                  <a:gd name="csX771" fmla="*/ 527240 w 2876925"/>
                  <a:gd name="csY771" fmla="*/ 77910 h 3463026"/>
                  <a:gd name="csX772" fmla="*/ 499555 w 2876925"/>
                  <a:gd name="csY772" fmla="*/ 82520 h 3463026"/>
                  <a:gd name="csX773" fmla="*/ 474941 w 2876925"/>
                  <a:gd name="csY773" fmla="*/ 74216 h 3463026"/>
                  <a:gd name="csX774" fmla="*/ 459563 w 2876925"/>
                  <a:gd name="csY774" fmla="*/ 73299 h 3463026"/>
                  <a:gd name="csX775" fmla="*/ 453406 w 2876925"/>
                  <a:gd name="csY775" fmla="*/ 75139 h 3463026"/>
                  <a:gd name="csX776" fmla="*/ 427260 w 2876925"/>
                  <a:gd name="csY776" fmla="*/ 70528 h 3463026"/>
                  <a:gd name="csX777" fmla="*/ 411875 w 2876925"/>
                  <a:gd name="csY777" fmla="*/ 62230 h 3463026"/>
                  <a:gd name="csX778" fmla="*/ 391879 w 2876925"/>
                  <a:gd name="csY778" fmla="*/ 61307 h 3463026"/>
                  <a:gd name="csX779" fmla="*/ 368812 w 2876925"/>
                  <a:gd name="csY779" fmla="*/ 64071 h 3463026"/>
                  <a:gd name="csX780" fmla="*/ 353426 w 2876925"/>
                  <a:gd name="csY780" fmla="*/ 66841 h 3463026"/>
                  <a:gd name="csX781" fmla="*/ 342659 w 2876925"/>
                  <a:gd name="csY781" fmla="*/ 64071 h 3463026"/>
                  <a:gd name="csX782" fmla="*/ 351887 w 2876925"/>
                  <a:gd name="csY782" fmla="*/ 58536 h 3463026"/>
                  <a:gd name="csX783" fmla="*/ 330352 w 2876925"/>
                  <a:gd name="csY783" fmla="*/ 53926 h 3463026"/>
                  <a:gd name="csX784" fmla="*/ 336509 w 2876925"/>
                  <a:gd name="csY784" fmla="*/ 46544 h 3463026"/>
                  <a:gd name="csX785" fmla="*/ 316513 w 2876925"/>
                  <a:gd name="csY785" fmla="*/ 46544 h 3463026"/>
                  <a:gd name="csX786" fmla="*/ 301128 w 2876925"/>
                  <a:gd name="csY786" fmla="*/ 51155 h 3463026"/>
                  <a:gd name="csX787" fmla="*/ 284210 w 2876925"/>
                  <a:gd name="csY787" fmla="*/ 41933 h 3463026"/>
                  <a:gd name="csX788" fmla="*/ 273435 w 2876925"/>
                  <a:gd name="csY788" fmla="*/ 42857 h 3463026"/>
                  <a:gd name="csX789" fmla="*/ 270364 w 2876925"/>
                  <a:gd name="csY789" fmla="*/ 49308 h 3463026"/>
                  <a:gd name="csX790" fmla="*/ 262675 w 2876925"/>
                  <a:gd name="csY790" fmla="*/ 49308 h 3463026"/>
                  <a:gd name="csX791" fmla="*/ 251907 w 2876925"/>
                  <a:gd name="csY791" fmla="*/ 43780 h 3463026"/>
                  <a:gd name="csX792" fmla="*/ 267286 w 2876925"/>
                  <a:gd name="csY792" fmla="*/ 36399 h 3463026"/>
                  <a:gd name="csX793" fmla="*/ 258057 w 2876925"/>
                  <a:gd name="csY793" fmla="*/ 35476 h 3463026"/>
                  <a:gd name="csX794" fmla="*/ 245750 w 2876925"/>
                  <a:gd name="csY794" fmla="*/ 30865 h 3463026"/>
                  <a:gd name="csX795" fmla="*/ 218065 w 2876925"/>
                  <a:gd name="csY795" fmla="*/ 48384 h 3463026"/>
                  <a:gd name="csX796" fmla="*/ 194991 w 2876925"/>
                  <a:gd name="csY796" fmla="*/ 49308 h 3463026"/>
                  <a:gd name="csX797" fmla="*/ 190380 w 2876925"/>
                  <a:gd name="csY797" fmla="*/ 47468 h 3463026"/>
                  <a:gd name="csX798" fmla="*/ 168838 w 2876925"/>
                  <a:gd name="csY798" fmla="*/ 58536 h 3463026"/>
                  <a:gd name="csX799" fmla="*/ 147303 w 2876925"/>
                  <a:gd name="csY799" fmla="*/ 69605 h 3463026"/>
                  <a:gd name="csX800" fmla="*/ 139613 w 2876925"/>
                  <a:gd name="csY800" fmla="*/ 69605 h 3463026"/>
                  <a:gd name="csX801" fmla="*/ 118078 w 2876925"/>
                  <a:gd name="csY801" fmla="*/ 76986 h 3463026"/>
                  <a:gd name="csX802" fmla="*/ 107311 w 2876925"/>
                  <a:gd name="csY802" fmla="*/ 88978 h 3463026"/>
                  <a:gd name="csX803" fmla="*/ 99622 w 2876925"/>
                  <a:gd name="csY803" fmla="*/ 112956 h 3463026"/>
                  <a:gd name="csX804" fmla="*/ 79626 w 2876925"/>
                  <a:gd name="csY804" fmla="*/ 124024 h 3463026"/>
                  <a:gd name="csX805" fmla="*/ 35016 w 2876925"/>
                  <a:gd name="csY805" fmla="*/ 124948 h 3463026"/>
                  <a:gd name="csX806" fmla="*/ 33477 w 2876925"/>
                  <a:gd name="csY806" fmla="*/ 138787 h 3463026"/>
                  <a:gd name="csX807" fmla="*/ 24248 w 2876925"/>
                  <a:gd name="csY807" fmla="*/ 140627 h 3463026"/>
                  <a:gd name="csX808" fmla="*/ 35016 w 2876925"/>
                  <a:gd name="csY808" fmla="*/ 146168 h 3463026"/>
                  <a:gd name="csX809" fmla="*/ 45784 w 2876925"/>
                  <a:gd name="csY809" fmla="*/ 149856 h 3463026"/>
                  <a:gd name="csX810" fmla="*/ 65779 w 2876925"/>
                  <a:gd name="csY810" fmla="*/ 158160 h 3463026"/>
                  <a:gd name="csX811" fmla="*/ 85775 w 2876925"/>
                  <a:gd name="csY811" fmla="*/ 171993 h 3463026"/>
                  <a:gd name="csX812" fmla="*/ 87315 w 2876925"/>
                  <a:gd name="csY812" fmla="*/ 184908 h 3463026"/>
                  <a:gd name="csX813" fmla="*/ 96543 w 2876925"/>
                  <a:gd name="csY813" fmla="*/ 186755 h 3463026"/>
                  <a:gd name="csX814" fmla="*/ 105772 w 2876925"/>
                  <a:gd name="csY814" fmla="*/ 187679 h 3463026"/>
                  <a:gd name="csX815" fmla="*/ 125768 w 2876925"/>
                  <a:gd name="csY815" fmla="*/ 187679 h 3463026"/>
                  <a:gd name="csX816" fmla="*/ 131924 w 2876925"/>
                  <a:gd name="csY816" fmla="*/ 186755 h 3463026"/>
                  <a:gd name="csX817" fmla="*/ 139613 w 2876925"/>
                  <a:gd name="csY817" fmla="*/ 189519 h 3463026"/>
                  <a:gd name="csX818" fmla="*/ 136535 w 2876925"/>
                  <a:gd name="csY818" fmla="*/ 194137 h 3463026"/>
                  <a:gd name="csX819" fmla="*/ 130385 w 2876925"/>
                  <a:gd name="csY819" fmla="*/ 200964 h 3463026"/>
                  <a:gd name="csX820" fmla="*/ 144224 w 2876925"/>
                  <a:gd name="csY820" fmla="*/ 210192 h 3463026"/>
                  <a:gd name="csX821" fmla="*/ 156531 w 2876925"/>
                  <a:gd name="csY821" fmla="*/ 204042 h 3463026"/>
                  <a:gd name="csX822" fmla="*/ 174988 w 2876925"/>
                  <a:gd name="csY822" fmla="*/ 202503 h 3463026"/>
                  <a:gd name="csX823" fmla="*/ 181145 w 2876925"/>
                  <a:gd name="csY823" fmla="*/ 210192 h 3463026"/>
                  <a:gd name="csX824" fmla="*/ 174988 w 2876925"/>
                  <a:gd name="csY824" fmla="*/ 214803 h 3463026"/>
                  <a:gd name="csX825" fmla="*/ 153453 w 2876925"/>
                  <a:gd name="csY825" fmla="*/ 217875 h 3463026"/>
                  <a:gd name="csX826" fmla="*/ 148842 w 2876925"/>
                  <a:gd name="csY826" fmla="*/ 231714 h 3463026"/>
                  <a:gd name="csX827" fmla="*/ 139613 w 2876925"/>
                  <a:gd name="csY827" fmla="*/ 231714 h 3463026"/>
                  <a:gd name="csX828" fmla="*/ 130385 w 2876925"/>
                  <a:gd name="csY828" fmla="*/ 239403 h 3463026"/>
                  <a:gd name="csX829" fmla="*/ 105772 w 2876925"/>
                  <a:gd name="csY829" fmla="*/ 231714 h 3463026"/>
                  <a:gd name="csX830" fmla="*/ 84236 w 2876925"/>
                  <a:gd name="csY830" fmla="*/ 234785 h 3463026"/>
                  <a:gd name="csX831" fmla="*/ 85775 w 2876925"/>
                  <a:gd name="csY831" fmla="*/ 225564 h 3463026"/>
                  <a:gd name="csX832" fmla="*/ 87315 w 2876925"/>
                  <a:gd name="csY832" fmla="*/ 214803 h 3463026"/>
                  <a:gd name="csX833" fmla="*/ 67319 w 2876925"/>
                  <a:gd name="csY833" fmla="*/ 216342 h 3463026"/>
                  <a:gd name="csX834" fmla="*/ 48855 w 2876925"/>
                  <a:gd name="csY834" fmla="*/ 220953 h 3463026"/>
                  <a:gd name="csX835" fmla="*/ 42705 w 2876925"/>
                  <a:gd name="csY835" fmla="*/ 230175 h 3463026"/>
                  <a:gd name="csX836" fmla="*/ 27320 w 2876925"/>
                  <a:gd name="csY836" fmla="*/ 231714 h 3463026"/>
                  <a:gd name="csX837" fmla="*/ 22709 w 2876925"/>
                  <a:gd name="csY837" fmla="*/ 244007 h 3463026"/>
                  <a:gd name="csX838" fmla="*/ 15013 w 2876925"/>
                  <a:gd name="csY838" fmla="*/ 247085 h 3463026"/>
                  <a:gd name="csX839" fmla="*/ 1174 w 2876925"/>
                  <a:gd name="csY839" fmla="*/ 260925 h 3463026"/>
                  <a:gd name="csX840" fmla="*/ 13474 w 2876925"/>
                  <a:gd name="csY840" fmla="*/ 271685 h 3463026"/>
                  <a:gd name="csX841" fmla="*/ 21170 w 2876925"/>
                  <a:gd name="csY841" fmla="*/ 271685 h 3463026"/>
                  <a:gd name="csX842" fmla="*/ 35016 w 2876925"/>
                  <a:gd name="csY842" fmla="*/ 273225 h 3463026"/>
                  <a:gd name="csX843" fmla="*/ 41166 w 2876925"/>
                  <a:gd name="csY843" fmla="*/ 279375 h 3463026"/>
                  <a:gd name="csX844" fmla="*/ 35009 w 2876925"/>
                  <a:gd name="csY844" fmla="*/ 282446 h 3463026"/>
                  <a:gd name="csX845" fmla="*/ 21170 w 2876925"/>
                  <a:gd name="csY845" fmla="*/ 282446 h 3463026"/>
                  <a:gd name="csX846" fmla="*/ 41166 w 2876925"/>
                  <a:gd name="csY846" fmla="*/ 311657 h 3463026"/>
                  <a:gd name="csX847" fmla="*/ 62701 w 2876925"/>
                  <a:gd name="csY847" fmla="*/ 311657 h 3463026"/>
                  <a:gd name="csX848" fmla="*/ 78079 w 2876925"/>
                  <a:gd name="csY848" fmla="*/ 307046 h 3463026"/>
                  <a:gd name="csX849" fmla="*/ 90386 w 2876925"/>
                  <a:gd name="csY849" fmla="*/ 313196 h 3463026"/>
                  <a:gd name="csX850" fmla="*/ 110382 w 2876925"/>
                  <a:gd name="csY850" fmla="*/ 314735 h 3463026"/>
                  <a:gd name="csX851" fmla="*/ 118078 w 2876925"/>
                  <a:gd name="csY851" fmla="*/ 303975 h 3463026"/>
                  <a:gd name="csX852" fmla="*/ 130378 w 2876925"/>
                  <a:gd name="csY852" fmla="*/ 300896 h 3463026"/>
                  <a:gd name="csX853" fmla="*/ 138074 w 2876925"/>
                  <a:gd name="csY853" fmla="*/ 293207 h 3463026"/>
                  <a:gd name="csX854" fmla="*/ 156531 w 2876925"/>
                  <a:gd name="csY854" fmla="*/ 299357 h 3463026"/>
                  <a:gd name="csX855" fmla="*/ 156531 w 2876925"/>
                  <a:gd name="csY855" fmla="*/ 311657 h 3463026"/>
                  <a:gd name="csX856" fmla="*/ 144224 w 2876925"/>
                  <a:gd name="csY856" fmla="*/ 311657 h 3463026"/>
                  <a:gd name="csX857" fmla="*/ 142685 w 2876925"/>
                  <a:gd name="csY857" fmla="*/ 316268 h 3463026"/>
                  <a:gd name="csX858" fmla="*/ 156531 w 2876925"/>
                  <a:gd name="csY858" fmla="*/ 331646 h 3463026"/>
                  <a:gd name="csX859" fmla="*/ 158070 w 2876925"/>
                  <a:gd name="csY859" fmla="*/ 348557 h 3463026"/>
                  <a:gd name="csX860" fmla="*/ 138068 w 2876925"/>
                  <a:gd name="csY860" fmla="*/ 373157 h 3463026"/>
                  <a:gd name="csX861" fmla="*/ 125768 w 2876925"/>
                  <a:gd name="csY861" fmla="*/ 368539 h 3463026"/>
                  <a:gd name="csX862" fmla="*/ 111922 w 2876925"/>
                  <a:gd name="csY862" fmla="*/ 374689 h 3463026"/>
                  <a:gd name="csX863" fmla="*/ 91926 w 2876925"/>
                  <a:gd name="csY863" fmla="*/ 383917 h 3463026"/>
                  <a:gd name="csX864" fmla="*/ 82697 w 2876925"/>
                  <a:gd name="csY864" fmla="*/ 374689 h 3463026"/>
                  <a:gd name="csX865" fmla="*/ 67312 w 2876925"/>
                  <a:gd name="csY865" fmla="*/ 394678 h 3463026"/>
                  <a:gd name="csX866" fmla="*/ 64234 w 2876925"/>
                  <a:gd name="csY866" fmla="*/ 411589 h 3463026"/>
                  <a:gd name="csX867" fmla="*/ 56544 w 2876925"/>
                  <a:gd name="csY867" fmla="*/ 416200 h 3463026"/>
                  <a:gd name="csX868" fmla="*/ 45777 w 2876925"/>
                  <a:gd name="csY868" fmla="*/ 442339 h 3463026"/>
                  <a:gd name="csX869" fmla="*/ 41166 w 2876925"/>
                  <a:gd name="csY869" fmla="*/ 446950 h 3463026"/>
                  <a:gd name="csX870" fmla="*/ 44238 w 2876925"/>
                  <a:gd name="csY870" fmla="*/ 460782 h 3463026"/>
                  <a:gd name="csX871" fmla="*/ 53466 w 2876925"/>
                  <a:gd name="csY871" fmla="*/ 474621 h 3463026"/>
                  <a:gd name="csX872" fmla="*/ 59623 w 2876925"/>
                  <a:gd name="csY872" fmla="*/ 473082 h 3463026"/>
                  <a:gd name="csX873" fmla="*/ 64234 w 2876925"/>
                  <a:gd name="csY873" fmla="*/ 479232 h 3463026"/>
                  <a:gd name="csX874" fmla="*/ 59623 w 2876925"/>
                  <a:gd name="csY874" fmla="*/ 496143 h 3463026"/>
                  <a:gd name="csX875" fmla="*/ 50394 w 2876925"/>
                  <a:gd name="csY875" fmla="*/ 497682 h 3463026"/>
                  <a:gd name="csX876" fmla="*/ 84230 w 2876925"/>
                  <a:gd name="csY876" fmla="*/ 528432 h 3463026"/>
                  <a:gd name="csX877" fmla="*/ 99615 w 2876925"/>
                  <a:gd name="csY877" fmla="*/ 526892 h 3463026"/>
                  <a:gd name="csX878" fmla="*/ 116532 w 2876925"/>
                  <a:gd name="csY878" fmla="*/ 522282 h 3463026"/>
                  <a:gd name="csX879" fmla="*/ 117558 w 2876925"/>
                  <a:gd name="csY879" fmla="*/ 513053 h 3463026"/>
                  <a:gd name="csX880" fmla="*/ 123708 w 2876925"/>
                  <a:gd name="csY880" fmla="*/ 511008 h 3463026"/>
                  <a:gd name="csX881" fmla="*/ 123708 w 2876925"/>
                  <a:gd name="csY881" fmla="*/ 525353 h 3463026"/>
                  <a:gd name="csX882" fmla="*/ 127813 w 2876925"/>
                  <a:gd name="csY882" fmla="*/ 539705 h 3463026"/>
                  <a:gd name="csX883" fmla="*/ 131917 w 2876925"/>
                  <a:gd name="csY883" fmla="*/ 562253 h 3463026"/>
                  <a:gd name="csX884" fmla="*/ 127813 w 2876925"/>
                  <a:gd name="csY884" fmla="*/ 578651 h 3463026"/>
                  <a:gd name="csX885" fmla="*/ 140120 w 2876925"/>
                  <a:gd name="csY885" fmla="*/ 574553 h 3463026"/>
                  <a:gd name="csX886" fmla="*/ 162681 w 2876925"/>
                  <a:gd name="csY886" fmla="*/ 562253 h 3463026"/>
                  <a:gd name="csX887" fmla="*/ 170883 w 2876925"/>
                  <a:gd name="csY887" fmla="*/ 568403 h 3463026"/>
                  <a:gd name="csX888" fmla="*/ 179086 w 2876925"/>
                  <a:gd name="csY888" fmla="*/ 570455 h 3463026"/>
                  <a:gd name="csX889" fmla="*/ 187288 w 2876925"/>
                  <a:gd name="csY889" fmla="*/ 582755 h 3463026"/>
                  <a:gd name="csX890" fmla="*/ 193445 w 2876925"/>
                  <a:gd name="csY890" fmla="*/ 584801 h 3463026"/>
                  <a:gd name="csX891" fmla="*/ 199595 w 2876925"/>
                  <a:gd name="csY891" fmla="*/ 566351 h 3463026"/>
                  <a:gd name="csX892" fmla="*/ 209849 w 2876925"/>
                  <a:gd name="csY892" fmla="*/ 572508 h 3463026"/>
                  <a:gd name="csX893" fmla="*/ 215999 w 2876925"/>
                  <a:gd name="csY893" fmla="*/ 574553 h 3463026"/>
                  <a:gd name="csX894" fmla="*/ 226261 w 2876925"/>
                  <a:gd name="csY894" fmla="*/ 572508 h 3463026"/>
                  <a:gd name="csX895" fmla="*/ 236515 w 2876925"/>
                  <a:gd name="csY895" fmla="*/ 564305 h 3463026"/>
                  <a:gd name="csX896" fmla="*/ 238567 w 2876925"/>
                  <a:gd name="csY896" fmla="*/ 572508 h 3463026"/>
                  <a:gd name="csX897" fmla="*/ 226261 w 2876925"/>
                  <a:gd name="csY897" fmla="*/ 603251 h 3463026"/>
                  <a:gd name="csX898" fmla="*/ 226261 w 2876925"/>
                  <a:gd name="csY898" fmla="*/ 623753 h 3463026"/>
                  <a:gd name="csX899" fmla="*/ 209849 w 2876925"/>
                  <a:gd name="csY899" fmla="*/ 629903 h 3463026"/>
                  <a:gd name="csX900" fmla="*/ 195497 w 2876925"/>
                  <a:gd name="csY900" fmla="*/ 648346 h 3463026"/>
                  <a:gd name="csX901" fmla="*/ 174981 w 2876925"/>
                  <a:gd name="csY901" fmla="*/ 662698 h 3463026"/>
                  <a:gd name="csX902" fmla="*/ 165753 w 2876925"/>
                  <a:gd name="csY902" fmla="*/ 672946 h 3463026"/>
                  <a:gd name="csX903" fmla="*/ 162674 w 2876925"/>
                  <a:gd name="csY903" fmla="*/ 685246 h 3463026"/>
                  <a:gd name="csX904" fmla="*/ 156524 w 2876925"/>
                  <a:gd name="csY904" fmla="*/ 688324 h 3463026"/>
                  <a:gd name="csX905" fmla="*/ 147296 w 2876925"/>
                  <a:gd name="csY905" fmla="*/ 683707 h 3463026"/>
                  <a:gd name="csX906" fmla="*/ 133450 w 2876925"/>
                  <a:gd name="csY906" fmla="*/ 686785 h 3463026"/>
                  <a:gd name="csX907" fmla="*/ 116532 w 2876925"/>
                  <a:gd name="csY907" fmla="*/ 700617 h 3463026"/>
                  <a:gd name="csX908" fmla="*/ 107304 w 2876925"/>
                  <a:gd name="csY908" fmla="*/ 714457 h 3463026"/>
                  <a:gd name="csX909" fmla="*/ 96536 w 2876925"/>
                  <a:gd name="csY909" fmla="*/ 722912 h 3463026"/>
                  <a:gd name="csX910" fmla="*/ 87308 w 2876925"/>
                  <a:gd name="csY910" fmla="*/ 721373 h 3463026"/>
                  <a:gd name="csX911" fmla="*/ 74228 w 2876925"/>
                  <a:gd name="csY911" fmla="*/ 728296 h 3463026"/>
                  <a:gd name="csX912" fmla="*/ 69617 w 2876925"/>
                  <a:gd name="csY912" fmla="*/ 739823 h 3463026"/>
                  <a:gd name="csX913" fmla="*/ 70383 w 2876925"/>
                  <a:gd name="csY913" fmla="*/ 745973 h 3463026"/>
                  <a:gd name="csX914" fmla="*/ 86535 w 2876925"/>
                  <a:gd name="csY914" fmla="*/ 741362 h 3463026"/>
                  <a:gd name="csX915" fmla="*/ 98842 w 2876925"/>
                  <a:gd name="csY915" fmla="*/ 730601 h 3463026"/>
                  <a:gd name="csX916" fmla="*/ 102686 w 2876925"/>
                  <a:gd name="csY916" fmla="*/ 723678 h 3463026"/>
                  <a:gd name="csX917" fmla="*/ 108836 w 2876925"/>
                  <a:gd name="csY917" fmla="*/ 723678 h 3463026"/>
                  <a:gd name="csX918" fmla="*/ 128839 w 2876925"/>
                  <a:gd name="csY918" fmla="*/ 712917 h 3463026"/>
                  <a:gd name="csX919" fmla="*/ 133450 w 2876925"/>
                  <a:gd name="csY919" fmla="*/ 699085 h 3463026"/>
                  <a:gd name="csX920" fmla="*/ 139607 w 2876925"/>
                  <a:gd name="csY920" fmla="*/ 700617 h 3463026"/>
                  <a:gd name="csX921" fmla="*/ 144217 w 2876925"/>
                  <a:gd name="csY921" fmla="*/ 705235 h 3463026"/>
                  <a:gd name="csX922" fmla="*/ 154985 w 2876925"/>
                  <a:gd name="csY922" fmla="*/ 705235 h 3463026"/>
                  <a:gd name="csX923" fmla="*/ 176520 w 2876925"/>
                  <a:gd name="csY923" fmla="*/ 692935 h 3463026"/>
                  <a:gd name="csX924" fmla="*/ 188827 w 2876925"/>
                  <a:gd name="csY924" fmla="*/ 685246 h 3463026"/>
                  <a:gd name="csX925" fmla="*/ 202673 w 2876925"/>
                  <a:gd name="csY925" fmla="*/ 680635 h 3463026"/>
                  <a:gd name="csX926" fmla="*/ 204205 w 2876925"/>
                  <a:gd name="csY926" fmla="*/ 674485 h 3463026"/>
                  <a:gd name="csX927" fmla="*/ 238047 w 2876925"/>
                  <a:gd name="csY927" fmla="*/ 648353 h 3463026"/>
                  <a:gd name="csX928" fmla="*/ 247276 w 2876925"/>
                  <a:gd name="csY928" fmla="*/ 640664 h 3463026"/>
                  <a:gd name="csX929" fmla="*/ 247276 w 2876925"/>
                  <a:gd name="csY929" fmla="*/ 629903 h 3463026"/>
                  <a:gd name="csX930" fmla="*/ 267279 w 2876925"/>
                  <a:gd name="csY930" fmla="*/ 616064 h 3463026"/>
                  <a:gd name="csX931" fmla="*/ 281118 w 2876925"/>
                  <a:gd name="csY931" fmla="*/ 605303 h 3463026"/>
                  <a:gd name="csX932" fmla="*/ 298042 w 2876925"/>
                  <a:gd name="csY932" fmla="*/ 596081 h 3463026"/>
                  <a:gd name="csX933" fmla="*/ 301121 w 2876925"/>
                  <a:gd name="csY933" fmla="*/ 579171 h 3463026"/>
                  <a:gd name="csX934" fmla="*/ 311881 w 2876925"/>
                  <a:gd name="csY934" fmla="*/ 576092 h 3463026"/>
                  <a:gd name="csX935" fmla="*/ 310349 w 2876925"/>
                  <a:gd name="csY935" fmla="*/ 557642 h 3463026"/>
                  <a:gd name="csX936" fmla="*/ 299581 w 2876925"/>
                  <a:gd name="csY936" fmla="*/ 557642 h 3463026"/>
                  <a:gd name="csX937" fmla="*/ 298042 w 2876925"/>
                  <a:gd name="csY937" fmla="*/ 549960 h 3463026"/>
                  <a:gd name="csX938" fmla="*/ 308810 w 2876925"/>
                  <a:gd name="csY938" fmla="*/ 534582 h 3463026"/>
                  <a:gd name="csX939" fmla="*/ 322649 w 2876925"/>
                  <a:gd name="csY939" fmla="*/ 534582 h 3463026"/>
                  <a:gd name="csX940" fmla="*/ 333424 w 2876925"/>
                  <a:gd name="csY940" fmla="*/ 522282 h 3463026"/>
                  <a:gd name="csX941" fmla="*/ 330345 w 2876925"/>
                  <a:gd name="csY941" fmla="*/ 508449 h 3463026"/>
                  <a:gd name="csX942" fmla="*/ 370337 w 2876925"/>
                  <a:gd name="csY942" fmla="*/ 457717 h 3463026"/>
                  <a:gd name="csX943" fmla="*/ 385722 w 2876925"/>
                  <a:gd name="csY943" fmla="*/ 459249 h 3463026"/>
                  <a:gd name="csX944" fmla="*/ 393411 w 2876925"/>
                  <a:gd name="csY944" fmla="*/ 450028 h 3463026"/>
                  <a:gd name="csX945" fmla="*/ 401101 w 2876925"/>
                  <a:gd name="csY945" fmla="*/ 450028 h 3463026"/>
                  <a:gd name="csX946" fmla="*/ 396490 w 2876925"/>
                  <a:gd name="csY946" fmla="*/ 473089 h 3463026"/>
                  <a:gd name="csX947" fmla="*/ 382644 w 2876925"/>
                  <a:gd name="csY947" fmla="*/ 471549 h 3463026"/>
                  <a:gd name="csX948" fmla="*/ 361109 w 2876925"/>
                  <a:gd name="csY948" fmla="*/ 486928 h 3463026"/>
                  <a:gd name="csX949" fmla="*/ 362648 w 2876925"/>
                  <a:gd name="csY949" fmla="*/ 496149 h 3463026"/>
                  <a:gd name="csX950" fmla="*/ 350341 w 2876925"/>
                  <a:gd name="csY950" fmla="*/ 526899 h 3463026"/>
                  <a:gd name="csX951" fmla="*/ 351880 w 2876925"/>
                  <a:gd name="csY951" fmla="*/ 533049 h 3463026"/>
                  <a:gd name="csX952" fmla="*/ 356491 w 2876925"/>
                  <a:gd name="csY952" fmla="*/ 531510 h 3463026"/>
                  <a:gd name="csX953" fmla="*/ 361109 w 2876925"/>
                  <a:gd name="csY953" fmla="*/ 534588 h 3463026"/>
                  <a:gd name="csX954" fmla="*/ 356491 w 2876925"/>
                  <a:gd name="csY954" fmla="*/ 539199 h 3463026"/>
                  <a:gd name="csX955" fmla="*/ 350341 w 2876925"/>
                  <a:gd name="csY955" fmla="*/ 542271 h 3463026"/>
                  <a:gd name="csX956" fmla="*/ 347263 w 2876925"/>
                  <a:gd name="csY956" fmla="*/ 548421 h 3463026"/>
                  <a:gd name="csX957" fmla="*/ 365719 w 2876925"/>
                  <a:gd name="csY957" fmla="*/ 548421 h 3463026"/>
                  <a:gd name="csX958" fmla="*/ 388794 w 2876925"/>
                  <a:gd name="csY958" fmla="*/ 534588 h 3463026"/>
                  <a:gd name="csX959" fmla="*/ 399561 w 2876925"/>
                  <a:gd name="csY959" fmla="*/ 519210 h 3463026"/>
                  <a:gd name="csX960" fmla="*/ 422636 w 2876925"/>
                  <a:gd name="csY960" fmla="*/ 519210 h 3463026"/>
                  <a:gd name="csX961" fmla="*/ 428793 w 2876925"/>
                  <a:gd name="csY961" fmla="*/ 500760 h 3463026"/>
                  <a:gd name="csX962" fmla="*/ 425714 w 2876925"/>
                  <a:gd name="csY962" fmla="*/ 491539 h 3463026"/>
                  <a:gd name="csX963" fmla="*/ 428793 w 2876925"/>
                  <a:gd name="csY963" fmla="*/ 486928 h 3463026"/>
                  <a:gd name="csX964" fmla="*/ 421097 w 2876925"/>
                  <a:gd name="csY964" fmla="*/ 483849 h 3463026"/>
                  <a:gd name="csX965" fmla="*/ 436482 w 2876925"/>
                  <a:gd name="csY965" fmla="*/ 466939 h 3463026"/>
                  <a:gd name="csX966" fmla="*/ 442632 w 2876925"/>
                  <a:gd name="csY966" fmla="*/ 468478 h 3463026"/>
                  <a:gd name="csX967" fmla="*/ 439560 w 2876925"/>
                  <a:gd name="csY967" fmla="*/ 477699 h 3463026"/>
                  <a:gd name="csX968" fmla="*/ 448789 w 2876925"/>
                  <a:gd name="csY968" fmla="*/ 477699 h 3463026"/>
                  <a:gd name="csX969" fmla="*/ 462628 w 2876925"/>
                  <a:gd name="csY969" fmla="*/ 473089 h 3463026"/>
                  <a:gd name="csX970" fmla="*/ 467245 w 2876925"/>
                  <a:gd name="csY970" fmla="*/ 483849 h 3463026"/>
                  <a:gd name="csX971" fmla="*/ 488781 w 2876925"/>
                  <a:gd name="csY971" fmla="*/ 497689 h 3463026"/>
                  <a:gd name="csX972" fmla="*/ 501087 w 2876925"/>
                  <a:gd name="csY972" fmla="*/ 494610 h 3463026"/>
                  <a:gd name="csX973" fmla="*/ 505698 w 2876925"/>
                  <a:gd name="csY973" fmla="*/ 499228 h 3463026"/>
                  <a:gd name="csX974" fmla="*/ 508777 w 2876925"/>
                  <a:gd name="csY974" fmla="*/ 516138 h 3463026"/>
                  <a:gd name="csX975" fmla="*/ 536462 w 2876925"/>
                  <a:gd name="csY975" fmla="*/ 516138 h 3463026"/>
                  <a:gd name="csX976" fmla="*/ 548769 w 2876925"/>
                  <a:gd name="csY976" fmla="*/ 517678 h 3463026"/>
                  <a:gd name="csX977" fmla="*/ 556458 w 2876925"/>
                  <a:gd name="csY977" fmla="*/ 520749 h 3463026"/>
                  <a:gd name="csX978" fmla="*/ 577993 w 2876925"/>
                  <a:gd name="csY978" fmla="*/ 520749 h 3463026"/>
                  <a:gd name="csX979" fmla="*/ 582611 w 2876925"/>
                  <a:gd name="csY979" fmla="*/ 525360 h 3463026"/>
                  <a:gd name="csX980" fmla="*/ 604146 w 2876925"/>
                  <a:gd name="csY980" fmla="*/ 529978 h 3463026"/>
                  <a:gd name="csX981" fmla="*/ 616453 w 2876925"/>
                  <a:gd name="csY981" fmla="*/ 522288 h 3463026"/>
                  <a:gd name="csX982" fmla="*/ 617985 w 2876925"/>
                  <a:gd name="csY982" fmla="*/ 542278 h 3463026"/>
                  <a:gd name="csX983" fmla="*/ 645677 w 2876925"/>
                  <a:gd name="csY983" fmla="*/ 553038 h 3463026"/>
                  <a:gd name="csX984" fmla="*/ 651827 w 2876925"/>
                  <a:gd name="csY984" fmla="*/ 569949 h 3463026"/>
                  <a:gd name="csX985" fmla="*/ 665673 w 2876925"/>
                  <a:gd name="csY985" fmla="*/ 585321 h 3463026"/>
                  <a:gd name="csX986" fmla="*/ 691819 w 2876925"/>
                  <a:gd name="csY986" fmla="*/ 583788 h 3463026"/>
                  <a:gd name="csX987" fmla="*/ 684130 w 2876925"/>
                  <a:gd name="csY987" fmla="*/ 574560 h 3463026"/>
                  <a:gd name="csX988" fmla="*/ 685669 w 2876925"/>
                  <a:gd name="csY988" fmla="*/ 569949 h 3463026"/>
                  <a:gd name="csX989" fmla="*/ 693358 w 2876925"/>
                  <a:gd name="csY989" fmla="*/ 569949 h 3463026"/>
                  <a:gd name="csX990" fmla="*/ 702587 w 2876925"/>
                  <a:gd name="csY990" fmla="*/ 580710 h 3463026"/>
                  <a:gd name="csX991" fmla="*/ 707204 w 2876925"/>
                  <a:gd name="csY991" fmla="*/ 580710 h 3463026"/>
                  <a:gd name="csX992" fmla="*/ 711822 w 2876925"/>
                  <a:gd name="csY992" fmla="*/ 562260 h 3463026"/>
                  <a:gd name="csX993" fmla="*/ 717972 w 2876925"/>
                  <a:gd name="csY993" fmla="*/ 577638 h 3463026"/>
                  <a:gd name="csX994" fmla="*/ 727200 w 2876925"/>
                  <a:gd name="csY994" fmla="*/ 580710 h 3463026"/>
                  <a:gd name="csX995" fmla="*/ 736428 w 2876925"/>
                  <a:gd name="csY995" fmla="*/ 586860 h 3463026"/>
                  <a:gd name="csX996" fmla="*/ 748735 w 2876925"/>
                  <a:gd name="csY996" fmla="*/ 616071 h 3463026"/>
                  <a:gd name="csX997" fmla="*/ 751807 w 2876925"/>
                  <a:gd name="csY997" fmla="*/ 636060 h 3463026"/>
                  <a:gd name="csX998" fmla="*/ 762575 w 2876925"/>
                  <a:gd name="csY998" fmla="*/ 646820 h 3463026"/>
                  <a:gd name="csX999" fmla="*/ 770271 w 2876925"/>
                  <a:gd name="csY999" fmla="*/ 651431 h 3463026"/>
                  <a:gd name="csX1000" fmla="*/ 771810 w 2876925"/>
                  <a:gd name="csY1000" fmla="*/ 669881 h 3463026"/>
                  <a:gd name="csX1001" fmla="*/ 779499 w 2876925"/>
                  <a:gd name="csY1001" fmla="*/ 682181 h 3463026"/>
                  <a:gd name="csX1002" fmla="*/ 781038 w 2876925"/>
                  <a:gd name="csY1002" fmla="*/ 692942 h 3463026"/>
                  <a:gd name="csX1003" fmla="*/ 785649 w 2876925"/>
                  <a:gd name="csY1003" fmla="*/ 694481 h 3463026"/>
                  <a:gd name="csX1004" fmla="*/ 788727 w 2876925"/>
                  <a:gd name="csY1004" fmla="*/ 702170 h 3463026"/>
                  <a:gd name="csX1005" fmla="*/ 802573 w 2876925"/>
                  <a:gd name="csY1005" fmla="*/ 705242 h 3463026"/>
                  <a:gd name="csX1006" fmla="*/ 805645 w 2876925"/>
                  <a:gd name="csY1006" fmla="*/ 722153 h 3463026"/>
                  <a:gd name="csX1007" fmla="*/ 810262 w 2876925"/>
                  <a:gd name="csY1007" fmla="*/ 722153 h 3463026"/>
                  <a:gd name="csX1008" fmla="*/ 819491 w 2876925"/>
                  <a:gd name="csY1008" fmla="*/ 723692 h 3463026"/>
                  <a:gd name="csX1009" fmla="*/ 817952 w 2876925"/>
                  <a:gd name="csY1009" fmla="*/ 737531 h 3463026"/>
                  <a:gd name="csX1010" fmla="*/ 821030 w 2876925"/>
                  <a:gd name="csY1010" fmla="*/ 755974 h 3463026"/>
                  <a:gd name="csX1011" fmla="*/ 825641 w 2876925"/>
                  <a:gd name="csY1011" fmla="*/ 768274 h 3463026"/>
                  <a:gd name="csX1012" fmla="*/ 834869 w 2876925"/>
                  <a:gd name="csY1012" fmla="*/ 774424 h 3463026"/>
                  <a:gd name="csX1013" fmla="*/ 839487 w 2876925"/>
                  <a:gd name="csY1013" fmla="*/ 768274 h 3463026"/>
                  <a:gd name="csX1014" fmla="*/ 845637 w 2876925"/>
                  <a:gd name="csY1014" fmla="*/ 766742 h 3463026"/>
                  <a:gd name="csX1015" fmla="*/ 847176 w 2876925"/>
                  <a:gd name="csY1015" fmla="*/ 782113 h 3463026"/>
                  <a:gd name="csX1016" fmla="*/ 841026 w 2876925"/>
                  <a:gd name="csY1016" fmla="*/ 786724 h 3463026"/>
                  <a:gd name="csX1017" fmla="*/ 841026 w 2876925"/>
                  <a:gd name="csY1017" fmla="*/ 797485 h 3463026"/>
                  <a:gd name="csX1018" fmla="*/ 851794 w 2876925"/>
                  <a:gd name="csY1018" fmla="*/ 800563 h 3463026"/>
                  <a:gd name="csX1019" fmla="*/ 862561 w 2876925"/>
                  <a:gd name="csY1019" fmla="*/ 797485 h 3463026"/>
                  <a:gd name="csX1020" fmla="*/ 865633 w 2876925"/>
                  <a:gd name="csY1020" fmla="*/ 808252 h 3463026"/>
                  <a:gd name="csX1021" fmla="*/ 870250 w 2876925"/>
                  <a:gd name="csY1021" fmla="*/ 817474 h 3463026"/>
                  <a:gd name="csX1022" fmla="*/ 868711 w 2876925"/>
                  <a:gd name="csY1022" fmla="*/ 834385 h 3463026"/>
                  <a:gd name="csX1023" fmla="*/ 871790 w 2876925"/>
                  <a:gd name="csY1023" fmla="*/ 851295 h 3463026"/>
                  <a:gd name="csX1024" fmla="*/ 882557 w 2876925"/>
                  <a:gd name="csY1024" fmla="*/ 857445 h 3463026"/>
                  <a:gd name="csX1025" fmla="*/ 902553 w 2876925"/>
                  <a:gd name="csY1025" fmla="*/ 862056 h 3463026"/>
                  <a:gd name="csX1026" fmla="*/ 910242 w 2876925"/>
                  <a:gd name="csY1026" fmla="*/ 874356 h 3463026"/>
                  <a:gd name="csX1027" fmla="*/ 925621 w 2876925"/>
                  <a:gd name="csY1027" fmla="*/ 874356 h 3463026"/>
                  <a:gd name="csX1028" fmla="*/ 934856 w 2876925"/>
                  <a:gd name="csY1028" fmla="*/ 878967 h 3463026"/>
                  <a:gd name="csX1029" fmla="*/ 942545 w 2876925"/>
                  <a:gd name="csY1029" fmla="*/ 892806 h 3463026"/>
                  <a:gd name="csX1030" fmla="*/ 954852 w 2876925"/>
                  <a:gd name="csY1030" fmla="*/ 895884 h 3463026"/>
                  <a:gd name="csX1031" fmla="*/ 959463 w 2876925"/>
                  <a:gd name="csY1031" fmla="*/ 908184 h 3463026"/>
                  <a:gd name="csX1032" fmla="*/ 967152 w 2876925"/>
                  <a:gd name="csY1032" fmla="*/ 908184 h 3463026"/>
                  <a:gd name="csX1033" fmla="*/ 979459 w 2876925"/>
                  <a:gd name="csY1033" fmla="*/ 925095 h 3463026"/>
                  <a:gd name="csX1034" fmla="*/ 990226 w 2876925"/>
                  <a:gd name="csY1034" fmla="*/ 931245 h 3463026"/>
                  <a:gd name="csX1035" fmla="*/ 992279 w 2876925"/>
                  <a:gd name="csY1035" fmla="*/ 950714 h 3463026"/>
                  <a:gd name="csX1036" fmla="*/ 997915 w 2876925"/>
                  <a:gd name="csY1036" fmla="*/ 965066 h 3463026"/>
                  <a:gd name="csX1037" fmla="*/ 994844 w 2876925"/>
                  <a:gd name="csY1037" fmla="*/ 978899 h 3463026"/>
                  <a:gd name="csX1038" fmla="*/ 987155 w 2876925"/>
                  <a:gd name="csY1038" fmla="*/ 978899 h 3463026"/>
                  <a:gd name="csX1039" fmla="*/ 990226 w 2876925"/>
                  <a:gd name="csY1039" fmla="*/ 954306 h 3463026"/>
                  <a:gd name="csX1040" fmla="*/ 967152 w 2876925"/>
                  <a:gd name="csY1040" fmla="*/ 955838 h 3463026"/>
                  <a:gd name="csX1041" fmla="*/ 953313 w 2876925"/>
                  <a:gd name="csY1041" fmla="*/ 951227 h 3463026"/>
                  <a:gd name="csX1042" fmla="*/ 942545 w 2876925"/>
                  <a:gd name="csY1042" fmla="*/ 951227 h 3463026"/>
                  <a:gd name="csX1043" fmla="*/ 939467 w 2876925"/>
                  <a:gd name="csY1043" fmla="*/ 958917 h 3463026"/>
                  <a:gd name="csX1044" fmla="*/ 954852 w 2876925"/>
                  <a:gd name="csY1044" fmla="*/ 986588 h 3463026"/>
                  <a:gd name="csX1045" fmla="*/ 957924 w 2876925"/>
                  <a:gd name="csY1045" fmla="*/ 1011188 h 3463026"/>
                  <a:gd name="csX1046" fmla="*/ 953313 w 2876925"/>
                  <a:gd name="csY1046" fmla="*/ 1037320 h 3463026"/>
                  <a:gd name="csX1047" fmla="*/ 954845 w 2876925"/>
                  <a:gd name="csY1047" fmla="*/ 1077292 h 3463026"/>
                  <a:gd name="csX1048" fmla="*/ 944078 w 2876925"/>
                  <a:gd name="csY1048" fmla="*/ 1108042 h 3463026"/>
                  <a:gd name="csX1049" fmla="*/ 947156 w 2876925"/>
                  <a:gd name="csY1049" fmla="*/ 1126491 h 3463026"/>
                  <a:gd name="csX1050" fmla="*/ 954845 w 2876925"/>
                  <a:gd name="csY1050" fmla="*/ 1155702 h 3463026"/>
                  <a:gd name="csX1051" fmla="*/ 953306 w 2876925"/>
                  <a:gd name="csY1051" fmla="*/ 1175691 h 3463026"/>
                  <a:gd name="csX1052" fmla="*/ 950228 w 2876925"/>
                  <a:gd name="csY1052" fmla="*/ 1191063 h 3463026"/>
                  <a:gd name="csX1053" fmla="*/ 957924 w 2876925"/>
                  <a:gd name="csY1053" fmla="*/ 1203363 h 3463026"/>
                  <a:gd name="csX1054" fmla="*/ 959463 w 2876925"/>
                  <a:gd name="csY1054" fmla="*/ 1220274 h 3463026"/>
                  <a:gd name="csX1055" fmla="*/ 974841 w 2876925"/>
                  <a:gd name="csY1055" fmla="*/ 1232574 h 3463026"/>
                  <a:gd name="csX1056" fmla="*/ 979459 w 2876925"/>
                  <a:gd name="csY1056" fmla="*/ 1251023 h 3463026"/>
                  <a:gd name="csX1057" fmla="*/ 993298 w 2876925"/>
                  <a:gd name="csY1057" fmla="*/ 1253069 h 3463026"/>
                  <a:gd name="csX1058" fmla="*/ 997403 w 2876925"/>
                  <a:gd name="csY1058" fmla="*/ 1257173 h 3463026"/>
                  <a:gd name="csX1059" fmla="*/ 993298 w 2876925"/>
                  <a:gd name="csY1059" fmla="*/ 1267421 h 3463026"/>
                  <a:gd name="csX1060" fmla="*/ 996376 w 2876925"/>
                  <a:gd name="csY1060" fmla="*/ 1280747 h 3463026"/>
                  <a:gd name="csX1061" fmla="*/ 1003552 w 2876925"/>
                  <a:gd name="csY1061" fmla="*/ 1287916 h 3463026"/>
                  <a:gd name="csX1062" fmla="*/ 1004579 w 2876925"/>
                  <a:gd name="csY1062" fmla="*/ 1300216 h 3463026"/>
                  <a:gd name="csX1063" fmla="*/ 1012781 w 2876925"/>
                  <a:gd name="csY1063" fmla="*/ 1310471 h 3463026"/>
                  <a:gd name="csX1064" fmla="*/ 1027140 w 2876925"/>
                  <a:gd name="csY1064" fmla="*/ 1326869 h 3463026"/>
                  <a:gd name="csX1065" fmla="*/ 1031244 w 2876925"/>
                  <a:gd name="csY1065" fmla="*/ 1347364 h 3463026"/>
                  <a:gd name="csX1066" fmla="*/ 1042518 w 2876925"/>
                  <a:gd name="csY1066" fmla="*/ 1347364 h 3463026"/>
                  <a:gd name="csX1067" fmla="*/ 1054825 w 2876925"/>
                  <a:gd name="csY1067" fmla="*/ 1351469 h 3463026"/>
                  <a:gd name="csX1068" fmla="*/ 1064053 w 2876925"/>
                  <a:gd name="csY1068" fmla="*/ 1362742 h 3463026"/>
                  <a:gd name="csX1069" fmla="*/ 1070210 w 2876925"/>
                  <a:gd name="csY1069" fmla="*/ 1363762 h 3463026"/>
                  <a:gd name="csX1070" fmla="*/ 1077386 w 2876925"/>
                  <a:gd name="csY1070" fmla="*/ 1363762 h 3463026"/>
                  <a:gd name="csX1071" fmla="*/ 1093791 w 2876925"/>
                  <a:gd name="csY1071" fmla="*/ 1372990 h 3463026"/>
                  <a:gd name="csX1072" fmla="*/ 1100974 w 2876925"/>
                  <a:gd name="csY1072" fmla="*/ 1390414 h 3463026"/>
                  <a:gd name="csX1073" fmla="*/ 1107124 w 2876925"/>
                  <a:gd name="csY1073" fmla="*/ 1398609 h 3463026"/>
                  <a:gd name="csX1074" fmla="*/ 1109176 w 2876925"/>
                  <a:gd name="csY1074" fmla="*/ 1407838 h 3463026"/>
                  <a:gd name="csX1075" fmla="*/ 1113274 w 2876925"/>
                  <a:gd name="csY1075" fmla="*/ 1425261 h 3463026"/>
                  <a:gd name="csX1076" fmla="*/ 1135835 w 2876925"/>
                  <a:gd name="csY1076" fmla="*/ 1447809 h 3463026"/>
                  <a:gd name="csX1077" fmla="*/ 1138914 w 2876925"/>
                  <a:gd name="csY1077" fmla="*/ 1459083 h 3463026"/>
                  <a:gd name="csX1078" fmla="*/ 1147116 w 2876925"/>
                  <a:gd name="csY1078" fmla="*/ 1470357 h 3463026"/>
                  <a:gd name="csX1079" fmla="*/ 1153273 w 2876925"/>
                  <a:gd name="csY1079" fmla="*/ 1472409 h 3463026"/>
                  <a:gd name="csX1080" fmla="*/ 1170703 w 2876925"/>
                  <a:gd name="csY1080" fmla="*/ 1490859 h 3463026"/>
                  <a:gd name="csX1081" fmla="*/ 1171729 w 2876925"/>
                  <a:gd name="csY1081" fmla="*/ 1500080 h 3463026"/>
                  <a:gd name="csX1082" fmla="*/ 1172756 w 2876925"/>
                  <a:gd name="csY1082" fmla="*/ 1517504 h 3463026"/>
                  <a:gd name="csX1083" fmla="*/ 1157370 w 2876925"/>
                  <a:gd name="csY1083" fmla="*/ 1517504 h 3463026"/>
                  <a:gd name="csX1084" fmla="*/ 1156344 w 2876925"/>
                  <a:gd name="csY1084" fmla="*/ 1521609 h 3463026"/>
                  <a:gd name="csX1085" fmla="*/ 1176853 w 2876925"/>
                  <a:gd name="csY1085" fmla="*/ 1535954 h 3463026"/>
                  <a:gd name="csX1086" fmla="*/ 1190186 w 2876925"/>
                  <a:gd name="csY1086" fmla="*/ 1541078 h 3463026"/>
                  <a:gd name="csX1087" fmla="*/ 1205565 w 2876925"/>
                  <a:gd name="csY1087" fmla="*/ 1551333 h 3463026"/>
                  <a:gd name="csX1088" fmla="*/ 1213774 w 2876925"/>
                  <a:gd name="csY1088" fmla="*/ 1561580 h 3463026"/>
                  <a:gd name="csX1089" fmla="*/ 1217872 w 2876925"/>
                  <a:gd name="csY1089" fmla="*/ 1583102 h 3463026"/>
                  <a:gd name="csX1090" fmla="*/ 1229152 w 2876925"/>
                  <a:gd name="csY1090" fmla="*/ 1597454 h 3463026"/>
                  <a:gd name="csX1091" fmla="*/ 1238381 w 2876925"/>
                  <a:gd name="csY1091" fmla="*/ 1600526 h 3463026"/>
                  <a:gd name="csX1092" fmla="*/ 1256837 w 2876925"/>
                  <a:gd name="csY1092" fmla="*/ 1616923 h 3463026"/>
                  <a:gd name="csX1093" fmla="*/ 1258890 w 2876925"/>
                  <a:gd name="csY1093" fmla="*/ 1632302 h 3463026"/>
                  <a:gd name="csX1094" fmla="*/ 1270170 w 2876925"/>
                  <a:gd name="csY1094" fmla="*/ 1629223 h 3463026"/>
                  <a:gd name="csX1095" fmla="*/ 1270170 w 2876925"/>
                  <a:gd name="csY1095" fmla="*/ 1618976 h 3463026"/>
                  <a:gd name="csX1096" fmla="*/ 1265046 w 2876925"/>
                  <a:gd name="csY1096" fmla="*/ 1608728 h 3463026"/>
                  <a:gd name="csX1097" fmla="*/ 1256837 w 2876925"/>
                  <a:gd name="csY1097" fmla="*/ 1598480 h 3463026"/>
                  <a:gd name="csX1098" fmla="*/ 1248635 w 2876925"/>
                  <a:gd name="csY1098" fmla="*/ 1593356 h 3463026"/>
                  <a:gd name="csX1099" fmla="*/ 1244537 w 2876925"/>
                  <a:gd name="csY1099" fmla="*/ 1580030 h 3463026"/>
                  <a:gd name="csX1100" fmla="*/ 1237354 w 2876925"/>
                  <a:gd name="csY1100" fmla="*/ 1569783 h 3463026"/>
                  <a:gd name="csX1101" fmla="*/ 1234283 w 2876925"/>
                  <a:gd name="csY1101" fmla="*/ 1561580 h 3463026"/>
                  <a:gd name="csX1102" fmla="*/ 1228126 w 2876925"/>
                  <a:gd name="csY1102" fmla="*/ 1543130 h 3463026"/>
                  <a:gd name="csX1103" fmla="*/ 1205572 w 2876925"/>
                  <a:gd name="csY1103" fmla="*/ 1517504 h 3463026"/>
                  <a:gd name="csX1104" fmla="*/ 1203519 w 2876925"/>
                  <a:gd name="csY1104" fmla="*/ 1510335 h 3463026"/>
                  <a:gd name="csX1105" fmla="*/ 1194291 w 2876925"/>
                  <a:gd name="csY1105" fmla="*/ 1501107 h 3463026"/>
                  <a:gd name="csX1106" fmla="*/ 1194291 w 2876925"/>
                  <a:gd name="csY1106" fmla="*/ 1492911 h 3463026"/>
                  <a:gd name="csX1107" fmla="*/ 1162501 w 2876925"/>
                  <a:gd name="csY1107" fmla="*/ 1460109 h 3463026"/>
                  <a:gd name="csX1108" fmla="*/ 1159423 w 2876925"/>
                  <a:gd name="csY1108" fmla="*/ 1453959 h 3463026"/>
                  <a:gd name="csX1109" fmla="*/ 1155318 w 2876925"/>
                  <a:gd name="csY1109" fmla="*/ 1416040 h 3463026"/>
                  <a:gd name="csX1110" fmla="*/ 1159423 w 2876925"/>
                  <a:gd name="csY1110" fmla="*/ 1413988 h 3463026"/>
                  <a:gd name="csX1111" fmla="*/ 1166599 w 2876925"/>
                  <a:gd name="csY1111" fmla="*/ 1421164 h 3463026"/>
                  <a:gd name="csX1112" fmla="*/ 1175834 w 2876925"/>
                  <a:gd name="csY1112" fmla="*/ 1419111 h 3463026"/>
                  <a:gd name="csX1113" fmla="*/ 1179932 w 2876925"/>
                  <a:gd name="csY1113" fmla="*/ 1418085 h 3463026"/>
                  <a:gd name="csX1114" fmla="*/ 1183010 w 2876925"/>
                  <a:gd name="csY1114" fmla="*/ 1427314 h 3463026"/>
                  <a:gd name="csX1115" fmla="*/ 1190186 w 2876925"/>
                  <a:gd name="csY1115" fmla="*/ 1428340 h 3463026"/>
                  <a:gd name="csX1116" fmla="*/ 1194291 w 2876925"/>
                  <a:gd name="csY1116" fmla="*/ 1439614 h 3463026"/>
                  <a:gd name="csX1117" fmla="*/ 1191212 w 2876925"/>
                  <a:gd name="csY1117" fmla="*/ 1449861 h 3463026"/>
                  <a:gd name="csX1118" fmla="*/ 1200441 w 2876925"/>
                  <a:gd name="csY1118" fmla="*/ 1459090 h 3463026"/>
                  <a:gd name="csX1119" fmla="*/ 1204545 w 2876925"/>
                  <a:gd name="csY1119" fmla="*/ 1473435 h 3463026"/>
                  <a:gd name="csX1120" fmla="*/ 1214800 w 2876925"/>
                  <a:gd name="csY1120" fmla="*/ 1487781 h 3463026"/>
                  <a:gd name="csX1121" fmla="*/ 1220950 w 2876925"/>
                  <a:gd name="csY1121" fmla="*/ 1491885 h 3463026"/>
                  <a:gd name="csX1122" fmla="*/ 1232231 w 2876925"/>
                  <a:gd name="csY1122" fmla="*/ 1507257 h 3463026"/>
                  <a:gd name="csX1123" fmla="*/ 1247616 w 2876925"/>
                  <a:gd name="csY1123" fmla="*/ 1511361 h 3463026"/>
                  <a:gd name="csX1124" fmla="*/ 1248642 w 2876925"/>
                  <a:gd name="csY1124" fmla="*/ 1521609 h 3463026"/>
                  <a:gd name="csX1125" fmla="*/ 1262994 w 2876925"/>
                  <a:gd name="csY1125" fmla="*/ 1539033 h 3463026"/>
                  <a:gd name="csX1126" fmla="*/ 1271196 w 2876925"/>
                  <a:gd name="csY1126" fmla="*/ 1538007 h 3463026"/>
                  <a:gd name="csX1127" fmla="*/ 1279399 w 2876925"/>
                  <a:gd name="csY1127" fmla="*/ 1548254 h 3463026"/>
                  <a:gd name="csX1128" fmla="*/ 1274275 w 2876925"/>
                  <a:gd name="csY1128" fmla="*/ 1553378 h 3463026"/>
                  <a:gd name="csX1129" fmla="*/ 1273249 w 2876925"/>
                  <a:gd name="csY1129" fmla="*/ 1563626 h 3463026"/>
                  <a:gd name="csX1130" fmla="*/ 1285555 w 2876925"/>
                  <a:gd name="csY1130" fmla="*/ 1569783 h 3463026"/>
                  <a:gd name="csX1131" fmla="*/ 1296836 w 2876925"/>
                  <a:gd name="csY1131" fmla="*/ 1572854 h 3463026"/>
                  <a:gd name="csX1132" fmla="*/ 1302986 w 2876925"/>
                  <a:gd name="csY1132" fmla="*/ 1580030 h 3463026"/>
                  <a:gd name="csX1133" fmla="*/ 1306065 w 2876925"/>
                  <a:gd name="csY1133" fmla="*/ 1591304 h 3463026"/>
                  <a:gd name="csX1134" fmla="*/ 1316319 w 2876925"/>
                  <a:gd name="csY1134" fmla="*/ 1601552 h 3463026"/>
                  <a:gd name="csX1135" fmla="*/ 1321443 w 2876925"/>
                  <a:gd name="csY1135" fmla="*/ 1602578 h 3463026"/>
                  <a:gd name="csX1136" fmla="*/ 1329652 w 2876925"/>
                  <a:gd name="csY1136" fmla="*/ 1616930 h 3463026"/>
                  <a:gd name="csX1137" fmla="*/ 1351180 w 2876925"/>
                  <a:gd name="csY1137" fmla="*/ 1637425 h 3463026"/>
                  <a:gd name="csX1138" fmla="*/ 1353233 w 2876925"/>
                  <a:gd name="csY1138" fmla="*/ 1645628 h 3463026"/>
                  <a:gd name="csX1139" fmla="*/ 1362461 w 2876925"/>
                  <a:gd name="csY1139" fmla="*/ 1662025 h 3463026"/>
                  <a:gd name="csX1140" fmla="*/ 1360409 w 2876925"/>
                  <a:gd name="csY1140" fmla="*/ 1680475 h 3463026"/>
                  <a:gd name="csX1141" fmla="*/ 1354259 w 2876925"/>
                  <a:gd name="csY1141" fmla="*/ 1689697 h 3463026"/>
                  <a:gd name="csX1142" fmla="*/ 1359389 w 2876925"/>
                  <a:gd name="csY1142" fmla="*/ 1694821 h 3463026"/>
                  <a:gd name="csX1143" fmla="*/ 1360409 w 2876925"/>
                  <a:gd name="csY1143" fmla="*/ 1701997 h 3463026"/>
                  <a:gd name="csX1144" fmla="*/ 1372716 w 2876925"/>
                  <a:gd name="csY1144" fmla="*/ 1709173 h 3463026"/>
                  <a:gd name="csX1145" fmla="*/ 1382970 w 2876925"/>
                  <a:gd name="csY1145" fmla="*/ 1712245 h 3463026"/>
                  <a:gd name="csX1146" fmla="*/ 1392199 w 2876925"/>
                  <a:gd name="csY1146" fmla="*/ 1718395 h 3463026"/>
                  <a:gd name="csX1147" fmla="*/ 1397329 w 2876925"/>
                  <a:gd name="csY1147" fmla="*/ 1729668 h 3463026"/>
                  <a:gd name="csX1148" fmla="*/ 1409636 w 2876925"/>
                  <a:gd name="csY1148" fmla="*/ 1731721 h 3463026"/>
                  <a:gd name="csX1149" fmla="*/ 1421943 w 2876925"/>
                  <a:gd name="csY1149" fmla="*/ 1738897 h 3463026"/>
                  <a:gd name="csX1150" fmla="*/ 1435269 w 2876925"/>
                  <a:gd name="csY1150" fmla="*/ 1740942 h 3463026"/>
                  <a:gd name="csX1151" fmla="*/ 1445523 w 2876925"/>
                  <a:gd name="csY1151" fmla="*/ 1748118 h 3463026"/>
                  <a:gd name="csX1152" fmla="*/ 1456804 w 2876925"/>
                  <a:gd name="csY1152" fmla="*/ 1755294 h 3463026"/>
                  <a:gd name="csX1153" fmla="*/ 1463987 w 2876925"/>
                  <a:gd name="csY1153" fmla="*/ 1762470 h 3463026"/>
                  <a:gd name="csX1154" fmla="*/ 1474235 w 2876925"/>
                  <a:gd name="csY1154" fmla="*/ 1764523 h 3463026"/>
                  <a:gd name="csX1155" fmla="*/ 1479365 w 2876925"/>
                  <a:gd name="csY1155" fmla="*/ 1769647 h 3463026"/>
                  <a:gd name="csX1156" fmla="*/ 1495777 w 2876925"/>
                  <a:gd name="csY1156" fmla="*/ 1770673 h 3463026"/>
                  <a:gd name="csX1157" fmla="*/ 1509103 w 2876925"/>
                  <a:gd name="csY1157" fmla="*/ 1779894 h 3463026"/>
                  <a:gd name="csX1158" fmla="*/ 1515260 w 2876925"/>
                  <a:gd name="csY1158" fmla="*/ 1778868 h 3463026"/>
                  <a:gd name="csX1159" fmla="*/ 1526533 w 2876925"/>
                  <a:gd name="csY1159" fmla="*/ 1785018 h 3463026"/>
                  <a:gd name="csX1160" fmla="*/ 1537814 w 2876925"/>
                  <a:gd name="csY1160" fmla="*/ 1787070 h 3463026"/>
                  <a:gd name="csX1161" fmla="*/ 1543971 w 2876925"/>
                  <a:gd name="csY1161" fmla="*/ 1792194 h 3463026"/>
                  <a:gd name="csX1162" fmla="*/ 1566532 w 2876925"/>
                  <a:gd name="csY1162" fmla="*/ 1789123 h 3463026"/>
                  <a:gd name="csX1163" fmla="*/ 1590113 w 2876925"/>
                  <a:gd name="csY1163" fmla="*/ 1775797 h 3463026"/>
                  <a:gd name="csX1164" fmla="*/ 1596270 w 2876925"/>
                  <a:gd name="csY1164" fmla="*/ 1775797 h 3463026"/>
                  <a:gd name="csX1165" fmla="*/ 1601394 w 2876925"/>
                  <a:gd name="csY1165" fmla="*/ 1781947 h 3463026"/>
                  <a:gd name="csX1166" fmla="*/ 1616779 w 2876925"/>
                  <a:gd name="csY1166" fmla="*/ 1785018 h 3463026"/>
                  <a:gd name="csX1167" fmla="*/ 1618831 w 2876925"/>
                  <a:gd name="csY1167" fmla="*/ 1794247 h 3463026"/>
                  <a:gd name="csX1168" fmla="*/ 1640366 w 2876925"/>
                  <a:gd name="csY1168" fmla="*/ 1813716 h 3463026"/>
                  <a:gd name="csX1169" fmla="*/ 1650614 w 2876925"/>
                  <a:gd name="csY1169" fmla="*/ 1823970 h 3463026"/>
                  <a:gd name="csX1170" fmla="*/ 1689587 w 2876925"/>
                  <a:gd name="csY1170" fmla="*/ 1831146 h 3463026"/>
                  <a:gd name="csX1171" fmla="*/ 1723422 w 2876925"/>
                  <a:gd name="csY1171" fmla="*/ 1849590 h 3463026"/>
                  <a:gd name="csX1172" fmla="*/ 1732657 w 2876925"/>
                  <a:gd name="csY1172" fmla="*/ 1846518 h 3463026"/>
                  <a:gd name="csX1173" fmla="*/ 1738807 w 2876925"/>
                  <a:gd name="csY1173" fmla="*/ 1842420 h 3463026"/>
                  <a:gd name="csX1174" fmla="*/ 1745983 w 2876925"/>
                  <a:gd name="csY1174" fmla="*/ 1846518 h 3463026"/>
                  <a:gd name="csX1175" fmla="*/ 1746243 w 2876925"/>
                  <a:gd name="csY1175" fmla="*/ 1849083 h 3463026"/>
                  <a:gd name="csX1176" fmla="*/ 1744964 w 2876925"/>
                  <a:gd name="csY1176" fmla="*/ 1854720 h 3463026"/>
                  <a:gd name="csX1177" fmla="*/ 1757264 w 2876925"/>
                  <a:gd name="csY1177" fmla="*/ 1861896 h 3463026"/>
                  <a:gd name="csX1178" fmla="*/ 1771623 w 2876925"/>
                  <a:gd name="csY1178" fmla="*/ 1877268 h 3463026"/>
                  <a:gd name="csX1179" fmla="*/ 1783930 w 2876925"/>
                  <a:gd name="csY1179" fmla="*/ 1894692 h 3463026"/>
                  <a:gd name="csX1180" fmla="*/ 1784956 w 2876925"/>
                  <a:gd name="csY1180" fmla="*/ 1909037 h 3463026"/>
                  <a:gd name="csX1181" fmla="*/ 1800334 w 2876925"/>
                  <a:gd name="csY1181" fmla="*/ 1918265 h 3463026"/>
                  <a:gd name="csX1182" fmla="*/ 1806484 w 2876925"/>
                  <a:gd name="csY1182" fmla="*/ 1915187 h 3463026"/>
                  <a:gd name="csX1183" fmla="*/ 1816739 w 2876925"/>
                  <a:gd name="csY1183" fmla="*/ 1921337 h 3463026"/>
                  <a:gd name="csX1184" fmla="*/ 1824948 w 2876925"/>
                  <a:gd name="csY1184" fmla="*/ 1935689 h 3463026"/>
                  <a:gd name="csX1185" fmla="*/ 1841352 w 2876925"/>
                  <a:gd name="csY1185" fmla="*/ 1951061 h 3463026"/>
                  <a:gd name="csX1186" fmla="*/ 1850068 w 2876925"/>
                  <a:gd name="csY1186" fmla="*/ 1949015 h 3463026"/>
                  <a:gd name="csX1187" fmla="*/ 1868018 w 2876925"/>
                  <a:gd name="csY1187" fmla="*/ 1958237 h 3463026"/>
                  <a:gd name="csX1188" fmla="*/ 1869044 w 2876925"/>
                  <a:gd name="csY1188" fmla="*/ 1965413 h 3463026"/>
                  <a:gd name="csX1189" fmla="*/ 1881344 w 2876925"/>
                  <a:gd name="csY1189" fmla="*/ 1970537 h 3463026"/>
                  <a:gd name="csX1190" fmla="*/ 1888527 w 2876925"/>
                  <a:gd name="csY1190" fmla="*/ 1977713 h 3463026"/>
                  <a:gd name="csX1191" fmla="*/ 1903906 w 2876925"/>
                  <a:gd name="csY1191" fmla="*/ 1966439 h 3463026"/>
                  <a:gd name="csX1192" fmla="*/ 1899808 w 2876925"/>
                  <a:gd name="csY1192" fmla="*/ 1956191 h 3463026"/>
                  <a:gd name="csX1193" fmla="*/ 1902880 w 2876925"/>
                  <a:gd name="csY1193" fmla="*/ 1949015 h 3463026"/>
                  <a:gd name="csX1194" fmla="*/ 1912108 w 2876925"/>
                  <a:gd name="csY1194" fmla="*/ 1945937 h 3463026"/>
                  <a:gd name="csX1195" fmla="*/ 1923388 w 2876925"/>
                  <a:gd name="csY1195" fmla="*/ 1941839 h 3463026"/>
                  <a:gd name="csX1196" fmla="*/ 1935695 w 2876925"/>
                  <a:gd name="csY1196" fmla="*/ 1947989 h 3463026"/>
                  <a:gd name="csX1197" fmla="*/ 1940826 w 2876925"/>
                  <a:gd name="csY1197" fmla="*/ 1964387 h 3463026"/>
                  <a:gd name="csX1198" fmla="*/ 1950054 w 2876925"/>
                  <a:gd name="csY1198" fmla="*/ 1972589 h 3463026"/>
                  <a:gd name="csX1199" fmla="*/ 1954152 w 2876925"/>
                  <a:gd name="csY1199" fmla="*/ 1987961 h 3463026"/>
                  <a:gd name="csX1200" fmla="*/ 1954152 w 2876925"/>
                  <a:gd name="csY1200" fmla="*/ 2012561 h 3463026"/>
                  <a:gd name="csX1201" fmla="*/ 1957231 w 2876925"/>
                  <a:gd name="csY1201" fmla="*/ 2033056 h 3463026"/>
                  <a:gd name="csX1202" fmla="*/ 1960309 w 2876925"/>
                  <a:gd name="csY1202" fmla="*/ 2047408 h 3463026"/>
                  <a:gd name="csX1203" fmla="*/ 1951081 w 2876925"/>
                  <a:gd name="csY1203" fmla="*/ 2058682 h 3463026"/>
                  <a:gd name="csX1204" fmla="*/ 1951081 w 2876925"/>
                  <a:gd name="csY1204" fmla="*/ 2065858 h 3463026"/>
                  <a:gd name="csX1205" fmla="*/ 1944924 w 2876925"/>
                  <a:gd name="csY1205" fmla="*/ 2072008 h 3463026"/>
                  <a:gd name="csX1206" fmla="*/ 1933643 w 2876925"/>
                  <a:gd name="csY1206" fmla="*/ 2074053 h 3463026"/>
                  <a:gd name="csX1207" fmla="*/ 1923388 w 2876925"/>
                  <a:gd name="csY1207" fmla="*/ 2088406 h 3463026"/>
                  <a:gd name="csX1208" fmla="*/ 1922362 w 2876925"/>
                  <a:gd name="csY1208" fmla="*/ 2107875 h 3463026"/>
                  <a:gd name="csX1209" fmla="*/ 1914160 w 2876925"/>
                  <a:gd name="csY1209" fmla="*/ 2107875 h 3463026"/>
                  <a:gd name="csX1210" fmla="*/ 1904932 w 2876925"/>
                  <a:gd name="csY1210" fmla="*/ 2110953 h 3463026"/>
                  <a:gd name="csX1211" fmla="*/ 1895703 w 2876925"/>
                  <a:gd name="csY1211" fmla="*/ 2116077 h 3463026"/>
                  <a:gd name="csX1212" fmla="*/ 1895703 w 2876925"/>
                  <a:gd name="csY1212" fmla="*/ 2141703 h 3463026"/>
                  <a:gd name="csX1213" fmla="*/ 1885442 w 2876925"/>
                  <a:gd name="csY1213" fmla="*/ 2149899 h 3463026"/>
                  <a:gd name="csX1214" fmla="*/ 1885442 w 2876925"/>
                  <a:gd name="csY1214" fmla="*/ 2179623 h 3463026"/>
                  <a:gd name="csX1215" fmla="*/ 1892625 w 2876925"/>
                  <a:gd name="csY1215" fmla="*/ 2188851 h 3463026"/>
                  <a:gd name="csX1216" fmla="*/ 1901853 w 2876925"/>
                  <a:gd name="csY1216" fmla="*/ 2189870 h 3463026"/>
                  <a:gd name="csX1217" fmla="*/ 1906977 w 2876925"/>
                  <a:gd name="csY1217" fmla="*/ 2184746 h 3463026"/>
                  <a:gd name="csX1218" fmla="*/ 1910056 w 2876925"/>
                  <a:gd name="csY1218" fmla="*/ 2193975 h 3463026"/>
                  <a:gd name="csX1219" fmla="*/ 1908003 w 2876925"/>
                  <a:gd name="csY1219" fmla="*/ 2205248 h 3463026"/>
                  <a:gd name="csX1220" fmla="*/ 1896723 w 2876925"/>
                  <a:gd name="csY1220" fmla="*/ 2207294 h 3463026"/>
                  <a:gd name="csX1221" fmla="*/ 1885442 w 2876925"/>
                  <a:gd name="csY1221" fmla="*/ 2210372 h 3463026"/>
                  <a:gd name="csX1222" fmla="*/ 1884416 w 2876925"/>
                  <a:gd name="csY1222" fmla="*/ 2216522 h 3463026"/>
                  <a:gd name="csX1223" fmla="*/ 1875187 w 2876925"/>
                  <a:gd name="csY1223" fmla="*/ 2222672 h 3463026"/>
                  <a:gd name="csX1224" fmla="*/ 1878266 w 2876925"/>
                  <a:gd name="csY1224" fmla="*/ 2237018 h 3463026"/>
                  <a:gd name="csX1225" fmla="*/ 1875187 w 2876925"/>
                  <a:gd name="csY1225" fmla="*/ 2245220 h 3463026"/>
                  <a:gd name="csX1226" fmla="*/ 1881344 w 2876925"/>
                  <a:gd name="csY1226" fmla="*/ 2251370 h 3463026"/>
                  <a:gd name="csX1227" fmla="*/ 1881344 w 2876925"/>
                  <a:gd name="csY1227" fmla="*/ 2255468 h 3463026"/>
                  <a:gd name="csX1228" fmla="*/ 1874674 w 2876925"/>
                  <a:gd name="csY1228" fmla="*/ 2259565 h 3463026"/>
                  <a:gd name="csX1229" fmla="*/ 1885442 w 2876925"/>
                  <a:gd name="csY1229" fmla="*/ 2271865 h 3463026"/>
                  <a:gd name="csX1230" fmla="*/ 1897749 w 2876925"/>
                  <a:gd name="csY1230" fmla="*/ 2273405 h 3463026"/>
                  <a:gd name="csX1231" fmla="*/ 1913127 w 2876925"/>
                  <a:gd name="csY1231" fmla="*/ 2304154 h 3463026"/>
                  <a:gd name="csX1232" fmla="*/ 1926973 w 2876925"/>
                  <a:gd name="csY1232" fmla="*/ 2319526 h 3463026"/>
                  <a:gd name="csX1233" fmla="*/ 1936202 w 2876925"/>
                  <a:gd name="csY1233" fmla="*/ 2353347 h 3463026"/>
                  <a:gd name="csX1234" fmla="*/ 1948508 w 2876925"/>
                  <a:gd name="csY1234" fmla="*/ 2376408 h 3463026"/>
                  <a:gd name="csX1235" fmla="*/ 1950048 w 2876925"/>
                  <a:gd name="csY1235" fmla="*/ 2385636 h 3463026"/>
                  <a:gd name="csX1236" fmla="*/ 1960815 w 2876925"/>
                  <a:gd name="csY1236" fmla="*/ 2396397 h 3463026"/>
                  <a:gd name="csX1237" fmla="*/ 1962354 w 2876925"/>
                  <a:gd name="csY1237" fmla="*/ 2405619 h 3463026"/>
                  <a:gd name="csX1238" fmla="*/ 1976194 w 2876925"/>
                  <a:gd name="csY1238" fmla="*/ 2420997 h 3463026"/>
                  <a:gd name="csX1239" fmla="*/ 1974654 w 2876925"/>
                  <a:gd name="csY1239" fmla="*/ 2431758 h 3463026"/>
                  <a:gd name="csX1240" fmla="*/ 1979272 w 2876925"/>
                  <a:gd name="csY1240" fmla="*/ 2451747 h 3463026"/>
                  <a:gd name="csX1241" fmla="*/ 1994657 w 2876925"/>
                  <a:gd name="csY1241" fmla="*/ 2457897 h 3463026"/>
                  <a:gd name="csX1242" fmla="*/ 1999268 w 2876925"/>
                  <a:gd name="csY1242" fmla="*/ 2464040 h 3463026"/>
                  <a:gd name="csX1243" fmla="*/ 2020803 w 2876925"/>
                  <a:gd name="csY1243" fmla="*/ 2480958 h 3463026"/>
                  <a:gd name="csX1244" fmla="*/ 2036182 w 2876925"/>
                  <a:gd name="csY1244" fmla="*/ 2480958 h 3463026"/>
                  <a:gd name="csX1245" fmla="*/ 2057717 w 2876925"/>
                  <a:gd name="csY1245" fmla="*/ 2505551 h 3463026"/>
                  <a:gd name="csX1246" fmla="*/ 2073102 w 2876925"/>
                  <a:gd name="csY1246" fmla="*/ 2507090 h 3463026"/>
                  <a:gd name="csX1247" fmla="*/ 2105405 w 2876925"/>
                  <a:gd name="csY1247" fmla="*/ 2537840 h 3463026"/>
                  <a:gd name="csX1248" fmla="*/ 2103866 w 2876925"/>
                  <a:gd name="csY1248" fmla="*/ 2573201 h 3463026"/>
                  <a:gd name="csX1249" fmla="*/ 2110016 w 2876925"/>
                  <a:gd name="csY1249" fmla="*/ 2579351 h 3463026"/>
                  <a:gd name="csX1250" fmla="*/ 2105398 w 2876925"/>
                  <a:gd name="csY1250" fmla="*/ 2637772 h 3463026"/>
                  <a:gd name="csX1251" fmla="*/ 2097709 w 2876925"/>
                  <a:gd name="csY1251" fmla="*/ 2643922 h 3463026"/>
                  <a:gd name="csX1252" fmla="*/ 2100787 w 2876925"/>
                  <a:gd name="csY1252" fmla="*/ 2696193 h 3463026"/>
                  <a:gd name="csX1253" fmla="*/ 2096169 w 2876925"/>
                  <a:gd name="csY1253" fmla="*/ 2719254 h 3463026"/>
                  <a:gd name="csX1254" fmla="*/ 2079252 w 2876925"/>
                  <a:gd name="csY1254" fmla="*/ 2777675 h 3463026"/>
                  <a:gd name="csX1255" fmla="*/ 2082323 w 2876925"/>
                  <a:gd name="csY1255" fmla="*/ 2785365 h 3463026"/>
                  <a:gd name="csX1256" fmla="*/ 2083863 w 2876925"/>
                  <a:gd name="csY1256" fmla="*/ 2806886 h 3463026"/>
                  <a:gd name="csX1257" fmla="*/ 2074634 w 2876925"/>
                  <a:gd name="csY1257" fmla="*/ 2814568 h 3463026"/>
                  <a:gd name="csX1258" fmla="*/ 2080784 w 2876925"/>
                  <a:gd name="csY1258" fmla="*/ 2848390 h 3463026"/>
                  <a:gd name="csX1259" fmla="*/ 2080784 w 2876925"/>
                  <a:gd name="csY1259" fmla="*/ 2883751 h 3463026"/>
                  <a:gd name="csX1260" fmla="*/ 2070017 w 2876925"/>
                  <a:gd name="csY1260" fmla="*/ 2900668 h 3463026"/>
                  <a:gd name="csX1261" fmla="*/ 2062327 w 2876925"/>
                  <a:gd name="csY1261" fmla="*/ 2922190 h 3463026"/>
                  <a:gd name="csX1262" fmla="*/ 2057710 w 2876925"/>
                  <a:gd name="csY1262" fmla="*/ 2940127 h 3463026"/>
                  <a:gd name="csX1263" fmla="*/ 2050534 w 2876925"/>
                  <a:gd name="csY1263" fmla="*/ 2954472 h 3463026"/>
                  <a:gd name="csX1264" fmla="*/ 2042332 w 2876925"/>
                  <a:gd name="csY1264" fmla="*/ 2966772 h 3463026"/>
                  <a:gd name="csX1265" fmla="*/ 2040279 w 2876925"/>
                  <a:gd name="csY1265" fmla="*/ 2984196 h 3463026"/>
                  <a:gd name="csX1266" fmla="*/ 2032077 w 2876925"/>
                  <a:gd name="csY1266" fmla="*/ 2988293 h 3463026"/>
                  <a:gd name="csX1267" fmla="*/ 2032077 w 2876925"/>
                  <a:gd name="csY1267" fmla="*/ 3012893 h 3463026"/>
                  <a:gd name="csX1268" fmla="*/ 2039253 w 2876925"/>
                  <a:gd name="csY1268" fmla="*/ 3035441 h 3463026"/>
                  <a:gd name="csX1269" fmla="*/ 2038227 w 2876925"/>
                  <a:gd name="csY1269" fmla="*/ 3059015 h 3463026"/>
                  <a:gd name="csX1270" fmla="*/ 2031051 w 2876925"/>
                  <a:gd name="csY1270" fmla="*/ 3068243 h 3463026"/>
                  <a:gd name="csX1271" fmla="*/ 2027972 w 2876925"/>
                  <a:gd name="csY1271" fmla="*/ 3090791 h 3463026"/>
                  <a:gd name="csX1272" fmla="*/ 2021816 w 2876925"/>
                  <a:gd name="csY1272" fmla="*/ 3106162 h 3463026"/>
                  <a:gd name="csX1273" fmla="*/ 2037201 w 2876925"/>
                  <a:gd name="csY1273" fmla="*/ 3121541 h 3463026"/>
                  <a:gd name="csX1274" fmla="*/ 2047455 w 2876925"/>
                  <a:gd name="csY1274" fmla="*/ 3115391 h 3463026"/>
                  <a:gd name="csX1275" fmla="*/ 2053605 w 2876925"/>
                  <a:gd name="csY1275" fmla="*/ 3117436 h 3463026"/>
                  <a:gd name="csX1276" fmla="*/ 2051553 w 2876925"/>
                  <a:gd name="csY1276" fmla="*/ 3125638 h 3463026"/>
                  <a:gd name="csX1277" fmla="*/ 2054631 w 2876925"/>
                  <a:gd name="csY1277" fmla="*/ 3137938 h 3463026"/>
                  <a:gd name="csX1278" fmla="*/ 2048481 w 2876925"/>
                  <a:gd name="csY1278" fmla="*/ 3145114 h 3463026"/>
                  <a:gd name="csX1279" fmla="*/ 2050534 w 2876925"/>
                  <a:gd name="csY1279" fmla="*/ 3167662 h 3463026"/>
                  <a:gd name="csX1280" fmla="*/ 2040272 w 2876925"/>
                  <a:gd name="csY1280" fmla="*/ 3185086 h 3463026"/>
                  <a:gd name="csX1281" fmla="*/ 2043351 w 2876925"/>
                  <a:gd name="csY1281" fmla="*/ 3197386 h 3463026"/>
                  <a:gd name="csX1282" fmla="*/ 2051553 w 2876925"/>
                  <a:gd name="csY1282" fmla="*/ 3201484 h 3463026"/>
                  <a:gd name="csX1283" fmla="*/ 2052579 w 2876925"/>
                  <a:gd name="csY1283" fmla="*/ 3208242 h 3463026"/>
                  <a:gd name="csX1284" fmla="*/ 2044377 w 2876925"/>
                  <a:gd name="csY1284" fmla="*/ 3214345 h 3463026"/>
                  <a:gd name="csX1285" fmla="*/ 2044377 w 2876925"/>
                  <a:gd name="csY1285" fmla="*/ 3226542 h 3463026"/>
                  <a:gd name="csX1286" fmla="*/ 2037201 w 2876925"/>
                  <a:gd name="csY1286" fmla="*/ 3229155 h 3463026"/>
                  <a:gd name="csX1287" fmla="*/ 2032070 w 2876925"/>
                  <a:gd name="csY1287" fmla="*/ 3234382 h 3463026"/>
                  <a:gd name="csX1288" fmla="*/ 2033096 w 2876925"/>
                  <a:gd name="csY1288" fmla="*/ 3246579 h 3463026"/>
                  <a:gd name="csX1289" fmla="*/ 2026939 w 2876925"/>
                  <a:gd name="csY1289" fmla="*/ 3257901 h 3463026"/>
                  <a:gd name="csX1290" fmla="*/ 2020789 w 2876925"/>
                  <a:gd name="csY1290" fmla="*/ 3259645 h 3463026"/>
                  <a:gd name="csX1291" fmla="*/ 2018737 w 2876925"/>
                  <a:gd name="csY1291" fmla="*/ 3252674 h 3463026"/>
                  <a:gd name="csX1292" fmla="*/ 2018737 w 2876925"/>
                  <a:gd name="csY1292" fmla="*/ 3241352 h 3463026"/>
                  <a:gd name="csX1293" fmla="*/ 2004385 w 2876925"/>
                  <a:gd name="csY1293" fmla="*/ 3237864 h 3463026"/>
                  <a:gd name="csX1294" fmla="*/ 2002333 w 2876925"/>
                  <a:gd name="csY1294" fmla="*/ 3249192 h 3463026"/>
                  <a:gd name="csX1295" fmla="*/ 1991052 w 2876925"/>
                  <a:gd name="csY1295" fmla="*/ 3258776 h 3463026"/>
                  <a:gd name="csX1296" fmla="*/ 1991052 w 2876925"/>
                  <a:gd name="csY1296" fmla="*/ 3262258 h 3463026"/>
                  <a:gd name="csX1297" fmla="*/ 2003359 w 2876925"/>
                  <a:gd name="csY1297" fmla="*/ 3260514 h 3463026"/>
                  <a:gd name="csX1298" fmla="*/ 2007463 w 2876925"/>
                  <a:gd name="csY1298" fmla="*/ 3264003 h 3463026"/>
                  <a:gd name="csX1299" fmla="*/ 2018737 w 2876925"/>
                  <a:gd name="csY1299" fmla="*/ 3266616 h 3463026"/>
                  <a:gd name="csX1300" fmla="*/ 2019763 w 2876925"/>
                  <a:gd name="csY1300" fmla="*/ 3272711 h 3463026"/>
                  <a:gd name="csX1301" fmla="*/ 2012587 w 2876925"/>
                  <a:gd name="csY1301" fmla="*/ 3282295 h 3463026"/>
                  <a:gd name="csX1302" fmla="*/ 2009509 w 2876925"/>
                  <a:gd name="csY1302" fmla="*/ 3287522 h 3463026"/>
                  <a:gd name="csX1303" fmla="*/ 2013613 w 2876925"/>
                  <a:gd name="csY1303" fmla="*/ 3291011 h 3463026"/>
                  <a:gd name="csX1304" fmla="*/ 2019763 w 2876925"/>
                  <a:gd name="csY1304" fmla="*/ 3289266 h 3463026"/>
                  <a:gd name="csX1305" fmla="*/ 2026939 w 2876925"/>
                  <a:gd name="csY1305" fmla="*/ 3284040 h 3463026"/>
                  <a:gd name="csX1306" fmla="*/ 2032070 w 2876925"/>
                  <a:gd name="csY1306" fmla="*/ 3291011 h 3463026"/>
                  <a:gd name="csX1307" fmla="*/ 2033096 w 2876925"/>
                  <a:gd name="csY1307" fmla="*/ 3301463 h 3463026"/>
                  <a:gd name="csX1308" fmla="*/ 2025913 w 2876925"/>
                  <a:gd name="csY1308" fmla="*/ 3304077 h 3463026"/>
                  <a:gd name="csX1309" fmla="*/ 2017711 w 2876925"/>
                  <a:gd name="csY1309" fmla="*/ 3297106 h 3463026"/>
                  <a:gd name="csX1310" fmla="*/ 2013613 w 2876925"/>
                  <a:gd name="csY1310" fmla="*/ 3299719 h 3463026"/>
                  <a:gd name="csX1311" fmla="*/ 2017711 w 2876925"/>
                  <a:gd name="csY1311" fmla="*/ 3310172 h 3463026"/>
                  <a:gd name="csX1312" fmla="*/ 2015659 w 2876925"/>
                  <a:gd name="csY1312" fmla="*/ 3321501 h 3463026"/>
                  <a:gd name="csX1313" fmla="*/ 2014633 w 2876925"/>
                  <a:gd name="csY1313" fmla="*/ 3338056 h 3463026"/>
                  <a:gd name="csX1314" fmla="*/ 2017711 w 2876925"/>
                  <a:gd name="csY1314" fmla="*/ 3356348 h 3463026"/>
                  <a:gd name="csX1315" fmla="*/ 2013607 w 2876925"/>
                  <a:gd name="csY1315" fmla="*/ 3365057 h 3463026"/>
                  <a:gd name="csX1316" fmla="*/ 2023868 w 2876925"/>
                  <a:gd name="csY1316" fmla="*/ 3367670 h 3463026"/>
                  <a:gd name="csX1317" fmla="*/ 2027966 w 2876925"/>
                  <a:gd name="csY1317" fmla="*/ 3377254 h 3463026"/>
                  <a:gd name="csX1318" fmla="*/ 2020789 w 2876925"/>
                  <a:gd name="csY1318" fmla="*/ 3381612 h 3463026"/>
                  <a:gd name="csX1319" fmla="*/ 2028992 w 2876925"/>
                  <a:gd name="csY1319" fmla="*/ 3390327 h 3463026"/>
                  <a:gd name="csX1320" fmla="*/ 2028992 w 2876925"/>
                  <a:gd name="csY1320" fmla="*/ 3406875 h 3463026"/>
                  <a:gd name="csX1321" fmla="*/ 2038220 w 2876925"/>
                  <a:gd name="csY1321" fmla="*/ 3411233 h 3463026"/>
                  <a:gd name="csX1322" fmla="*/ 2043351 w 2876925"/>
                  <a:gd name="csY1322" fmla="*/ 3406006 h 3463026"/>
                  <a:gd name="csX1323" fmla="*/ 2049501 w 2876925"/>
                  <a:gd name="csY1323" fmla="*/ 3406875 h 3463026"/>
                  <a:gd name="csX1324" fmla="*/ 2051553 w 2876925"/>
                  <a:gd name="csY1324" fmla="*/ 3414722 h 3463026"/>
                  <a:gd name="csX1325" fmla="*/ 2033096 w 2876925"/>
                  <a:gd name="csY1325" fmla="*/ 3419948 h 3463026"/>
                  <a:gd name="csX1326" fmla="*/ 2035142 w 2876925"/>
                  <a:gd name="csY1326" fmla="*/ 3439109 h 3463026"/>
                  <a:gd name="csX1327" fmla="*/ 2041299 w 2876925"/>
                  <a:gd name="csY1327" fmla="*/ 3438241 h 3463026"/>
                  <a:gd name="csX1328" fmla="*/ 2051553 w 2876925"/>
                  <a:gd name="csY1328" fmla="*/ 3426912 h 3463026"/>
                  <a:gd name="csX1329" fmla="*/ 2066931 w 2876925"/>
                  <a:gd name="csY1329" fmla="*/ 3426043 h 3463026"/>
                  <a:gd name="csX1330" fmla="*/ 2079238 w 2876925"/>
                  <a:gd name="csY1330" fmla="*/ 3433014 h 3463026"/>
                  <a:gd name="csX1331" fmla="*/ 2080264 w 2876925"/>
                  <a:gd name="csY1331" fmla="*/ 3444343 h 3463026"/>
                  <a:gd name="csX1332" fmla="*/ 2076167 w 2876925"/>
                  <a:gd name="csY1332" fmla="*/ 3450438 h 3463026"/>
                  <a:gd name="csX1333" fmla="*/ 2058729 w 2876925"/>
                  <a:gd name="csY1333" fmla="*/ 3451307 h 3463026"/>
                  <a:gd name="csX1334" fmla="*/ 2058729 w 2876925"/>
                  <a:gd name="csY1334" fmla="*/ 3456533 h 3463026"/>
                  <a:gd name="csX1335" fmla="*/ 2068984 w 2876925"/>
                  <a:gd name="csY1335" fmla="*/ 3464380 h 3463026"/>
                  <a:gd name="csX1336" fmla="*/ 2088467 w 2876925"/>
                  <a:gd name="csY1336" fmla="*/ 3463504 h 3463026"/>
                  <a:gd name="csX1337" fmla="*/ 2088467 w 2876925"/>
                  <a:gd name="csY1337" fmla="*/ 3451307 h 3463026"/>
                  <a:gd name="csX1338" fmla="*/ 2094623 w 2876925"/>
                  <a:gd name="csY1338" fmla="*/ 3442598 h 3463026"/>
                  <a:gd name="csX1339" fmla="*/ 2090519 w 2876925"/>
                  <a:gd name="csY1339" fmla="*/ 3433014 h 3463026"/>
                  <a:gd name="csX1340" fmla="*/ 2100773 w 2876925"/>
                  <a:gd name="csY1340" fmla="*/ 3426919 h 3463026"/>
                  <a:gd name="csX1341" fmla="*/ 2112054 w 2876925"/>
                  <a:gd name="csY1341" fmla="*/ 3426919 h 3463026"/>
                  <a:gd name="csX1342" fmla="*/ 2118204 w 2876925"/>
                  <a:gd name="csY1342" fmla="*/ 3422561 h 3463026"/>
                  <a:gd name="csX1343" fmla="*/ 2121283 w 2876925"/>
                  <a:gd name="csY1343" fmla="*/ 3415591 h 3463026"/>
                  <a:gd name="csX1344" fmla="*/ 2138713 w 2876925"/>
                  <a:gd name="csY1344" fmla="*/ 3418204 h 3463026"/>
                  <a:gd name="csX1345" fmla="*/ 2139739 w 2876925"/>
                  <a:gd name="csY1345" fmla="*/ 3412977 h 3463026"/>
                  <a:gd name="csX1346" fmla="*/ 2134615 w 2876925"/>
                  <a:gd name="csY1346" fmla="*/ 3406006 h 3463026"/>
                  <a:gd name="csX1347" fmla="*/ 2129485 w 2876925"/>
                  <a:gd name="csY1347" fmla="*/ 3398167 h 3463026"/>
                  <a:gd name="csX1348" fmla="*/ 2127439 w 2876925"/>
                  <a:gd name="csY1348" fmla="*/ 3390327 h 3463026"/>
                  <a:gd name="csX1349" fmla="*/ 2132563 w 2876925"/>
                  <a:gd name="csY1349" fmla="*/ 3379874 h 3463026"/>
                  <a:gd name="csX1350" fmla="*/ 2130511 w 2876925"/>
                  <a:gd name="csY1350" fmla="*/ 3368545 h 3463026"/>
                  <a:gd name="csX1351" fmla="*/ 2139739 w 2876925"/>
                  <a:gd name="csY1351" fmla="*/ 3359837 h 3463026"/>
                  <a:gd name="csX1352" fmla="*/ 2141792 w 2876925"/>
                  <a:gd name="csY1352" fmla="*/ 3349377 h 3463026"/>
                  <a:gd name="csX1353" fmla="*/ 2151020 w 2876925"/>
                  <a:gd name="csY1353" fmla="*/ 3351991 h 3463026"/>
                  <a:gd name="csX1354" fmla="*/ 2160255 w 2876925"/>
                  <a:gd name="csY1354" fmla="*/ 3346764 h 3463026"/>
                  <a:gd name="csX1355" fmla="*/ 2160255 w 2876925"/>
                  <a:gd name="csY1355" fmla="*/ 3324989 h 3463026"/>
                  <a:gd name="csX1356" fmla="*/ 2170510 w 2876925"/>
                  <a:gd name="csY1356" fmla="*/ 3320632 h 3463026"/>
                  <a:gd name="csX1357" fmla="*/ 2176660 w 2876925"/>
                  <a:gd name="csY1357" fmla="*/ 3312792 h 3463026"/>
                  <a:gd name="csX1358" fmla="*/ 2180764 w 2876925"/>
                  <a:gd name="csY1358" fmla="*/ 3307566 h 3463026"/>
                  <a:gd name="csX1359" fmla="*/ 2191019 w 2876925"/>
                  <a:gd name="csY1359" fmla="*/ 3297981 h 3463026"/>
                  <a:gd name="csX1360" fmla="*/ 2199221 w 2876925"/>
                  <a:gd name="csY1360" fmla="*/ 3293624 h 3463026"/>
                  <a:gd name="csX1361" fmla="*/ 2203326 w 2876925"/>
                  <a:gd name="csY1361" fmla="*/ 3289266 h 3463026"/>
                  <a:gd name="csX1362" fmla="*/ 2200247 w 2876925"/>
                  <a:gd name="csY1362" fmla="*/ 3269229 h 3463026"/>
                  <a:gd name="csX1363" fmla="*/ 2180764 w 2876925"/>
                  <a:gd name="csY1363" fmla="*/ 3268360 h 3463026"/>
                  <a:gd name="csX1364" fmla="*/ 2171536 w 2876925"/>
                  <a:gd name="csY1364" fmla="*/ 3264003 h 3463026"/>
                  <a:gd name="csX1365" fmla="*/ 2162308 w 2876925"/>
                  <a:gd name="csY1365" fmla="*/ 3245710 h 3463026"/>
                  <a:gd name="csX1366" fmla="*/ 2163334 w 2876925"/>
                  <a:gd name="csY1366" fmla="*/ 3236995 h 3463026"/>
                  <a:gd name="csX1367" fmla="*/ 2170510 w 2876925"/>
                  <a:gd name="csY1367" fmla="*/ 3227411 h 3463026"/>
                  <a:gd name="csX1368" fmla="*/ 2177686 w 2876925"/>
                  <a:gd name="csY1368" fmla="*/ 3225673 h 3463026"/>
                  <a:gd name="csX1369" fmla="*/ 2182817 w 2876925"/>
                  <a:gd name="csY1369" fmla="*/ 3218702 h 3463026"/>
                  <a:gd name="csX1370" fmla="*/ 2204352 w 2876925"/>
                  <a:gd name="csY1370" fmla="*/ 3216958 h 3463026"/>
                  <a:gd name="csX1371" fmla="*/ 2210502 w 2876925"/>
                  <a:gd name="csY1371" fmla="*/ 3213476 h 3463026"/>
                  <a:gd name="csX1372" fmla="*/ 2210502 w 2876925"/>
                  <a:gd name="csY1372" fmla="*/ 3203536 h 3463026"/>
                  <a:gd name="csX1373" fmla="*/ 2213580 w 2876925"/>
                  <a:gd name="csY1373" fmla="*/ 3193288 h 3463026"/>
                  <a:gd name="csX1374" fmla="*/ 2210502 w 2876925"/>
                  <a:gd name="csY1374" fmla="*/ 3176884 h 3463026"/>
                  <a:gd name="csX1375" fmla="*/ 2231011 w 2876925"/>
                  <a:gd name="csY1375" fmla="*/ 3161512 h 3463026"/>
                  <a:gd name="csX1376" fmla="*/ 2223835 w 2876925"/>
                  <a:gd name="csY1376" fmla="*/ 3155362 h 3463026"/>
                  <a:gd name="csX1377" fmla="*/ 2227939 w 2876925"/>
                  <a:gd name="csY1377" fmla="*/ 3149212 h 3463026"/>
                  <a:gd name="csX1378" fmla="*/ 2238194 w 2876925"/>
                  <a:gd name="csY1378" fmla="*/ 3151264 h 3463026"/>
                  <a:gd name="csX1379" fmla="*/ 2245370 w 2876925"/>
                  <a:gd name="csY1379" fmla="*/ 3150238 h 3463026"/>
                  <a:gd name="csX1380" fmla="*/ 2244344 w 2876925"/>
                  <a:gd name="csY1380" fmla="*/ 3133841 h 3463026"/>
                  <a:gd name="csX1381" fmla="*/ 2237168 w 2876925"/>
                  <a:gd name="csY1381" fmla="*/ 3132815 h 3463026"/>
                  <a:gd name="csX1382" fmla="*/ 2227939 w 2876925"/>
                  <a:gd name="csY1382" fmla="*/ 3138964 h 3463026"/>
                  <a:gd name="csX1383" fmla="*/ 2219737 w 2876925"/>
                  <a:gd name="csY1383" fmla="*/ 3131788 h 3463026"/>
                  <a:gd name="csX1384" fmla="*/ 2215632 w 2876925"/>
                  <a:gd name="csY1384" fmla="*/ 3095915 h 3463026"/>
                  <a:gd name="csX1385" fmla="*/ 2221782 w 2876925"/>
                  <a:gd name="csY1385" fmla="*/ 3090791 h 3463026"/>
                  <a:gd name="csX1386" fmla="*/ 2227939 w 2876925"/>
                  <a:gd name="csY1386" fmla="*/ 3090791 h 3463026"/>
                  <a:gd name="csX1387" fmla="*/ 2251527 w 2876925"/>
                  <a:gd name="csY1387" fmla="*/ 3103091 h 3463026"/>
                  <a:gd name="csX1388" fmla="*/ 2267931 w 2876925"/>
                  <a:gd name="csY1388" fmla="*/ 3102065 h 3463026"/>
                  <a:gd name="csX1389" fmla="*/ 2277160 w 2876925"/>
                  <a:gd name="csY1389" fmla="*/ 3095915 h 3463026"/>
                  <a:gd name="csX1390" fmla="*/ 2277160 w 2876925"/>
                  <a:gd name="csY1390" fmla="*/ 3063119 h 3463026"/>
                  <a:gd name="csX1391" fmla="*/ 2287414 w 2876925"/>
                  <a:gd name="csY1391" fmla="*/ 3052872 h 3463026"/>
                  <a:gd name="csX1392" fmla="*/ 2289466 w 2876925"/>
                  <a:gd name="csY1392" fmla="*/ 3042624 h 3463026"/>
                  <a:gd name="csX1393" fmla="*/ 2317152 w 2876925"/>
                  <a:gd name="csY1393" fmla="*/ 3042624 h 3463026"/>
                  <a:gd name="csX1394" fmla="*/ 2334589 w 2876925"/>
                  <a:gd name="csY1394" fmla="*/ 3034422 h 3463026"/>
                  <a:gd name="csX1395" fmla="*/ 2355098 w 2876925"/>
                  <a:gd name="csY1395" fmla="*/ 3032376 h 3463026"/>
                  <a:gd name="csX1396" fmla="*/ 2370477 w 2876925"/>
                  <a:gd name="csY1396" fmla="*/ 3020076 h 3463026"/>
                  <a:gd name="csX1397" fmla="*/ 2377659 w 2876925"/>
                  <a:gd name="csY1397" fmla="*/ 3019050 h 3463026"/>
                  <a:gd name="csX1398" fmla="*/ 2392019 w 2876925"/>
                  <a:gd name="csY1398" fmla="*/ 2997529 h 3463026"/>
                  <a:gd name="csX1399" fmla="*/ 2402266 w 2876925"/>
                  <a:gd name="csY1399" fmla="*/ 2981131 h 3463026"/>
                  <a:gd name="csX1400" fmla="*/ 2388940 w 2876925"/>
                  <a:gd name="csY1400" fmla="*/ 2969850 h 3463026"/>
                  <a:gd name="csX1401" fmla="*/ 2387914 w 2876925"/>
                  <a:gd name="csY1401" fmla="*/ 2962681 h 3463026"/>
                  <a:gd name="csX1402" fmla="*/ 2396116 w 2876925"/>
                  <a:gd name="csY1402" fmla="*/ 2949355 h 3463026"/>
                  <a:gd name="csX1403" fmla="*/ 2383809 w 2876925"/>
                  <a:gd name="csY1403" fmla="*/ 2931931 h 3463026"/>
                  <a:gd name="csX1404" fmla="*/ 2375607 w 2876925"/>
                  <a:gd name="csY1404" fmla="*/ 2930905 h 3463026"/>
                  <a:gd name="csX1405" fmla="*/ 2365353 w 2876925"/>
                  <a:gd name="csY1405" fmla="*/ 2920657 h 3463026"/>
                  <a:gd name="csX1406" fmla="*/ 2364333 w 2876925"/>
                  <a:gd name="csY1406" fmla="*/ 2914507 h 3463026"/>
                  <a:gd name="csX1407" fmla="*/ 2374581 w 2876925"/>
                  <a:gd name="csY1407" fmla="*/ 2911429 h 3463026"/>
                  <a:gd name="csX1408" fmla="*/ 2385862 w 2876925"/>
                  <a:gd name="csY1408" fmla="*/ 2924755 h 3463026"/>
                  <a:gd name="csX1409" fmla="*/ 2399195 w 2876925"/>
                  <a:gd name="csY1409" fmla="*/ 2923729 h 3463026"/>
                  <a:gd name="csX1410" fmla="*/ 2417651 w 2876925"/>
                  <a:gd name="csY1410" fmla="*/ 2931931 h 3463026"/>
                  <a:gd name="csX1411" fmla="*/ 2434063 w 2876925"/>
                  <a:gd name="csY1411" fmla="*/ 2936029 h 3463026"/>
                  <a:gd name="csX1412" fmla="*/ 2452520 w 2876925"/>
                  <a:gd name="csY1412" fmla="*/ 2935010 h 3463026"/>
                  <a:gd name="csX1413" fmla="*/ 2466879 w 2876925"/>
                  <a:gd name="csY1413" fmla="*/ 2918605 h 3463026"/>
                  <a:gd name="csX1414" fmla="*/ 2466879 w 2876925"/>
                  <a:gd name="csY1414" fmla="*/ 2913481 h 3463026"/>
                  <a:gd name="csX1415" fmla="*/ 2480205 w 2876925"/>
                  <a:gd name="csY1415" fmla="*/ 2898110 h 3463026"/>
                  <a:gd name="csX1416" fmla="*/ 2481231 w 2876925"/>
                  <a:gd name="csY1416" fmla="*/ 2892986 h 3463026"/>
                  <a:gd name="csX1417" fmla="*/ 2503792 w 2876925"/>
                  <a:gd name="csY1417" fmla="*/ 2870438 h 3463026"/>
                  <a:gd name="csX1418" fmla="*/ 2503792 w 2876925"/>
                  <a:gd name="csY1418" fmla="*/ 2863262 h 3463026"/>
                  <a:gd name="csX1419" fmla="*/ 2497642 w 2876925"/>
                  <a:gd name="csY1419" fmla="*/ 2854041 h 3463026"/>
                  <a:gd name="csX1420" fmla="*/ 2506871 w 2876925"/>
                  <a:gd name="csY1420" fmla="*/ 2840714 h 3463026"/>
                  <a:gd name="csX1421" fmla="*/ 2511994 w 2876925"/>
                  <a:gd name="csY1421" fmla="*/ 2830467 h 3463026"/>
                  <a:gd name="csX1422" fmla="*/ 2528406 w 2876925"/>
                  <a:gd name="csY1422" fmla="*/ 2813036 h 3463026"/>
                  <a:gd name="csX1423" fmla="*/ 2533530 w 2876925"/>
                  <a:gd name="csY1423" fmla="*/ 2816115 h 3463026"/>
                  <a:gd name="csX1424" fmla="*/ 2525327 w 2876925"/>
                  <a:gd name="csY1424" fmla="*/ 2831486 h 3463026"/>
                  <a:gd name="csX1425" fmla="*/ 2523275 w 2876925"/>
                  <a:gd name="csY1425" fmla="*/ 2840714 h 3463026"/>
                  <a:gd name="csX1426" fmla="*/ 2509949 w 2876925"/>
                  <a:gd name="csY1426" fmla="*/ 2853014 h 3463026"/>
                  <a:gd name="csX1427" fmla="*/ 2511481 w 2876925"/>
                  <a:gd name="csY1427" fmla="*/ 2859164 h 3463026"/>
                  <a:gd name="csX1428" fmla="*/ 2526094 w 2876925"/>
                  <a:gd name="csY1428" fmla="*/ 2843786 h 3463026"/>
                  <a:gd name="csX1429" fmla="*/ 2542765 w 2876925"/>
                  <a:gd name="csY1429" fmla="*/ 2813043 h 3463026"/>
                  <a:gd name="csX1430" fmla="*/ 2546863 w 2876925"/>
                  <a:gd name="csY1430" fmla="*/ 2798438 h 3463026"/>
                  <a:gd name="csX1431" fmla="*/ 2553019 w 2876925"/>
                  <a:gd name="csY1431" fmla="*/ 2786138 h 3463026"/>
                  <a:gd name="csX1432" fmla="*/ 2563014 w 2876925"/>
                  <a:gd name="csY1432" fmla="*/ 2783832 h 3463026"/>
                  <a:gd name="csX1433" fmla="*/ 2579938 w 2876925"/>
                  <a:gd name="csY1433" fmla="*/ 2763843 h 3463026"/>
                  <a:gd name="csX1434" fmla="*/ 2583010 w 2876925"/>
                  <a:gd name="csY1434" fmla="*/ 2740016 h 3463026"/>
                  <a:gd name="csX1435" fmla="*/ 2579165 w 2876925"/>
                  <a:gd name="csY1435" fmla="*/ 2727716 h 3463026"/>
                  <a:gd name="csX1436" fmla="*/ 2583010 w 2876925"/>
                  <a:gd name="csY1436" fmla="*/ 2700045 h 3463026"/>
                  <a:gd name="csX1437" fmla="*/ 2594551 w 2876925"/>
                  <a:gd name="csY1437" fmla="*/ 2695427 h 3463026"/>
                  <a:gd name="csX1438" fmla="*/ 2604545 w 2876925"/>
                  <a:gd name="csY1438" fmla="*/ 2684666 h 3463026"/>
                  <a:gd name="csX1439" fmla="*/ 2610702 w 2876925"/>
                  <a:gd name="csY1439" fmla="*/ 2682361 h 3463026"/>
                  <a:gd name="csX1440" fmla="*/ 2611468 w 2876925"/>
                  <a:gd name="csY1440" fmla="*/ 2676211 h 3463026"/>
                  <a:gd name="csX1441" fmla="*/ 2629159 w 2876925"/>
                  <a:gd name="csY1441" fmla="*/ 2661606 h 3463026"/>
                  <a:gd name="csX1442" fmla="*/ 2644544 w 2876925"/>
                  <a:gd name="csY1442" fmla="*/ 2663918 h 3463026"/>
                  <a:gd name="csX1443" fmla="*/ 2653772 w 2876925"/>
                  <a:gd name="csY1443" fmla="*/ 2660073 h 3463026"/>
                  <a:gd name="csX1444" fmla="*/ 2663767 w 2876925"/>
                  <a:gd name="csY1444" fmla="*/ 2647773 h 3463026"/>
                  <a:gd name="csX1445" fmla="*/ 2678379 w 2876925"/>
                  <a:gd name="csY1445" fmla="*/ 2647773 h 3463026"/>
                  <a:gd name="csX1446" fmla="*/ 2692998 w 2876925"/>
                  <a:gd name="csY1446" fmla="*/ 2646234 h 3463026"/>
                  <a:gd name="csX1447" fmla="*/ 2702227 w 2876925"/>
                  <a:gd name="csY1447" fmla="*/ 2640857 h 3463026"/>
                  <a:gd name="csX1448" fmla="*/ 2712221 w 2876925"/>
                  <a:gd name="csY1448" fmla="*/ 2643929 h 3463026"/>
                  <a:gd name="csX1449" fmla="*/ 2726067 w 2876925"/>
                  <a:gd name="csY1449" fmla="*/ 2639318 h 3463026"/>
                  <a:gd name="csX1450" fmla="*/ 2729146 w 2876925"/>
                  <a:gd name="csY1450" fmla="*/ 2628557 h 3463026"/>
                  <a:gd name="csX1451" fmla="*/ 2744524 w 2876925"/>
                  <a:gd name="csY1451" fmla="*/ 2623946 h 3463026"/>
                  <a:gd name="csX1452" fmla="*/ 2746836 w 2876925"/>
                  <a:gd name="csY1452" fmla="*/ 2599347 h 3463026"/>
                  <a:gd name="csX1453" fmla="*/ 2759136 w 2876925"/>
                  <a:gd name="csY1453" fmla="*/ 2581410 h 3463026"/>
                  <a:gd name="csX1454" fmla="*/ 2761195 w 2876925"/>
                  <a:gd name="csY1454" fmla="*/ 2567057 h 3463026"/>
                  <a:gd name="csX1455" fmla="*/ 2767345 w 2876925"/>
                  <a:gd name="csY1455" fmla="*/ 2560914 h 3463026"/>
                  <a:gd name="csX1456" fmla="*/ 2769397 w 2876925"/>
                  <a:gd name="csY1456" fmla="*/ 2546562 h 3463026"/>
                  <a:gd name="csX1457" fmla="*/ 2773495 w 2876925"/>
                  <a:gd name="csY1457" fmla="*/ 2521962 h 3463026"/>
                  <a:gd name="csX1458" fmla="*/ 2789907 w 2876925"/>
                  <a:gd name="csY1458" fmla="*/ 2513767 h 3463026"/>
                  <a:gd name="csX1459" fmla="*/ 2785802 w 2876925"/>
                  <a:gd name="csY1459" fmla="*/ 2489167 h 3463026"/>
                  <a:gd name="csX1460" fmla="*/ 2791952 w 2876925"/>
                  <a:gd name="csY1460" fmla="*/ 2470717 h 3463026"/>
                  <a:gd name="csX1461" fmla="*/ 2785802 w 2876925"/>
                  <a:gd name="csY1461" fmla="*/ 2454319 h 3463026"/>
                  <a:gd name="csX1462" fmla="*/ 2789907 w 2876925"/>
                  <a:gd name="csY1462" fmla="*/ 2419472 h 3463026"/>
                  <a:gd name="csX1463" fmla="*/ 2794011 w 2876925"/>
                  <a:gd name="csY1463" fmla="*/ 2413322 h 3463026"/>
                  <a:gd name="csX1464" fmla="*/ 2816566 w 2876925"/>
                  <a:gd name="csY1464" fmla="*/ 2401022 h 3463026"/>
                  <a:gd name="csX1465" fmla="*/ 2824775 w 2876925"/>
                  <a:gd name="csY1465" fmla="*/ 2386676 h 3463026"/>
                  <a:gd name="csX1466" fmla="*/ 2830925 w 2876925"/>
                  <a:gd name="csY1466" fmla="*/ 2368226 h 3463026"/>
                  <a:gd name="csX1467" fmla="*/ 2837081 w 2876925"/>
                  <a:gd name="csY1467" fmla="*/ 2364129 h 3463026"/>
                  <a:gd name="csX1468" fmla="*/ 2853486 w 2876925"/>
                  <a:gd name="csY1468" fmla="*/ 2357979 h 3463026"/>
                  <a:gd name="csX1469" fmla="*/ 2859643 w 2876925"/>
                  <a:gd name="csY1469" fmla="*/ 2347724 h 3463026"/>
                  <a:gd name="csX1470" fmla="*/ 2865793 w 2876925"/>
                  <a:gd name="csY1470" fmla="*/ 2335431 h 3463026"/>
                  <a:gd name="csX1471" fmla="*/ 2878100 w 2876925"/>
                  <a:gd name="csY1471" fmla="*/ 2319027 h 3463026"/>
                  <a:gd name="csX1472" fmla="*/ 2878100 w 2876925"/>
                  <a:gd name="csY1472" fmla="*/ 2263684 h 3463026"/>
                  <a:gd name="csX1473" fmla="*/ 2871950 w 2876925"/>
                  <a:gd name="csY1473" fmla="*/ 2245234 h 3463026"/>
                  <a:gd name="csX1474" fmla="*/ 2824775 w 2876925"/>
                  <a:gd name="csY1474" fmla="*/ 2232934 h 3463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 ang="0">
                    <a:pos x="csX792" y="csY792"/>
                  </a:cxn>
                  <a:cxn ang="0">
                    <a:pos x="csX793" y="csY793"/>
                  </a:cxn>
                  <a:cxn ang="0">
                    <a:pos x="csX794" y="csY794"/>
                  </a:cxn>
                  <a:cxn ang="0">
                    <a:pos x="csX795" y="csY795"/>
                  </a:cxn>
                  <a:cxn ang="0">
                    <a:pos x="csX796" y="csY796"/>
                  </a:cxn>
                  <a:cxn ang="0">
                    <a:pos x="csX797" y="csY797"/>
                  </a:cxn>
                  <a:cxn ang="0">
                    <a:pos x="csX798" y="csY798"/>
                  </a:cxn>
                  <a:cxn ang="0">
                    <a:pos x="csX799" y="csY799"/>
                  </a:cxn>
                  <a:cxn ang="0">
                    <a:pos x="csX800" y="csY800"/>
                  </a:cxn>
                  <a:cxn ang="0">
                    <a:pos x="csX801" y="csY801"/>
                  </a:cxn>
                  <a:cxn ang="0">
                    <a:pos x="csX802" y="csY802"/>
                  </a:cxn>
                  <a:cxn ang="0">
                    <a:pos x="csX803" y="csY803"/>
                  </a:cxn>
                  <a:cxn ang="0">
                    <a:pos x="csX804" y="csY804"/>
                  </a:cxn>
                  <a:cxn ang="0">
                    <a:pos x="csX805" y="csY805"/>
                  </a:cxn>
                  <a:cxn ang="0">
                    <a:pos x="csX806" y="csY806"/>
                  </a:cxn>
                  <a:cxn ang="0">
                    <a:pos x="csX807" y="csY807"/>
                  </a:cxn>
                  <a:cxn ang="0">
                    <a:pos x="csX808" y="csY808"/>
                  </a:cxn>
                  <a:cxn ang="0">
                    <a:pos x="csX809" y="csY809"/>
                  </a:cxn>
                  <a:cxn ang="0">
                    <a:pos x="csX810" y="csY810"/>
                  </a:cxn>
                  <a:cxn ang="0">
                    <a:pos x="csX811" y="csY811"/>
                  </a:cxn>
                  <a:cxn ang="0">
                    <a:pos x="csX812" y="csY812"/>
                  </a:cxn>
                  <a:cxn ang="0">
                    <a:pos x="csX813" y="csY813"/>
                  </a:cxn>
                  <a:cxn ang="0">
                    <a:pos x="csX814" y="csY814"/>
                  </a:cxn>
                  <a:cxn ang="0">
                    <a:pos x="csX815" y="csY815"/>
                  </a:cxn>
                  <a:cxn ang="0">
                    <a:pos x="csX816" y="csY816"/>
                  </a:cxn>
                  <a:cxn ang="0">
                    <a:pos x="csX817" y="csY817"/>
                  </a:cxn>
                  <a:cxn ang="0">
                    <a:pos x="csX818" y="csY818"/>
                  </a:cxn>
                  <a:cxn ang="0">
                    <a:pos x="csX819" y="csY819"/>
                  </a:cxn>
                  <a:cxn ang="0">
                    <a:pos x="csX820" y="csY820"/>
                  </a:cxn>
                  <a:cxn ang="0">
                    <a:pos x="csX821" y="csY821"/>
                  </a:cxn>
                  <a:cxn ang="0">
                    <a:pos x="csX822" y="csY822"/>
                  </a:cxn>
                  <a:cxn ang="0">
                    <a:pos x="csX823" y="csY823"/>
                  </a:cxn>
                  <a:cxn ang="0">
                    <a:pos x="csX824" y="csY824"/>
                  </a:cxn>
                  <a:cxn ang="0">
                    <a:pos x="csX825" y="csY825"/>
                  </a:cxn>
                  <a:cxn ang="0">
                    <a:pos x="csX826" y="csY826"/>
                  </a:cxn>
                  <a:cxn ang="0">
                    <a:pos x="csX827" y="csY827"/>
                  </a:cxn>
                  <a:cxn ang="0">
                    <a:pos x="csX828" y="csY828"/>
                  </a:cxn>
                  <a:cxn ang="0">
                    <a:pos x="csX829" y="csY829"/>
                  </a:cxn>
                  <a:cxn ang="0">
                    <a:pos x="csX830" y="csY830"/>
                  </a:cxn>
                  <a:cxn ang="0">
                    <a:pos x="csX831" y="csY831"/>
                  </a:cxn>
                  <a:cxn ang="0">
                    <a:pos x="csX832" y="csY832"/>
                  </a:cxn>
                  <a:cxn ang="0">
                    <a:pos x="csX833" y="csY833"/>
                  </a:cxn>
                  <a:cxn ang="0">
                    <a:pos x="csX834" y="csY834"/>
                  </a:cxn>
                  <a:cxn ang="0">
                    <a:pos x="csX835" y="csY835"/>
                  </a:cxn>
                  <a:cxn ang="0">
                    <a:pos x="csX836" y="csY836"/>
                  </a:cxn>
                  <a:cxn ang="0">
                    <a:pos x="csX837" y="csY837"/>
                  </a:cxn>
                  <a:cxn ang="0">
                    <a:pos x="csX838" y="csY838"/>
                  </a:cxn>
                  <a:cxn ang="0">
                    <a:pos x="csX839" y="csY839"/>
                  </a:cxn>
                  <a:cxn ang="0">
                    <a:pos x="csX840" y="csY840"/>
                  </a:cxn>
                  <a:cxn ang="0">
                    <a:pos x="csX841" y="csY841"/>
                  </a:cxn>
                  <a:cxn ang="0">
                    <a:pos x="csX842" y="csY842"/>
                  </a:cxn>
                  <a:cxn ang="0">
                    <a:pos x="csX843" y="csY843"/>
                  </a:cxn>
                  <a:cxn ang="0">
                    <a:pos x="csX844" y="csY844"/>
                  </a:cxn>
                  <a:cxn ang="0">
                    <a:pos x="csX845" y="csY845"/>
                  </a:cxn>
                  <a:cxn ang="0">
                    <a:pos x="csX846" y="csY846"/>
                  </a:cxn>
                  <a:cxn ang="0">
                    <a:pos x="csX847" y="csY847"/>
                  </a:cxn>
                  <a:cxn ang="0">
                    <a:pos x="csX848" y="csY848"/>
                  </a:cxn>
                  <a:cxn ang="0">
                    <a:pos x="csX849" y="csY849"/>
                  </a:cxn>
                  <a:cxn ang="0">
                    <a:pos x="csX850" y="csY850"/>
                  </a:cxn>
                  <a:cxn ang="0">
                    <a:pos x="csX851" y="csY851"/>
                  </a:cxn>
                  <a:cxn ang="0">
                    <a:pos x="csX852" y="csY852"/>
                  </a:cxn>
                  <a:cxn ang="0">
                    <a:pos x="csX853" y="csY853"/>
                  </a:cxn>
                  <a:cxn ang="0">
                    <a:pos x="csX854" y="csY854"/>
                  </a:cxn>
                  <a:cxn ang="0">
                    <a:pos x="csX855" y="csY855"/>
                  </a:cxn>
                  <a:cxn ang="0">
                    <a:pos x="csX856" y="csY856"/>
                  </a:cxn>
                  <a:cxn ang="0">
                    <a:pos x="csX857" y="csY857"/>
                  </a:cxn>
                  <a:cxn ang="0">
                    <a:pos x="csX858" y="csY858"/>
                  </a:cxn>
                  <a:cxn ang="0">
                    <a:pos x="csX859" y="csY859"/>
                  </a:cxn>
                  <a:cxn ang="0">
                    <a:pos x="csX860" y="csY860"/>
                  </a:cxn>
                  <a:cxn ang="0">
                    <a:pos x="csX861" y="csY861"/>
                  </a:cxn>
                  <a:cxn ang="0">
                    <a:pos x="csX862" y="csY862"/>
                  </a:cxn>
                  <a:cxn ang="0">
                    <a:pos x="csX863" y="csY863"/>
                  </a:cxn>
                  <a:cxn ang="0">
                    <a:pos x="csX864" y="csY864"/>
                  </a:cxn>
                  <a:cxn ang="0">
                    <a:pos x="csX865" y="csY865"/>
                  </a:cxn>
                  <a:cxn ang="0">
                    <a:pos x="csX866" y="csY866"/>
                  </a:cxn>
                  <a:cxn ang="0">
                    <a:pos x="csX867" y="csY867"/>
                  </a:cxn>
                  <a:cxn ang="0">
                    <a:pos x="csX868" y="csY868"/>
                  </a:cxn>
                  <a:cxn ang="0">
                    <a:pos x="csX869" y="csY869"/>
                  </a:cxn>
                  <a:cxn ang="0">
                    <a:pos x="csX870" y="csY870"/>
                  </a:cxn>
                  <a:cxn ang="0">
                    <a:pos x="csX871" y="csY871"/>
                  </a:cxn>
                  <a:cxn ang="0">
                    <a:pos x="csX872" y="csY872"/>
                  </a:cxn>
                  <a:cxn ang="0">
                    <a:pos x="csX873" y="csY873"/>
                  </a:cxn>
                  <a:cxn ang="0">
                    <a:pos x="csX874" y="csY874"/>
                  </a:cxn>
                  <a:cxn ang="0">
                    <a:pos x="csX875" y="csY875"/>
                  </a:cxn>
                  <a:cxn ang="0">
                    <a:pos x="csX876" y="csY876"/>
                  </a:cxn>
                  <a:cxn ang="0">
                    <a:pos x="csX877" y="csY877"/>
                  </a:cxn>
                  <a:cxn ang="0">
                    <a:pos x="csX878" y="csY878"/>
                  </a:cxn>
                  <a:cxn ang="0">
                    <a:pos x="csX879" y="csY879"/>
                  </a:cxn>
                  <a:cxn ang="0">
                    <a:pos x="csX880" y="csY880"/>
                  </a:cxn>
                  <a:cxn ang="0">
                    <a:pos x="csX881" y="csY881"/>
                  </a:cxn>
                  <a:cxn ang="0">
                    <a:pos x="csX882" y="csY882"/>
                  </a:cxn>
                  <a:cxn ang="0">
                    <a:pos x="csX883" y="csY883"/>
                  </a:cxn>
                  <a:cxn ang="0">
                    <a:pos x="csX884" y="csY884"/>
                  </a:cxn>
                  <a:cxn ang="0">
                    <a:pos x="csX885" y="csY885"/>
                  </a:cxn>
                  <a:cxn ang="0">
                    <a:pos x="csX886" y="csY886"/>
                  </a:cxn>
                  <a:cxn ang="0">
                    <a:pos x="csX887" y="csY887"/>
                  </a:cxn>
                  <a:cxn ang="0">
                    <a:pos x="csX888" y="csY888"/>
                  </a:cxn>
                  <a:cxn ang="0">
                    <a:pos x="csX889" y="csY889"/>
                  </a:cxn>
                  <a:cxn ang="0">
                    <a:pos x="csX890" y="csY890"/>
                  </a:cxn>
                  <a:cxn ang="0">
                    <a:pos x="csX891" y="csY891"/>
                  </a:cxn>
                  <a:cxn ang="0">
                    <a:pos x="csX892" y="csY892"/>
                  </a:cxn>
                  <a:cxn ang="0">
                    <a:pos x="csX893" y="csY893"/>
                  </a:cxn>
                  <a:cxn ang="0">
                    <a:pos x="csX894" y="csY894"/>
                  </a:cxn>
                  <a:cxn ang="0">
                    <a:pos x="csX895" y="csY895"/>
                  </a:cxn>
                  <a:cxn ang="0">
                    <a:pos x="csX896" y="csY896"/>
                  </a:cxn>
                  <a:cxn ang="0">
                    <a:pos x="csX897" y="csY897"/>
                  </a:cxn>
                  <a:cxn ang="0">
                    <a:pos x="csX898" y="csY898"/>
                  </a:cxn>
                  <a:cxn ang="0">
                    <a:pos x="csX899" y="csY899"/>
                  </a:cxn>
                  <a:cxn ang="0">
                    <a:pos x="csX900" y="csY900"/>
                  </a:cxn>
                  <a:cxn ang="0">
                    <a:pos x="csX901" y="csY901"/>
                  </a:cxn>
                  <a:cxn ang="0">
                    <a:pos x="csX902" y="csY902"/>
                  </a:cxn>
                  <a:cxn ang="0">
                    <a:pos x="csX903" y="csY903"/>
                  </a:cxn>
                  <a:cxn ang="0">
                    <a:pos x="csX904" y="csY904"/>
                  </a:cxn>
                  <a:cxn ang="0">
                    <a:pos x="csX905" y="csY905"/>
                  </a:cxn>
                  <a:cxn ang="0">
                    <a:pos x="csX906" y="csY906"/>
                  </a:cxn>
                  <a:cxn ang="0">
                    <a:pos x="csX907" y="csY907"/>
                  </a:cxn>
                  <a:cxn ang="0">
                    <a:pos x="csX908" y="csY908"/>
                  </a:cxn>
                  <a:cxn ang="0">
                    <a:pos x="csX909" y="csY909"/>
                  </a:cxn>
                  <a:cxn ang="0">
                    <a:pos x="csX910" y="csY910"/>
                  </a:cxn>
                  <a:cxn ang="0">
                    <a:pos x="csX911" y="csY911"/>
                  </a:cxn>
                  <a:cxn ang="0">
                    <a:pos x="csX912" y="csY912"/>
                  </a:cxn>
                  <a:cxn ang="0">
                    <a:pos x="csX913" y="csY913"/>
                  </a:cxn>
                  <a:cxn ang="0">
                    <a:pos x="csX914" y="csY914"/>
                  </a:cxn>
                  <a:cxn ang="0">
                    <a:pos x="csX915" y="csY915"/>
                  </a:cxn>
                  <a:cxn ang="0">
                    <a:pos x="csX916" y="csY916"/>
                  </a:cxn>
                  <a:cxn ang="0">
                    <a:pos x="csX917" y="csY917"/>
                  </a:cxn>
                  <a:cxn ang="0">
                    <a:pos x="csX918" y="csY918"/>
                  </a:cxn>
                  <a:cxn ang="0">
                    <a:pos x="csX919" y="csY919"/>
                  </a:cxn>
                  <a:cxn ang="0">
                    <a:pos x="csX920" y="csY920"/>
                  </a:cxn>
                  <a:cxn ang="0">
                    <a:pos x="csX921" y="csY921"/>
                  </a:cxn>
                  <a:cxn ang="0">
                    <a:pos x="csX922" y="csY922"/>
                  </a:cxn>
                  <a:cxn ang="0">
                    <a:pos x="csX923" y="csY923"/>
                  </a:cxn>
                  <a:cxn ang="0">
                    <a:pos x="csX924" y="csY924"/>
                  </a:cxn>
                  <a:cxn ang="0">
                    <a:pos x="csX925" y="csY925"/>
                  </a:cxn>
                  <a:cxn ang="0">
                    <a:pos x="csX926" y="csY926"/>
                  </a:cxn>
                  <a:cxn ang="0">
                    <a:pos x="csX927" y="csY927"/>
                  </a:cxn>
                  <a:cxn ang="0">
                    <a:pos x="csX928" y="csY928"/>
                  </a:cxn>
                  <a:cxn ang="0">
                    <a:pos x="csX929" y="csY929"/>
                  </a:cxn>
                  <a:cxn ang="0">
                    <a:pos x="csX930" y="csY930"/>
                  </a:cxn>
                  <a:cxn ang="0">
                    <a:pos x="csX931" y="csY931"/>
                  </a:cxn>
                  <a:cxn ang="0">
                    <a:pos x="csX932" y="csY932"/>
                  </a:cxn>
                  <a:cxn ang="0">
                    <a:pos x="csX933" y="csY933"/>
                  </a:cxn>
                  <a:cxn ang="0">
                    <a:pos x="csX934" y="csY934"/>
                  </a:cxn>
                  <a:cxn ang="0">
                    <a:pos x="csX935" y="csY935"/>
                  </a:cxn>
                  <a:cxn ang="0">
                    <a:pos x="csX936" y="csY936"/>
                  </a:cxn>
                  <a:cxn ang="0">
                    <a:pos x="csX937" y="csY937"/>
                  </a:cxn>
                  <a:cxn ang="0">
                    <a:pos x="csX938" y="csY938"/>
                  </a:cxn>
                  <a:cxn ang="0">
                    <a:pos x="csX939" y="csY939"/>
                  </a:cxn>
                  <a:cxn ang="0">
                    <a:pos x="csX940" y="csY940"/>
                  </a:cxn>
                  <a:cxn ang="0">
                    <a:pos x="csX941" y="csY941"/>
                  </a:cxn>
                  <a:cxn ang="0">
                    <a:pos x="csX942" y="csY942"/>
                  </a:cxn>
                  <a:cxn ang="0">
                    <a:pos x="csX943" y="csY943"/>
                  </a:cxn>
                  <a:cxn ang="0">
                    <a:pos x="csX944" y="csY944"/>
                  </a:cxn>
                  <a:cxn ang="0">
                    <a:pos x="csX945" y="csY945"/>
                  </a:cxn>
                  <a:cxn ang="0">
                    <a:pos x="csX946" y="csY946"/>
                  </a:cxn>
                  <a:cxn ang="0">
                    <a:pos x="csX947" y="csY947"/>
                  </a:cxn>
                  <a:cxn ang="0">
                    <a:pos x="csX948" y="csY948"/>
                  </a:cxn>
                  <a:cxn ang="0">
                    <a:pos x="csX949" y="csY949"/>
                  </a:cxn>
                  <a:cxn ang="0">
                    <a:pos x="csX950" y="csY950"/>
                  </a:cxn>
                  <a:cxn ang="0">
                    <a:pos x="csX951" y="csY951"/>
                  </a:cxn>
                  <a:cxn ang="0">
                    <a:pos x="csX952" y="csY952"/>
                  </a:cxn>
                  <a:cxn ang="0">
                    <a:pos x="csX953" y="csY953"/>
                  </a:cxn>
                  <a:cxn ang="0">
                    <a:pos x="csX954" y="csY954"/>
                  </a:cxn>
                  <a:cxn ang="0">
                    <a:pos x="csX955" y="csY955"/>
                  </a:cxn>
                  <a:cxn ang="0">
                    <a:pos x="csX956" y="csY956"/>
                  </a:cxn>
                  <a:cxn ang="0">
                    <a:pos x="csX957" y="csY957"/>
                  </a:cxn>
                  <a:cxn ang="0">
                    <a:pos x="csX958" y="csY958"/>
                  </a:cxn>
                  <a:cxn ang="0">
                    <a:pos x="csX959" y="csY959"/>
                  </a:cxn>
                  <a:cxn ang="0">
                    <a:pos x="csX960" y="csY960"/>
                  </a:cxn>
                  <a:cxn ang="0">
                    <a:pos x="csX961" y="csY961"/>
                  </a:cxn>
                  <a:cxn ang="0">
                    <a:pos x="csX962" y="csY962"/>
                  </a:cxn>
                  <a:cxn ang="0">
                    <a:pos x="csX963" y="csY963"/>
                  </a:cxn>
                  <a:cxn ang="0">
                    <a:pos x="csX964" y="csY964"/>
                  </a:cxn>
                  <a:cxn ang="0">
                    <a:pos x="csX965" y="csY965"/>
                  </a:cxn>
                  <a:cxn ang="0">
                    <a:pos x="csX966" y="csY966"/>
                  </a:cxn>
                  <a:cxn ang="0">
                    <a:pos x="csX967" y="csY967"/>
                  </a:cxn>
                  <a:cxn ang="0">
                    <a:pos x="csX968" y="csY968"/>
                  </a:cxn>
                  <a:cxn ang="0">
                    <a:pos x="csX969" y="csY969"/>
                  </a:cxn>
                  <a:cxn ang="0">
                    <a:pos x="csX970" y="csY970"/>
                  </a:cxn>
                  <a:cxn ang="0">
                    <a:pos x="csX971" y="csY971"/>
                  </a:cxn>
                  <a:cxn ang="0">
                    <a:pos x="csX972" y="csY972"/>
                  </a:cxn>
                  <a:cxn ang="0">
                    <a:pos x="csX973" y="csY973"/>
                  </a:cxn>
                  <a:cxn ang="0">
                    <a:pos x="csX974" y="csY974"/>
                  </a:cxn>
                  <a:cxn ang="0">
                    <a:pos x="csX975" y="csY975"/>
                  </a:cxn>
                  <a:cxn ang="0">
                    <a:pos x="csX976" y="csY976"/>
                  </a:cxn>
                  <a:cxn ang="0">
                    <a:pos x="csX977" y="csY977"/>
                  </a:cxn>
                  <a:cxn ang="0">
                    <a:pos x="csX978" y="csY978"/>
                  </a:cxn>
                  <a:cxn ang="0">
                    <a:pos x="csX979" y="csY979"/>
                  </a:cxn>
                  <a:cxn ang="0">
                    <a:pos x="csX980" y="csY980"/>
                  </a:cxn>
                  <a:cxn ang="0">
                    <a:pos x="csX981" y="csY981"/>
                  </a:cxn>
                  <a:cxn ang="0">
                    <a:pos x="csX982" y="csY982"/>
                  </a:cxn>
                  <a:cxn ang="0">
                    <a:pos x="csX983" y="csY983"/>
                  </a:cxn>
                  <a:cxn ang="0">
                    <a:pos x="csX984" y="csY984"/>
                  </a:cxn>
                  <a:cxn ang="0">
                    <a:pos x="csX985" y="csY985"/>
                  </a:cxn>
                  <a:cxn ang="0">
                    <a:pos x="csX986" y="csY986"/>
                  </a:cxn>
                  <a:cxn ang="0">
                    <a:pos x="csX987" y="csY987"/>
                  </a:cxn>
                  <a:cxn ang="0">
                    <a:pos x="csX988" y="csY988"/>
                  </a:cxn>
                  <a:cxn ang="0">
                    <a:pos x="csX989" y="csY989"/>
                  </a:cxn>
                  <a:cxn ang="0">
                    <a:pos x="csX990" y="csY990"/>
                  </a:cxn>
                  <a:cxn ang="0">
                    <a:pos x="csX991" y="csY991"/>
                  </a:cxn>
                  <a:cxn ang="0">
                    <a:pos x="csX992" y="csY992"/>
                  </a:cxn>
                  <a:cxn ang="0">
                    <a:pos x="csX993" y="csY993"/>
                  </a:cxn>
                  <a:cxn ang="0">
                    <a:pos x="csX994" y="csY994"/>
                  </a:cxn>
                  <a:cxn ang="0">
                    <a:pos x="csX995" y="csY995"/>
                  </a:cxn>
                  <a:cxn ang="0">
                    <a:pos x="csX996" y="csY996"/>
                  </a:cxn>
                  <a:cxn ang="0">
                    <a:pos x="csX997" y="csY997"/>
                  </a:cxn>
                  <a:cxn ang="0">
                    <a:pos x="csX998" y="csY998"/>
                  </a:cxn>
                  <a:cxn ang="0">
                    <a:pos x="csX999" y="csY999"/>
                  </a:cxn>
                  <a:cxn ang="0">
                    <a:pos x="csX1000" y="csY1000"/>
                  </a:cxn>
                  <a:cxn ang="0">
                    <a:pos x="csX1001" y="csY1001"/>
                  </a:cxn>
                  <a:cxn ang="0">
                    <a:pos x="csX1002" y="csY1002"/>
                  </a:cxn>
                  <a:cxn ang="0">
                    <a:pos x="csX1003" y="csY1003"/>
                  </a:cxn>
                  <a:cxn ang="0">
                    <a:pos x="csX1004" y="csY1004"/>
                  </a:cxn>
                  <a:cxn ang="0">
                    <a:pos x="csX1005" y="csY1005"/>
                  </a:cxn>
                  <a:cxn ang="0">
                    <a:pos x="csX1006" y="csY1006"/>
                  </a:cxn>
                  <a:cxn ang="0">
                    <a:pos x="csX1007" y="csY1007"/>
                  </a:cxn>
                  <a:cxn ang="0">
                    <a:pos x="csX1008" y="csY1008"/>
                  </a:cxn>
                  <a:cxn ang="0">
                    <a:pos x="csX1009" y="csY1009"/>
                  </a:cxn>
                  <a:cxn ang="0">
                    <a:pos x="csX1010" y="csY1010"/>
                  </a:cxn>
                  <a:cxn ang="0">
                    <a:pos x="csX1011" y="csY1011"/>
                  </a:cxn>
                  <a:cxn ang="0">
                    <a:pos x="csX1012" y="csY1012"/>
                  </a:cxn>
                  <a:cxn ang="0">
                    <a:pos x="csX1013" y="csY1013"/>
                  </a:cxn>
                  <a:cxn ang="0">
                    <a:pos x="csX1014" y="csY1014"/>
                  </a:cxn>
                  <a:cxn ang="0">
                    <a:pos x="csX1015" y="csY1015"/>
                  </a:cxn>
                  <a:cxn ang="0">
                    <a:pos x="csX1016" y="csY1016"/>
                  </a:cxn>
                  <a:cxn ang="0">
                    <a:pos x="csX1017" y="csY1017"/>
                  </a:cxn>
                  <a:cxn ang="0">
                    <a:pos x="csX1018" y="csY1018"/>
                  </a:cxn>
                  <a:cxn ang="0">
                    <a:pos x="csX1019" y="csY1019"/>
                  </a:cxn>
                  <a:cxn ang="0">
                    <a:pos x="csX1020" y="csY1020"/>
                  </a:cxn>
                  <a:cxn ang="0">
                    <a:pos x="csX1021" y="csY1021"/>
                  </a:cxn>
                  <a:cxn ang="0">
                    <a:pos x="csX1022" y="csY1022"/>
                  </a:cxn>
                  <a:cxn ang="0">
                    <a:pos x="csX1023" y="csY1023"/>
                  </a:cxn>
                  <a:cxn ang="0">
                    <a:pos x="csX1024" y="csY1024"/>
                  </a:cxn>
                  <a:cxn ang="0">
                    <a:pos x="csX1025" y="csY1025"/>
                  </a:cxn>
                  <a:cxn ang="0">
                    <a:pos x="csX1026" y="csY1026"/>
                  </a:cxn>
                  <a:cxn ang="0">
                    <a:pos x="csX1027" y="csY1027"/>
                  </a:cxn>
                  <a:cxn ang="0">
                    <a:pos x="csX1028" y="csY1028"/>
                  </a:cxn>
                  <a:cxn ang="0">
                    <a:pos x="csX1029" y="csY1029"/>
                  </a:cxn>
                  <a:cxn ang="0">
                    <a:pos x="csX1030" y="csY1030"/>
                  </a:cxn>
                  <a:cxn ang="0">
                    <a:pos x="csX1031" y="csY1031"/>
                  </a:cxn>
                  <a:cxn ang="0">
                    <a:pos x="csX1032" y="csY1032"/>
                  </a:cxn>
                  <a:cxn ang="0">
                    <a:pos x="csX1033" y="csY1033"/>
                  </a:cxn>
                  <a:cxn ang="0">
                    <a:pos x="csX1034" y="csY1034"/>
                  </a:cxn>
                  <a:cxn ang="0">
                    <a:pos x="csX1035" y="csY1035"/>
                  </a:cxn>
                  <a:cxn ang="0">
                    <a:pos x="csX1036" y="csY1036"/>
                  </a:cxn>
                  <a:cxn ang="0">
                    <a:pos x="csX1037" y="csY1037"/>
                  </a:cxn>
                  <a:cxn ang="0">
                    <a:pos x="csX1038" y="csY1038"/>
                  </a:cxn>
                  <a:cxn ang="0">
                    <a:pos x="csX1039" y="csY1039"/>
                  </a:cxn>
                  <a:cxn ang="0">
                    <a:pos x="csX1040" y="csY1040"/>
                  </a:cxn>
                  <a:cxn ang="0">
                    <a:pos x="csX1041" y="csY1041"/>
                  </a:cxn>
                  <a:cxn ang="0">
                    <a:pos x="csX1042" y="csY1042"/>
                  </a:cxn>
                  <a:cxn ang="0">
                    <a:pos x="csX1043" y="csY1043"/>
                  </a:cxn>
                  <a:cxn ang="0">
                    <a:pos x="csX1044" y="csY1044"/>
                  </a:cxn>
                  <a:cxn ang="0">
                    <a:pos x="csX1045" y="csY1045"/>
                  </a:cxn>
                  <a:cxn ang="0">
                    <a:pos x="csX1046" y="csY1046"/>
                  </a:cxn>
                  <a:cxn ang="0">
                    <a:pos x="csX1047" y="csY1047"/>
                  </a:cxn>
                  <a:cxn ang="0">
                    <a:pos x="csX1048" y="csY1048"/>
                  </a:cxn>
                  <a:cxn ang="0">
                    <a:pos x="csX1049" y="csY1049"/>
                  </a:cxn>
                  <a:cxn ang="0">
                    <a:pos x="csX1050" y="csY1050"/>
                  </a:cxn>
                  <a:cxn ang="0">
                    <a:pos x="csX1051" y="csY1051"/>
                  </a:cxn>
                  <a:cxn ang="0">
                    <a:pos x="csX1052" y="csY1052"/>
                  </a:cxn>
                  <a:cxn ang="0">
                    <a:pos x="csX1053" y="csY1053"/>
                  </a:cxn>
                  <a:cxn ang="0">
                    <a:pos x="csX1054" y="csY1054"/>
                  </a:cxn>
                  <a:cxn ang="0">
                    <a:pos x="csX1055" y="csY1055"/>
                  </a:cxn>
                  <a:cxn ang="0">
                    <a:pos x="csX1056" y="csY1056"/>
                  </a:cxn>
                  <a:cxn ang="0">
                    <a:pos x="csX1057" y="csY1057"/>
                  </a:cxn>
                  <a:cxn ang="0">
                    <a:pos x="csX1058" y="csY1058"/>
                  </a:cxn>
                  <a:cxn ang="0">
                    <a:pos x="csX1059" y="csY1059"/>
                  </a:cxn>
                  <a:cxn ang="0">
                    <a:pos x="csX1060" y="csY1060"/>
                  </a:cxn>
                  <a:cxn ang="0">
                    <a:pos x="csX1061" y="csY1061"/>
                  </a:cxn>
                  <a:cxn ang="0">
                    <a:pos x="csX1062" y="csY1062"/>
                  </a:cxn>
                  <a:cxn ang="0">
                    <a:pos x="csX1063" y="csY1063"/>
                  </a:cxn>
                  <a:cxn ang="0">
                    <a:pos x="csX1064" y="csY1064"/>
                  </a:cxn>
                  <a:cxn ang="0">
                    <a:pos x="csX1065" y="csY1065"/>
                  </a:cxn>
                  <a:cxn ang="0">
                    <a:pos x="csX1066" y="csY1066"/>
                  </a:cxn>
                  <a:cxn ang="0">
                    <a:pos x="csX1067" y="csY1067"/>
                  </a:cxn>
                  <a:cxn ang="0">
                    <a:pos x="csX1068" y="csY1068"/>
                  </a:cxn>
                  <a:cxn ang="0">
                    <a:pos x="csX1069" y="csY1069"/>
                  </a:cxn>
                  <a:cxn ang="0">
                    <a:pos x="csX1070" y="csY1070"/>
                  </a:cxn>
                  <a:cxn ang="0">
                    <a:pos x="csX1071" y="csY1071"/>
                  </a:cxn>
                  <a:cxn ang="0">
                    <a:pos x="csX1072" y="csY1072"/>
                  </a:cxn>
                  <a:cxn ang="0">
                    <a:pos x="csX1073" y="csY1073"/>
                  </a:cxn>
                  <a:cxn ang="0">
                    <a:pos x="csX1074" y="csY1074"/>
                  </a:cxn>
                  <a:cxn ang="0">
                    <a:pos x="csX1075" y="csY1075"/>
                  </a:cxn>
                  <a:cxn ang="0">
                    <a:pos x="csX1076" y="csY1076"/>
                  </a:cxn>
                  <a:cxn ang="0">
                    <a:pos x="csX1077" y="csY1077"/>
                  </a:cxn>
                  <a:cxn ang="0">
                    <a:pos x="csX1078" y="csY1078"/>
                  </a:cxn>
                  <a:cxn ang="0">
                    <a:pos x="csX1079" y="csY1079"/>
                  </a:cxn>
                  <a:cxn ang="0">
                    <a:pos x="csX1080" y="csY1080"/>
                  </a:cxn>
                  <a:cxn ang="0">
                    <a:pos x="csX1081" y="csY1081"/>
                  </a:cxn>
                  <a:cxn ang="0">
                    <a:pos x="csX1082" y="csY1082"/>
                  </a:cxn>
                  <a:cxn ang="0">
                    <a:pos x="csX1083" y="csY1083"/>
                  </a:cxn>
                  <a:cxn ang="0">
                    <a:pos x="csX1084" y="csY1084"/>
                  </a:cxn>
                  <a:cxn ang="0">
                    <a:pos x="csX1085" y="csY1085"/>
                  </a:cxn>
                  <a:cxn ang="0">
                    <a:pos x="csX1086" y="csY1086"/>
                  </a:cxn>
                  <a:cxn ang="0">
                    <a:pos x="csX1087" y="csY1087"/>
                  </a:cxn>
                  <a:cxn ang="0">
                    <a:pos x="csX1088" y="csY1088"/>
                  </a:cxn>
                  <a:cxn ang="0">
                    <a:pos x="csX1089" y="csY1089"/>
                  </a:cxn>
                  <a:cxn ang="0">
                    <a:pos x="csX1090" y="csY1090"/>
                  </a:cxn>
                  <a:cxn ang="0">
                    <a:pos x="csX1091" y="csY1091"/>
                  </a:cxn>
                  <a:cxn ang="0">
                    <a:pos x="csX1092" y="csY1092"/>
                  </a:cxn>
                  <a:cxn ang="0">
                    <a:pos x="csX1093" y="csY1093"/>
                  </a:cxn>
                  <a:cxn ang="0">
                    <a:pos x="csX1094" y="csY1094"/>
                  </a:cxn>
                  <a:cxn ang="0">
                    <a:pos x="csX1095" y="csY1095"/>
                  </a:cxn>
                  <a:cxn ang="0">
                    <a:pos x="csX1096" y="csY1096"/>
                  </a:cxn>
                  <a:cxn ang="0">
                    <a:pos x="csX1097" y="csY1097"/>
                  </a:cxn>
                  <a:cxn ang="0">
                    <a:pos x="csX1098" y="csY1098"/>
                  </a:cxn>
                  <a:cxn ang="0">
                    <a:pos x="csX1099" y="csY1099"/>
                  </a:cxn>
                  <a:cxn ang="0">
                    <a:pos x="csX1100" y="csY1100"/>
                  </a:cxn>
                  <a:cxn ang="0">
                    <a:pos x="csX1101" y="csY1101"/>
                  </a:cxn>
                  <a:cxn ang="0">
                    <a:pos x="csX1102" y="csY1102"/>
                  </a:cxn>
                  <a:cxn ang="0">
                    <a:pos x="csX1103" y="csY1103"/>
                  </a:cxn>
                  <a:cxn ang="0">
                    <a:pos x="csX1104" y="csY1104"/>
                  </a:cxn>
                  <a:cxn ang="0">
                    <a:pos x="csX1105" y="csY1105"/>
                  </a:cxn>
                  <a:cxn ang="0">
                    <a:pos x="csX1106" y="csY1106"/>
                  </a:cxn>
                  <a:cxn ang="0">
                    <a:pos x="csX1107" y="csY1107"/>
                  </a:cxn>
                  <a:cxn ang="0">
                    <a:pos x="csX1108" y="csY1108"/>
                  </a:cxn>
                  <a:cxn ang="0">
                    <a:pos x="csX1109" y="csY1109"/>
                  </a:cxn>
                  <a:cxn ang="0">
                    <a:pos x="csX1110" y="csY1110"/>
                  </a:cxn>
                  <a:cxn ang="0">
                    <a:pos x="csX1111" y="csY1111"/>
                  </a:cxn>
                  <a:cxn ang="0">
                    <a:pos x="csX1112" y="csY1112"/>
                  </a:cxn>
                  <a:cxn ang="0">
                    <a:pos x="csX1113" y="csY1113"/>
                  </a:cxn>
                  <a:cxn ang="0">
                    <a:pos x="csX1114" y="csY1114"/>
                  </a:cxn>
                  <a:cxn ang="0">
                    <a:pos x="csX1115" y="csY1115"/>
                  </a:cxn>
                  <a:cxn ang="0">
                    <a:pos x="csX1116" y="csY1116"/>
                  </a:cxn>
                  <a:cxn ang="0">
                    <a:pos x="csX1117" y="csY1117"/>
                  </a:cxn>
                  <a:cxn ang="0">
                    <a:pos x="csX1118" y="csY1118"/>
                  </a:cxn>
                  <a:cxn ang="0">
                    <a:pos x="csX1119" y="csY1119"/>
                  </a:cxn>
                  <a:cxn ang="0">
                    <a:pos x="csX1120" y="csY1120"/>
                  </a:cxn>
                  <a:cxn ang="0">
                    <a:pos x="csX1121" y="csY1121"/>
                  </a:cxn>
                  <a:cxn ang="0">
                    <a:pos x="csX1122" y="csY1122"/>
                  </a:cxn>
                  <a:cxn ang="0">
                    <a:pos x="csX1123" y="csY1123"/>
                  </a:cxn>
                  <a:cxn ang="0">
                    <a:pos x="csX1124" y="csY1124"/>
                  </a:cxn>
                  <a:cxn ang="0">
                    <a:pos x="csX1125" y="csY1125"/>
                  </a:cxn>
                  <a:cxn ang="0">
                    <a:pos x="csX1126" y="csY1126"/>
                  </a:cxn>
                  <a:cxn ang="0">
                    <a:pos x="csX1127" y="csY1127"/>
                  </a:cxn>
                  <a:cxn ang="0">
                    <a:pos x="csX1128" y="csY1128"/>
                  </a:cxn>
                  <a:cxn ang="0">
                    <a:pos x="csX1129" y="csY1129"/>
                  </a:cxn>
                  <a:cxn ang="0">
                    <a:pos x="csX1130" y="csY1130"/>
                  </a:cxn>
                  <a:cxn ang="0">
                    <a:pos x="csX1131" y="csY1131"/>
                  </a:cxn>
                  <a:cxn ang="0">
                    <a:pos x="csX1132" y="csY1132"/>
                  </a:cxn>
                  <a:cxn ang="0">
                    <a:pos x="csX1133" y="csY1133"/>
                  </a:cxn>
                  <a:cxn ang="0">
                    <a:pos x="csX1134" y="csY1134"/>
                  </a:cxn>
                  <a:cxn ang="0">
                    <a:pos x="csX1135" y="csY1135"/>
                  </a:cxn>
                  <a:cxn ang="0">
                    <a:pos x="csX1136" y="csY1136"/>
                  </a:cxn>
                  <a:cxn ang="0">
                    <a:pos x="csX1137" y="csY1137"/>
                  </a:cxn>
                  <a:cxn ang="0">
                    <a:pos x="csX1138" y="csY1138"/>
                  </a:cxn>
                  <a:cxn ang="0">
                    <a:pos x="csX1139" y="csY1139"/>
                  </a:cxn>
                  <a:cxn ang="0">
                    <a:pos x="csX1140" y="csY1140"/>
                  </a:cxn>
                  <a:cxn ang="0">
                    <a:pos x="csX1141" y="csY1141"/>
                  </a:cxn>
                  <a:cxn ang="0">
                    <a:pos x="csX1142" y="csY1142"/>
                  </a:cxn>
                  <a:cxn ang="0">
                    <a:pos x="csX1143" y="csY1143"/>
                  </a:cxn>
                  <a:cxn ang="0">
                    <a:pos x="csX1144" y="csY1144"/>
                  </a:cxn>
                  <a:cxn ang="0">
                    <a:pos x="csX1145" y="csY1145"/>
                  </a:cxn>
                  <a:cxn ang="0">
                    <a:pos x="csX1146" y="csY1146"/>
                  </a:cxn>
                  <a:cxn ang="0">
                    <a:pos x="csX1147" y="csY1147"/>
                  </a:cxn>
                  <a:cxn ang="0">
                    <a:pos x="csX1148" y="csY1148"/>
                  </a:cxn>
                  <a:cxn ang="0">
                    <a:pos x="csX1149" y="csY1149"/>
                  </a:cxn>
                  <a:cxn ang="0">
                    <a:pos x="csX1150" y="csY1150"/>
                  </a:cxn>
                  <a:cxn ang="0">
                    <a:pos x="csX1151" y="csY1151"/>
                  </a:cxn>
                  <a:cxn ang="0">
                    <a:pos x="csX1152" y="csY1152"/>
                  </a:cxn>
                  <a:cxn ang="0">
                    <a:pos x="csX1153" y="csY1153"/>
                  </a:cxn>
                  <a:cxn ang="0">
                    <a:pos x="csX1154" y="csY1154"/>
                  </a:cxn>
                  <a:cxn ang="0">
                    <a:pos x="csX1155" y="csY1155"/>
                  </a:cxn>
                  <a:cxn ang="0">
                    <a:pos x="csX1156" y="csY1156"/>
                  </a:cxn>
                  <a:cxn ang="0">
                    <a:pos x="csX1157" y="csY1157"/>
                  </a:cxn>
                  <a:cxn ang="0">
                    <a:pos x="csX1158" y="csY1158"/>
                  </a:cxn>
                  <a:cxn ang="0">
                    <a:pos x="csX1159" y="csY1159"/>
                  </a:cxn>
                  <a:cxn ang="0">
                    <a:pos x="csX1160" y="csY1160"/>
                  </a:cxn>
                  <a:cxn ang="0">
                    <a:pos x="csX1161" y="csY1161"/>
                  </a:cxn>
                  <a:cxn ang="0">
                    <a:pos x="csX1162" y="csY1162"/>
                  </a:cxn>
                  <a:cxn ang="0">
                    <a:pos x="csX1163" y="csY1163"/>
                  </a:cxn>
                  <a:cxn ang="0">
                    <a:pos x="csX1164" y="csY1164"/>
                  </a:cxn>
                  <a:cxn ang="0">
                    <a:pos x="csX1165" y="csY1165"/>
                  </a:cxn>
                  <a:cxn ang="0">
                    <a:pos x="csX1166" y="csY1166"/>
                  </a:cxn>
                  <a:cxn ang="0">
                    <a:pos x="csX1167" y="csY1167"/>
                  </a:cxn>
                  <a:cxn ang="0">
                    <a:pos x="csX1168" y="csY1168"/>
                  </a:cxn>
                  <a:cxn ang="0">
                    <a:pos x="csX1169" y="csY1169"/>
                  </a:cxn>
                  <a:cxn ang="0">
                    <a:pos x="csX1170" y="csY1170"/>
                  </a:cxn>
                  <a:cxn ang="0">
                    <a:pos x="csX1171" y="csY1171"/>
                  </a:cxn>
                  <a:cxn ang="0">
                    <a:pos x="csX1172" y="csY1172"/>
                  </a:cxn>
                  <a:cxn ang="0">
                    <a:pos x="csX1173" y="csY1173"/>
                  </a:cxn>
                  <a:cxn ang="0">
                    <a:pos x="csX1174" y="csY1174"/>
                  </a:cxn>
                  <a:cxn ang="0">
                    <a:pos x="csX1175" y="csY1175"/>
                  </a:cxn>
                  <a:cxn ang="0">
                    <a:pos x="csX1176" y="csY1176"/>
                  </a:cxn>
                  <a:cxn ang="0">
                    <a:pos x="csX1177" y="csY1177"/>
                  </a:cxn>
                  <a:cxn ang="0">
                    <a:pos x="csX1178" y="csY1178"/>
                  </a:cxn>
                  <a:cxn ang="0">
                    <a:pos x="csX1179" y="csY1179"/>
                  </a:cxn>
                  <a:cxn ang="0">
                    <a:pos x="csX1180" y="csY1180"/>
                  </a:cxn>
                  <a:cxn ang="0">
                    <a:pos x="csX1181" y="csY1181"/>
                  </a:cxn>
                  <a:cxn ang="0">
                    <a:pos x="csX1182" y="csY1182"/>
                  </a:cxn>
                  <a:cxn ang="0">
                    <a:pos x="csX1183" y="csY1183"/>
                  </a:cxn>
                  <a:cxn ang="0">
                    <a:pos x="csX1184" y="csY1184"/>
                  </a:cxn>
                  <a:cxn ang="0">
                    <a:pos x="csX1185" y="csY1185"/>
                  </a:cxn>
                  <a:cxn ang="0">
                    <a:pos x="csX1186" y="csY1186"/>
                  </a:cxn>
                  <a:cxn ang="0">
                    <a:pos x="csX1187" y="csY1187"/>
                  </a:cxn>
                  <a:cxn ang="0">
                    <a:pos x="csX1188" y="csY1188"/>
                  </a:cxn>
                  <a:cxn ang="0">
                    <a:pos x="csX1189" y="csY1189"/>
                  </a:cxn>
                  <a:cxn ang="0">
                    <a:pos x="csX1190" y="csY1190"/>
                  </a:cxn>
                  <a:cxn ang="0">
                    <a:pos x="csX1191" y="csY1191"/>
                  </a:cxn>
                  <a:cxn ang="0">
                    <a:pos x="csX1192" y="csY1192"/>
                  </a:cxn>
                  <a:cxn ang="0">
                    <a:pos x="csX1193" y="csY1193"/>
                  </a:cxn>
                  <a:cxn ang="0">
                    <a:pos x="csX1194" y="csY1194"/>
                  </a:cxn>
                  <a:cxn ang="0">
                    <a:pos x="csX1195" y="csY1195"/>
                  </a:cxn>
                  <a:cxn ang="0">
                    <a:pos x="csX1196" y="csY1196"/>
                  </a:cxn>
                  <a:cxn ang="0">
                    <a:pos x="csX1197" y="csY1197"/>
                  </a:cxn>
                  <a:cxn ang="0">
                    <a:pos x="csX1198" y="csY1198"/>
                  </a:cxn>
                  <a:cxn ang="0">
                    <a:pos x="csX1199" y="csY1199"/>
                  </a:cxn>
                  <a:cxn ang="0">
                    <a:pos x="csX1200" y="csY1200"/>
                  </a:cxn>
                  <a:cxn ang="0">
                    <a:pos x="csX1201" y="csY1201"/>
                  </a:cxn>
                  <a:cxn ang="0">
                    <a:pos x="csX1202" y="csY1202"/>
                  </a:cxn>
                  <a:cxn ang="0">
                    <a:pos x="csX1203" y="csY1203"/>
                  </a:cxn>
                  <a:cxn ang="0">
                    <a:pos x="csX1204" y="csY1204"/>
                  </a:cxn>
                  <a:cxn ang="0">
                    <a:pos x="csX1205" y="csY1205"/>
                  </a:cxn>
                  <a:cxn ang="0">
                    <a:pos x="csX1206" y="csY1206"/>
                  </a:cxn>
                  <a:cxn ang="0">
                    <a:pos x="csX1207" y="csY1207"/>
                  </a:cxn>
                  <a:cxn ang="0">
                    <a:pos x="csX1208" y="csY1208"/>
                  </a:cxn>
                  <a:cxn ang="0">
                    <a:pos x="csX1209" y="csY1209"/>
                  </a:cxn>
                  <a:cxn ang="0">
                    <a:pos x="csX1210" y="csY1210"/>
                  </a:cxn>
                  <a:cxn ang="0">
                    <a:pos x="csX1211" y="csY1211"/>
                  </a:cxn>
                  <a:cxn ang="0">
                    <a:pos x="csX1212" y="csY1212"/>
                  </a:cxn>
                  <a:cxn ang="0">
                    <a:pos x="csX1213" y="csY1213"/>
                  </a:cxn>
                  <a:cxn ang="0">
                    <a:pos x="csX1214" y="csY1214"/>
                  </a:cxn>
                  <a:cxn ang="0">
                    <a:pos x="csX1215" y="csY1215"/>
                  </a:cxn>
                  <a:cxn ang="0">
                    <a:pos x="csX1216" y="csY1216"/>
                  </a:cxn>
                  <a:cxn ang="0">
                    <a:pos x="csX1217" y="csY1217"/>
                  </a:cxn>
                  <a:cxn ang="0">
                    <a:pos x="csX1218" y="csY1218"/>
                  </a:cxn>
                  <a:cxn ang="0">
                    <a:pos x="csX1219" y="csY1219"/>
                  </a:cxn>
                  <a:cxn ang="0">
                    <a:pos x="csX1220" y="csY1220"/>
                  </a:cxn>
                  <a:cxn ang="0">
                    <a:pos x="csX1221" y="csY1221"/>
                  </a:cxn>
                  <a:cxn ang="0">
                    <a:pos x="csX1222" y="csY1222"/>
                  </a:cxn>
                  <a:cxn ang="0">
                    <a:pos x="csX1223" y="csY1223"/>
                  </a:cxn>
                  <a:cxn ang="0">
                    <a:pos x="csX1224" y="csY1224"/>
                  </a:cxn>
                  <a:cxn ang="0">
                    <a:pos x="csX1225" y="csY1225"/>
                  </a:cxn>
                  <a:cxn ang="0">
                    <a:pos x="csX1226" y="csY1226"/>
                  </a:cxn>
                  <a:cxn ang="0">
                    <a:pos x="csX1227" y="csY1227"/>
                  </a:cxn>
                  <a:cxn ang="0">
                    <a:pos x="csX1228" y="csY1228"/>
                  </a:cxn>
                  <a:cxn ang="0">
                    <a:pos x="csX1229" y="csY1229"/>
                  </a:cxn>
                  <a:cxn ang="0">
                    <a:pos x="csX1230" y="csY1230"/>
                  </a:cxn>
                  <a:cxn ang="0">
                    <a:pos x="csX1231" y="csY1231"/>
                  </a:cxn>
                  <a:cxn ang="0">
                    <a:pos x="csX1232" y="csY1232"/>
                  </a:cxn>
                  <a:cxn ang="0">
                    <a:pos x="csX1233" y="csY1233"/>
                  </a:cxn>
                  <a:cxn ang="0">
                    <a:pos x="csX1234" y="csY1234"/>
                  </a:cxn>
                  <a:cxn ang="0">
                    <a:pos x="csX1235" y="csY1235"/>
                  </a:cxn>
                  <a:cxn ang="0">
                    <a:pos x="csX1236" y="csY1236"/>
                  </a:cxn>
                  <a:cxn ang="0">
                    <a:pos x="csX1237" y="csY1237"/>
                  </a:cxn>
                  <a:cxn ang="0">
                    <a:pos x="csX1238" y="csY1238"/>
                  </a:cxn>
                  <a:cxn ang="0">
                    <a:pos x="csX1239" y="csY1239"/>
                  </a:cxn>
                  <a:cxn ang="0">
                    <a:pos x="csX1240" y="csY1240"/>
                  </a:cxn>
                  <a:cxn ang="0">
                    <a:pos x="csX1241" y="csY1241"/>
                  </a:cxn>
                  <a:cxn ang="0">
                    <a:pos x="csX1242" y="csY1242"/>
                  </a:cxn>
                  <a:cxn ang="0">
                    <a:pos x="csX1243" y="csY1243"/>
                  </a:cxn>
                  <a:cxn ang="0">
                    <a:pos x="csX1244" y="csY1244"/>
                  </a:cxn>
                  <a:cxn ang="0">
                    <a:pos x="csX1245" y="csY1245"/>
                  </a:cxn>
                  <a:cxn ang="0">
                    <a:pos x="csX1246" y="csY1246"/>
                  </a:cxn>
                  <a:cxn ang="0">
                    <a:pos x="csX1247" y="csY1247"/>
                  </a:cxn>
                  <a:cxn ang="0">
                    <a:pos x="csX1248" y="csY1248"/>
                  </a:cxn>
                  <a:cxn ang="0">
                    <a:pos x="csX1249" y="csY1249"/>
                  </a:cxn>
                  <a:cxn ang="0">
                    <a:pos x="csX1250" y="csY1250"/>
                  </a:cxn>
                  <a:cxn ang="0">
                    <a:pos x="csX1251" y="csY1251"/>
                  </a:cxn>
                  <a:cxn ang="0">
                    <a:pos x="csX1252" y="csY1252"/>
                  </a:cxn>
                  <a:cxn ang="0">
                    <a:pos x="csX1253" y="csY1253"/>
                  </a:cxn>
                  <a:cxn ang="0">
                    <a:pos x="csX1254" y="csY1254"/>
                  </a:cxn>
                  <a:cxn ang="0">
                    <a:pos x="csX1255" y="csY1255"/>
                  </a:cxn>
                  <a:cxn ang="0">
                    <a:pos x="csX1256" y="csY1256"/>
                  </a:cxn>
                  <a:cxn ang="0">
                    <a:pos x="csX1257" y="csY1257"/>
                  </a:cxn>
                  <a:cxn ang="0">
                    <a:pos x="csX1258" y="csY1258"/>
                  </a:cxn>
                  <a:cxn ang="0">
                    <a:pos x="csX1259" y="csY1259"/>
                  </a:cxn>
                  <a:cxn ang="0">
                    <a:pos x="csX1260" y="csY1260"/>
                  </a:cxn>
                  <a:cxn ang="0">
                    <a:pos x="csX1261" y="csY1261"/>
                  </a:cxn>
                  <a:cxn ang="0">
                    <a:pos x="csX1262" y="csY1262"/>
                  </a:cxn>
                  <a:cxn ang="0">
                    <a:pos x="csX1263" y="csY1263"/>
                  </a:cxn>
                  <a:cxn ang="0">
                    <a:pos x="csX1264" y="csY1264"/>
                  </a:cxn>
                  <a:cxn ang="0">
                    <a:pos x="csX1265" y="csY1265"/>
                  </a:cxn>
                  <a:cxn ang="0">
                    <a:pos x="csX1266" y="csY1266"/>
                  </a:cxn>
                  <a:cxn ang="0">
                    <a:pos x="csX1267" y="csY1267"/>
                  </a:cxn>
                  <a:cxn ang="0">
                    <a:pos x="csX1268" y="csY1268"/>
                  </a:cxn>
                  <a:cxn ang="0">
                    <a:pos x="csX1269" y="csY1269"/>
                  </a:cxn>
                  <a:cxn ang="0">
                    <a:pos x="csX1270" y="csY1270"/>
                  </a:cxn>
                  <a:cxn ang="0">
                    <a:pos x="csX1271" y="csY1271"/>
                  </a:cxn>
                  <a:cxn ang="0">
                    <a:pos x="csX1272" y="csY1272"/>
                  </a:cxn>
                  <a:cxn ang="0">
                    <a:pos x="csX1273" y="csY1273"/>
                  </a:cxn>
                  <a:cxn ang="0">
                    <a:pos x="csX1274" y="csY1274"/>
                  </a:cxn>
                  <a:cxn ang="0">
                    <a:pos x="csX1275" y="csY1275"/>
                  </a:cxn>
                  <a:cxn ang="0">
                    <a:pos x="csX1276" y="csY1276"/>
                  </a:cxn>
                  <a:cxn ang="0">
                    <a:pos x="csX1277" y="csY1277"/>
                  </a:cxn>
                  <a:cxn ang="0">
                    <a:pos x="csX1278" y="csY1278"/>
                  </a:cxn>
                  <a:cxn ang="0">
                    <a:pos x="csX1279" y="csY1279"/>
                  </a:cxn>
                  <a:cxn ang="0">
                    <a:pos x="csX1280" y="csY1280"/>
                  </a:cxn>
                  <a:cxn ang="0">
                    <a:pos x="csX1281" y="csY1281"/>
                  </a:cxn>
                  <a:cxn ang="0">
                    <a:pos x="csX1282" y="csY1282"/>
                  </a:cxn>
                  <a:cxn ang="0">
                    <a:pos x="csX1283" y="csY1283"/>
                  </a:cxn>
                  <a:cxn ang="0">
                    <a:pos x="csX1284" y="csY1284"/>
                  </a:cxn>
                  <a:cxn ang="0">
                    <a:pos x="csX1285" y="csY1285"/>
                  </a:cxn>
                  <a:cxn ang="0">
                    <a:pos x="csX1286" y="csY1286"/>
                  </a:cxn>
                  <a:cxn ang="0">
                    <a:pos x="csX1287" y="csY1287"/>
                  </a:cxn>
                  <a:cxn ang="0">
                    <a:pos x="csX1288" y="csY1288"/>
                  </a:cxn>
                  <a:cxn ang="0">
                    <a:pos x="csX1289" y="csY1289"/>
                  </a:cxn>
                  <a:cxn ang="0">
                    <a:pos x="csX1290" y="csY1290"/>
                  </a:cxn>
                  <a:cxn ang="0">
                    <a:pos x="csX1291" y="csY1291"/>
                  </a:cxn>
                  <a:cxn ang="0">
                    <a:pos x="csX1292" y="csY1292"/>
                  </a:cxn>
                  <a:cxn ang="0">
                    <a:pos x="csX1293" y="csY1293"/>
                  </a:cxn>
                  <a:cxn ang="0">
                    <a:pos x="csX1294" y="csY1294"/>
                  </a:cxn>
                  <a:cxn ang="0">
                    <a:pos x="csX1295" y="csY1295"/>
                  </a:cxn>
                  <a:cxn ang="0">
                    <a:pos x="csX1296" y="csY1296"/>
                  </a:cxn>
                  <a:cxn ang="0">
                    <a:pos x="csX1297" y="csY1297"/>
                  </a:cxn>
                  <a:cxn ang="0">
                    <a:pos x="csX1298" y="csY1298"/>
                  </a:cxn>
                  <a:cxn ang="0">
                    <a:pos x="csX1299" y="csY1299"/>
                  </a:cxn>
                  <a:cxn ang="0">
                    <a:pos x="csX1300" y="csY1300"/>
                  </a:cxn>
                  <a:cxn ang="0">
                    <a:pos x="csX1301" y="csY1301"/>
                  </a:cxn>
                  <a:cxn ang="0">
                    <a:pos x="csX1302" y="csY1302"/>
                  </a:cxn>
                  <a:cxn ang="0">
                    <a:pos x="csX1303" y="csY1303"/>
                  </a:cxn>
                  <a:cxn ang="0">
                    <a:pos x="csX1304" y="csY1304"/>
                  </a:cxn>
                  <a:cxn ang="0">
                    <a:pos x="csX1305" y="csY1305"/>
                  </a:cxn>
                  <a:cxn ang="0">
                    <a:pos x="csX1306" y="csY1306"/>
                  </a:cxn>
                  <a:cxn ang="0">
                    <a:pos x="csX1307" y="csY1307"/>
                  </a:cxn>
                  <a:cxn ang="0">
                    <a:pos x="csX1308" y="csY1308"/>
                  </a:cxn>
                  <a:cxn ang="0">
                    <a:pos x="csX1309" y="csY1309"/>
                  </a:cxn>
                  <a:cxn ang="0">
                    <a:pos x="csX1310" y="csY1310"/>
                  </a:cxn>
                  <a:cxn ang="0">
                    <a:pos x="csX1311" y="csY1311"/>
                  </a:cxn>
                  <a:cxn ang="0">
                    <a:pos x="csX1312" y="csY1312"/>
                  </a:cxn>
                  <a:cxn ang="0">
                    <a:pos x="csX1313" y="csY1313"/>
                  </a:cxn>
                  <a:cxn ang="0">
                    <a:pos x="csX1314" y="csY1314"/>
                  </a:cxn>
                  <a:cxn ang="0">
                    <a:pos x="csX1315" y="csY1315"/>
                  </a:cxn>
                  <a:cxn ang="0">
                    <a:pos x="csX1316" y="csY1316"/>
                  </a:cxn>
                  <a:cxn ang="0">
                    <a:pos x="csX1317" y="csY1317"/>
                  </a:cxn>
                  <a:cxn ang="0">
                    <a:pos x="csX1318" y="csY1318"/>
                  </a:cxn>
                  <a:cxn ang="0">
                    <a:pos x="csX1319" y="csY1319"/>
                  </a:cxn>
                  <a:cxn ang="0">
                    <a:pos x="csX1320" y="csY1320"/>
                  </a:cxn>
                  <a:cxn ang="0">
                    <a:pos x="csX1321" y="csY1321"/>
                  </a:cxn>
                  <a:cxn ang="0">
                    <a:pos x="csX1322" y="csY1322"/>
                  </a:cxn>
                  <a:cxn ang="0">
                    <a:pos x="csX1323" y="csY1323"/>
                  </a:cxn>
                  <a:cxn ang="0">
                    <a:pos x="csX1324" y="csY1324"/>
                  </a:cxn>
                  <a:cxn ang="0">
                    <a:pos x="csX1325" y="csY1325"/>
                  </a:cxn>
                  <a:cxn ang="0">
                    <a:pos x="csX1326" y="csY1326"/>
                  </a:cxn>
                  <a:cxn ang="0">
                    <a:pos x="csX1327" y="csY1327"/>
                  </a:cxn>
                  <a:cxn ang="0">
                    <a:pos x="csX1328" y="csY1328"/>
                  </a:cxn>
                  <a:cxn ang="0">
                    <a:pos x="csX1329" y="csY1329"/>
                  </a:cxn>
                  <a:cxn ang="0">
                    <a:pos x="csX1330" y="csY1330"/>
                  </a:cxn>
                  <a:cxn ang="0">
                    <a:pos x="csX1331" y="csY1331"/>
                  </a:cxn>
                  <a:cxn ang="0">
                    <a:pos x="csX1332" y="csY1332"/>
                  </a:cxn>
                  <a:cxn ang="0">
                    <a:pos x="csX1333" y="csY1333"/>
                  </a:cxn>
                  <a:cxn ang="0">
                    <a:pos x="csX1334" y="csY1334"/>
                  </a:cxn>
                  <a:cxn ang="0">
                    <a:pos x="csX1335" y="csY1335"/>
                  </a:cxn>
                  <a:cxn ang="0">
                    <a:pos x="csX1336" y="csY1336"/>
                  </a:cxn>
                  <a:cxn ang="0">
                    <a:pos x="csX1337" y="csY1337"/>
                  </a:cxn>
                  <a:cxn ang="0">
                    <a:pos x="csX1338" y="csY1338"/>
                  </a:cxn>
                  <a:cxn ang="0">
                    <a:pos x="csX1339" y="csY1339"/>
                  </a:cxn>
                  <a:cxn ang="0">
                    <a:pos x="csX1340" y="csY1340"/>
                  </a:cxn>
                  <a:cxn ang="0">
                    <a:pos x="csX1341" y="csY1341"/>
                  </a:cxn>
                  <a:cxn ang="0">
                    <a:pos x="csX1342" y="csY1342"/>
                  </a:cxn>
                  <a:cxn ang="0">
                    <a:pos x="csX1343" y="csY1343"/>
                  </a:cxn>
                  <a:cxn ang="0">
                    <a:pos x="csX1344" y="csY1344"/>
                  </a:cxn>
                  <a:cxn ang="0">
                    <a:pos x="csX1345" y="csY1345"/>
                  </a:cxn>
                  <a:cxn ang="0">
                    <a:pos x="csX1346" y="csY1346"/>
                  </a:cxn>
                  <a:cxn ang="0">
                    <a:pos x="csX1347" y="csY1347"/>
                  </a:cxn>
                  <a:cxn ang="0">
                    <a:pos x="csX1348" y="csY1348"/>
                  </a:cxn>
                  <a:cxn ang="0">
                    <a:pos x="csX1349" y="csY1349"/>
                  </a:cxn>
                  <a:cxn ang="0">
                    <a:pos x="csX1350" y="csY1350"/>
                  </a:cxn>
                  <a:cxn ang="0">
                    <a:pos x="csX1351" y="csY1351"/>
                  </a:cxn>
                  <a:cxn ang="0">
                    <a:pos x="csX1352" y="csY1352"/>
                  </a:cxn>
                  <a:cxn ang="0">
                    <a:pos x="csX1353" y="csY1353"/>
                  </a:cxn>
                  <a:cxn ang="0">
                    <a:pos x="csX1354" y="csY1354"/>
                  </a:cxn>
                  <a:cxn ang="0">
                    <a:pos x="csX1355" y="csY1355"/>
                  </a:cxn>
                  <a:cxn ang="0">
                    <a:pos x="csX1356" y="csY1356"/>
                  </a:cxn>
                  <a:cxn ang="0">
                    <a:pos x="csX1357" y="csY1357"/>
                  </a:cxn>
                  <a:cxn ang="0">
                    <a:pos x="csX1358" y="csY1358"/>
                  </a:cxn>
                  <a:cxn ang="0">
                    <a:pos x="csX1359" y="csY1359"/>
                  </a:cxn>
                  <a:cxn ang="0">
                    <a:pos x="csX1360" y="csY1360"/>
                  </a:cxn>
                  <a:cxn ang="0">
                    <a:pos x="csX1361" y="csY1361"/>
                  </a:cxn>
                  <a:cxn ang="0">
                    <a:pos x="csX1362" y="csY1362"/>
                  </a:cxn>
                  <a:cxn ang="0">
                    <a:pos x="csX1363" y="csY1363"/>
                  </a:cxn>
                  <a:cxn ang="0">
                    <a:pos x="csX1364" y="csY1364"/>
                  </a:cxn>
                  <a:cxn ang="0">
                    <a:pos x="csX1365" y="csY1365"/>
                  </a:cxn>
                  <a:cxn ang="0">
                    <a:pos x="csX1366" y="csY1366"/>
                  </a:cxn>
                  <a:cxn ang="0">
                    <a:pos x="csX1367" y="csY1367"/>
                  </a:cxn>
                  <a:cxn ang="0">
                    <a:pos x="csX1368" y="csY1368"/>
                  </a:cxn>
                  <a:cxn ang="0">
                    <a:pos x="csX1369" y="csY1369"/>
                  </a:cxn>
                  <a:cxn ang="0">
                    <a:pos x="csX1370" y="csY1370"/>
                  </a:cxn>
                  <a:cxn ang="0">
                    <a:pos x="csX1371" y="csY1371"/>
                  </a:cxn>
                  <a:cxn ang="0">
                    <a:pos x="csX1372" y="csY1372"/>
                  </a:cxn>
                  <a:cxn ang="0">
                    <a:pos x="csX1373" y="csY1373"/>
                  </a:cxn>
                  <a:cxn ang="0">
                    <a:pos x="csX1374" y="csY1374"/>
                  </a:cxn>
                  <a:cxn ang="0">
                    <a:pos x="csX1375" y="csY1375"/>
                  </a:cxn>
                  <a:cxn ang="0">
                    <a:pos x="csX1376" y="csY1376"/>
                  </a:cxn>
                  <a:cxn ang="0">
                    <a:pos x="csX1377" y="csY1377"/>
                  </a:cxn>
                  <a:cxn ang="0">
                    <a:pos x="csX1378" y="csY1378"/>
                  </a:cxn>
                  <a:cxn ang="0">
                    <a:pos x="csX1379" y="csY1379"/>
                  </a:cxn>
                  <a:cxn ang="0">
                    <a:pos x="csX1380" y="csY1380"/>
                  </a:cxn>
                  <a:cxn ang="0">
                    <a:pos x="csX1381" y="csY1381"/>
                  </a:cxn>
                  <a:cxn ang="0">
                    <a:pos x="csX1382" y="csY1382"/>
                  </a:cxn>
                  <a:cxn ang="0">
                    <a:pos x="csX1383" y="csY1383"/>
                  </a:cxn>
                  <a:cxn ang="0">
                    <a:pos x="csX1384" y="csY1384"/>
                  </a:cxn>
                  <a:cxn ang="0">
                    <a:pos x="csX1385" y="csY1385"/>
                  </a:cxn>
                  <a:cxn ang="0">
                    <a:pos x="csX1386" y="csY1386"/>
                  </a:cxn>
                  <a:cxn ang="0">
                    <a:pos x="csX1387" y="csY1387"/>
                  </a:cxn>
                  <a:cxn ang="0">
                    <a:pos x="csX1388" y="csY1388"/>
                  </a:cxn>
                  <a:cxn ang="0">
                    <a:pos x="csX1389" y="csY1389"/>
                  </a:cxn>
                  <a:cxn ang="0">
                    <a:pos x="csX1390" y="csY1390"/>
                  </a:cxn>
                  <a:cxn ang="0">
                    <a:pos x="csX1391" y="csY1391"/>
                  </a:cxn>
                  <a:cxn ang="0">
                    <a:pos x="csX1392" y="csY1392"/>
                  </a:cxn>
                  <a:cxn ang="0">
                    <a:pos x="csX1393" y="csY1393"/>
                  </a:cxn>
                  <a:cxn ang="0">
                    <a:pos x="csX1394" y="csY1394"/>
                  </a:cxn>
                  <a:cxn ang="0">
                    <a:pos x="csX1395" y="csY1395"/>
                  </a:cxn>
                  <a:cxn ang="0">
                    <a:pos x="csX1396" y="csY1396"/>
                  </a:cxn>
                  <a:cxn ang="0">
                    <a:pos x="csX1397" y="csY1397"/>
                  </a:cxn>
                  <a:cxn ang="0">
                    <a:pos x="csX1398" y="csY1398"/>
                  </a:cxn>
                  <a:cxn ang="0">
                    <a:pos x="csX1399" y="csY1399"/>
                  </a:cxn>
                  <a:cxn ang="0">
                    <a:pos x="csX1400" y="csY1400"/>
                  </a:cxn>
                  <a:cxn ang="0">
                    <a:pos x="csX1401" y="csY1401"/>
                  </a:cxn>
                  <a:cxn ang="0">
                    <a:pos x="csX1402" y="csY1402"/>
                  </a:cxn>
                  <a:cxn ang="0">
                    <a:pos x="csX1403" y="csY1403"/>
                  </a:cxn>
                  <a:cxn ang="0">
                    <a:pos x="csX1404" y="csY1404"/>
                  </a:cxn>
                  <a:cxn ang="0">
                    <a:pos x="csX1405" y="csY1405"/>
                  </a:cxn>
                  <a:cxn ang="0">
                    <a:pos x="csX1406" y="csY1406"/>
                  </a:cxn>
                  <a:cxn ang="0">
                    <a:pos x="csX1407" y="csY1407"/>
                  </a:cxn>
                  <a:cxn ang="0">
                    <a:pos x="csX1408" y="csY1408"/>
                  </a:cxn>
                  <a:cxn ang="0">
                    <a:pos x="csX1409" y="csY1409"/>
                  </a:cxn>
                  <a:cxn ang="0">
                    <a:pos x="csX1410" y="csY1410"/>
                  </a:cxn>
                  <a:cxn ang="0">
                    <a:pos x="csX1411" y="csY1411"/>
                  </a:cxn>
                  <a:cxn ang="0">
                    <a:pos x="csX1412" y="csY1412"/>
                  </a:cxn>
                  <a:cxn ang="0">
                    <a:pos x="csX1413" y="csY1413"/>
                  </a:cxn>
                  <a:cxn ang="0">
                    <a:pos x="csX1414" y="csY1414"/>
                  </a:cxn>
                  <a:cxn ang="0">
                    <a:pos x="csX1415" y="csY1415"/>
                  </a:cxn>
                  <a:cxn ang="0">
                    <a:pos x="csX1416" y="csY1416"/>
                  </a:cxn>
                  <a:cxn ang="0">
                    <a:pos x="csX1417" y="csY1417"/>
                  </a:cxn>
                  <a:cxn ang="0">
                    <a:pos x="csX1418" y="csY1418"/>
                  </a:cxn>
                  <a:cxn ang="0">
                    <a:pos x="csX1419" y="csY1419"/>
                  </a:cxn>
                  <a:cxn ang="0">
                    <a:pos x="csX1420" y="csY1420"/>
                  </a:cxn>
                  <a:cxn ang="0">
                    <a:pos x="csX1421" y="csY1421"/>
                  </a:cxn>
                  <a:cxn ang="0">
                    <a:pos x="csX1422" y="csY1422"/>
                  </a:cxn>
                  <a:cxn ang="0">
                    <a:pos x="csX1423" y="csY1423"/>
                  </a:cxn>
                  <a:cxn ang="0">
                    <a:pos x="csX1424" y="csY1424"/>
                  </a:cxn>
                  <a:cxn ang="0">
                    <a:pos x="csX1425" y="csY1425"/>
                  </a:cxn>
                  <a:cxn ang="0">
                    <a:pos x="csX1426" y="csY1426"/>
                  </a:cxn>
                  <a:cxn ang="0">
                    <a:pos x="csX1427" y="csY1427"/>
                  </a:cxn>
                  <a:cxn ang="0">
                    <a:pos x="csX1428" y="csY1428"/>
                  </a:cxn>
                  <a:cxn ang="0">
                    <a:pos x="csX1429" y="csY1429"/>
                  </a:cxn>
                  <a:cxn ang="0">
                    <a:pos x="csX1430" y="csY1430"/>
                  </a:cxn>
                  <a:cxn ang="0">
                    <a:pos x="csX1431" y="csY1431"/>
                  </a:cxn>
                  <a:cxn ang="0">
                    <a:pos x="csX1432" y="csY1432"/>
                  </a:cxn>
                  <a:cxn ang="0">
                    <a:pos x="csX1433" y="csY1433"/>
                  </a:cxn>
                  <a:cxn ang="0">
                    <a:pos x="csX1434" y="csY1434"/>
                  </a:cxn>
                  <a:cxn ang="0">
                    <a:pos x="csX1435" y="csY1435"/>
                  </a:cxn>
                  <a:cxn ang="0">
                    <a:pos x="csX1436" y="csY1436"/>
                  </a:cxn>
                  <a:cxn ang="0">
                    <a:pos x="csX1437" y="csY1437"/>
                  </a:cxn>
                  <a:cxn ang="0">
                    <a:pos x="csX1438" y="csY1438"/>
                  </a:cxn>
                  <a:cxn ang="0">
                    <a:pos x="csX1439" y="csY1439"/>
                  </a:cxn>
                  <a:cxn ang="0">
                    <a:pos x="csX1440" y="csY1440"/>
                  </a:cxn>
                  <a:cxn ang="0">
                    <a:pos x="csX1441" y="csY1441"/>
                  </a:cxn>
                  <a:cxn ang="0">
                    <a:pos x="csX1442" y="csY1442"/>
                  </a:cxn>
                  <a:cxn ang="0">
                    <a:pos x="csX1443" y="csY1443"/>
                  </a:cxn>
                  <a:cxn ang="0">
                    <a:pos x="csX1444" y="csY1444"/>
                  </a:cxn>
                  <a:cxn ang="0">
                    <a:pos x="csX1445" y="csY1445"/>
                  </a:cxn>
                  <a:cxn ang="0">
                    <a:pos x="csX1446" y="csY1446"/>
                  </a:cxn>
                  <a:cxn ang="0">
                    <a:pos x="csX1447" y="csY1447"/>
                  </a:cxn>
                  <a:cxn ang="0">
                    <a:pos x="csX1448" y="csY1448"/>
                  </a:cxn>
                  <a:cxn ang="0">
                    <a:pos x="csX1449" y="csY1449"/>
                  </a:cxn>
                  <a:cxn ang="0">
                    <a:pos x="csX1450" y="csY1450"/>
                  </a:cxn>
                  <a:cxn ang="0">
                    <a:pos x="csX1451" y="csY1451"/>
                  </a:cxn>
                  <a:cxn ang="0">
                    <a:pos x="csX1452" y="csY1452"/>
                  </a:cxn>
                  <a:cxn ang="0">
                    <a:pos x="csX1453" y="csY1453"/>
                  </a:cxn>
                  <a:cxn ang="0">
                    <a:pos x="csX1454" y="csY1454"/>
                  </a:cxn>
                  <a:cxn ang="0">
                    <a:pos x="csX1455" y="csY1455"/>
                  </a:cxn>
                  <a:cxn ang="0">
                    <a:pos x="csX1456" y="csY1456"/>
                  </a:cxn>
                  <a:cxn ang="0">
                    <a:pos x="csX1457" y="csY1457"/>
                  </a:cxn>
                  <a:cxn ang="0">
                    <a:pos x="csX1458" y="csY1458"/>
                  </a:cxn>
                  <a:cxn ang="0">
                    <a:pos x="csX1459" y="csY1459"/>
                  </a:cxn>
                  <a:cxn ang="0">
                    <a:pos x="csX1460" y="csY1460"/>
                  </a:cxn>
                  <a:cxn ang="0">
                    <a:pos x="csX1461" y="csY1461"/>
                  </a:cxn>
                  <a:cxn ang="0">
                    <a:pos x="csX1462" y="csY1462"/>
                  </a:cxn>
                  <a:cxn ang="0">
                    <a:pos x="csX1463" y="csY1463"/>
                  </a:cxn>
                  <a:cxn ang="0">
                    <a:pos x="csX1464" y="csY1464"/>
                  </a:cxn>
                  <a:cxn ang="0">
                    <a:pos x="csX1465" y="csY1465"/>
                  </a:cxn>
                  <a:cxn ang="0">
                    <a:pos x="csX1466" y="csY1466"/>
                  </a:cxn>
                  <a:cxn ang="0">
                    <a:pos x="csX1467" y="csY1467"/>
                  </a:cxn>
                  <a:cxn ang="0">
                    <a:pos x="csX1468" y="csY1468"/>
                  </a:cxn>
                  <a:cxn ang="0">
                    <a:pos x="csX1469" y="csY1469"/>
                  </a:cxn>
                  <a:cxn ang="0">
                    <a:pos x="csX1470" y="csY1470"/>
                  </a:cxn>
                  <a:cxn ang="0">
                    <a:pos x="csX1471" y="csY1471"/>
                  </a:cxn>
                  <a:cxn ang="0">
                    <a:pos x="csX1472" y="csY1472"/>
                  </a:cxn>
                  <a:cxn ang="0">
                    <a:pos x="csX1473" y="csY1473"/>
                  </a:cxn>
                  <a:cxn ang="0">
                    <a:pos x="csX1474" y="csY1474"/>
                  </a:cxn>
                </a:cxnLst>
                <a:rect l="l" t="t" r="r" b="b"/>
                <a:pathLst>
                  <a:path w="2876925" h="3463026">
                    <a:moveTo>
                      <a:pt x="2824775" y="2232934"/>
                    </a:moveTo>
                    <a:lnTo>
                      <a:pt x="2791959" y="2208334"/>
                    </a:lnTo>
                    <a:lnTo>
                      <a:pt x="2769397" y="2202184"/>
                    </a:lnTo>
                    <a:lnTo>
                      <a:pt x="2750941" y="2189884"/>
                    </a:lnTo>
                    <a:lnTo>
                      <a:pt x="2726327" y="2191936"/>
                    </a:lnTo>
                    <a:lnTo>
                      <a:pt x="2689414" y="2183734"/>
                    </a:lnTo>
                    <a:lnTo>
                      <a:pt x="2677107" y="2185786"/>
                    </a:lnTo>
                    <a:lnTo>
                      <a:pt x="2664800" y="2196034"/>
                    </a:lnTo>
                    <a:lnTo>
                      <a:pt x="2658650" y="2187832"/>
                    </a:lnTo>
                    <a:lnTo>
                      <a:pt x="2668904" y="2171434"/>
                    </a:lnTo>
                    <a:lnTo>
                      <a:pt x="2656598" y="2159134"/>
                    </a:lnTo>
                    <a:lnTo>
                      <a:pt x="2636089" y="2159647"/>
                    </a:lnTo>
                    <a:lnTo>
                      <a:pt x="2613014" y="2147347"/>
                    </a:lnTo>
                    <a:lnTo>
                      <a:pt x="2591479" y="2145808"/>
                    </a:lnTo>
                    <a:lnTo>
                      <a:pt x="2586868" y="2155036"/>
                    </a:lnTo>
                    <a:lnTo>
                      <a:pt x="2566872" y="2171947"/>
                    </a:lnTo>
                    <a:lnTo>
                      <a:pt x="2556105" y="2171947"/>
                    </a:lnTo>
                    <a:lnTo>
                      <a:pt x="2556105" y="2165797"/>
                    </a:lnTo>
                    <a:lnTo>
                      <a:pt x="2574561" y="2156575"/>
                    </a:lnTo>
                    <a:lnTo>
                      <a:pt x="2582251" y="2141197"/>
                    </a:lnTo>
                    <a:lnTo>
                      <a:pt x="2569944" y="2136586"/>
                    </a:lnTo>
                    <a:lnTo>
                      <a:pt x="2562255" y="2135047"/>
                    </a:lnTo>
                    <a:lnTo>
                      <a:pt x="2554565" y="2127365"/>
                    </a:lnTo>
                    <a:lnTo>
                      <a:pt x="2542259" y="2128897"/>
                    </a:lnTo>
                    <a:lnTo>
                      <a:pt x="2534569" y="2124286"/>
                    </a:lnTo>
                    <a:lnTo>
                      <a:pt x="2542259" y="2118136"/>
                    </a:lnTo>
                    <a:lnTo>
                      <a:pt x="2551487" y="2113526"/>
                    </a:lnTo>
                    <a:lnTo>
                      <a:pt x="2554565" y="2096615"/>
                    </a:lnTo>
                    <a:lnTo>
                      <a:pt x="2543798" y="2087386"/>
                    </a:lnTo>
                    <a:lnTo>
                      <a:pt x="2533030" y="2078165"/>
                    </a:lnTo>
                    <a:lnTo>
                      <a:pt x="2525341" y="2056643"/>
                    </a:lnTo>
                    <a:lnTo>
                      <a:pt x="2517652" y="2039726"/>
                    </a:lnTo>
                    <a:lnTo>
                      <a:pt x="2513034" y="2036654"/>
                    </a:lnTo>
                    <a:lnTo>
                      <a:pt x="2488421" y="2015133"/>
                    </a:lnTo>
                    <a:lnTo>
                      <a:pt x="2479192" y="2012054"/>
                    </a:lnTo>
                    <a:lnTo>
                      <a:pt x="2460735" y="2008983"/>
                    </a:lnTo>
                    <a:lnTo>
                      <a:pt x="2449968" y="2004365"/>
                    </a:lnTo>
                    <a:lnTo>
                      <a:pt x="2403826" y="2002833"/>
                    </a:lnTo>
                    <a:lnTo>
                      <a:pt x="2391519" y="2007444"/>
                    </a:lnTo>
                    <a:lnTo>
                      <a:pt x="2386901" y="1995144"/>
                    </a:lnTo>
                    <a:lnTo>
                      <a:pt x="2382291" y="1984383"/>
                    </a:lnTo>
                    <a:lnTo>
                      <a:pt x="2369984" y="1982844"/>
                    </a:lnTo>
                    <a:lnTo>
                      <a:pt x="2362295" y="1965933"/>
                    </a:lnTo>
                    <a:lnTo>
                      <a:pt x="2348449" y="1956711"/>
                    </a:lnTo>
                    <a:lnTo>
                      <a:pt x="2333064" y="1949022"/>
                    </a:lnTo>
                    <a:lnTo>
                      <a:pt x="2320764" y="1939794"/>
                    </a:lnTo>
                    <a:lnTo>
                      <a:pt x="2313068" y="1929033"/>
                    </a:lnTo>
                    <a:lnTo>
                      <a:pt x="2296150" y="1918272"/>
                    </a:lnTo>
                    <a:lnTo>
                      <a:pt x="2280772" y="1919811"/>
                    </a:lnTo>
                    <a:lnTo>
                      <a:pt x="2268465" y="1901362"/>
                    </a:lnTo>
                    <a:lnTo>
                      <a:pt x="2254619" y="1898283"/>
                    </a:lnTo>
                    <a:lnTo>
                      <a:pt x="2245390" y="1899822"/>
                    </a:lnTo>
                    <a:lnTo>
                      <a:pt x="2231544" y="1910583"/>
                    </a:lnTo>
                    <a:lnTo>
                      <a:pt x="2220777" y="1913661"/>
                    </a:lnTo>
                    <a:lnTo>
                      <a:pt x="2206931" y="1910583"/>
                    </a:lnTo>
                    <a:lnTo>
                      <a:pt x="2197702" y="1904433"/>
                    </a:lnTo>
                    <a:lnTo>
                      <a:pt x="2146943" y="1899822"/>
                    </a:lnTo>
                    <a:lnTo>
                      <a:pt x="2146943" y="1887522"/>
                    </a:lnTo>
                    <a:lnTo>
                      <a:pt x="2131564" y="1879833"/>
                    </a:lnTo>
                    <a:lnTo>
                      <a:pt x="2122329" y="1879833"/>
                    </a:lnTo>
                    <a:lnTo>
                      <a:pt x="2116179" y="1872144"/>
                    </a:lnTo>
                    <a:lnTo>
                      <a:pt x="2108490" y="1870612"/>
                    </a:lnTo>
                    <a:lnTo>
                      <a:pt x="2111562" y="1885983"/>
                    </a:lnTo>
                    <a:lnTo>
                      <a:pt x="2086955" y="1892133"/>
                    </a:lnTo>
                    <a:lnTo>
                      <a:pt x="2082337" y="1902894"/>
                    </a:lnTo>
                    <a:lnTo>
                      <a:pt x="2088487" y="1916733"/>
                    </a:lnTo>
                    <a:lnTo>
                      <a:pt x="2088487" y="1932105"/>
                    </a:lnTo>
                    <a:lnTo>
                      <a:pt x="2074648" y="1936715"/>
                    </a:lnTo>
                    <a:lnTo>
                      <a:pt x="2068498" y="1919805"/>
                    </a:lnTo>
                    <a:lnTo>
                      <a:pt x="2074648" y="1904433"/>
                    </a:lnTo>
                    <a:lnTo>
                      <a:pt x="2071570" y="1896744"/>
                    </a:lnTo>
                    <a:lnTo>
                      <a:pt x="2074648" y="1885983"/>
                    </a:lnTo>
                    <a:lnTo>
                      <a:pt x="2088747" y="1875735"/>
                    </a:lnTo>
                    <a:lnTo>
                      <a:pt x="2090033" y="1869072"/>
                    </a:lnTo>
                    <a:lnTo>
                      <a:pt x="2080805" y="1866001"/>
                    </a:lnTo>
                    <a:lnTo>
                      <a:pt x="2066959" y="1866001"/>
                    </a:lnTo>
                    <a:lnTo>
                      <a:pt x="2063880" y="1876762"/>
                    </a:lnTo>
                    <a:lnTo>
                      <a:pt x="2023888" y="1890594"/>
                    </a:lnTo>
                    <a:lnTo>
                      <a:pt x="2017732" y="1896744"/>
                    </a:lnTo>
                    <a:lnTo>
                      <a:pt x="2006964" y="1892133"/>
                    </a:lnTo>
                    <a:lnTo>
                      <a:pt x="1999275" y="1901355"/>
                    </a:lnTo>
                    <a:lnTo>
                      <a:pt x="1997736" y="1915194"/>
                    </a:lnTo>
                    <a:lnTo>
                      <a:pt x="1986968" y="1919805"/>
                    </a:lnTo>
                    <a:lnTo>
                      <a:pt x="1986968" y="1930565"/>
                    </a:lnTo>
                    <a:lnTo>
                      <a:pt x="1973129" y="1942865"/>
                    </a:lnTo>
                    <a:lnTo>
                      <a:pt x="1976200" y="1953626"/>
                    </a:lnTo>
                    <a:lnTo>
                      <a:pt x="1970050" y="1959776"/>
                    </a:lnTo>
                    <a:lnTo>
                      <a:pt x="1957744" y="1955165"/>
                    </a:lnTo>
                    <a:lnTo>
                      <a:pt x="1945437" y="1942865"/>
                    </a:lnTo>
                    <a:lnTo>
                      <a:pt x="1930058" y="1932105"/>
                    </a:lnTo>
                    <a:lnTo>
                      <a:pt x="1913134" y="1930565"/>
                    </a:lnTo>
                    <a:lnTo>
                      <a:pt x="1900834" y="1935176"/>
                    </a:lnTo>
                    <a:lnTo>
                      <a:pt x="1882370" y="1944405"/>
                    </a:lnTo>
                    <a:lnTo>
                      <a:pt x="1873142" y="1942865"/>
                    </a:lnTo>
                    <a:lnTo>
                      <a:pt x="1856224" y="1929026"/>
                    </a:lnTo>
                    <a:lnTo>
                      <a:pt x="1856224" y="1921337"/>
                    </a:lnTo>
                    <a:lnTo>
                      <a:pt x="1831611" y="1901355"/>
                    </a:lnTo>
                    <a:lnTo>
                      <a:pt x="1833150" y="1885976"/>
                    </a:lnTo>
                    <a:lnTo>
                      <a:pt x="1830072" y="1867533"/>
                    </a:lnTo>
                    <a:lnTo>
                      <a:pt x="1831611" y="1849083"/>
                    </a:lnTo>
                    <a:lnTo>
                      <a:pt x="1837768" y="1826023"/>
                    </a:lnTo>
                    <a:lnTo>
                      <a:pt x="1837768" y="1806033"/>
                    </a:lnTo>
                    <a:lnTo>
                      <a:pt x="1830072" y="1801423"/>
                    </a:lnTo>
                    <a:lnTo>
                      <a:pt x="1814693" y="1786051"/>
                    </a:lnTo>
                    <a:lnTo>
                      <a:pt x="1777780" y="1787583"/>
                    </a:lnTo>
                    <a:lnTo>
                      <a:pt x="1737781" y="1790662"/>
                    </a:lnTo>
                    <a:lnTo>
                      <a:pt x="1719324" y="1782973"/>
                    </a:lnTo>
                    <a:lnTo>
                      <a:pt x="1733170" y="1752996"/>
                    </a:lnTo>
                    <a:lnTo>
                      <a:pt x="1734709" y="1738390"/>
                    </a:lnTo>
                    <a:lnTo>
                      <a:pt x="1740859" y="1733007"/>
                    </a:lnTo>
                    <a:lnTo>
                      <a:pt x="1747016" y="1724551"/>
                    </a:lnTo>
                    <a:lnTo>
                      <a:pt x="1747782" y="1719168"/>
                    </a:lnTo>
                    <a:lnTo>
                      <a:pt x="1747016" y="1696880"/>
                    </a:lnTo>
                    <a:lnTo>
                      <a:pt x="1756244" y="1678430"/>
                    </a:lnTo>
                    <a:lnTo>
                      <a:pt x="1763934" y="1667669"/>
                    </a:lnTo>
                    <a:lnTo>
                      <a:pt x="1756244" y="1658441"/>
                    </a:lnTo>
                    <a:lnTo>
                      <a:pt x="1745477" y="1659980"/>
                    </a:lnTo>
                    <a:lnTo>
                      <a:pt x="1739320" y="1656908"/>
                    </a:lnTo>
                    <a:lnTo>
                      <a:pt x="1720863" y="1656908"/>
                    </a:lnTo>
                    <a:lnTo>
                      <a:pt x="1705485" y="1667669"/>
                    </a:lnTo>
                    <a:lnTo>
                      <a:pt x="1694717" y="1664591"/>
                    </a:lnTo>
                    <a:lnTo>
                      <a:pt x="1685482" y="1678430"/>
                    </a:lnTo>
                    <a:lnTo>
                      <a:pt x="1683950" y="1701491"/>
                    </a:lnTo>
                    <a:lnTo>
                      <a:pt x="1668564" y="1718401"/>
                    </a:lnTo>
                    <a:lnTo>
                      <a:pt x="1667025" y="1726091"/>
                    </a:lnTo>
                    <a:lnTo>
                      <a:pt x="1627033" y="1733773"/>
                    </a:lnTo>
                    <a:lnTo>
                      <a:pt x="1616266" y="1732234"/>
                    </a:lnTo>
                    <a:lnTo>
                      <a:pt x="1603959" y="1735312"/>
                    </a:lnTo>
                    <a:lnTo>
                      <a:pt x="1587041" y="1726084"/>
                    </a:lnTo>
                    <a:lnTo>
                      <a:pt x="1580885" y="1726084"/>
                    </a:lnTo>
                    <a:lnTo>
                      <a:pt x="1574735" y="1721473"/>
                    </a:lnTo>
                    <a:lnTo>
                      <a:pt x="1563967" y="1716862"/>
                    </a:lnTo>
                    <a:lnTo>
                      <a:pt x="1560889" y="1707634"/>
                    </a:lnTo>
                    <a:lnTo>
                      <a:pt x="1551660" y="1695341"/>
                    </a:lnTo>
                    <a:lnTo>
                      <a:pt x="1542432" y="1678430"/>
                    </a:lnTo>
                    <a:lnTo>
                      <a:pt x="1531664" y="1659980"/>
                    </a:lnTo>
                    <a:lnTo>
                      <a:pt x="1523975" y="1636919"/>
                    </a:lnTo>
                    <a:lnTo>
                      <a:pt x="1523975" y="1615391"/>
                    </a:lnTo>
                    <a:lnTo>
                      <a:pt x="1525514" y="1587719"/>
                    </a:lnTo>
                    <a:lnTo>
                      <a:pt x="1537821" y="1567730"/>
                    </a:lnTo>
                    <a:lnTo>
                      <a:pt x="1537821" y="1549287"/>
                    </a:lnTo>
                    <a:lnTo>
                      <a:pt x="1536282" y="1533909"/>
                    </a:lnTo>
                    <a:lnTo>
                      <a:pt x="1542432" y="1524687"/>
                    </a:lnTo>
                    <a:lnTo>
                      <a:pt x="1545510" y="1515459"/>
                    </a:lnTo>
                    <a:lnTo>
                      <a:pt x="1567045" y="1489327"/>
                    </a:lnTo>
                    <a:lnTo>
                      <a:pt x="1588581" y="1483177"/>
                    </a:lnTo>
                    <a:lnTo>
                      <a:pt x="1599348" y="1475494"/>
                    </a:lnTo>
                    <a:lnTo>
                      <a:pt x="1614733" y="1466266"/>
                    </a:lnTo>
                    <a:lnTo>
                      <a:pt x="1627033" y="1466266"/>
                    </a:lnTo>
                    <a:lnTo>
                      <a:pt x="1648569" y="1470877"/>
                    </a:lnTo>
                    <a:lnTo>
                      <a:pt x="1659343" y="1467805"/>
                    </a:lnTo>
                    <a:lnTo>
                      <a:pt x="1679332" y="1483177"/>
                    </a:lnTo>
                    <a:lnTo>
                      <a:pt x="1690107" y="1480105"/>
                    </a:lnTo>
                    <a:lnTo>
                      <a:pt x="1705485" y="1487787"/>
                    </a:lnTo>
                    <a:lnTo>
                      <a:pt x="1715226" y="1487787"/>
                    </a:lnTo>
                    <a:lnTo>
                      <a:pt x="1716253" y="1480618"/>
                    </a:lnTo>
                    <a:lnTo>
                      <a:pt x="1707024" y="1470370"/>
                    </a:lnTo>
                    <a:lnTo>
                      <a:pt x="1708050" y="1459097"/>
                    </a:lnTo>
                    <a:lnTo>
                      <a:pt x="1723436" y="1457044"/>
                    </a:lnTo>
                    <a:lnTo>
                      <a:pt x="1743938" y="1450894"/>
                    </a:lnTo>
                    <a:lnTo>
                      <a:pt x="1749068" y="1454992"/>
                    </a:lnTo>
                    <a:lnTo>
                      <a:pt x="1769577" y="1450894"/>
                    </a:lnTo>
                    <a:lnTo>
                      <a:pt x="1782910" y="1451920"/>
                    </a:lnTo>
                    <a:lnTo>
                      <a:pt x="1795217" y="1458070"/>
                    </a:lnTo>
                    <a:lnTo>
                      <a:pt x="1800341" y="1467292"/>
                    </a:lnTo>
                    <a:lnTo>
                      <a:pt x="1809569" y="1469344"/>
                    </a:lnTo>
                    <a:lnTo>
                      <a:pt x="1813674" y="1462168"/>
                    </a:lnTo>
                    <a:lnTo>
                      <a:pt x="1823929" y="1460123"/>
                    </a:lnTo>
                    <a:lnTo>
                      <a:pt x="1836235" y="1466273"/>
                    </a:lnTo>
                    <a:lnTo>
                      <a:pt x="1846490" y="1481644"/>
                    </a:lnTo>
                    <a:lnTo>
                      <a:pt x="1854692" y="1490866"/>
                    </a:lnTo>
                    <a:lnTo>
                      <a:pt x="1854692" y="1498042"/>
                    </a:lnTo>
                    <a:lnTo>
                      <a:pt x="1851614" y="1502146"/>
                    </a:lnTo>
                    <a:lnTo>
                      <a:pt x="1852640" y="1522642"/>
                    </a:lnTo>
                    <a:lnTo>
                      <a:pt x="1859816" y="1531863"/>
                    </a:lnTo>
                    <a:lnTo>
                      <a:pt x="1861868" y="1548268"/>
                    </a:lnTo>
                    <a:lnTo>
                      <a:pt x="1875201" y="1562613"/>
                    </a:lnTo>
                    <a:lnTo>
                      <a:pt x="1882377" y="1581063"/>
                    </a:lnTo>
                    <a:lnTo>
                      <a:pt x="1889553" y="1582089"/>
                    </a:lnTo>
                    <a:lnTo>
                      <a:pt x="1901860" y="1576966"/>
                    </a:lnTo>
                    <a:lnTo>
                      <a:pt x="1905965" y="1544163"/>
                    </a:lnTo>
                    <a:lnTo>
                      <a:pt x="1896736" y="1507270"/>
                    </a:lnTo>
                    <a:lnTo>
                      <a:pt x="1886482" y="1474468"/>
                    </a:lnTo>
                    <a:lnTo>
                      <a:pt x="1878280" y="1457044"/>
                    </a:lnTo>
                    <a:lnTo>
                      <a:pt x="1878280" y="1433471"/>
                    </a:lnTo>
                    <a:lnTo>
                      <a:pt x="1891606" y="1410923"/>
                    </a:lnTo>
                    <a:lnTo>
                      <a:pt x="1893658" y="1400675"/>
                    </a:lnTo>
                    <a:lnTo>
                      <a:pt x="1902893" y="1399649"/>
                    </a:lnTo>
                    <a:lnTo>
                      <a:pt x="1934676" y="1368906"/>
                    </a:lnTo>
                    <a:lnTo>
                      <a:pt x="1951087" y="1365828"/>
                    </a:lnTo>
                    <a:lnTo>
                      <a:pt x="1961342" y="1351482"/>
                    </a:lnTo>
                    <a:lnTo>
                      <a:pt x="1970570" y="1344306"/>
                    </a:lnTo>
                    <a:lnTo>
                      <a:pt x="1974675" y="1330980"/>
                    </a:lnTo>
                    <a:lnTo>
                      <a:pt x="1988001" y="1322785"/>
                    </a:lnTo>
                    <a:lnTo>
                      <a:pt x="1990053" y="1315608"/>
                    </a:lnTo>
                    <a:lnTo>
                      <a:pt x="1981851" y="1306380"/>
                    </a:lnTo>
                    <a:lnTo>
                      <a:pt x="1986982" y="1299211"/>
                    </a:lnTo>
                    <a:lnTo>
                      <a:pt x="1985956" y="1289982"/>
                    </a:lnTo>
                    <a:lnTo>
                      <a:pt x="1978779" y="1277682"/>
                    </a:lnTo>
                    <a:lnTo>
                      <a:pt x="1978779" y="1247959"/>
                    </a:lnTo>
                    <a:lnTo>
                      <a:pt x="1970577" y="1230542"/>
                    </a:lnTo>
                    <a:lnTo>
                      <a:pt x="1976727" y="1216190"/>
                    </a:lnTo>
                    <a:lnTo>
                      <a:pt x="1989034" y="1215163"/>
                    </a:lnTo>
                    <a:lnTo>
                      <a:pt x="1985956" y="1231561"/>
                    </a:lnTo>
                    <a:lnTo>
                      <a:pt x="1989034" y="1254109"/>
                    </a:lnTo>
                    <a:lnTo>
                      <a:pt x="1993132" y="1268461"/>
                    </a:lnTo>
                    <a:lnTo>
                      <a:pt x="1998262" y="1271532"/>
                    </a:lnTo>
                    <a:lnTo>
                      <a:pt x="2007491" y="1253089"/>
                    </a:lnTo>
                    <a:lnTo>
                      <a:pt x="2009543" y="1233613"/>
                    </a:lnTo>
                    <a:lnTo>
                      <a:pt x="2002360" y="1222339"/>
                    </a:lnTo>
                    <a:lnTo>
                      <a:pt x="2006465" y="1218242"/>
                    </a:lnTo>
                    <a:lnTo>
                      <a:pt x="2014667" y="1225411"/>
                    </a:lnTo>
                    <a:lnTo>
                      <a:pt x="2025947" y="1215163"/>
                    </a:lnTo>
                    <a:lnTo>
                      <a:pt x="2029026" y="1202863"/>
                    </a:lnTo>
                    <a:lnTo>
                      <a:pt x="2039280" y="1189544"/>
                    </a:lnTo>
                    <a:lnTo>
                      <a:pt x="2037228" y="1179290"/>
                    </a:lnTo>
                    <a:lnTo>
                      <a:pt x="2033130" y="1176218"/>
                    </a:lnTo>
                    <a:lnTo>
                      <a:pt x="2042359" y="1172114"/>
                    </a:lnTo>
                    <a:lnTo>
                      <a:pt x="2046457" y="1160847"/>
                    </a:lnTo>
                    <a:lnTo>
                      <a:pt x="2054666" y="1159820"/>
                    </a:lnTo>
                    <a:lnTo>
                      <a:pt x="2063894" y="1164944"/>
                    </a:lnTo>
                    <a:lnTo>
                      <a:pt x="2075175" y="1161866"/>
                    </a:lnTo>
                    <a:lnTo>
                      <a:pt x="2086455" y="1153670"/>
                    </a:lnTo>
                    <a:lnTo>
                      <a:pt x="2093632" y="1161873"/>
                    </a:lnTo>
                    <a:lnTo>
                      <a:pt x="2104912" y="1158794"/>
                    </a:lnTo>
                    <a:lnTo>
                      <a:pt x="2113114" y="1150592"/>
                    </a:lnTo>
                    <a:lnTo>
                      <a:pt x="2101834" y="1146494"/>
                    </a:lnTo>
                    <a:lnTo>
                      <a:pt x="2101834" y="1137273"/>
                    </a:lnTo>
                    <a:lnTo>
                      <a:pt x="2094658" y="1130097"/>
                    </a:lnTo>
                    <a:lnTo>
                      <a:pt x="2104912" y="1114725"/>
                    </a:lnTo>
                    <a:lnTo>
                      <a:pt x="2106964" y="1106523"/>
                    </a:lnTo>
                    <a:lnTo>
                      <a:pt x="2115167" y="1095249"/>
                    </a:lnTo>
                    <a:lnTo>
                      <a:pt x="2116193" y="1087047"/>
                    </a:lnTo>
                    <a:lnTo>
                      <a:pt x="2134650" y="1087047"/>
                    </a:lnTo>
                    <a:lnTo>
                      <a:pt x="2138754" y="1081923"/>
                    </a:lnTo>
                    <a:lnTo>
                      <a:pt x="2141826" y="1072701"/>
                    </a:lnTo>
                    <a:lnTo>
                      <a:pt x="2144904" y="1070649"/>
                    </a:lnTo>
                    <a:lnTo>
                      <a:pt x="2149009" y="1074754"/>
                    </a:lnTo>
                    <a:lnTo>
                      <a:pt x="2158237" y="1073728"/>
                    </a:lnTo>
                    <a:lnTo>
                      <a:pt x="2178486" y="1061941"/>
                    </a:lnTo>
                    <a:lnTo>
                      <a:pt x="2186948" y="1057330"/>
                    </a:lnTo>
                    <a:lnTo>
                      <a:pt x="2194125" y="1047075"/>
                    </a:lnTo>
                    <a:lnTo>
                      <a:pt x="2207458" y="1044004"/>
                    </a:lnTo>
                    <a:lnTo>
                      <a:pt x="2220790" y="1035801"/>
                    </a:lnTo>
                    <a:lnTo>
                      <a:pt x="2232071" y="1028632"/>
                    </a:lnTo>
                    <a:lnTo>
                      <a:pt x="2235150" y="1031704"/>
                    </a:lnTo>
                    <a:lnTo>
                      <a:pt x="2233097" y="1038880"/>
                    </a:lnTo>
                    <a:lnTo>
                      <a:pt x="2238221" y="1040932"/>
                    </a:lnTo>
                    <a:lnTo>
                      <a:pt x="2242326" y="1038880"/>
                    </a:lnTo>
                    <a:lnTo>
                      <a:pt x="2244378" y="1042978"/>
                    </a:lnTo>
                    <a:lnTo>
                      <a:pt x="2236169" y="1051180"/>
                    </a:lnTo>
                    <a:lnTo>
                      <a:pt x="2226940" y="1051180"/>
                    </a:lnTo>
                    <a:lnTo>
                      <a:pt x="2212588" y="1067578"/>
                    </a:lnTo>
                    <a:lnTo>
                      <a:pt x="2205405" y="1069623"/>
                    </a:lnTo>
                    <a:lnTo>
                      <a:pt x="2200281" y="1088073"/>
                    </a:lnTo>
                    <a:lnTo>
                      <a:pt x="2209510" y="1096275"/>
                    </a:lnTo>
                    <a:lnTo>
                      <a:pt x="2221817" y="1095249"/>
                    </a:lnTo>
                    <a:lnTo>
                      <a:pt x="2231045" y="1087054"/>
                    </a:lnTo>
                    <a:lnTo>
                      <a:pt x="2234123" y="1080904"/>
                    </a:lnTo>
                    <a:lnTo>
                      <a:pt x="2252580" y="1060401"/>
                    </a:lnTo>
                    <a:lnTo>
                      <a:pt x="2258730" y="1066551"/>
                    </a:lnTo>
                    <a:lnTo>
                      <a:pt x="2264887" y="1067578"/>
                    </a:lnTo>
                    <a:lnTo>
                      <a:pt x="2270011" y="1062454"/>
                    </a:lnTo>
                    <a:lnTo>
                      <a:pt x="2281292" y="1060401"/>
                    </a:lnTo>
                    <a:lnTo>
                      <a:pt x="2291546" y="1059375"/>
                    </a:lnTo>
                    <a:lnTo>
                      <a:pt x="2303853" y="1048101"/>
                    </a:lnTo>
                    <a:lnTo>
                      <a:pt x="2303853" y="1036828"/>
                    </a:lnTo>
                    <a:lnTo>
                      <a:pt x="2295651" y="1037854"/>
                    </a:lnTo>
                    <a:lnTo>
                      <a:pt x="2292572" y="1029658"/>
                    </a:lnTo>
                    <a:lnTo>
                      <a:pt x="2281292" y="1034782"/>
                    </a:lnTo>
                    <a:lnTo>
                      <a:pt x="2265913" y="1033756"/>
                    </a:lnTo>
                    <a:lnTo>
                      <a:pt x="2255659" y="1026580"/>
                    </a:lnTo>
                    <a:lnTo>
                      <a:pt x="2249502" y="1019404"/>
                    </a:lnTo>
                    <a:lnTo>
                      <a:pt x="2226947" y="1003006"/>
                    </a:lnTo>
                    <a:lnTo>
                      <a:pt x="2223869" y="982511"/>
                    </a:lnTo>
                    <a:lnTo>
                      <a:pt x="2229000" y="976361"/>
                    </a:lnTo>
                    <a:lnTo>
                      <a:pt x="2229000" y="966106"/>
                    </a:lnTo>
                    <a:lnTo>
                      <a:pt x="2214640" y="969185"/>
                    </a:lnTo>
                    <a:lnTo>
                      <a:pt x="2205412" y="963035"/>
                    </a:lnTo>
                    <a:lnTo>
                      <a:pt x="2192079" y="958937"/>
                    </a:lnTo>
                    <a:lnTo>
                      <a:pt x="2191053" y="953806"/>
                    </a:lnTo>
                    <a:lnTo>
                      <a:pt x="2200281" y="947663"/>
                    </a:lnTo>
                    <a:lnTo>
                      <a:pt x="2215667" y="950735"/>
                    </a:lnTo>
                    <a:lnTo>
                      <a:pt x="2224895" y="955859"/>
                    </a:lnTo>
                    <a:lnTo>
                      <a:pt x="2244378" y="939461"/>
                    </a:lnTo>
                    <a:lnTo>
                      <a:pt x="2240273" y="930239"/>
                    </a:lnTo>
                    <a:lnTo>
                      <a:pt x="2236176" y="928187"/>
                    </a:lnTo>
                    <a:lnTo>
                      <a:pt x="2219764" y="914861"/>
                    </a:lnTo>
                    <a:lnTo>
                      <a:pt x="2195158" y="916913"/>
                    </a:lnTo>
                    <a:lnTo>
                      <a:pt x="2184903" y="928187"/>
                    </a:lnTo>
                    <a:lnTo>
                      <a:pt x="2163368" y="934337"/>
                    </a:lnTo>
                    <a:lnTo>
                      <a:pt x="2149009" y="949709"/>
                    </a:lnTo>
                    <a:lnTo>
                      <a:pt x="2144904" y="950735"/>
                    </a:lnTo>
                    <a:lnTo>
                      <a:pt x="2122350" y="974309"/>
                    </a:lnTo>
                    <a:lnTo>
                      <a:pt x="2121324" y="982511"/>
                    </a:lnTo>
                    <a:lnTo>
                      <a:pt x="2111069" y="986609"/>
                    </a:lnTo>
                    <a:lnTo>
                      <a:pt x="2099782" y="999928"/>
                    </a:lnTo>
                    <a:lnTo>
                      <a:pt x="2094658" y="997882"/>
                    </a:lnTo>
                    <a:lnTo>
                      <a:pt x="2098762" y="977380"/>
                    </a:lnTo>
                    <a:lnTo>
                      <a:pt x="2116193" y="964054"/>
                    </a:lnTo>
                    <a:lnTo>
                      <a:pt x="2120297" y="956885"/>
                    </a:lnTo>
                    <a:lnTo>
                      <a:pt x="2134657" y="943559"/>
                    </a:lnTo>
                    <a:lnTo>
                      <a:pt x="2146956" y="922037"/>
                    </a:lnTo>
                    <a:lnTo>
                      <a:pt x="2175675" y="916913"/>
                    </a:lnTo>
                    <a:lnTo>
                      <a:pt x="2176701" y="906666"/>
                    </a:lnTo>
                    <a:lnTo>
                      <a:pt x="2185929" y="900516"/>
                    </a:lnTo>
                    <a:lnTo>
                      <a:pt x="2199255" y="885137"/>
                    </a:lnTo>
                    <a:lnTo>
                      <a:pt x="2213614" y="886163"/>
                    </a:lnTo>
                    <a:lnTo>
                      <a:pt x="2216693" y="889242"/>
                    </a:lnTo>
                    <a:lnTo>
                      <a:pt x="2249502" y="886163"/>
                    </a:lnTo>
                    <a:lnTo>
                      <a:pt x="2266939" y="882066"/>
                    </a:lnTo>
                    <a:lnTo>
                      <a:pt x="2278220" y="888216"/>
                    </a:lnTo>
                    <a:lnTo>
                      <a:pt x="2297703" y="885137"/>
                    </a:lnTo>
                    <a:lnTo>
                      <a:pt x="2311036" y="888216"/>
                    </a:lnTo>
                    <a:lnTo>
                      <a:pt x="2333597" y="888216"/>
                    </a:lnTo>
                    <a:lnTo>
                      <a:pt x="2348975" y="880020"/>
                    </a:lnTo>
                    <a:lnTo>
                      <a:pt x="2363335" y="853368"/>
                    </a:lnTo>
                    <a:lnTo>
                      <a:pt x="2378720" y="845173"/>
                    </a:lnTo>
                    <a:lnTo>
                      <a:pt x="2404353" y="840042"/>
                    </a:lnTo>
                    <a:lnTo>
                      <a:pt x="2421790" y="825697"/>
                    </a:lnTo>
                    <a:lnTo>
                      <a:pt x="2425888" y="824670"/>
                    </a:lnTo>
                    <a:lnTo>
                      <a:pt x="2429992" y="815449"/>
                    </a:lnTo>
                    <a:lnTo>
                      <a:pt x="2421790" y="799051"/>
                    </a:lnTo>
                    <a:lnTo>
                      <a:pt x="2428966" y="787771"/>
                    </a:lnTo>
                    <a:lnTo>
                      <a:pt x="2423842" y="767275"/>
                    </a:lnTo>
                    <a:lnTo>
                      <a:pt x="2405379" y="760099"/>
                    </a:lnTo>
                    <a:lnTo>
                      <a:pt x="2391027" y="769327"/>
                    </a:lnTo>
                    <a:lnTo>
                      <a:pt x="2390000" y="763177"/>
                    </a:lnTo>
                    <a:lnTo>
                      <a:pt x="2394098" y="747799"/>
                    </a:lnTo>
                    <a:lnTo>
                      <a:pt x="2381791" y="746773"/>
                    </a:lnTo>
                    <a:lnTo>
                      <a:pt x="2362308" y="758054"/>
                    </a:lnTo>
                    <a:lnTo>
                      <a:pt x="2360256" y="763171"/>
                    </a:lnTo>
                    <a:lnTo>
                      <a:pt x="2354106" y="763171"/>
                    </a:lnTo>
                    <a:lnTo>
                      <a:pt x="2336676" y="777523"/>
                    </a:lnTo>
                    <a:lnTo>
                      <a:pt x="2326421" y="776497"/>
                    </a:lnTo>
                    <a:lnTo>
                      <a:pt x="2323343" y="763171"/>
                    </a:lnTo>
                    <a:lnTo>
                      <a:pt x="2332571" y="765223"/>
                    </a:lnTo>
                    <a:lnTo>
                      <a:pt x="2346930" y="757028"/>
                    </a:lnTo>
                    <a:lnTo>
                      <a:pt x="2371537" y="742675"/>
                    </a:lnTo>
                    <a:lnTo>
                      <a:pt x="2393079" y="735499"/>
                    </a:lnTo>
                    <a:lnTo>
                      <a:pt x="2395124" y="727304"/>
                    </a:lnTo>
                    <a:lnTo>
                      <a:pt x="2377694" y="723199"/>
                    </a:lnTo>
                    <a:lnTo>
                      <a:pt x="2368465" y="716030"/>
                    </a:lnTo>
                    <a:lnTo>
                      <a:pt x="2352054" y="709880"/>
                    </a:lnTo>
                    <a:lnTo>
                      <a:pt x="2342826" y="712952"/>
                    </a:lnTo>
                    <a:lnTo>
                      <a:pt x="2330519" y="704756"/>
                    </a:lnTo>
                    <a:lnTo>
                      <a:pt x="2329499" y="695528"/>
                    </a:lnTo>
                    <a:lnTo>
                      <a:pt x="2319245" y="678104"/>
                    </a:lnTo>
                    <a:lnTo>
                      <a:pt x="2310010" y="674006"/>
                    </a:lnTo>
                    <a:lnTo>
                      <a:pt x="2308990" y="669909"/>
                    </a:lnTo>
                    <a:lnTo>
                      <a:pt x="2296684" y="664778"/>
                    </a:lnTo>
                    <a:lnTo>
                      <a:pt x="2295657" y="646335"/>
                    </a:lnTo>
                    <a:lnTo>
                      <a:pt x="2305912" y="640185"/>
                    </a:lnTo>
                    <a:lnTo>
                      <a:pt x="2303860" y="630956"/>
                    </a:lnTo>
                    <a:lnTo>
                      <a:pt x="2294631" y="627885"/>
                    </a:lnTo>
                    <a:lnTo>
                      <a:pt x="2290527" y="604311"/>
                    </a:lnTo>
                    <a:lnTo>
                      <a:pt x="2276174" y="592011"/>
                    </a:lnTo>
                    <a:lnTo>
                      <a:pt x="2278227" y="578685"/>
                    </a:lnTo>
                    <a:lnTo>
                      <a:pt x="2266946" y="572535"/>
                    </a:lnTo>
                    <a:lnTo>
                      <a:pt x="2266946" y="552040"/>
                    </a:lnTo>
                    <a:lnTo>
                      <a:pt x="2258744" y="552040"/>
                    </a:lnTo>
                    <a:lnTo>
                      <a:pt x="2253613" y="527440"/>
                    </a:lnTo>
                    <a:lnTo>
                      <a:pt x="2243359" y="518218"/>
                    </a:lnTo>
                    <a:lnTo>
                      <a:pt x="2239254" y="498742"/>
                    </a:lnTo>
                    <a:lnTo>
                      <a:pt x="2232078" y="495664"/>
                    </a:lnTo>
                    <a:lnTo>
                      <a:pt x="2224902" y="507964"/>
                    </a:lnTo>
                    <a:lnTo>
                      <a:pt x="2224902" y="517192"/>
                    </a:lnTo>
                    <a:lnTo>
                      <a:pt x="2216693" y="523342"/>
                    </a:lnTo>
                    <a:lnTo>
                      <a:pt x="2218745" y="540766"/>
                    </a:lnTo>
                    <a:lnTo>
                      <a:pt x="2208491" y="565359"/>
                    </a:lnTo>
                    <a:lnTo>
                      <a:pt x="2202341" y="571509"/>
                    </a:lnTo>
                    <a:lnTo>
                      <a:pt x="2201314" y="565359"/>
                    </a:lnTo>
                    <a:lnTo>
                      <a:pt x="2195164" y="564333"/>
                    </a:lnTo>
                    <a:lnTo>
                      <a:pt x="2186955" y="566385"/>
                    </a:lnTo>
                    <a:lnTo>
                      <a:pt x="2186955" y="577659"/>
                    </a:lnTo>
                    <a:lnTo>
                      <a:pt x="2176701" y="583809"/>
                    </a:lnTo>
                    <a:lnTo>
                      <a:pt x="2169525" y="592004"/>
                    </a:lnTo>
                    <a:lnTo>
                      <a:pt x="2159270" y="584835"/>
                    </a:lnTo>
                    <a:lnTo>
                      <a:pt x="2159270" y="574580"/>
                    </a:lnTo>
                    <a:lnTo>
                      <a:pt x="2139787" y="555111"/>
                    </a:lnTo>
                    <a:lnTo>
                      <a:pt x="2128507" y="565359"/>
                    </a:lnTo>
                    <a:lnTo>
                      <a:pt x="2116200" y="568437"/>
                    </a:lnTo>
                    <a:lnTo>
                      <a:pt x="2115174" y="564333"/>
                    </a:lnTo>
                    <a:lnTo>
                      <a:pt x="2129533" y="555111"/>
                    </a:lnTo>
                    <a:lnTo>
                      <a:pt x="2133630" y="547935"/>
                    </a:lnTo>
                    <a:lnTo>
                      <a:pt x="2127480" y="543837"/>
                    </a:lnTo>
                    <a:lnTo>
                      <a:pt x="2120304" y="543837"/>
                    </a:lnTo>
                    <a:cubicBezTo>
                      <a:pt x="2120304" y="543837"/>
                      <a:pt x="2115174" y="536661"/>
                      <a:pt x="2118252" y="537687"/>
                    </a:cubicBezTo>
                    <a:cubicBezTo>
                      <a:pt x="2121330" y="538714"/>
                      <a:pt x="2127480" y="532564"/>
                      <a:pt x="2127480" y="532564"/>
                    </a:cubicBezTo>
                    <a:lnTo>
                      <a:pt x="2126454" y="522309"/>
                    </a:lnTo>
                    <a:lnTo>
                      <a:pt x="2118252" y="514114"/>
                    </a:lnTo>
                    <a:lnTo>
                      <a:pt x="2126454" y="505911"/>
                    </a:lnTo>
                    <a:lnTo>
                      <a:pt x="2125428" y="486442"/>
                    </a:lnTo>
                    <a:lnTo>
                      <a:pt x="2132611" y="480292"/>
                    </a:lnTo>
                    <a:lnTo>
                      <a:pt x="2132611" y="469018"/>
                    </a:lnTo>
                    <a:lnTo>
                      <a:pt x="2124402" y="466966"/>
                    </a:lnTo>
                    <a:lnTo>
                      <a:pt x="2118252" y="470038"/>
                    </a:lnTo>
                    <a:lnTo>
                      <a:pt x="2113121" y="463888"/>
                    </a:lnTo>
                    <a:lnTo>
                      <a:pt x="2087488" y="462868"/>
                    </a:lnTo>
                    <a:lnTo>
                      <a:pt x="2081338" y="452614"/>
                    </a:lnTo>
                    <a:lnTo>
                      <a:pt x="2083391" y="441340"/>
                    </a:lnTo>
                    <a:lnTo>
                      <a:pt x="2074155" y="438268"/>
                    </a:lnTo>
                    <a:lnTo>
                      <a:pt x="2068005" y="422890"/>
                    </a:lnTo>
                    <a:lnTo>
                      <a:pt x="2056725" y="418792"/>
                    </a:lnTo>
                    <a:lnTo>
                      <a:pt x="2051601" y="411616"/>
                    </a:lnTo>
                    <a:lnTo>
                      <a:pt x="2040320" y="404447"/>
                    </a:lnTo>
                    <a:lnTo>
                      <a:pt x="2020831" y="406492"/>
                    </a:lnTo>
                    <a:lnTo>
                      <a:pt x="2015707" y="415721"/>
                    </a:lnTo>
                    <a:lnTo>
                      <a:pt x="2005452" y="414695"/>
                    </a:lnTo>
                    <a:lnTo>
                      <a:pt x="1986995" y="413669"/>
                    </a:lnTo>
                    <a:lnTo>
                      <a:pt x="1970584" y="403421"/>
                    </a:lnTo>
                    <a:lnTo>
                      <a:pt x="1965460" y="398290"/>
                    </a:lnTo>
                    <a:lnTo>
                      <a:pt x="1952127" y="398290"/>
                    </a:lnTo>
                    <a:lnTo>
                      <a:pt x="1944951" y="403414"/>
                    </a:lnTo>
                    <a:lnTo>
                      <a:pt x="1944951" y="430066"/>
                    </a:lnTo>
                    <a:lnTo>
                      <a:pt x="1957258" y="444412"/>
                    </a:lnTo>
                    <a:lnTo>
                      <a:pt x="1956225" y="459790"/>
                    </a:lnTo>
                    <a:lnTo>
                      <a:pt x="1948023" y="465940"/>
                    </a:lnTo>
                    <a:lnTo>
                      <a:pt x="1941873" y="466966"/>
                    </a:lnTo>
                    <a:lnTo>
                      <a:pt x="1944951" y="475161"/>
                    </a:lnTo>
                    <a:lnTo>
                      <a:pt x="1953153" y="485409"/>
                    </a:lnTo>
                    <a:lnTo>
                      <a:pt x="1956225" y="501807"/>
                    </a:lnTo>
                    <a:lnTo>
                      <a:pt x="1961356" y="512061"/>
                    </a:lnTo>
                    <a:lnTo>
                      <a:pt x="1957251" y="527433"/>
                    </a:lnTo>
                    <a:lnTo>
                      <a:pt x="1945970" y="540759"/>
                    </a:lnTo>
                    <a:lnTo>
                      <a:pt x="1944944" y="548961"/>
                    </a:lnTo>
                    <a:lnTo>
                      <a:pt x="1936742" y="560235"/>
                    </a:lnTo>
                    <a:lnTo>
                      <a:pt x="1937768" y="572528"/>
                    </a:lnTo>
                    <a:lnTo>
                      <a:pt x="1955206" y="588933"/>
                    </a:lnTo>
                    <a:lnTo>
                      <a:pt x="1971610" y="604304"/>
                    </a:lnTo>
                    <a:lnTo>
                      <a:pt x="1980839" y="643249"/>
                    </a:lnTo>
                    <a:lnTo>
                      <a:pt x="1974682" y="679123"/>
                    </a:lnTo>
                    <a:lnTo>
                      <a:pt x="1961349" y="690397"/>
                    </a:lnTo>
                    <a:lnTo>
                      <a:pt x="1957251" y="697573"/>
                    </a:lnTo>
                    <a:lnTo>
                      <a:pt x="1945970" y="708847"/>
                    </a:lnTo>
                    <a:lnTo>
                      <a:pt x="1934690" y="713971"/>
                    </a:lnTo>
                    <a:lnTo>
                      <a:pt x="1932637" y="722173"/>
                    </a:lnTo>
                    <a:lnTo>
                      <a:pt x="1919305" y="723192"/>
                    </a:lnTo>
                    <a:lnTo>
                      <a:pt x="1915207" y="731395"/>
                    </a:lnTo>
                    <a:lnTo>
                      <a:pt x="1925461" y="743695"/>
                    </a:lnTo>
                    <a:lnTo>
                      <a:pt x="1928533" y="763171"/>
                    </a:lnTo>
                    <a:lnTo>
                      <a:pt x="1928533" y="787764"/>
                    </a:lnTo>
                    <a:lnTo>
                      <a:pt x="1933664" y="800064"/>
                    </a:lnTo>
                    <a:lnTo>
                      <a:pt x="1939814" y="809292"/>
                    </a:lnTo>
                    <a:lnTo>
                      <a:pt x="1939300" y="819027"/>
                    </a:lnTo>
                    <a:lnTo>
                      <a:pt x="1930072" y="832866"/>
                    </a:lnTo>
                    <a:lnTo>
                      <a:pt x="1926994" y="845159"/>
                    </a:lnTo>
                    <a:lnTo>
                      <a:pt x="1917765" y="835937"/>
                    </a:lnTo>
                    <a:lnTo>
                      <a:pt x="1911615" y="849777"/>
                    </a:lnTo>
                    <a:lnTo>
                      <a:pt x="1905465" y="846698"/>
                    </a:lnTo>
                    <a:lnTo>
                      <a:pt x="1894691" y="848237"/>
                    </a:lnTo>
                    <a:lnTo>
                      <a:pt x="1896230" y="839009"/>
                    </a:lnTo>
                    <a:lnTo>
                      <a:pt x="1883923" y="820566"/>
                    </a:lnTo>
                    <a:lnTo>
                      <a:pt x="1873163" y="817488"/>
                    </a:lnTo>
                    <a:lnTo>
                      <a:pt x="1873163" y="809805"/>
                    </a:lnTo>
                    <a:lnTo>
                      <a:pt x="1859317" y="797505"/>
                    </a:lnTo>
                    <a:lnTo>
                      <a:pt x="1859317" y="789816"/>
                    </a:lnTo>
                    <a:lnTo>
                      <a:pt x="1863934" y="783666"/>
                    </a:lnTo>
                    <a:lnTo>
                      <a:pt x="1865473" y="754455"/>
                    </a:lnTo>
                    <a:lnTo>
                      <a:pt x="1860856" y="740616"/>
                    </a:lnTo>
                    <a:lnTo>
                      <a:pt x="1862395" y="709866"/>
                    </a:lnTo>
                    <a:lnTo>
                      <a:pt x="1851627" y="702184"/>
                    </a:lnTo>
                    <a:lnTo>
                      <a:pt x="1833171" y="705256"/>
                    </a:lnTo>
                    <a:lnTo>
                      <a:pt x="1814707" y="703723"/>
                    </a:lnTo>
                    <a:lnTo>
                      <a:pt x="1805479" y="697573"/>
                    </a:lnTo>
                    <a:lnTo>
                      <a:pt x="1788561" y="696034"/>
                    </a:lnTo>
                    <a:lnTo>
                      <a:pt x="1776254" y="682195"/>
                    </a:lnTo>
                    <a:lnTo>
                      <a:pt x="1754719" y="679123"/>
                    </a:lnTo>
                    <a:lnTo>
                      <a:pt x="1742412" y="671434"/>
                    </a:lnTo>
                    <a:lnTo>
                      <a:pt x="1739341" y="656063"/>
                    </a:lnTo>
                    <a:lnTo>
                      <a:pt x="1734723" y="654523"/>
                    </a:lnTo>
                    <a:lnTo>
                      <a:pt x="1728573" y="654523"/>
                    </a:lnTo>
                    <a:lnTo>
                      <a:pt x="1716266" y="645295"/>
                    </a:lnTo>
                    <a:lnTo>
                      <a:pt x="1691653" y="629923"/>
                    </a:lnTo>
                    <a:lnTo>
                      <a:pt x="1682424" y="629923"/>
                    </a:lnTo>
                    <a:lnTo>
                      <a:pt x="1676274" y="626852"/>
                    </a:lnTo>
                    <a:lnTo>
                      <a:pt x="1659350" y="626845"/>
                    </a:lnTo>
                    <a:lnTo>
                      <a:pt x="1639354" y="634534"/>
                    </a:lnTo>
                    <a:lnTo>
                      <a:pt x="1637815" y="629923"/>
                    </a:lnTo>
                    <a:lnTo>
                      <a:pt x="1642432" y="613013"/>
                    </a:lnTo>
                    <a:lnTo>
                      <a:pt x="1633204" y="597634"/>
                    </a:lnTo>
                    <a:lnTo>
                      <a:pt x="1627054" y="566891"/>
                    </a:lnTo>
                    <a:lnTo>
                      <a:pt x="1616286" y="563813"/>
                    </a:lnTo>
                    <a:lnTo>
                      <a:pt x="1602440" y="562274"/>
                    </a:lnTo>
                    <a:lnTo>
                      <a:pt x="1588594" y="546902"/>
                    </a:lnTo>
                    <a:lnTo>
                      <a:pt x="1588594" y="523841"/>
                    </a:lnTo>
                    <a:lnTo>
                      <a:pt x="1590133" y="519231"/>
                    </a:lnTo>
                    <a:lnTo>
                      <a:pt x="1591673" y="483870"/>
                    </a:lnTo>
                    <a:lnTo>
                      <a:pt x="1602440" y="466959"/>
                    </a:lnTo>
                    <a:lnTo>
                      <a:pt x="1608590" y="442359"/>
                    </a:lnTo>
                    <a:lnTo>
                      <a:pt x="1617825" y="433131"/>
                    </a:lnTo>
                    <a:lnTo>
                      <a:pt x="1619365" y="420838"/>
                    </a:lnTo>
                    <a:lnTo>
                      <a:pt x="1628593" y="419299"/>
                    </a:lnTo>
                    <a:lnTo>
                      <a:pt x="1634743" y="405459"/>
                    </a:lnTo>
                    <a:lnTo>
                      <a:pt x="1647050" y="399309"/>
                    </a:lnTo>
                    <a:lnTo>
                      <a:pt x="1642439" y="382399"/>
                    </a:lnTo>
                    <a:lnTo>
                      <a:pt x="1648589" y="376249"/>
                    </a:lnTo>
                    <a:lnTo>
                      <a:pt x="1653207" y="380866"/>
                    </a:lnTo>
                    <a:lnTo>
                      <a:pt x="1660896" y="380866"/>
                    </a:lnTo>
                    <a:lnTo>
                      <a:pt x="1679353" y="374716"/>
                    </a:lnTo>
                    <a:lnTo>
                      <a:pt x="1679353" y="365488"/>
                    </a:lnTo>
                    <a:lnTo>
                      <a:pt x="1671663" y="354727"/>
                    </a:lnTo>
                    <a:lnTo>
                      <a:pt x="1659357" y="345506"/>
                    </a:lnTo>
                    <a:lnTo>
                      <a:pt x="1668585" y="342427"/>
                    </a:lnTo>
                    <a:lnTo>
                      <a:pt x="1676274" y="345506"/>
                    </a:lnTo>
                    <a:lnTo>
                      <a:pt x="1690120" y="343966"/>
                    </a:lnTo>
                    <a:lnTo>
                      <a:pt x="1700888" y="328595"/>
                    </a:lnTo>
                    <a:lnTo>
                      <a:pt x="1708577" y="336284"/>
                    </a:lnTo>
                    <a:lnTo>
                      <a:pt x="1723962" y="334745"/>
                    </a:lnTo>
                    <a:lnTo>
                      <a:pt x="1734730" y="319367"/>
                    </a:lnTo>
                    <a:lnTo>
                      <a:pt x="1747037" y="307073"/>
                    </a:lnTo>
                    <a:lnTo>
                      <a:pt x="1748569" y="297845"/>
                    </a:lnTo>
                    <a:lnTo>
                      <a:pt x="1753187" y="280934"/>
                    </a:lnTo>
                    <a:lnTo>
                      <a:pt x="1748569" y="271713"/>
                    </a:lnTo>
                    <a:lnTo>
                      <a:pt x="1742419" y="267095"/>
                    </a:lnTo>
                    <a:lnTo>
                      <a:pt x="1720884" y="265563"/>
                    </a:lnTo>
                    <a:lnTo>
                      <a:pt x="1699349" y="245574"/>
                    </a:lnTo>
                    <a:lnTo>
                      <a:pt x="1690120" y="239424"/>
                    </a:lnTo>
                    <a:lnTo>
                      <a:pt x="1696277" y="234813"/>
                    </a:lnTo>
                    <a:lnTo>
                      <a:pt x="1714734" y="240963"/>
                    </a:lnTo>
                    <a:lnTo>
                      <a:pt x="1731651" y="256334"/>
                    </a:lnTo>
                    <a:lnTo>
                      <a:pt x="1751647" y="259413"/>
                    </a:lnTo>
                    <a:lnTo>
                      <a:pt x="1763954" y="245574"/>
                    </a:lnTo>
                    <a:lnTo>
                      <a:pt x="1782418" y="231741"/>
                    </a:lnTo>
                    <a:lnTo>
                      <a:pt x="1783950" y="216363"/>
                    </a:lnTo>
                    <a:lnTo>
                      <a:pt x="1773189" y="214831"/>
                    </a:lnTo>
                    <a:lnTo>
                      <a:pt x="1767033" y="208681"/>
                    </a:lnTo>
                    <a:lnTo>
                      <a:pt x="1768572" y="200991"/>
                    </a:lnTo>
                    <a:lnTo>
                      <a:pt x="1785489" y="199452"/>
                    </a:lnTo>
                    <a:lnTo>
                      <a:pt x="1791646" y="210213"/>
                    </a:lnTo>
                    <a:lnTo>
                      <a:pt x="1800875" y="214831"/>
                    </a:lnTo>
                    <a:lnTo>
                      <a:pt x="1810103" y="216363"/>
                    </a:lnTo>
                    <a:lnTo>
                      <a:pt x="1823949" y="210213"/>
                    </a:lnTo>
                    <a:lnTo>
                      <a:pt x="1822410" y="202531"/>
                    </a:lnTo>
                    <a:lnTo>
                      <a:pt x="1808564" y="192303"/>
                    </a:lnTo>
                    <a:lnTo>
                      <a:pt x="1803953" y="188616"/>
                    </a:lnTo>
                    <a:lnTo>
                      <a:pt x="1810103" y="184922"/>
                    </a:lnTo>
                    <a:lnTo>
                      <a:pt x="1819331" y="186769"/>
                    </a:lnTo>
                    <a:lnTo>
                      <a:pt x="1825488" y="191380"/>
                    </a:lnTo>
                    <a:lnTo>
                      <a:pt x="1833177" y="200991"/>
                    </a:lnTo>
                    <a:lnTo>
                      <a:pt x="1845484" y="202531"/>
                    </a:lnTo>
                    <a:lnTo>
                      <a:pt x="1854713" y="196381"/>
                    </a:lnTo>
                    <a:lnTo>
                      <a:pt x="1871630" y="189540"/>
                    </a:lnTo>
                    <a:lnTo>
                      <a:pt x="1873169" y="182158"/>
                    </a:lnTo>
                    <a:lnTo>
                      <a:pt x="1885476" y="166479"/>
                    </a:lnTo>
                    <a:lnTo>
                      <a:pt x="1873169" y="152640"/>
                    </a:lnTo>
                    <a:lnTo>
                      <a:pt x="1863941" y="148953"/>
                    </a:lnTo>
                    <a:lnTo>
                      <a:pt x="1857791" y="137884"/>
                    </a:lnTo>
                    <a:lnTo>
                      <a:pt x="1863941" y="136037"/>
                    </a:lnTo>
                    <a:lnTo>
                      <a:pt x="1876248" y="135113"/>
                    </a:lnTo>
                    <a:lnTo>
                      <a:pt x="1879326" y="125892"/>
                    </a:lnTo>
                    <a:lnTo>
                      <a:pt x="1870098" y="119434"/>
                    </a:lnTo>
                    <a:lnTo>
                      <a:pt x="1877787" y="111129"/>
                    </a:lnTo>
                    <a:lnTo>
                      <a:pt x="1876248" y="103748"/>
                    </a:lnTo>
                    <a:lnTo>
                      <a:pt x="1865480" y="103748"/>
                    </a:lnTo>
                    <a:lnTo>
                      <a:pt x="1857791" y="100061"/>
                    </a:lnTo>
                    <a:lnTo>
                      <a:pt x="1854713" y="94526"/>
                    </a:lnTo>
                    <a:lnTo>
                      <a:pt x="1860863" y="91756"/>
                    </a:lnTo>
                    <a:lnTo>
                      <a:pt x="1854713" y="88068"/>
                    </a:lnTo>
                    <a:lnTo>
                      <a:pt x="1834717" y="88068"/>
                    </a:lnTo>
                    <a:lnTo>
                      <a:pt x="1823949" y="86221"/>
                    </a:lnTo>
                    <a:lnTo>
                      <a:pt x="1814721" y="81611"/>
                    </a:lnTo>
                    <a:lnTo>
                      <a:pt x="1799335" y="83458"/>
                    </a:lnTo>
                    <a:lnTo>
                      <a:pt x="1796264" y="86221"/>
                    </a:lnTo>
                    <a:lnTo>
                      <a:pt x="1794725" y="108365"/>
                    </a:lnTo>
                    <a:lnTo>
                      <a:pt x="1800875" y="111129"/>
                    </a:lnTo>
                    <a:lnTo>
                      <a:pt x="1799335" y="116663"/>
                    </a:lnTo>
                    <a:lnTo>
                      <a:pt x="1788568" y="123121"/>
                    </a:lnTo>
                    <a:lnTo>
                      <a:pt x="1787029" y="133266"/>
                    </a:lnTo>
                    <a:lnTo>
                      <a:pt x="1780879" y="147106"/>
                    </a:lnTo>
                    <a:lnTo>
                      <a:pt x="1771650" y="159098"/>
                    </a:lnTo>
                    <a:lnTo>
                      <a:pt x="1767033" y="166479"/>
                    </a:lnTo>
                    <a:lnTo>
                      <a:pt x="1756265" y="169243"/>
                    </a:lnTo>
                    <a:lnTo>
                      <a:pt x="1754733" y="177548"/>
                    </a:lnTo>
                    <a:lnTo>
                      <a:pt x="1750115" y="177548"/>
                    </a:lnTo>
                    <a:lnTo>
                      <a:pt x="1730119" y="160021"/>
                    </a:lnTo>
                    <a:lnTo>
                      <a:pt x="1731658" y="139724"/>
                    </a:lnTo>
                    <a:lnTo>
                      <a:pt x="1743965" y="138801"/>
                    </a:lnTo>
                    <a:lnTo>
                      <a:pt x="1742426" y="131419"/>
                    </a:lnTo>
                    <a:lnTo>
                      <a:pt x="1736269" y="123121"/>
                    </a:lnTo>
                    <a:lnTo>
                      <a:pt x="1716273" y="112053"/>
                    </a:lnTo>
                    <a:lnTo>
                      <a:pt x="1711662" y="107442"/>
                    </a:lnTo>
                    <a:lnTo>
                      <a:pt x="1699355" y="113893"/>
                    </a:lnTo>
                    <a:lnTo>
                      <a:pt x="1699355" y="123121"/>
                    </a:lnTo>
                    <a:lnTo>
                      <a:pt x="1696277" y="135113"/>
                    </a:lnTo>
                    <a:lnTo>
                      <a:pt x="1688588" y="137877"/>
                    </a:lnTo>
                    <a:lnTo>
                      <a:pt x="1682431" y="134190"/>
                    </a:lnTo>
                    <a:lnTo>
                      <a:pt x="1682431" y="115740"/>
                    </a:lnTo>
                    <a:lnTo>
                      <a:pt x="1667053" y="105595"/>
                    </a:lnTo>
                    <a:lnTo>
                      <a:pt x="1670131" y="101901"/>
                    </a:lnTo>
                    <a:lnTo>
                      <a:pt x="1682431" y="101901"/>
                    </a:lnTo>
                    <a:lnTo>
                      <a:pt x="1680899" y="98214"/>
                    </a:lnTo>
                    <a:lnTo>
                      <a:pt x="1668592" y="89909"/>
                    </a:lnTo>
                    <a:lnTo>
                      <a:pt x="1653207" y="93603"/>
                    </a:lnTo>
                    <a:lnTo>
                      <a:pt x="1636289" y="85298"/>
                    </a:lnTo>
                    <a:lnTo>
                      <a:pt x="1642439" y="77000"/>
                    </a:lnTo>
                    <a:lnTo>
                      <a:pt x="1640907" y="72382"/>
                    </a:lnTo>
                    <a:lnTo>
                      <a:pt x="1645518" y="71466"/>
                    </a:lnTo>
                    <a:lnTo>
                      <a:pt x="1657824" y="72382"/>
                    </a:lnTo>
                    <a:lnTo>
                      <a:pt x="1657824" y="64084"/>
                    </a:lnTo>
                    <a:lnTo>
                      <a:pt x="1631671" y="44711"/>
                    </a:lnTo>
                    <a:lnTo>
                      <a:pt x="1630139" y="25337"/>
                    </a:lnTo>
                    <a:lnTo>
                      <a:pt x="1625521" y="21650"/>
                    </a:lnTo>
                    <a:lnTo>
                      <a:pt x="1622450" y="11505"/>
                    </a:lnTo>
                    <a:lnTo>
                      <a:pt x="1613215" y="8734"/>
                    </a:lnTo>
                    <a:lnTo>
                      <a:pt x="1602447" y="7811"/>
                    </a:lnTo>
                    <a:lnTo>
                      <a:pt x="1596297" y="2277"/>
                    </a:lnTo>
                    <a:lnTo>
                      <a:pt x="1587069" y="1353"/>
                    </a:lnTo>
                    <a:lnTo>
                      <a:pt x="1582451" y="7811"/>
                    </a:lnTo>
                    <a:lnTo>
                      <a:pt x="1574762" y="7811"/>
                    </a:lnTo>
                    <a:lnTo>
                      <a:pt x="1568612" y="14269"/>
                    </a:lnTo>
                    <a:lnTo>
                      <a:pt x="1576301" y="18880"/>
                    </a:lnTo>
                    <a:lnTo>
                      <a:pt x="1568612" y="23497"/>
                    </a:lnTo>
                    <a:lnTo>
                      <a:pt x="1562455" y="22574"/>
                    </a:lnTo>
                    <a:lnTo>
                      <a:pt x="1557844" y="24421"/>
                    </a:lnTo>
                    <a:lnTo>
                      <a:pt x="1550148" y="46558"/>
                    </a:lnTo>
                    <a:lnTo>
                      <a:pt x="1557844" y="52092"/>
                    </a:lnTo>
                    <a:lnTo>
                      <a:pt x="1563994" y="52092"/>
                    </a:lnTo>
                    <a:lnTo>
                      <a:pt x="1563994" y="56703"/>
                    </a:lnTo>
                    <a:lnTo>
                      <a:pt x="1554766" y="55779"/>
                    </a:lnTo>
                    <a:lnTo>
                      <a:pt x="1550148" y="71459"/>
                    </a:lnTo>
                    <a:lnTo>
                      <a:pt x="1559377" y="78840"/>
                    </a:lnTo>
                    <a:lnTo>
                      <a:pt x="1571684" y="85298"/>
                    </a:lnTo>
                    <a:lnTo>
                      <a:pt x="1582451" y="86221"/>
                    </a:lnTo>
                    <a:lnTo>
                      <a:pt x="1590140" y="87145"/>
                    </a:lnTo>
                    <a:lnTo>
                      <a:pt x="1591679" y="93603"/>
                    </a:lnTo>
                    <a:lnTo>
                      <a:pt x="1603986" y="95443"/>
                    </a:lnTo>
                    <a:lnTo>
                      <a:pt x="1613215" y="92679"/>
                    </a:lnTo>
                    <a:lnTo>
                      <a:pt x="1614754" y="98214"/>
                    </a:lnTo>
                    <a:lnTo>
                      <a:pt x="1599369" y="103748"/>
                    </a:lnTo>
                    <a:lnTo>
                      <a:pt x="1591679" y="119427"/>
                    </a:lnTo>
                    <a:lnTo>
                      <a:pt x="1599369" y="123121"/>
                    </a:lnTo>
                    <a:lnTo>
                      <a:pt x="1607058" y="119427"/>
                    </a:lnTo>
                    <a:lnTo>
                      <a:pt x="1611675" y="115740"/>
                    </a:lnTo>
                    <a:lnTo>
                      <a:pt x="1616293" y="122198"/>
                    </a:lnTo>
                    <a:lnTo>
                      <a:pt x="1613215" y="131419"/>
                    </a:lnTo>
                    <a:lnTo>
                      <a:pt x="1594758" y="144335"/>
                    </a:lnTo>
                    <a:lnTo>
                      <a:pt x="1583990" y="144335"/>
                    </a:lnTo>
                    <a:lnTo>
                      <a:pt x="1571684" y="149869"/>
                    </a:lnTo>
                    <a:lnTo>
                      <a:pt x="1570144" y="155404"/>
                    </a:lnTo>
                    <a:lnTo>
                      <a:pt x="1582451" y="166472"/>
                    </a:lnTo>
                    <a:lnTo>
                      <a:pt x="1577834" y="172930"/>
                    </a:lnTo>
                    <a:lnTo>
                      <a:pt x="1559377" y="169243"/>
                    </a:lnTo>
                    <a:lnTo>
                      <a:pt x="1556298" y="157251"/>
                    </a:lnTo>
                    <a:lnTo>
                      <a:pt x="1562455" y="152640"/>
                    </a:lnTo>
                    <a:lnTo>
                      <a:pt x="1562455" y="144335"/>
                    </a:lnTo>
                    <a:lnTo>
                      <a:pt x="1553227" y="142488"/>
                    </a:lnTo>
                    <a:lnTo>
                      <a:pt x="1537842" y="136030"/>
                    </a:lnTo>
                    <a:lnTo>
                      <a:pt x="1527074" y="132343"/>
                    </a:lnTo>
                    <a:lnTo>
                      <a:pt x="1520924" y="135113"/>
                    </a:lnTo>
                    <a:lnTo>
                      <a:pt x="1507078" y="136030"/>
                    </a:lnTo>
                    <a:lnTo>
                      <a:pt x="1500921" y="158174"/>
                    </a:lnTo>
                    <a:lnTo>
                      <a:pt x="1490160" y="157251"/>
                    </a:lnTo>
                    <a:lnTo>
                      <a:pt x="1477854" y="153557"/>
                    </a:lnTo>
                    <a:lnTo>
                      <a:pt x="1453240" y="158167"/>
                    </a:lnTo>
                    <a:lnTo>
                      <a:pt x="1442472" y="155404"/>
                    </a:lnTo>
                    <a:lnTo>
                      <a:pt x="1433757" y="159091"/>
                    </a:lnTo>
                    <a:lnTo>
                      <a:pt x="1413248" y="155404"/>
                    </a:lnTo>
                    <a:lnTo>
                      <a:pt x="1405559" y="147099"/>
                    </a:lnTo>
                    <a:lnTo>
                      <a:pt x="1385556" y="147099"/>
                    </a:lnTo>
                    <a:lnTo>
                      <a:pt x="1376328" y="146182"/>
                    </a:lnTo>
                    <a:lnTo>
                      <a:pt x="1359410" y="135107"/>
                    </a:lnTo>
                    <a:lnTo>
                      <a:pt x="1357871" y="131419"/>
                    </a:lnTo>
                    <a:lnTo>
                      <a:pt x="1353260" y="130496"/>
                    </a:lnTo>
                    <a:lnTo>
                      <a:pt x="1345564" y="132343"/>
                    </a:lnTo>
                    <a:lnTo>
                      <a:pt x="1344032" y="136954"/>
                    </a:lnTo>
                    <a:lnTo>
                      <a:pt x="1327107" y="148022"/>
                    </a:lnTo>
                    <a:lnTo>
                      <a:pt x="1307111" y="148946"/>
                    </a:lnTo>
                    <a:lnTo>
                      <a:pt x="1304033" y="160014"/>
                    </a:lnTo>
                    <a:lnTo>
                      <a:pt x="1311722" y="173853"/>
                    </a:lnTo>
                    <a:lnTo>
                      <a:pt x="1320950" y="180311"/>
                    </a:lnTo>
                    <a:lnTo>
                      <a:pt x="1313261" y="185846"/>
                    </a:lnTo>
                    <a:lnTo>
                      <a:pt x="1313261" y="196374"/>
                    </a:lnTo>
                    <a:lnTo>
                      <a:pt x="1299422" y="189533"/>
                    </a:lnTo>
                    <a:lnTo>
                      <a:pt x="1293265" y="183075"/>
                    </a:lnTo>
                    <a:lnTo>
                      <a:pt x="1300961" y="175694"/>
                    </a:lnTo>
                    <a:lnTo>
                      <a:pt x="1288654" y="166472"/>
                    </a:lnTo>
                    <a:lnTo>
                      <a:pt x="1284037" y="165549"/>
                    </a:lnTo>
                    <a:lnTo>
                      <a:pt x="1274808" y="158167"/>
                    </a:lnTo>
                    <a:lnTo>
                      <a:pt x="1264041" y="154480"/>
                    </a:lnTo>
                    <a:lnTo>
                      <a:pt x="1256352" y="151709"/>
                    </a:lnTo>
                    <a:lnTo>
                      <a:pt x="1227127" y="160014"/>
                    </a:lnTo>
                    <a:lnTo>
                      <a:pt x="1210203" y="160938"/>
                    </a:lnTo>
                    <a:lnTo>
                      <a:pt x="1174822" y="160014"/>
                    </a:lnTo>
                    <a:lnTo>
                      <a:pt x="1164061" y="157244"/>
                    </a:lnTo>
                    <a:lnTo>
                      <a:pt x="1142519" y="156320"/>
                    </a:lnTo>
                    <a:lnTo>
                      <a:pt x="1139447" y="150786"/>
                    </a:lnTo>
                    <a:lnTo>
                      <a:pt x="1144065" y="146175"/>
                    </a:lnTo>
                    <a:lnTo>
                      <a:pt x="1153293" y="143411"/>
                    </a:lnTo>
                    <a:lnTo>
                      <a:pt x="1156365" y="139717"/>
                    </a:lnTo>
                    <a:lnTo>
                      <a:pt x="1173289" y="136030"/>
                    </a:lnTo>
                    <a:lnTo>
                      <a:pt x="1140986" y="113893"/>
                    </a:lnTo>
                    <a:lnTo>
                      <a:pt x="1127140" y="114816"/>
                    </a:lnTo>
                    <a:lnTo>
                      <a:pt x="1124062" y="117580"/>
                    </a:lnTo>
                    <a:lnTo>
                      <a:pt x="1111762" y="117580"/>
                    </a:lnTo>
                    <a:lnTo>
                      <a:pt x="1097916" y="114810"/>
                    </a:lnTo>
                    <a:lnTo>
                      <a:pt x="1087148" y="114810"/>
                    </a:lnTo>
                    <a:lnTo>
                      <a:pt x="1067152" y="105588"/>
                    </a:lnTo>
                    <a:lnTo>
                      <a:pt x="1045617" y="100977"/>
                    </a:lnTo>
                    <a:lnTo>
                      <a:pt x="1036389" y="100977"/>
                    </a:lnTo>
                    <a:lnTo>
                      <a:pt x="1001008" y="82527"/>
                    </a:lnTo>
                    <a:lnTo>
                      <a:pt x="977940" y="84368"/>
                    </a:lnTo>
                    <a:lnTo>
                      <a:pt x="977940" y="93596"/>
                    </a:lnTo>
                    <a:lnTo>
                      <a:pt x="964094" y="102818"/>
                    </a:lnTo>
                    <a:lnTo>
                      <a:pt x="947176" y="101894"/>
                    </a:lnTo>
                    <a:lnTo>
                      <a:pt x="945637" y="99130"/>
                    </a:lnTo>
                    <a:lnTo>
                      <a:pt x="953327" y="91749"/>
                    </a:lnTo>
                    <a:lnTo>
                      <a:pt x="941020" y="87138"/>
                    </a:lnTo>
                    <a:lnTo>
                      <a:pt x="944098" y="82527"/>
                    </a:lnTo>
                    <a:lnTo>
                      <a:pt x="948709" y="80680"/>
                    </a:lnTo>
                    <a:lnTo>
                      <a:pt x="945637" y="72375"/>
                    </a:lnTo>
                    <a:lnTo>
                      <a:pt x="928713" y="76993"/>
                    </a:lnTo>
                    <a:lnTo>
                      <a:pt x="930252" y="91749"/>
                    </a:lnTo>
                    <a:lnTo>
                      <a:pt x="925635" y="91749"/>
                    </a:lnTo>
                    <a:lnTo>
                      <a:pt x="924102" y="102818"/>
                    </a:lnTo>
                    <a:lnTo>
                      <a:pt x="910256" y="100054"/>
                    </a:lnTo>
                    <a:lnTo>
                      <a:pt x="893339" y="87138"/>
                    </a:lnTo>
                    <a:lnTo>
                      <a:pt x="893339" y="74222"/>
                    </a:lnTo>
                    <a:lnTo>
                      <a:pt x="865646" y="55772"/>
                    </a:lnTo>
                    <a:lnTo>
                      <a:pt x="865646" y="63154"/>
                    </a:lnTo>
                    <a:lnTo>
                      <a:pt x="871803" y="67765"/>
                    </a:lnTo>
                    <a:lnTo>
                      <a:pt x="870264" y="70535"/>
                    </a:lnTo>
                    <a:lnTo>
                      <a:pt x="862575" y="70535"/>
                    </a:lnTo>
                    <a:lnTo>
                      <a:pt x="862575" y="78833"/>
                    </a:lnTo>
                    <a:lnTo>
                      <a:pt x="847190" y="86215"/>
                    </a:lnTo>
                    <a:lnTo>
                      <a:pt x="848729" y="80680"/>
                    </a:lnTo>
                    <a:lnTo>
                      <a:pt x="837961" y="83444"/>
                    </a:lnTo>
                    <a:lnTo>
                      <a:pt x="816426" y="89902"/>
                    </a:lnTo>
                    <a:lnTo>
                      <a:pt x="802580" y="100970"/>
                    </a:lnTo>
                    <a:lnTo>
                      <a:pt x="797969" y="99130"/>
                    </a:lnTo>
                    <a:lnTo>
                      <a:pt x="773356" y="112046"/>
                    </a:lnTo>
                    <a:lnTo>
                      <a:pt x="767199" y="120344"/>
                    </a:lnTo>
                    <a:lnTo>
                      <a:pt x="753360" y="123114"/>
                    </a:lnTo>
                    <a:lnTo>
                      <a:pt x="751820" y="115733"/>
                    </a:lnTo>
                    <a:lnTo>
                      <a:pt x="759510" y="112046"/>
                    </a:lnTo>
                    <a:lnTo>
                      <a:pt x="757971" y="109275"/>
                    </a:lnTo>
                    <a:lnTo>
                      <a:pt x="771817" y="105588"/>
                    </a:lnTo>
                    <a:lnTo>
                      <a:pt x="773356" y="99130"/>
                    </a:lnTo>
                    <a:lnTo>
                      <a:pt x="791813" y="91749"/>
                    </a:lnTo>
                    <a:lnTo>
                      <a:pt x="802580" y="91749"/>
                    </a:lnTo>
                    <a:lnTo>
                      <a:pt x="831805" y="78833"/>
                    </a:lnTo>
                    <a:lnTo>
                      <a:pt x="831805" y="73299"/>
                    </a:lnTo>
                    <a:lnTo>
                      <a:pt x="821044" y="75146"/>
                    </a:lnTo>
                    <a:lnTo>
                      <a:pt x="816426" y="73299"/>
                    </a:lnTo>
                    <a:lnTo>
                      <a:pt x="804119" y="80680"/>
                    </a:lnTo>
                    <a:lnTo>
                      <a:pt x="796430" y="80680"/>
                    </a:lnTo>
                    <a:lnTo>
                      <a:pt x="784123" y="88062"/>
                    </a:lnTo>
                    <a:lnTo>
                      <a:pt x="773356" y="88062"/>
                    </a:lnTo>
                    <a:lnTo>
                      <a:pt x="756431" y="95436"/>
                    </a:lnTo>
                    <a:lnTo>
                      <a:pt x="754899" y="100047"/>
                    </a:lnTo>
                    <a:lnTo>
                      <a:pt x="739514" y="100047"/>
                    </a:lnTo>
                    <a:lnTo>
                      <a:pt x="742592" y="95436"/>
                    </a:lnTo>
                    <a:lnTo>
                      <a:pt x="727207" y="92672"/>
                    </a:lnTo>
                    <a:lnTo>
                      <a:pt x="714900" y="103741"/>
                    </a:lnTo>
                    <a:lnTo>
                      <a:pt x="707211" y="103741"/>
                    </a:lnTo>
                    <a:lnTo>
                      <a:pt x="696443" y="110199"/>
                    </a:lnTo>
                    <a:lnTo>
                      <a:pt x="699522" y="116657"/>
                    </a:lnTo>
                    <a:lnTo>
                      <a:pt x="714900" y="121267"/>
                    </a:lnTo>
                    <a:lnTo>
                      <a:pt x="714900" y="125878"/>
                    </a:lnTo>
                    <a:lnTo>
                      <a:pt x="708750" y="126802"/>
                    </a:lnTo>
                    <a:lnTo>
                      <a:pt x="688754" y="124031"/>
                    </a:lnTo>
                    <a:lnTo>
                      <a:pt x="674908" y="117573"/>
                    </a:lnTo>
                    <a:lnTo>
                      <a:pt x="657991" y="115733"/>
                    </a:lnTo>
                    <a:lnTo>
                      <a:pt x="639534" y="107428"/>
                    </a:lnTo>
                    <a:lnTo>
                      <a:pt x="622609" y="96360"/>
                    </a:lnTo>
                    <a:lnTo>
                      <a:pt x="598003" y="96360"/>
                    </a:lnTo>
                    <a:lnTo>
                      <a:pt x="591846" y="94513"/>
                    </a:lnTo>
                    <a:lnTo>
                      <a:pt x="585860" y="94513"/>
                    </a:lnTo>
                    <a:lnTo>
                      <a:pt x="561082" y="85291"/>
                    </a:lnTo>
                    <a:lnTo>
                      <a:pt x="551854" y="82520"/>
                    </a:lnTo>
                    <a:lnTo>
                      <a:pt x="547243" y="78833"/>
                    </a:lnTo>
                    <a:lnTo>
                      <a:pt x="527240" y="77910"/>
                    </a:lnTo>
                    <a:lnTo>
                      <a:pt x="499555" y="82520"/>
                    </a:lnTo>
                    <a:lnTo>
                      <a:pt x="474941" y="74216"/>
                    </a:lnTo>
                    <a:lnTo>
                      <a:pt x="459563" y="73299"/>
                    </a:lnTo>
                    <a:lnTo>
                      <a:pt x="453406" y="75139"/>
                    </a:lnTo>
                    <a:lnTo>
                      <a:pt x="427260" y="70528"/>
                    </a:lnTo>
                    <a:lnTo>
                      <a:pt x="411875" y="62230"/>
                    </a:lnTo>
                    <a:lnTo>
                      <a:pt x="391879" y="61307"/>
                    </a:lnTo>
                    <a:lnTo>
                      <a:pt x="368812" y="64071"/>
                    </a:lnTo>
                    <a:lnTo>
                      <a:pt x="353426" y="66841"/>
                    </a:lnTo>
                    <a:lnTo>
                      <a:pt x="342659" y="64071"/>
                    </a:lnTo>
                    <a:lnTo>
                      <a:pt x="351887" y="58536"/>
                    </a:lnTo>
                    <a:lnTo>
                      <a:pt x="330352" y="53926"/>
                    </a:lnTo>
                    <a:lnTo>
                      <a:pt x="336509" y="46544"/>
                    </a:lnTo>
                    <a:lnTo>
                      <a:pt x="316513" y="46544"/>
                    </a:lnTo>
                    <a:lnTo>
                      <a:pt x="301128" y="51155"/>
                    </a:lnTo>
                    <a:lnTo>
                      <a:pt x="284210" y="41933"/>
                    </a:lnTo>
                    <a:lnTo>
                      <a:pt x="273435" y="42857"/>
                    </a:lnTo>
                    <a:lnTo>
                      <a:pt x="270364" y="49308"/>
                    </a:lnTo>
                    <a:lnTo>
                      <a:pt x="262675" y="49308"/>
                    </a:lnTo>
                    <a:lnTo>
                      <a:pt x="251907" y="43780"/>
                    </a:lnTo>
                    <a:lnTo>
                      <a:pt x="267286" y="36399"/>
                    </a:lnTo>
                    <a:lnTo>
                      <a:pt x="258057" y="35476"/>
                    </a:lnTo>
                    <a:lnTo>
                      <a:pt x="245750" y="30865"/>
                    </a:lnTo>
                    <a:lnTo>
                      <a:pt x="218065" y="48384"/>
                    </a:lnTo>
                    <a:lnTo>
                      <a:pt x="194991" y="49308"/>
                    </a:lnTo>
                    <a:lnTo>
                      <a:pt x="190380" y="47468"/>
                    </a:lnTo>
                    <a:lnTo>
                      <a:pt x="168838" y="58536"/>
                    </a:lnTo>
                    <a:lnTo>
                      <a:pt x="147303" y="69605"/>
                    </a:lnTo>
                    <a:lnTo>
                      <a:pt x="139613" y="69605"/>
                    </a:lnTo>
                    <a:lnTo>
                      <a:pt x="118078" y="76986"/>
                    </a:lnTo>
                    <a:lnTo>
                      <a:pt x="107311" y="88978"/>
                    </a:lnTo>
                    <a:lnTo>
                      <a:pt x="99622" y="112956"/>
                    </a:lnTo>
                    <a:lnTo>
                      <a:pt x="79626" y="124024"/>
                    </a:lnTo>
                    <a:lnTo>
                      <a:pt x="35016" y="124948"/>
                    </a:lnTo>
                    <a:lnTo>
                      <a:pt x="33477" y="138787"/>
                    </a:lnTo>
                    <a:lnTo>
                      <a:pt x="24248" y="140627"/>
                    </a:lnTo>
                    <a:lnTo>
                      <a:pt x="35016" y="146168"/>
                    </a:lnTo>
                    <a:lnTo>
                      <a:pt x="45784" y="149856"/>
                    </a:lnTo>
                    <a:lnTo>
                      <a:pt x="65779" y="158160"/>
                    </a:lnTo>
                    <a:lnTo>
                      <a:pt x="85775" y="171993"/>
                    </a:lnTo>
                    <a:lnTo>
                      <a:pt x="87315" y="184908"/>
                    </a:lnTo>
                    <a:lnTo>
                      <a:pt x="96543" y="186755"/>
                    </a:lnTo>
                    <a:lnTo>
                      <a:pt x="105772" y="187679"/>
                    </a:lnTo>
                    <a:lnTo>
                      <a:pt x="125768" y="187679"/>
                    </a:lnTo>
                    <a:lnTo>
                      <a:pt x="131924" y="186755"/>
                    </a:lnTo>
                    <a:lnTo>
                      <a:pt x="139613" y="189519"/>
                    </a:lnTo>
                    <a:lnTo>
                      <a:pt x="136535" y="194137"/>
                    </a:lnTo>
                    <a:lnTo>
                      <a:pt x="130385" y="200964"/>
                    </a:lnTo>
                    <a:lnTo>
                      <a:pt x="144224" y="210192"/>
                    </a:lnTo>
                    <a:lnTo>
                      <a:pt x="156531" y="204042"/>
                    </a:lnTo>
                    <a:lnTo>
                      <a:pt x="174988" y="202503"/>
                    </a:lnTo>
                    <a:lnTo>
                      <a:pt x="181145" y="210192"/>
                    </a:lnTo>
                    <a:lnTo>
                      <a:pt x="174988" y="214803"/>
                    </a:lnTo>
                    <a:lnTo>
                      <a:pt x="153453" y="217875"/>
                    </a:lnTo>
                    <a:lnTo>
                      <a:pt x="148842" y="231714"/>
                    </a:lnTo>
                    <a:lnTo>
                      <a:pt x="139613" y="231714"/>
                    </a:lnTo>
                    <a:lnTo>
                      <a:pt x="130385" y="239403"/>
                    </a:lnTo>
                    <a:lnTo>
                      <a:pt x="105772" y="231714"/>
                    </a:lnTo>
                    <a:lnTo>
                      <a:pt x="84236" y="234785"/>
                    </a:lnTo>
                    <a:lnTo>
                      <a:pt x="85775" y="225564"/>
                    </a:lnTo>
                    <a:lnTo>
                      <a:pt x="87315" y="214803"/>
                    </a:lnTo>
                    <a:lnTo>
                      <a:pt x="67319" y="216342"/>
                    </a:lnTo>
                    <a:lnTo>
                      <a:pt x="48855" y="220953"/>
                    </a:lnTo>
                    <a:lnTo>
                      <a:pt x="42705" y="230175"/>
                    </a:lnTo>
                    <a:lnTo>
                      <a:pt x="27320" y="231714"/>
                    </a:lnTo>
                    <a:lnTo>
                      <a:pt x="22709" y="244007"/>
                    </a:lnTo>
                    <a:lnTo>
                      <a:pt x="15013" y="247085"/>
                    </a:lnTo>
                    <a:lnTo>
                      <a:pt x="1174" y="260925"/>
                    </a:lnTo>
                    <a:lnTo>
                      <a:pt x="13474" y="271685"/>
                    </a:lnTo>
                    <a:lnTo>
                      <a:pt x="21170" y="271685"/>
                    </a:lnTo>
                    <a:lnTo>
                      <a:pt x="35016" y="273225"/>
                    </a:lnTo>
                    <a:lnTo>
                      <a:pt x="41166" y="279375"/>
                    </a:lnTo>
                    <a:lnTo>
                      <a:pt x="35009" y="282446"/>
                    </a:lnTo>
                    <a:lnTo>
                      <a:pt x="21170" y="282446"/>
                    </a:lnTo>
                    <a:lnTo>
                      <a:pt x="41166" y="311657"/>
                    </a:lnTo>
                    <a:lnTo>
                      <a:pt x="62701" y="311657"/>
                    </a:lnTo>
                    <a:lnTo>
                      <a:pt x="78079" y="307046"/>
                    </a:lnTo>
                    <a:lnTo>
                      <a:pt x="90386" y="313196"/>
                    </a:lnTo>
                    <a:lnTo>
                      <a:pt x="110382" y="314735"/>
                    </a:lnTo>
                    <a:lnTo>
                      <a:pt x="118078" y="303975"/>
                    </a:lnTo>
                    <a:lnTo>
                      <a:pt x="130378" y="300896"/>
                    </a:lnTo>
                    <a:lnTo>
                      <a:pt x="138074" y="293207"/>
                    </a:lnTo>
                    <a:lnTo>
                      <a:pt x="156531" y="299357"/>
                    </a:lnTo>
                    <a:lnTo>
                      <a:pt x="156531" y="311657"/>
                    </a:lnTo>
                    <a:lnTo>
                      <a:pt x="144224" y="311657"/>
                    </a:lnTo>
                    <a:lnTo>
                      <a:pt x="142685" y="316268"/>
                    </a:lnTo>
                    <a:lnTo>
                      <a:pt x="156531" y="331646"/>
                    </a:lnTo>
                    <a:lnTo>
                      <a:pt x="158070" y="348557"/>
                    </a:lnTo>
                    <a:lnTo>
                      <a:pt x="138068" y="373157"/>
                    </a:lnTo>
                    <a:lnTo>
                      <a:pt x="125768" y="368539"/>
                    </a:lnTo>
                    <a:lnTo>
                      <a:pt x="111922" y="374689"/>
                    </a:lnTo>
                    <a:lnTo>
                      <a:pt x="91926" y="383917"/>
                    </a:lnTo>
                    <a:lnTo>
                      <a:pt x="82697" y="374689"/>
                    </a:lnTo>
                    <a:lnTo>
                      <a:pt x="67312" y="394678"/>
                    </a:lnTo>
                    <a:lnTo>
                      <a:pt x="64234" y="411589"/>
                    </a:lnTo>
                    <a:lnTo>
                      <a:pt x="56544" y="416200"/>
                    </a:lnTo>
                    <a:lnTo>
                      <a:pt x="45777" y="442339"/>
                    </a:lnTo>
                    <a:lnTo>
                      <a:pt x="41166" y="446950"/>
                    </a:lnTo>
                    <a:lnTo>
                      <a:pt x="44238" y="460782"/>
                    </a:lnTo>
                    <a:lnTo>
                      <a:pt x="53466" y="474621"/>
                    </a:lnTo>
                    <a:lnTo>
                      <a:pt x="59623" y="473082"/>
                    </a:lnTo>
                    <a:lnTo>
                      <a:pt x="64234" y="479232"/>
                    </a:lnTo>
                    <a:lnTo>
                      <a:pt x="59623" y="496143"/>
                    </a:lnTo>
                    <a:lnTo>
                      <a:pt x="50394" y="497682"/>
                    </a:lnTo>
                    <a:lnTo>
                      <a:pt x="84230" y="528432"/>
                    </a:lnTo>
                    <a:lnTo>
                      <a:pt x="99615" y="526892"/>
                    </a:lnTo>
                    <a:lnTo>
                      <a:pt x="116532" y="522282"/>
                    </a:lnTo>
                    <a:lnTo>
                      <a:pt x="117558" y="513053"/>
                    </a:lnTo>
                    <a:lnTo>
                      <a:pt x="123708" y="511008"/>
                    </a:lnTo>
                    <a:lnTo>
                      <a:pt x="123708" y="525353"/>
                    </a:lnTo>
                    <a:lnTo>
                      <a:pt x="127813" y="539705"/>
                    </a:lnTo>
                    <a:lnTo>
                      <a:pt x="131917" y="562253"/>
                    </a:lnTo>
                    <a:lnTo>
                      <a:pt x="127813" y="578651"/>
                    </a:lnTo>
                    <a:lnTo>
                      <a:pt x="140120" y="574553"/>
                    </a:lnTo>
                    <a:lnTo>
                      <a:pt x="162681" y="562253"/>
                    </a:lnTo>
                    <a:lnTo>
                      <a:pt x="170883" y="568403"/>
                    </a:lnTo>
                    <a:lnTo>
                      <a:pt x="179086" y="570455"/>
                    </a:lnTo>
                    <a:lnTo>
                      <a:pt x="187288" y="582755"/>
                    </a:lnTo>
                    <a:lnTo>
                      <a:pt x="193445" y="584801"/>
                    </a:lnTo>
                    <a:lnTo>
                      <a:pt x="199595" y="566351"/>
                    </a:lnTo>
                    <a:lnTo>
                      <a:pt x="209849" y="572508"/>
                    </a:lnTo>
                    <a:lnTo>
                      <a:pt x="215999" y="574553"/>
                    </a:lnTo>
                    <a:lnTo>
                      <a:pt x="226261" y="572508"/>
                    </a:lnTo>
                    <a:lnTo>
                      <a:pt x="236515" y="564305"/>
                    </a:lnTo>
                    <a:lnTo>
                      <a:pt x="238567" y="572508"/>
                    </a:lnTo>
                    <a:lnTo>
                      <a:pt x="226261" y="603251"/>
                    </a:lnTo>
                    <a:lnTo>
                      <a:pt x="226261" y="623753"/>
                    </a:lnTo>
                    <a:lnTo>
                      <a:pt x="209849" y="629903"/>
                    </a:lnTo>
                    <a:lnTo>
                      <a:pt x="195497" y="648346"/>
                    </a:lnTo>
                    <a:lnTo>
                      <a:pt x="174981" y="662698"/>
                    </a:lnTo>
                    <a:lnTo>
                      <a:pt x="165753" y="672946"/>
                    </a:lnTo>
                    <a:lnTo>
                      <a:pt x="162674" y="685246"/>
                    </a:lnTo>
                    <a:lnTo>
                      <a:pt x="156524" y="688324"/>
                    </a:lnTo>
                    <a:lnTo>
                      <a:pt x="147296" y="683707"/>
                    </a:lnTo>
                    <a:lnTo>
                      <a:pt x="133450" y="686785"/>
                    </a:lnTo>
                    <a:lnTo>
                      <a:pt x="116532" y="700617"/>
                    </a:lnTo>
                    <a:lnTo>
                      <a:pt x="107304" y="714457"/>
                    </a:lnTo>
                    <a:lnTo>
                      <a:pt x="96536" y="722912"/>
                    </a:lnTo>
                    <a:lnTo>
                      <a:pt x="87308" y="721373"/>
                    </a:lnTo>
                    <a:lnTo>
                      <a:pt x="74228" y="728296"/>
                    </a:lnTo>
                    <a:lnTo>
                      <a:pt x="69617" y="739823"/>
                    </a:lnTo>
                    <a:lnTo>
                      <a:pt x="70383" y="745973"/>
                    </a:lnTo>
                    <a:lnTo>
                      <a:pt x="86535" y="741362"/>
                    </a:lnTo>
                    <a:lnTo>
                      <a:pt x="98842" y="730601"/>
                    </a:lnTo>
                    <a:lnTo>
                      <a:pt x="102686" y="723678"/>
                    </a:lnTo>
                    <a:lnTo>
                      <a:pt x="108836" y="723678"/>
                    </a:lnTo>
                    <a:lnTo>
                      <a:pt x="128839" y="712917"/>
                    </a:lnTo>
                    <a:lnTo>
                      <a:pt x="133450" y="699085"/>
                    </a:lnTo>
                    <a:lnTo>
                      <a:pt x="139607" y="700617"/>
                    </a:lnTo>
                    <a:lnTo>
                      <a:pt x="144217" y="705235"/>
                    </a:lnTo>
                    <a:lnTo>
                      <a:pt x="154985" y="705235"/>
                    </a:lnTo>
                    <a:lnTo>
                      <a:pt x="176520" y="692935"/>
                    </a:lnTo>
                    <a:lnTo>
                      <a:pt x="188827" y="685246"/>
                    </a:lnTo>
                    <a:lnTo>
                      <a:pt x="202673" y="680635"/>
                    </a:lnTo>
                    <a:lnTo>
                      <a:pt x="204205" y="674485"/>
                    </a:lnTo>
                    <a:lnTo>
                      <a:pt x="238047" y="648353"/>
                    </a:lnTo>
                    <a:lnTo>
                      <a:pt x="247276" y="640664"/>
                    </a:lnTo>
                    <a:lnTo>
                      <a:pt x="247276" y="629903"/>
                    </a:lnTo>
                    <a:lnTo>
                      <a:pt x="267279" y="616064"/>
                    </a:lnTo>
                    <a:lnTo>
                      <a:pt x="281118" y="605303"/>
                    </a:lnTo>
                    <a:lnTo>
                      <a:pt x="298042" y="596081"/>
                    </a:lnTo>
                    <a:lnTo>
                      <a:pt x="301121" y="579171"/>
                    </a:lnTo>
                    <a:lnTo>
                      <a:pt x="311881" y="576092"/>
                    </a:lnTo>
                    <a:lnTo>
                      <a:pt x="310349" y="557642"/>
                    </a:lnTo>
                    <a:lnTo>
                      <a:pt x="299581" y="557642"/>
                    </a:lnTo>
                    <a:lnTo>
                      <a:pt x="298042" y="549960"/>
                    </a:lnTo>
                    <a:lnTo>
                      <a:pt x="308810" y="534582"/>
                    </a:lnTo>
                    <a:lnTo>
                      <a:pt x="322649" y="534582"/>
                    </a:lnTo>
                    <a:lnTo>
                      <a:pt x="333424" y="522282"/>
                    </a:lnTo>
                    <a:lnTo>
                      <a:pt x="330345" y="508449"/>
                    </a:lnTo>
                    <a:lnTo>
                      <a:pt x="370337" y="457717"/>
                    </a:lnTo>
                    <a:lnTo>
                      <a:pt x="385722" y="459249"/>
                    </a:lnTo>
                    <a:lnTo>
                      <a:pt x="393411" y="450028"/>
                    </a:lnTo>
                    <a:lnTo>
                      <a:pt x="401101" y="450028"/>
                    </a:lnTo>
                    <a:lnTo>
                      <a:pt x="396490" y="473089"/>
                    </a:lnTo>
                    <a:lnTo>
                      <a:pt x="382644" y="471549"/>
                    </a:lnTo>
                    <a:lnTo>
                      <a:pt x="361109" y="486928"/>
                    </a:lnTo>
                    <a:lnTo>
                      <a:pt x="362648" y="496149"/>
                    </a:lnTo>
                    <a:lnTo>
                      <a:pt x="350341" y="526899"/>
                    </a:lnTo>
                    <a:lnTo>
                      <a:pt x="351880" y="533049"/>
                    </a:lnTo>
                    <a:lnTo>
                      <a:pt x="356491" y="531510"/>
                    </a:lnTo>
                    <a:lnTo>
                      <a:pt x="361109" y="534588"/>
                    </a:lnTo>
                    <a:lnTo>
                      <a:pt x="356491" y="539199"/>
                    </a:lnTo>
                    <a:lnTo>
                      <a:pt x="350341" y="542271"/>
                    </a:lnTo>
                    <a:lnTo>
                      <a:pt x="347263" y="548421"/>
                    </a:lnTo>
                    <a:lnTo>
                      <a:pt x="365719" y="548421"/>
                    </a:lnTo>
                    <a:lnTo>
                      <a:pt x="388794" y="534588"/>
                    </a:lnTo>
                    <a:lnTo>
                      <a:pt x="399561" y="519210"/>
                    </a:lnTo>
                    <a:lnTo>
                      <a:pt x="422636" y="519210"/>
                    </a:lnTo>
                    <a:lnTo>
                      <a:pt x="428793" y="500760"/>
                    </a:lnTo>
                    <a:lnTo>
                      <a:pt x="425714" y="491539"/>
                    </a:lnTo>
                    <a:lnTo>
                      <a:pt x="428793" y="486928"/>
                    </a:lnTo>
                    <a:lnTo>
                      <a:pt x="421097" y="483849"/>
                    </a:lnTo>
                    <a:lnTo>
                      <a:pt x="436482" y="466939"/>
                    </a:lnTo>
                    <a:lnTo>
                      <a:pt x="442632" y="468478"/>
                    </a:lnTo>
                    <a:lnTo>
                      <a:pt x="439560" y="477699"/>
                    </a:lnTo>
                    <a:lnTo>
                      <a:pt x="448789" y="477699"/>
                    </a:lnTo>
                    <a:lnTo>
                      <a:pt x="462628" y="473089"/>
                    </a:lnTo>
                    <a:lnTo>
                      <a:pt x="467245" y="483849"/>
                    </a:lnTo>
                    <a:lnTo>
                      <a:pt x="488781" y="497689"/>
                    </a:lnTo>
                    <a:lnTo>
                      <a:pt x="501087" y="494610"/>
                    </a:lnTo>
                    <a:lnTo>
                      <a:pt x="505698" y="499228"/>
                    </a:lnTo>
                    <a:lnTo>
                      <a:pt x="508777" y="516138"/>
                    </a:lnTo>
                    <a:lnTo>
                      <a:pt x="536462" y="516138"/>
                    </a:lnTo>
                    <a:lnTo>
                      <a:pt x="548769" y="517678"/>
                    </a:lnTo>
                    <a:lnTo>
                      <a:pt x="556458" y="520749"/>
                    </a:lnTo>
                    <a:lnTo>
                      <a:pt x="577993" y="520749"/>
                    </a:lnTo>
                    <a:lnTo>
                      <a:pt x="582611" y="525360"/>
                    </a:lnTo>
                    <a:lnTo>
                      <a:pt x="604146" y="529978"/>
                    </a:lnTo>
                    <a:lnTo>
                      <a:pt x="616453" y="522288"/>
                    </a:lnTo>
                    <a:lnTo>
                      <a:pt x="617985" y="542278"/>
                    </a:lnTo>
                    <a:lnTo>
                      <a:pt x="645677" y="553038"/>
                    </a:lnTo>
                    <a:lnTo>
                      <a:pt x="651827" y="569949"/>
                    </a:lnTo>
                    <a:lnTo>
                      <a:pt x="665673" y="585321"/>
                    </a:lnTo>
                    <a:lnTo>
                      <a:pt x="691819" y="583788"/>
                    </a:lnTo>
                    <a:lnTo>
                      <a:pt x="684130" y="574560"/>
                    </a:lnTo>
                    <a:lnTo>
                      <a:pt x="685669" y="569949"/>
                    </a:lnTo>
                    <a:lnTo>
                      <a:pt x="693358" y="569949"/>
                    </a:lnTo>
                    <a:lnTo>
                      <a:pt x="702587" y="580710"/>
                    </a:lnTo>
                    <a:lnTo>
                      <a:pt x="707204" y="580710"/>
                    </a:lnTo>
                    <a:lnTo>
                      <a:pt x="711822" y="562260"/>
                    </a:lnTo>
                    <a:lnTo>
                      <a:pt x="717972" y="577638"/>
                    </a:lnTo>
                    <a:lnTo>
                      <a:pt x="727200" y="580710"/>
                    </a:lnTo>
                    <a:lnTo>
                      <a:pt x="736428" y="586860"/>
                    </a:lnTo>
                    <a:lnTo>
                      <a:pt x="748735" y="616071"/>
                    </a:lnTo>
                    <a:lnTo>
                      <a:pt x="751807" y="636060"/>
                    </a:lnTo>
                    <a:lnTo>
                      <a:pt x="762575" y="646820"/>
                    </a:lnTo>
                    <a:lnTo>
                      <a:pt x="770271" y="651431"/>
                    </a:lnTo>
                    <a:lnTo>
                      <a:pt x="771810" y="669881"/>
                    </a:lnTo>
                    <a:lnTo>
                      <a:pt x="779499" y="682181"/>
                    </a:lnTo>
                    <a:lnTo>
                      <a:pt x="781038" y="692942"/>
                    </a:lnTo>
                    <a:lnTo>
                      <a:pt x="785649" y="694481"/>
                    </a:lnTo>
                    <a:lnTo>
                      <a:pt x="788727" y="702170"/>
                    </a:lnTo>
                    <a:lnTo>
                      <a:pt x="802573" y="705242"/>
                    </a:lnTo>
                    <a:lnTo>
                      <a:pt x="805645" y="722153"/>
                    </a:lnTo>
                    <a:lnTo>
                      <a:pt x="810262" y="722153"/>
                    </a:lnTo>
                    <a:lnTo>
                      <a:pt x="819491" y="723692"/>
                    </a:lnTo>
                    <a:lnTo>
                      <a:pt x="817952" y="737531"/>
                    </a:lnTo>
                    <a:lnTo>
                      <a:pt x="821030" y="755974"/>
                    </a:lnTo>
                    <a:lnTo>
                      <a:pt x="825641" y="768274"/>
                    </a:lnTo>
                    <a:lnTo>
                      <a:pt x="834869" y="774424"/>
                    </a:lnTo>
                    <a:lnTo>
                      <a:pt x="839487" y="768274"/>
                    </a:lnTo>
                    <a:lnTo>
                      <a:pt x="845637" y="766742"/>
                    </a:lnTo>
                    <a:lnTo>
                      <a:pt x="847176" y="782113"/>
                    </a:lnTo>
                    <a:lnTo>
                      <a:pt x="841026" y="786724"/>
                    </a:lnTo>
                    <a:lnTo>
                      <a:pt x="841026" y="797485"/>
                    </a:lnTo>
                    <a:lnTo>
                      <a:pt x="851794" y="800563"/>
                    </a:lnTo>
                    <a:lnTo>
                      <a:pt x="862561" y="797485"/>
                    </a:lnTo>
                    <a:lnTo>
                      <a:pt x="865633" y="808252"/>
                    </a:lnTo>
                    <a:lnTo>
                      <a:pt x="870250" y="817474"/>
                    </a:lnTo>
                    <a:lnTo>
                      <a:pt x="868711" y="834385"/>
                    </a:lnTo>
                    <a:lnTo>
                      <a:pt x="871790" y="851295"/>
                    </a:lnTo>
                    <a:lnTo>
                      <a:pt x="882557" y="857445"/>
                    </a:lnTo>
                    <a:lnTo>
                      <a:pt x="902553" y="862056"/>
                    </a:lnTo>
                    <a:lnTo>
                      <a:pt x="910242" y="874356"/>
                    </a:lnTo>
                    <a:lnTo>
                      <a:pt x="925621" y="874356"/>
                    </a:lnTo>
                    <a:lnTo>
                      <a:pt x="934856" y="878967"/>
                    </a:lnTo>
                    <a:lnTo>
                      <a:pt x="942545" y="892806"/>
                    </a:lnTo>
                    <a:lnTo>
                      <a:pt x="954852" y="895884"/>
                    </a:lnTo>
                    <a:lnTo>
                      <a:pt x="959463" y="908184"/>
                    </a:lnTo>
                    <a:lnTo>
                      <a:pt x="967152" y="908184"/>
                    </a:lnTo>
                    <a:lnTo>
                      <a:pt x="979459" y="925095"/>
                    </a:lnTo>
                    <a:lnTo>
                      <a:pt x="990226" y="931245"/>
                    </a:lnTo>
                    <a:lnTo>
                      <a:pt x="992279" y="950714"/>
                    </a:lnTo>
                    <a:lnTo>
                      <a:pt x="997915" y="965066"/>
                    </a:lnTo>
                    <a:lnTo>
                      <a:pt x="994844" y="978899"/>
                    </a:lnTo>
                    <a:lnTo>
                      <a:pt x="987155" y="978899"/>
                    </a:lnTo>
                    <a:lnTo>
                      <a:pt x="990226" y="954306"/>
                    </a:lnTo>
                    <a:lnTo>
                      <a:pt x="967152" y="955838"/>
                    </a:lnTo>
                    <a:lnTo>
                      <a:pt x="953313" y="951227"/>
                    </a:lnTo>
                    <a:lnTo>
                      <a:pt x="942545" y="951227"/>
                    </a:lnTo>
                    <a:lnTo>
                      <a:pt x="939467" y="958917"/>
                    </a:lnTo>
                    <a:lnTo>
                      <a:pt x="954852" y="986588"/>
                    </a:lnTo>
                    <a:lnTo>
                      <a:pt x="957924" y="1011188"/>
                    </a:lnTo>
                    <a:lnTo>
                      <a:pt x="953313" y="1037320"/>
                    </a:lnTo>
                    <a:lnTo>
                      <a:pt x="954845" y="1077292"/>
                    </a:lnTo>
                    <a:lnTo>
                      <a:pt x="944078" y="1108042"/>
                    </a:lnTo>
                    <a:lnTo>
                      <a:pt x="947156" y="1126491"/>
                    </a:lnTo>
                    <a:lnTo>
                      <a:pt x="954845" y="1155702"/>
                    </a:lnTo>
                    <a:lnTo>
                      <a:pt x="953306" y="1175691"/>
                    </a:lnTo>
                    <a:lnTo>
                      <a:pt x="950228" y="1191063"/>
                    </a:lnTo>
                    <a:lnTo>
                      <a:pt x="957924" y="1203363"/>
                    </a:lnTo>
                    <a:lnTo>
                      <a:pt x="959463" y="1220274"/>
                    </a:lnTo>
                    <a:lnTo>
                      <a:pt x="974841" y="1232574"/>
                    </a:lnTo>
                    <a:lnTo>
                      <a:pt x="979459" y="1251023"/>
                    </a:lnTo>
                    <a:lnTo>
                      <a:pt x="993298" y="1253069"/>
                    </a:lnTo>
                    <a:lnTo>
                      <a:pt x="997403" y="1257173"/>
                    </a:lnTo>
                    <a:lnTo>
                      <a:pt x="993298" y="1267421"/>
                    </a:lnTo>
                    <a:lnTo>
                      <a:pt x="996376" y="1280747"/>
                    </a:lnTo>
                    <a:lnTo>
                      <a:pt x="1003552" y="1287916"/>
                    </a:lnTo>
                    <a:lnTo>
                      <a:pt x="1004579" y="1300216"/>
                    </a:lnTo>
                    <a:lnTo>
                      <a:pt x="1012781" y="1310471"/>
                    </a:lnTo>
                    <a:lnTo>
                      <a:pt x="1027140" y="1326869"/>
                    </a:lnTo>
                    <a:lnTo>
                      <a:pt x="1031244" y="1347364"/>
                    </a:lnTo>
                    <a:lnTo>
                      <a:pt x="1042518" y="1347364"/>
                    </a:lnTo>
                    <a:lnTo>
                      <a:pt x="1054825" y="1351469"/>
                    </a:lnTo>
                    <a:lnTo>
                      <a:pt x="1064053" y="1362742"/>
                    </a:lnTo>
                    <a:lnTo>
                      <a:pt x="1070210" y="1363762"/>
                    </a:lnTo>
                    <a:lnTo>
                      <a:pt x="1077386" y="1363762"/>
                    </a:lnTo>
                    <a:lnTo>
                      <a:pt x="1093791" y="1372990"/>
                    </a:lnTo>
                    <a:lnTo>
                      <a:pt x="1100974" y="1390414"/>
                    </a:lnTo>
                    <a:lnTo>
                      <a:pt x="1107124" y="1398609"/>
                    </a:lnTo>
                    <a:lnTo>
                      <a:pt x="1109176" y="1407838"/>
                    </a:lnTo>
                    <a:lnTo>
                      <a:pt x="1113274" y="1425261"/>
                    </a:lnTo>
                    <a:lnTo>
                      <a:pt x="1135835" y="1447809"/>
                    </a:lnTo>
                    <a:lnTo>
                      <a:pt x="1138914" y="1459083"/>
                    </a:lnTo>
                    <a:lnTo>
                      <a:pt x="1147116" y="1470357"/>
                    </a:lnTo>
                    <a:lnTo>
                      <a:pt x="1153273" y="1472409"/>
                    </a:lnTo>
                    <a:lnTo>
                      <a:pt x="1170703" y="1490859"/>
                    </a:lnTo>
                    <a:lnTo>
                      <a:pt x="1171729" y="1500080"/>
                    </a:lnTo>
                    <a:lnTo>
                      <a:pt x="1172756" y="1517504"/>
                    </a:lnTo>
                    <a:lnTo>
                      <a:pt x="1157370" y="1517504"/>
                    </a:lnTo>
                    <a:cubicBezTo>
                      <a:pt x="1153266" y="1517504"/>
                      <a:pt x="1156344" y="1521609"/>
                      <a:pt x="1156344" y="1521609"/>
                    </a:cubicBezTo>
                    <a:lnTo>
                      <a:pt x="1176853" y="1535954"/>
                    </a:lnTo>
                    <a:lnTo>
                      <a:pt x="1190186" y="1541078"/>
                    </a:lnTo>
                    <a:lnTo>
                      <a:pt x="1205565" y="1551333"/>
                    </a:lnTo>
                    <a:lnTo>
                      <a:pt x="1213774" y="1561580"/>
                    </a:lnTo>
                    <a:lnTo>
                      <a:pt x="1217872" y="1583102"/>
                    </a:lnTo>
                    <a:lnTo>
                      <a:pt x="1229152" y="1597454"/>
                    </a:lnTo>
                    <a:lnTo>
                      <a:pt x="1238381" y="1600526"/>
                    </a:lnTo>
                    <a:lnTo>
                      <a:pt x="1256837" y="1616923"/>
                    </a:lnTo>
                    <a:lnTo>
                      <a:pt x="1258890" y="1632302"/>
                    </a:lnTo>
                    <a:lnTo>
                      <a:pt x="1270170" y="1629223"/>
                    </a:lnTo>
                    <a:lnTo>
                      <a:pt x="1270170" y="1618976"/>
                    </a:lnTo>
                    <a:lnTo>
                      <a:pt x="1265046" y="1608728"/>
                    </a:lnTo>
                    <a:lnTo>
                      <a:pt x="1256837" y="1598480"/>
                    </a:lnTo>
                    <a:lnTo>
                      <a:pt x="1248635" y="1593356"/>
                    </a:lnTo>
                    <a:lnTo>
                      <a:pt x="1244537" y="1580030"/>
                    </a:lnTo>
                    <a:lnTo>
                      <a:pt x="1237354" y="1569783"/>
                    </a:lnTo>
                    <a:lnTo>
                      <a:pt x="1234283" y="1561580"/>
                    </a:lnTo>
                    <a:lnTo>
                      <a:pt x="1228126" y="1543130"/>
                    </a:lnTo>
                    <a:lnTo>
                      <a:pt x="1205572" y="1517504"/>
                    </a:lnTo>
                    <a:lnTo>
                      <a:pt x="1203519" y="1510335"/>
                    </a:lnTo>
                    <a:lnTo>
                      <a:pt x="1194291" y="1501107"/>
                    </a:lnTo>
                    <a:lnTo>
                      <a:pt x="1194291" y="1492911"/>
                    </a:lnTo>
                    <a:lnTo>
                      <a:pt x="1162501" y="1460109"/>
                    </a:lnTo>
                    <a:lnTo>
                      <a:pt x="1159423" y="1453959"/>
                    </a:lnTo>
                    <a:lnTo>
                      <a:pt x="1155318" y="1416040"/>
                    </a:lnTo>
                    <a:lnTo>
                      <a:pt x="1159423" y="1413988"/>
                    </a:lnTo>
                    <a:lnTo>
                      <a:pt x="1166599" y="1421164"/>
                    </a:lnTo>
                    <a:lnTo>
                      <a:pt x="1175834" y="1419111"/>
                    </a:lnTo>
                    <a:lnTo>
                      <a:pt x="1179932" y="1418085"/>
                    </a:lnTo>
                    <a:lnTo>
                      <a:pt x="1183010" y="1427314"/>
                    </a:lnTo>
                    <a:lnTo>
                      <a:pt x="1190186" y="1428340"/>
                    </a:lnTo>
                    <a:lnTo>
                      <a:pt x="1194291" y="1439614"/>
                    </a:lnTo>
                    <a:lnTo>
                      <a:pt x="1191212" y="1449861"/>
                    </a:lnTo>
                    <a:lnTo>
                      <a:pt x="1200441" y="1459090"/>
                    </a:lnTo>
                    <a:lnTo>
                      <a:pt x="1204545" y="1473435"/>
                    </a:lnTo>
                    <a:lnTo>
                      <a:pt x="1214800" y="1487781"/>
                    </a:lnTo>
                    <a:lnTo>
                      <a:pt x="1220950" y="1491885"/>
                    </a:lnTo>
                    <a:lnTo>
                      <a:pt x="1232231" y="1507257"/>
                    </a:lnTo>
                    <a:lnTo>
                      <a:pt x="1247616" y="1511361"/>
                    </a:lnTo>
                    <a:lnTo>
                      <a:pt x="1248642" y="1521609"/>
                    </a:lnTo>
                    <a:lnTo>
                      <a:pt x="1262994" y="1539033"/>
                    </a:lnTo>
                    <a:lnTo>
                      <a:pt x="1271196" y="1538007"/>
                    </a:lnTo>
                    <a:lnTo>
                      <a:pt x="1279399" y="1548254"/>
                    </a:lnTo>
                    <a:lnTo>
                      <a:pt x="1274275" y="1553378"/>
                    </a:lnTo>
                    <a:lnTo>
                      <a:pt x="1273249" y="1563626"/>
                    </a:lnTo>
                    <a:lnTo>
                      <a:pt x="1285555" y="1569783"/>
                    </a:lnTo>
                    <a:lnTo>
                      <a:pt x="1296836" y="1572854"/>
                    </a:lnTo>
                    <a:lnTo>
                      <a:pt x="1302986" y="1580030"/>
                    </a:lnTo>
                    <a:lnTo>
                      <a:pt x="1306065" y="1591304"/>
                    </a:lnTo>
                    <a:lnTo>
                      <a:pt x="1316319" y="1601552"/>
                    </a:lnTo>
                    <a:lnTo>
                      <a:pt x="1321443" y="1602578"/>
                    </a:lnTo>
                    <a:lnTo>
                      <a:pt x="1329652" y="1616930"/>
                    </a:lnTo>
                    <a:lnTo>
                      <a:pt x="1351180" y="1637425"/>
                    </a:lnTo>
                    <a:lnTo>
                      <a:pt x="1353233" y="1645628"/>
                    </a:lnTo>
                    <a:lnTo>
                      <a:pt x="1362461" y="1662025"/>
                    </a:lnTo>
                    <a:lnTo>
                      <a:pt x="1360409" y="1680475"/>
                    </a:lnTo>
                    <a:lnTo>
                      <a:pt x="1354259" y="1689697"/>
                    </a:lnTo>
                    <a:lnTo>
                      <a:pt x="1359389" y="1694821"/>
                    </a:lnTo>
                    <a:lnTo>
                      <a:pt x="1360409" y="1701997"/>
                    </a:lnTo>
                    <a:lnTo>
                      <a:pt x="1372716" y="1709173"/>
                    </a:lnTo>
                    <a:lnTo>
                      <a:pt x="1382970" y="1712245"/>
                    </a:lnTo>
                    <a:lnTo>
                      <a:pt x="1392199" y="1718395"/>
                    </a:lnTo>
                    <a:lnTo>
                      <a:pt x="1397329" y="1729668"/>
                    </a:lnTo>
                    <a:lnTo>
                      <a:pt x="1409636" y="1731721"/>
                    </a:lnTo>
                    <a:lnTo>
                      <a:pt x="1421943" y="1738897"/>
                    </a:lnTo>
                    <a:lnTo>
                      <a:pt x="1435269" y="1740942"/>
                    </a:lnTo>
                    <a:lnTo>
                      <a:pt x="1445523" y="1748118"/>
                    </a:lnTo>
                    <a:lnTo>
                      <a:pt x="1456804" y="1755294"/>
                    </a:lnTo>
                    <a:lnTo>
                      <a:pt x="1463987" y="1762470"/>
                    </a:lnTo>
                    <a:lnTo>
                      <a:pt x="1474235" y="1764523"/>
                    </a:lnTo>
                    <a:lnTo>
                      <a:pt x="1479365" y="1769647"/>
                    </a:lnTo>
                    <a:lnTo>
                      <a:pt x="1495777" y="1770673"/>
                    </a:lnTo>
                    <a:lnTo>
                      <a:pt x="1509103" y="1779894"/>
                    </a:lnTo>
                    <a:lnTo>
                      <a:pt x="1515260" y="1778868"/>
                    </a:lnTo>
                    <a:lnTo>
                      <a:pt x="1526533" y="1785018"/>
                    </a:lnTo>
                    <a:lnTo>
                      <a:pt x="1537814" y="1787070"/>
                    </a:lnTo>
                    <a:lnTo>
                      <a:pt x="1543971" y="1792194"/>
                    </a:lnTo>
                    <a:lnTo>
                      <a:pt x="1566532" y="1789123"/>
                    </a:lnTo>
                    <a:lnTo>
                      <a:pt x="1590113" y="1775797"/>
                    </a:lnTo>
                    <a:lnTo>
                      <a:pt x="1596270" y="1775797"/>
                    </a:lnTo>
                    <a:lnTo>
                      <a:pt x="1601394" y="1781947"/>
                    </a:lnTo>
                    <a:lnTo>
                      <a:pt x="1616779" y="1785018"/>
                    </a:lnTo>
                    <a:lnTo>
                      <a:pt x="1618831" y="1794247"/>
                    </a:lnTo>
                    <a:lnTo>
                      <a:pt x="1640366" y="1813716"/>
                    </a:lnTo>
                    <a:lnTo>
                      <a:pt x="1650614" y="1823970"/>
                    </a:lnTo>
                    <a:lnTo>
                      <a:pt x="1689587" y="1831146"/>
                    </a:lnTo>
                    <a:lnTo>
                      <a:pt x="1723422" y="1849590"/>
                    </a:lnTo>
                    <a:lnTo>
                      <a:pt x="1732657" y="1846518"/>
                    </a:lnTo>
                    <a:lnTo>
                      <a:pt x="1738807" y="1842420"/>
                    </a:lnTo>
                    <a:lnTo>
                      <a:pt x="1745983" y="1846518"/>
                    </a:lnTo>
                    <a:lnTo>
                      <a:pt x="1746243" y="1849083"/>
                    </a:lnTo>
                    <a:lnTo>
                      <a:pt x="1744964" y="1854720"/>
                    </a:lnTo>
                    <a:lnTo>
                      <a:pt x="1757264" y="1861896"/>
                    </a:lnTo>
                    <a:lnTo>
                      <a:pt x="1771623" y="1877268"/>
                    </a:lnTo>
                    <a:lnTo>
                      <a:pt x="1783930" y="1894692"/>
                    </a:lnTo>
                    <a:lnTo>
                      <a:pt x="1784956" y="1909037"/>
                    </a:lnTo>
                    <a:lnTo>
                      <a:pt x="1800334" y="1918265"/>
                    </a:lnTo>
                    <a:lnTo>
                      <a:pt x="1806484" y="1915187"/>
                    </a:lnTo>
                    <a:lnTo>
                      <a:pt x="1816739" y="1921337"/>
                    </a:lnTo>
                    <a:lnTo>
                      <a:pt x="1824948" y="1935689"/>
                    </a:lnTo>
                    <a:lnTo>
                      <a:pt x="1841352" y="1951061"/>
                    </a:lnTo>
                    <a:lnTo>
                      <a:pt x="1850068" y="1949015"/>
                    </a:lnTo>
                    <a:lnTo>
                      <a:pt x="1868018" y="1958237"/>
                    </a:lnTo>
                    <a:lnTo>
                      <a:pt x="1869044" y="1965413"/>
                    </a:lnTo>
                    <a:lnTo>
                      <a:pt x="1881344" y="1970537"/>
                    </a:lnTo>
                    <a:lnTo>
                      <a:pt x="1888527" y="1977713"/>
                    </a:lnTo>
                    <a:lnTo>
                      <a:pt x="1903906" y="1966439"/>
                    </a:lnTo>
                    <a:lnTo>
                      <a:pt x="1899808" y="1956191"/>
                    </a:lnTo>
                    <a:lnTo>
                      <a:pt x="1902880" y="1949015"/>
                    </a:lnTo>
                    <a:lnTo>
                      <a:pt x="1912108" y="1945937"/>
                    </a:lnTo>
                    <a:lnTo>
                      <a:pt x="1923388" y="1941839"/>
                    </a:lnTo>
                    <a:lnTo>
                      <a:pt x="1935695" y="1947989"/>
                    </a:lnTo>
                    <a:lnTo>
                      <a:pt x="1940826" y="1964387"/>
                    </a:lnTo>
                    <a:lnTo>
                      <a:pt x="1950054" y="1972589"/>
                    </a:lnTo>
                    <a:lnTo>
                      <a:pt x="1954152" y="1987961"/>
                    </a:lnTo>
                    <a:lnTo>
                      <a:pt x="1954152" y="2012561"/>
                    </a:lnTo>
                    <a:lnTo>
                      <a:pt x="1957231" y="2033056"/>
                    </a:lnTo>
                    <a:lnTo>
                      <a:pt x="1960309" y="2047408"/>
                    </a:lnTo>
                    <a:lnTo>
                      <a:pt x="1951081" y="2058682"/>
                    </a:lnTo>
                    <a:lnTo>
                      <a:pt x="1951081" y="2065858"/>
                    </a:lnTo>
                    <a:lnTo>
                      <a:pt x="1944924" y="2072008"/>
                    </a:lnTo>
                    <a:lnTo>
                      <a:pt x="1933643" y="2074053"/>
                    </a:lnTo>
                    <a:lnTo>
                      <a:pt x="1923388" y="2088406"/>
                    </a:lnTo>
                    <a:lnTo>
                      <a:pt x="1922362" y="2107875"/>
                    </a:lnTo>
                    <a:lnTo>
                      <a:pt x="1914160" y="2107875"/>
                    </a:lnTo>
                    <a:lnTo>
                      <a:pt x="1904932" y="2110953"/>
                    </a:lnTo>
                    <a:lnTo>
                      <a:pt x="1895703" y="2116077"/>
                    </a:lnTo>
                    <a:lnTo>
                      <a:pt x="1895703" y="2141703"/>
                    </a:lnTo>
                    <a:lnTo>
                      <a:pt x="1885442" y="2149899"/>
                    </a:lnTo>
                    <a:lnTo>
                      <a:pt x="1885442" y="2179623"/>
                    </a:lnTo>
                    <a:lnTo>
                      <a:pt x="1892625" y="2188851"/>
                    </a:lnTo>
                    <a:lnTo>
                      <a:pt x="1901853" y="2189870"/>
                    </a:lnTo>
                    <a:lnTo>
                      <a:pt x="1906977" y="2184746"/>
                    </a:lnTo>
                    <a:lnTo>
                      <a:pt x="1910056" y="2193975"/>
                    </a:lnTo>
                    <a:lnTo>
                      <a:pt x="1908003" y="2205248"/>
                    </a:lnTo>
                    <a:lnTo>
                      <a:pt x="1896723" y="2207294"/>
                    </a:lnTo>
                    <a:lnTo>
                      <a:pt x="1885442" y="2210372"/>
                    </a:lnTo>
                    <a:lnTo>
                      <a:pt x="1884416" y="2216522"/>
                    </a:lnTo>
                    <a:lnTo>
                      <a:pt x="1875187" y="2222672"/>
                    </a:lnTo>
                    <a:lnTo>
                      <a:pt x="1878266" y="2237018"/>
                    </a:lnTo>
                    <a:lnTo>
                      <a:pt x="1875187" y="2245220"/>
                    </a:lnTo>
                    <a:lnTo>
                      <a:pt x="1881344" y="2251370"/>
                    </a:lnTo>
                    <a:lnTo>
                      <a:pt x="1881344" y="2255468"/>
                    </a:lnTo>
                    <a:lnTo>
                      <a:pt x="1874674" y="2259565"/>
                    </a:lnTo>
                    <a:lnTo>
                      <a:pt x="1885442" y="2271865"/>
                    </a:lnTo>
                    <a:lnTo>
                      <a:pt x="1897749" y="2273405"/>
                    </a:lnTo>
                    <a:lnTo>
                      <a:pt x="1913127" y="2304154"/>
                    </a:lnTo>
                    <a:lnTo>
                      <a:pt x="1926973" y="2319526"/>
                    </a:lnTo>
                    <a:lnTo>
                      <a:pt x="1936202" y="2353347"/>
                    </a:lnTo>
                    <a:lnTo>
                      <a:pt x="1948508" y="2376408"/>
                    </a:lnTo>
                    <a:lnTo>
                      <a:pt x="1950048" y="2385636"/>
                    </a:lnTo>
                    <a:lnTo>
                      <a:pt x="1960815" y="2396397"/>
                    </a:lnTo>
                    <a:lnTo>
                      <a:pt x="1962354" y="2405619"/>
                    </a:lnTo>
                    <a:lnTo>
                      <a:pt x="1976194" y="2420997"/>
                    </a:lnTo>
                    <a:lnTo>
                      <a:pt x="1974654" y="2431758"/>
                    </a:lnTo>
                    <a:lnTo>
                      <a:pt x="1979272" y="2451747"/>
                    </a:lnTo>
                    <a:lnTo>
                      <a:pt x="1994657" y="2457897"/>
                    </a:lnTo>
                    <a:lnTo>
                      <a:pt x="1999268" y="2464040"/>
                    </a:lnTo>
                    <a:lnTo>
                      <a:pt x="2020803" y="2480958"/>
                    </a:lnTo>
                    <a:lnTo>
                      <a:pt x="2036182" y="2480958"/>
                    </a:lnTo>
                    <a:lnTo>
                      <a:pt x="2057717" y="2505551"/>
                    </a:lnTo>
                    <a:lnTo>
                      <a:pt x="2073102" y="2507090"/>
                    </a:lnTo>
                    <a:lnTo>
                      <a:pt x="2105405" y="2537840"/>
                    </a:lnTo>
                    <a:lnTo>
                      <a:pt x="2103866" y="2573201"/>
                    </a:lnTo>
                    <a:lnTo>
                      <a:pt x="2110016" y="2579351"/>
                    </a:lnTo>
                    <a:lnTo>
                      <a:pt x="2105398" y="2637772"/>
                    </a:lnTo>
                    <a:lnTo>
                      <a:pt x="2097709" y="2643922"/>
                    </a:lnTo>
                    <a:lnTo>
                      <a:pt x="2100787" y="2696193"/>
                    </a:lnTo>
                    <a:lnTo>
                      <a:pt x="2096169" y="2719254"/>
                    </a:lnTo>
                    <a:lnTo>
                      <a:pt x="2079252" y="2777675"/>
                    </a:lnTo>
                    <a:lnTo>
                      <a:pt x="2082323" y="2785365"/>
                    </a:lnTo>
                    <a:lnTo>
                      <a:pt x="2083863" y="2806886"/>
                    </a:lnTo>
                    <a:lnTo>
                      <a:pt x="2074634" y="2814568"/>
                    </a:lnTo>
                    <a:lnTo>
                      <a:pt x="2080784" y="2848390"/>
                    </a:lnTo>
                    <a:lnTo>
                      <a:pt x="2080784" y="2883751"/>
                    </a:lnTo>
                    <a:lnTo>
                      <a:pt x="2070017" y="2900668"/>
                    </a:lnTo>
                    <a:lnTo>
                      <a:pt x="2062327" y="2922190"/>
                    </a:lnTo>
                    <a:lnTo>
                      <a:pt x="2057710" y="2940127"/>
                    </a:lnTo>
                    <a:lnTo>
                      <a:pt x="2050534" y="2954472"/>
                    </a:lnTo>
                    <a:lnTo>
                      <a:pt x="2042332" y="2966772"/>
                    </a:lnTo>
                    <a:lnTo>
                      <a:pt x="2040279" y="2984196"/>
                    </a:lnTo>
                    <a:lnTo>
                      <a:pt x="2032077" y="2988293"/>
                    </a:lnTo>
                    <a:lnTo>
                      <a:pt x="2032077" y="3012893"/>
                    </a:lnTo>
                    <a:lnTo>
                      <a:pt x="2039253" y="3035441"/>
                    </a:lnTo>
                    <a:lnTo>
                      <a:pt x="2038227" y="3059015"/>
                    </a:lnTo>
                    <a:lnTo>
                      <a:pt x="2031051" y="3068243"/>
                    </a:lnTo>
                    <a:lnTo>
                      <a:pt x="2027972" y="3090791"/>
                    </a:lnTo>
                    <a:lnTo>
                      <a:pt x="2021816" y="3106162"/>
                    </a:lnTo>
                    <a:lnTo>
                      <a:pt x="2037201" y="3121541"/>
                    </a:lnTo>
                    <a:lnTo>
                      <a:pt x="2047455" y="3115391"/>
                    </a:lnTo>
                    <a:lnTo>
                      <a:pt x="2053605" y="3117436"/>
                    </a:lnTo>
                    <a:lnTo>
                      <a:pt x="2051553" y="3125638"/>
                    </a:lnTo>
                    <a:lnTo>
                      <a:pt x="2054631" y="3137938"/>
                    </a:lnTo>
                    <a:lnTo>
                      <a:pt x="2048481" y="3145114"/>
                    </a:lnTo>
                    <a:lnTo>
                      <a:pt x="2050534" y="3167662"/>
                    </a:lnTo>
                    <a:lnTo>
                      <a:pt x="2040272" y="3185086"/>
                    </a:lnTo>
                    <a:lnTo>
                      <a:pt x="2043351" y="3197386"/>
                    </a:lnTo>
                    <a:lnTo>
                      <a:pt x="2051553" y="3201484"/>
                    </a:lnTo>
                    <a:lnTo>
                      <a:pt x="2052579" y="3208242"/>
                    </a:lnTo>
                    <a:lnTo>
                      <a:pt x="2044377" y="3214345"/>
                    </a:lnTo>
                    <a:lnTo>
                      <a:pt x="2044377" y="3226542"/>
                    </a:lnTo>
                    <a:lnTo>
                      <a:pt x="2037201" y="3229155"/>
                    </a:lnTo>
                    <a:lnTo>
                      <a:pt x="2032070" y="3234382"/>
                    </a:lnTo>
                    <a:lnTo>
                      <a:pt x="2033096" y="3246579"/>
                    </a:lnTo>
                    <a:lnTo>
                      <a:pt x="2026939" y="3257901"/>
                    </a:lnTo>
                    <a:lnTo>
                      <a:pt x="2020789" y="3259645"/>
                    </a:lnTo>
                    <a:lnTo>
                      <a:pt x="2018737" y="3252674"/>
                    </a:lnTo>
                    <a:lnTo>
                      <a:pt x="2018737" y="3241352"/>
                    </a:lnTo>
                    <a:lnTo>
                      <a:pt x="2004385" y="3237864"/>
                    </a:lnTo>
                    <a:lnTo>
                      <a:pt x="2002333" y="3249192"/>
                    </a:lnTo>
                    <a:lnTo>
                      <a:pt x="1991052" y="3258776"/>
                    </a:lnTo>
                    <a:lnTo>
                      <a:pt x="1991052" y="3262258"/>
                    </a:lnTo>
                    <a:lnTo>
                      <a:pt x="2003359" y="3260514"/>
                    </a:lnTo>
                    <a:lnTo>
                      <a:pt x="2007463" y="3264003"/>
                    </a:lnTo>
                    <a:lnTo>
                      <a:pt x="2018737" y="3266616"/>
                    </a:lnTo>
                    <a:lnTo>
                      <a:pt x="2019763" y="3272711"/>
                    </a:lnTo>
                    <a:lnTo>
                      <a:pt x="2012587" y="3282295"/>
                    </a:lnTo>
                    <a:lnTo>
                      <a:pt x="2009509" y="3287522"/>
                    </a:lnTo>
                    <a:lnTo>
                      <a:pt x="2013613" y="3291011"/>
                    </a:lnTo>
                    <a:lnTo>
                      <a:pt x="2019763" y="3289266"/>
                    </a:lnTo>
                    <a:lnTo>
                      <a:pt x="2026939" y="3284040"/>
                    </a:lnTo>
                    <a:lnTo>
                      <a:pt x="2032070" y="3291011"/>
                    </a:lnTo>
                    <a:lnTo>
                      <a:pt x="2033096" y="3301463"/>
                    </a:lnTo>
                    <a:lnTo>
                      <a:pt x="2025913" y="3304077"/>
                    </a:lnTo>
                    <a:cubicBezTo>
                      <a:pt x="2025913" y="3304077"/>
                      <a:pt x="2020789" y="3297975"/>
                      <a:pt x="2017711" y="3297106"/>
                    </a:cubicBezTo>
                    <a:cubicBezTo>
                      <a:pt x="2014633" y="3296237"/>
                      <a:pt x="2013613" y="3299719"/>
                      <a:pt x="2013613" y="3299719"/>
                    </a:cubicBezTo>
                    <a:lnTo>
                      <a:pt x="2017711" y="3310172"/>
                    </a:lnTo>
                    <a:lnTo>
                      <a:pt x="2015659" y="3321501"/>
                    </a:lnTo>
                    <a:lnTo>
                      <a:pt x="2014633" y="3338056"/>
                    </a:lnTo>
                    <a:lnTo>
                      <a:pt x="2017711" y="3356348"/>
                    </a:lnTo>
                    <a:lnTo>
                      <a:pt x="2013607" y="3365057"/>
                    </a:lnTo>
                    <a:lnTo>
                      <a:pt x="2023868" y="3367670"/>
                    </a:lnTo>
                    <a:lnTo>
                      <a:pt x="2027966" y="3377254"/>
                    </a:lnTo>
                    <a:lnTo>
                      <a:pt x="2020789" y="3381612"/>
                    </a:lnTo>
                    <a:lnTo>
                      <a:pt x="2028992" y="3390327"/>
                    </a:lnTo>
                    <a:lnTo>
                      <a:pt x="2028992" y="3406875"/>
                    </a:lnTo>
                    <a:lnTo>
                      <a:pt x="2038220" y="3411233"/>
                    </a:lnTo>
                    <a:lnTo>
                      <a:pt x="2043351" y="3406006"/>
                    </a:lnTo>
                    <a:lnTo>
                      <a:pt x="2049501" y="3406875"/>
                    </a:lnTo>
                    <a:lnTo>
                      <a:pt x="2051553" y="3414722"/>
                    </a:lnTo>
                    <a:lnTo>
                      <a:pt x="2033096" y="3419948"/>
                    </a:lnTo>
                    <a:lnTo>
                      <a:pt x="2035142" y="3439109"/>
                    </a:lnTo>
                    <a:lnTo>
                      <a:pt x="2041299" y="3438241"/>
                    </a:lnTo>
                    <a:lnTo>
                      <a:pt x="2051553" y="3426912"/>
                    </a:lnTo>
                    <a:lnTo>
                      <a:pt x="2066931" y="3426043"/>
                    </a:lnTo>
                    <a:lnTo>
                      <a:pt x="2079238" y="3433014"/>
                    </a:lnTo>
                    <a:lnTo>
                      <a:pt x="2080264" y="3444343"/>
                    </a:lnTo>
                    <a:lnTo>
                      <a:pt x="2076167" y="3450438"/>
                    </a:lnTo>
                    <a:lnTo>
                      <a:pt x="2058729" y="3451307"/>
                    </a:lnTo>
                    <a:lnTo>
                      <a:pt x="2058729" y="3456533"/>
                    </a:lnTo>
                    <a:lnTo>
                      <a:pt x="2068984" y="3464380"/>
                    </a:lnTo>
                    <a:lnTo>
                      <a:pt x="2088467" y="3463504"/>
                    </a:lnTo>
                    <a:lnTo>
                      <a:pt x="2088467" y="3451307"/>
                    </a:lnTo>
                    <a:lnTo>
                      <a:pt x="2094623" y="3442598"/>
                    </a:lnTo>
                    <a:lnTo>
                      <a:pt x="2090519" y="3433014"/>
                    </a:lnTo>
                    <a:lnTo>
                      <a:pt x="2100773" y="3426919"/>
                    </a:lnTo>
                    <a:lnTo>
                      <a:pt x="2112054" y="3426919"/>
                    </a:lnTo>
                    <a:lnTo>
                      <a:pt x="2118204" y="3422561"/>
                    </a:lnTo>
                    <a:lnTo>
                      <a:pt x="2121283" y="3415591"/>
                    </a:lnTo>
                    <a:lnTo>
                      <a:pt x="2138713" y="3418204"/>
                    </a:lnTo>
                    <a:lnTo>
                      <a:pt x="2139739" y="3412977"/>
                    </a:lnTo>
                    <a:lnTo>
                      <a:pt x="2134615" y="3406006"/>
                    </a:lnTo>
                    <a:lnTo>
                      <a:pt x="2129485" y="3398167"/>
                    </a:lnTo>
                    <a:lnTo>
                      <a:pt x="2127439" y="3390327"/>
                    </a:lnTo>
                    <a:lnTo>
                      <a:pt x="2132563" y="3379874"/>
                    </a:lnTo>
                    <a:lnTo>
                      <a:pt x="2130511" y="3368545"/>
                    </a:lnTo>
                    <a:lnTo>
                      <a:pt x="2139739" y="3359837"/>
                    </a:lnTo>
                    <a:lnTo>
                      <a:pt x="2141792" y="3349377"/>
                    </a:lnTo>
                    <a:lnTo>
                      <a:pt x="2151020" y="3351991"/>
                    </a:lnTo>
                    <a:lnTo>
                      <a:pt x="2160255" y="3346764"/>
                    </a:lnTo>
                    <a:lnTo>
                      <a:pt x="2160255" y="3324989"/>
                    </a:lnTo>
                    <a:lnTo>
                      <a:pt x="2170510" y="3320632"/>
                    </a:lnTo>
                    <a:lnTo>
                      <a:pt x="2176660" y="3312792"/>
                    </a:lnTo>
                    <a:lnTo>
                      <a:pt x="2180764" y="3307566"/>
                    </a:lnTo>
                    <a:lnTo>
                      <a:pt x="2191019" y="3297981"/>
                    </a:lnTo>
                    <a:lnTo>
                      <a:pt x="2199221" y="3293624"/>
                    </a:lnTo>
                    <a:lnTo>
                      <a:pt x="2203326" y="3289266"/>
                    </a:lnTo>
                    <a:lnTo>
                      <a:pt x="2200247" y="3269229"/>
                    </a:lnTo>
                    <a:lnTo>
                      <a:pt x="2180764" y="3268360"/>
                    </a:lnTo>
                    <a:lnTo>
                      <a:pt x="2171536" y="3264003"/>
                    </a:lnTo>
                    <a:lnTo>
                      <a:pt x="2162308" y="3245710"/>
                    </a:lnTo>
                    <a:lnTo>
                      <a:pt x="2163334" y="3236995"/>
                    </a:lnTo>
                    <a:lnTo>
                      <a:pt x="2170510" y="3227411"/>
                    </a:lnTo>
                    <a:lnTo>
                      <a:pt x="2177686" y="3225673"/>
                    </a:lnTo>
                    <a:lnTo>
                      <a:pt x="2182817" y="3218702"/>
                    </a:lnTo>
                    <a:lnTo>
                      <a:pt x="2204352" y="3216958"/>
                    </a:lnTo>
                    <a:lnTo>
                      <a:pt x="2210502" y="3213476"/>
                    </a:lnTo>
                    <a:lnTo>
                      <a:pt x="2210502" y="3203536"/>
                    </a:lnTo>
                    <a:lnTo>
                      <a:pt x="2213580" y="3193288"/>
                    </a:lnTo>
                    <a:lnTo>
                      <a:pt x="2210502" y="3176884"/>
                    </a:lnTo>
                    <a:lnTo>
                      <a:pt x="2231011" y="3161512"/>
                    </a:lnTo>
                    <a:lnTo>
                      <a:pt x="2223835" y="3155362"/>
                    </a:lnTo>
                    <a:lnTo>
                      <a:pt x="2227939" y="3149212"/>
                    </a:lnTo>
                    <a:lnTo>
                      <a:pt x="2238194" y="3151264"/>
                    </a:lnTo>
                    <a:lnTo>
                      <a:pt x="2245370" y="3150238"/>
                    </a:lnTo>
                    <a:lnTo>
                      <a:pt x="2244344" y="3133841"/>
                    </a:lnTo>
                    <a:lnTo>
                      <a:pt x="2237168" y="3132815"/>
                    </a:lnTo>
                    <a:lnTo>
                      <a:pt x="2227939" y="3138964"/>
                    </a:lnTo>
                    <a:lnTo>
                      <a:pt x="2219737" y="3131788"/>
                    </a:lnTo>
                    <a:lnTo>
                      <a:pt x="2215632" y="3095915"/>
                    </a:lnTo>
                    <a:lnTo>
                      <a:pt x="2221782" y="3090791"/>
                    </a:lnTo>
                    <a:lnTo>
                      <a:pt x="2227939" y="3090791"/>
                    </a:lnTo>
                    <a:lnTo>
                      <a:pt x="2251527" y="3103091"/>
                    </a:lnTo>
                    <a:lnTo>
                      <a:pt x="2267931" y="3102065"/>
                    </a:lnTo>
                    <a:lnTo>
                      <a:pt x="2277160" y="3095915"/>
                    </a:lnTo>
                    <a:lnTo>
                      <a:pt x="2277160" y="3063119"/>
                    </a:lnTo>
                    <a:lnTo>
                      <a:pt x="2287414" y="3052872"/>
                    </a:lnTo>
                    <a:lnTo>
                      <a:pt x="2289466" y="3042624"/>
                    </a:lnTo>
                    <a:lnTo>
                      <a:pt x="2317152" y="3042624"/>
                    </a:lnTo>
                    <a:lnTo>
                      <a:pt x="2334589" y="3034422"/>
                    </a:lnTo>
                    <a:lnTo>
                      <a:pt x="2355098" y="3032376"/>
                    </a:lnTo>
                    <a:lnTo>
                      <a:pt x="2370477" y="3020076"/>
                    </a:lnTo>
                    <a:lnTo>
                      <a:pt x="2377659" y="3019050"/>
                    </a:lnTo>
                    <a:lnTo>
                      <a:pt x="2392019" y="2997529"/>
                    </a:lnTo>
                    <a:lnTo>
                      <a:pt x="2402266" y="2981131"/>
                    </a:lnTo>
                    <a:lnTo>
                      <a:pt x="2388940" y="2969850"/>
                    </a:lnTo>
                    <a:lnTo>
                      <a:pt x="2387914" y="2962681"/>
                    </a:lnTo>
                    <a:lnTo>
                      <a:pt x="2396116" y="2949355"/>
                    </a:lnTo>
                    <a:lnTo>
                      <a:pt x="2383809" y="2931931"/>
                    </a:lnTo>
                    <a:lnTo>
                      <a:pt x="2375607" y="2930905"/>
                    </a:lnTo>
                    <a:lnTo>
                      <a:pt x="2365353" y="2920657"/>
                    </a:lnTo>
                    <a:lnTo>
                      <a:pt x="2364333" y="2914507"/>
                    </a:lnTo>
                    <a:lnTo>
                      <a:pt x="2374581" y="2911429"/>
                    </a:lnTo>
                    <a:lnTo>
                      <a:pt x="2385862" y="2924755"/>
                    </a:lnTo>
                    <a:lnTo>
                      <a:pt x="2399195" y="2923729"/>
                    </a:lnTo>
                    <a:lnTo>
                      <a:pt x="2417651" y="2931931"/>
                    </a:lnTo>
                    <a:lnTo>
                      <a:pt x="2434063" y="2936029"/>
                    </a:lnTo>
                    <a:lnTo>
                      <a:pt x="2452520" y="2935010"/>
                    </a:lnTo>
                    <a:lnTo>
                      <a:pt x="2466879" y="2918605"/>
                    </a:lnTo>
                    <a:lnTo>
                      <a:pt x="2466879" y="2913481"/>
                    </a:lnTo>
                    <a:lnTo>
                      <a:pt x="2480205" y="2898110"/>
                    </a:lnTo>
                    <a:lnTo>
                      <a:pt x="2481231" y="2892986"/>
                    </a:lnTo>
                    <a:lnTo>
                      <a:pt x="2503792" y="2870438"/>
                    </a:lnTo>
                    <a:lnTo>
                      <a:pt x="2503792" y="2863262"/>
                    </a:lnTo>
                    <a:lnTo>
                      <a:pt x="2497642" y="2854041"/>
                    </a:lnTo>
                    <a:lnTo>
                      <a:pt x="2506871" y="2840714"/>
                    </a:lnTo>
                    <a:lnTo>
                      <a:pt x="2511994" y="2830467"/>
                    </a:lnTo>
                    <a:lnTo>
                      <a:pt x="2528406" y="2813036"/>
                    </a:lnTo>
                    <a:lnTo>
                      <a:pt x="2533530" y="2816115"/>
                    </a:lnTo>
                    <a:lnTo>
                      <a:pt x="2525327" y="2831486"/>
                    </a:lnTo>
                    <a:lnTo>
                      <a:pt x="2523275" y="2840714"/>
                    </a:lnTo>
                    <a:lnTo>
                      <a:pt x="2509949" y="2853014"/>
                    </a:lnTo>
                    <a:lnTo>
                      <a:pt x="2511481" y="2859164"/>
                    </a:lnTo>
                    <a:lnTo>
                      <a:pt x="2526094" y="2843786"/>
                    </a:lnTo>
                    <a:lnTo>
                      <a:pt x="2542765" y="2813043"/>
                    </a:lnTo>
                    <a:lnTo>
                      <a:pt x="2546863" y="2798438"/>
                    </a:lnTo>
                    <a:lnTo>
                      <a:pt x="2553019" y="2786138"/>
                    </a:lnTo>
                    <a:lnTo>
                      <a:pt x="2563014" y="2783832"/>
                    </a:lnTo>
                    <a:lnTo>
                      <a:pt x="2579938" y="2763843"/>
                    </a:lnTo>
                    <a:lnTo>
                      <a:pt x="2583010" y="2740016"/>
                    </a:lnTo>
                    <a:lnTo>
                      <a:pt x="2579165" y="2727716"/>
                    </a:lnTo>
                    <a:lnTo>
                      <a:pt x="2583010" y="2700045"/>
                    </a:lnTo>
                    <a:lnTo>
                      <a:pt x="2594551" y="2695427"/>
                    </a:lnTo>
                    <a:lnTo>
                      <a:pt x="2604545" y="2684666"/>
                    </a:lnTo>
                    <a:lnTo>
                      <a:pt x="2610702" y="2682361"/>
                    </a:lnTo>
                    <a:lnTo>
                      <a:pt x="2611468" y="2676211"/>
                    </a:lnTo>
                    <a:lnTo>
                      <a:pt x="2629159" y="2661606"/>
                    </a:lnTo>
                    <a:lnTo>
                      <a:pt x="2644544" y="2663918"/>
                    </a:lnTo>
                    <a:lnTo>
                      <a:pt x="2653772" y="2660073"/>
                    </a:lnTo>
                    <a:lnTo>
                      <a:pt x="2663767" y="2647773"/>
                    </a:lnTo>
                    <a:lnTo>
                      <a:pt x="2678379" y="2647773"/>
                    </a:lnTo>
                    <a:lnTo>
                      <a:pt x="2692998" y="2646234"/>
                    </a:lnTo>
                    <a:lnTo>
                      <a:pt x="2702227" y="2640857"/>
                    </a:lnTo>
                    <a:lnTo>
                      <a:pt x="2712221" y="2643929"/>
                    </a:lnTo>
                    <a:lnTo>
                      <a:pt x="2726067" y="2639318"/>
                    </a:lnTo>
                    <a:lnTo>
                      <a:pt x="2729146" y="2628557"/>
                    </a:lnTo>
                    <a:lnTo>
                      <a:pt x="2744524" y="2623946"/>
                    </a:lnTo>
                    <a:lnTo>
                      <a:pt x="2746836" y="2599347"/>
                    </a:lnTo>
                    <a:lnTo>
                      <a:pt x="2759136" y="2581410"/>
                    </a:lnTo>
                    <a:lnTo>
                      <a:pt x="2761195" y="2567057"/>
                    </a:lnTo>
                    <a:lnTo>
                      <a:pt x="2767345" y="2560914"/>
                    </a:lnTo>
                    <a:lnTo>
                      <a:pt x="2769397" y="2546562"/>
                    </a:lnTo>
                    <a:lnTo>
                      <a:pt x="2773495" y="2521962"/>
                    </a:lnTo>
                    <a:lnTo>
                      <a:pt x="2789907" y="2513767"/>
                    </a:lnTo>
                    <a:lnTo>
                      <a:pt x="2785802" y="2489167"/>
                    </a:lnTo>
                    <a:lnTo>
                      <a:pt x="2791952" y="2470717"/>
                    </a:lnTo>
                    <a:lnTo>
                      <a:pt x="2785802" y="2454319"/>
                    </a:lnTo>
                    <a:lnTo>
                      <a:pt x="2789907" y="2419472"/>
                    </a:lnTo>
                    <a:lnTo>
                      <a:pt x="2794011" y="2413322"/>
                    </a:lnTo>
                    <a:lnTo>
                      <a:pt x="2816566" y="2401022"/>
                    </a:lnTo>
                    <a:lnTo>
                      <a:pt x="2824775" y="2386676"/>
                    </a:lnTo>
                    <a:lnTo>
                      <a:pt x="2830925" y="2368226"/>
                    </a:lnTo>
                    <a:lnTo>
                      <a:pt x="2837081" y="2364129"/>
                    </a:lnTo>
                    <a:lnTo>
                      <a:pt x="2853486" y="2357979"/>
                    </a:lnTo>
                    <a:lnTo>
                      <a:pt x="2859643" y="2347724"/>
                    </a:lnTo>
                    <a:lnTo>
                      <a:pt x="2865793" y="2335431"/>
                    </a:lnTo>
                    <a:lnTo>
                      <a:pt x="2878100" y="2319027"/>
                    </a:lnTo>
                    <a:lnTo>
                      <a:pt x="2878100" y="2263684"/>
                    </a:lnTo>
                    <a:lnTo>
                      <a:pt x="2871950" y="2245234"/>
                    </a:lnTo>
                    <a:lnTo>
                      <a:pt x="2824775" y="22329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1" name="Forme libre : forme 1319">
                <a:extLst>
                  <a:ext uri="{FF2B5EF4-FFF2-40B4-BE49-F238E27FC236}">
                    <a16:creationId xmlns:a16="http://schemas.microsoft.com/office/drawing/2014/main" id="{54B1275A-ED44-A9D6-7B3A-1684FF6458F7}"/>
                  </a:ext>
                </a:extLst>
              </p:cNvPr>
              <p:cNvSpPr/>
              <p:nvPr/>
            </p:nvSpPr>
            <p:spPr>
              <a:xfrm>
                <a:off x="4041099" y="5938098"/>
                <a:ext cx="141511" cy="74052"/>
              </a:xfrm>
              <a:custGeom>
                <a:avLst/>
                <a:gdLst>
                  <a:gd name="csX0" fmla="*/ 1391 w 141511"/>
                  <a:gd name="csY0" fmla="*/ 66077 h 74052"/>
                  <a:gd name="csX1" fmla="*/ 9593 w 141511"/>
                  <a:gd name="csY1" fmla="*/ 67822 h 74052"/>
                  <a:gd name="csX2" fmla="*/ 26004 w 141511"/>
                  <a:gd name="csY2" fmla="*/ 70435 h 74052"/>
                  <a:gd name="csX3" fmla="*/ 61892 w 141511"/>
                  <a:gd name="csY3" fmla="*/ 70435 h 74052"/>
                  <a:gd name="csX4" fmla="*/ 75225 w 141511"/>
                  <a:gd name="csY4" fmla="*/ 71304 h 74052"/>
                  <a:gd name="csX5" fmla="*/ 93681 w 141511"/>
                  <a:gd name="csY5" fmla="*/ 74793 h 74052"/>
                  <a:gd name="csX6" fmla="*/ 111112 w 141511"/>
                  <a:gd name="csY6" fmla="*/ 75661 h 74052"/>
                  <a:gd name="csX7" fmla="*/ 118295 w 141511"/>
                  <a:gd name="csY7" fmla="*/ 76530 h 74052"/>
                  <a:gd name="csX8" fmla="*/ 135726 w 141511"/>
                  <a:gd name="csY8" fmla="*/ 74793 h 74052"/>
                  <a:gd name="csX9" fmla="*/ 141882 w 141511"/>
                  <a:gd name="csY9" fmla="*/ 72179 h 74052"/>
                  <a:gd name="csX10" fmla="*/ 142902 w 141511"/>
                  <a:gd name="csY10" fmla="*/ 67822 h 74052"/>
                  <a:gd name="csX11" fmla="*/ 119321 w 141511"/>
                  <a:gd name="csY11" fmla="*/ 63464 h 74052"/>
                  <a:gd name="csX12" fmla="*/ 107014 w 141511"/>
                  <a:gd name="csY12" fmla="*/ 58237 h 74052"/>
                  <a:gd name="csX13" fmla="*/ 88558 w 141511"/>
                  <a:gd name="csY13" fmla="*/ 46040 h 74052"/>
                  <a:gd name="csX14" fmla="*/ 84453 w 141511"/>
                  <a:gd name="csY14" fmla="*/ 35587 h 74052"/>
                  <a:gd name="csX15" fmla="*/ 73172 w 141511"/>
                  <a:gd name="csY15" fmla="*/ 9448 h 74052"/>
                  <a:gd name="csX16" fmla="*/ 63944 w 141511"/>
                  <a:gd name="csY16" fmla="*/ 3353 h 74052"/>
                  <a:gd name="csX17" fmla="*/ 56768 w 141511"/>
                  <a:gd name="csY17" fmla="*/ 4222 h 74052"/>
                  <a:gd name="csX18" fmla="*/ 48566 w 141511"/>
                  <a:gd name="csY18" fmla="*/ 2477 h 74052"/>
                  <a:gd name="csX19" fmla="*/ 42409 w 141511"/>
                  <a:gd name="csY19" fmla="*/ 7711 h 74052"/>
                  <a:gd name="csX20" fmla="*/ 27030 w 141511"/>
                  <a:gd name="csY20" fmla="*/ 16419 h 74052"/>
                  <a:gd name="csX21" fmla="*/ 29076 w 141511"/>
                  <a:gd name="csY21" fmla="*/ 22514 h 74052"/>
                  <a:gd name="csX22" fmla="*/ 29076 w 141511"/>
                  <a:gd name="csY22" fmla="*/ 31230 h 74052"/>
                  <a:gd name="csX23" fmla="*/ 37285 w 141511"/>
                  <a:gd name="csY23" fmla="*/ 26872 h 74052"/>
                  <a:gd name="csX24" fmla="*/ 44461 w 141511"/>
                  <a:gd name="csY24" fmla="*/ 24259 h 74052"/>
                  <a:gd name="csX25" fmla="*/ 50611 w 141511"/>
                  <a:gd name="csY25" fmla="*/ 27748 h 74052"/>
                  <a:gd name="csX26" fmla="*/ 45487 w 141511"/>
                  <a:gd name="csY26" fmla="*/ 33843 h 74052"/>
                  <a:gd name="csX27" fmla="*/ 35233 w 141511"/>
                  <a:gd name="csY27" fmla="*/ 41682 h 74052"/>
                  <a:gd name="csX28" fmla="*/ 42409 w 141511"/>
                  <a:gd name="csY28" fmla="*/ 50398 h 74052"/>
                  <a:gd name="csX29" fmla="*/ 52663 w 141511"/>
                  <a:gd name="csY29" fmla="*/ 55624 h 74052"/>
                  <a:gd name="csX30" fmla="*/ 64621 w 141511"/>
                  <a:gd name="csY30" fmla="*/ 57984 h 74052"/>
                  <a:gd name="csX31" fmla="*/ 78043 w 141511"/>
                  <a:gd name="csY31" fmla="*/ 60632 h 74052"/>
                  <a:gd name="csX32" fmla="*/ 76504 w 141511"/>
                  <a:gd name="csY32" fmla="*/ 64552 h 74052"/>
                  <a:gd name="csX33" fmla="*/ 64785 w 141511"/>
                  <a:gd name="csY33" fmla="*/ 62882 h 74052"/>
                  <a:gd name="csX34" fmla="*/ 38304 w 141511"/>
                  <a:gd name="csY34" fmla="*/ 59106 h 74052"/>
                  <a:gd name="csX35" fmla="*/ 22926 w 141511"/>
                  <a:gd name="csY35" fmla="*/ 59982 h 74052"/>
                  <a:gd name="csX36" fmla="*/ 1391 w 141511"/>
                  <a:gd name="csY36" fmla="*/ 62595 h 74052"/>
                  <a:gd name="csX37" fmla="*/ 1391 w 141511"/>
                  <a:gd name="csY37" fmla="*/ 66077 h 740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41511" h="74052">
                    <a:moveTo>
                      <a:pt x="1391" y="66077"/>
                    </a:moveTo>
                    <a:lnTo>
                      <a:pt x="9593" y="67822"/>
                    </a:lnTo>
                    <a:lnTo>
                      <a:pt x="26004" y="70435"/>
                    </a:lnTo>
                    <a:lnTo>
                      <a:pt x="61892" y="70435"/>
                    </a:lnTo>
                    <a:lnTo>
                      <a:pt x="75225" y="71304"/>
                    </a:lnTo>
                    <a:lnTo>
                      <a:pt x="93681" y="74793"/>
                    </a:lnTo>
                    <a:lnTo>
                      <a:pt x="111112" y="75661"/>
                    </a:lnTo>
                    <a:lnTo>
                      <a:pt x="118295" y="76530"/>
                    </a:lnTo>
                    <a:lnTo>
                      <a:pt x="135726" y="74793"/>
                    </a:lnTo>
                    <a:lnTo>
                      <a:pt x="141882" y="72179"/>
                    </a:lnTo>
                    <a:lnTo>
                      <a:pt x="142902" y="67822"/>
                    </a:lnTo>
                    <a:lnTo>
                      <a:pt x="119321" y="63464"/>
                    </a:lnTo>
                    <a:lnTo>
                      <a:pt x="107014" y="58237"/>
                    </a:lnTo>
                    <a:lnTo>
                      <a:pt x="88558" y="46040"/>
                    </a:lnTo>
                    <a:lnTo>
                      <a:pt x="84453" y="35587"/>
                    </a:lnTo>
                    <a:lnTo>
                      <a:pt x="73172" y="9448"/>
                    </a:lnTo>
                    <a:lnTo>
                      <a:pt x="63944" y="3353"/>
                    </a:lnTo>
                    <a:lnTo>
                      <a:pt x="56768" y="4222"/>
                    </a:lnTo>
                    <a:lnTo>
                      <a:pt x="48566" y="2477"/>
                    </a:lnTo>
                    <a:lnTo>
                      <a:pt x="42409" y="7711"/>
                    </a:lnTo>
                    <a:lnTo>
                      <a:pt x="27030" y="16419"/>
                    </a:lnTo>
                    <a:lnTo>
                      <a:pt x="29076" y="22514"/>
                    </a:lnTo>
                    <a:lnTo>
                      <a:pt x="29076" y="31230"/>
                    </a:lnTo>
                    <a:lnTo>
                      <a:pt x="37285" y="26872"/>
                    </a:lnTo>
                    <a:lnTo>
                      <a:pt x="44461" y="24259"/>
                    </a:lnTo>
                    <a:lnTo>
                      <a:pt x="50611" y="27748"/>
                    </a:lnTo>
                    <a:lnTo>
                      <a:pt x="45487" y="33843"/>
                    </a:lnTo>
                    <a:lnTo>
                      <a:pt x="35233" y="41682"/>
                    </a:lnTo>
                    <a:lnTo>
                      <a:pt x="42409" y="50398"/>
                    </a:lnTo>
                    <a:lnTo>
                      <a:pt x="52663" y="55624"/>
                    </a:lnTo>
                    <a:lnTo>
                      <a:pt x="64621" y="57984"/>
                    </a:lnTo>
                    <a:lnTo>
                      <a:pt x="78043" y="60632"/>
                    </a:lnTo>
                    <a:lnTo>
                      <a:pt x="76504" y="64552"/>
                    </a:lnTo>
                    <a:lnTo>
                      <a:pt x="64785" y="62882"/>
                    </a:lnTo>
                    <a:lnTo>
                      <a:pt x="38304" y="59106"/>
                    </a:lnTo>
                    <a:lnTo>
                      <a:pt x="22926" y="59982"/>
                    </a:lnTo>
                    <a:lnTo>
                      <a:pt x="1391" y="62595"/>
                    </a:lnTo>
                    <a:lnTo>
                      <a:pt x="1391" y="660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2" name="Forme libre : forme 1320">
                <a:extLst>
                  <a:ext uri="{FF2B5EF4-FFF2-40B4-BE49-F238E27FC236}">
                    <a16:creationId xmlns:a16="http://schemas.microsoft.com/office/drawing/2014/main" id="{3C8B10F0-2409-9064-2BBE-511E08A6EBA2}"/>
                  </a:ext>
                </a:extLst>
              </p:cNvPr>
              <p:cNvSpPr/>
              <p:nvPr/>
            </p:nvSpPr>
            <p:spPr>
              <a:xfrm rot="2211583" flipV="1">
                <a:off x="1820191" y="5640567"/>
                <a:ext cx="7689" cy="8913"/>
              </a:xfrm>
              <a:custGeom>
                <a:avLst/>
                <a:gdLst>
                  <a:gd name="csX0" fmla="*/ 7 w 7689"/>
                  <a:gd name="csY0" fmla="*/ 2280 h 8913"/>
                  <a:gd name="csX1" fmla="*/ 7696 w 7689"/>
                  <a:gd name="csY1" fmla="*/ 2280 h 8913"/>
                  <a:gd name="csX2" fmla="*/ 6779 w 7689"/>
                  <a:gd name="csY2" fmla="*/ 11194 h 8913"/>
                  <a:gd name="csX3" fmla="*/ 2162 w 7689"/>
                  <a:gd name="csY3" fmla="*/ 9654 h 8913"/>
                  <a:gd name="csX4" fmla="*/ 7 w 7689"/>
                  <a:gd name="csY4" fmla="*/ 2280 h 8913"/>
                </a:gdLst>
                <a:ahLst/>
                <a:cxnLst>
                  <a:cxn ang="0">
                    <a:pos x="csX0" y="csY0"/>
                  </a:cxn>
                  <a:cxn ang="0">
                    <a:pos x="csX1" y="csY1"/>
                  </a:cxn>
                  <a:cxn ang="0">
                    <a:pos x="csX2" y="csY2"/>
                  </a:cxn>
                  <a:cxn ang="0">
                    <a:pos x="csX3" y="csY3"/>
                  </a:cxn>
                  <a:cxn ang="0">
                    <a:pos x="csX4" y="csY4"/>
                  </a:cxn>
                </a:cxnLst>
                <a:rect l="l" t="t" r="r" b="b"/>
                <a:pathLst>
                  <a:path w="7689" h="8913">
                    <a:moveTo>
                      <a:pt x="7" y="2280"/>
                    </a:moveTo>
                    <a:lnTo>
                      <a:pt x="7696" y="2280"/>
                    </a:lnTo>
                    <a:lnTo>
                      <a:pt x="6779" y="11194"/>
                    </a:lnTo>
                    <a:lnTo>
                      <a:pt x="2162" y="9654"/>
                    </a:lnTo>
                    <a:lnTo>
                      <a:pt x="7" y="2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3" name="Forme libre : forme 1321">
                <a:extLst>
                  <a:ext uri="{FF2B5EF4-FFF2-40B4-BE49-F238E27FC236}">
                    <a16:creationId xmlns:a16="http://schemas.microsoft.com/office/drawing/2014/main" id="{8456AF95-0632-91CD-F77B-88EBE4E865AE}"/>
                  </a:ext>
                </a:extLst>
              </p:cNvPr>
              <p:cNvSpPr/>
              <p:nvPr/>
            </p:nvSpPr>
            <p:spPr>
              <a:xfrm>
                <a:off x="1817820" y="2658394"/>
                <a:ext cx="129724" cy="153961"/>
              </a:xfrm>
              <a:custGeom>
                <a:avLst/>
                <a:gdLst>
                  <a:gd name="csX0" fmla="*/ 34 w 129724"/>
                  <a:gd name="csY0" fmla="*/ 128836 h 153961"/>
                  <a:gd name="csX1" fmla="*/ 17464 w 129724"/>
                  <a:gd name="csY1" fmla="*/ 125764 h 153961"/>
                  <a:gd name="csX2" fmla="*/ 28745 w 129724"/>
                  <a:gd name="csY2" fmla="*/ 131914 h 153961"/>
                  <a:gd name="csX3" fmla="*/ 39000 w 129724"/>
                  <a:gd name="csY3" fmla="*/ 147286 h 153961"/>
                  <a:gd name="csX4" fmla="*/ 51306 w 129724"/>
                  <a:gd name="csY4" fmla="*/ 154462 h 153961"/>
                  <a:gd name="csX5" fmla="*/ 70789 w 129724"/>
                  <a:gd name="csY5" fmla="*/ 146260 h 153961"/>
                  <a:gd name="csX6" fmla="*/ 60535 w 129724"/>
                  <a:gd name="csY6" fmla="*/ 137038 h 153961"/>
                  <a:gd name="csX7" fmla="*/ 61561 w 129724"/>
                  <a:gd name="csY7" fmla="*/ 124738 h 153961"/>
                  <a:gd name="csX8" fmla="*/ 75920 w 129724"/>
                  <a:gd name="csY8" fmla="*/ 113464 h 153961"/>
                  <a:gd name="csX9" fmla="*/ 67718 w 129724"/>
                  <a:gd name="csY9" fmla="*/ 104236 h 153961"/>
                  <a:gd name="csX10" fmla="*/ 72842 w 129724"/>
                  <a:gd name="csY10" fmla="*/ 100138 h 153961"/>
                  <a:gd name="csX11" fmla="*/ 75920 w 129724"/>
                  <a:gd name="csY11" fmla="*/ 92962 h 153961"/>
                  <a:gd name="csX12" fmla="*/ 103605 w 129724"/>
                  <a:gd name="csY12" fmla="*/ 86812 h 153961"/>
                  <a:gd name="csX13" fmla="*/ 110781 w 129724"/>
                  <a:gd name="csY13" fmla="*/ 78617 h 153961"/>
                  <a:gd name="csX14" fmla="*/ 112834 w 129724"/>
                  <a:gd name="csY14" fmla="*/ 67343 h 153961"/>
                  <a:gd name="csX15" fmla="*/ 126680 w 129724"/>
                  <a:gd name="csY15" fmla="*/ 65804 h 153961"/>
                  <a:gd name="csX16" fmla="*/ 129758 w 129724"/>
                  <a:gd name="csY16" fmla="*/ 55043 h 153961"/>
                  <a:gd name="csX17" fmla="*/ 103612 w 129724"/>
                  <a:gd name="csY17" fmla="*/ 41094 h 153961"/>
                  <a:gd name="csX18" fmla="*/ 77459 w 129724"/>
                  <a:gd name="csY18" fmla="*/ 22644 h 153961"/>
                  <a:gd name="csX19" fmla="*/ 65152 w 129724"/>
                  <a:gd name="csY19" fmla="*/ 24491 h 153961"/>
                  <a:gd name="csX20" fmla="*/ 52846 w 129724"/>
                  <a:gd name="csY20" fmla="*/ 21721 h 153961"/>
                  <a:gd name="csX21" fmla="*/ 31310 w 129724"/>
                  <a:gd name="csY21" fmla="*/ 21721 h 153961"/>
                  <a:gd name="csX22" fmla="*/ 35928 w 129724"/>
                  <a:gd name="csY22" fmla="*/ 30942 h 153961"/>
                  <a:gd name="csX23" fmla="*/ 34389 w 129724"/>
                  <a:gd name="csY23" fmla="*/ 37400 h 153961"/>
                  <a:gd name="csX24" fmla="*/ 40539 w 129724"/>
                  <a:gd name="csY24" fmla="*/ 42011 h 153961"/>
                  <a:gd name="csX25" fmla="*/ 35928 w 129724"/>
                  <a:gd name="csY25" fmla="*/ 47545 h 153961"/>
                  <a:gd name="csX26" fmla="*/ 15932 w 129724"/>
                  <a:gd name="csY26" fmla="*/ 34636 h 153961"/>
                  <a:gd name="csX27" fmla="*/ 25160 w 129724"/>
                  <a:gd name="csY27" fmla="*/ 27255 h 153961"/>
                  <a:gd name="csX28" fmla="*/ 22082 w 129724"/>
                  <a:gd name="csY28" fmla="*/ 14339 h 153961"/>
                  <a:gd name="csX29" fmla="*/ 2086 w 129724"/>
                  <a:gd name="csY29" fmla="*/ 500 h 153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29724" h="153961">
                    <a:moveTo>
                      <a:pt x="34" y="128836"/>
                    </a:moveTo>
                    <a:lnTo>
                      <a:pt x="17464" y="125764"/>
                    </a:lnTo>
                    <a:lnTo>
                      <a:pt x="28745" y="131914"/>
                    </a:lnTo>
                    <a:lnTo>
                      <a:pt x="39000" y="147286"/>
                    </a:lnTo>
                    <a:lnTo>
                      <a:pt x="51306" y="154462"/>
                    </a:lnTo>
                    <a:lnTo>
                      <a:pt x="70789" y="146260"/>
                    </a:lnTo>
                    <a:lnTo>
                      <a:pt x="60535" y="137038"/>
                    </a:lnTo>
                    <a:lnTo>
                      <a:pt x="61561" y="124738"/>
                    </a:lnTo>
                    <a:lnTo>
                      <a:pt x="75920" y="113464"/>
                    </a:lnTo>
                    <a:lnTo>
                      <a:pt x="67718" y="104236"/>
                    </a:lnTo>
                    <a:lnTo>
                      <a:pt x="72842" y="100138"/>
                    </a:lnTo>
                    <a:lnTo>
                      <a:pt x="75920" y="92962"/>
                    </a:lnTo>
                    <a:lnTo>
                      <a:pt x="103605" y="86812"/>
                    </a:lnTo>
                    <a:lnTo>
                      <a:pt x="110781" y="78617"/>
                    </a:lnTo>
                    <a:lnTo>
                      <a:pt x="112834" y="67343"/>
                    </a:lnTo>
                    <a:lnTo>
                      <a:pt x="126680" y="65804"/>
                    </a:lnTo>
                    <a:lnTo>
                      <a:pt x="129758" y="55043"/>
                    </a:lnTo>
                    <a:lnTo>
                      <a:pt x="103612" y="41094"/>
                    </a:lnTo>
                    <a:lnTo>
                      <a:pt x="77459" y="22644"/>
                    </a:lnTo>
                    <a:lnTo>
                      <a:pt x="65152" y="24491"/>
                    </a:lnTo>
                    <a:lnTo>
                      <a:pt x="52846" y="21721"/>
                    </a:lnTo>
                    <a:lnTo>
                      <a:pt x="31310" y="21721"/>
                    </a:lnTo>
                    <a:lnTo>
                      <a:pt x="35928" y="30942"/>
                    </a:lnTo>
                    <a:lnTo>
                      <a:pt x="34389" y="37400"/>
                    </a:lnTo>
                    <a:lnTo>
                      <a:pt x="40539" y="42011"/>
                    </a:lnTo>
                    <a:lnTo>
                      <a:pt x="35928" y="47545"/>
                    </a:lnTo>
                    <a:lnTo>
                      <a:pt x="15932" y="34636"/>
                    </a:lnTo>
                    <a:lnTo>
                      <a:pt x="25160" y="27255"/>
                    </a:lnTo>
                    <a:lnTo>
                      <a:pt x="22082" y="14339"/>
                    </a:lnTo>
                    <a:lnTo>
                      <a:pt x="2086" y="5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4" name="Forme libre : forme 1322">
                <a:extLst>
                  <a:ext uri="{FF2B5EF4-FFF2-40B4-BE49-F238E27FC236}">
                    <a16:creationId xmlns:a16="http://schemas.microsoft.com/office/drawing/2014/main" id="{E35995BE-CBD4-4078-60AB-C3EA5727EBA4}"/>
                  </a:ext>
                </a:extLst>
              </p:cNvPr>
              <p:cNvSpPr/>
              <p:nvPr/>
            </p:nvSpPr>
            <p:spPr>
              <a:xfrm>
                <a:off x="4374197" y="6303115"/>
                <a:ext cx="35743" cy="18484"/>
              </a:xfrm>
              <a:custGeom>
                <a:avLst/>
                <a:gdLst>
                  <a:gd name="csX0" fmla="*/ 18667 w 35743"/>
                  <a:gd name="csY0" fmla="*/ 2688 h 18484"/>
                  <a:gd name="csX1" fmla="*/ 1572 w 35743"/>
                  <a:gd name="csY1" fmla="*/ 9289 h 18484"/>
                  <a:gd name="csX2" fmla="*/ 3131 w 35743"/>
                  <a:gd name="csY2" fmla="*/ 18531 h 18484"/>
                  <a:gd name="csX3" fmla="*/ 12449 w 35743"/>
                  <a:gd name="csY3" fmla="*/ 19852 h 18484"/>
                  <a:gd name="csX4" fmla="*/ 18667 w 35743"/>
                  <a:gd name="csY4" fmla="*/ 21172 h 18484"/>
                  <a:gd name="csX5" fmla="*/ 17114 w 35743"/>
                  <a:gd name="csY5" fmla="*/ 13250 h 18484"/>
                  <a:gd name="csX6" fmla="*/ 31097 w 35743"/>
                  <a:gd name="csY6" fmla="*/ 11930 h 18484"/>
                  <a:gd name="csX7" fmla="*/ 37315 w 35743"/>
                  <a:gd name="csY7" fmla="*/ 5328 h 18484"/>
                  <a:gd name="csX8" fmla="*/ 31097 w 35743"/>
                  <a:gd name="csY8" fmla="*/ 4008 h 18484"/>
                  <a:gd name="csX9" fmla="*/ 18667 w 35743"/>
                  <a:gd name="csY9" fmla="*/ 2688 h 18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743" h="18484">
                    <a:moveTo>
                      <a:pt x="18667" y="2688"/>
                    </a:moveTo>
                    <a:lnTo>
                      <a:pt x="1572" y="9289"/>
                    </a:lnTo>
                    <a:lnTo>
                      <a:pt x="3131" y="18531"/>
                    </a:lnTo>
                    <a:lnTo>
                      <a:pt x="12449" y="19852"/>
                    </a:lnTo>
                    <a:lnTo>
                      <a:pt x="18667" y="21172"/>
                    </a:lnTo>
                    <a:lnTo>
                      <a:pt x="17114" y="13250"/>
                    </a:lnTo>
                    <a:lnTo>
                      <a:pt x="31097" y="11930"/>
                    </a:lnTo>
                    <a:lnTo>
                      <a:pt x="37315" y="5328"/>
                    </a:lnTo>
                    <a:lnTo>
                      <a:pt x="31097" y="4008"/>
                    </a:lnTo>
                    <a:lnTo>
                      <a:pt x="18667" y="2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5" name="Forme libre : forme 1323">
                <a:extLst>
                  <a:ext uri="{FF2B5EF4-FFF2-40B4-BE49-F238E27FC236}">
                    <a16:creationId xmlns:a16="http://schemas.microsoft.com/office/drawing/2014/main" id="{5A0E6443-7A5C-C08A-855A-98E78096211E}"/>
                  </a:ext>
                </a:extLst>
              </p:cNvPr>
              <p:cNvSpPr/>
              <p:nvPr/>
            </p:nvSpPr>
            <p:spPr>
              <a:xfrm>
                <a:off x="4131789" y="6309717"/>
                <a:ext cx="223766" cy="271235"/>
              </a:xfrm>
              <a:custGeom>
                <a:avLst/>
                <a:gdLst>
                  <a:gd name="csX0" fmla="*/ 225264 w 223766"/>
                  <a:gd name="csY0" fmla="*/ 4107 h 271235"/>
                  <a:gd name="csX1" fmla="*/ 208168 w 223766"/>
                  <a:gd name="csY1" fmla="*/ 2787 h 271235"/>
                  <a:gd name="csX2" fmla="*/ 192633 w 223766"/>
                  <a:gd name="csY2" fmla="*/ 9389 h 271235"/>
                  <a:gd name="csX3" fmla="*/ 180203 w 223766"/>
                  <a:gd name="csY3" fmla="*/ 21271 h 271235"/>
                  <a:gd name="csX4" fmla="*/ 170879 w 223766"/>
                  <a:gd name="csY4" fmla="*/ 21271 h 271235"/>
                  <a:gd name="csX5" fmla="*/ 160002 w 223766"/>
                  <a:gd name="csY5" fmla="*/ 30513 h 271235"/>
                  <a:gd name="csX6" fmla="*/ 138241 w 223766"/>
                  <a:gd name="csY6" fmla="*/ 41076 h 271235"/>
                  <a:gd name="csX7" fmla="*/ 136688 w 223766"/>
                  <a:gd name="csY7" fmla="*/ 50311 h 271235"/>
                  <a:gd name="csX8" fmla="*/ 124258 w 223766"/>
                  <a:gd name="csY8" fmla="*/ 56912 h 271235"/>
                  <a:gd name="csX9" fmla="*/ 113381 w 223766"/>
                  <a:gd name="csY9" fmla="*/ 58233 h 271235"/>
                  <a:gd name="csX10" fmla="*/ 100951 w 223766"/>
                  <a:gd name="csY10" fmla="*/ 71436 h 271235"/>
                  <a:gd name="csX11" fmla="*/ 90074 w 223766"/>
                  <a:gd name="csY11" fmla="*/ 85959 h 271235"/>
                  <a:gd name="csX12" fmla="*/ 85408 w 223766"/>
                  <a:gd name="csY12" fmla="*/ 78037 h 271235"/>
                  <a:gd name="csX13" fmla="*/ 69873 w 223766"/>
                  <a:gd name="csY13" fmla="*/ 87279 h 271235"/>
                  <a:gd name="csX14" fmla="*/ 82302 w 223766"/>
                  <a:gd name="csY14" fmla="*/ 97842 h 271235"/>
                  <a:gd name="csX15" fmla="*/ 77644 w 223766"/>
                  <a:gd name="csY15" fmla="*/ 104443 h 271235"/>
                  <a:gd name="csX16" fmla="*/ 68313 w 223766"/>
                  <a:gd name="csY16" fmla="*/ 105757 h 271235"/>
                  <a:gd name="csX17" fmla="*/ 66760 w 223766"/>
                  <a:gd name="csY17" fmla="*/ 116319 h 271235"/>
                  <a:gd name="csX18" fmla="*/ 54330 w 223766"/>
                  <a:gd name="csY18" fmla="*/ 122920 h 271235"/>
                  <a:gd name="csX19" fmla="*/ 34129 w 223766"/>
                  <a:gd name="csY19" fmla="*/ 133483 h 271235"/>
                  <a:gd name="csX20" fmla="*/ 38794 w 223766"/>
                  <a:gd name="csY20" fmla="*/ 155928 h 271235"/>
                  <a:gd name="csX21" fmla="*/ 34129 w 223766"/>
                  <a:gd name="csY21" fmla="*/ 158568 h 271235"/>
                  <a:gd name="csX22" fmla="*/ 24805 w 223766"/>
                  <a:gd name="csY22" fmla="*/ 149326 h 271235"/>
                  <a:gd name="csX23" fmla="*/ 15480 w 223766"/>
                  <a:gd name="csY23" fmla="*/ 155928 h 271235"/>
                  <a:gd name="csX24" fmla="*/ 26357 w 223766"/>
                  <a:gd name="csY24" fmla="*/ 165170 h 271235"/>
                  <a:gd name="csX25" fmla="*/ 21699 w 223766"/>
                  <a:gd name="csY25" fmla="*/ 173092 h 271235"/>
                  <a:gd name="csX26" fmla="*/ 9269 w 223766"/>
                  <a:gd name="csY26" fmla="*/ 163850 h 271235"/>
                  <a:gd name="csX27" fmla="*/ 7709 w 223766"/>
                  <a:gd name="csY27" fmla="*/ 173092 h 271235"/>
                  <a:gd name="csX28" fmla="*/ 13928 w 223766"/>
                  <a:gd name="csY28" fmla="*/ 184967 h 271235"/>
                  <a:gd name="csX29" fmla="*/ 26357 w 223766"/>
                  <a:gd name="csY29" fmla="*/ 187608 h 271235"/>
                  <a:gd name="csX30" fmla="*/ 27910 w 223766"/>
                  <a:gd name="csY30" fmla="*/ 196850 h 271235"/>
                  <a:gd name="csX31" fmla="*/ 12375 w 223766"/>
                  <a:gd name="csY31" fmla="*/ 214014 h 271235"/>
                  <a:gd name="csX32" fmla="*/ 9269 w 223766"/>
                  <a:gd name="csY32" fmla="*/ 233818 h 271235"/>
                  <a:gd name="csX33" fmla="*/ 20146 w 223766"/>
                  <a:gd name="csY33" fmla="*/ 240413 h 271235"/>
                  <a:gd name="csX34" fmla="*/ 20146 w 223766"/>
                  <a:gd name="csY34" fmla="*/ 249655 h 271235"/>
                  <a:gd name="csX35" fmla="*/ 1498 w 223766"/>
                  <a:gd name="csY35" fmla="*/ 254936 h 271235"/>
                  <a:gd name="csX36" fmla="*/ 3050 w 223766"/>
                  <a:gd name="csY36" fmla="*/ 266819 h 271235"/>
                  <a:gd name="csX37" fmla="*/ 9775 w 223766"/>
                  <a:gd name="csY37" fmla="*/ 272702 h 271235"/>
                  <a:gd name="csX38" fmla="*/ 16219 w 223766"/>
                  <a:gd name="csY38" fmla="*/ 274022 h 271235"/>
                  <a:gd name="csX39" fmla="*/ 95239 w 223766"/>
                  <a:gd name="csY39" fmla="*/ 274022 h 271235"/>
                  <a:gd name="csX40" fmla="*/ 96285 w 223766"/>
                  <a:gd name="csY40" fmla="*/ 268139 h 271235"/>
                  <a:gd name="csX41" fmla="*/ 85408 w 223766"/>
                  <a:gd name="csY41" fmla="*/ 266819 h 271235"/>
                  <a:gd name="csX42" fmla="*/ 93179 w 223766"/>
                  <a:gd name="csY42" fmla="*/ 257577 h 271235"/>
                  <a:gd name="csX43" fmla="*/ 90074 w 223766"/>
                  <a:gd name="csY43" fmla="*/ 240413 h 271235"/>
                  <a:gd name="csX44" fmla="*/ 80750 w 223766"/>
                  <a:gd name="csY44" fmla="*/ 239093 h 271235"/>
                  <a:gd name="csX45" fmla="*/ 68313 w 223766"/>
                  <a:gd name="csY45" fmla="*/ 236459 h 271235"/>
                  <a:gd name="csX46" fmla="*/ 74531 w 223766"/>
                  <a:gd name="csY46" fmla="*/ 225897 h 271235"/>
                  <a:gd name="csX47" fmla="*/ 66760 w 223766"/>
                  <a:gd name="csY47" fmla="*/ 223256 h 271235"/>
                  <a:gd name="csX48" fmla="*/ 63654 w 223766"/>
                  <a:gd name="csY48" fmla="*/ 228537 h 271235"/>
                  <a:gd name="csX49" fmla="*/ 52777 w 223766"/>
                  <a:gd name="csY49" fmla="*/ 228537 h 271235"/>
                  <a:gd name="csX50" fmla="*/ 49671 w 223766"/>
                  <a:gd name="csY50" fmla="*/ 216655 h 271235"/>
                  <a:gd name="csX51" fmla="*/ 55883 w 223766"/>
                  <a:gd name="csY51" fmla="*/ 207412 h 271235"/>
                  <a:gd name="csX52" fmla="*/ 46559 w 223766"/>
                  <a:gd name="csY52" fmla="*/ 199491 h 271235"/>
                  <a:gd name="csX53" fmla="*/ 49671 w 223766"/>
                  <a:gd name="csY53" fmla="*/ 178366 h 271235"/>
                  <a:gd name="csX54" fmla="*/ 66760 w 223766"/>
                  <a:gd name="csY54" fmla="*/ 165170 h 271235"/>
                  <a:gd name="csX55" fmla="*/ 80750 w 223766"/>
                  <a:gd name="csY55" fmla="*/ 169124 h 271235"/>
                  <a:gd name="csX56" fmla="*/ 86961 w 223766"/>
                  <a:gd name="csY56" fmla="*/ 161209 h 271235"/>
                  <a:gd name="csX57" fmla="*/ 86961 w 223766"/>
                  <a:gd name="csY57" fmla="*/ 144045 h 271235"/>
                  <a:gd name="csX58" fmla="*/ 94732 w 223766"/>
                  <a:gd name="csY58" fmla="*/ 136123 h 271235"/>
                  <a:gd name="csX59" fmla="*/ 107162 w 223766"/>
                  <a:gd name="csY59" fmla="*/ 138764 h 271235"/>
                  <a:gd name="csX60" fmla="*/ 114934 w 223766"/>
                  <a:gd name="csY60" fmla="*/ 153287 h 271235"/>
                  <a:gd name="csX61" fmla="*/ 113381 w 223766"/>
                  <a:gd name="csY61" fmla="*/ 136123 h 271235"/>
                  <a:gd name="csX62" fmla="*/ 122705 w 223766"/>
                  <a:gd name="csY62" fmla="*/ 136123 h 271235"/>
                  <a:gd name="csX63" fmla="*/ 125811 w 223766"/>
                  <a:gd name="csY63" fmla="*/ 148006 h 271235"/>
                  <a:gd name="csX64" fmla="*/ 144459 w 223766"/>
                  <a:gd name="csY64" fmla="*/ 142725 h 271235"/>
                  <a:gd name="csX65" fmla="*/ 141353 w 223766"/>
                  <a:gd name="csY65" fmla="*/ 133483 h 271235"/>
                  <a:gd name="csX66" fmla="*/ 150677 w 223766"/>
                  <a:gd name="csY66" fmla="*/ 128202 h 271235"/>
                  <a:gd name="csX67" fmla="*/ 156889 w 223766"/>
                  <a:gd name="csY67" fmla="*/ 136123 h 271235"/>
                  <a:gd name="csX68" fmla="*/ 170879 w 223766"/>
                  <a:gd name="csY68" fmla="*/ 125561 h 271235"/>
                  <a:gd name="csX69" fmla="*/ 163107 w 223766"/>
                  <a:gd name="csY69" fmla="*/ 114999 h 271235"/>
                  <a:gd name="csX70" fmla="*/ 150677 w 223766"/>
                  <a:gd name="csY70" fmla="*/ 114999 h 271235"/>
                  <a:gd name="csX71" fmla="*/ 135135 w 223766"/>
                  <a:gd name="csY71" fmla="*/ 121600 h 271235"/>
                  <a:gd name="csX72" fmla="*/ 122705 w 223766"/>
                  <a:gd name="csY72" fmla="*/ 122920 h 271235"/>
                  <a:gd name="csX73" fmla="*/ 107162 w 223766"/>
                  <a:gd name="csY73" fmla="*/ 113678 h 271235"/>
                  <a:gd name="csX74" fmla="*/ 104057 w 223766"/>
                  <a:gd name="csY74" fmla="*/ 96514 h 271235"/>
                  <a:gd name="csX75" fmla="*/ 116486 w 223766"/>
                  <a:gd name="csY75" fmla="*/ 89920 h 271235"/>
                  <a:gd name="csX76" fmla="*/ 122705 w 223766"/>
                  <a:gd name="csY76" fmla="*/ 95201 h 271235"/>
                  <a:gd name="csX77" fmla="*/ 130476 w 223766"/>
                  <a:gd name="csY77" fmla="*/ 91240 h 271235"/>
                  <a:gd name="csX78" fmla="*/ 130476 w 223766"/>
                  <a:gd name="csY78" fmla="*/ 75397 h 271235"/>
                  <a:gd name="csX79" fmla="*/ 138241 w 223766"/>
                  <a:gd name="csY79" fmla="*/ 70115 h 271235"/>
                  <a:gd name="csX80" fmla="*/ 152230 w 223766"/>
                  <a:gd name="csY80" fmla="*/ 70115 h 271235"/>
                  <a:gd name="csX81" fmla="*/ 156889 w 223766"/>
                  <a:gd name="csY81" fmla="*/ 60873 h 271235"/>
                  <a:gd name="csX82" fmla="*/ 167766 w 223766"/>
                  <a:gd name="csY82" fmla="*/ 63514 h 271235"/>
                  <a:gd name="csX83" fmla="*/ 169319 w 223766"/>
                  <a:gd name="csY83" fmla="*/ 48991 h 271235"/>
                  <a:gd name="csX84" fmla="*/ 178643 w 223766"/>
                  <a:gd name="csY84" fmla="*/ 54272 h 271235"/>
                  <a:gd name="csX85" fmla="*/ 184861 w 223766"/>
                  <a:gd name="csY85" fmla="*/ 52952 h 271235"/>
                  <a:gd name="csX86" fmla="*/ 194186 w 223766"/>
                  <a:gd name="csY86" fmla="*/ 45030 h 271235"/>
                  <a:gd name="csX87" fmla="*/ 194186 w 223766"/>
                  <a:gd name="csY87" fmla="*/ 31834 h 271235"/>
                  <a:gd name="csX88" fmla="*/ 200404 w 223766"/>
                  <a:gd name="csY88" fmla="*/ 21271 h 271235"/>
                  <a:gd name="csX89" fmla="*/ 223711 w 223766"/>
                  <a:gd name="csY89" fmla="*/ 14670 h 271235"/>
                  <a:gd name="csX90" fmla="*/ 225264 w 223766"/>
                  <a:gd name="csY90" fmla="*/ 4107 h 271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23766" h="271235">
                    <a:moveTo>
                      <a:pt x="225264" y="4107"/>
                    </a:moveTo>
                    <a:lnTo>
                      <a:pt x="208168" y="2787"/>
                    </a:lnTo>
                    <a:lnTo>
                      <a:pt x="192633" y="9389"/>
                    </a:lnTo>
                    <a:lnTo>
                      <a:pt x="180203" y="21271"/>
                    </a:lnTo>
                    <a:lnTo>
                      <a:pt x="170879" y="21271"/>
                    </a:lnTo>
                    <a:lnTo>
                      <a:pt x="160002" y="30513"/>
                    </a:lnTo>
                    <a:lnTo>
                      <a:pt x="138241" y="41076"/>
                    </a:lnTo>
                    <a:lnTo>
                      <a:pt x="136688" y="50311"/>
                    </a:lnTo>
                    <a:lnTo>
                      <a:pt x="124258" y="56912"/>
                    </a:lnTo>
                    <a:lnTo>
                      <a:pt x="113381" y="58233"/>
                    </a:lnTo>
                    <a:lnTo>
                      <a:pt x="100951" y="71436"/>
                    </a:lnTo>
                    <a:lnTo>
                      <a:pt x="90074" y="85959"/>
                    </a:lnTo>
                    <a:lnTo>
                      <a:pt x="85408" y="78037"/>
                    </a:lnTo>
                    <a:lnTo>
                      <a:pt x="69873" y="87279"/>
                    </a:lnTo>
                    <a:lnTo>
                      <a:pt x="82302" y="97842"/>
                    </a:lnTo>
                    <a:lnTo>
                      <a:pt x="77644" y="104443"/>
                    </a:lnTo>
                    <a:lnTo>
                      <a:pt x="68313" y="105757"/>
                    </a:lnTo>
                    <a:lnTo>
                      <a:pt x="66760" y="116319"/>
                    </a:lnTo>
                    <a:lnTo>
                      <a:pt x="54330" y="122920"/>
                    </a:lnTo>
                    <a:lnTo>
                      <a:pt x="34129" y="133483"/>
                    </a:lnTo>
                    <a:lnTo>
                      <a:pt x="38794" y="155928"/>
                    </a:lnTo>
                    <a:lnTo>
                      <a:pt x="34129" y="158568"/>
                    </a:lnTo>
                    <a:lnTo>
                      <a:pt x="24805" y="149326"/>
                    </a:lnTo>
                    <a:lnTo>
                      <a:pt x="15480" y="155928"/>
                    </a:lnTo>
                    <a:lnTo>
                      <a:pt x="26357" y="165170"/>
                    </a:lnTo>
                    <a:lnTo>
                      <a:pt x="21699" y="173092"/>
                    </a:lnTo>
                    <a:lnTo>
                      <a:pt x="9269" y="163850"/>
                    </a:lnTo>
                    <a:lnTo>
                      <a:pt x="7709" y="173092"/>
                    </a:lnTo>
                    <a:lnTo>
                      <a:pt x="13928" y="184967"/>
                    </a:lnTo>
                    <a:lnTo>
                      <a:pt x="26357" y="187608"/>
                    </a:lnTo>
                    <a:lnTo>
                      <a:pt x="27910" y="196850"/>
                    </a:lnTo>
                    <a:lnTo>
                      <a:pt x="12375" y="214014"/>
                    </a:lnTo>
                    <a:lnTo>
                      <a:pt x="9269" y="233818"/>
                    </a:lnTo>
                    <a:lnTo>
                      <a:pt x="20146" y="240413"/>
                    </a:lnTo>
                    <a:lnTo>
                      <a:pt x="20146" y="249655"/>
                    </a:lnTo>
                    <a:lnTo>
                      <a:pt x="1498" y="254936"/>
                    </a:lnTo>
                    <a:lnTo>
                      <a:pt x="3050" y="266819"/>
                    </a:lnTo>
                    <a:lnTo>
                      <a:pt x="9775" y="272702"/>
                    </a:lnTo>
                    <a:lnTo>
                      <a:pt x="16219" y="274022"/>
                    </a:lnTo>
                    <a:lnTo>
                      <a:pt x="95239" y="274022"/>
                    </a:lnTo>
                    <a:lnTo>
                      <a:pt x="96285" y="268139"/>
                    </a:lnTo>
                    <a:lnTo>
                      <a:pt x="85408" y="266819"/>
                    </a:lnTo>
                    <a:lnTo>
                      <a:pt x="93179" y="257577"/>
                    </a:lnTo>
                    <a:lnTo>
                      <a:pt x="90074" y="240413"/>
                    </a:lnTo>
                    <a:lnTo>
                      <a:pt x="80750" y="239093"/>
                    </a:lnTo>
                    <a:lnTo>
                      <a:pt x="68313" y="236459"/>
                    </a:lnTo>
                    <a:lnTo>
                      <a:pt x="74531" y="225897"/>
                    </a:lnTo>
                    <a:lnTo>
                      <a:pt x="66760" y="223256"/>
                    </a:lnTo>
                    <a:lnTo>
                      <a:pt x="63654" y="228537"/>
                    </a:lnTo>
                    <a:lnTo>
                      <a:pt x="52777" y="228537"/>
                    </a:lnTo>
                    <a:lnTo>
                      <a:pt x="49671" y="216655"/>
                    </a:lnTo>
                    <a:lnTo>
                      <a:pt x="55883" y="207412"/>
                    </a:lnTo>
                    <a:lnTo>
                      <a:pt x="46559" y="199491"/>
                    </a:lnTo>
                    <a:lnTo>
                      <a:pt x="49671" y="178366"/>
                    </a:lnTo>
                    <a:lnTo>
                      <a:pt x="66760" y="165170"/>
                    </a:lnTo>
                    <a:lnTo>
                      <a:pt x="80750" y="169124"/>
                    </a:lnTo>
                    <a:lnTo>
                      <a:pt x="86961" y="161209"/>
                    </a:lnTo>
                    <a:lnTo>
                      <a:pt x="86961" y="144045"/>
                    </a:lnTo>
                    <a:lnTo>
                      <a:pt x="94732" y="136123"/>
                    </a:lnTo>
                    <a:lnTo>
                      <a:pt x="107162" y="138764"/>
                    </a:lnTo>
                    <a:lnTo>
                      <a:pt x="114934" y="153287"/>
                    </a:lnTo>
                    <a:lnTo>
                      <a:pt x="113381" y="136123"/>
                    </a:lnTo>
                    <a:lnTo>
                      <a:pt x="122705" y="136123"/>
                    </a:lnTo>
                    <a:lnTo>
                      <a:pt x="125811" y="148006"/>
                    </a:lnTo>
                    <a:lnTo>
                      <a:pt x="144459" y="142725"/>
                    </a:lnTo>
                    <a:lnTo>
                      <a:pt x="141353" y="133483"/>
                    </a:lnTo>
                    <a:lnTo>
                      <a:pt x="150677" y="128202"/>
                    </a:lnTo>
                    <a:lnTo>
                      <a:pt x="156889" y="136123"/>
                    </a:lnTo>
                    <a:lnTo>
                      <a:pt x="170879" y="125561"/>
                    </a:lnTo>
                    <a:lnTo>
                      <a:pt x="163107" y="114999"/>
                    </a:lnTo>
                    <a:lnTo>
                      <a:pt x="150677" y="114999"/>
                    </a:lnTo>
                    <a:lnTo>
                      <a:pt x="135135" y="121600"/>
                    </a:lnTo>
                    <a:lnTo>
                      <a:pt x="122705" y="122920"/>
                    </a:lnTo>
                    <a:lnTo>
                      <a:pt x="107162" y="113678"/>
                    </a:lnTo>
                    <a:lnTo>
                      <a:pt x="104057" y="96514"/>
                    </a:lnTo>
                    <a:lnTo>
                      <a:pt x="116486" y="89920"/>
                    </a:lnTo>
                    <a:lnTo>
                      <a:pt x="122705" y="95201"/>
                    </a:lnTo>
                    <a:lnTo>
                      <a:pt x="130476" y="91240"/>
                    </a:lnTo>
                    <a:lnTo>
                      <a:pt x="130476" y="75397"/>
                    </a:lnTo>
                    <a:lnTo>
                      <a:pt x="138241" y="70115"/>
                    </a:lnTo>
                    <a:lnTo>
                      <a:pt x="152230" y="70115"/>
                    </a:lnTo>
                    <a:lnTo>
                      <a:pt x="156889" y="60873"/>
                    </a:lnTo>
                    <a:lnTo>
                      <a:pt x="167766" y="63514"/>
                    </a:lnTo>
                    <a:lnTo>
                      <a:pt x="169319" y="48991"/>
                    </a:lnTo>
                    <a:lnTo>
                      <a:pt x="178643" y="54272"/>
                    </a:lnTo>
                    <a:lnTo>
                      <a:pt x="184861" y="52952"/>
                    </a:lnTo>
                    <a:lnTo>
                      <a:pt x="194186" y="45030"/>
                    </a:lnTo>
                    <a:lnTo>
                      <a:pt x="194186" y="31834"/>
                    </a:lnTo>
                    <a:lnTo>
                      <a:pt x="200404" y="21271"/>
                    </a:lnTo>
                    <a:lnTo>
                      <a:pt x="223711" y="14670"/>
                    </a:lnTo>
                    <a:lnTo>
                      <a:pt x="225264" y="4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6" name="Forme libre : forme 1324">
                <a:extLst>
                  <a:ext uri="{FF2B5EF4-FFF2-40B4-BE49-F238E27FC236}">
                    <a16:creationId xmlns:a16="http://schemas.microsoft.com/office/drawing/2014/main" id="{383A5B99-6E09-AB22-A944-525C41B5EF96}"/>
                  </a:ext>
                </a:extLst>
              </p:cNvPr>
              <p:cNvSpPr/>
              <p:nvPr/>
            </p:nvSpPr>
            <p:spPr>
              <a:xfrm>
                <a:off x="4333794" y="6338756"/>
                <a:ext cx="23313" cy="14523"/>
              </a:xfrm>
              <a:custGeom>
                <a:avLst/>
                <a:gdLst>
                  <a:gd name="csX0" fmla="*/ 18639 w 23313"/>
                  <a:gd name="csY0" fmla="*/ 15909 h 14523"/>
                  <a:gd name="csX1" fmla="*/ 24858 w 23313"/>
                  <a:gd name="csY1" fmla="*/ 5347 h 14523"/>
                  <a:gd name="csX2" fmla="*/ 15534 w 23313"/>
                  <a:gd name="csY2" fmla="*/ 2706 h 14523"/>
                  <a:gd name="csX3" fmla="*/ 12421 w 23313"/>
                  <a:gd name="csY3" fmla="*/ 6667 h 14523"/>
                  <a:gd name="csX4" fmla="*/ 1544 w 23313"/>
                  <a:gd name="csY4" fmla="*/ 5347 h 14523"/>
                  <a:gd name="csX5" fmla="*/ 1544 w 23313"/>
                  <a:gd name="csY5" fmla="*/ 15909 h 14523"/>
                  <a:gd name="csX6" fmla="*/ 13974 w 23313"/>
                  <a:gd name="csY6" fmla="*/ 17229 h 14523"/>
                  <a:gd name="csX7" fmla="*/ 18639 w 23313"/>
                  <a:gd name="csY7" fmla="*/ 15909 h 14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313" h="14523">
                    <a:moveTo>
                      <a:pt x="18639" y="15909"/>
                    </a:moveTo>
                    <a:lnTo>
                      <a:pt x="24858" y="5347"/>
                    </a:lnTo>
                    <a:lnTo>
                      <a:pt x="15534" y="2706"/>
                    </a:lnTo>
                    <a:lnTo>
                      <a:pt x="12421" y="6667"/>
                    </a:lnTo>
                    <a:lnTo>
                      <a:pt x="1544" y="5347"/>
                    </a:lnTo>
                    <a:lnTo>
                      <a:pt x="1544" y="15909"/>
                    </a:lnTo>
                    <a:lnTo>
                      <a:pt x="13974" y="17229"/>
                    </a:lnTo>
                    <a:lnTo>
                      <a:pt x="18639" y="15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7" name="Forme libre : forme 1325">
                <a:extLst>
                  <a:ext uri="{FF2B5EF4-FFF2-40B4-BE49-F238E27FC236}">
                    <a16:creationId xmlns:a16="http://schemas.microsoft.com/office/drawing/2014/main" id="{AB0349F3-4BDE-0534-507A-B8C5F8BFA288}"/>
                  </a:ext>
                </a:extLst>
              </p:cNvPr>
              <p:cNvSpPr/>
              <p:nvPr/>
            </p:nvSpPr>
            <p:spPr>
              <a:xfrm rot="578529" flipV="1">
                <a:off x="4360637" y="6342975"/>
                <a:ext cx="7880" cy="5725"/>
              </a:xfrm>
              <a:custGeom>
                <a:avLst/>
                <a:gdLst>
                  <a:gd name="csX0" fmla="*/ 1554 w 7880"/>
                  <a:gd name="csY0" fmla="*/ 2707 h 5725"/>
                  <a:gd name="csX1" fmla="*/ 9435 w 7880"/>
                  <a:gd name="csY1" fmla="*/ 2707 h 5725"/>
                  <a:gd name="csX2" fmla="*/ 8771 w 7880"/>
                  <a:gd name="csY2" fmla="*/ 6613 h 5725"/>
                  <a:gd name="csX3" fmla="*/ 3730 w 7880"/>
                  <a:gd name="csY3" fmla="*/ 8432 h 5725"/>
                  <a:gd name="csX4" fmla="*/ 1554 w 7880"/>
                  <a:gd name="csY4" fmla="*/ 2707 h 5725"/>
                </a:gdLst>
                <a:ahLst/>
                <a:cxnLst>
                  <a:cxn ang="0">
                    <a:pos x="csX0" y="csY0"/>
                  </a:cxn>
                  <a:cxn ang="0">
                    <a:pos x="csX1" y="csY1"/>
                  </a:cxn>
                  <a:cxn ang="0">
                    <a:pos x="csX2" y="csY2"/>
                  </a:cxn>
                  <a:cxn ang="0">
                    <a:pos x="csX3" y="csY3"/>
                  </a:cxn>
                  <a:cxn ang="0">
                    <a:pos x="csX4" y="csY4"/>
                  </a:cxn>
                </a:cxnLst>
                <a:rect l="l" t="t" r="r" b="b"/>
                <a:pathLst>
                  <a:path w="7880" h="5725">
                    <a:moveTo>
                      <a:pt x="1554" y="2707"/>
                    </a:moveTo>
                    <a:lnTo>
                      <a:pt x="9435" y="2707"/>
                    </a:lnTo>
                    <a:lnTo>
                      <a:pt x="8771" y="6613"/>
                    </a:lnTo>
                    <a:lnTo>
                      <a:pt x="3730" y="8432"/>
                    </a:lnTo>
                    <a:lnTo>
                      <a:pt x="1554" y="2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8" name="Forme libre : forme 1326">
                <a:extLst>
                  <a:ext uri="{FF2B5EF4-FFF2-40B4-BE49-F238E27FC236}">
                    <a16:creationId xmlns:a16="http://schemas.microsoft.com/office/drawing/2014/main" id="{D9D46D84-97DF-2651-37E3-C4D00D1C1E98}"/>
                  </a:ext>
                </a:extLst>
              </p:cNvPr>
              <p:cNvSpPr/>
              <p:nvPr/>
            </p:nvSpPr>
            <p:spPr>
              <a:xfrm rot="415254" flipV="1">
                <a:off x="4340360" y="6355507"/>
                <a:ext cx="20050" cy="6929"/>
              </a:xfrm>
              <a:custGeom>
                <a:avLst/>
                <a:gdLst>
                  <a:gd name="csX0" fmla="*/ 1545 w 20050"/>
                  <a:gd name="csY0" fmla="*/ 2715 h 6929"/>
                  <a:gd name="csX1" fmla="*/ 12497 w 20050"/>
                  <a:gd name="csY1" fmla="*/ 2715 h 6929"/>
                  <a:gd name="csX2" fmla="*/ 21595 w 20050"/>
                  <a:gd name="csY2" fmla="*/ 5150 h 6929"/>
                  <a:gd name="csX3" fmla="*/ 14789 w 20050"/>
                  <a:gd name="csY3" fmla="*/ 9644 h 6929"/>
                  <a:gd name="csX4" fmla="*/ 1545 w 20050"/>
                  <a:gd name="csY4" fmla="*/ 2715 h 6929"/>
                </a:gdLst>
                <a:ahLst/>
                <a:cxnLst>
                  <a:cxn ang="0">
                    <a:pos x="csX0" y="csY0"/>
                  </a:cxn>
                  <a:cxn ang="0">
                    <a:pos x="csX1" y="csY1"/>
                  </a:cxn>
                  <a:cxn ang="0">
                    <a:pos x="csX2" y="csY2"/>
                  </a:cxn>
                  <a:cxn ang="0">
                    <a:pos x="csX3" y="csY3"/>
                  </a:cxn>
                  <a:cxn ang="0">
                    <a:pos x="csX4" y="csY4"/>
                  </a:cxn>
                </a:cxnLst>
                <a:rect l="l" t="t" r="r" b="b"/>
                <a:pathLst>
                  <a:path w="20050" h="6929">
                    <a:moveTo>
                      <a:pt x="1545" y="2715"/>
                    </a:moveTo>
                    <a:lnTo>
                      <a:pt x="12497" y="2715"/>
                    </a:lnTo>
                    <a:lnTo>
                      <a:pt x="21595" y="5150"/>
                    </a:lnTo>
                    <a:lnTo>
                      <a:pt x="14789" y="9644"/>
                    </a:lnTo>
                    <a:lnTo>
                      <a:pt x="1545" y="27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49" name="Forme libre : forme 1327">
                <a:extLst>
                  <a:ext uri="{FF2B5EF4-FFF2-40B4-BE49-F238E27FC236}">
                    <a16:creationId xmlns:a16="http://schemas.microsoft.com/office/drawing/2014/main" id="{D890BAC4-63A2-20FD-415F-C2E005B02378}"/>
                  </a:ext>
                </a:extLst>
              </p:cNvPr>
              <p:cNvSpPr/>
              <p:nvPr/>
            </p:nvSpPr>
            <p:spPr>
              <a:xfrm>
                <a:off x="4389739" y="6219943"/>
                <a:ext cx="23306" cy="11882"/>
              </a:xfrm>
              <a:custGeom>
                <a:avLst/>
                <a:gdLst>
                  <a:gd name="csX0" fmla="*/ 1576 w 23306"/>
                  <a:gd name="csY0" fmla="*/ 6595 h 11882"/>
                  <a:gd name="csX1" fmla="*/ 1576 w 23306"/>
                  <a:gd name="csY1" fmla="*/ 14517 h 11882"/>
                  <a:gd name="csX2" fmla="*/ 9347 w 23306"/>
                  <a:gd name="csY2" fmla="*/ 11876 h 11882"/>
                  <a:gd name="csX3" fmla="*/ 23330 w 23306"/>
                  <a:gd name="csY3" fmla="*/ 11876 h 11882"/>
                  <a:gd name="csX4" fmla="*/ 24883 w 23306"/>
                  <a:gd name="csY4" fmla="*/ 5275 h 11882"/>
                  <a:gd name="csX5" fmla="*/ 15558 w 23306"/>
                  <a:gd name="csY5" fmla="*/ 2634 h 11882"/>
                  <a:gd name="csX6" fmla="*/ 1576 w 23306"/>
                  <a:gd name="csY6" fmla="*/ 6595 h 118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1882">
                    <a:moveTo>
                      <a:pt x="1576" y="6595"/>
                    </a:moveTo>
                    <a:lnTo>
                      <a:pt x="1576" y="14517"/>
                    </a:lnTo>
                    <a:lnTo>
                      <a:pt x="9347" y="11876"/>
                    </a:lnTo>
                    <a:lnTo>
                      <a:pt x="23330" y="11876"/>
                    </a:lnTo>
                    <a:lnTo>
                      <a:pt x="24883" y="5275"/>
                    </a:lnTo>
                    <a:lnTo>
                      <a:pt x="15558" y="2634"/>
                    </a:lnTo>
                    <a:lnTo>
                      <a:pt x="1576" y="6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0" name="Forme libre : forme 1328">
                <a:extLst>
                  <a:ext uri="{FF2B5EF4-FFF2-40B4-BE49-F238E27FC236}">
                    <a16:creationId xmlns:a16="http://schemas.microsoft.com/office/drawing/2014/main" id="{81F4447E-6C03-DE3E-CFF3-C460957B5ABC}"/>
                  </a:ext>
                </a:extLst>
              </p:cNvPr>
              <p:cNvSpPr/>
              <p:nvPr/>
            </p:nvSpPr>
            <p:spPr>
              <a:xfrm>
                <a:off x="4422370" y="6222584"/>
                <a:ext cx="10877" cy="11882"/>
              </a:xfrm>
              <a:custGeom>
                <a:avLst/>
                <a:gdLst>
                  <a:gd name="csX0" fmla="*/ 1593 w 10877"/>
                  <a:gd name="csY0" fmla="*/ 7917 h 11882"/>
                  <a:gd name="csX1" fmla="*/ 3145 w 10877"/>
                  <a:gd name="csY1" fmla="*/ 14518 h 11882"/>
                  <a:gd name="csX2" fmla="*/ 9364 w 10877"/>
                  <a:gd name="csY2" fmla="*/ 11878 h 11882"/>
                  <a:gd name="csX3" fmla="*/ 12470 w 10877"/>
                  <a:gd name="csY3" fmla="*/ 6596 h 11882"/>
                  <a:gd name="csX4" fmla="*/ 7804 w 10877"/>
                  <a:gd name="csY4" fmla="*/ 2636 h 11882"/>
                  <a:gd name="csX5" fmla="*/ 1593 w 10877"/>
                  <a:gd name="csY5" fmla="*/ 7917 h 11882"/>
                </a:gdLst>
                <a:ahLst/>
                <a:cxnLst>
                  <a:cxn ang="0">
                    <a:pos x="csX0" y="csY0"/>
                  </a:cxn>
                  <a:cxn ang="0">
                    <a:pos x="csX1" y="csY1"/>
                  </a:cxn>
                  <a:cxn ang="0">
                    <a:pos x="csX2" y="csY2"/>
                  </a:cxn>
                  <a:cxn ang="0">
                    <a:pos x="csX3" y="csY3"/>
                  </a:cxn>
                  <a:cxn ang="0">
                    <a:pos x="csX4" y="csY4"/>
                  </a:cxn>
                  <a:cxn ang="0">
                    <a:pos x="csX5" y="csY5"/>
                  </a:cxn>
                </a:cxnLst>
                <a:rect l="l" t="t" r="r" b="b"/>
                <a:pathLst>
                  <a:path w="10877" h="11882">
                    <a:moveTo>
                      <a:pt x="1593" y="7917"/>
                    </a:moveTo>
                    <a:lnTo>
                      <a:pt x="3145" y="14518"/>
                    </a:lnTo>
                    <a:lnTo>
                      <a:pt x="9364" y="11878"/>
                    </a:lnTo>
                    <a:lnTo>
                      <a:pt x="12470" y="6596"/>
                    </a:lnTo>
                    <a:lnTo>
                      <a:pt x="7804" y="2636"/>
                    </a:lnTo>
                    <a:lnTo>
                      <a:pt x="1593" y="7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1" name="Forme libre : forme 1329">
                <a:extLst>
                  <a:ext uri="{FF2B5EF4-FFF2-40B4-BE49-F238E27FC236}">
                    <a16:creationId xmlns:a16="http://schemas.microsoft.com/office/drawing/2014/main" id="{5E7233CB-62B5-EC6E-FDCB-D73643EDF8A1}"/>
                  </a:ext>
                </a:extLst>
              </p:cNvPr>
              <p:cNvSpPr/>
              <p:nvPr/>
            </p:nvSpPr>
            <p:spPr>
              <a:xfrm>
                <a:off x="4312040" y="6252951"/>
                <a:ext cx="35736" cy="23765"/>
              </a:xfrm>
              <a:custGeom>
                <a:avLst/>
                <a:gdLst>
                  <a:gd name="csX0" fmla="*/ 3084 w 35736"/>
                  <a:gd name="csY0" fmla="*/ 15860 h 23765"/>
                  <a:gd name="csX1" fmla="*/ 1531 w 35736"/>
                  <a:gd name="csY1" fmla="*/ 26423 h 23765"/>
                  <a:gd name="csX2" fmla="*/ 23285 w 35736"/>
                  <a:gd name="csY2" fmla="*/ 18501 h 23765"/>
                  <a:gd name="csX3" fmla="*/ 37268 w 35736"/>
                  <a:gd name="csY3" fmla="*/ 9259 h 23765"/>
                  <a:gd name="csX4" fmla="*/ 34163 w 35736"/>
                  <a:gd name="csY4" fmla="*/ 2657 h 23765"/>
                  <a:gd name="csX5" fmla="*/ 12408 w 35736"/>
                  <a:gd name="csY5" fmla="*/ 7939 h 23765"/>
                  <a:gd name="csX6" fmla="*/ 3084 w 35736"/>
                  <a:gd name="csY6" fmla="*/ 15860 h 23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736" h="23765">
                    <a:moveTo>
                      <a:pt x="3084" y="15860"/>
                    </a:moveTo>
                    <a:lnTo>
                      <a:pt x="1531" y="26423"/>
                    </a:lnTo>
                    <a:lnTo>
                      <a:pt x="23285" y="18501"/>
                    </a:lnTo>
                    <a:lnTo>
                      <a:pt x="37268" y="9259"/>
                    </a:lnTo>
                    <a:lnTo>
                      <a:pt x="34163" y="2657"/>
                    </a:lnTo>
                    <a:lnTo>
                      <a:pt x="12408" y="7939"/>
                    </a:lnTo>
                    <a:lnTo>
                      <a:pt x="3084" y="158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2" name="Forme libre : forme 1330">
                <a:extLst>
                  <a:ext uri="{FF2B5EF4-FFF2-40B4-BE49-F238E27FC236}">
                    <a16:creationId xmlns:a16="http://schemas.microsoft.com/office/drawing/2014/main" id="{64F2A68E-55B3-7E6C-072B-5367BC215D77}"/>
                  </a:ext>
                </a:extLst>
              </p:cNvPr>
              <p:cNvSpPr/>
              <p:nvPr/>
            </p:nvSpPr>
            <p:spPr>
              <a:xfrm>
                <a:off x="4201710" y="6353280"/>
                <a:ext cx="23306" cy="17163"/>
              </a:xfrm>
              <a:custGeom>
                <a:avLst/>
                <a:gdLst>
                  <a:gd name="csX0" fmla="*/ 1461 w 23306"/>
                  <a:gd name="csY0" fmla="*/ 14599 h 17163"/>
                  <a:gd name="csX1" fmla="*/ 3014 w 23306"/>
                  <a:gd name="csY1" fmla="*/ 19880 h 17163"/>
                  <a:gd name="csX2" fmla="*/ 20109 w 23306"/>
                  <a:gd name="csY2" fmla="*/ 17239 h 17163"/>
                  <a:gd name="csX3" fmla="*/ 24768 w 23306"/>
                  <a:gd name="csY3" fmla="*/ 9318 h 17163"/>
                  <a:gd name="csX4" fmla="*/ 21662 w 23306"/>
                  <a:gd name="csY4" fmla="*/ 2716 h 17163"/>
                  <a:gd name="csX5" fmla="*/ 7679 w 23306"/>
                  <a:gd name="csY5" fmla="*/ 7997 h 17163"/>
                  <a:gd name="csX6" fmla="*/ 1461 w 23306"/>
                  <a:gd name="csY6" fmla="*/ 14599 h 171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7163">
                    <a:moveTo>
                      <a:pt x="1461" y="14599"/>
                    </a:moveTo>
                    <a:lnTo>
                      <a:pt x="3014" y="19880"/>
                    </a:lnTo>
                    <a:lnTo>
                      <a:pt x="20109" y="17239"/>
                    </a:lnTo>
                    <a:lnTo>
                      <a:pt x="24768" y="9318"/>
                    </a:lnTo>
                    <a:lnTo>
                      <a:pt x="21662" y="2716"/>
                    </a:lnTo>
                    <a:lnTo>
                      <a:pt x="7679" y="7997"/>
                    </a:lnTo>
                    <a:lnTo>
                      <a:pt x="1461" y="14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3" name="Forme libre : forme 1331">
                <a:extLst>
                  <a:ext uri="{FF2B5EF4-FFF2-40B4-BE49-F238E27FC236}">
                    <a16:creationId xmlns:a16="http://schemas.microsoft.com/office/drawing/2014/main" id="{8717738E-DA43-3713-11DD-566AE64F007D}"/>
                  </a:ext>
                </a:extLst>
              </p:cNvPr>
              <p:cNvSpPr/>
              <p:nvPr/>
            </p:nvSpPr>
            <p:spPr>
              <a:xfrm>
                <a:off x="4232788" y="6342717"/>
                <a:ext cx="15542" cy="14523"/>
              </a:xfrm>
              <a:custGeom>
                <a:avLst/>
                <a:gdLst>
                  <a:gd name="csX0" fmla="*/ 1478 w 15542"/>
                  <a:gd name="csY0" fmla="*/ 7991 h 14523"/>
                  <a:gd name="csX1" fmla="*/ 1478 w 15542"/>
                  <a:gd name="csY1" fmla="*/ 17233 h 14523"/>
                  <a:gd name="csX2" fmla="*/ 12355 w 15542"/>
                  <a:gd name="csY2" fmla="*/ 17233 h 14523"/>
                  <a:gd name="csX3" fmla="*/ 17021 w 15542"/>
                  <a:gd name="csY3" fmla="*/ 11952 h 14523"/>
                  <a:gd name="csX4" fmla="*/ 9249 w 15542"/>
                  <a:gd name="csY4" fmla="*/ 2710 h 14523"/>
                  <a:gd name="csX5" fmla="*/ 1478 w 15542"/>
                  <a:gd name="csY5" fmla="*/ 7991 h 14523"/>
                </a:gdLst>
                <a:ahLst/>
                <a:cxnLst>
                  <a:cxn ang="0">
                    <a:pos x="csX0" y="csY0"/>
                  </a:cxn>
                  <a:cxn ang="0">
                    <a:pos x="csX1" y="csY1"/>
                  </a:cxn>
                  <a:cxn ang="0">
                    <a:pos x="csX2" y="csY2"/>
                  </a:cxn>
                  <a:cxn ang="0">
                    <a:pos x="csX3" y="csY3"/>
                  </a:cxn>
                  <a:cxn ang="0">
                    <a:pos x="csX4" y="csY4"/>
                  </a:cxn>
                  <a:cxn ang="0">
                    <a:pos x="csX5" y="csY5"/>
                  </a:cxn>
                </a:cxnLst>
                <a:rect l="l" t="t" r="r" b="b"/>
                <a:pathLst>
                  <a:path w="15542" h="14523">
                    <a:moveTo>
                      <a:pt x="1478" y="7991"/>
                    </a:moveTo>
                    <a:lnTo>
                      <a:pt x="1478" y="17233"/>
                    </a:lnTo>
                    <a:lnTo>
                      <a:pt x="12355" y="17233"/>
                    </a:lnTo>
                    <a:lnTo>
                      <a:pt x="17021" y="11952"/>
                    </a:lnTo>
                    <a:lnTo>
                      <a:pt x="9249" y="2710"/>
                    </a:lnTo>
                    <a:lnTo>
                      <a:pt x="1478" y="7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4" name="Forme libre : forme 1332">
                <a:extLst>
                  <a:ext uri="{FF2B5EF4-FFF2-40B4-BE49-F238E27FC236}">
                    <a16:creationId xmlns:a16="http://schemas.microsoft.com/office/drawing/2014/main" id="{D3C13B68-012A-6AA8-C5C1-DC04F48B94AF}"/>
                  </a:ext>
                </a:extLst>
              </p:cNvPr>
              <p:cNvSpPr/>
              <p:nvPr/>
            </p:nvSpPr>
            <p:spPr>
              <a:xfrm rot="-8377689" flipV="1">
                <a:off x="4248049" y="6324485"/>
                <a:ext cx="9139" cy="12074"/>
              </a:xfrm>
              <a:custGeom>
                <a:avLst/>
                <a:gdLst>
                  <a:gd name="csX0" fmla="*/ 2541 w 9139"/>
                  <a:gd name="csY0" fmla="*/ 2698 h 12074"/>
                  <a:gd name="csX1" fmla="*/ 8657 w 9139"/>
                  <a:gd name="csY1" fmla="*/ 2698 h 12074"/>
                  <a:gd name="csX2" fmla="*/ 10627 w 9139"/>
                  <a:gd name="csY2" fmla="*/ 14772 h 12074"/>
                  <a:gd name="csX3" fmla="*/ 1488 w 9139"/>
                  <a:gd name="csY3" fmla="*/ 8731 h 12074"/>
                  <a:gd name="csX4" fmla="*/ 2541 w 9139"/>
                  <a:gd name="csY4" fmla="*/ 2698 h 12074"/>
                </a:gdLst>
                <a:ahLst/>
                <a:cxnLst>
                  <a:cxn ang="0">
                    <a:pos x="csX0" y="csY0"/>
                  </a:cxn>
                  <a:cxn ang="0">
                    <a:pos x="csX1" y="csY1"/>
                  </a:cxn>
                  <a:cxn ang="0">
                    <a:pos x="csX2" y="csY2"/>
                  </a:cxn>
                  <a:cxn ang="0">
                    <a:pos x="csX3" y="csY3"/>
                  </a:cxn>
                  <a:cxn ang="0">
                    <a:pos x="csX4" y="csY4"/>
                  </a:cxn>
                </a:cxnLst>
                <a:rect l="l" t="t" r="r" b="b"/>
                <a:pathLst>
                  <a:path w="9139" h="12074">
                    <a:moveTo>
                      <a:pt x="2541" y="2698"/>
                    </a:moveTo>
                    <a:lnTo>
                      <a:pt x="8657" y="2698"/>
                    </a:lnTo>
                    <a:lnTo>
                      <a:pt x="10627" y="14772"/>
                    </a:lnTo>
                    <a:lnTo>
                      <a:pt x="1488" y="8731"/>
                    </a:lnTo>
                    <a:lnTo>
                      <a:pt x="2541" y="26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5" name="Forme libre : forme 1333">
                <a:extLst>
                  <a:ext uri="{FF2B5EF4-FFF2-40B4-BE49-F238E27FC236}">
                    <a16:creationId xmlns:a16="http://schemas.microsoft.com/office/drawing/2014/main" id="{A4AD5D7E-A5E3-69CC-BFD3-6503143418E1}"/>
                  </a:ext>
                </a:extLst>
              </p:cNvPr>
              <p:cNvSpPr/>
              <p:nvPr/>
            </p:nvSpPr>
            <p:spPr>
              <a:xfrm rot="-719611" flipV="1">
                <a:off x="4270809" y="6324315"/>
                <a:ext cx="14085" cy="6450"/>
              </a:xfrm>
              <a:custGeom>
                <a:avLst/>
                <a:gdLst>
                  <a:gd name="csX0" fmla="*/ 1501 w 14085"/>
                  <a:gd name="csY0" fmla="*/ 2695 h 6450"/>
                  <a:gd name="csX1" fmla="*/ 14212 w 14085"/>
                  <a:gd name="csY1" fmla="*/ 2695 h 6450"/>
                  <a:gd name="csX2" fmla="*/ 15587 w 14085"/>
                  <a:gd name="csY2" fmla="*/ 9146 h 6450"/>
                  <a:gd name="csX3" fmla="*/ 5914 w 14085"/>
                  <a:gd name="csY3" fmla="*/ 8503 h 6450"/>
                  <a:gd name="csX4" fmla="*/ 1501 w 14085"/>
                  <a:gd name="csY4" fmla="*/ 2695 h 6450"/>
                </a:gdLst>
                <a:ahLst/>
                <a:cxnLst>
                  <a:cxn ang="0">
                    <a:pos x="csX0" y="csY0"/>
                  </a:cxn>
                  <a:cxn ang="0">
                    <a:pos x="csX1" y="csY1"/>
                  </a:cxn>
                  <a:cxn ang="0">
                    <a:pos x="csX2" y="csY2"/>
                  </a:cxn>
                  <a:cxn ang="0">
                    <a:pos x="csX3" y="csY3"/>
                  </a:cxn>
                  <a:cxn ang="0">
                    <a:pos x="csX4" y="csY4"/>
                  </a:cxn>
                </a:cxnLst>
                <a:rect l="l" t="t" r="r" b="b"/>
                <a:pathLst>
                  <a:path w="14085" h="6450">
                    <a:moveTo>
                      <a:pt x="1501" y="2695"/>
                    </a:moveTo>
                    <a:lnTo>
                      <a:pt x="14212" y="2695"/>
                    </a:lnTo>
                    <a:lnTo>
                      <a:pt x="15587" y="9146"/>
                    </a:lnTo>
                    <a:lnTo>
                      <a:pt x="5914" y="8503"/>
                    </a:lnTo>
                    <a:lnTo>
                      <a:pt x="1501" y="26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6" name="Forme libre : forme 1334">
                <a:extLst>
                  <a:ext uri="{FF2B5EF4-FFF2-40B4-BE49-F238E27FC236}">
                    <a16:creationId xmlns:a16="http://schemas.microsoft.com/office/drawing/2014/main" id="{35AE6AE1-AAEA-6CB3-2E88-ED71E0B7E6FD}"/>
                  </a:ext>
                </a:extLst>
              </p:cNvPr>
              <p:cNvSpPr/>
              <p:nvPr/>
            </p:nvSpPr>
            <p:spPr>
              <a:xfrm rot="2420445" flipV="1">
                <a:off x="4242060" y="6306953"/>
                <a:ext cx="12040" cy="9057"/>
              </a:xfrm>
              <a:custGeom>
                <a:avLst/>
                <a:gdLst>
                  <a:gd name="csX0" fmla="*/ 1483 w 12040"/>
                  <a:gd name="csY0" fmla="*/ 2686 h 9057"/>
                  <a:gd name="csX1" fmla="*/ 9644 w 12040"/>
                  <a:gd name="csY1" fmla="*/ 2686 h 9057"/>
                  <a:gd name="csX2" fmla="*/ 13523 w 12040"/>
                  <a:gd name="csY2" fmla="*/ 7714 h 9057"/>
                  <a:gd name="csX3" fmla="*/ 3987 w 12040"/>
                  <a:gd name="csY3" fmla="*/ 11743 h 9057"/>
                  <a:gd name="csX4" fmla="*/ 1483 w 12040"/>
                  <a:gd name="csY4" fmla="*/ 2686 h 9057"/>
                </a:gdLst>
                <a:ahLst/>
                <a:cxnLst>
                  <a:cxn ang="0">
                    <a:pos x="csX0" y="csY0"/>
                  </a:cxn>
                  <a:cxn ang="0">
                    <a:pos x="csX1" y="csY1"/>
                  </a:cxn>
                  <a:cxn ang="0">
                    <a:pos x="csX2" y="csY2"/>
                  </a:cxn>
                  <a:cxn ang="0">
                    <a:pos x="csX3" y="csY3"/>
                  </a:cxn>
                  <a:cxn ang="0">
                    <a:pos x="csX4" y="csY4"/>
                  </a:cxn>
                </a:cxnLst>
                <a:rect l="l" t="t" r="r" b="b"/>
                <a:pathLst>
                  <a:path w="12040" h="9057">
                    <a:moveTo>
                      <a:pt x="1483" y="2686"/>
                    </a:moveTo>
                    <a:lnTo>
                      <a:pt x="9644" y="2686"/>
                    </a:lnTo>
                    <a:lnTo>
                      <a:pt x="13523" y="7714"/>
                    </a:lnTo>
                    <a:lnTo>
                      <a:pt x="3987" y="11743"/>
                    </a:lnTo>
                    <a:lnTo>
                      <a:pt x="1483" y="26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7" name="Forme libre : forme 1335">
                <a:extLst>
                  <a:ext uri="{FF2B5EF4-FFF2-40B4-BE49-F238E27FC236}">
                    <a16:creationId xmlns:a16="http://schemas.microsoft.com/office/drawing/2014/main" id="{DE10F10D-B4EE-A50E-FC09-60959C3ABBA6}"/>
                  </a:ext>
                </a:extLst>
              </p:cNvPr>
              <p:cNvSpPr/>
              <p:nvPr/>
            </p:nvSpPr>
            <p:spPr>
              <a:xfrm rot="3794920" flipV="1">
                <a:off x="4231356" y="6289723"/>
                <a:ext cx="15022" cy="9515"/>
              </a:xfrm>
              <a:custGeom>
                <a:avLst/>
                <a:gdLst>
                  <a:gd name="csX0" fmla="*/ 1477 w 15022"/>
                  <a:gd name="csY0" fmla="*/ 2676 h 9515"/>
                  <a:gd name="csX1" fmla="*/ 11821 w 15022"/>
                  <a:gd name="csY1" fmla="*/ 2676 h 9515"/>
                  <a:gd name="csX2" fmla="*/ 16500 w 15022"/>
                  <a:gd name="csY2" fmla="*/ 9024 h 9515"/>
                  <a:gd name="csX3" fmla="*/ 3311 w 15022"/>
                  <a:gd name="csY3" fmla="*/ 12192 h 9515"/>
                  <a:gd name="csX4" fmla="*/ 1477 w 15022"/>
                  <a:gd name="csY4" fmla="*/ 2676 h 9515"/>
                </a:gdLst>
                <a:ahLst/>
                <a:cxnLst>
                  <a:cxn ang="0">
                    <a:pos x="csX0" y="csY0"/>
                  </a:cxn>
                  <a:cxn ang="0">
                    <a:pos x="csX1" y="csY1"/>
                  </a:cxn>
                  <a:cxn ang="0">
                    <a:pos x="csX2" y="csY2"/>
                  </a:cxn>
                  <a:cxn ang="0">
                    <a:pos x="csX3" y="csY3"/>
                  </a:cxn>
                  <a:cxn ang="0">
                    <a:pos x="csX4" y="csY4"/>
                  </a:cxn>
                </a:cxnLst>
                <a:rect l="l" t="t" r="r" b="b"/>
                <a:pathLst>
                  <a:path w="15022" h="9515">
                    <a:moveTo>
                      <a:pt x="1477" y="2676"/>
                    </a:moveTo>
                    <a:lnTo>
                      <a:pt x="11821" y="2676"/>
                    </a:lnTo>
                    <a:lnTo>
                      <a:pt x="16500" y="9024"/>
                    </a:lnTo>
                    <a:lnTo>
                      <a:pt x="3311" y="12192"/>
                    </a:lnTo>
                    <a:lnTo>
                      <a:pt x="1477" y="26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8" name="Forme libre : forme 1336">
                <a:extLst>
                  <a:ext uri="{FF2B5EF4-FFF2-40B4-BE49-F238E27FC236}">
                    <a16:creationId xmlns:a16="http://schemas.microsoft.com/office/drawing/2014/main" id="{CAF71C1B-5317-26BB-8418-E0EBAAB04C76}"/>
                  </a:ext>
                </a:extLst>
              </p:cNvPr>
              <p:cNvSpPr/>
              <p:nvPr/>
            </p:nvSpPr>
            <p:spPr>
              <a:xfrm>
                <a:off x="4259208" y="6275389"/>
                <a:ext cx="35743" cy="14523"/>
              </a:xfrm>
              <a:custGeom>
                <a:avLst/>
                <a:gdLst>
                  <a:gd name="csX0" fmla="*/ 1499 w 35743"/>
                  <a:gd name="csY0" fmla="*/ 14550 h 14523"/>
                  <a:gd name="csX1" fmla="*/ 31024 w 35743"/>
                  <a:gd name="csY1" fmla="*/ 17191 h 14523"/>
                  <a:gd name="csX2" fmla="*/ 37243 w 35743"/>
                  <a:gd name="csY2" fmla="*/ 9269 h 14523"/>
                  <a:gd name="csX3" fmla="*/ 31024 w 35743"/>
                  <a:gd name="csY3" fmla="*/ 2668 h 14523"/>
                  <a:gd name="csX4" fmla="*/ 3052 w 35743"/>
                  <a:gd name="csY4" fmla="*/ 7949 h 14523"/>
                  <a:gd name="csX5" fmla="*/ 1499 w 35743"/>
                  <a:gd name="csY5" fmla="*/ 14550 h 14523"/>
                </a:gdLst>
                <a:ahLst/>
                <a:cxnLst>
                  <a:cxn ang="0">
                    <a:pos x="csX0" y="csY0"/>
                  </a:cxn>
                  <a:cxn ang="0">
                    <a:pos x="csX1" y="csY1"/>
                  </a:cxn>
                  <a:cxn ang="0">
                    <a:pos x="csX2" y="csY2"/>
                  </a:cxn>
                  <a:cxn ang="0">
                    <a:pos x="csX3" y="csY3"/>
                  </a:cxn>
                  <a:cxn ang="0">
                    <a:pos x="csX4" y="csY4"/>
                  </a:cxn>
                  <a:cxn ang="0">
                    <a:pos x="csX5" y="csY5"/>
                  </a:cxn>
                </a:cxnLst>
                <a:rect l="l" t="t" r="r" b="b"/>
                <a:pathLst>
                  <a:path w="35743" h="14523">
                    <a:moveTo>
                      <a:pt x="1499" y="14550"/>
                    </a:moveTo>
                    <a:lnTo>
                      <a:pt x="31024" y="17191"/>
                    </a:lnTo>
                    <a:lnTo>
                      <a:pt x="37243" y="9269"/>
                    </a:lnTo>
                    <a:lnTo>
                      <a:pt x="31024" y="2668"/>
                    </a:lnTo>
                    <a:lnTo>
                      <a:pt x="3052" y="7949"/>
                    </a:lnTo>
                    <a:lnTo>
                      <a:pt x="1499" y="145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59" name="Forme libre : forme 1337">
                <a:extLst>
                  <a:ext uri="{FF2B5EF4-FFF2-40B4-BE49-F238E27FC236}">
                    <a16:creationId xmlns:a16="http://schemas.microsoft.com/office/drawing/2014/main" id="{A6DC136E-55CB-9AD7-6758-6CB0634A8B91}"/>
                  </a:ext>
                </a:extLst>
              </p:cNvPr>
              <p:cNvSpPr/>
              <p:nvPr/>
            </p:nvSpPr>
            <p:spPr>
              <a:xfrm rot="-10298176" flipV="1">
                <a:off x="4276266" y="6295473"/>
                <a:ext cx="13695" cy="10765"/>
              </a:xfrm>
              <a:custGeom>
                <a:avLst/>
                <a:gdLst>
                  <a:gd name="csX0" fmla="*/ 11308 w 13695"/>
                  <a:gd name="csY0" fmla="*/ 2773 h 10765"/>
                  <a:gd name="csX1" fmla="*/ 15153 w 13695"/>
                  <a:gd name="csY1" fmla="*/ 8677 h 10765"/>
                  <a:gd name="csX2" fmla="*/ 11308 w 13695"/>
                  <a:gd name="csY2" fmla="*/ 13445 h 10765"/>
                  <a:gd name="csX3" fmla="*/ 1505 w 13695"/>
                  <a:gd name="csY3" fmla="*/ 5332 h 10765"/>
                  <a:gd name="csX4" fmla="*/ 11308 w 13695"/>
                  <a:gd name="csY4" fmla="*/ 2773 h 10765"/>
                </a:gdLst>
                <a:ahLst/>
                <a:cxnLst>
                  <a:cxn ang="0">
                    <a:pos x="csX0" y="csY0"/>
                  </a:cxn>
                  <a:cxn ang="0">
                    <a:pos x="csX1" y="csY1"/>
                  </a:cxn>
                  <a:cxn ang="0">
                    <a:pos x="csX2" y="csY2"/>
                  </a:cxn>
                  <a:cxn ang="0">
                    <a:pos x="csX3" y="csY3"/>
                  </a:cxn>
                  <a:cxn ang="0">
                    <a:pos x="csX4" y="csY4"/>
                  </a:cxn>
                </a:cxnLst>
                <a:rect l="l" t="t" r="r" b="b"/>
                <a:pathLst>
                  <a:path w="13695" h="10765">
                    <a:moveTo>
                      <a:pt x="11308" y="2773"/>
                    </a:moveTo>
                    <a:cubicBezTo>
                      <a:pt x="15919" y="3451"/>
                      <a:pt x="15153" y="8677"/>
                      <a:pt x="15153" y="8677"/>
                    </a:cubicBezTo>
                    <a:lnTo>
                      <a:pt x="11308" y="13445"/>
                    </a:lnTo>
                    <a:lnTo>
                      <a:pt x="1505" y="5332"/>
                    </a:lnTo>
                    <a:cubicBezTo>
                      <a:pt x="1505" y="5332"/>
                      <a:pt x="6697" y="2096"/>
                      <a:pt x="11308" y="2773"/>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0" name="Forme libre : forme 1338">
                <a:extLst>
                  <a:ext uri="{FF2B5EF4-FFF2-40B4-BE49-F238E27FC236}">
                    <a16:creationId xmlns:a16="http://schemas.microsoft.com/office/drawing/2014/main" id="{2A86E3AC-7981-9821-3F3D-24D16E61D884}"/>
                  </a:ext>
                </a:extLst>
              </p:cNvPr>
              <p:cNvSpPr/>
              <p:nvPr/>
            </p:nvSpPr>
            <p:spPr>
              <a:xfrm>
                <a:off x="4089834" y="6462850"/>
                <a:ext cx="34184" cy="46210"/>
              </a:xfrm>
              <a:custGeom>
                <a:avLst/>
                <a:gdLst>
                  <a:gd name="csX0" fmla="*/ 6055 w 34184"/>
                  <a:gd name="csY0" fmla="*/ 34478 h 46210"/>
                  <a:gd name="csX1" fmla="*/ 1396 w 34184"/>
                  <a:gd name="csY1" fmla="*/ 46361 h 46210"/>
                  <a:gd name="csX2" fmla="*/ 15379 w 34184"/>
                  <a:gd name="csY2" fmla="*/ 49001 h 46210"/>
                  <a:gd name="csX3" fmla="*/ 20038 w 34184"/>
                  <a:gd name="csY3" fmla="*/ 41080 h 46210"/>
                  <a:gd name="csX4" fmla="*/ 35580 w 34184"/>
                  <a:gd name="csY4" fmla="*/ 30517 h 46210"/>
                  <a:gd name="csX5" fmla="*/ 35580 w 34184"/>
                  <a:gd name="csY5" fmla="*/ 2791 h 46210"/>
                  <a:gd name="csX6" fmla="*/ 18485 w 34184"/>
                  <a:gd name="csY6" fmla="*/ 4111 h 46210"/>
                  <a:gd name="csX7" fmla="*/ 6055 w 34184"/>
                  <a:gd name="csY7" fmla="*/ 34478 h 46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184" h="46210">
                    <a:moveTo>
                      <a:pt x="6055" y="34478"/>
                    </a:moveTo>
                    <a:lnTo>
                      <a:pt x="1396" y="46361"/>
                    </a:lnTo>
                    <a:lnTo>
                      <a:pt x="15379" y="49001"/>
                    </a:lnTo>
                    <a:lnTo>
                      <a:pt x="20038" y="41080"/>
                    </a:lnTo>
                    <a:lnTo>
                      <a:pt x="35580" y="30517"/>
                    </a:lnTo>
                    <a:lnTo>
                      <a:pt x="35580" y="2791"/>
                    </a:lnTo>
                    <a:lnTo>
                      <a:pt x="18485" y="4111"/>
                    </a:lnTo>
                    <a:lnTo>
                      <a:pt x="6055" y="344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1" name="Forme libre : forme 1339">
                <a:extLst>
                  <a:ext uri="{FF2B5EF4-FFF2-40B4-BE49-F238E27FC236}">
                    <a16:creationId xmlns:a16="http://schemas.microsoft.com/office/drawing/2014/main" id="{EBDA90B2-40FE-3F1B-DCBC-2EAA4851BACF}"/>
                  </a:ext>
                </a:extLst>
              </p:cNvPr>
              <p:cNvSpPr/>
              <p:nvPr/>
            </p:nvSpPr>
            <p:spPr>
              <a:xfrm>
                <a:off x="4024599" y="6565827"/>
                <a:ext cx="65262" cy="15125"/>
              </a:xfrm>
              <a:custGeom>
                <a:avLst/>
                <a:gdLst>
                  <a:gd name="csX0" fmla="*/ 52616 w 65262"/>
                  <a:gd name="csY0" fmla="*/ 2847 h 15125"/>
                  <a:gd name="csX1" fmla="*/ 15319 w 65262"/>
                  <a:gd name="csY1" fmla="*/ 2847 h 15125"/>
                  <a:gd name="csX2" fmla="*/ 5995 w 65262"/>
                  <a:gd name="csY2" fmla="*/ 16050 h 15125"/>
                  <a:gd name="csX3" fmla="*/ 1370 w 65262"/>
                  <a:gd name="csY3" fmla="*/ 17972 h 15125"/>
                  <a:gd name="csX4" fmla="*/ 66633 w 65262"/>
                  <a:gd name="csY4" fmla="*/ 17972 h 15125"/>
                  <a:gd name="csX5" fmla="*/ 60387 w 65262"/>
                  <a:gd name="csY5" fmla="*/ 17370 h 15125"/>
                  <a:gd name="csX6" fmla="*/ 52616 w 65262"/>
                  <a:gd name="csY6" fmla="*/ 2847 h 1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5262" h="15125">
                    <a:moveTo>
                      <a:pt x="52616" y="2847"/>
                    </a:moveTo>
                    <a:lnTo>
                      <a:pt x="15319" y="2847"/>
                    </a:lnTo>
                    <a:lnTo>
                      <a:pt x="5995" y="16050"/>
                    </a:lnTo>
                    <a:lnTo>
                      <a:pt x="1370" y="17972"/>
                    </a:lnTo>
                    <a:lnTo>
                      <a:pt x="66633" y="17972"/>
                    </a:lnTo>
                    <a:lnTo>
                      <a:pt x="60387" y="17370"/>
                    </a:lnTo>
                    <a:lnTo>
                      <a:pt x="52616" y="28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2" name="Forme libre : forme 1340">
                <a:extLst>
                  <a:ext uri="{FF2B5EF4-FFF2-40B4-BE49-F238E27FC236}">
                    <a16:creationId xmlns:a16="http://schemas.microsoft.com/office/drawing/2014/main" id="{60154DAC-60CC-351D-2A26-A455E633BF6B}"/>
                  </a:ext>
                </a:extLst>
              </p:cNvPr>
              <p:cNvSpPr/>
              <p:nvPr/>
            </p:nvSpPr>
            <p:spPr>
              <a:xfrm rot="-9673971" flipV="1">
                <a:off x="4127728" y="6498414"/>
                <a:ext cx="14913" cy="12245"/>
              </a:xfrm>
              <a:custGeom>
                <a:avLst/>
                <a:gdLst>
                  <a:gd name="csX0" fmla="*/ 1416 w 14913"/>
                  <a:gd name="csY0" fmla="*/ 2804 h 12245"/>
                  <a:gd name="csX1" fmla="*/ 9619 w 14913"/>
                  <a:gd name="csY1" fmla="*/ 2804 h 12245"/>
                  <a:gd name="csX2" fmla="*/ 16330 w 14913"/>
                  <a:gd name="csY2" fmla="*/ 12053 h 12245"/>
                  <a:gd name="csX3" fmla="*/ 8736 w 14913"/>
                  <a:gd name="csY3" fmla="*/ 15049 h 12245"/>
                  <a:gd name="csX4" fmla="*/ 1416 w 14913"/>
                  <a:gd name="csY4" fmla="*/ 2804 h 12245"/>
                </a:gdLst>
                <a:ahLst/>
                <a:cxnLst>
                  <a:cxn ang="0">
                    <a:pos x="csX0" y="csY0"/>
                  </a:cxn>
                  <a:cxn ang="0">
                    <a:pos x="csX1" y="csY1"/>
                  </a:cxn>
                  <a:cxn ang="0">
                    <a:pos x="csX2" y="csY2"/>
                  </a:cxn>
                  <a:cxn ang="0">
                    <a:pos x="csX3" y="csY3"/>
                  </a:cxn>
                  <a:cxn ang="0">
                    <a:pos x="csX4" y="csY4"/>
                  </a:cxn>
                </a:cxnLst>
                <a:rect l="l" t="t" r="r" b="b"/>
                <a:pathLst>
                  <a:path w="14913" h="12245">
                    <a:moveTo>
                      <a:pt x="1416" y="2804"/>
                    </a:moveTo>
                    <a:lnTo>
                      <a:pt x="9619" y="2804"/>
                    </a:lnTo>
                    <a:lnTo>
                      <a:pt x="16330" y="12053"/>
                    </a:lnTo>
                    <a:lnTo>
                      <a:pt x="8736" y="15049"/>
                    </a:lnTo>
                    <a:lnTo>
                      <a:pt x="1416" y="2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3" name="Forme libre : forme 1341">
                <a:extLst>
                  <a:ext uri="{FF2B5EF4-FFF2-40B4-BE49-F238E27FC236}">
                    <a16:creationId xmlns:a16="http://schemas.microsoft.com/office/drawing/2014/main" id="{3B67DEE0-FBCB-1DD9-5EE3-E0191E0C8856}"/>
                  </a:ext>
                </a:extLst>
              </p:cNvPr>
              <p:cNvSpPr/>
              <p:nvPr/>
            </p:nvSpPr>
            <p:spPr>
              <a:xfrm rot="1620430" flipV="1">
                <a:off x="4129041" y="6440348"/>
                <a:ext cx="11855" cy="11294"/>
              </a:xfrm>
              <a:custGeom>
                <a:avLst/>
                <a:gdLst>
                  <a:gd name="csX0" fmla="*/ 1414 w 11855"/>
                  <a:gd name="csY0" fmla="*/ 2768 h 11294"/>
                  <a:gd name="csX1" fmla="*/ 10136 w 11855"/>
                  <a:gd name="csY1" fmla="*/ 2768 h 11294"/>
                  <a:gd name="csX2" fmla="*/ 13269 w 11855"/>
                  <a:gd name="csY2" fmla="*/ 10299 h 11294"/>
                  <a:gd name="csX3" fmla="*/ 6120 w 11855"/>
                  <a:gd name="csY3" fmla="*/ 14062 h 11294"/>
                  <a:gd name="csX4" fmla="*/ 1414 w 11855"/>
                  <a:gd name="csY4" fmla="*/ 2768 h 11294"/>
                </a:gdLst>
                <a:ahLst/>
                <a:cxnLst>
                  <a:cxn ang="0">
                    <a:pos x="csX0" y="csY0"/>
                  </a:cxn>
                  <a:cxn ang="0">
                    <a:pos x="csX1" y="csY1"/>
                  </a:cxn>
                  <a:cxn ang="0">
                    <a:pos x="csX2" y="csY2"/>
                  </a:cxn>
                  <a:cxn ang="0">
                    <a:pos x="csX3" y="csY3"/>
                  </a:cxn>
                  <a:cxn ang="0">
                    <a:pos x="csX4" y="csY4"/>
                  </a:cxn>
                </a:cxnLst>
                <a:rect l="l" t="t" r="r" b="b"/>
                <a:pathLst>
                  <a:path w="11855" h="11294">
                    <a:moveTo>
                      <a:pt x="1414" y="2768"/>
                    </a:moveTo>
                    <a:lnTo>
                      <a:pt x="10136" y="2768"/>
                    </a:lnTo>
                    <a:lnTo>
                      <a:pt x="13269" y="10299"/>
                    </a:lnTo>
                    <a:lnTo>
                      <a:pt x="6120" y="14062"/>
                    </a:lnTo>
                    <a:lnTo>
                      <a:pt x="1414" y="27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4" name="Forme libre : forme 1342">
                <a:extLst>
                  <a:ext uri="{FF2B5EF4-FFF2-40B4-BE49-F238E27FC236}">
                    <a16:creationId xmlns:a16="http://schemas.microsoft.com/office/drawing/2014/main" id="{96EE2861-40D8-42E2-1AD9-8F9E1BE75524}"/>
                  </a:ext>
                </a:extLst>
              </p:cNvPr>
              <p:cNvSpPr/>
              <p:nvPr/>
            </p:nvSpPr>
            <p:spPr>
              <a:xfrm rot="948724" flipV="1">
                <a:off x="4147742" y="6407731"/>
                <a:ext cx="14701" cy="16513"/>
              </a:xfrm>
              <a:custGeom>
                <a:avLst/>
                <a:gdLst>
                  <a:gd name="csX0" fmla="*/ 1426 w 14701"/>
                  <a:gd name="csY0" fmla="*/ 2749 h 16513"/>
                  <a:gd name="csX1" fmla="*/ 11113 w 14701"/>
                  <a:gd name="csY1" fmla="*/ 2749 h 16513"/>
                  <a:gd name="csX2" fmla="*/ 16127 w 14701"/>
                  <a:gd name="csY2" fmla="*/ 19263 h 16513"/>
                  <a:gd name="csX3" fmla="*/ 7514 w 14701"/>
                  <a:gd name="csY3" fmla="*/ 15452 h 16513"/>
                  <a:gd name="csX4" fmla="*/ 1426 w 14701"/>
                  <a:gd name="csY4" fmla="*/ 2749 h 16513"/>
                </a:gdLst>
                <a:ahLst/>
                <a:cxnLst>
                  <a:cxn ang="0">
                    <a:pos x="csX0" y="csY0"/>
                  </a:cxn>
                  <a:cxn ang="0">
                    <a:pos x="csX1" y="csY1"/>
                  </a:cxn>
                  <a:cxn ang="0">
                    <a:pos x="csX2" y="csY2"/>
                  </a:cxn>
                  <a:cxn ang="0">
                    <a:pos x="csX3" y="csY3"/>
                  </a:cxn>
                  <a:cxn ang="0">
                    <a:pos x="csX4" y="csY4"/>
                  </a:cxn>
                </a:cxnLst>
                <a:rect l="l" t="t" r="r" b="b"/>
                <a:pathLst>
                  <a:path w="14701" h="16513">
                    <a:moveTo>
                      <a:pt x="1426" y="2749"/>
                    </a:moveTo>
                    <a:lnTo>
                      <a:pt x="11113" y="2749"/>
                    </a:lnTo>
                    <a:lnTo>
                      <a:pt x="16127" y="19263"/>
                    </a:lnTo>
                    <a:lnTo>
                      <a:pt x="7514" y="15452"/>
                    </a:lnTo>
                    <a:lnTo>
                      <a:pt x="1426" y="2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5" name="Forme libre : forme 1343">
                <a:extLst>
                  <a:ext uri="{FF2B5EF4-FFF2-40B4-BE49-F238E27FC236}">
                    <a16:creationId xmlns:a16="http://schemas.microsoft.com/office/drawing/2014/main" id="{F4F88234-BD45-E8C3-3639-9598AFB7A87B}"/>
                  </a:ext>
                </a:extLst>
              </p:cNvPr>
              <p:cNvSpPr/>
              <p:nvPr/>
            </p:nvSpPr>
            <p:spPr>
              <a:xfrm rot="-3113978" flipV="1">
                <a:off x="4166850" y="6419437"/>
                <a:ext cx="7189" cy="6115"/>
              </a:xfrm>
              <a:custGeom>
                <a:avLst/>
                <a:gdLst>
                  <a:gd name="csX0" fmla="*/ 1437 w 7189"/>
                  <a:gd name="csY0" fmla="*/ 2753 h 6115"/>
                  <a:gd name="csX1" fmla="*/ 6472 w 7189"/>
                  <a:gd name="csY1" fmla="*/ 2753 h 6115"/>
                  <a:gd name="csX2" fmla="*/ 8626 w 7189"/>
                  <a:gd name="csY2" fmla="*/ 6420 h 6115"/>
                  <a:gd name="csX3" fmla="*/ 1676 w 7189"/>
                  <a:gd name="csY3" fmla="*/ 8869 h 6115"/>
                  <a:gd name="csX4" fmla="*/ 1437 w 7189"/>
                  <a:gd name="csY4" fmla="*/ 2753 h 6115"/>
                </a:gdLst>
                <a:ahLst/>
                <a:cxnLst>
                  <a:cxn ang="0">
                    <a:pos x="csX0" y="csY0"/>
                  </a:cxn>
                  <a:cxn ang="0">
                    <a:pos x="csX1" y="csY1"/>
                  </a:cxn>
                  <a:cxn ang="0">
                    <a:pos x="csX2" y="csY2"/>
                  </a:cxn>
                  <a:cxn ang="0">
                    <a:pos x="csX3" y="csY3"/>
                  </a:cxn>
                  <a:cxn ang="0">
                    <a:pos x="csX4" y="csY4"/>
                  </a:cxn>
                </a:cxnLst>
                <a:rect l="l" t="t" r="r" b="b"/>
                <a:pathLst>
                  <a:path w="7189" h="6115">
                    <a:moveTo>
                      <a:pt x="1437" y="2753"/>
                    </a:moveTo>
                    <a:lnTo>
                      <a:pt x="6472" y="2753"/>
                    </a:lnTo>
                    <a:lnTo>
                      <a:pt x="8626" y="6420"/>
                    </a:lnTo>
                    <a:lnTo>
                      <a:pt x="1676" y="8869"/>
                    </a:lnTo>
                    <a:lnTo>
                      <a:pt x="1437" y="27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6" name="Forme libre : forme 1344">
                <a:extLst>
                  <a:ext uri="{FF2B5EF4-FFF2-40B4-BE49-F238E27FC236}">
                    <a16:creationId xmlns:a16="http://schemas.microsoft.com/office/drawing/2014/main" id="{7512A56D-D394-7394-1C15-A59AC280013B}"/>
                  </a:ext>
                </a:extLst>
              </p:cNvPr>
              <p:cNvSpPr/>
              <p:nvPr/>
            </p:nvSpPr>
            <p:spPr>
              <a:xfrm>
                <a:off x="4599516" y="6202780"/>
                <a:ext cx="26419" cy="9242"/>
              </a:xfrm>
              <a:custGeom>
                <a:avLst/>
                <a:gdLst>
                  <a:gd name="csX0" fmla="*/ 9476 w 26419"/>
                  <a:gd name="csY0" fmla="*/ 2623 h 9242"/>
                  <a:gd name="csX1" fmla="*/ 1705 w 26419"/>
                  <a:gd name="csY1" fmla="*/ 6584 h 9242"/>
                  <a:gd name="csX2" fmla="*/ 4811 w 26419"/>
                  <a:gd name="csY2" fmla="*/ 11865 h 9242"/>
                  <a:gd name="csX3" fmla="*/ 17248 w 26419"/>
                  <a:gd name="csY3" fmla="*/ 11865 h 9242"/>
                  <a:gd name="csX4" fmla="*/ 28125 w 26419"/>
                  <a:gd name="csY4" fmla="*/ 10545 h 9242"/>
                  <a:gd name="csX5" fmla="*/ 28125 w 26419"/>
                  <a:gd name="csY5" fmla="*/ 6584 h 9242"/>
                  <a:gd name="csX6" fmla="*/ 20354 w 26419"/>
                  <a:gd name="csY6" fmla="*/ 2623 h 9242"/>
                  <a:gd name="csX7" fmla="*/ 9476 w 26419"/>
                  <a:gd name="csY7" fmla="*/ 2623 h 9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19" h="9242">
                    <a:moveTo>
                      <a:pt x="9476" y="2623"/>
                    </a:moveTo>
                    <a:lnTo>
                      <a:pt x="1705" y="6584"/>
                    </a:lnTo>
                    <a:lnTo>
                      <a:pt x="4811" y="11865"/>
                    </a:lnTo>
                    <a:lnTo>
                      <a:pt x="17248" y="11865"/>
                    </a:lnTo>
                    <a:lnTo>
                      <a:pt x="28125" y="10545"/>
                    </a:lnTo>
                    <a:lnTo>
                      <a:pt x="28125" y="6584"/>
                    </a:lnTo>
                    <a:lnTo>
                      <a:pt x="20354" y="2623"/>
                    </a:lnTo>
                    <a:lnTo>
                      <a:pt x="9476" y="26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67" name="Forme libre : forme 1345">
                <a:extLst>
                  <a:ext uri="{FF2B5EF4-FFF2-40B4-BE49-F238E27FC236}">
                    <a16:creationId xmlns:a16="http://schemas.microsoft.com/office/drawing/2014/main" id="{ACAC4C13-45DE-02BF-1533-E11024DEBBAD}"/>
                  </a:ext>
                </a:extLst>
              </p:cNvPr>
              <p:cNvSpPr/>
              <p:nvPr/>
            </p:nvSpPr>
            <p:spPr>
              <a:xfrm>
                <a:off x="4633707" y="6206740"/>
                <a:ext cx="12429" cy="10562"/>
              </a:xfrm>
              <a:custGeom>
                <a:avLst/>
                <a:gdLst>
                  <a:gd name="csX0" fmla="*/ 4828 w 12429"/>
                  <a:gd name="csY0" fmla="*/ 3946 h 10562"/>
                  <a:gd name="csX1" fmla="*/ 1722 w 12429"/>
                  <a:gd name="csY1" fmla="*/ 9227 h 10562"/>
                  <a:gd name="csX2" fmla="*/ 9487 w 12429"/>
                  <a:gd name="csY2" fmla="*/ 13188 h 10562"/>
                  <a:gd name="csX3" fmla="*/ 14152 w 12429"/>
                  <a:gd name="csY3" fmla="*/ 9227 h 10562"/>
                  <a:gd name="csX4" fmla="*/ 12599 w 12429"/>
                  <a:gd name="csY4" fmla="*/ 2626 h 10562"/>
                  <a:gd name="csX5" fmla="*/ 4828 w 12429"/>
                  <a:gd name="csY5" fmla="*/ 3946 h 10562"/>
                </a:gdLst>
                <a:ahLst/>
                <a:cxnLst>
                  <a:cxn ang="0">
                    <a:pos x="csX0" y="csY0"/>
                  </a:cxn>
                  <a:cxn ang="0">
                    <a:pos x="csX1" y="csY1"/>
                  </a:cxn>
                  <a:cxn ang="0">
                    <a:pos x="csX2" y="csY2"/>
                  </a:cxn>
                  <a:cxn ang="0">
                    <a:pos x="csX3" y="csY3"/>
                  </a:cxn>
                  <a:cxn ang="0">
                    <a:pos x="csX4" y="csY4"/>
                  </a:cxn>
                  <a:cxn ang="0">
                    <a:pos x="csX5" y="csY5"/>
                  </a:cxn>
                </a:cxnLst>
                <a:rect l="l" t="t" r="r" b="b"/>
                <a:pathLst>
                  <a:path w="12429" h="10562">
                    <a:moveTo>
                      <a:pt x="4828" y="3946"/>
                    </a:moveTo>
                    <a:lnTo>
                      <a:pt x="1722" y="9227"/>
                    </a:lnTo>
                    <a:lnTo>
                      <a:pt x="9487" y="13188"/>
                    </a:lnTo>
                    <a:lnTo>
                      <a:pt x="14152" y="9227"/>
                    </a:lnTo>
                    <a:lnTo>
                      <a:pt x="12599" y="2626"/>
                    </a:lnTo>
                    <a:lnTo>
                      <a:pt x="4828" y="3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grpSp>
        <p:sp>
          <p:nvSpPr>
            <p:cNvPr id="8" name="Forme libre : forme 7">
              <a:extLst>
                <a:ext uri="{FF2B5EF4-FFF2-40B4-BE49-F238E27FC236}">
                  <a16:creationId xmlns:a16="http://schemas.microsoft.com/office/drawing/2014/main" id="{9ADCEB88-31D1-E945-6632-E84E554AB803}"/>
                </a:ext>
              </a:extLst>
            </p:cNvPr>
            <p:cNvSpPr/>
            <p:nvPr/>
          </p:nvSpPr>
          <p:spPr>
            <a:xfrm>
              <a:off x="5955145" y="5118912"/>
              <a:ext cx="348147" cy="319778"/>
            </a:xfrm>
            <a:custGeom>
              <a:avLst/>
              <a:gdLst>
                <a:gd name="csX0" fmla="*/ 2604 w 348147"/>
                <a:gd name="csY0" fmla="*/ 161943 h 319778"/>
                <a:gd name="csX1" fmla="*/ 7222 w 348147"/>
                <a:gd name="csY1" fmla="*/ 174243 h 319778"/>
                <a:gd name="csX2" fmla="*/ 17989 w 348147"/>
                <a:gd name="csY2" fmla="*/ 197303 h 319778"/>
                <a:gd name="csX3" fmla="*/ 36446 w 348147"/>
                <a:gd name="csY3" fmla="*/ 223443 h 319778"/>
                <a:gd name="csX4" fmla="*/ 47214 w 348147"/>
                <a:gd name="csY4" fmla="*/ 254186 h 319778"/>
                <a:gd name="csX5" fmla="*/ 45675 w 348147"/>
                <a:gd name="csY5" fmla="*/ 271096 h 319778"/>
                <a:gd name="csX6" fmla="*/ 41057 w 348147"/>
                <a:gd name="csY6" fmla="*/ 278786 h 319778"/>
                <a:gd name="csX7" fmla="*/ 42596 w 348147"/>
                <a:gd name="csY7" fmla="*/ 289546 h 319778"/>
                <a:gd name="csX8" fmla="*/ 77971 w 348147"/>
                <a:gd name="csY8" fmla="*/ 321835 h 319778"/>
                <a:gd name="csX9" fmla="*/ 91817 w 348147"/>
                <a:gd name="csY9" fmla="*/ 318757 h 319778"/>
                <a:gd name="csX10" fmla="*/ 102584 w 348147"/>
                <a:gd name="csY10" fmla="*/ 309535 h 319778"/>
                <a:gd name="csX11" fmla="*/ 128737 w 348147"/>
                <a:gd name="csY11" fmla="*/ 304925 h 319778"/>
                <a:gd name="csX12" fmla="*/ 150272 w 348147"/>
                <a:gd name="csY12" fmla="*/ 301846 h 319778"/>
                <a:gd name="csX13" fmla="*/ 191803 w 348147"/>
                <a:gd name="csY13" fmla="*/ 303385 h 319778"/>
                <a:gd name="csX14" fmla="*/ 199493 w 348147"/>
                <a:gd name="csY14" fmla="*/ 298775 h 319778"/>
                <a:gd name="csX15" fmla="*/ 216410 w 348147"/>
                <a:gd name="csY15" fmla="*/ 295703 h 319778"/>
                <a:gd name="csX16" fmla="*/ 239485 w 348147"/>
                <a:gd name="csY16" fmla="*/ 278786 h 319778"/>
                <a:gd name="csX17" fmla="*/ 268716 w 348147"/>
                <a:gd name="csY17" fmla="*/ 257264 h 319778"/>
                <a:gd name="csX18" fmla="*/ 279477 w 348147"/>
                <a:gd name="csY18" fmla="*/ 243425 h 319778"/>
                <a:gd name="csX19" fmla="*/ 301012 w 348147"/>
                <a:gd name="csY19" fmla="*/ 218832 h 319778"/>
                <a:gd name="csX20" fmla="*/ 305629 w 348147"/>
                <a:gd name="csY20" fmla="*/ 200382 h 319778"/>
                <a:gd name="csX21" fmla="*/ 328704 w 348147"/>
                <a:gd name="csY21" fmla="*/ 169632 h 319778"/>
                <a:gd name="csX22" fmla="*/ 344089 w 348147"/>
                <a:gd name="csY22" fmla="*/ 152721 h 319778"/>
                <a:gd name="csX23" fmla="*/ 344089 w 348147"/>
                <a:gd name="csY23" fmla="*/ 137350 h 319778"/>
                <a:gd name="csX24" fmla="*/ 350239 w 348147"/>
                <a:gd name="csY24" fmla="*/ 126589 h 319778"/>
                <a:gd name="csX25" fmla="*/ 350752 w 348147"/>
                <a:gd name="csY25" fmla="*/ 117361 h 319778"/>
                <a:gd name="csX26" fmla="*/ 333321 w 348147"/>
                <a:gd name="csY26" fmla="*/ 116341 h 319778"/>
                <a:gd name="csX27" fmla="*/ 328191 w 348147"/>
                <a:gd name="csY27" fmla="*/ 87644 h 319778"/>
                <a:gd name="csX28" fmla="*/ 331269 w 348147"/>
                <a:gd name="csY28" fmla="*/ 64070 h 319778"/>
                <a:gd name="csX29" fmla="*/ 322041 w 348147"/>
                <a:gd name="csY29" fmla="*/ 9746 h 319778"/>
                <a:gd name="csX30" fmla="*/ 290251 w 348147"/>
                <a:gd name="csY30" fmla="*/ 2057 h 319778"/>
                <a:gd name="csX31" fmla="*/ 277944 w 348147"/>
                <a:gd name="csY31" fmla="*/ 8207 h 319778"/>
                <a:gd name="csX32" fmla="*/ 262566 w 348147"/>
                <a:gd name="csY32" fmla="*/ 8207 h 319778"/>
                <a:gd name="csX33" fmla="*/ 237952 w 348147"/>
                <a:gd name="csY33" fmla="*/ 29728 h 319778"/>
                <a:gd name="csX34" fmla="*/ 231795 w 348147"/>
                <a:gd name="csY34" fmla="*/ 38957 h 319778"/>
                <a:gd name="csX35" fmla="*/ 210267 w 348147"/>
                <a:gd name="csY35" fmla="*/ 46639 h 319778"/>
                <a:gd name="csX36" fmla="*/ 207189 w 348147"/>
                <a:gd name="csY36" fmla="*/ 72778 h 319778"/>
                <a:gd name="csX37" fmla="*/ 191803 w 348147"/>
                <a:gd name="csY37" fmla="*/ 89689 h 319778"/>
                <a:gd name="csX38" fmla="*/ 173347 w 348147"/>
                <a:gd name="csY38" fmla="*/ 91228 h 319778"/>
                <a:gd name="csX39" fmla="*/ 162579 w 348147"/>
                <a:gd name="csY39" fmla="*/ 83539 h 319778"/>
                <a:gd name="csX40" fmla="*/ 150272 w 348147"/>
                <a:gd name="csY40" fmla="*/ 85078 h 319778"/>
                <a:gd name="csX41" fmla="*/ 124119 w 348147"/>
                <a:gd name="csY41" fmla="*/ 115821 h 319778"/>
                <a:gd name="csX42" fmla="*/ 104123 w 348147"/>
                <a:gd name="csY42" fmla="*/ 115821 h 319778"/>
                <a:gd name="csX43" fmla="*/ 96434 w 348147"/>
                <a:gd name="csY43" fmla="*/ 78928 h 319778"/>
                <a:gd name="csX44" fmla="*/ 82356 w 348147"/>
                <a:gd name="csY44" fmla="*/ 63502 h 319778"/>
                <a:gd name="csX45" fmla="*/ 79517 w 348147"/>
                <a:gd name="csY45" fmla="*/ 161943 h 319778"/>
                <a:gd name="csX46" fmla="*/ 54903 w 348147"/>
                <a:gd name="csY46" fmla="*/ 168093 h 319778"/>
                <a:gd name="csX47" fmla="*/ 39525 w 348147"/>
                <a:gd name="csY47" fmla="*/ 163482 h 319778"/>
                <a:gd name="csX48" fmla="*/ 28750 w 348147"/>
                <a:gd name="csY48" fmla="*/ 157332 h 319778"/>
                <a:gd name="csX49" fmla="*/ 22600 w 348147"/>
                <a:gd name="csY49" fmla="*/ 151182 h 319778"/>
                <a:gd name="csX50" fmla="*/ 14911 w 348147"/>
                <a:gd name="csY50" fmla="*/ 151182 h 319778"/>
                <a:gd name="csX51" fmla="*/ 2604 w 348147"/>
                <a:gd name="csY51" fmla="*/ 161943 h 319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348147" h="319778">
                  <a:moveTo>
                    <a:pt x="2604" y="161943"/>
                  </a:moveTo>
                  <a:lnTo>
                    <a:pt x="7222" y="174243"/>
                  </a:lnTo>
                  <a:lnTo>
                    <a:pt x="17989" y="197303"/>
                  </a:lnTo>
                  <a:lnTo>
                    <a:pt x="36446" y="223443"/>
                  </a:lnTo>
                  <a:lnTo>
                    <a:pt x="47214" y="254186"/>
                  </a:lnTo>
                  <a:lnTo>
                    <a:pt x="45675" y="271096"/>
                  </a:lnTo>
                  <a:lnTo>
                    <a:pt x="41057" y="278786"/>
                  </a:lnTo>
                  <a:lnTo>
                    <a:pt x="42596" y="289546"/>
                  </a:lnTo>
                  <a:lnTo>
                    <a:pt x="77971" y="321835"/>
                  </a:lnTo>
                  <a:lnTo>
                    <a:pt x="91817" y="318757"/>
                  </a:lnTo>
                  <a:lnTo>
                    <a:pt x="102584" y="309535"/>
                  </a:lnTo>
                  <a:lnTo>
                    <a:pt x="128737" y="304925"/>
                  </a:lnTo>
                  <a:lnTo>
                    <a:pt x="150272" y="301846"/>
                  </a:lnTo>
                  <a:lnTo>
                    <a:pt x="191803" y="303385"/>
                  </a:lnTo>
                  <a:lnTo>
                    <a:pt x="199493" y="298775"/>
                  </a:lnTo>
                  <a:lnTo>
                    <a:pt x="216410" y="295703"/>
                  </a:lnTo>
                  <a:lnTo>
                    <a:pt x="239485" y="278786"/>
                  </a:lnTo>
                  <a:lnTo>
                    <a:pt x="268716" y="257264"/>
                  </a:lnTo>
                  <a:lnTo>
                    <a:pt x="279477" y="243425"/>
                  </a:lnTo>
                  <a:lnTo>
                    <a:pt x="301012" y="218832"/>
                  </a:lnTo>
                  <a:lnTo>
                    <a:pt x="305629" y="200382"/>
                  </a:lnTo>
                  <a:lnTo>
                    <a:pt x="328704" y="169632"/>
                  </a:lnTo>
                  <a:lnTo>
                    <a:pt x="344089" y="152721"/>
                  </a:lnTo>
                  <a:lnTo>
                    <a:pt x="344089" y="137350"/>
                  </a:lnTo>
                  <a:lnTo>
                    <a:pt x="350239" y="126589"/>
                  </a:lnTo>
                  <a:lnTo>
                    <a:pt x="350752" y="117361"/>
                  </a:lnTo>
                  <a:lnTo>
                    <a:pt x="333321" y="116341"/>
                  </a:lnTo>
                  <a:lnTo>
                    <a:pt x="328191" y="87644"/>
                  </a:lnTo>
                  <a:lnTo>
                    <a:pt x="331269" y="64070"/>
                  </a:lnTo>
                  <a:lnTo>
                    <a:pt x="322041" y="9746"/>
                  </a:lnTo>
                  <a:lnTo>
                    <a:pt x="290251" y="2057"/>
                  </a:lnTo>
                  <a:lnTo>
                    <a:pt x="277944" y="8207"/>
                  </a:lnTo>
                  <a:lnTo>
                    <a:pt x="262566" y="8207"/>
                  </a:lnTo>
                  <a:lnTo>
                    <a:pt x="237952" y="29728"/>
                  </a:lnTo>
                  <a:lnTo>
                    <a:pt x="231795" y="38957"/>
                  </a:lnTo>
                  <a:lnTo>
                    <a:pt x="210267" y="46639"/>
                  </a:lnTo>
                  <a:lnTo>
                    <a:pt x="207189" y="72778"/>
                  </a:lnTo>
                  <a:lnTo>
                    <a:pt x="191803" y="89689"/>
                  </a:lnTo>
                  <a:lnTo>
                    <a:pt x="173347" y="91228"/>
                  </a:lnTo>
                  <a:lnTo>
                    <a:pt x="162579" y="83539"/>
                  </a:lnTo>
                  <a:lnTo>
                    <a:pt x="150272" y="85078"/>
                  </a:lnTo>
                  <a:lnTo>
                    <a:pt x="124119" y="115821"/>
                  </a:lnTo>
                  <a:lnTo>
                    <a:pt x="104123" y="115821"/>
                  </a:lnTo>
                  <a:lnTo>
                    <a:pt x="96434" y="78928"/>
                  </a:lnTo>
                  <a:lnTo>
                    <a:pt x="82356" y="63502"/>
                  </a:lnTo>
                  <a:lnTo>
                    <a:pt x="79517" y="161943"/>
                  </a:lnTo>
                  <a:lnTo>
                    <a:pt x="54903" y="168093"/>
                  </a:lnTo>
                  <a:lnTo>
                    <a:pt x="39525" y="163482"/>
                  </a:lnTo>
                  <a:lnTo>
                    <a:pt x="28750" y="157332"/>
                  </a:lnTo>
                  <a:lnTo>
                    <a:pt x="22600" y="151182"/>
                  </a:lnTo>
                  <a:lnTo>
                    <a:pt x="14911" y="151182"/>
                  </a:lnTo>
                  <a:lnTo>
                    <a:pt x="2604" y="161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9" name="Forme libre : forme 8">
              <a:extLst>
                <a:ext uri="{FF2B5EF4-FFF2-40B4-BE49-F238E27FC236}">
                  <a16:creationId xmlns:a16="http://schemas.microsoft.com/office/drawing/2014/main" id="{F7B37B85-670A-B248-0206-604E8AB9F735}"/>
                </a:ext>
              </a:extLst>
            </p:cNvPr>
            <p:cNvSpPr/>
            <p:nvPr/>
          </p:nvSpPr>
          <p:spPr>
            <a:xfrm>
              <a:off x="5867493" y="3751394"/>
              <a:ext cx="63066" cy="37666"/>
            </a:xfrm>
            <a:custGeom>
              <a:avLst/>
              <a:gdLst>
                <a:gd name="csX0" fmla="*/ 65560 w 63066"/>
                <a:gd name="csY0" fmla="*/ 1141 h 37666"/>
                <a:gd name="csX1" fmla="*/ 59410 w 63066"/>
                <a:gd name="csY1" fmla="*/ 15746 h 37666"/>
                <a:gd name="csX2" fmla="*/ 60177 w 63066"/>
                <a:gd name="csY2" fmla="*/ 38807 h 37666"/>
                <a:gd name="csX3" fmla="*/ 31718 w 63066"/>
                <a:gd name="csY3" fmla="*/ 27280 h 37666"/>
                <a:gd name="csX4" fmla="*/ 19412 w 63066"/>
                <a:gd name="csY4" fmla="*/ 18818 h 37666"/>
                <a:gd name="csX5" fmla="*/ 4033 w 63066"/>
                <a:gd name="csY5" fmla="*/ 14207 h 37666"/>
                <a:gd name="csX6" fmla="*/ 2494 w 63066"/>
                <a:gd name="csY6" fmla="*/ 9596 h 37666"/>
                <a:gd name="csX7" fmla="*/ 10183 w 63066"/>
                <a:gd name="csY7" fmla="*/ 1907 h 37666"/>
                <a:gd name="csX8" fmla="*/ 18645 w 63066"/>
                <a:gd name="csY8" fmla="*/ 1907 h 37666"/>
                <a:gd name="csX9" fmla="*/ 29413 w 63066"/>
                <a:gd name="csY9" fmla="*/ 5752 h 37666"/>
                <a:gd name="csX10" fmla="*/ 52487 w 63066"/>
                <a:gd name="csY10" fmla="*/ 4219 h 37666"/>
                <a:gd name="csX11" fmla="*/ 65560 w 63066"/>
                <a:gd name="csY11" fmla="*/ 1141 h 37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066" h="37666">
                  <a:moveTo>
                    <a:pt x="65560" y="1141"/>
                  </a:moveTo>
                  <a:lnTo>
                    <a:pt x="59410" y="15746"/>
                  </a:lnTo>
                  <a:lnTo>
                    <a:pt x="60177" y="38807"/>
                  </a:lnTo>
                  <a:lnTo>
                    <a:pt x="31718" y="27280"/>
                  </a:lnTo>
                  <a:lnTo>
                    <a:pt x="19412" y="18818"/>
                  </a:lnTo>
                  <a:lnTo>
                    <a:pt x="4033" y="14207"/>
                  </a:lnTo>
                  <a:lnTo>
                    <a:pt x="2494" y="9596"/>
                  </a:lnTo>
                  <a:lnTo>
                    <a:pt x="10183" y="1907"/>
                  </a:lnTo>
                  <a:lnTo>
                    <a:pt x="18645" y="1907"/>
                  </a:lnTo>
                  <a:lnTo>
                    <a:pt x="29413" y="5752"/>
                  </a:lnTo>
                  <a:lnTo>
                    <a:pt x="52487" y="4219"/>
                  </a:lnTo>
                  <a:lnTo>
                    <a:pt x="65560" y="11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0" name="Forme libre : forme 9">
              <a:extLst>
                <a:ext uri="{FF2B5EF4-FFF2-40B4-BE49-F238E27FC236}">
                  <a16:creationId xmlns:a16="http://schemas.microsoft.com/office/drawing/2014/main" id="{D66035D7-3635-07D0-468B-469628E6D147}"/>
                </a:ext>
              </a:extLst>
            </p:cNvPr>
            <p:cNvSpPr/>
            <p:nvPr/>
          </p:nvSpPr>
          <p:spPr>
            <a:xfrm>
              <a:off x="5780586" y="3662989"/>
              <a:ext cx="29997" cy="64571"/>
            </a:xfrm>
            <a:custGeom>
              <a:avLst/>
              <a:gdLst>
                <a:gd name="csX0" fmla="*/ 2424 w 29997"/>
                <a:gd name="csY0" fmla="*/ 15700 h 64571"/>
                <a:gd name="csX1" fmla="*/ 17036 w 29997"/>
                <a:gd name="csY1" fmla="*/ 8011 h 64571"/>
                <a:gd name="csX2" fmla="*/ 23193 w 29997"/>
                <a:gd name="csY2" fmla="*/ 1095 h 64571"/>
                <a:gd name="csX3" fmla="*/ 27038 w 29997"/>
                <a:gd name="csY3" fmla="*/ 2634 h 64571"/>
                <a:gd name="csX4" fmla="*/ 27038 w 29997"/>
                <a:gd name="csY4" fmla="*/ 13395 h 64571"/>
                <a:gd name="csX5" fmla="*/ 32422 w 29997"/>
                <a:gd name="csY5" fmla="*/ 18772 h 64571"/>
                <a:gd name="csX6" fmla="*/ 30882 w 29997"/>
                <a:gd name="csY6" fmla="*/ 47217 h 64571"/>
                <a:gd name="csX7" fmla="*/ 27804 w 29997"/>
                <a:gd name="csY7" fmla="*/ 53366 h 64571"/>
                <a:gd name="csX8" fmla="*/ 23959 w 29997"/>
                <a:gd name="csY8" fmla="*/ 59516 h 64571"/>
                <a:gd name="csX9" fmla="*/ 15497 w 29997"/>
                <a:gd name="csY9" fmla="*/ 61056 h 64571"/>
                <a:gd name="csX10" fmla="*/ 11653 w 29997"/>
                <a:gd name="csY10" fmla="*/ 65666 h 64571"/>
                <a:gd name="csX11" fmla="*/ 4730 w 29997"/>
                <a:gd name="csY11" fmla="*/ 62588 h 64571"/>
                <a:gd name="csX12" fmla="*/ 3963 w 29997"/>
                <a:gd name="csY12" fmla="*/ 45677 h 64571"/>
                <a:gd name="csX13" fmla="*/ 4730 w 29997"/>
                <a:gd name="csY13" fmla="*/ 23390 h 64571"/>
                <a:gd name="csX14" fmla="*/ 2424 w 29997"/>
                <a:gd name="csY14" fmla="*/ 15700 h 645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9997" h="64571">
                  <a:moveTo>
                    <a:pt x="2424" y="15700"/>
                  </a:moveTo>
                  <a:lnTo>
                    <a:pt x="17036" y="8011"/>
                  </a:lnTo>
                  <a:lnTo>
                    <a:pt x="23193" y="1095"/>
                  </a:lnTo>
                  <a:lnTo>
                    <a:pt x="27038" y="2634"/>
                  </a:lnTo>
                  <a:lnTo>
                    <a:pt x="27038" y="13395"/>
                  </a:lnTo>
                  <a:lnTo>
                    <a:pt x="32422" y="18772"/>
                  </a:lnTo>
                  <a:lnTo>
                    <a:pt x="30882" y="47217"/>
                  </a:lnTo>
                  <a:lnTo>
                    <a:pt x="27804" y="53366"/>
                  </a:lnTo>
                  <a:lnTo>
                    <a:pt x="23959" y="59516"/>
                  </a:lnTo>
                  <a:lnTo>
                    <a:pt x="15497" y="61056"/>
                  </a:lnTo>
                  <a:lnTo>
                    <a:pt x="11653" y="65666"/>
                  </a:lnTo>
                  <a:lnTo>
                    <a:pt x="4730" y="62588"/>
                  </a:lnTo>
                  <a:lnTo>
                    <a:pt x="3963" y="45677"/>
                  </a:lnTo>
                  <a:lnTo>
                    <a:pt x="4730" y="23390"/>
                  </a:lnTo>
                  <a:lnTo>
                    <a:pt x="2424" y="157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1" name="Forme libre : forme 10">
              <a:extLst>
                <a:ext uri="{FF2B5EF4-FFF2-40B4-BE49-F238E27FC236}">
                  <a16:creationId xmlns:a16="http://schemas.microsoft.com/office/drawing/2014/main" id="{C7F6FD17-732C-65CA-9C55-F7E6E65E65A3}"/>
                </a:ext>
              </a:extLst>
            </p:cNvPr>
            <p:cNvSpPr/>
            <p:nvPr/>
          </p:nvSpPr>
          <p:spPr>
            <a:xfrm>
              <a:off x="5788282" y="3611490"/>
              <a:ext cx="16917" cy="45348"/>
            </a:xfrm>
            <a:custGeom>
              <a:avLst/>
              <a:gdLst>
                <a:gd name="csX0" fmla="*/ 17807 w 16917"/>
                <a:gd name="csY0" fmla="*/ 1825 h 45348"/>
                <a:gd name="csX1" fmla="*/ 17807 w 16917"/>
                <a:gd name="csY1" fmla="*/ 9514 h 45348"/>
                <a:gd name="csX2" fmla="*/ 19346 w 16917"/>
                <a:gd name="csY2" fmla="*/ 17969 h 45348"/>
                <a:gd name="csX3" fmla="*/ 13962 w 16917"/>
                <a:gd name="csY3" fmla="*/ 42569 h 45348"/>
                <a:gd name="csX4" fmla="*/ 8578 w 16917"/>
                <a:gd name="csY4" fmla="*/ 46407 h 45348"/>
                <a:gd name="csX5" fmla="*/ 3194 w 16917"/>
                <a:gd name="csY5" fmla="*/ 40257 h 45348"/>
                <a:gd name="csX6" fmla="*/ 2428 w 16917"/>
                <a:gd name="csY6" fmla="*/ 23346 h 45348"/>
                <a:gd name="csX7" fmla="*/ 4734 w 16917"/>
                <a:gd name="csY7" fmla="*/ 15664 h 45348"/>
                <a:gd name="csX8" fmla="*/ 13579 w 16917"/>
                <a:gd name="csY8" fmla="*/ 9897 h 45348"/>
                <a:gd name="csX9" fmla="*/ 14735 w 16917"/>
                <a:gd name="csY9" fmla="*/ 1058 h 45348"/>
                <a:gd name="csX10" fmla="*/ 17807 w 16917"/>
                <a:gd name="csY10" fmla="*/ 1825 h 45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917" h="45348">
                  <a:moveTo>
                    <a:pt x="17807" y="1825"/>
                  </a:moveTo>
                  <a:lnTo>
                    <a:pt x="17807" y="9514"/>
                  </a:lnTo>
                  <a:lnTo>
                    <a:pt x="19346" y="17969"/>
                  </a:lnTo>
                  <a:lnTo>
                    <a:pt x="13962" y="42569"/>
                  </a:lnTo>
                  <a:lnTo>
                    <a:pt x="8578" y="46407"/>
                  </a:lnTo>
                  <a:lnTo>
                    <a:pt x="3194" y="40257"/>
                  </a:lnTo>
                  <a:lnTo>
                    <a:pt x="2428" y="23346"/>
                  </a:lnTo>
                  <a:lnTo>
                    <a:pt x="4734" y="15664"/>
                  </a:lnTo>
                  <a:lnTo>
                    <a:pt x="13579" y="9897"/>
                  </a:lnTo>
                  <a:lnTo>
                    <a:pt x="14735" y="1058"/>
                  </a:lnTo>
                  <a:lnTo>
                    <a:pt x="17807" y="18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2" name="Forme libre : forme 11">
              <a:extLst>
                <a:ext uri="{FF2B5EF4-FFF2-40B4-BE49-F238E27FC236}">
                  <a16:creationId xmlns:a16="http://schemas.microsoft.com/office/drawing/2014/main" id="{93C0F152-BBBA-8BB0-2CE6-18900A737113}"/>
                </a:ext>
              </a:extLst>
            </p:cNvPr>
            <p:cNvSpPr/>
            <p:nvPr/>
          </p:nvSpPr>
          <p:spPr>
            <a:xfrm>
              <a:off x="6112835" y="3822881"/>
              <a:ext cx="51532" cy="16144"/>
            </a:xfrm>
            <a:custGeom>
              <a:avLst/>
              <a:gdLst>
                <a:gd name="csX0" fmla="*/ 2632 w 51532"/>
                <a:gd name="csY0" fmla="*/ 5020 h 16144"/>
                <a:gd name="csX1" fmla="*/ 3398 w 51532"/>
                <a:gd name="csY1" fmla="*/ 1176 h 16144"/>
                <a:gd name="csX2" fmla="*/ 17244 w 51532"/>
                <a:gd name="csY2" fmla="*/ 1176 h 16144"/>
                <a:gd name="csX3" fmla="*/ 21088 w 51532"/>
                <a:gd name="csY3" fmla="*/ 5020 h 16144"/>
                <a:gd name="csX4" fmla="*/ 30317 w 51532"/>
                <a:gd name="csY4" fmla="*/ 4254 h 16144"/>
                <a:gd name="csX5" fmla="*/ 34934 w 51532"/>
                <a:gd name="csY5" fmla="*/ 6560 h 16144"/>
                <a:gd name="csX6" fmla="*/ 39545 w 51532"/>
                <a:gd name="csY6" fmla="*/ 4254 h 16144"/>
                <a:gd name="csX7" fmla="*/ 46468 w 51532"/>
                <a:gd name="csY7" fmla="*/ 5020 h 16144"/>
                <a:gd name="csX8" fmla="*/ 54164 w 51532"/>
                <a:gd name="csY8" fmla="*/ 8865 h 16144"/>
                <a:gd name="csX9" fmla="*/ 54164 w 51532"/>
                <a:gd name="csY9" fmla="*/ 13476 h 16144"/>
                <a:gd name="csX10" fmla="*/ 48780 w 51532"/>
                <a:gd name="csY10" fmla="*/ 14249 h 16144"/>
                <a:gd name="csX11" fmla="*/ 44163 w 51532"/>
                <a:gd name="csY11" fmla="*/ 17320 h 16144"/>
                <a:gd name="csX12" fmla="*/ 27245 w 51532"/>
                <a:gd name="csY12" fmla="*/ 16554 h 16144"/>
                <a:gd name="csX13" fmla="*/ 17244 w 51532"/>
                <a:gd name="csY13" fmla="*/ 11937 h 16144"/>
                <a:gd name="csX14" fmla="*/ 3398 w 51532"/>
                <a:gd name="csY14" fmla="*/ 10404 h 16144"/>
                <a:gd name="csX15" fmla="*/ 2632 w 51532"/>
                <a:gd name="csY15" fmla="*/ 5020 h 161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1532" h="16144">
                  <a:moveTo>
                    <a:pt x="2632" y="5020"/>
                  </a:moveTo>
                  <a:lnTo>
                    <a:pt x="3398" y="1176"/>
                  </a:lnTo>
                  <a:lnTo>
                    <a:pt x="17244" y="1176"/>
                  </a:lnTo>
                  <a:lnTo>
                    <a:pt x="21088" y="5020"/>
                  </a:lnTo>
                  <a:lnTo>
                    <a:pt x="30317" y="4254"/>
                  </a:lnTo>
                  <a:lnTo>
                    <a:pt x="34934" y="6560"/>
                  </a:lnTo>
                  <a:lnTo>
                    <a:pt x="39545" y="4254"/>
                  </a:lnTo>
                  <a:lnTo>
                    <a:pt x="46468" y="5020"/>
                  </a:lnTo>
                  <a:lnTo>
                    <a:pt x="54164" y="8865"/>
                  </a:lnTo>
                  <a:lnTo>
                    <a:pt x="54164" y="13476"/>
                  </a:lnTo>
                  <a:lnTo>
                    <a:pt x="48780" y="14249"/>
                  </a:lnTo>
                  <a:lnTo>
                    <a:pt x="44163" y="17320"/>
                  </a:lnTo>
                  <a:lnTo>
                    <a:pt x="27245" y="16554"/>
                  </a:lnTo>
                  <a:lnTo>
                    <a:pt x="17244" y="11937"/>
                  </a:lnTo>
                  <a:lnTo>
                    <a:pt x="3398" y="10404"/>
                  </a:lnTo>
                  <a:lnTo>
                    <a:pt x="2632" y="50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 name="Forme libre : forme 12">
              <a:extLst>
                <a:ext uri="{FF2B5EF4-FFF2-40B4-BE49-F238E27FC236}">
                  <a16:creationId xmlns:a16="http://schemas.microsoft.com/office/drawing/2014/main" id="{2BB64BCB-6592-41C8-30B0-0C12B04BF8C6}"/>
                </a:ext>
              </a:extLst>
            </p:cNvPr>
            <p:cNvSpPr/>
            <p:nvPr/>
          </p:nvSpPr>
          <p:spPr>
            <a:xfrm>
              <a:off x="9458740" y="2515111"/>
              <a:ext cx="85114" cy="26446"/>
            </a:xfrm>
            <a:custGeom>
              <a:avLst/>
              <a:gdLst>
                <a:gd name="csX0" fmla="*/ 9809 w 85114"/>
                <a:gd name="csY0" fmla="*/ 999 h 26446"/>
                <a:gd name="csX1" fmla="*/ 13906 w 85114"/>
                <a:gd name="csY1" fmla="*/ 384 h 26446"/>
                <a:gd name="csX2" fmla="*/ 32370 w 85114"/>
                <a:gd name="csY2" fmla="*/ 5918 h 26446"/>
                <a:gd name="csX3" fmla="*/ 51853 w 85114"/>
                <a:gd name="csY3" fmla="*/ 2846 h 26446"/>
                <a:gd name="csX4" fmla="*/ 68258 w 85114"/>
                <a:gd name="csY4" fmla="*/ 2231 h 26446"/>
                <a:gd name="csX5" fmla="*/ 77493 w 85114"/>
                <a:gd name="csY5" fmla="*/ 9612 h 26446"/>
                <a:gd name="csX6" fmla="*/ 87740 w 85114"/>
                <a:gd name="csY6" fmla="*/ 9612 h 26446"/>
                <a:gd name="csX7" fmla="*/ 89793 w 85114"/>
                <a:gd name="csY7" fmla="*/ 12684 h 26446"/>
                <a:gd name="csX8" fmla="*/ 87740 w 85114"/>
                <a:gd name="csY8" fmla="*/ 19449 h 26446"/>
                <a:gd name="csX9" fmla="*/ 75440 w 85114"/>
                <a:gd name="csY9" fmla="*/ 26831 h 26446"/>
                <a:gd name="csX10" fmla="*/ 40572 w 85114"/>
                <a:gd name="csY10" fmla="*/ 25599 h 26446"/>
                <a:gd name="csX11" fmla="*/ 22116 w 85114"/>
                <a:gd name="csY11" fmla="*/ 18834 h 26446"/>
                <a:gd name="csX12" fmla="*/ 4678 w 85114"/>
                <a:gd name="csY12" fmla="*/ 8381 h 26446"/>
                <a:gd name="csX13" fmla="*/ 9809 w 85114"/>
                <a:gd name="csY13" fmla="*/ 999 h 26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5114" h="26446">
                  <a:moveTo>
                    <a:pt x="9809" y="999"/>
                  </a:moveTo>
                  <a:lnTo>
                    <a:pt x="13906" y="384"/>
                  </a:lnTo>
                  <a:lnTo>
                    <a:pt x="32370" y="5918"/>
                  </a:lnTo>
                  <a:lnTo>
                    <a:pt x="51853" y="2846"/>
                  </a:lnTo>
                  <a:lnTo>
                    <a:pt x="68258" y="2231"/>
                  </a:lnTo>
                  <a:lnTo>
                    <a:pt x="77493" y="9612"/>
                  </a:lnTo>
                  <a:lnTo>
                    <a:pt x="87740" y="9612"/>
                  </a:lnTo>
                  <a:lnTo>
                    <a:pt x="89793" y="12684"/>
                  </a:lnTo>
                  <a:lnTo>
                    <a:pt x="87740" y="19449"/>
                  </a:lnTo>
                  <a:lnTo>
                    <a:pt x="75440" y="26831"/>
                  </a:lnTo>
                  <a:lnTo>
                    <a:pt x="40572" y="25599"/>
                  </a:lnTo>
                  <a:lnTo>
                    <a:pt x="22116" y="18834"/>
                  </a:lnTo>
                  <a:lnTo>
                    <a:pt x="4678" y="8381"/>
                  </a:lnTo>
                  <a:lnTo>
                    <a:pt x="9809" y="9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4" name="Forme libre : forme 13">
              <a:extLst>
                <a:ext uri="{FF2B5EF4-FFF2-40B4-BE49-F238E27FC236}">
                  <a16:creationId xmlns:a16="http://schemas.microsoft.com/office/drawing/2014/main" id="{C365FBC8-C880-A5AB-73DB-40AB38291320}"/>
                </a:ext>
              </a:extLst>
            </p:cNvPr>
            <p:cNvSpPr/>
            <p:nvPr/>
          </p:nvSpPr>
          <p:spPr>
            <a:xfrm>
              <a:off x="9228016" y="2574148"/>
              <a:ext cx="32815" cy="17834"/>
            </a:xfrm>
            <a:custGeom>
              <a:avLst/>
              <a:gdLst>
                <a:gd name="csX0" fmla="*/ 31188 w 32815"/>
                <a:gd name="csY0" fmla="*/ 18248 h 17834"/>
                <a:gd name="csX1" fmla="*/ 18881 w 32815"/>
                <a:gd name="csY1" fmla="*/ 17017 h 17834"/>
                <a:gd name="csX2" fmla="*/ 4529 w 32815"/>
                <a:gd name="csY2" fmla="*/ 10258 h 17834"/>
                <a:gd name="csX3" fmla="*/ 9652 w 32815"/>
                <a:gd name="csY3" fmla="*/ 3492 h 17834"/>
                <a:gd name="csX4" fmla="*/ 17855 w 32815"/>
                <a:gd name="csY4" fmla="*/ 414 h 17834"/>
                <a:gd name="csX5" fmla="*/ 36318 w 32815"/>
                <a:gd name="csY5" fmla="*/ 7179 h 17834"/>
                <a:gd name="csX6" fmla="*/ 37344 w 32815"/>
                <a:gd name="csY6" fmla="*/ 15176 h 17834"/>
                <a:gd name="csX7" fmla="*/ 31188 w 32815"/>
                <a:gd name="csY7" fmla="*/ 18248 h 17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7834">
                  <a:moveTo>
                    <a:pt x="31188" y="18248"/>
                  </a:moveTo>
                  <a:lnTo>
                    <a:pt x="18881" y="17017"/>
                  </a:lnTo>
                  <a:lnTo>
                    <a:pt x="4529" y="10258"/>
                  </a:lnTo>
                  <a:lnTo>
                    <a:pt x="9652" y="3492"/>
                  </a:lnTo>
                  <a:lnTo>
                    <a:pt x="17855" y="414"/>
                  </a:lnTo>
                  <a:lnTo>
                    <a:pt x="36318" y="7179"/>
                  </a:lnTo>
                  <a:lnTo>
                    <a:pt x="37344" y="15176"/>
                  </a:lnTo>
                  <a:lnTo>
                    <a:pt x="31188" y="18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5" name="Forme libre : forme 14">
              <a:extLst>
                <a:ext uri="{FF2B5EF4-FFF2-40B4-BE49-F238E27FC236}">
                  <a16:creationId xmlns:a16="http://schemas.microsoft.com/office/drawing/2014/main" id="{6542D731-D869-2DAF-9739-C85C872A10ED}"/>
                </a:ext>
              </a:extLst>
            </p:cNvPr>
            <p:cNvSpPr/>
            <p:nvPr/>
          </p:nvSpPr>
          <p:spPr>
            <a:xfrm>
              <a:off x="8755220" y="2485586"/>
              <a:ext cx="19482" cy="16602"/>
            </a:xfrm>
            <a:custGeom>
              <a:avLst/>
              <a:gdLst>
                <a:gd name="csX0" fmla="*/ 4234 w 19482"/>
                <a:gd name="csY0" fmla="*/ 7127 h 16602"/>
                <a:gd name="csX1" fmla="*/ 6286 w 19482"/>
                <a:gd name="csY1" fmla="*/ 3439 h 16602"/>
                <a:gd name="csX2" fmla="*/ 20638 w 19482"/>
                <a:gd name="csY2" fmla="*/ 361 h 16602"/>
                <a:gd name="csX3" fmla="*/ 23717 w 19482"/>
                <a:gd name="csY3" fmla="*/ 3439 h 16602"/>
                <a:gd name="csX4" fmla="*/ 17567 w 19482"/>
                <a:gd name="csY4" fmla="*/ 13892 h 16602"/>
                <a:gd name="csX5" fmla="*/ 9364 w 19482"/>
                <a:gd name="csY5" fmla="*/ 16964 h 16602"/>
                <a:gd name="csX6" fmla="*/ 9364 w 19482"/>
                <a:gd name="csY6" fmla="*/ 12661 h 16602"/>
                <a:gd name="csX7" fmla="*/ 16540 w 19482"/>
                <a:gd name="csY7" fmla="*/ 7127 h 16602"/>
                <a:gd name="csX8" fmla="*/ 4234 w 19482"/>
                <a:gd name="csY8" fmla="*/ 7127 h 166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16602">
                  <a:moveTo>
                    <a:pt x="4234" y="7127"/>
                  </a:moveTo>
                  <a:lnTo>
                    <a:pt x="6286" y="3439"/>
                  </a:lnTo>
                  <a:lnTo>
                    <a:pt x="20638" y="361"/>
                  </a:lnTo>
                  <a:lnTo>
                    <a:pt x="23717" y="3439"/>
                  </a:lnTo>
                  <a:lnTo>
                    <a:pt x="17567" y="13892"/>
                  </a:lnTo>
                  <a:lnTo>
                    <a:pt x="9364" y="16964"/>
                  </a:lnTo>
                  <a:lnTo>
                    <a:pt x="9364" y="12661"/>
                  </a:lnTo>
                  <a:lnTo>
                    <a:pt x="16540" y="7127"/>
                  </a:lnTo>
                  <a:lnTo>
                    <a:pt x="4234" y="7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6" name="Forme libre : forme 15">
              <a:extLst>
                <a:ext uri="{FF2B5EF4-FFF2-40B4-BE49-F238E27FC236}">
                  <a16:creationId xmlns:a16="http://schemas.microsoft.com/office/drawing/2014/main" id="{BAF98B92-077E-F3EA-ED8C-690C28EB3003}"/>
                </a:ext>
              </a:extLst>
            </p:cNvPr>
            <p:cNvSpPr/>
            <p:nvPr/>
          </p:nvSpPr>
          <p:spPr>
            <a:xfrm>
              <a:off x="8637290" y="2414864"/>
              <a:ext cx="71788" cy="31981"/>
            </a:xfrm>
            <a:custGeom>
              <a:avLst/>
              <a:gdLst>
                <a:gd name="csX0" fmla="*/ 21614 w 71788"/>
                <a:gd name="csY0" fmla="*/ 325 h 31981"/>
                <a:gd name="csX1" fmla="*/ 48273 w 71788"/>
                <a:gd name="csY1" fmla="*/ 940 h 31981"/>
                <a:gd name="csX2" fmla="*/ 50325 w 71788"/>
                <a:gd name="csY2" fmla="*/ 5243 h 31981"/>
                <a:gd name="csX3" fmla="*/ 65710 w 71788"/>
                <a:gd name="csY3" fmla="*/ 13856 h 31981"/>
                <a:gd name="csX4" fmla="*/ 75965 w 71788"/>
                <a:gd name="csY4" fmla="*/ 21853 h 31981"/>
                <a:gd name="csX5" fmla="*/ 71860 w 71788"/>
                <a:gd name="csY5" fmla="*/ 32306 h 31981"/>
                <a:gd name="csX6" fmla="*/ 42123 w 71788"/>
                <a:gd name="csY6" fmla="*/ 30459 h 31981"/>
                <a:gd name="csX7" fmla="*/ 26745 w 71788"/>
                <a:gd name="csY7" fmla="*/ 27996 h 31981"/>
                <a:gd name="csX8" fmla="*/ 20588 w 71788"/>
                <a:gd name="csY8" fmla="*/ 24309 h 31981"/>
                <a:gd name="csX9" fmla="*/ 5203 w 71788"/>
                <a:gd name="csY9" fmla="*/ 23693 h 31981"/>
                <a:gd name="csX10" fmla="*/ 4176 w 71788"/>
                <a:gd name="csY10" fmla="*/ 20622 h 31981"/>
                <a:gd name="csX11" fmla="*/ 12386 w 71788"/>
                <a:gd name="csY11" fmla="*/ 15696 h 31981"/>
                <a:gd name="csX12" fmla="*/ 13412 w 71788"/>
                <a:gd name="csY12" fmla="*/ 8937 h 31981"/>
                <a:gd name="csX13" fmla="*/ 21614 w 71788"/>
                <a:gd name="csY13" fmla="*/ 325 h 31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71788" h="31981">
                  <a:moveTo>
                    <a:pt x="21614" y="325"/>
                  </a:moveTo>
                  <a:lnTo>
                    <a:pt x="48273" y="940"/>
                  </a:lnTo>
                  <a:lnTo>
                    <a:pt x="50325" y="5243"/>
                  </a:lnTo>
                  <a:lnTo>
                    <a:pt x="65710" y="13856"/>
                  </a:lnTo>
                  <a:lnTo>
                    <a:pt x="75965" y="21853"/>
                  </a:lnTo>
                  <a:lnTo>
                    <a:pt x="71860" y="32306"/>
                  </a:lnTo>
                  <a:lnTo>
                    <a:pt x="42123" y="30459"/>
                  </a:lnTo>
                  <a:lnTo>
                    <a:pt x="26745" y="27996"/>
                  </a:lnTo>
                  <a:lnTo>
                    <a:pt x="20588" y="24309"/>
                  </a:lnTo>
                  <a:lnTo>
                    <a:pt x="5203" y="23693"/>
                  </a:lnTo>
                  <a:lnTo>
                    <a:pt x="4176" y="20622"/>
                  </a:lnTo>
                  <a:lnTo>
                    <a:pt x="12386" y="15696"/>
                  </a:lnTo>
                  <a:lnTo>
                    <a:pt x="13412" y="8937"/>
                  </a:lnTo>
                  <a:lnTo>
                    <a:pt x="21614" y="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7" name="Forme libre : forme 16">
              <a:extLst>
                <a:ext uri="{FF2B5EF4-FFF2-40B4-BE49-F238E27FC236}">
                  <a16:creationId xmlns:a16="http://schemas.microsoft.com/office/drawing/2014/main" id="{D5283FFE-A6F4-2F47-0C3F-FBFBD9A96738}"/>
                </a:ext>
              </a:extLst>
            </p:cNvPr>
            <p:cNvSpPr/>
            <p:nvPr/>
          </p:nvSpPr>
          <p:spPr>
            <a:xfrm>
              <a:off x="8628061" y="2393959"/>
              <a:ext cx="24613" cy="22752"/>
            </a:xfrm>
            <a:custGeom>
              <a:avLst/>
              <a:gdLst>
                <a:gd name="csX0" fmla="*/ 28775 w 24613"/>
                <a:gd name="csY0" fmla="*/ 11375 h 22752"/>
                <a:gd name="csX1" fmla="*/ 26722 w 24613"/>
                <a:gd name="csY1" fmla="*/ 16910 h 22752"/>
                <a:gd name="csX2" fmla="*/ 16468 w 24613"/>
                <a:gd name="csY2" fmla="*/ 23060 h 22752"/>
                <a:gd name="csX3" fmla="*/ 4161 w 24613"/>
                <a:gd name="csY3" fmla="*/ 15678 h 22752"/>
                <a:gd name="csX4" fmla="*/ 6213 w 24613"/>
                <a:gd name="csY4" fmla="*/ 5841 h 22752"/>
                <a:gd name="csX5" fmla="*/ 17494 w 24613"/>
                <a:gd name="csY5" fmla="*/ 307 h 22752"/>
                <a:gd name="csX6" fmla="*/ 27748 w 24613"/>
                <a:gd name="csY6" fmla="*/ 3994 h 22752"/>
                <a:gd name="csX7" fmla="*/ 25696 w 24613"/>
                <a:gd name="csY7" fmla="*/ 10760 h 22752"/>
                <a:gd name="csX8" fmla="*/ 28775 w 24613"/>
                <a:gd name="csY8" fmla="*/ 11375 h 227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613" h="22752">
                  <a:moveTo>
                    <a:pt x="28775" y="11375"/>
                  </a:moveTo>
                  <a:lnTo>
                    <a:pt x="26722" y="16910"/>
                  </a:lnTo>
                  <a:lnTo>
                    <a:pt x="16468" y="23060"/>
                  </a:lnTo>
                  <a:lnTo>
                    <a:pt x="4161" y="15678"/>
                  </a:lnTo>
                  <a:lnTo>
                    <a:pt x="6213" y="5841"/>
                  </a:lnTo>
                  <a:lnTo>
                    <a:pt x="17494" y="307"/>
                  </a:lnTo>
                  <a:lnTo>
                    <a:pt x="27748" y="3994"/>
                  </a:lnTo>
                  <a:lnTo>
                    <a:pt x="25696" y="10760"/>
                  </a:lnTo>
                  <a:lnTo>
                    <a:pt x="28775" y="113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8" name="Forme libre : forme 17">
              <a:extLst>
                <a:ext uri="{FF2B5EF4-FFF2-40B4-BE49-F238E27FC236}">
                  <a16:creationId xmlns:a16="http://schemas.microsoft.com/office/drawing/2014/main" id="{FD62C19E-3DD5-C8B8-180D-6C6E1E850AFD}"/>
                </a:ext>
              </a:extLst>
            </p:cNvPr>
            <p:cNvSpPr/>
            <p:nvPr/>
          </p:nvSpPr>
          <p:spPr>
            <a:xfrm rot="2257597" flipV="1">
              <a:off x="8522014" y="2401897"/>
              <a:ext cx="28006" cy="4802"/>
            </a:xfrm>
            <a:custGeom>
              <a:avLst/>
              <a:gdLst>
                <a:gd name="csX0" fmla="*/ 13344 w 28006"/>
                <a:gd name="csY0" fmla="*/ 5109 h 4802"/>
                <a:gd name="csX1" fmla="*/ 31473 w 28006"/>
                <a:gd name="csY1" fmla="*/ 5109 h 4802"/>
                <a:gd name="csX2" fmla="*/ 32102 w 28006"/>
                <a:gd name="csY2" fmla="*/ 936 h 4802"/>
                <a:gd name="csX3" fmla="*/ 4095 w 28006"/>
                <a:gd name="csY3" fmla="*/ 307 h 4802"/>
                <a:gd name="csX4" fmla="*/ 13344 w 28006"/>
                <a:gd name="csY4" fmla="*/ 5109 h 4802"/>
              </a:gdLst>
              <a:ahLst/>
              <a:cxnLst>
                <a:cxn ang="0">
                  <a:pos x="csX0" y="csY0"/>
                </a:cxn>
                <a:cxn ang="0">
                  <a:pos x="csX1" y="csY1"/>
                </a:cxn>
                <a:cxn ang="0">
                  <a:pos x="csX2" y="csY2"/>
                </a:cxn>
                <a:cxn ang="0">
                  <a:pos x="csX3" y="csY3"/>
                </a:cxn>
                <a:cxn ang="0">
                  <a:pos x="csX4" y="csY4"/>
                </a:cxn>
              </a:cxnLst>
              <a:rect l="l" t="t" r="r" b="b"/>
              <a:pathLst>
                <a:path w="28006" h="4802">
                  <a:moveTo>
                    <a:pt x="13344" y="5109"/>
                  </a:moveTo>
                  <a:lnTo>
                    <a:pt x="31473" y="5109"/>
                  </a:lnTo>
                  <a:lnTo>
                    <a:pt x="32102" y="936"/>
                  </a:lnTo>
                  <a:lnTo>
                    <a:pt x="4095" y="307"/>
                  </a:lnTo>
                  <a:lnTo>
                    <a:pt x="13344" y="51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9" name="Forme libre : forme 18">
              <a:extLst>
                <a:ext uri="{FF2B5EF4-FFF2-40B4-BE49-F238E27FC236}">
                  <a16:creationId xmlns:a16="http://schemas.microsoft.com/office/drawing/2014/main" id="{75FDF963-1BF8-2DD0-9F84-68CCF0253586}"/>
                </a:ext>
              </a:extLst>
            </p:cNvPr>
            <p:cNvSpPr/>
            <p:nvPr/>
          </p:nvSpPr>
          <p:spPr>
            <a:xfrm>
              <a:off x="8559392" y="2316841"/>
              <a:ext cx="182529" cy="65433"/>
            </a:xfrm>
            <a:custGeom>
              <a:avLst/>
              <a:gdLst>
                <a:gd name="csX0" fmla="*/ 44150 w 182529"/>
                <a:gd name="csY0" fmla="*/ 1611 h 65433"/>
                <a:gd name="csX1" fmla="*/ 29791 w 182529"/>
                <a:gd name="csY1" fmla="*/ 6496 h 65433"/>
                <a:gd name="csX2" fmla="*/ 29791 w 182529"/>
                <a:gd name="csY2" fmla="*/ 8274 h 65433"/>
                <a:gd name="csX3" fmla="*/ 15432 w 182529"/>
                <a:gd name="csY3" fmla="*/ 9164 h 65433"/>
                <a:gd name="csX4" fmla="*/ 15432 w 182529"/>
                <a:gd name="csY4" fmla="*/ 10942 h 65433"/>
                <a:gd name="csX5" fmla="*/ 19536 w 182529"/>
                <a:gd name="csY5" fmla="*/ 16716 h 65433"/>
                <a:gd name="csX6" fmla="*/ 10308 w 182529"/>
                <a:gd name="csY6" fmla="*/ 18495 h 65433"/>
                <a:gd name="csX7" fmla="*/ 9282 w 182529"/>
                <a:gd name="csY7" fmla="*/ 20273 h 65433"/>
                <a:gd name="csX8" fmla="*/ 11334 w 182529"/>
                <a:gd name="csY8" fmla="*/ 30938 h 65433"/>
                <a:gd name="csX9" fmla="*/ 4158 w 182529"/>
                <a:gd name="csY9" fmla="*/ 35378 h 65433"/>
                <a:gd name="csX10" fmla="*/ 14412 w 182529"/>
                <a:gd name="csY10" fmla="*/ 48492 h 65433"/>
                <a:gd name="csX11" fmla="*/ 22615 w 182529"/>
                <a:gd name="csY11" fmla="*/ 48492 h 65433"/>
                <a:gd name="csX12" fmla="*/ 29791 w 182529"/>
                <a:gd name="csY12" fmla="*/ 52179 h 65433"/>
                <a:gd name="csX13" fmla="*/ 27739 w 182529"/>
                <a:gd name="csY13" fmla="*/ 57714 h 65433"/>
                <a:gd name="csX14" fmla="*/ 56457 w 182529"/>
                <a:gd name="csY14" fmla="*/ 65711 h 65433"/>
                <a:gd name="csX15" fmla="*/ 62607 w 182529"/>
                <a:gd name="csY15" fmla="*/ 60792 h 65433"/>
                <a:gd name="csX16" fmla="*/ 60554 w 182529"/>
                <a:gd name="csY16" fmla="*/ 50339 h 65433"/>
                <a:gd name="csX17" fmla="*/ 66711 w 182529"/>
                <a:gd name="csY17" fmla="*/ 47876 h 65433"/>
                <a:gd name="csX18" fmla="*/ 71835 w 182529"/>
                <a:gd name="csY18" fmla="*/ 49108 h 65433"/>
                <a:gd name="csX19" fmla="*/ 72861 w 182529"/>
                <a:gd name="csY19" fmla="*/ 54642 h 65433"/>
                <a:gd name="csX20" fmla="*/ 91318 w 182529"/>
                <a:gd name="csY20" fmla="*/ 54642 h 65433"/>
                <a:gd name="csX21" fmla="*/ 107729 w 182529"/>
                <a:gd name="csY21" fmla="*/ 45414 h 65433"/>
                <a:gd name="csX22" fmla="*/ 119010 w 182529"/>
                <a:gd name="csY22" fmla="*/ 46645 h 65433"/>
                <a:gd name="csX23" fmla="*/ 120036 w 182529"/>
                <a:gd name="csY23" fmla="*/ 54642 h 65433"/>
                <a:gd name="csX24" fmla="*/ 133362 w 182529"/>
                <a:gd name="csY24" fmla="*/ 57105 h 65433"/>
                <a:gd name="csX25" fmla="*/ 150800 w 182529"/>
                <a:gd name="csY25" fmla="*/ 47876 h 65433"/>
                <a:gd name="csX26" fmla="*/ 138493 w 182529"/>
                <a:gd name="csY26" fmla="*/ 47261 h 65433"/>
                <a:gd name="csX27" fmla="*/ 122082 w 182529"/>
                <a:gd name="csY27" fmla="*/ 41111 h 65433"/>
                <a:gd name="csX28" fmla="*/ 117984 w 182529"/>
                <a:gd name="csY28" fmla="*/ 29604 h 65433"/>
                <a:gd name="csX29" fmla="*/ 127212 w 182529"/>
                <a:gd name="csY29" fmla="*/ 20718 h 65433"/>
                <a:gd name="csX30" fmla="*/ 134388 w 182529"/>
                <a:gd name="csY30" fmla="*/ 20718 h 65433"/>
                <a:gd name="csX31" fmla="*/ 135415 w 182529"/>
                <a:gd name="csY31" fmla="*/ 25602 h 65433"/>
                <a:gd name="csX32" fmla="*/ 129265 w 182529"/>
                <a:gd name="csY32" fmla="*/ 28270 h 65433"/>
                <a:gd name="csX33" fmla="*/ 129265 w 182529"/>
                <a:gd name="csY33" fmla="*/ 36267 h 65433"/>
                <a:gd name="csX34" fmla="*/ 140545 w 182529"/>
                <a:gd name="csY34" fmla="*/ 41727 h 65433"/>
                <a:gd name="csX35" fmla="*/ 153871 w 182529"/>
                <a:gd name="csY35" fmla="*/ 40502 h 65433"/>
                <a:gd name="csX36" fmla="*/ 162080 w 182529"/>
                <a:gd name="csY36" fmla="*/ 43574 h 65433"/>
                <a:gd name="csX37" fmla="*/ 178485 w 182529"/>
                <a:gd name="csY37" fmla="*/ 33162 h 65433"/>
                <a:gd name="csX38" fmla="*/ 172335 w 182529"/>
                <a:gd name="csY38" fmla="*/ 30049 h 65433"/>
                <a:gd name="csX39" fmla="*/ 186687 w 182529"/>
                <a:gd name="csY39" fmla="*/ 26936 h 65433"/>
                <a:gd name="csX40" fmla="*/ 183609 w 182529"/>
                <a:gd name="csY40" fmla="*/ 22052 h 65433"/>
                <a:gd name="csX41" fmla="*/ 166178 w 182529"/>
                <a:gd name="csY41" fmla="*/ 20273 h 65433"/>
                <a:gd name="csX42" fmla="*/ 150800 w 182529"/>
                <a:gd name="csY42" fmla="*/ 12721 h 65433"/>
                <a:gd name="csX43" fmla="*/ 145669 w 182529"/>
                <a:gd name="csY43" fmla="*/ 14055 h 65433"/>
                <a:gd name="csX44" fmla="*/ 131317 w 182529"/>
                <a:gd name="csY44" fmla="*/ 14055 h 65433"/>
                <a:gd name="csX45" fmla="*/ 120036 w 182529"/>
                <a:gd name="csY45" fmla="*/ 9164 h 65433"/>
                <a:gd name="csX46" fmla="*/ 114905 w 182529"/>
                <a:gd name="csY46" fmla="*/ 3835 h 65433"/>
                <a:gd name="csX47" fmla="*/ 108756 w 182529"/>
                <a:gd name="csY47" fmla="*/ 277 h 65433"/>
                <a:gd name="csX48" fmla="*/ 101579 w 182529"/>
                <a:gd name="csY48" fmla="*/ 722 h 65433"/>
                <a:gd name="csX49" fmla="*/ 94396 w 182529"/>
                <a:gd name="csY49" fmla="*/ 8719 h 65433"/>
                <a:gd name="csX50" fmla="*/ 93370 w 182529"/>
                <a:gd name="csY50" fmla="*/ 23831 h 65433"/>
                <a:gd name="csX51" fmla="*/ 81063 w 182529"/>
                <a:gd name="csY51" fmla="*/ 23831 h 65433"/>
                <a:gd name="csX52" fmla="*/ 75940 w 182529"/>
                <a:gd name="csY52" fmla="*/ 21163 h 65433"/>
                <a:gd name="csX53" fmla="*/ 75940 w 182529"/>
                <a:gd name="csY53" fmla="*/ 17161 h 65433"/>
                <a:gd name="csX54" fmla="*/ 62607 w 182529"/>
                <a:gd name="csY54" fmla="*/ 14055 h 65433"/>
                <a:gd name="csX55" fmla="*/ 63633 w 182529"/>
                <a:gd name="csY55" fmla="*/ 10942 h 65433"/>
                <a:gd name="csX56" fmla="*/ 70816 w 182529"/>
                <a:gd name="csY56" fmla="*/ 8274 h 65433"/>
                <a:gd name="csX57" fmla="*/ 44150 w 182529"/>
                <a:gd name="csY57" fmla="*/ 1611 h 65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82529" h="65433">
                  <a:moveTo>
                    <a:pt x="44150" y="1611"/>
                  </a:moveTo>
                  <a:lnTo>
                    <a:pt x="29791" y="6496"/>
                  </a:lnTo>
                  <a:lnTo>
                    <a:pt x="29791" y="8274"/>
                  </a:lnTo>
                  <a:lnTo>
                    <a:pt x="15432" y="9164"/>
                  </a:lnTo>
                  <a:lnTo>
                    <a:pt x="15432" y="10942"/>
                  </a:lnTo>
                  <a:lnTo>
                    <a:pt x="19536" y="16716"/>
                  </a:lnTo>
                  <a:lnTo>
                    <a:pt x="10308" y="18495"/>
                  </a:lnTo>
                  <a:lnTo>
                    <a:pt x="9282" y="20273"/>
                  </a:lnTo>
                  <a:lnTo>
                    <a:pt x="11334" y="30938"/>
                  </a:lnTo>
                  <a:lnTo>
                    <a:pt x="4158" y="35378"/>
                  </a:lnTo>
                  <a:lnTo>
                    <a:pt x="14412" y="48492"/>
                  </a:lnTo>
                  <a:lnTo>
                    <a:pt x="22615" y="48492"/>
                  </a:lnTo>
                  <a:lnTo>
                    <a:pt x="29791" y="52179"/>
                  </a:lnTo>
                  <a:lnTo>
                    <a:pt x="27739" y="57714"/>
                  </a:lnTo>
                  <a:lnTo>
                    <a:pt x="56457" y="65711"/>
                  </a:lnTo>
                  <a:lnTo>
                    <a:pt x="62607" y="60792"/>
                  </a:lnTo>
                  <a:lnTo>
                    <a:pt x="60554" y="50339"/>
                  </a:lnTo>
                  <a:lnTo>
                    <a:pt x="66711" y="47876"/>
                  </a:lnTo>
                  <a:lnTo>
                    <a:pt x="71835" y="49108"/>
                  </a:lnTo>
                  <a:lnTo>
                    <a:pt x="72861" y="54642"/>
                  </a:lnTo>
                  <a:lnTo>
                    <a:pt x="91318" y="54642"/>
                  </a:lnTo>
                  <a:lnTo>
                    <a:pt x="107729" y="45414"/>
                  </a:lnTo>
                  <a:lnTo>
                    <a:pt x="119010" y="46645"/>
                  </a:lnTo>
                  <a:lnTo>
                    <a:pt x="120036" y="54642"/>
                  </a:lnTo>
                  <a:lnTo>
                    <a:pt x="133362" y="57105"/>
                  </a:lnTo>
                  <a:lnTo>
                    <a:pt x="150800" y="47876"/>
                  </a:lnTo>
                  <a:lnTo>
                    <a:pt x="138493" y="47261"/>
                  </a:lnTo>
                  <a:lnTo>
                    <a:pt x="122082" y="41111"/>
                  </a:lnTo>
                  <a:lnTo>
                    <a:pt x="117984" y="29604"/>
                  </a:lnTo>
                  <a:lnTo>
                    <a:pt x="127212" y="20718"/>
                  </a:lnTo>
                  <a:lnTo>
                    <a:pt x="134388" y="20718"/>
                  </a:lnTo>
                  <a:lnTo>
                    <a:pt x="135415" y="25602"/>
                  </a:lnTo>
                  <a:lnTo>
                    <a:pt x="129265" y="28270"/>
                  </a:lnTo>
                  <a:lnTo>
                    <a:pt x="129265" y="36267"/>
                  </a:lnTo>
                  <a:lnTo>
                    <a:pt x="140545" y="41727"/>
                  </a:lnTo>
                  <a:lnTo>
                    <a:pt x="153871" y="40502"/>
                  </a:lnTo>
                  <a:lnTo>
                    <a:pt x="162080" y="43574"/>
                  </a:lnTo>
                  <a:lnTo>
                    <a:pt x="178485" y="33162"/>
                  </a:lnTo>
                  <a:lnTo>
                    <a:pt x="172335" y="30049"/>
                  </a:lnTo>
                  <a:lnTo>
                    <a:pt x="186687" y="26936"/>
                  </a:lnTo>
                  <a:lnTo>
                    <a:pt x="183609" y="22052"/>
                  </a:lnTo>
                  <a:lnTo>
                    <a:pt x="166178" y="20273"/>
                  </a:lnTo>
                  <a:lnTo>
                    <a:pt x="150800" y="12721"/>
                  </a:lnTo>
                  <a:lnTo>
                    <a:pt x="145669" y="14055"/>
                  </a:lnTo>
                  <a:lnTo>
                    <a:pt x="131317" y="14055"/>
                  </a:lnTo>
                  <a:lnTo>
                    <a:pt x="120036" y="9164"/>
                  </a:lnTo>
                  <a:lnTo>
                    <a:pt x="114905" y="3835"/>
                  </a:lnTo>
                  <a:lnTo>
                    <a:pt x="108756" y="277"/>
                  </a:lnTo>
                  <a:lnTo>
                    <a:pt x="101579" y="722"/>
                  </a:lnTo>
                  <a:lnTo>
                    <a:pt x="94396" y="8719"/>
                  </a:lnTo>
                  <a:lnTo>
                    <a:pt x="93370" y="23831"/>
                  </a:lnTo>
                  <a:lnTo>
                    <a:pt x="81063" y="23831"/>
                  </a:lnTo>
                  <a:lnTo>
                    <a:pt x="75940" y="21163"/>
                  </a:lnTo>
                  <a:lnTo>
                    <a:pt x="75940" y="17161"/>
                  </a:lnTo>
                  <a:lnTo>
                    <a:pt x="62607" y="14055"/>
                  </a:lnTo>
                  <a:lnTo>
                    <a:pt x="63633" y="10942"/>
                  </a:lnTo>
                  <a:lnTo>
                    <a:pt x="70816" y="8274"/>
                  </a:lnTo>
                  <a:lnTo>
                    <a:pt x="44150" y="1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0" name="Forme libre : forme 19">
              <a:extLst>
                <a:ext uri="{FF2B5EF4-FFF2-40B4-BE49-F238E27FC236}">
                  <a16:creationId xmlns:a16="http://schemas.microsoft.com/office/drawing/2014/main" id="{219DF6B9-A893-D3A3-D71D-BD1776578F42}"/>
                </a:ext>
              </a:extLst>
            </p:cNvPr>
            <p:cNvSpPr/>
            <p:nvPr/>
          </p:nvSpPr>
          <p:spPr>
            <a:xfrm>
              <a:off x="8767534" y="2339943"/>
              <a:ext cx="99473" cy="34950"/>
            </a:xfrm>
            <a:custGeom>
              <a:avLst/>
              <a:gdLst>
                <a:gd name="csX0" fmla="*/ 4260 w 99473"/>
                <a:gd name="csY0" fmla="*/ 280 h 34950"/>
                <a:gd name="csX1" fmla="*/ 11436 w 99473"/>
                <a:gd name="csY1" fmla="*/ 2059 h 34950"/>
                <a:gd name="csX2" fmla="*/ 22716 w 99473"/>
                <a:gd name="csY2" fmla="*/ 6943 h 34950"/>
                <a:gd name="csX3" fmla="*/ 51435 w 99473"/>
                <a:gd name="csY3" fmla="*/ 6943 h 34950"/>
                <a:gd name="csX4" fmla="*/ 57585 w 99473"/>
                <a:gd name="csY4" fmla="*/ 10501 h 34950"/>
                <a:gd name="csX5" fmla="*/ 76048 w 99473"/>
                <a:gd name="csY5" fmla="*/ 12279 h 34950"/>
                <a:gd name="csX6" fmla="*/ 97577 w 99473"/>
                <a:gd name="csY6" fmla="*/ 16780 h 34950"/>
                <a:gd name="csX7" fmla="*/ 103733 w 99473"/>
                <a:gd name="csY7" fmla="*/ 22315 h 34950"/>
                <a:gd name="csX8" fmla="*/ 99629 w 99473"/>
                <a:gd name="csY8" fmla="*/ 29696 h 34950"/>
                <a:gd name="csX9" fmla="*/ 78094 w 99473"/>
                <a:gd name="csY9" fmla="*/ 35230 h 34950"/>
                <a:gd name="csX10" fmla="*/ 57585 w 99473"/>
                <a:gd name="csY10" fmla="*/ 34615 h 34950"/>
                <a:gd name="csX11" fmla="*/ 35023 w 99473"/>
                <a:gd name="csY11" fmla="*/ 24162 h 34950"/>
                <a:gd name="csX12" fmla="*/ 21690 w 99473"/>
                <a:gd name="csY12" fmla="*/ 19236 h 34950"/>
                <a:gd name="csX13" fmla="*/ 19645 w 99473"/>
                <a:gd name="csY13" fmla="*/ 12724 h 34950"/>
                <a:gd name="csX14" fmla="*/ 6312 w 99473"/>
                <a:gd name="csY14" fmla="*/ 5165 h 34950"/>
                <a:gd name="csX15" fmla="*/ 4260 w 99473"/>
                <a:gd name="csY15" fmla="*/ 280 h 34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99473" h="34950">
                  <a:moveTo>
                    <a:pt x="4260" y="280"/>
                  </a:moveTo>
                  <a:lnTo>
                    <a:pt x="11436" y="2059"/>
                  </a:lnTo>
                  <a:lnTo>
                    <a:pt x="22716" y="6943"/>
                  </a:lnTo>
                  <a:lnTo>
                    <a:pt x="51435" y="6943"/>
                  </a:lnTo>
                  <a:lnTo>
                    <a:pt x="57585" y="10501"/>
                  </a:lnTo>
                  <a:lnTo>
                    <a:pt x="76048" y="12279"/>
                  </a:lnTo>
                  <a:lnTo>
                    <a:pt x="97577" y="16780"/>
                  </a:lnTo>
                  <a:lnTo>
                    <a:pt x="103733" y="22315"/>
                  </a:lnTo>
                  <a:lnTo>
                    <a:pt x="99629" y="29696"/>
                  </a:lnTo>
                  <a:lnTo>
                    <a:pt x="78094" y="35230"/>
                  </a:lnTo>
                  <a:lnTo>
                    <a:pt x="57585" y="34615"/>
                  </a:lnTo>
                  <a:lnTo>
                    <a:pt x="35023" y="24162"/>
                  </a:lnTo>
                  <a:lnTo>
                    <a:pt x="21690" y="19236"/>
                  </a:lnTo>
                  <a:lnTo>
                    <a:pt x="19645" y="12724"/>
                  </a:lnTo>
                  <a:lnTo>
                    <a:pt x="6312" y="5165"/>
                  </a:lnTo>
                  <a:lnTo>
                    <a:pt x="4260" y="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1" name="Forme libre : forme 20">
              <a:extLst>
                <a:ext uri="{FF2B5EF4-FFF2-40B4-BE49-F238E27FC236}">
                  <a16:creationId xmlns:a16="http://schemas.microsoft.com/office/drawing/2014/main" id="{9296EFA0-E066-EEFD-8351-80B1E7309E6D}"/>
                </a:ext>
              </a:extLst>
            </p:cNvPr>
            <p:cNvSpPr/>
            <p:nvPr/>
          </p:nvSpPr>
          <p:spPr>
            <a:xfrm rot="6654566" flipV="1">
              <a:off x="8819318" y="2289422"/>
              <a:ext cx="10425" cy="14851"/>
            </a:xfrm>
            <a:custGeom>
              <a:avLst/>
              <a:gdLst>
                <a:gd name="csX0" fmla="*/ 11836 w 10425"/>
                <a:gd name="csY0" fmla="*/ 241 h 14851"/>
                <a:gd name="csX1" fmla="*/ 14696 w 10425"/>
                <a:gd name="csY1" fmla="*/ 241 h 14851"/>
                <a:gd name="csX2" fmla="*/ 7595 w 10425"/>
                <a:gd name="csY2" fmla="*/ 15092 h 14851"/>
                <a:gd name="csX3" fmla="*/ 4270 w 10425"/>
                <a:gd name="csY3" fmla="*/ 13820 h 14851"/>
                <a:gd name="csX4" fmla="*/ 11836 w 10425"/>
                <a:gd name="csY4" fmla="*/ 241 h 14851"/>
              </a:gdLst>
              <a:ahLst/>
              <a:cxnLst>
                <a:cxn ang="0">
                  <a:pos x="csX0" y="csY0"/>
                </a:cxn>
                <a:cxn ang="0">
                  <a:pos x="csX1" y="csY1"/>
                </a:cxn>
                <a:cxn ang="0">
                  <a:pos x="csX2" y="csY2"/>
                </a:cxn>
                <a:cxn ang="0">
                  <a:pos x="csX3" y="csY3"/>
                </a:cxn>
                <a:cxn ang="0">
                  <a:pos x="csX4" y="csY4"/>
                </a:cxn>
              </a:cxnLst>
              <a:rect l="l" t="t" r="r" b="b"/>
              <a:pathLst>
                <a:path w="10425" h="14851">
                  <a:moveTo>
                    <a:pt x="11836" y="241"/>
                  </a:moveTo>
                  <a:lnTo>
                    <a:pt x="14696" y="241"/>
                  </a:lnTo>
                  <a:lnTo>
                    <a:pt x="7595" y="15092"/>
                  </a:lnTo>
                  <a:lnTo>
                    <a:pt x="4270" y="13820"/>
                  </a:lnTo>
                  <a:lnTo>
                    <a:pt x="11836"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2" name="Forme libre : forme 21">
              <a:extLst>
                <a:ext uri="{FF2B5EF4-FFF2-40B4-BE49-F238E27FC236}">
                  <a16:creationId xmlns:a16="http://schemas.microsoft.com/office/drawing/2014/main" id="{93DD4C0B-7EF2-D978-2DC8-94DAE3E35C83}"/>
                </a:ext>
              </a:extLst>
            </p:cNvPr>
            <p:cNvSpPr/>
            <p:nvPr/>
          </p:nvSpPr>
          <p:spPr>
            <a:xfrm rot="5400000" flipV="1">
              <a:off x="8906575" y="2314672"/>
              <a:ext cx="4001" cy="9228"/>
            </a:xfrm>
            <a:custGeom>
              <a:avLst/>
              <a:gdLst>
                <a:gd name="csX0" fmla="*/ 4322 w 4001"/>
                <a:gd name="csY0" fmla="*/ 255 h 9228"/>
                <a:gd name="csX1" fmla="*/ 6990 w 4001"/>
                <a:gd name="csY1" fmla="*/ 255 h 9228"/>
                <a:gd name="csX2" fmla="*/ 8324 w 4001"/>
                <a:gd name="csY2" fmla="*/ 5385 h 9228"/>
                <a:gd name="csX3" fmla="*/ 4322 w 4001"/>
                <a:gd name="csY3" fmla="*/ 9483 h 9228"/>
                <a:gd name="csX4" fmla="*/ 4322 w 4001"/>
                <a:gd name="csY4" fmla="*/ 255 h 9228"/>
              </a:gdLst>
              <a:ahLst/>
              <a:cxnLst>
                <a:cxn ang="0">
                  <a:pos x="csX0" y="csY0"/>
                </a:cxn>
                <a:cxn ang="0">
                  <a:pos x="csX1" y="csY1"/>
                </a:cxn>
                <a:cxn ang="0">
                  <a:pos x="csX2" y="csY2"/>
                </a:cxn>
                <a:cxn ang="0">
                  <a:pos x="csX3" y="csY3"/>
                </a:cxn>
                <a:cxn ang="0">
                  <a:pos x="csX4" y="csY4"/>
                </a:cxn>
              </a:cxnLst>
              <a:rect l="l" t="t" r="r" b="b"/>
              <a:pathLst>
                <a:path w="4001" h="9228">
                  <a:moveTo>
                    <a:pt x="4322" y="255"/>
                  </a:moveTo>
                  <a:lnTo>
                    <a:pt x="6990" y="255"/>
                  </a:lnTo>
                  <a:lnTo>
                    <a:pt x="8324" y="5385"/>
                  </a:lnTo>
                  <a:lnTo>
                    <a:pt x="4322" y="9483"/>
                  </a:lnTo>
                  <a:lnTo>
                    <a:pt x="432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3" name="Forme libre : forme 22">
              <a:extLst>
                <a:ext uri="{FF2B5EF4-FFF2-40B4-BE49-F238E27FC236}">
                  <a16:creationId xmlns:a16="http://schemas.microsoft.com/office/drawing/2014/main" id="{04003045-D205-ADEF-87BD-A42E8F4898B7}"/>
                </a:ext>
              </a:extLst>
            </p:cNvPr>
            <p:cNvSpPr/>
            <p:nvPr/>
          </p:nvSpPr>
          <p:spPr>
            <a:xfrm>
              <a:off x="8564495" y="2514489"/>
              <a:ext cx="17430" cy="5534"/>
            </a:xfrm>
            <a:custGeom>
              <a:avLst/>
              <a:gdLst>
                <a:gd name="csX0" fmla="*/ 4117 w 17430"/>
                <a:gd name="csY0" fmla="*/ 2222 h 5534"/>
                <a:gd name="csX1" fmla="*/ 9248 w 17430"/>
                <a:gd name="csY1" fmla="*/ 5909 h 5534"/>
                <a:gd name="csX2" fmla="*/ 21548 w 17430"/>
                <a:gd name="csY2" fmla="*/ 5909 h 5534"/>
                <a:gd name="csX3" fmla="*/ 19502 w 17430"/>
                <a:gd name="csY3" fmla="*/ 991 h 5534"/>
                <a:gd name="csX4" fmla="*/ 7195 w 17430"/>
                <a:gd name="csY4" fmla="*/ 375 h 5534"/>
                <a:gd name="csX5" fmla="*/ 4117 w 17430"/>
                <a:gd name="csY5" fmla="*/ 2222 h 5534"/>
              </a:gdLst>
              <a:ahLst/>
              <a:cxnLst>
                <a:cxn ang="0">
                  <a:pos x="csX0" y="csY0"/>
                </a:cxn>
                <a:cxn ang="0">
                  <a:pos x="csX1" y="csY1"/>
                </a:cxn>
                <a:cxn ang="0">
                  <a:pos x="csX2" y="csY2"/>
                </a:cxn>
                <a:cxn ang="0">
                  <a:pos x="csX3" y="csY3"/>
                </a:cxn>
                <a:cxn ang="0">
                  <a:pos x="csX4" y="csY4"/>
                </a:cxn>
                <a:cxn ang="0">
                  <a:pos x="csX5" y="csY5"/>
                </a:cxn>
              </a:cxnLst>
              <a:rect l="l" t="t" r="r" b="b"/>
              <a:pathLst>
                <a:path w="17430" h="5534">
                  <a:moveTo>
                    <a:pt x="4117" y="2222"/>
                  </a:moveTo>
                  <a:lnTo>
                    <a:pt x="9248" y="5909"/>
                  </a:lnTo>
                  <a:lnTo>
                    <a:pt x="21548" y="5909"/>
                  </a:lnTo>
                  <a:lnTo>
                    <a:pt x="19502" y="991"/>
                  </a:lnTo>
                  <a:lnTo>
                    <a:pt x="7195" y="375"/>
                  </a:lnTo>
                  <a:lnTo>
                    <a:pt x="4117" y="2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4" name="Forme libre : forme 23">
              <a:extLst>
                <a:ext uri="{FF2B5EF4-FFF2-40B4-BE49-F238E27FC236}">
                  <a16:creationId xmlns:a16="http://schemas.microsoft.com/office/drawing/2014/main" id="{BD30B27A-4F1E-A751-1299-2B394A650D98}"/>
                </a:ext>
              </a:extLst>
            </p:cNvPr>
            <p:cNvSpPr/>
            <p:nvPr/>
          </p:nvSpPr>
          <p:spPr>
            <a:xfrm rot="6331447" flipV="1">
              <a:off x="8591085" y="2500397"/>
              <a:ext cx="6026" cy="8729"/>
            </a:xfrm>
            <a:custGeom>
              <a:avLst/>
              <a:gdLst>
                <a:gd name="csX0" fmla="*/ 6326 w 6026"/>
                <a:gd name="csY0" fmla="*/ 368 h 8729"/>
                <a:gd name="csX1" fmla="*/ 10157 w 6026"/>
                <a:gd name="csY1" fmla="*/ 368 h 8729"/>
                <a:gd name="csX2" fmla="*/ 7093 w 6026"/>
                <a:gd name="csY2" fmla="*/ 9097 h 8729"/>
                <a:gd name="csX3" fmla="*/ 4130 w 6026"/>
                <a:gd name="csY3" fmla="*/ 8276 h 8729"/>
                <a:gd name="csX4" fmla="*/ 6326 w 6026"/>
                <a:gd name="csY4" fmla="*/ 368 h 8729"/>
              </a:gdLst>
              <a:ahLst/>
              <a:cxnLst>
                <a:cxn ang="0">
                  <a:pos x="csX0" y="csY0"/>
                </a:cxn>
                <a:cxn ang="0">
                  <a:pos x="csX1" y="csY1"/>
                </a:cxn>
                <a:cxn ang="0">
                  <a:pos x="csX2" y="csY2"/>
                </a:cxn>
                <a:cxn ang="0">
                  <a:pos x="csX3" y="csY3"/>
                </a:cxn>
                <a:cxn ang="0">
                  <a:pos x="csX4" y="csY4"/>
                </a:cxn>
              </a:cxnLst>
              <a:rect l="l" t="t" r="r" b="b"/>
              <a:pathLst>
                <a:path w="6026" h="8729">
                  <a:moveTo>
                    <a:pt x="6326" y="368"/>
                  </a:moveTo>
                  <a:lnTo>
                    <a:pt x="10157" y="368"/>
                  </a:lnTo>
                  <a:lnTo>
                    <a:pt x="7093" y="9097"/>
                  </a:lnTo>
                  <a:lnTo>
                    <a:pt x="4130" y="8276"/>
                  </a:lnTo>
                  <a:lnTo>
                    <a:pt x="6326" y="3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5" name="Forme libre : forme 24">
              <a:extLst>
                <a:ext uri="{FF2B5EF4-FFF2-40B4-BE49-F238E27FC236}">
                  <a16:creationId xmlns:a16="http://schemas.microsoft.com/office/drawing/2014/main" id="{1E57C6D1-297A-33DF-9ACA-B587543487C1}"/>
                </a:ext>
              </a:extLst>
            </p:cNvPr>
            <p:cNvSpPr/>
            <p:nvPr/>
          </p:nvSpPr>
          <p:spPr>
            <a:xfrm>
              <a:off x="8280454" y="2414858"/>
              <a:ext cx="14352" cy="4925"/>
            </a:xfrm>
            <a:custGeom>
              <a:avLst/>
              <a:gdLst>
                <a:gd name="csX0" fmla="*/ 7015 w 14352"/>
                <a:gd name="csY0" fmla="*/ 314 h 4925"/>
                <a:gd name="csX1" fmla="*/ 3944 w 14352"/>
                <a:gd name="csY1" fmla="*/ 4624 h 4925"/>
                <a:gd name="csX2" fmla="*/ 11113 w 14352"/>
                <a:gd name="csY2" fmla="*/ 3393 h 4925"/>
                <a:gd name="csX3" fmla="*/ 18296 w 14352"/>
                <a:gd name="csY3" fmla="*/ 5240 h 4925"/>
                <a:gd name="csX4" fmla="*/ 14191 w 14352"/>
                <a:gd name="csY4" fmla="*/ 314 h 4925"/>
                <a:gd name="csX5" fmla="*/ 7015 w 14352"/>
                <a:gd name="csY5" fmla="*/ 314 h 4925"/>
              </a:gdLst>
              <a:ahLst/>
              <a:cxnLst>
                <a:cxn ang="0">
                  <a:pos x="csX0" y="csY0"/>
                </a:cxn>
                <a:cxn ang="0">
                  <a:pos x="csX1" y="csY1"/>
                </a:cxn>
                <a:cxn ang="0">
                  <a:pos x="csX2" y="csY2"/>
                </a:cxn>
                <a:cxn ang="0">
                  <a:pos x="csX3" y="csY3"/>
                </a:cxn>
                <a:cxn ang="0">
                  <a:pos x="csX4" y="csY4"/>
                </a:cxn>
                <a:cxn ang="0">
                  <a:pos x="csX5" y="csY5"/>
                </a:cxn>
              </a:cxnLst>
              <a:rect l="l" t="t" r="r" b="b"/>
              <a:pathLst>
                <a:path w="14352" h="4925">
                  <a:moveTo>
                    <a:pt x="7015" y="314"/>
                  </a:moveTo>
                  <a:lnTo>
                    <a:pt x="3944" y="4624"/>
                  </a:lnTo>
                  <a:lnTo>
                    <a:pt x="11113" y="3393"/>
                  </a:lnTo>
                  <a:lnTo>
                    <a:pt x="18296" y="5240"/>
                  </a:lnTo>
                  <a:lnTo>
                    <a:pt x="14191" y="314"/>
                  </a:lnTo>
                  <a:lnTo>
                    <a:pt x="7015" y="3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 name="Forme libre : forme 25">
              <a:extLst>
                <a:ext uri="{FF2B5EF4-FFF2-40B4-BE49-F238E27FC236}">
                  <a16:creationId xmlns:a16="http://schemas.microsoft.com/office/drawing/2014/main" id="{A859523A-5D1E-1F37-01D0-05072AA886DF}"/>
                </a:ext>
              </a:extLst>
            </p:cNvPr>
            <p:cNvSpPr/>
            <p:nvPr/>
          </p:nvSpPr>
          <p:spPr>
            <a:xfrm>
              <a:off x="8313270" y="2424093"/>
              <a:ext cx="12299" cy="8605"/>
            </a:xfrm>
            <a:custGeom>
              <a:avLst/>
              <a:gdLst>
                <a:gd name="csX0" fmla="*/ 10114 w 12299"/>
                <a:gd name="csY0" fmla="*/ 8926 h 8605"/>
                <a:gd name="csX1" fmla="*/ 10114 w 12299"/>
                <a:gd name="csY1" fmla="*/ 5239 h 8605"/>
                <a:gd name="csX2" fmla="*/ 16264 w 12299"/>
                <a:gd name="csY2" fmla="*/ 320 h 8605"/>
                <a:gd name="csX3" fmla="*/ 6016 w 12299"/>
                <a:gd name="csY3" fmla="*/ 2776 h 8605"/>
                <a:gd name="csX4" fmla="*/ 3964 w 12299"/>
                <a:gd name="csY4" fmla="*/ 7695 h 8605"/>
                <a:gd name="csX5" fmla="*/ 10114 w 12299"/>
                <a:gd name="csY5" fmla="*/ 8926 h 8605"/>
              </a:gdLst>
              <a:ahLst/>
              <a:cxnLst>
                <a:cxn ang="0">
                  <a:pos x="csX0" y="csY0"/>
                </a:cxn>
                <a:cxn ang="0">
                  <a:pos x="csX1" y="csY1"/>
                </a:cxn>
                <a:cxn ang="0">
                  <a:pos x="csX2" y="csY2"/>
                </a:cxn>
                <a:cxn ang="0">
                  <a:pos x="csX3" y="csY3"/>
                </a:cxn>
                <a:cxn ang="0">
                  <a:pos x="csX4" y="csY4"/>
                </a:cxn>
                <a:cxn ang="0">
                  <a:pos x="csX5" y="csY5"/>
                </a:cxn>
              </a:cxnLst>
              <a:rect l="l" t="t" r="r" b="b"/>
              <a:pathLst>
                <a:path w="12299" h="8605">
                  <a:moveTo>
                    <a:pt x="10114" y="8926"/>
                  </a:moveTo>
                  <a:lnTo>
                    <a:pt x="10114" y="5239"/>
                  </a:lnTo>
                  <a:lnTo>
                    <a:pt x="16264" y="320"/>
                  </a:lnTo>
                  <a:lnTo>
                    <a:pt x="6016" y="2776"/>
                  </a:lnTo>
                  <a:lnTo>
                    <a:pt x="3964" y="7695"/>
                  </a:lnTo>
                  <a:lnTo>
                    <a:pt x="10114" y="89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 name="Forme libre : forme 26">
              <a:extLst>
                <a:ext uri="{FF2B5EF4-FFF2-40B4-BE49-F238E27FC236}">
                  <a16:creationId xmlns:a16="http://schemas.microsoft.com/office/drawing/2014/main" id="{F2D354F4-F48D-916C-BBEB-B17E59D57A92}"/>
                </a:ext>
              </a:extLst>
            </p:cNvPr>
            <p:cNvSpPr/>
            <p:nvPr/>
          </p:nvSpPr>
          <p:spPr>
            <a:xfrm rot="2518915" flipV="1">
              <a:off x="8342782" y="2429450"/>
              <a:ext cx="7682" cy="5267"/>
            </a:xfrm>
            <a:custGeom>
              <a:avLst/>
              <a:gdLst>
                <a:gd name="csX0" fmla="*/ 3980 w 7682"/>
                <a:gd name="csY0" fmla="*/ 323 h 5267"/>
                <a:gd name="csX1" fmla="*/ 9493 w 7682"/>
                <a:gd name="csY1" fmla="*/ 323 h 5267"/>
                <a:gd name="csX2" fmla="*/ 11662 w 7682"/>
                <a:gd name="csY2" fmla="*/ 5591 h 5267"/>
                <a:gd name="csX3" fmla="*/ 8898 w 7682"/>
                <a:gd name="csY3" fmla="*/ 5591 h 5267"/>
                <a:gd name="csX4" fmla="*/ 3980 w 7682"/>
                <a:gd name="csY4" fmla="*/ 323 h 5267"/>
              </a:gdLst>
              <a:ahLst/>
              <a:cxnLst>
                <a:cxn ang="0">
                  <a:pos x="csX0" y="csY0"/>
                </a:cxn>
                <a:cxn ang="0">
                  <a:pos x="csX1" y="csY1"/>
                </a:cxn>
                <a:cxn ang="0">
                  <a:pos x="csX2" y="csY2"/>
                </a:cxn>
                <a:cxn ang="0">
                  <a:pos x="csX3" y="csY3"/>
                </a:cxn>
                <a:cxn ang="0">
                  <a:pos x="csX4" y="csY4"/>
                </a:cxn>
              </a:cxnLst>
              <a:rect l="l" t="t" r="r" b="b"/>
              <a:pathLst>
                <a:path w="7682" h="5267">
                  <a:moveTo>
                    <a:pt x="3980" y="323"/>
                  </a:moveTo>
                  <a:lnTo>
                    <a:pt x="9493" y="323"/>
                  </a:lnTo>
                  <a:lnTo>
                    <a:pt x="11662" y="5591"/>
                  </a:lnTo>
                  <a:lnTo>
                    <a:pt x="8898" y="5591"/>
                  </a:lnTo>
                  <a:lnTo>
                    <a:pt x="3980" y="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 name="Forme libre : forme 27">
              <a:extLst>
                <a:ext uri="{FF2B5EF4-FFF2-40B4-BE49-F238E27FC236}">
                  <a16:creationId xmlns:a16="http://schemas.microsoft.com/office/drawing/2014/main" id="{B1C61082-8990-F28B-62B0-A0783164D9EB}"/>
                </a:ext>
              </a:extLst>
            </p:cNvPr>
            <p:cNvSpPr/>
            <p:nvPr/>
          </p:nvSpPr>
          <p:spPr>
            <a:xfrm>
              <a:off x="8009725" y="2387802"/>
              <a:ext cx="42044" cy="19065"/>
            </a:xfrm>
            <a:custGeom>
              <a:avLst/>
              <a:gdLst>
                <a:gd name="csX0" fmla="*/ 14041 w 42044"/>
                <a:gd name="csY0" fmla="*/ 919 h 19065"/>
                <a:gd name="csX1" fmla="*/ 28400 w 42044"/>
                <a:gd name="csY1" fmla="*/ 303 h 19065"/>
                <a:gd name="csX2" fmla="*/ 44804 w 42044"/>
                <a:gd name="csY2" fmla="*/ 1535 h 19065"/>
                <a:gd name="csX3" fmla="*/ 45831 w 42044"/>
                <a:gd name="csY3" fmla="*/ 3997 h 19065"/>
                <a:gd name="csX4" fmla="*/ 36602 w 42044"/>
                <a:gd name="csY4" fmla="*/ 8916 h 19065"/>
                <a:gd name="csX5" fmla="*/ 36602 w 42044"/>
                <a:gd name="csY5" fmla="*/ 15066 h 19065"/>
                <a:gd name="csX6" fmla="*/ 22243 w 42044"/>
                <a:gd name="csY6" fmla="*/ 19369 h 19065"/>
                <a:gd name="csX7" fmla="*/ 9943 w 42044"/>
                <a:gd name="csY7" fmla="*/ 10756 h 19065"/>
                <a:gd name="csX8" fmla="*/ 3786 w 42044"/>
                <a:gd name="csY8" fmla="*/ 8916 h 19065"/>
                <a:gd name="csX9" fmla="*/ 8917 w 42044"/>
                <a:gd name="csY9" fmla="*/ 3997 h 19065"/>
                <a:gd name="csX10" fmla="*/ 14041 w 42044"/>
                <a:gd name="csY10" fmla="*/ 919 h 190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9065">
                  <a:moveTo>
                    <a:pt x="14041" y="919"/>
                  </a:moveTo>
                  <a:lnTo>
                    <a:pt x="28400" y="303"/>
                  </a:lnTo>
                  <a:lnTo>
                    <a:pt x="44804" y="1535"/>
                  </a:lnTo>
                  <a:lnTo>
                    <a:pt x="45831" y="3997"/>
                  </a:lnTo>
                  <a:lnTo>
                    <a:pt x="36602" y="8916"/>
                  </a:lnTo>
                  <a:lnTo>
                    <a:pt x="36602" y="15066"/>
                  </a:lnTo>
                  <a:lnTo>
                    <a:pt x="22243" y="19369"/>
                  </a:lnTo>
                  <a:lnTo>
                    <a:pt x="9943" y="10756"/>
                  </a:lnTo>
                  <a:lnTo>
                    <a:pt x="3786" y="8916"/>
                  </a:lnTo>
                  <a:lnTo>
                    <a:pt x="8917" y="3997"/>
                  </a:lnTo>
                  <a:lnTo>
                    <a:pt x="14041" y="9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 name="Forme libre : forme 28">
              <a:extLst>
                <a:ext uri="{FF2B5EF4-FFF2-40B4-BE49-F238E27FC236}">
                  <a16:creationId xmlns:a16="http://schemas.microsoft.com/office/drawing/2014/main" id="{67ADB23F-81CE-A0B2-1145-E67E42DFF57D}"/>
                </a:ext>
              </a:extLst>
            </p:cNvPr>
            <p:cNvSpPr/>
            <p:nvPr/>
          </p:nvSpPr>
          <p:spPr>
            <a:xfrm>
              <a:off x="8096892" y="2392105"/>
              <a:ext cx="18456" cy="12299"/>
            </a:xfrm>
            <a:custGeom>
              <a:avLst/>
              <a:gdLst>
                <a:gd name="csX0" fmla="*/ 16141 w 18456"/>
                <a:gd name="csY0" fmla="*/ 303 h 12299"/>
                <a:gd name="csX1" fmla="*/ 8965 w 18456"/>
                <a:gd name="csY1" fmla="*/ 3991 h 12299"/>
                <a:gd name="csX2" fmla="*/ 3834 w 18456"/>
                <a:gd name="csY2" fmla="*/ 8909 h 12299"/>
                <a:gd name="csX3" fmla="*/ 4860 w 18456"/>
                <a:gd name="csY3" fmla="*/ 12603 h 12299"/>
                <a:gd name="csX4" fmla="*/ 12036 w 18456"/>
                <a:gd name="csY4" fmla="*/ 12603 h 12299"/>
                <a:gd name="csX5" fmla="*/ 12036 w 18456"/>
                <a:gd name="csY5" fmla="*/ 7685 h 12299"/>
                <a:gd name="csX6" fmla="*/ 22291 w 18456"/>
                <a:gd name="csY6" fmla="*/ 919 h 12299"/>
                <a:gd name="csX7" fmla="*/ 16141 w 18456"/>
                <a:gd name="csY7" fmla="*/ 303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456" h="12299">
                  <a:moveTo>
                    <a:pt x="16141" y="303"/>
                  </a:moveTo>
                  <a:lnTo>
                    <a:pt x="8965" y="3991"/>
                  </a:lnTo>
                  <a:lnTo>
                    <a:pt x="3834" y="8909"/>
                  </a:lnTo>
                  <a:lnTo>
                    <a:pt x="4860" y="12603"/>
                  </a:lnTo>
                  <a:lnTo>
                    <a:pt x="12036" y="12603"/>
                  </a:lnTo>
                  <a:lnTo>
                    <a:pt x="12036" y="7685"/>
                  </a:lnTo>
                  <a:lnTo>
                    <a:pt x="22291" y="919"/>
                  </a:lnTo>
                  <a:lnTo>
                    <a:pt x="16141" y="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 name="Forme libre : forme 29">
              <a:extLst>
                <a:ext uri="{FF2B5EF4-FFF2-40B4-BE49-F238E27FC236}">
                  <a16:creationId xmlns:a16="http://schemas.microsoft.com/office/drawing/2014/main" id="{CBE429CB-25D8-468E-B968-04A3C7EB8512}"/>
                </a:ext>
              </a:extLst>
            </p:cNvPr>
            <p:cNvSpPr/>
            <p:nvPr/>
          </p:nvSpPr>
          <p:spPr>
            <a:xfrm>
              <a:off x="8018960" y="2299951"/>
              <a:ext cx="17437" cy="7552"/>
            </a:xfrm>
            <a:custGeom>
              <a:avLst/>
              <a:gdLst>
                <a:gd name="csX0" fmla="*/ 5837 w 17437"/>
                <a:gd name="csY0" fmla="*/ 245 h 7552"/>
                <a:gd name="csX1" fmla="*/ 14040 w 17437"/>
                <a:gd name="csY1" fmla="*/ 1579 h 7552"/>
                <a:gd name="csX2" fmla="*/ 21223 w 17437"/>
                <a:gd name="csY2" fmla="*/ 7353 h 7552"/>
                <a:gd name="csX3" fmla="*/ 15066 w 17437"/>
                <a:gd name="csY3" fmla="*/ 7798 h 7552"/>
                <a:gd name="csX4" fmla="*/ 3785 w 17437"/>
                <a:gd name="csY4" fmla="*/ 1579 h 7552"/>
                <a:gd name="csX5" fmla="*/ 5837 w 17437"/>
                <a:gd name="csY5" fmla="*/ 245 h 7552"/>
              </a:gdLst>
              <a:ahLst/>
              <a:cxnLst>
                <a:cxn ang="0">
                  <a:pos x="csX0" y="csY0"/>
                </a:cxn>
                <a:cxn ang="0">
                  <a:pos x="csX1" y="csY1"/>
                </a:cxn>
                <a:cxn ang="0">
                  <a:pos x="csX2" y="csY2"/>
                </a:cxn>
                <a:cxn ang="0">
                  <a:pos x="csX3" y="csY3"/>
                </a:cxn>
                <a:cxn ang="0">
                  <a:pos x="csX4" y="csY4"/>
                </a:cxn>
                <a:cxn ang="0">
                  <a:pos x="csX5" y="csY5"/>
                </a:cxn>
              </a:cxnLst>
              <a:rect l="l" t="t" r="r" b="b"/>
              <a:pathLst>
                <a:path w="17437" h="7552">
                  <a:moveTo>
                    <a:pt x="5837" y="245"/>
                  </a:moveTo>
                  <a:lnTo>
                    <a:pt x="14040" y="1579"/>
                  </a:lnTo>
                  <a:lnTo>
                    <a:pt x="21223" y="7353"/>
                  </a:lnTo>
                  <a:lnTo>
                    <a:pt x="15066" y="7798"/>
                  </a:lnTo>
                  <a:lnTo>
                    <a:pt x="3785" y="1579"/>
                  </a:lnTo>
                  <a:lnTo>
                    <a:pt x="5837" y="2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 name="Forme libre : forme 30">
              <a:extLst>
                <a:ext uri="{FF2B5EF4-FFF2-40B4-BE49-F238E27FC236}">
                  <a16:creationId xmlns:a16="http://schemas.microsoft.com/office/drawing/2014/main" id="{C136058C-81F4-EB2D-6EEB-D0B79326A013}"/>
                </a:ext>
              </a:extLst>
            </p:cNvPr>
            <p:cNvSpPr/>
            <p:nvPr/>
          </p:nvSpPr>
          <p:spPr>
            <a:xfrm>
              <a:off x="8042547" y="2306176"/>
              <a:ext cx="7176" cy="3105"/>
            </a:xfrm>
            <a:custGeom>
              <a:avLst/>
              <a:gdLst>
                <a:gd name="csX0" fmla="*/ 3797 w 7176"/>
                <a:gd name="csY0" fmla="*/ 3353 h 3105"/>
                <a:gd name="csX1" fmla="*/ 10973 w 7176"/>
                <a:gd name="csY1" fmla="*/ 2464 h 3105"/>
                <a:gd name="csX2" fmla="*/ 5849 w 7176"/>
                <a:gd name="csY2" fmla="*/ 247 h 3105"/>
                <a:gd name="csX3" fmla="*/ 3797 w 7176"/>
                <a:gd name="csY3" fmla="*/ 3353 h 3105"/>
              </a:gdLst>
              <a:ahLst/>
              <a:cxnLst>
                <a:cxn ang="0">
                  <a:pos x="csX0" y="csY0"/>
                </a:cxn>
                <a:cxn ang="0">
                  <a:pos x="csX1" y="csY1"/>
                </a:cxn>
                <a:cxn ang="0">
                  <a:pos x="csX2" y="csY2"/>
                </a:cxn>
                <a:cxn ang="0">
                  <a:pos x="csX3" y="csY3"/>
                </a:cxn>
              </a:cxnLst>
              <a:rect l="l" t="t" r="r" b="b"/>
              <a:pathLst>
                <a:path w="7176" h="3105">
                  <a:moveTo>
                    <a:pt x="3797" y="3353"/>
                  </a:moveTo>
                  <a:lnTo>
                    <a:pt x="10973" y="2464"/>
                  </a:lnTo>
                  <a:lnTo>
                    <a:pt x="5849" y="247"/>
                  </a:lnTo>
                  <a:lnTo>
                    <a:pt x="3797" y="33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 name="Forme libre : forme 31">
              <a:extLst>
                <a:ext uri="{FF2B5EF4-FFF2-40B4-BE49-F238E27FC236}">
                  <a16:creationId xmlns:a16="http://schemas.microsoft.com/office/drawing/2014/main" id="{D30A2A88-7322-4B17-510A-B654260AD275}"/>
                </a:ext>
              </a:extLst>
            </p:cNvPr>
            <p:cNvSpPr/>
            <p:nvPr/>
          </p:nvSpPr>
          <p:spPr>
            <a:xfrm>
              <a:off x="7745672" y="2175542"/>
              <a:ext cx="129211" cy="70646"/>
            </a:xfrm>
            <a:custGeom>
              <a:avLst/>
              <a:gdLst>
                <a:gd name="csX0" fmla="*/ 131335 w 129211"/>
                <a:gd name="csY0" fmla="*/ 46842 h 70646"/>
                <a:gd name="csX1" fmla="*/ 132874 w 129211"/>
                <a:gd name="csY1" fmla="*/ 36847 h 70646"/>
                <a:gd name="csX2" fmla="*/ 122106 w 129211"/>
                <a:gd name="csY2" fmla="*/ 30177 h 70646"/>
                <a:gd name="csX3" fmla="*/ 122106 w 129211"/>
                <a:gd name="csY3" fmla="*/ 24185 h 70646"/>
                <a:gd name="csX4" fmla="*/ 108267 w 129211"/>
                <a:gd name="csY4" fmla="*/ 16851 h 70646"/>
                <a:gd name="csX5" fmla="*/ 105189 w 129211"/>
                <a:gd name="csY5" fmla="*/ 10852 h 70646"/>
                <a:gd name="csX6" fmla="*/ 94421 w 129211"/>
                <a:gd name="csY6" fmla="*/ 10188 h 70646"/>
                <a:gd name="csX7" fmla="*/ 89804 w 129211"/>
                <a:gd name="csY7" fmla="*/ 16181 h 70646"/>
                <a:gd name="csX8" fmla="*/ 80575 w 129211"/>
                <a:gd name="csY8" fmla="*/ 19512 h 70646"/>
                <a:gd name="csX9" fmla="*/ 79036 w 129211"/>
                <a:gd name="csY9" fmla="*/ 10188 h 70646"/>
                <a:gd name="csX10" fmla="*/ 86732 w 129211"/>
                <a:gd name="csY10" fmla="*/ 6850 h 70646"/>
                <a:gd name="csX11" fmla="*/ 85193 w 129211"/>
                <a:gd name="csY11" fmla="*/ 1521 h 70646"/>
                <a:gd name="csX12" fmla="*/ 72886 w 129211"/>
                <a:gd name="csY12" fmla="*/ 187 h 70646"/>
                <a:gd name="csX13" fmla="*/ 69808 w 129211"/>
                <a:gd name="csY13" fmla="*/ 8184 h 70646"/>
                <a:gd name="csX14" fmla="*/ 65197 w 129211"/>
                <a:gd name="csY14" fmla="*/ 8184 h 70646"/>
                <a:gd name="csX15" fmla="*/ 63658 w 129211"/>
                <a:gd name="csY15" fmla="*/ 2855 h 70646"/>
                <a:gd name="csX16" fmla="*/ 54429 w 129211"/>
                <a:gd name="csY16" fmla="*/ 850 h 70646"/>
                <a:gd name="csX17" fmla="*/ 51351 w 129211"/>
                <a:gd name="csY17" fmla="*/ 3518 h 70646"/>
                <a:gd name="csX18" fmla="*/ 57501 w 129211"/>
                <a:gd name="csY18" fmla="*/ 8184 h 70646"/>
                <a:gd name="csX19" fmla="*/ 45201 w 129211"/>
                <a:gd name="csY19" fmla="*/ 9518 h 70646"/>
                <a:gd name="csX20" fmla="*/ 40583 w 129211"/>
                <a:gd name="csY20" fmla="*/ 13520 h 70646"/>
                <a:gd name="csX21" fmla="*/ 42122 w 129211"/>
                <a:gd name="csY21" fmla="*/ 16181 h 70646"/>
                <a:gd name="csX22" fmla="*/ 37505 w 129211"/>
                <a:gd name="csY22" fmla="*/ 22180 h 70646"/>
                <a:gd name="csX23" fmla="*/ 39044 w 129211"/>
                <a:gd name="csY23" fmla="*/ 28850 h 70646"/>
                <a:gd name="csX24" fmla="*/ 23659 w 129211"/>
                <a:gd name="csY24" fmla="*/ 30177 h 70646"/>
                <a:gd name="csX25" fmla="*/ 22120 w 129211"/>
                <a:gd name="csY25" fmla="*/ 42840 h 70646"/>
                <a:gd name="csX26" fmla="*/ 17509 w 129211"/>
                <a:gd name="csY26" fmla="*/ 45508 h 70646"/>
                <a:gd name="csX27" fmla="*/ 22120 w 129211"/>
                <a:gd name="csY27" fmla="*/ 51507 h 70646"/>
                <a:gd name="csX28" fmla="*/ 3663 w 129211"/>
                <a:gd name="csY28" fmla="*/ 59504 h 70646"/>
                <a:gd name="csX29" fmla="*/ 3663 w 129211"/>
                <a:gd name="csY29" fmla="*/ 64170 h 70646"/>
                <a:gd name="csX30" fmla="*/ 15970 w 129211"/>
                <a:gd name="csY30" fmla="*/ 70833 h 70646"/>
                <a:gd name="csX31" fmla="*/ 26737 w 129211"/>
                <a:gd name="csY31" fmla="*/ 64170 h 70646"/>
                <a:gd name="csX32" fmla="*/ 48272 w 129211"/>
                <a:gd name="csY32" fmla="*/ 60838 h 70646"/>
                <a:gd name="csX33" fmla="*/ 62118 w 129211"/>
                <a:gd name="csY33" fmla="*/ 57507 h 70646"/>
                <a:gd name="csX34" fmla="*/ 74418 w 129211"/>
                <a:gd name="csY34" fmla="*/ 57507 h 70646"/>
                <a:gd name="csX35" fmla="*/ 79036 w 129211"/>
                <a:gd name="csY35" fmla="*/ 62172 h 70646"/>
                <a:gd name="csX36" fmla="*/ 91343 w 129211"/>
                <a:gd name="csY36" fmla="*/ 58170 h 70646"/>
                <a:gd name="csX37" fmla="*/ 105189 w 129211"/>
                <a:gd name="csY37" fmla="*/ 58170 h 70646"/>
                <a:gd name="csX38" fmla="*/ 131335 w 129211"/>
                <a:gd name="csY38" fmla="*/ 46842 h 706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29211" h="70646">
                  <a:moveTo>
                    <a:pt x="131335" y="46842"/>
                  </a:moveTo>
                  <a:lnTo>
                    <a:pt x="132874" y="36847"/>
                  </a:lnTo>
                  <a:lnTo>
                    <a:pt x="122106" y="30177"/>
                  </a:lnTo>
                  <a:lnTo>
                    <a:pt x="122106" y="24185"/>
                  </a:lnTo>
                  <a:lnTo>
                    <a:pt x="108267" y="16851"/>
                  </a:lnTo>
                  <a:lnTo>
                    <a:pt x="105189" y="10852"/>
                  </a:lnTo>
                  <a:lnTo>
                    <a:pt x="94421" y="10188"/>
                  </a:lnTo>
                  <a:lnTo>
                    <a:pt x="89804" y="16181"/>
                  </a:lnTo>
                  <a:lnTo>
                    <a:pt x="80575" y="19512"/>
                  </a:lnTo>
                  <a:lnTo>
                    <a:pt x="79036" y="10188"/>
                  </a:lnTo>
                  <a:lnTo>
                    <a:pt x="86732" y="6850"/>
                  </a:lnTo>
                  <a:lnTo>
                    <a:pt x="85193" y="1521"/>
                  </a:lnTo>
                  <a:lnTo>
                    <a:pt x="72886" y="187"/>
                  </a:lnTo>
                  <a:lnTo>
                    <a:pt x="69808" y="8184"/>
                  </a:lnTo>
                  <a:lnTo>
                    <a:pt x="65197" y="8184"/>
                  </a:lnTo>
                  <a:lnTo>
                    <a:pt x="63658" y="2855"/>
                  </a:lnTo>
                  <a:lnTo>
                    <a:pt x="54429" y="850"/>
                  </a:lnTo>
                  <a:lnTo>
                    <a:pt x="51351" y="3518"/>
                  </a:lnTo>
                  <a:lnTo>
                    <a:pt x="57501" y="8184"/>
                  </a:lnTo>
                  <a:lnTo>
                    <a:pt x="45201" y="9518"/>
                  </a:lnTo>
                  <a:lnTo>
                    <a:pt x="40583" y="13520"/>
                  </a:lnTo>
                  <a:lnTo>
                    <a:pt x="42122" y="16181"/>
                  </a:lnTo>
                  <a:lnTo>
                    <a:pt x="37505" y="22180"/>
                  </a:lnTo>
                  <a:lnTo>
                    <a:pt x="39044" y="28850"/>
                  </a:lnTo>
                  <a:lnTo>
                    <a:pt x="23659" y="30177"/>
                  </a:lnTo>
                  <a:lnTo>
                    <a:pt x="22120" y="42840"/>
                  </a:lnTo>
                  <a:lnTo>
                    <a:pt x="17509" y="45508"/>
                  </a:lnTo>
                  <a:lnTo>
                    <a:pt x="22120" y="51507"/>
                  </a:lnTo>
                  <a:lnTo>
                    <a:pt x="3663" y="59504"/>
                  </a:lnTo>
                  <a:lnTo>
                    <a:pt x="3663" y="64170"/>
                  </a:lnTo>
                  <a:lnTo>
                    <a:pt x="15970" y="70833"/>
                  </a:lnTo>
                  <a:lnTo>
                    <a:pt x="26737" y="64170"/>
                  </a:lnTo>
                  <a:lnTo>
                    <a:pt x="48272" y="60838"/>
                  </a:lnTo>
                  <a:lnTo>
                    <a:pt x="62118" y="57507"/>
                  </a:lnTo>
                  <a:lnTo>
                    <a:pt x="74418" y="57507"/>
                  </a:lnTo>
                  <a:lnTo>
                    <a:pt x="79036" y="62172"/>
                  </a:lnTo>
                  <a:lnTo>
                    <a:pt x="91343" y="58170"/>
                  </a:lnTo>
                  <a:lnTo>
                    <a:pt x="105189" y="58170"/>
                  </a:lnTo>
                  <a:lnTo>
                    <a:pt x="131335" y="468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 name="Forme libre : forme 32">
              <a:extLst>
                <a:ext uri="{FF2B5EF4-FFF2-40B4-BE49-F238E27FC236}">
                  <a16:creationId xmlns:a16="http://schemas.microsoft.com/office/drawing/2014/main" id="{0FE8AEAF-9D64-21D9-72B6-0DD3D13D4C16}"/>
                </a:ext>
              </a:extLst>
            </p:cNvPr>
            <p:cNvSpPr/>
            <p:nvPr/>
          </p:nvSpPr>
          <p:spPr>
            <a:xfrm>
              <a:off x="7614929" y="2135550"/>
              <a:ext cx="146128" cy="71316"/>
            </a:xfrm>
            <a:custGeom>
              <a:avLst/>
              <a:gdLst>
                <a:gd name="csX0" fmla="*/ 122029 w 146128"/>
                <a:gd name="csY0" fmla="*/ 6168 h 71316"/>
                <a:gd name="csX1" fmla="*/ 132797 w 146128"/>
                <a:gd name="csY1" fmla="*/ 7502 h 71316"/>
                <a:gd name="csX2" fmla="*/ 149714 w 146128"/>
                <a:gd name="csY2" fmla="*/ 21499 h 71316"/>
                <a:gd name="csX3" fmla="*/ 143565 w 146128"/>
                <a:gd name="csY3" fmla="*/ 42158 h 71316"/>
                <a:gd name="csX4" fmla="*/ 135868 w 146128"/>
                <a:gd name="csY4" fmla="*/ 45490 h 71316"/>
                <a:gd name="csX5" fmla="*/ 122029 w 146128"/>
                <a:gd name="csY5" fmla="*/ 43492 h 71316"/>
                <a:gd name="csX6" fmla="*/ 122029 w 146128"/>
                <a:gd name="csY6" fmla="*/ 49492 h 71316"/>
                <a:gd name="csX7" fmla="*/ 146636 w 146128"/>
                <a:gd name="csY7" fmla="*/ 60157 h 71316"/>
                <a:gd name="csX8" fmla="*/ 146636 w 146128"/>
                <a:gd name="csY8" fmla="*/ 65486 h 71316"/>
                <a:gd name="csX9" fmla="*/ 98955 w 146128"/>
                <a:gd name="csY9" fmla="*/ 71485 h 71316"/>
                <a:gd name="csX10" fmla="*/ 91266 w 146128"/>
                <a:gd name="csY10" fmla="*/ 70815 h 71316"/>
                <a:gd name="csX11" fmla="*/ 88187 w 146128"/>
                <a:gd name="csY11" fmla="*/ 65486 h 71316"/>
                <a:gd name="csX12" fmla="*/ 49735 w 146128"/>
                <a:gd name="csY12" fmla="*/ 56818 h 71316"/>
                <a:gd name="csX13" fmla="*/ 40499 w 146128"/>
                <a:gd name="csY13" fmla="*/ 57489 h 71316"/>
                <a:gd name="csX14" fmla="*/ 28199 w 146128"/>
                <a:gd name="csY14" fmla="*/ 52823 h 71316"/>
                <a:gd name="csX15" fmla="*/ 23582 w 146128"/>
                <a:gd name="csY15" fmla="*/ 46153 h 71316"/>
                <a:gd name="csX16" fmla="*/ 25121 w 146128"/>
                <a:gd name="csY16" fmla="*/ 36829 h 71316"/>
                <a:gd name="csX17" fmla="*/ 15893 w 146128"/>
                <a:gd name="csY17" fmla="*/ 36829 h 71316"/>
                <a:gd name="csX18" fmla="*/ 3586 w 146128"/>
                <a:gd name="csY18" fmla="*/ 30830 h 71316"/>
                <a:gd name="csX19" fmla="*/ 8203 w 146128"/>
                <a:gd name="csY19" fmla="*/ 28162 h 71316"/>
                <a:gd name="csX20" fmla="*/ 12814 w 146128"/>
                <a:gd name="csY20" fmla="*/ 21499 h 71316"/>
                <a:gd name="csX21" fmla="*/ 25121 w 146128"/>
                <a:gd name="csY21" fmla="*/ 20165 h 71316"/>
                <a:gd name="csX22" fmla="*/ 26660 w 146128"/>
                <a:gd name="csY22" fmla="*/ 10834 h 71316"/>
                <a:gd name="csX23" fmla="*/ 35889 w 146128"/>
                <a:gd name="csY23" fmla="*/ 4834 h 71316"/>
                <a:gd name="csX24" fmla="*/ 43585 w 146128"/>
                <a:gd name="csY24" fmla="*/ 6168 h 71316"/>
                <a:gd name="csX25" fmla="*/ 63581 w 146128"/>
                <a:gd name="csY25" fmla="*/ 1503 h 71316"/>
                <a:gd name="csX26" fmla="*/ 94344 w 146128"/>
                <a:gd name="csY26" fmla="*/ 169 h 71316"/>
                <a:gd name="csX27" fmla="*/ 105112 w 146128"/>
                <a:gd name="csY27" fmla="*/ 6832 h 71316"/>
                <a:gd name="csX28" fmla="*/ 95876 w 146128"/>
                <a:gd name="csY28" fmla="*/ 13501 h 71316"/>
                <a:gd name="csX29" fmla="*/ 98955 w 146128"/>
                <a:gd name="csY29" fmla="*/ 17497 h 71316"/>
                <a:gd name="csX30" fmla="*/ 111262 w 146128"/>
                <a:gd name="csY30" fmla="*/ 14165 h 71316"/>
                <a:gd name="csX31" fmla="*/ 122029 w 146128"/>
                <a:gd name="csY31" fmla="*/ 6168 h 7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46128" h="71316">
                  <a:moveTo>
                    <a:pt x="122029" y="6168"/>
                  </a:moveTo>
                  <a:lnTo>
                    <a:pt x="132797" y="7502"/>
                  </a:lnTo>
                  <a:lnTo>
                    <a:pt x="149714" y="21499"/>
                  </a:lnTo>
                  <a:lnTo>
                    <a:pt x="143565" y="42158"/>
                  </a:lnTo>
                  <a:lnTo>
                    <a:pt x="135868" y="45490"/>
                  </a:lnTo>
                  <a:lnTo>
                    <a:pt x="122029" y="43492"/>
                  </a:lnTo>
                  <a:lnTo>
                    <a:pt x="122029" y="49492"/>
                  </a:lnTo>
                  <a:lnTo>
                    <a:pt x="146636" y="60157"/>
                  </a:lnTo>
                  <a:lnTo>
                    <a:pt x="146636" y="65486"/>
                  </a:lnTo>
                  <a:lnTo>
                    <a:pt x="98955" y="71485"/>
                  </a:lnTo>
                  <a:lnTo>
                    <a:pt x="91266" y="70815"/>
                  </a:lnTo>
                  <a:lnTo>
                    <a:pt x="88187" y="65486"/>
                  </a:lnTo>
                  <a:lnTo>
                    <a:pt x="49735" y="56818"/>
                  </a:lnTo>
                  <a:lnTo>
                    <a:pt x="40499" y="57489"/>
                  </a:lnTo>
                  <a:lnTo>
                    <a:pt x="28199" y="52823"/>
                  </a:lnTo>
                  <a:lnTo>
                    <a:pt x="23582" y="46153"/>
                  </a:lnTo>
                  <a:lnTo>
                    <a:pt x="25121" y="36829"/>
                  </a:lnTo>
                  <a:lnTo>
                    <a:pt x="15893" y="36829"/>
                  </a:lnTo>
                  <a:lnTo>
                    <a:pt x="3586" y="30830"/>
                  </a:lnTo>
                  <a:lnTo>
                    <a:pt x="8203" y="28162"/>
                  </a:lnTo>
                  <a:lnTo>
                    <a:pt x="12814" y="21499"/>
                  </a:lnTo>
                  <a:lnTo>
                    <a:pt x="25121" y="20165"/>
                  </a:lnTo>
                  <a:lnTo>
                    <a:pt x="26660" y="10834"/>
                  </a:lnTo>
                  <a:lnTo>
                    <a:pt x="35889" y="4834"/>
                  </a:lnTo>
                  <a:lnTo>
                    <a:pt x="43585" y="6168"/>
                  </a:lnTo>
                  <a:lnTo>
                    <a:pt x="63581" y="1503"/>
                  </a:lnTo>
                  <a:lnTo>
                    <a:pt x="94344" y="169"/>
                  </a:lnTo>
                  <a:lnTo>
                    <a:pt x="105112" y="6832"/>
                  </a:lnTo>
                  <a:lnTo>
                    <a:pt x="95876" y="13501"/>
                  </a:lnTo>
                  <a:lnTo>
                    <a:pt x="98955" y="17497"/>
                  </a:lnTo>
                  <a:lnTo>
                    <a:pt x="111262" y="14165"/>
                  </a:lnTo>
                  <a:lnTo>
                    <a:pt x="122029" y="6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4" name="Forme libre : forme 33">
              <a:extLst>
                <a:ext uri="{FF2B5EF4-FFF2-40B4-BE49-F238E27FC236}">
                  <a16:creationId xmlns:a16="http://schemas.microsoft.com/office/drawing/2014/main" id="{8026E9AA-2779-43FF-A568-515135EE4E60}"/>
                </a:ext>
              </a:extLst>
            </p:cNvPr>
            <p:cNvSpPr/>
            <p:nvPr/>
          </p:nvSpPr>
          <p:spPr>
            <a:xfrm>
              <a:off x="7568787" y="2071567"/>
              <a:ext cx="144589" cy="69318"/>
            </a:xfrm>
            <a:custGeom>
              <a:avLst/>
              <a:gdLst>
                <a:gd name="csX0" fmla="*/ 148151 w 144589"/>
                <a:gd name="csY0" fmla="*/ 34117 h 69318"/>
                <a:gd name="csX1" fmla="*/ 132765 w 144589"/>
                <a:gd name="csY1" fmla="*/ 42785 h 69318"/>
                <a:gd name="csX2" fmla="*/ 131233 w 144589"/>
                <a:gd name="csY2" fmla="*/ 52116 h 69318"/>
                <a:gd name="csX3" fmla="*/ 134305 w 144589"/>
                <a:gd name="csY3" fmla="*/ 58108 h 69318"/>
                <a:gd name="csX4" fmla="*/ 92773 w 144589"/>
                <a:gd name="csY4" fmla="*/ 59442 h 69318"/>
                <a:gd name="csX5" fmla="*/ 77395 w 144589"/>
                <a:gd name="csY5" fmla="*/ 62774 h 69318"/>
                <a:gd name="csX6" fmla="*/ 72777 w 144589"/>
                <a:gd name="csY6" fmla="*/ 67439 h 69318"/>
                <a:gd name="csX7" fmla="*/ 49703 w 144589"/>
                <a:gd name="csY7" fmla="*/ 69444 h 69318"/>
                <a:gd name="csX8" fmla="*/ 25096 w 144589"/>
                <a:gd name="csY8" fmla="*/ 63444 h 69318"/>
                <a:gd name="csX9" fmla="*/ 25096 w 144589"/>
                <a:gd name="csY9" fmla="*/ 57445 h 69318"/>
                <a:gd name="csX10" fmla="*/ 11250 w 144589"/>
                <a:gd name="csY10" fmla="*/ 57445 h 69318"/>
                <a:gd name="csX11" fmla="*/ 3561 w 144589"/>
                <a:gd name="csY11" fmla="*/ 53443 h 69318"/>
                <a:gd name="csX12" fmla="*/ 15868 w 144589"/>
                <a:gd name="csY12" fmla="*/ 47450 h 69318"/>
                <a:gd name="csX13" fmla="*/ 31246 w 144589"/>
                <a:gd name="csY13" fmla="*/ 46116 h 69318"/>
                <a:gd name="csX14" fmla="*/ 40475 w 144589"/>
                <a:gd name="csY14" fmla="*/ 39446 h 69318"/>
                <a:gd name="csX15" fmla="*/ 28168 w 144589"/>
                <a:gd name="csY15" fmla="*/ 31449 h 69318"/>
                <a:gd name="csX16" fmla="*/ 43553 w 144589"/>
                <a:gd name="csY16" fmla="*/ 23452 h 69318"/>
                <a:gd name="csX17" fmla="*/ 83545 w 144589"/>
                <a:gd name="csY17" fmla="*/ 11460 h 69318"/>
                <a:gd name="csX18" fmla="*/ 88163 w 144589"/>
                <a:gd name="csY18" fmla="*/ 2129 h 69318"/>
                <a:gd name="csX19" fmla="*/ 100469 w 144589"/>
                <a:gd name="csY19" fmla="*/ 125 h 69318"/>
                <a:gd name="csX20" fmla="*/ 114309 w 144589"/>
                <a:gd name="csY20" fmla="*/ 6795 h 69318"/>
                <a:gd name="csX21" fmla="*/ 121998 w 144589"/>
                <a:gd name="csY21" fmla="*/ 22118 h 69318"/>
                <a:gd name="csX22" fmla="*/ 143533 w 144589"/>
                <a:gd name="csY22" fmla="*/ 30786 h 69318"/>
                <a:gd name="csX23" fmla="*/ 148151 w 144589"/>
                <a:gd name="csY23" fmla="*/ 34117 h 69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44589" h="69318">
                  <a:moveTo>
                    <a:pt x="148151" y="34117"/>
                  </a:moveTo>
                  <a:lnTo>
                    <a:pt x="132765" y="42785"/>
                  </a:lnTo>
                  <a:lnTo>
                    <a:pt x="131233" y="52116"/>
                  </a:lnTo>
                  <a:lnTo>
                    <a:pt x="134305" y="58108"/>
                  </a:lnTo>
                  <a:lnTo>
                    <a:pt x="92773" y="59442"/>
                  </a:lnTo>
                  <a:lnTo>
                    <a:pt x="77395" y="62774"/>
                  </a:lnTo>
                  <a:lnTo>
                    <a:pt x="72777" y="67439"/>
                  </a:lnTo>
                  <a:lnTo>
                    <a:pt x="49703" y="69444"/>
                  </a:lnTo>
                  <a:lnTo>
                    <a:pt x="25096" y="63444"/>
                  </a:lnTo>
                  <a:lnTo>
                    <a:pt x="25096" y="57445"/>
                  </a:lnTo>
                  <a:lnTo>
                    <a:pt x="11250" y="57445"/>
                  </a:lnTo>
                  <a:lnTo>
                    <a:pt x="3561" y="53443"/>
                  </a:lnTo>
                  <a:lnTo>
                    <a:pt x="15868" y="47450"/>
                  </a:lnTo>
                  <a:lnTo>
                    <a:pt x="31246" y="46116"/>
                  </a:lnTo>
                  <a:lnTo>
                    <a:pt x="40475" y="39446"/>
                  </a:lnTo>
                  <a:lnTo>
                    <a:pt x="28168" y="31449"/>
                  </a:lnTo>
                  <a:lnTo>
                    <a:pt x="43553" y="23452"/>
                  </a:lnTo>
                  <a:lnTo>
                    <a:pt x="83545" y="11460"/>
                  </a:lnTo>
                  <a:lnTo>
                    <a:pt x="88163" y="2129"/>
                  </a:lnTo>
                  <a:lnTo>
                    <a:pt x="100469" y="125"/>
                  </a:lnTo>
                  <a:lnTo>
                    <a:pt x="114309" y="6795"/>
                  </a:lnTo>
                  <a:lnTo>
                    <a:pt x="121998" y="22118"/>
                  </a:lnTo>
                  <a:lnTo>
                    <a:pt x="143533" y="30786"/>
                  </a:lnTo>
                  <a:lnTo>
                    <a:pt x="148151" y="34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5" name="Forme libre : forme 34">
              <a:extLst>
                <a:ext uri="{FF2B5EF4-FFF2-40B4-BE49-F238E27FC236}">
                  <a16:creationId xmlns:a16="http://schemas.microsoft.com/office/drawing/2014/main" id="{001763D1-4F25-BBAE-9F4F-DD4B2C5ABD95}"/>
                </a:ext>
              </a:extLst>
            </p:cNvPr>
            <p:cNvSpPr/>
            <p:nvPr/>
          </p:nvSpPr>
          <p:spPr>
            <a:xfrm>
              <a:off x="7564169" y="2140215"/>
              <a:ext cx="53837" cy="22663"/>
            </a:xfrm>
            <a:custGeom>
              <a:avLst/>
              <a:gdLst>
                <a:gd name="csX0" fmla="*/ 57362 w 53837"/>
                <a:gd name="csY0" fmla="*/ 8820 h 22663"/>
                <a:gd name="csX1" fmla="*/ 49673 w 53837"/>
                <a:gd name="csY1" fmla="*/ 5489 h 22663"/>
                <a:gd name="csX2" fmla="*/ 40444 w 53837"/>
                <a:gd name="csY2" fmla="*/ 4818 h 22663"/>
                <a:gd name="csX3" fmla="*/ 23520 w 53837"/>
                <a:gd name="csY3" fmla="*/ 153 h 22663"/>
                <a:gd name="csX4" fmla="*/ 3524 w 53837"/>
                <a:gd name="csY4" fmla="*/ 153 h 22663"/>
                <a:gd name="csX5" fmla="*/ 5063 w 53837"/>
                <a:gd name="csY5" fmla="*/ 2821 h 22663"/>
                <a:gd name="csX6" fmla="*/ 12752 w 53837"/>
                <a:gd name="csY6" fmla="*/ 6152 h 22663"/>
                <a:gd name="csX7" fmla="*/ 12752 w 53837"/>
                <a:gd name="csY7" fmla="*/ 15483 h 22663"/>
                <a:gd name="csX8" fmla="*/ 23520 w 53837"/>
                <a:gd name="csY8" fmla="*/ 16154 h 22663"/>
                <a:gd name="csX9" fmla="*/ 32748 w 53837"/>
                <a:gd name="csY9" fmla="*/ 18151 h 22663"/>
                <a:gd name="csX10" fmla="*/ 25059 w 53837"/>
                <a:gd name="csY10" fmla="*/ 20819 h 22663"/>
                <a:gd name="csX11" fmla="*/ 29677 w 53837"/>
                <a:gd name="csY11" fmla="*/ 22817 h 22663"/>
                <a:gd name="csX12" fmla="*/ 43516 w 53837"/>
                <a:gd name="csY12" fmla="*/ 16817 h 22663"/>
                <a:gd name="csX13" fmla="*/ 57362 w 53837"/>
                <a:gd name="csY13" fmla="*/ 8820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3837" h="22663">
                  <a:moveTo>
                    <a:pt x="57362" y="8820"/>
                  </a:moveTo>
                  <a:lnTo>
                    <a:pt x="49673" y="5489"/>
                  </a:lnTo>
                  <a:lnTo>
                    <a:pt x="40444" y="4818"/>
                  </a:lnTo>
                  <a:lnTo>
                    <a:pt x="23520" y="153"/>
                  </a:lnTo>
                  <a:lnTo>
                    <a:pt x="3524" y="153"/>
                  </a:lnTo>
                  <a:lnTo>
                    <a:pt x="5063" y="2821"/>
                  </a:lnTo>
                  <a:lnTo>
                    <a:pt x="12752" y="6152"/>
                  </a:lnTo>
                  <a:lnTo>
                    <a:pt x="12752" y="15483"/>
                  </a:lnTo>
                  <a:lnTo>
                    <a:pt x="23520" y="16154"/>
                  </a:lnTo>
                  <a:lnTo>
                    <a:pt x="32748" y="18151"/>
                  </a:lnTo>
                  <a:lnTo>
                    <a:pt x="25059" y="20819"/>
                  </a:lnTo>
                  <a:lnTo>
                    <a:pt x="29677" y="22817"/>
                  </a:lnTo>
                  <a:lnTo>
                    <a:pt x="43516" y="16817"/>
                  </a:lnTo>
                  <a:lnTo>
                    <a:pt x="57362" y="8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6" name="Forme libre : forme 35">
              <a:extLst>
                <a:ext uri="{FF2B5EF4-FFF2-40B4-BE49-F238E27FC236}">
                  <a16:creationId xmlns:a16="http://schemas.microsoft.com/office/drawing/2014/main" id="{55EF3BDB-7754-D7D5-EC2E-9DDA3BF09C42}"/>
                </a:ext>
              </a:extLst>
            </p:cNvPr>
            <p:cNvSpPr/>
            <p:nvPr/>
          </p:nvSpPr>
          <p:spPr>
            <a:xfrm>
              <a:off x="7542634" y="2074900"/>
              <a:ext cx="33835" cy="7333"/>
            </a:xfrm>
            <a:custGeom>
              <a:avLst/>
              <a:gdLst>
                <a:gd name="csX0" fmla="*/ 32727 w 33835"/>
                <a:gd name="csY0" fmla="*/ 108 h 7333"/>
                <a:gd name="csX1" fmla="*/ 37338 w 33835"/>
                <a:gd name="csY1" fmla="*/ 5437 h 7333"/>
                <a:gd name="csX2" fmla="*/ 34266 w 33835"/>
                <a:gd name="csY2" fmla="*/ 7442 h 7333"/>
                <a:gd name="csX3" fmla="*/ 14270 w 33835"/>
                <a:gd name="csY3" fmla="*/ 7442 h 7333"/>
                <a:gd name="csX4" fmla="*/ 3503 w 33835"/>
                <a:gd name="csY4" fmla="*/ 2776 h 7333"/>
                <a:gd name="csX5" fmla="*/ 12731 w 33835"/>
                <a:gd name="csY5" fmla="*/ 108 h 7333"/>
                <a:gd name="csX6" fmla="*/ 32727 w 33835"/>
                <a:gd name="csY6" fmla="*/ 108 h 73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35" h="7333">
                  <a:moveTo>
                    <a:pt x="32727" y="108"/>
                  </a:moveTo>
                  <a:lnTo>
                    <a:pt x="37338" y="5437"/>
                  </a:lnTo>
                  <a:lnTo>
                    <a:pt x="34266" y="7442"/>
                  </a:lnTo>
                  <a:lnTo>
                    <a:pt x="14270" y="7442"/>
                  </a:lnTo>
                  <a:lnTo>
                    <a:pt x="3503" y="2776"/>
                  </a:lnTo>
                  <a:lnTo>
                    <a:pt x="12731" y="108"/>
                  </a:lnTo>
                  <a:lnTo>
                    <a:pt x="32727" y="1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7" name="Forme libre : forme 36">
              <a:extLst>
                <a:ext uri="{FF2B5EF4-FFF2-40B4-BE49-F238E27FC236}">
                  <a16:creationId xmlns:a16="http://schemas.microsoft.com/office/drawing/2014/main" id="{B768B458-6D9E-1187-EECD-BF19748BDDC5}"/>
                </a:ext>
              </a:extLst>
            </p:cNvPr>
            <p:cNvSpPr/>
            <p:nvPr/>
          </p:nvSpPr>
          <p:spPr>
            <a:xfrm rot="5400000" flipV="1">
              <a:off x="7575361" y="2155902"/>
              <a:ext cx="2223" cy="11280"/>
            </a:xfrm>
            <a:custGeom>
              <a:avLst/>
              <a:gdLst>
                <a:gd name="csX0" fmla="*/ 3955 w 2223"/>
                <a:gd name="csY0" fmla="*/ 158 h 11280"/>
                <a:gd name="csX1" fmla="*/ 5734 w 2223"/>
                <a:gd name="csY1" fmla="*/ 158 h 11280"/>
                <a:gd name="csX2" fmla="*/ 5282 w 2223"/>
                <a:gd name="csY2" fmla="*/ 11439 h 11280"/>
                <a:gd name="csX3" fmla="*/ 3510 w 2223"/>
                <a:gd name="csY3" fmla="*/ 11439 h 11280"/>
                <a:gd name="csX4" fmla="*/ 3955 w 2223"/>
                <a:gd name="csY4" fmla="*/ 158 h 11280"/>
              </a:gdLst>
              <a:ahLst/>
              <a:cxnLst>
                <a:cxn ang="0">
                  <a:pos x="csX0" y="csY0"/>
                </a:cxn>
                <a:cxn ang="0">
                  <a:pos x="csX1" y="csY1"/>
                </a:cxn>
                <a:cxn ang="0">
                  <a:pos x="csX2" y="csY2"/>
                </a:cxn>
                <a:cxn ang="0">
                  <a:pos x="csX3" y="csY3"/>
                </a:cxn>
                <a:cxn ang="0">
                  <a:pos x="csX4" y="csY4"/>
                </a:cxn>
              </a:cxnLst>
              <a:rect l="l" t="t" r="r" b="b"/>
              <a:pathLst>
                <a:path w="2223" h="11280">
                  <a:moveTo>
                    <a:pt x="3955" y="158"/>
                  </a:moveTo>
                  <a:lnTo>
                    <a:pt x="5734" y="158"/>
                  </a:lnTo>
                  <a:lnTo>
                    <a:pt x="5282" y="11439"/>
                  </a:lnTo>
                  <a:lnTo>
                    <a:pt x="3510" y="11439"/>
                  </a:lnTo>
                  <a:lnTo>
                    <a:pt x="3955" y="1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8" name="Forme libre : forme 37">
              <a:extLst>
                <a:ext uri="{FF2B5EF4-FFF2-40B4-BE49-F238E27FC236}">
                  <a16:creationId xmlns:a16="http://schemas.microsoft.com/office/drawing/2014/main" id="{9493047C-91B7-8964-F1BD-92E11E6C5E6B}"/>
                </a:ext>
              </a:extLst>
            </p:cNvPr>
            <p:cNvSpPr/>
            <p:nvPr/>
          </p:nvSpPr>
          <p:spPr>
            <a:xfrm rot="2948165" flipV="1">
              <a:off x="7606100" y="2167108"/>
              <a:ext cx="6375" cy="3974"/>
            </a:xfrm>
            <a:custGeom>
              <a:avLst/>
              <a:gdLst>
                <a:gd name="csX0" fmla="*/ 3531 w 6375"/>
                <a:gd name="csY0" fmla="*/ 163 h 3974"/>
                <a:gd name="csX1" fmla="*/ 8230 w 6375"/>
                <a:gd name="csY1" fmla="*/ 163 h 3974"/>
                <a:gd name="csX2" fmla="*/ 9906 w 6375"/>
                <a:gd name="csY2" fmla="*/ 4138 h 3974"/>
                <a:gd name="csX3" fmla="*/ 4201 w 6375"/>
                <a:gd name="csY3" fmla="*/ 3645 h 3974"/>
                <a:gd name="csX4" fmla="*/ 3531 w 6375"/>
                <a:gd name="csY4" fmla="*/ 163 h 3974"/>
              </a:gdLst>
              <a:ahLst/>
              <a:cxnLst>
                <a:cxn ang="0">
                  <a:pos x="csX0" y="csY0"/>
                </a:cxn>
                <a:cxn ang="0">
                  <a:pos x="csX1" y="csY1"/>
                </a:cxn>
                <a:cxn ang="0">
                  <a:pos x="csX2" y="csY2"/>
                </a:cxn>
                <a:cxn ang="0">
                  <a:pos x="csX3" y="csY3"/>
                </a:cxn>
                <a:cxn ang="0">
                  <a:pos x="csX4" y="csY4"/>
                </a:cxn>
              </a:cxnLst>
              <a:rect l="l" t="t" r="r" b="b"/>
              <a:pathLst>
                <a:path w="6375" h="3974">
                  <a:moveTo>
                    <a:pt x="3531" y="163"/>
                  </a:moveTo>
                  <a:lnTo>
                    <a:pt x="8230" y="163"/>
                  </a:lnTo>
                  <a:lnTo>
                    <a:pt x="9906" y="4138"/>
                  </a:lnTo>
                  <a:lnTo>
                    <a:pt x="4201" y="3645"/>
                  </a:lnTo>
                  <a:lnTo>
                    <a:pt x="3531" y="1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9" name="Forme libre : forme 38">
              <a:extLst>
                <a:ext uri="{FF2B5EF4-FFF2-40B4-BE49-F238E27FC236}">
                  <a16:creationId xmlns:a16="http://schemas.microsoft.com/office/drawing/2014/main" id="{D5B5BE31-350F-049F-4874-DE6B25ED1BDA}"/>
                </a:ext>
              </a:extLst>
            </p:cNvPr>
            <p:cNvSpPr/>
            <p:nvPr/>
          </p:nvSpPr>
          <p:spPr>
            <a:xfrm rot="148975" flipV="1">
              <a:off x="7551282" y="2165672"/>
              <a:ext cx="16541" cy="2845"/>
            </a:xfrm>
            <a:custGeom>
              <a:avLst/>
              <a:gdLst>
                <a:gd name="csX0" fmla="*/ 9781 w 16541"/>
                <a:gd name="csY0" fmla="*/ 162 h 2845"/>
                <a:gd name="csX1" fmla="*/ 20042 w 16541"/>
                <a:gd name="csY1" fmla="*/ 162 h 2845"/>
                <a:gd name="csX2" fmla="*/ 11730 w 16541"/>
                <a:gd name="csY2" fmla="*/ 2474 h 2845"/>
                <a:gd name="csX3" fmla="*/ 3501 w 16541"/>
                <a:gd name="csY3" fmla="*/ 3007 h 2845"/>
                <a:gd name="csX4" fmla="*/ 9781 w 16541"/>
                <a:gd name="csY4" fmla="*/ 162 h 2845"/>
              </a:gdLst>
              <a:ahLst/>
              <a:cxnLst>
                <a:cxn ang="0">
                  <a:pos x="csX0" y="csY0"/>
                </a:cxn>
                <a:cxn ang="0">
                  <a:pos x="csX1" y="csY1"/>
                </a:cxn>
                <a:cxn ang="0">
                  <a:pos x="csX2" y="csY2"/>
                </a:cxn>
                <a:cxn ang="0">
                  <a:pos x="csX3" y="csY3"/>
                </a:cxn>
                <a:cxn ang="0">
                  <a:pos x="csX4" y="csY4"/>
                </a:cxn>
              </a:cxnLst>
              <a:rect l="l" t="t" r="r" b="b"/>
              <a:pathLst>
                <a:path w="16541" h="2845">
                  <a:moveTo>
                    <a:pt x="9781" y="162"/>
                  </a:moveTo>
                  <a:lnTo>
                    <a:pt x="20042" y="162"/>
                  </a:lnTo>
                  <a:lnTo>
                    <a:pt x="11730" y="2474"/>
                  </a:lnTo>
                  <a:lnTo>
                    <a:pt x="3501" y="3007"/>
                  </a:lnTo>
                  <a:lnTo>
                    <a:pt x="9781"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0" name="Forme libre : forme 39">
              <a:extLst>
                <a:ext uri="{FF2B5EF4-FFF2-40B4-BE49-F238E27FC236}">
                  <a16:creationId xmlns:a16="http://schemas.microsoft.com/office/drawing/2014/main" id="{B593C42F-C6DA-05AF-A3AB-4625681D2CE8}"/>
                </a:ext>
              </a:extLst>
            </p:cNvPr>
            <p:cNvSpPr/>
            <p:nvPr/>
          </p:nvSpPr>
          <p:spPr>
            <a:xfrm rot="3913492" flipV="1">
              <a:off x="7570878" y="2169411"/>
              <a:ext cx="5028" cy="5589"/>
            </a:xfrm>
            <a:custGeom>
              <a:avLst/>
              <a:gdLst>
                <a:gd name="csX0" fmla="*/ 3509 w 5028"/>
                <a:gd name="csY0" fmla="*/ 165 h 5589"/>
                <a:gd name="csX1" fmla="*/ 5958 w 5028"/>
                <a:gd name="csY1" fmla="*/ 165 h 5589"/>
                <a:gd name="csX2" fmla="*/ 8537 w 5028"/>
                <a:gd name="csY2" fmla="*/ 5754 h 5589"/>
                <a:gd name="csX3" fmla="*/ 6088 w 5028"/>
                <a:gd name="csY3" fmla="*/ 5754 h 5589"/>
                <a:gd name="csX4" fmla="*/ 3509 w 5028"/>
                <a:gd name="csY4" fmla="*/ 165 h 5589"/>
              </a:gdLst>
              <a:ahLst/>
              <a:cxnLst>
                <a:cxn ang="0">
                  <a:pos x="csX0" y="csY0"/>
                </a:cxn>
                <a:cxn ang="0">
                  <a:pos x="csX1" y="csY1"/>
                </a:cxn>
                <a:cxn ang="0">
                  <a:pos x="csX2" y="csY2"/>
                </a:cxn>
                <a:cxn ang="0">
                  <a:pos x="csX3" y="csY3"/>
                </a:cxn>
                <a:cxn ang="0">
                  <a:pos x="csX4" y="csY4"/>
                </a:cxn>
              </a:cxnLst>
              <a:rect l="l" t="t" r="r" b="b"/>
              <a:pathLst>
                <a:path w="5028" h="5589">
                  <a:moveTo>
                    <a:pt x="3509" y="165"/>
                  </a:moveTo>
                  <a:lnTo>
                    <a:pt x="5958" y="165"/>
                  </a:lnTo>
                  <a:lnTo>
                    <a:pt x="8537" y="5754"/>
                  </a:lnTo>
                  <a:lnTo>
                    <a:pt x="6088" y="5754"/>
                  </a:lnTo>
                  <a:lnTo>
                    <a:pt x="3509"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1" name="Forme libre : forme 40">
              <a:extLst>
                <a:ext uri="{FF2B5EF4-FFF2-40B4-BE49-F238E27FC236}">
                  <a16:creationId xmlns:a16="http://schemas.microsoft.com/office/drawing/2014/main" id="{F0743493-5B76-3EE4-4DEB-8BD6F81EE092}"/>
                </a:ext>
              </a:extLst>
            </p:cNvPr>
            <p:cNvSpPr/>
            <p:nvPr/>
          </p:nvSpPr>
          <p:spPr>
            <a:xfrm rot="1801103" flipV="1">
              <a:off x="7588170" y="2168933"/>
              <a:ext cx="13770" cy="7436"/>
            </a:xfrm>
            <a:custGeom>
              <a:avLst/>
              <a:gdLst>
                <a:gd name="csX0" fmla="*/ 3521 w 13770"/>
                <a:gd name="csY0" fmla="*/ 165 h 7436"/>
                <a:gd name="csX1" fmla="*/ 7079 w 13770"/>
                <a:gd name="csY1" fmla="*/ 165 h 7436"/>
                <a:gd name="csX2" fmla="*/ 17292 w 13770"/>
                <a:gd name="csY2" fmla="*/ 7088 h 7436"/>
                <a:gd name="csX3" fmla="*/ 14624 w 13770"/>
                <a:gd name="csY3" fmla="*/ 7601 h 7436"/>
                <a:gd name="csX4" fmla="*/ 3521 w 13770"/>
                <a:gd name="csY4" fmla="*/ 165 h 7436"/>
              </a:gdLst>
              <a:ahLst/>
              <a:cxnLst>
                <a:cxn ang="0">
                  <a:pos x="csX0" y="csY0"/>
                </a:cxn>
                <a:cxn ang="0">
                  <a:pos x="csX1" y="csY1"/>
                </a:cxn>
                <a:cxn ang="0">
                  <a:pos x="csX2" y="csY2"/>
                </a:cxn>
                <a:cxn ang="0">
                  <a:pos x="csX3" y="csY3"/>
                </a:cxn>
                <a:cxn ang="0">
                  <a:pos x="csX4" y="csY4"/>
                </a:cxn>
              </a:cxnLst>
              <a:rect l="l" t="t" r="r" b="b"/>
              <a:pathLst>
                <a:path w="13770" h="7436">
                  <a:moveTo>
                    <a:pt x="3521" y="165"/>
                  </a:moveTo>
                  <a:lnTo>
                    <a:pt x="7079" y="165"/>
                  </a:lnTo>
                  <a:lnTo>
                    <a:pt x="17292" y="7088"/>
                  </a:lnTo>
                  <a:lnTo>
                    <a:pt x="14624" y="7601"/>
                  </a:lnTo>
                  <a:lnTo>
                    <a:pt x="3521" y="1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2" name="Forme libre : forme 41">
              <a:extLst>
                <a:ext uri="{FF2B5EF4-FFF2-40B4-BE49-F238E27FC236}">
                  <a16:creationId xmlns:a16="http://schemas.microsoft.com/office/drawing/2014/main" id="{D34C7EC9-2C7F-0E3B-445C-17FF9737F259}"/>
                </a:ext>
              </a:extLst>
            </p:cNvPr>
            <p:cNvSpPr/>
            <p:nvPr/>
          </p:nvSpPr>
          <p:spPr>
            <a:xfrm rot="1610687" flipV="1">
              <a:off x="7891285" y="2226292"/>
              <a:ext cx="10261" cy="4692"/>
            </a:xfrm>
            <a:custGeom>
              <a:avLst/>
              <a:gdLst>
                <a:gd name="csX0" fmla="*/ 3705 w 10261"/>
                <a:gd name="csY0" fmla="*/ 199 h 4692"/>
                <a:gd name="csX1" fmla="*/ 10601 w 10261"/>
                <a:gd name="csY1" fmla="*/ 199 h 4692"/>
                <a:gd name="csX2" fmla="*/ 13967 w 10261"/>
                <a:gd name="csY2" fmla="*/ 4892 h 4692"/>
                <a:gd name="csX3" fmla="*/ 4937 w 10261"/>
                <a:gd name="csY3" fmla="*/ 2313 h 4692"/>
                <a:gd name="csX4" fmla="*/ 3705 w 10261"/>
                <a:gd name="csY4" fmla="*/ 199 h 4692"/>
              </a:gdLst>
              <a:ahLst/>
              <a:cxnLst>
                <a:cxn ang="0">
                  <a:pos x="csX0" y="csY0"/>
                </a:cxn>
                <a:cxn ang="0">
                  <a:pos x="csX1" y="csY1"/>
                </a:cxn>
                <a:cxn ang="0">
                  <a:pos x="csX2" y="csY2"/>
                </a:cxn>
                <a:cxn ang="0">
                  <a:pos x="csX3" y="csY3"/>
                </a:cxn>
                <a:cxn ang="0">
                  <a:pos x="csX4" y="csY4"/>
                </a:cxn>
              </a:cxnLst>
              <a:rect l="l" t="t" r="r" b="b"/>
              <a:pathLst>
                <a:path w="10261" h="4692">
                  <a:moveTo>
                    <a:pt x="3705" y="199"/>
                  </a:moveTo>
                  <a:lnTo>
                    <a:pt x="10601" y="199"/>
                  </a:lnTo>
                  <a:lnTo>
                    <a:pt x="13967" y="4892"/>
                  </a:lnTo>
                  <a:lnTo>
                    <a:pt x="4937" y="2313"/>
                  </a:lnTo>
                  <a:lnTo>
                    <a:pt x="3705" y="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3" name="Forme libre : forme 42">
              <a:extLst>
                <a:ext uri="{FF2B5EF4-FFF2-40B4-BE49-F238E27FC236}">
                  <a16:creationId xmlns:a16="http://schemas.microsoft.com/office/drawing/2014/main" id="{715965B6-A836-0BD3-7996-E1F257A9723E}"/>
                </a:ext>
              </a:extLst>
            </p:cNvPr>
            <p:cNvSpPr/>
            <p:nvPr/>
          </p:nvSpPr>
          <p:spPr>
            <a:xfrm>
              <a:off x="7903082" y="2222197"/>
              <a:ext cx="11280" cy="4446"/>
            </a:xfrm>
            <a:custGeom>
              <a:avLst/>
              <a:gdLst>
                <a:gd name="csX0" fmla="*/ 3713 w 11280"/>
                <a:gd name="csY0" fmla="*/ 1975 h 4446"/>
                <a:gd name="csX1" fmla="*/ 4739 w 11280"/>
                <a:gd name="csY1" fmla="*/ 4199 h 4446"/>
                <a:gd name="csX2" fmla="*/ 13967 w 11280"/>
                <a:gd name="csY2" fmla="*/ 4643 h 4446"/>
                <a:gd name="csX3" fmla="*/ 14993 w 11280"/>
                <a:gd name="csY3" fmla="*/ 1975 h 4446"/>
                <a:gd name="csX4" fmla="*/ 9870 w 11280"/>
                <a:gd name="csY4" fmla="*/ 197 h 4446"/>
                <a:gd name="csX5" fmla="*/ 3713 w 11280"/>
                <a:gd name="csY5" fmla="*/ 1975 h 4446"/>
              </a:gdLst>
              <a:ahLst/>
              <a:cxnLst>
                <a:cxn ang="0">
                  <a:pos x="csX0" y="csY0"/>
                </a:cxn>
                <a:cxn ang="0">
                  <a:pos x="csX1" y="csY1"/>
                </a:cxn>
                <a:cxn ang="0">
                  <a:pos x="csX2" y="csY2"/>
                </a:cxn>
                <a:cxn ang="0">
                  <a:pos x="csX3" y="csY3"/>
                </a:cxn>
                <a:cxn ang="0">
                  <a:pos x="csX4" y="csY4"/>
                </a:cxn>
                <a:cxn ang="0">
                  <a:pos x="csX5" y="csY5"/>
                </a:cxn>
              </a:cxnLst>
              <a:rect l="l" t="t" r="r" b="b"/>
              <a:pathLst>
                <a:path w="11280" h="4446">
                  <a:moveTo>
                    <a:pt x="3713" y="1975"/>
                  </a:moveTo>
                  <a:lnTo>
                    <a:pt x="4739" y="4199"/>
                  </a:lnTo>
                  <a:lnTo>
                    <a:pt x="13967" y="4643"/>
                  </a:lnTo>
                  <a:lnTo>
                    <a:pt x="14993" y="1975"/>
                  </a:lnTo>
                  <a:lnTo>
                    <a:pt x="9870" y="197"/>
                  </a:lnTo>
                  <a:lnTo>
                    <a:pt x="3713" y="1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4" name="Forme libre : forme 43">
              <a:extLst>
                <a:ext uri="{FF2B5EF4-FFF2-40B4-BE49-F238E27FC236}">
                  <a16:creationId xmlns:a16="http://schemas.microsoft.com/office/drawing/2014/main" id="{3E572ABA-4250-9B6F-9B12-3926B8CC2730}"/>
                </a:ext>
              </a:extLst>
            </p:cNvPr>
            <p:cNvSpPr/>
            <p:nvPr/>
          </p:nvSpPr>
          <p:spPr>
            <a:xfrm rot="5400000" flipV="1">
              <a:off x="7904600" y="2260390"/>
              <a:ext cx="3112" cy="10254"/>
            </a:xfrm>
            <a:custGeom>
              <a:avLst/>
              <a:gdLst>
                <a:gd name="csX0" fmla="*/ 4156 w 3112"/>
                <a:gd name="csY0" fmla="*/ 222 h 10254"/>
                <a:gd name="csX1" fmla="*/ 6379 w 3112"/>
                <a:gd name="csY1" fmla="*/ 222 h 10254"/>
                <a:gd name="csX2" fmla="*/ 6824 w 3112"/>
                <a:gd name="csY2" fmla="*/ 10476 h 10254"/>
                <a:gd name="csX3" fmla="*/ 3711 w 3112"/>
                <a:gd name="csY3" fmla="*/ 9450 h 10254"/>
                <a:gd name="csX4" fmla="*/ 4156 w 3112"/>
                <a:gd name="csY4" fmla="*/ 222 h 10254"/>
              </a:gdLst>
              <a:ahLst/>
              <a:cxnLst>
                <a:cxn ang="0">
                  <a:pos x="csX0" y="csY0"/>
                </a:cxn>
                <a:cxn ang="0">
                  <a:pos x="csX1" y="csY1"/>
                </a:cxn>
                <a:cxn ang="0">
                  <a:pos x="csX2" y="csY2"/>
                </a:cxn>
                <a:cxn ang="0">
                  <a:pos x="csX3" y="csY3"/>
                </a:cxn>
                <a:cxn ang="0">
                  <a:pos x="csX4" y="csY4"/>
                </a:cxn>
              </a:cxnLst>
              <a:rect l="l" t="t" r="r" b="b"/>
              <a:pathLst>
                <a:path w="3112" h="10254">
                  <a:moveTo>
                    <a:pt x="4156" y="222"/>
                  </a:moveTo>
                  <a:lnTo>
                    <a:pt x="6379" y="222"/>
                  </a:lnTo>
                  <a:lnTo>
                    <a:pt x="6824" y="10476"/>
                  </a:lnTo>
                  <a:lnTo>
                    <a:pt x="3711" y="9450"/>
                  </a:lnTo>
                  <a:lnTo>
                    <a:pt x="4156" y="2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5" name="Forme libre : forme 44">
              <a:extLst>
                <a:ext uri="{FF2B5EF4-FFF2-40B4-BE49-F238E27FC236}">
                  <a16:creationId xmlns:a16="http://schemas.microsoft.com/office/drawing/2014/main" id="{65D419F6-F941-C020-322E-A919095F9EA1}"/>
                </a:ext>
              </a:extLst>
            </p:cNvPr>
            <p:cNvSpPr/>
            <p:nvPr/>
          </p:nvSpPr>
          <p:spPr>
            <a:xfrm>
              <a:off x="7914362" y="2269734"/>
              <a:ext cx="12306" cy="7559"/>
            </a:xfrm>
            <a:custGeom>
              <a:avLst/>
              <a:gdLst>
                <a:gd name="csX0" fmla="*/ 4746 w 12306"/>
                <a:gd name="csY0" fmla="*/ 3339 h 7559"/>
                <a:gd name="csX1" fmla="*/ 9870 w 12306"/>
                <a:gd name="csY1" fmla="*/ 227 h 7559"/>
                <a:gd name="csX2" fmla="*/ 16027 w 12306"/>
                <a:gd name="csY2" fmla="*/ 1561 h 7559"/>
                <a:gd name="csX3" fmla="*/ 13975 w 12306"/>
                <a:gd name="csY3" fmla="*/ 7786 h 7559"/>
                <a:gd name="csX4" fmla="*/ 3720 w 12306"/>
                <a:gd name="csY4" fmla="*/ 6897 h 7559"/>
                <a:gd name="csX5" fmla="*/ 4746 w 12306"/>
                <a:gd name="csY5" fmla="*/ 3339 h 7559"/>
              </a:gdLst>
              <a:ahLst/>
              <a:cxnLst>
                <a:cxn ang="0">
                  <a:pos x="csX0" y="csY0"/>
                </a:cxn>
                <a:cxn ang="0">
                  <a:pos x="csX1" y="csY1"/>
                </a:cxn>
                <a:cxn ang="0">
                  <a:pos x="csX2" y="csY2"/>
                </a:cxn>
                <a:cxn ang="0">
                  <a:pos x="csX3" y="csY3"/>
                </a:cxn>
                <a:cxn ang="0">
                  <a:pos x="csX4" y="csY4"/>
                </a:cxn>
                <a:cxn ang="0">
                  <a:pos x="csX5" y="csY5"/>
                </a:cxn>
              </a:cxnLst>
              <a:rect l="l" t="t" r="r" b="b"/>
              <a:pathLst>
                <a:path w="12306" h="7559">
                  <a:moveTo>
                    <a:pt x="4746" y="3339"/>
                  </a:moveTo>
                  <a:lnTo>
                    <a:pt x="9870" y="227"/>
                  </a:lnTo>
                  <a:lnTo>
                    <a:pt x="16027" y="1561"/>
                  </a:lnTo>
                  <a:lnTo>
                    <a:pt x="13975" y="7786"/>
                  </a:lnTo>
                  <a:lnTo>
                    <a:pt x="3720" y="6897"/>
                  </a:lnTo>
                  <a:lnTo>
                    <a:pt x="4746" y="33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6" name="Forme libre : forme 45">
              <a:extLst>
                <a:ext uri="{FF2B5EF4-FFF2-40B4-BE49-F238E27FC236}">
                  <a16:creationId xmlns:a16="http://schemas.microsoft.com/office/drawing/2014/main" id="{2E6D2E4B-546C-8B2B-B6D0-80686AD83E7F}"/>
                </a:ext>
              </a:extLst>
            </p:cNvPr>
            <p:cNvSpPr/>
            <p:nvPr/>
          </p:nvSpPr>
          <p:spPr>
            <a:xfrm>
              <a:off x="7655940" y="2277294"/>
              <a:ext cx="27685" cy="10658"/>
            </a:xfrm>
            <a:custGeom>
              <a:avLst/>
              <a:gdLst>
                <a:gd name="csX0" fmla="*/ 4592 w 27685"/>
                <a:gd name="csY0" fmla="*/ 3783 h 10658"/>
                <a:gd name="csX1" fmla="*/ 31251 w 27685"/>
                <a:gd name="csY1" fmla="*/ 232 h 10658"/>
                <a:gd name="csX2" fmla="*/ 30232 w 27685"/>
                <a:gd name="csY2" fmla="*/ 5561 h 10658"/>
                <a:gd name="csX3" fmla="*/ 12795 w 27685"/>
                <a:gd name="csY3" fmla="*/ 10890 h 10658"/>
                <a:gd name="csX4" fmla="*/ 3566 w 27685"/>
                <a:gd name="csY4" fmla="*/ 7785 h 10658"/>
                <a:gd name="csX5" fmla="*/ 4592 w 27685"/>
                <a:gd name="csY5" fmla="*/ 3783 h 10658"/>
              </a:gdLst>
              <a:ahLst/>
              <a:cxnLst>
                <a:cxn ang="0">
                  <a:pos x="csX0" y="csY0"/>
                </a:cxn>
                <a:cxn ang="0">
                  <a:pos x="csX1" y="csY1"/>
                </a:cxn>
                <a:cxn ang="0">
                  <a:pos x="csX2" y="csY2"/>
                </a:cxn>
                <a:cxn ang="0">
                  <a:pos x="csX3" y="csY3"/>
                </a:cxn>
                <a:cxn ang="0">
                  <a:pos x="csX4" y="csY4"/>
                </a:cxn>
                <a:cxn ang="0">
                  <a:pos x="csX5" y="csY5"/>
                </a:cxn>
              </a:cxnLst>
              <a:rect l="l" t="t" r="r" b="b"/>
              <a:pathLst>
                <a:path w="27685" h="10658">
                  <a:moveTo>
                    <a:pt x="4592" y="3783"/>
                  </a:moveTo>
                  <a:lnTo>
                    <a:pt x="31251" y="232"/>
                  </a:lnTo>
                  <a:lnTo>
                    <a:pt x="30232" y="5561"/>
                  </a:lnTo>
                  <a:lnTo>
                    <a:pt x="12795" y="10890"/>
                  </a:lnTo>
                  <a:lnTo>
                    <a:pt x="3566" y="7785"/>
                  </a:lnTo>
                  <a:lnTo>
                    <a:pt x="4592" y="37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7" name="Forme libre : forme 46">
              <a:extLst>
                <a:ext uri="{FF2B5EF4-FFF2-40B4-BE49-F238E27FC236}">
                  <a16:creationId xmlns:a16="http://schemas.microsoft.com/office/drawing/2014/main" id="{936E5C08-4E22-07BB-4F3B-627127546C8A}"/>
                </a:ext>
              </a:extLst>
            </p:cNvPr>
            <p:cNvSpPr/>
            <p:nvPr/>
          </p:nvSpPr>
          <p:spPr>
            <a:xfrm>
              <a:off x="7628255" y="2295949"/>
              <a:ext cx="13332" cy="7107"/>
            </a:xfrm>
            <a:custGeom>
              <a:avLst/>
              <a:gdLst>
                <a:gd name="csX0" fmla="*/ 15854 w 13332"/>
                <a:gd name="csY0" fmla="*/ 243 h 7107"/>
                <a:gd name="csX1" fmla="*/ 16881 w 13332"/>
                <a:gd name="csY1" fmla="*/ 3800 h 7107"/>
                <a:gd name="csX2" fmla="*/ 10724 w 13332"/>
                <a:gd name="csY2" fmla="*/ 4683 h 7107"/>
                <a:gd name="csX3" fmla="*/ 7645 w 13332"/>
                <a:gd name="csY3" fmla="*/ 7351 h 7107"/>
                <a:gd name="csX4" fmla="*/ 3548 w 13332"/>
                <a:gd name="csY4" fmla="*/ 4683 h 7107"/>
                <a:gd name="csX5" fmla="*/ 15854 w 13332"/>
                <a:gd name="csY5" fmla="*/ 243 h 7107"/>
              </a:gdLst>
              <a:ahLst/>
              <a:cxnLst>
                <a:cxn ang="0">
                  <a:pos x="csX0" y="csY0"/>
                </a:cxn>
                <a:cxn ang="0">
                  <a:pos x="csX1" y="csY1"/>
                </a:cxn>
                <a:cxn ang="0">
                  <a:pos x="csX2" y="csY2"/>
                </a:cxn>
                <a:cxn ang="0">
                  <a:pos x="csX3" y="csY3"/>
                </a:cxn>
                <a:cxn ang="0">
                  <a:pos x="csX4" y="csY4"/>
                </a:cxn>
                <a:cxn ang="0">
                  <a:pos x="csX5" y="csY5"/>
                </a:cxn>
              </a:cxnLst>
              <a:rect l="l" t="t" r="r" b="b"/>
              <a:pathLst>
                <a:path w="13332" h="7107">
                  <a:moveTo>
                    <a:pt x="15854" y="243"/>
                  </a:moveTo>
                  <a:lnTo>
                    <a:pt x="16881" y="3800"/>
                  </a:lnTo>
                  <a:lnTo>
                    <a:pt x="10724" y="4683"/>
                  </a:lnTo>
                  <a:lnTo>
                    <a:pt x="7645" y="7351"/>
                  </a:lnTo>
                  <a:lnTo>
                    <a:pt x="3548" y="4683"/>
                  </a:lnTo>
                  <a:lnTo>
                    <a:pt x="15854" y="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8" name="Forme libre : forme 47">
              <a:extLst>
                <a:ext uri="{FF2B5EF4-FFF2-40B4-BE49-F238E27FC236}">
                  <a16:creationId xmlns:a16="http://schemas.microsoft.com/office/drawing/2014/main" id="{93DC504C-3C26-A730-BE3E-38564FD2EF89}"/>
                </a:ext>
              </a:extLst>
            </p:cNvPr>
            <p:cNvSpPr/>
            <p:nvPr/>
          </p:nvSpPr>
          <p:spPr>
            <a:xfrm rot="5400000" flipV="1">
              <a:off x="7649835" y="2293975"/>
              <a:ext cx="4001" cy="6156"/>
            </a:xfrm>
            <a:custGeom>
              <a:avLst/>
              <a:gdLst>
                <a:gd name="csX0" fmla="*/ 4008 w 4001"/>
                <a:gd name="csY0" fmla="*/ 241 h 6156"/>
                <a:gd name="csX1" fmla="*/ 7559 w 4001"/>
                <a:gd name="csY1" fmla="*/ 241 h 6156"/>
                <a:gd name="csX2" fmla="*/ 7559 w 4001"/>
                <a:gd name="csY2" fmla="*/ 6398 h 6156"/>
                <a:gd name="csX3" fmla="*/ 3557 w 4001"/>
                <a:gd name="csY3" fmla="*/ 6398 h 6156"/>
                <a:gd name="csX4" fmla="*/ 4008 w 4001"/>
                <a:gd name="csY4" fmla="*/ 241 h 6156"/>
              </a:gdLst>
              <a:ahLst/>
              <a:cxnLst>
                <a:cxn ang="0">
                  <a:pos x="csX0" y="csY0"/>
                </a:cxn>
                <a:cxn ang="0">
                  <a:pos x="csX1" y="csY1"/>
                </a:cxn>
                <a:cxn ang="0">
                  <a:pos x="csX2" y="csY2"/>
                </a:cxn>
                <a:cxn ang="0">
                  <a:pos x="csX3" y="csY3"/>
                </a:cxn>
                <a:cxn ang="0">
                  <a:pos x="csX4" y="csY4"/>
                </a:cxn>
              </a:cxnLst>
              <a:rect l="l" t="t" r="r" b="b"/>
              <a:pathLst>
                <a:path w="4001" h="6156">
                  <a:moveTo>
                    <a:pt x="4008" y="241"/>
                  </a:moveTo>
                  <a:lnTo>
                    <a:pt x="7559" y="241"/>
                  </a:lnTo>
                  <a:lnTo>
                    <a:pt x="7559" y="6398"/>
                  </a:lnTo>
                  <a:lnTo>
                    <a:pt x="3557" y="6398"/>
                  </a:lnTo>
                  <a:lnTo>
                    <a:pt x="4008" y="2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49" name="Forme libre : forme 48">
              <a:extLst>
                <a:ext uri="{FF2B5EF4-FFF2-40B4-BE49-F238E27FC236}">
                  <a16:creationId xmlns:a16="http://schemas.microsoft.com/office/drawing/2014/main" id="{35215C7D-B415-D331-D5F6-01375677F2BB}"/>
                </a:ext>
              </a:extLst>
            </p:cNvPr>
            <p:cNvSpPr/>
            <p:nvPr/>
          </p:nvSpPr>
          <p:spPr>
            <a:xfrm>
              <a:off x="7659018" y="2293726"/>
              <a:ext cx="7176" cy="4001"/>
            </a:xfrm>
            <a:custGeom>
              <a:avLst/>
              <a:gdLst>
                <a:gd name="csX0" fmla="*/ 3563 w 7176"/>
                <a:gd name="csY0" fmla="*/ 1130 h 4001"/>
                <a:gd name="csX1" fmla="*/ 8694 w 7176"/>
                <a:gd name="csY1" fmla="*/ 4242 h 4001"/>
                <a:gd name="csX2" fmla="*/ 10739 w 7176"/>
                <a:gd name="csY2" fmla="*/ 240 h 4001"/>
                <a:gd name="csX3" fmla="*/ 3563 w 7176"/>
                <a:gd name="csY3" fmla="*/ 1130 h 4001"/>
              </a:gdLst>
              <a:ahLst/>
              <a:cxnLst>
                <a:cxn ang="0">
                  <a:pos x="csX0" y="csY0"/>
                </a:cxn>
                <a:cxn ang="0">
                  <a:pos x="csX1" y="csY1"/>
                </a:cxn>
                <a:cxn ang="0">
                  <a:pos x="csX2" y="csY2"/>
                </a:cxn>
                <a:cxn ang="0">
                  <a:pos x="csX3" y="csY3"/>
                </a:cxn>
              </a:cxnLst>
              <a:rect l="l" t="t" r="r" b="b"/>
              <a:pathLst>
                <a:path w="7176" h="4001">
                  <a:moveTo>
                    <a:pt x="3563" y="1130"/>
                  </a:moveTo>
                  <a:lnTo>
                    <a:pt x="8694" y="4242"/>
                  </a:lnTo>
                  <a:lnTo>
                    <a:pt x="10739" y="240"/>
                  </a:lnTo>
                  <a:lnTo>
                    <a:pt x="3563" y="11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0" name="Forme libre : forme 49">
              <a:extLst>
                <a:ext uri="{FF2B5EF4-FFF2-40B4-BE49-F238E27FC236}">
                  <a16:creationId xmlns:a16="http://schemas.microsoft.com/office/drawing/2014/main" id="{22478F1D-B7D1-6347-CCBA-40018829F217}"/>
                </a:ext>
              </a:extLst>
            </p:cNvPr>
            <p:cNvSpPr/>
            <p:nvPr/>
          </p:nvSpPr>
          <p:spPr>
            <a:xfrm rot="812732" flipV="1">
              <a:off x="7668546" y="2297439"/>
              <a:ext cx="9659" cy="3694"/>
            </a:xfrm>
            <a:custGeom>
              <a:avLst/>
              <a:gdLst>
                <a:gd name="csX0" fmla="*/ 3569 w 9659"/>
                <a:gd name="csY0" fmla="*/ 242 h 3694"/>
                <a:gd name="csX1" fmla="*/ 13058 w 9659"/>
                <a:gd name="csY1" fmla="*/ 242 h 3694"/>
                <a:gd name="csX2" fmla="*/ 13229 w 9659"/>
                <a:gd name="csY2" fmla="*/ 3936 h 3694"/>
                <a:gd name="csX3" fmla="*/ 7031 w 9659"/>
                <a:gd name="csY3" fmla="*/ 3368 h 3694"/>
                <a:gd name="csX4" fmla="*/ 3569 w 9659"/>
                <a:gd name="csY4" fmla="*/ 242 h 3694"/>
              </a:gdLst>
              <a:ahLst/>
              <a:cxnLst>
                <a:cxn ang="0">
                  <a:pos x="csX0" y="csY0"/>
                </a:cxn>
                <a:cxn ang="0">
                  <a:pos x="csX1" y="csY1"/>
                </a:cxn>
                <a:cxn ang="0">
                  <a:pos x="csX2" y="csY2"/>
                </a:cxn>
                <a:cxn ang="0">
                  <a:pos x="csX3" y="csY3"/>
                </a:cxn>
                <a:cxn ang="0">
                  <a:pos x="csX4" y="csY4"/>
                </a:cxn>
              </a:cxnLst>
              <a:rect l="l" t="t" r="r" b="b"/>
              <a:pathLst>
                <a:path w="9659" h="3694">
                  <a:moveTo>
                    <a:pt x="3569" y="242"/>
                  </a:moveTo>
                  <a:lnTo>
                    <a:pt x="13058" y="242"/>
                  </a:lnTo>
                  <a:lnTo>
                    <a:pt x="13229" y="3936"/>
                  </a:lnTo>
                  <a:lnTo>
                    <a:pt x="7031" y="3368"/>
                  </a:lnTo>
                  <a:lnTo>
                    <a:pt x="3569"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1" name="Forme libre : forme 50">
              <a:extLst>
                <a:ext uri="{FF2B5EF4-FFF2-40B4-BE49-F238E27FC236}">
                  <a16:creationId xmlns:a16="http://schemas.microsoft.com/office/drawing/2014/main" id="{0F8052E3-523F-7B3F-3207-E6422472B0F0}"/>
                </a:ext>
              </a:extLst>
            </p:cNvPr>
            <p:cNvSpPr/>
            <p:nvPr/>
          </p:nvSpPr>
          <p:spPr>
            <a:xfrm>
              <a:off x="7654921" y="2312832"/>
              <a:ext cx="24606" cy="6225"/>
            </a:xfrm>
            <a:custGeom>
              <a:avLst/>
              <a:gdLst>
                <a:gd name="csX0" fmla="*/ 18945 w 24606"/>
                <a:gd name="csY0" fmla="*/ 2031 h 6225"/>
                <a:gd name="csX1" fmla="*/ 5619 w 24606"/>
                <a:gd name="csY1" fmla="*/ 2031 h 6225"/>
                <a:gd name="csX2" fmla="*/ 3567 w 24606"/>
                <a:gd name="csY2" fmla="*/ 3803 h 6225"/>
                <a:gd name="csX3" fmla="*/ 23043 w 24606"/>
                <a:gd name="csY3" fmla="*/ 6478 h 6225"/>
                <a:gd name="csX4" fmla="*/ 27154 w 24606"/>
                <a:gd name="csY4" fmla="*/ 5582 h 6225"/>
                <a:gd name="csX5" fmla="*/ 28174 w 24606"/>
                <a:gd name="csY5" fmla="*/ 253 h 6225"/>
                <a:gd name="csX6" fmla="*/ 18945 w 24606"/>
                <a:gd name="csY6" fmla="*/ 2031 h 62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06" h="6225">
                  <a:moveTo>
                    <a:pt x="18945" y="2031"/>
                  </a:moveTo>
                  <a:lnTo>
                    <a:pt x="5619" y="2031"/>
                  </a:lnTo>
                  <a:lnTo>
                    <a:pt x="3567" y="3803"/>
                  </a:lnTo>
                  <a:lnTo>
                    <a:pt x="23043" y="6478"/>
                  </a:lnTo>
                  <a:lnTo>
                    <a:pt x="27154" y="5582"/>
                  </a:lnTo>
                  <a:lnTo>
                    <a:pt x="28174" y="253"/>
                  </a:lnTo>
                  <a:lnTo>
                    <a:pt x="18945" y="20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2" name="Forme libre : forme 51">
              <a:extLst>
                <a:ext uri="{FF2B5EF4-FFF2-40B4-BE49-F238E27FC236}">
                  <a16:creationId xmlns:a16="http://schemas.microsoft.com/office/drawing/2014/main" id="{D99338FF-9B4F-A7EE-420E-21279A0A86AC}"/>
                </a:ext>
              </a:extLst>
            </p:cNvPr>
            <p:cNvSpPr/>
            <p:nvPr/>
          </p:nvSpPr>
          <p:spPr>
            <a:xfrm rot="964294" flipV="1">
              <a:off x="7689178" y="2319180"/>
              <a:ext cx="7634" cy="4125"/>
            </a:xfrm>
            <a:custGeom>
              <a:avLst/>
              <a:gdLst>
                <a:gd name="csX0" fmla="*/ 3582 w 7634"/>
                <a:gd name="csY0" fmla="*/ 255 h 4125"/>
                <a:gd name="csX1" fmla="*/ 9978 w 7634"/>
                <a:gd name="csY1" fmla="*/ 255 h 4125"/>
                <a:gd name="csX2" fmla="*/ 11216 w 7634"/>
                <a:gd name="csY2" fmla="*/ 3382 h 4125"/>
                <a:gd name="csX3" fmla="*/ 9862 w 7634"/>
                <a:gd name="csY3" fmla="*/ 4381 h 4125"/>
                <a:gd name="csX4" fmla="*/ 3582 w 7634"/>
                <a:gd name="csY4" fmla="*/ 255 h 4125"/>
              </a:gdLst>
              <a:ahLst/>
              <a:cxnLst>
                <a:cxn ang="0">
                  <a:pos x="csX0" y="csY0"/>
                </a:cxn>
                <a:cxn ang="0">
                  <a:pos x="csX1" y="csY1"/>
                </a:cxn>
                <a:cxn ang="0">
                  <a:pos x="csX2" y="csY2"/>
                </a:cxn>
                <a:cxn ang="0">
                  <a:pos x="csX3" y="csY3"/>
                </a:cxn>
                <a:cxn ang="0">
                  <a:pos x="csX4" y="csY4"/>
                </a:cxn>
              </a:cxnLst>
              <a:rect l="l" t="t" r="r" b="b"/>
              <a:pathLst>
                <a:path w="7634" h="4125">
                  <a:moveTo>
                    <a:pt x="3582" y="255"/>
                  </a:moveTo>
                  <a:lnTo>
                    <a:pt x="9978" y="255"/>
                  </a:lnTo>
                  <a:lnTo>
                    <a:pt x="11216" y="3382"/>
                  </a:lnTo>
                  <a:lnTo>
                    <a:pt x="9862" y="4381"/>
                  </a:lnTo>
                  <a:lnTo>
                    <a:pt x="3582"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3" name="Forme libre : forme 52">
              <a:extLst>
                <a:ext uri="{FF2B5EF4-FFF2-40B4-BE49-F238E27FC236}">
                  <a16:creationId xmlns:a16="http://schemas.microsoft.com/office/drawing/2014/main" id="{F6946C76-6ABB-7CC8-A0CC-010B1C9B5397}"/>
                </a:ext>
              </a:extLst>
            </p:cNvPr>
            <p:cNvSpPr/>
            <p:nvPr/>
          </p:nvSpPr>
          <p:spPr>
            <a:xfrm>
              <a:off x="7520579" y="2270179"/>
              <a:ext cx="17430" cy="8441"/>
            </a:xfrm>
            <a:custGeom>
              <a:avLst/>
              <a:gdLst>
                <a:gd name="csX0" fmla="*/ 3481 w 17430"/>
                <a:gd name="csY0" fmla="*/ 5111 h 8441"/>
                <a:gd name="csX1" fmla="*/ 5533 w 17430"/>
                <a:gd name="csY1" fmla="*/ 1999 h 8441"/>
                <a:gd name="csX2" fmla="*/ 17840 w 17430"/>
                <a:gd name="csY2" fmla="*/ 227 h 8441"/>
                <a:gd name="csX3" fmla="*/ 20912 w 17430"/>
                <a:gd name="csY3" fmla="*/ 4667 h 8441"/>
                <a:gd name="csX4" fmla="*/ 11683 w 17430"/>
                <a:gd name="csY4" fmla="*/ 8669 h 8441"/>
                <a:gd name="csX5" fmla="*/ 3481 w 17430"/>
                <a:gd name="csY5" fmla="*/ 5111 h 8441"/>
              </a:gdLst>
              <a:ahLst/>
              <a:cxnLst>
                <a:cxn ang="0">
                  <a:pos x="csX0" y="csY0"/>
                </a:cxn>
                <a:cxn ang="0">
                  <a:pos x="csX1" y="csY1"/>
                </a:cxn>
                <a:cxn ang="0">
                  <a:pos x="csX2" y="csY2"/>
                </a:cxn>
                <a:cxn ang="0">
                  <a:pos x="csX3" y="csY3"/>
                </a:cxn>
                <a:cxn ang="0">
                  <a:pos x="csX4" y="csY4"/>
                </a:cxn>
                <a:cxn ang="0">
                  <a:pos x="csX5" y="csY5"/>
                </a:cxn>
              </a:cxnLst>
              <a:rect l="l" t="t" r="r" b="b"/>
              <a:pathLst>
                <a:path w="17430" h="8441">
                  <a:moveTo>
                    <a:pt x="3481" y="5111"/>
                  </a:moveTo>
                  <a:lnTo>
                    <a:pt x="5533" y="1999"/>
                  </a:lnTo>
                  <a:lnTo>
                    <a:pt x="17840" y="227"/>
                  </a:lnTo>
                  <a:lnTo>
                    <a:pt x="20912" y="4667"/>
                  </a:lnTo>
                  <a:lnTo>
                    <a:pt x="11683" y="8669"/>
                  </a:lnTo>
                  <a:lnTo>
                    <a:pt x="3481" y="51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4" name="Forme libre : forme 53">
              <a:extLst>
                <a:ext uri="{FF2B5EF4-FFF2-40B4-BE49-F238E27FC236}">
                  <a16:creationId xmlns:a16="http://schemas.microsoft.com/office/drawing/2014/main" id="{82727544-C824-140B-14B8-965D4FDA866E}"/>
                </a:ext>
              </a:extLst>
            </p:cNvPr>
            <p:cNvSpPr/>
            <p:nvPr/>
          </p:nvSpPr>
          <p:spPr>
            <a:xfrm>
              <a:off x="7510324" y="2279065"/>
              <a:ext cx="7176" cy="6225"/>
            </a:xfrm>
            <a:custGeom>
              <a:avLst/>
              <a:gdLst>
                <a:gd name="csX0" fmla="*/ 3473 w 7176"/>
                <a:gd name="csY0" fmla="*/ 2011 h 6225"/>
                <a:gd name="csX1" fmla="*/ 3473 w 7176"/>
                <a:gd name="csY1" fmla="*/ 6013 h 6225"/>
                <a:gd name="csX2" fmla="*/ 7570 w 7176"/>
                <a:gd name="csY2" fmla="*/ 6457 h 6225"/>
                <a:gd name="csX3" fmla="*/ 10649 w 7176"/>
                <a:gd name="csY3" fmla="*/ 2455 h 6225"/>
                <a:gd name="csX4" fmla="*/ 8603 w 7176"/>
                <a:gd name="csY4" fmla="*/ 232 h 6225"/>
                <a:gd name="csX5" fmla="*/ 3473 w 7176"/>
                <a:gd name="csY5" fmla="*/ 2011 h 6225"/>
              </a:gdLst>
              <a:ahLst/>
              <a:cxnLst>
                <a:cxn ang="0">
                  <a:pos x="csX0" y="csY0"/>
                </a:cxn>
                <a:cxn ang="0">
                  <a:pos x="csX1" y="csY1"/>
                </a:cxn>
                <a:cxn ang="0">
                  <a:pos x="csX2" y="csY2"/>
                </a:cxn>
                <a:cxn ang="0">
                  <a:pos x="csX3" y="csY3"/>
                </a:cxn>
                <a:cxn ang="0">
                  <a:pos x="csX4" y="csY4"/>
                </a:cxn>
                <a:cxn ang="0">
                  <a:pos x="csX5" y="csY5"/>
                </a:cxn>
              </a:cxnLst>
              <a:rect l="l" t="t" r="r" b="b"/>
              <a:pathLst>
                <a:path w="7176" h="6225">
                  <a:moveTo>
                    <a:pt x="3473" y="2011"/>
                  </a:moveTo>
                  <a:lnTo>
                    <a:pt x="3473" y="6013"/>
                  </a:lnTo>
                  <a:lnTo>
                    <a:pt x="7570" y="6457"/>
                  </a:lnTo>
                  <a:lnTo>
                    <a:pt x="10649" y="2455"/>
                  </a:lnTo>
                  <a:lnTo>
                    <a:pt x="8603" y="232"/>
                  </a:lnTo>
                  <a:lnTo>
                    <a:pt x="3473" y="2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5" name="Forme libre : forme 54">
              <a:extLst>
                <a:ext uri="{FF2B5EF4-FFF2-40B4-BE49-F238E27FC236}">
                  <a16:creationId xmlns:a16="http://schemas.microsoft.com/office/drawing/2014/main" id="{03029679-02E6-677B-2225-FDA810D07748}"/>
                </a:ext>
              </a:extLst>
            </p:cNvPr>
            <p:cNvSpPr/>
            <p:nvPr/>
          </p:nvSpPr>
          <p:spPr>
            <a:xfrm>
              <a:off x="7460071" y="2365042"/>
              <a:ext cx="13326" cy="6149"/>
            </a:xfrm>
            <a:custGeom>
              <a:avLst/>
              <a:gdLst>
                <a:gd name="csX0" fmla="*/ 3443 w 13326"/>
                <a:gd name="csY0" fmla="*/ 1509 h 6149"/>
                <a:gd name="csX1" fmla="*/ 4469 w 13326"/>
                <a:gd name="csY1" fmla="*/ 5203 h 6149"/>
                <a:gd name="csX2" fmla="*/ 12672 w 13326"/>
                <a:gd name="csY2" fmla="*/ 6434 h 6149"/>
                <a:gd name="csX3" fmla="*/ 16769 w 13326"/>
                <a:gd name="csY3" fmla="*/ 2740 h 6149"/>
                <a:gd name="csX4" fmla="*/ 8574 w 13326"/>
                <a:gd name="csY4" fmla="*/ 284 h 6149"/>
                <a:gd name="csX5" fmla="*/ 3443 w 13326"/>
                <a:gd name="csY5" fmla="*/ 1509 h 6149"/>
              </a:gdLst>
              <a:ahLst/>
              <a:cxnLst>
                <a:cxn ang="0">
                  <a:pos x="csX0" y="csY0"/>
                </a:cxn>
                <a:cxn ang="0">
                  <a:pos x="csX1" y="csY1"/>
                </a:cxn>
                <a:cxn ang="0">
                  <a:pos x="csX2" y="csY2"/>
                </a:cxn>
                <a:cxn ang="0">
                  <a:pos x="csX3" y="csY3"/>
                </a:cxn>
                <a:cxn ang="0">
                  <a:pos x="csX4" y="csY4"/>
                </a:cxn>
                <a:cxn ang="0">
                  <a:pos x="csX5" y="csY5"/>
                </a:cxn>
              </a:cxnLst>
              <a:rect l="l" t="t" r="r" b="b"/>
              <a:pathLst>
                <a:path w="13326" h="6149">
                  <a:moveTo>
                    <a:pt x="3443" y="1509"/>
                  </a:moveTo>
                  <a:lnTo>
                    <a:pt x="4469" y="5203"/>
                  </a:lnTo>
                  <a:lnTo>
                    <a:pt x="12672" y="6434"/>
                  </a:lnTo>
                  <a:lnTo>
                    <a:pt x="16769" y="2740"/>
                  </a:lnTo>
                  <a:lnTo>
                    <a:pt x="8574" y="284"/>
                  </a:lnTo>
                  <a:lnTo>
                    <a:pt x="3443" y="1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6" name="Forme libre : forme 55">
              <a:extLst>
                <a:ext uri="{FF2B5EF4-FFF2-40B4-BE49-F238E27FC236}">
                  <a16:creationId xmlns:a16="http://schemas.microsoft.com/office/drawing/2014/main" id="{1E1B69B3-4550-C223-3385-A8747A54F0C2}"/>
                </a:ext>
              </a:extLst>
            </p:cNvPr>
            <p:cNvSpPr/>
            <p:nvPr/>
          </p:nvSpPr>
          <p:spPr>
            <a:xfrm>
              <a:off x="7351376" y="2344376"/>
              <a:ext cx="22561" cy="10664"/>
            </a:xfrm>
            <a:custGeom>
              <a:avLst/>
              <a:gdLst>
                <a:gd name="csX0" fmla="*/ 3379 w 22561"/>
                <a:gd name="csY0" fmla="*/ 4275 h 10664"/>
                <a:gd name="csX1" fmla="*/ 12608 w 22561"/>
                <a:gd name="csY1" fmla="*/ 273 h 10664"/>
                <a:gd name="csX2" fmla="*/ 20810 w 22561"/>
                <a:gd name="csY2" fmla="*/ 718 h 10664"/>
                <a:gd name="csX3" fmla="*/ 25941 w 22561"/>
                <a:gd name="csY3" fmla="*/ 7388 h 10664"/>
                <a:gd name="csX4" fmla="*/ 16705 w 22561"/>
                <a:gd name="csY4" fmla="*/ 10938 h 10664"/>
                <a:gd name="csX5" fmla="*/ 3379 w 22561"/>
                <a:gd name="csY5" fmla="*/ 4275 h 10664"/>
              </a:gdLst>
              <a:ahLst/>
              <a:cxnLst>
                <a:cxn ang="0">
                  <a:pos x="csX0" y="csY0"/>
                </a:cxn>
                <a:cxn ang="0">
                  <a:pos x="csX1" y="csY1"/>
                </a:cxn>
                <a:cxn ang="0">
                  <a:pos x="csX2" y="csY2"/>
                </a:cxn>
                <a:cxn ang="0">
                  <a:pos x="csX3" y="csY3"/>
                </a:cxn>
                <a:cxn ang="0">
                  <a:pos x="csX4" y="csY4"/>
                </a:cxn>
                <a:cxn ang="0">
                  <a:pos x="csX5" y="csY5"/>
                </a:cxn>
              </a:cxnLst>
              <a:rect l="l" t="t" r="r" b="b"/>
              <a:pathLst>
                <a:path w="22561" h="10664">
                  <a:moveTo>
                    <a:pt x="3379" y="4275"/>
                  </a:moveTo>
                  <a:lnTo>
                    <a:pt x="12608" y="273"/>
                  </a:lnTo>
                  <a:lnTo>
                    <a:pt x="20810" y="718"/>
                  </a:lnTo>
                  <a:lnTo>
                    <a:pt x="25941" y="7388"/>
                  </a:lnTo>
                  <a:lnTo>
                    <a:pt x="16705" y="10938"/>
                  </a:lnTo>
                  <a:lnTo>
                    <a:pt x="3379" y="42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7" name="Forme libre : forme 56">
              <a:extLst>
                <a:ext uri="{FF2B5EF4-FFF2-40B4-BE49-F238E27FC236}">
                  <a16:creationId xmlns:a16="http://schemas.microsoft.com/office/drawing/2014/main" id="{A406E85F-19BF-8EC0-27E5-F965CE834A4A}"/>
                </a:ext>
              </a:extLst>
            </p:cNvPr>
            <p:cNvSpPr/>
            <p:nvPr/>
          </p:nvSpPr>
          <p:spPr>
            <a:xfrm>
              <a:off x="7360604" y="2327054"/>
              <a:ext cx="14359" cy="5329"/>
            </a:xfrm>
            <a:custGeom>
              <a:avLst/>
              <a:gdLst>
                <a:gd name="csX0" fmla="*/ 3383 w 14359"/>
                <a:gd name="csY0" fmla="*/ 1150 h 5329"/>
                <a:gd name="csX1" fmla="*/ 6461 w 14359"/>
                <a:gd name="csY1" fmla="*/ 4701 h 5329"/>
                <a:gd name="csX2" fmla="*/ 17742 w 14359"/>
                <a:gd name="csY2" fmla="*/ 5590 h 5329"/>
                <a:gd name="csX3" fmla="*/ 17742 w 14359"/>
                <a:gd name="csY3" fmla="*/ 2922 h 5329"/>
                <a:gd name="csX4" fmla="*/ 9540 w 14359"/>
                <a:gd name="csY4" fmla="*/ 261 h 5329"/>
                <a:gd name="csX5" fmla="*/ 3383 w 14359"/>
                <a:gd name="csY5" fmla="*/ 1150 h 5329"/>
              </a:gdLst>
              <a:ahLst/>
              <a:cxnLst>
                <a:cxn ang="0">
                  <a:pos x="csX0" y="csY0"/>
                </a:cxn>
                <a:cxn ang="0">
                  <a:pos x="csX1" y="csY1"/>
                </a:cxn>
                <a:cxn ang="0">
                  <a:pos x="csX2" y="csY2"/>
                </a:cxn>
                <a:cxn ang="0">
                  <a:pos x="csX3" y="csY3"/>
                </a:cxn>
                <a:cxn ang="0">
                  <a:pos x="csX4" y="csY4"/>
                </a:cxn>
                <a:cxn ang="0">
                  <a:pos x="csX5" y="csY5"/>
                </a:cxn>
              </a:cxnLst>
              <a:rect l="l" t="t" r="r" b="b"/>
              <a:pathLst>
                <a:path w="14359" h="5329">
                  <a:moveTo>
                    <a:pt x="3383" y="1150"/>
                  </a:moveTo>
                  <a:lnTo>
                    <a:pt x="6461" y="4701"/>
                  </a:lnTo>
                  <a:lnTo>
                    <a:pt x="17742" y="5590"/>
                  </a:lnTo>
                  <a:lnTo>
                    <a:pt x="17742" y="2922"/>
                  </a:lnTo>
                  <a:lnTo>
                    <a:pt x="9540" y="261"/>
                  </a:lnTo>
                  <a:lnTo>
                    <a:pt x="3383" y="11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8" name="Forme libre : forme 57">
              <a:extLst>
                <a:ext uri="{FF2B5EF4-FFF2-40B4-BE49-F238E27FC236}">
                  <a16:creationId xmlns:a16="http://schemas.microsoft.com/office/drawing/2014/main" id="{87FD616E-A066-161F-F8BA-E643848D5A34}"/>
                </a:ext>
              </a:extLst>
            </p:cNvPr>
            <p:cNvSpPr/>
            <p:nvPr/>
          </p:nvSpPr>
          <p:spPr>
            <a:xfrm>
              <a:off x="7371885" y="2324386"/>
              <a:ext cx="21535" cy="4439"/>
            </a:xfrm>
            <a:custGeom>
              <a:avLst/>
              <a:gdLst>
                <a:gd name="csX0" fmla="*/ 3392 w 21535"/>
                <a:gd name="csY0" fmla="*/ 1148 h 4439"/>
                <a:gd name="csX1" fmla="*/ 12620 w 21535"/>
                <a:gd name="csY1" fmla="*/ 3816 h 4439"/>
                <a:gd name="csX2" fmla="*/ 20829 w 21535"/>
                <a:gd name="csY2" fmla="*/ 4699 h 4439"/>
                <a:gd name="csX3" fmla="*/ 24927 w 21535"/>
                <a:gd name="csY3" fmla="*/ 2476 h 4439"/>
                <a:gd name="csX4" fmla="*/ 17751 w 21535"/>
                <a:gd name="csY4" fmla="*/ 259 h 4439"/>
                <a:gd name="csX5" fmla="*/ 3392 w 21535"/>
                <a:gd name="csY5" fmla="*/ 1148 h 4439"/>
              </a:gdLst>
              <a:ahLst/>
              <a:cxnLst>
                <a:cxn ang="0">
                  <a:pos x="csX0" y="csY0"/>
                </a:cxn>
                <a:cxn ang="0">
                  <a:pos x="csX1" y="csY1"/>
                </a:cxn>
                <a:cxn ang="0">
                  <a:pos x="csX2" y="csY2"/>
                </a:cxn>
                <a:cxn ang="0">
                  <a:pos x="csX3" y="csY3"/>
                </a:cxn>
                <a:cxn ang="0">
                  <a:pos x="csX4" y="csY4"/>
                </a:cxn>
                <a:cxn ang="0">
                  <a:pos x="csX5" y="csY5"/>
                </a:cxn>
              </a:cxnLst>
              <a:rect l="l" t="t" r="r" b="b"/>
              <a:pathLst>
                <a:path w="21535" h="4439">
                  <a:moveTo>
                    <a:pt x="3392" y="1148"/>
                  </a:moveTo>
                  <a:lnTo>
                    <a:pt x="12620" y="3816"/>
                  </a:lnTo>
                  <a:lnTo>
                    <a:pt x="20829" y="4699"/>
                  </a:lnTo>
                  <a:lnTo>
                    <a:pt x="24927" y="2476"/>
                  </a:lnTo>
                  <a:lnTo>
                    <a:pt x="17751" y="259"/>
                  </a:lnTo>
                  <a:lnTo>
                    <a:pt x="3392" y="1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59" name="Forme libre : forme 58">
              <a:extLst>
                <a:ext uri="{FF2B5EF4-FFF2-40B4-BE49-F238E27FC236}">
                  <a16:creationId xmlns:a16="http://schemas.microsoft.com/office/drawing/2014/main" id="{045611E2-5DB1-2C8F-F8D6-6A7651DF2149}"/>
                </a:ext>
              </a:extLst>
            </p:cNvPr>
            <p:cNvSpPr/>
            <p:nvPr/>
          </p:nvSpPr>
          <p:spPr>
            <a:xfrm rot="423871" flipV="1">
              <a:off x="7367583" y="2263021"/>
              <a:ext cx="12806" cy="4166"/>
            </a:xfrm>
            <a:custGeom>
              <a:avLst/>
              <a:gdLst>
                <a:gd name="csX0" fmla="*/ 8963 w 12806"/>
                <a:gd name="csY0" fmla="*/ 221 h 4166"/>
                <a:gd name="csX1" fmla="*/ 16194 w 12806"/>
                <a:gd name="csY1" fmla="*/ 221 h 4166"/>
                <a:gd name="csX2" fmla="*/ 13615 w 12806"/>
                <a:gd name="csY2" fmla="*/ 4387 h 4166"/>
                <a:gd name="csX3" fmla="*/ 3388 w 12806"/>
                <a:gd name="csY3" fmla="*/ 3566 h 4166"/>
                <a:gd name="csX4" fmla="*/ 8963 w 12806"/>
                <a:gd name="csY4" fmla="*/ 221 h 4166"/>
              </a:gdLst>
              <a:ahLst/>
              <a:cxnLst>
                <a:cxn ang="0">
                  <a:pos x="csX0" y="csY0"/>
                </a:cxn>
                <a:cxn ang="0">
                  <a:pos x="csX1" y="csY1"/>
                </a:cxn>
                <a:cxn ang="0">
                  <a:pos x="csX2" y="csY2"/>
                </a:cxn>
                <a:cxn ang="0">
                  <a:pos x="csX3" y="csY3"/>
                </a:cxn>
                <a:cxn ang="0">
                  <a:pos x="csX4" y="csY4"/>
                </a:cxn>
              </a:cxnLst>
              <a:rect l="l" t="t" r="r" b="b"/>
              <a:pathLst>
                <a:path w="12806" h="4166">
                  <a:moveTo>
                    <a:pt x="8963" y="221"/>
                  </a:moveTo>
                  <a:lnTo>
                    <a:pt x="16194" y="221"/>
                  </a:lnTo>
                  <a:lnTo>
                    <a:pt x="13615" y="4387"/>
                  </a:lnTo>
                  <a:lnTo>
                    <a:pt x="3388" y="3566"/>
                  </a:lnTo>
                  <a:lnTo>
                    <a:pt x="8963" y="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0" name="Forme libre : forme 59">
              <a:extLst>
                <a:ext uri="{FF2B5EF4-FFF2-40B4-BE49-F238E27FC236}">
                  <a16:creationId xmlns:a16="http://schemas.microsoft.com/office/drawing/2014/main" id="{2CDC399C-1C27-1D39-0F51-45E806794450}"/>
                </a:ext>
              </a:extLst>
            </p:cNvPr>
            <p:cNvSpPr/>
            <p:nvPr/>
          </p:nvSpPr>
          <p:spPr>
            <a:xfrm>
              <a:off x="7242681" y="2164870"/>
              <a:ext cx="30763" cy="4891"/>
            </a:xfrm>
            <a:custGeom>
              <a:avLst/>
              <a:gdLst>
                <a:gd name="csX0" fmla="*/ 3315 w 30763"/>
                <a:gd name="csY0" fmla="*/ 162 h 4891"/>
                <a:gd name="csX1" fmla="*/ 10491 w 30763"/>
                <a:gd name="csY1" fmla="*/ 3713 h 4891"/>
                <a:gd name="csX2" fmla="*/ 28955 w 30763"/>
                <a:gd name="csY2" fmla="*/ 5053 h 4891"/>
                <a:gd name="csX3" fmla="*/ 34079 w 30763"/>
                <a:gd name="csY3" fmla="*/ 2830 h 4891"/>
                <a:gd name="csX4" fmla="*/ 24850 w 30763"/>
                <a:gd name="csY4" fmla="*/ 162 h 4891"/>
                <a:gd name="csX5" fmla="*/ 3315 w 30763"/>
                <a:gd name="csY5" fmla="*/ 162 h 4891"/>
              </a:gdLst>
              <a:ahLst/>
              <a:cxnLst>
                <a:cxn ang="0">
                  <a:pos x="csX0" y="csY0"/>
                </a:cxn>
                <a:cxn ang="0">
                  <a:pos x="csX1" y="csY1"/>
                </a:cxn>
                <a:cxn ang="0">
                  <a:pos x="csX2" y="csY2"/>
                </a:cxn>
                <a:cxn ang="0">
                  <a:pos x="csX3" y="csY3"/>
                </a:cxn>
                <a:cxn ang="0">
                  <a:pos x="csX4" y="csY4"/>
                </a:cxn>
                <a:cxn ang="0">
                  <a:pos x="csX5" y="csY5"/>
                </a:cxn>
              </a:cxnLst>
              <a:rect l="l" t="t" r="r" b="b"/>
              <a:pathLst>
                <a:path w="30763" h="4891">
                  <a:moveTo>
                    <a:pt x="3315" y="162"/>
                  </a:moveTo>
                  <a:lnTo>
                    <a:pt x="10491" y="3713"/>
                  </a:lnTo>
                  <a:lnTo>
                    <a:pt x="28955" y="5053"/>
                  </a:lnTo>
                  <a:lnTo>
                    <a:pt x="34079" y="2830"/>
                  </a:lnTo>
                  <a:lnTo>
                    <a:pt x="24850" y="162"/>
                  </a:lnTo>
                  <a:lnTo>
                    <a:pt x="3315" y="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1" name="Forme libre : forme 60">
              <a:extLst>
                <a:ext uri="{FF2B5EF4-FFF2-40B4-BE49-F238E27FC236}">
                  <a16:creationId xmlns:a16="http://schemas.microsoft.com/office/drawing/2014/main" id="{CD6DE87D-8EC0-A687-C88D-DB67C6A66F23}"/>
                </a:ext>
              </a:extLst>
            </p:cNvPr>
            <p:cNvSpPr/>
            <p:nvPr/>
          </p:nvSpPr>
          <p:spPr>
            <a:xfrm rot="410839" flipV="1">
              <a:off x="7374058" y="2405951"/>
              <a:ext cx="15125" cy="3051"/>
            </a:xfrm>
            <a:custGeom>
              <a:avLst/>
              <a:gdLst>
                <a:gd name="csX0" fmla="*/ 3391 w 15125"/>
                <a:gd name="csY0" fmla="*/ 308 h 3051"/>
                <a:gd name="csX1" fmla="*/ 13721 w 15125"/>
                <a:gd name="csY1" fmla="*/ 308 h 3051"/>
                <a:gd name="csX2" fmla="*/ 18517 w 15125"/>
                <a:gd name="csY2" fmla="*/ 3359 h 3051"/>
                <a:gd name="csX3" fmla="*/ 9281 w 15125"/>
                <a:gd name="csY3" fmla="*/ 2873 h 3051"/>
                <a:gd name="csX4" fmla="*/ 3391 w 15125"/>
                <a:gd name="csY4" fmla="*/ 308 h 3051"/>
              </a:gdLst>
              <a:ahLst/>
              <a:cxnLst>
                <a:cxn ang="0">
                  <a:pos x="csX0" y="csY0"/>
                </a:cxn>
                <a:cxn ang="0">
                  <a:pos x="csX1" y="csY1"/>
                </a:cxn>
                <a:cxn ang="0">
                  <a:pos x="csX2" y="csY2"/>
                </a:cxn>
                <a:cxn ang="0">
                  <a:pos x="csX3" y="csY3"/>
                </a:cxn>
                <a:cxn ang="0">
                  <a:pos x="csX4" y="csY4"/>
                </a:cxn>
              </a:cxnLst>
              <a:rect l="l" t="t" r="r" b="b"/>
              <a:pathLst>
                <a:path w="15125" h="3051">
                  <a:moveTo>
                    <a:pt x="3391" y="308"/>
                  </a:moveTo>
                  <a:lnTo>
                    <a:pt x="13721" y="308"/>
                  </a:lnTo>
                  <a:lnTo>
                    <a:pt x="18517" y="3359"/>
                  </a:lnTo>
                  <a:lnTo>
                    <a:pt x="9281" y="2873"/>
                  </a:lnTo>
                  <a:lnTo>
                    <a:pt x="3391"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2" name="Forme libre : forme 61">
              <a:extLst>
                <a:ext uri="{FF2B5EF4-FFF2-40B4-BE49-F238E27FC236}">
                  <a16:creationId xmlns:a16="http://schemas.microsoft.com/office/drawing/2014/main" id="{A6FC260B-72F4-FE86-8ABC-94DE4F4EFC55}"/>
                </a:ext>
              </a:extLst>
            </p:cNvPr>
            <p:cNvSpPr/>
            <p:nvPr/>
          </p:nvSpPr>
          <p:spPr>
            <a:xfrm>
              <a:off x="7392394" y="2405013"/>
              <a:ext cx="14352" cy="4302"/>
            </a:xfrm>
            <a:custGeom>
              <a:avLst/>
              <a:gdLst>
                <a:gd name="csX0" fmla="*/ 10580 w 14352"/>
                <a:gd name="csY0" fmla="*/ 4611 h 4302"/>
                <a:gd name="csX1" fmla="*/ 17756 w 14352"/>
                <a:gd name="csY1" fmla="*/ 923 h 4302"/>
                <a:gd name="csX2" fmla="*/ 3403 w 14352"/>
                <a:gd name="csY2" fmla="*/ 308 h 4302"/>
                <a:gd name="csX3" fmla="*/ 10580 w 14352"/>
                <a:gd name="csY3" fmla="*/ 4611 h 4302"/>
              </a:gdLst>
              <a:ahLst/>
              <a:cxnLst>
                <a:cxn ang="0">
                  <a:pos x="csX0" y="csY0"/>
                </a:cxn>
                <a:cxn ang="0">
                  <a:pos x="csX1" y="csY1"/>
                </a:cxn>
                <a:cxn ang="0">
                  <a:pos x="csX2" y="csY2"/>
                </a:cxn>
                <a:cxn ang="0">
                  <a:pos x="csX3" y="csY3"/>
                </a:cxn>
              </a:cxnLst>
              <a:rect l="l" t="t" r="r" b="b"/>
              <a:pathLst>
                <a:path w="14352" h="4302">
                  <a:moveTo>
                    <a:pt x="10580" y="4611"/>
                  </a:moveTo>
                  <a:lnTo>
                    <a:pt x="17756" y="923"/>
                  </a:lnTo>
                  <a:lnTo>
                    <a:pt x="3403" y="308"/>
                  </a:lnTo>
                  <a:lnTo>
                    <a:pt x="10580" y="46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63" name="Forme libre : forme 62">
              <a:extLst>
                <a:ext uri="{FF2B5EF4-FFF2-40B4-BE49-F238E27FC236}">
                  <a16:creationId xmlns:a16="http://schemas.microsoft.com/office/drawing/2014/main" id="{F617D112-501A-BB8B-01AB-CD8C91EBC76B}"/>
                </a:ext>
              </a:extLst>
            </p:cNvPr>
            <p:cNvSpPr/>
            <p:nvPr/>
          </p:nvSpPr>
          <p:spPr>
            <a:xfrm rot="3375063" flipV="1">
              <a:off x="7413140" y="2409429"/>
              <a:ext cx="7737" cy="7162"/>
            </a:xfrm>
            <a:custGeom>
              <a:avLst/>
              <a:gdLst>
                <a:gd name="csX0" fmla="*/ 3413 w 7737"/>
                <a:gd name="csY0" fmla="*/ 312 h 7162"/>
                <a:gd name="csX1" fmla="*/ 7107 w 7737"/>
                <a:gd name="csY1" fmla="*/ 312 h 7162"/>
                <a:gd name="csX2" fmla="*/ 11150 w 7737"/>
                <a:gd name="csY2" fmla="*/ 7474 h 7162"/>
                <a:gd name="csX3" fmla="*/ 7456 w 7737"/>
                <a:gd name="csY3" fmla="*/ 7474 h 7162"/>
                <a:gd name="csX4" fmla="*/ 3413 w 7737"/>
                <a:gd name="csY4" fmla="*/ 312 h 7162"/>
              </a:gdLst>
              <a:ahLst/>
              <a:cxnLst>
                <a:cxn ang="0">
                  <a:pos x="csX0" y="csY0"/>
                </a:cxn>
                <a:cxn ang="0">
                  <a:pos x="csX1" y="csY1"/>
                </a:cxn>
                <a:cxn ang="0">
                  <a:pos x="csX2" y="csY2"/>
                </a:cxn>
                <a:cxn ang="0">
                  <a:pos x="csX3" y="csY3"/>
                </a:cxn>
                <a:cxn ang="0">
                  <a:pos x="csX4" y="csY4"/>
                </a:cxn>
              </a:cxnLst>
              <a:rect l="l" t="t" r="r" b="b"/>
              <a:pathLst>
                <a:path w="7737" h="7162">
                  <a:moveTo>
                    <a:pt x="3413" y="312"/>
                  </a:moveTo>
                  <a:lnTo>
                    <a:pt x="7107" y="312"/>
                  </a:lnTo>
                  <a:lnTo>
                    <a:pt x="11150" y="7474"/>
                  </a:lnTo>
                  <a:lnTo>
                    <a:pt x="7456" y="7474"/>
                  </a:lnTo>
                  <a:lnTo>
                    <a:pt x="3413" y="3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7" name="Forme libre : forme 63">
              <a:extLst>
                <a:ext uri="{FF2B5EF4-FFF2-40B4-BE49-F238E27FC236}">
                  <a16:creationId xmlns:a16="http://schemas.microsoft.com/office/drawing/2014/main" id="{4BC0CA21-2AA5-BCF2-BC44-A97BA7FC16D1}"/>
                </a:ext>
              </a:extLst>
            </p:cNvPr>
            <p:cNvSpPr/>
            <p:nvPr/>
          </p:nvSpPr>
          <p:spPr>
            <a:xfrm rot="6499219" flipV="1">
              <a:off x="7446199" y="2400323"/>
              <a:ext cx="6341" cy="12074"/>
            </a:xfrm>
            <a:custGeom>
              <a:avLst/>
              <a:gdLst>
                <a:gd name="csX0" fmla="*/ 6532 w 6341"/>
                <a:gd name="csY0" fmla="*/ 308 h 12074"/>
                <a:gd name="csX1" fmla="*/ 9774 w 6341"/>
                <a:gd name="csY1" fmla="*/ 308 h 12074"/>
                <a:gd name="csX2" fmla="*/ 3836 w 6341"/>
                <a:gd name="csY2" fmla="*/ 12382 h 12074"/>
                <a:gd name="csX3" fmla="*/ 3433 w 6341"/>
                <a:gd name="csY3" fmla="*/ 5760 h 12074"/>
                <a:gd name="csX4" fmla="*/ 6532 w 6341"/>
                <a:gd name="csY4" fmla="*/ 308 h 12074"/>
              </a:gdLst>
              <a:ahLst/>
              <a:cxnLst>
                <a:cxn ang="0">
                  <a:pos x="csX0" y="csY0"/>
                </a:cxn>
                <a:cxn ang="0">
                  <a:pos x="csX1" y="csY1"/>
                </a:cxn>
                <a:cxn ang="0">
                  <a:pos x="csX2" y="csY2"/>
                </a:cxn>
                <a:cxn ang="0">
                  <a:pos x="csX3" y="csY3"/>
                </a:cxn>
                <a:cxn ang="0">
                  <a:pos x="csX4" y="csY4"/>
                </a:cxn>
              </a:cxnLst>
              <a:rect l="l" t="t" r="r" b="b"/>
              <a:pathLst>
                <a:path w="6341" h="12074">
                  <a:moveTo>
                    <a:pt x="6532" y="308"/>
                  </a:moveTo>
                  <a:lnTo>
                    <a:pt x="9774" y="308"/>
                  </a:lnTo>
                  <a:lnTo>
                    <a:pt x="3836" y="12382"/>
                  </a:lnTo>
                  <a:lnTo>
                    <a:pt x="3433" y="5760"/>
                  </a:lnTo>
                  <a:lnTo>
                    <a:pt x="6532" y="3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44" name="Forme libre : forme 64">
              <a:extLst>
                <a:ext uri="{FF2B5EF4-FFF2-40B4-BE49-F238E27FC236}">
                  <a16:creationId xmlns:a16="http://schemas.microsoft.com/office/drawing/2014/main" id="{24E267F5-5F1D-41A4-FE9C-8CFCA46710D2}"/>
                </a:ext>
              </a:extLst>
            </p:cNvPr>
            <p:cNvSpPr/>
            <p:nvPr/>
          </p:nvSpPr>
          <p:spPr>
            <a:xfrm>
              <a:off x="7295999" y="2457285"/>
              <a:ext cx="21535" cy="12915"/>
            </a:xfrm>
            <a:custGeom>
              <a:avLst/>
              <a:gdLst>
                <a:gd name="csX0" fmla="*/ 3345 w 21535"/>
                <a:gd name="csY0" fmla="*/ 5877 h 12915"/>
                <a:gd name="csX1" fmla="*/ 14626 w 21535"/>
                <a:gd name="csY1" fmla="*/ 343 h 12915"/>
                <a:gd name="csX2" fmla="*/ 22828 w 21535"/>
                <a:gd name="csY2" fmla="*/ 1574 h 12915"/>
                <a:gd name="csX3" fmla="*/ 24881 w 21535"/>
                <a:gd name="csY3" fmla="*/ 7108 h 12915"/>
                <a:gd name="csX4" fmla="*/ 17704 w 21535"/>
                <a:gd name="csY4" fmla="*/ 13258 h 12915"/>
                <a:gd name="csX5" fmla="*/ 6424 w 21535"/>
                <a:gd name="csY5" fmla="*/ 12027 h 12915"/>
                <a:gd name="csX6" fmla="*/ 3345 w 21535"/>
                <a:gd name="csY6" fmla="*/ 5877 h 129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915">
                  <a:moveTo>
                    <a:pt x="3345" y="5877"/>
                  </a:moveTo>
                  <a:lnTo>
                    <a:pt x="14626" y="343"/>
                  </a:lnTo>
                  <a:lnTo>
                    <a:pt x="22828" y="1574"/>
                  </a:lnTo>
                  <a:lnTo>
                    <a:pt x="24881" y="7108"/>
                  </a:lnTo>
                  <a:lnTo>
                    <a:pt x="17704" y="13258"/>
                  </a:lnTo>
                  <a:lnTo>
                    <a:pt x="6424" y="12027"/>
                  </a:lnTo>
                  <a:lnTo>
                    <a:pt x="3345" y="58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1345" name="Forme libre : forme 65">
              <a:extLst>
                <a:ext uri="{FF2B5EF4-FFF2-40B4-BE49-F238E27FC236}">
                  <a16:creationId xmlns:a16="http://schemas.microsoft.com/office/drawing/2014/main" id="{1817CAC2-D8FB-23FD-0578-29ED3A465A2A}"/>
                </a:ext>
              </a:extLst>
            </p:cNvPr>
            <p:cNvSpPr/>
            <p:nvPr/>
          </p:nvSpPr>
          <p:spPr>
            <a:xfrm>
              <a:off x="7251902" y="2477575"/>
              <a:ext cx="25632" cy="12299"/>
            </a:xfrm>
            <a:custGeom>
              <a:avLst/>
              <a:gdLst>
                <a:gd name="csX0" fmla="*/ 21779 w 25632"/>
                <a:gd name="csY0" fmla="*/ 355 h 12299"/>
                <a:gd name="csX1" fmla="*/ 28955 w 25632"/>
                <a:gd name="csY1" fmla="*/ 2203 h 12299"/>
                <a:gd name="csX2" fmla="*/ 28955 w 25632"/>
                <a:gd name="csY2" fmla="*/ 5890 h 12299"/>
                <a:gd name="csX3" fmla="*/ 16648 w 25632"/>
                <a:gd name="csY3" fmla="*/ 12655 h 12299"/>
                <a:gd name="csX4" fmla="*/ 3322 w 25632"/>
                <a:gd name="csY4" fmla="*/ 11424 h 12299"/>
                <a:gd name="csX5" fmla="*/ 4348 w 25632"/>
                <a:gd name="csY5" fmla="*/ 7121 h 12299"/>
                <a:gd name="csX6" fmla="*/ 21779 w 25632"/>
                <a:gd name="csY6" fmla="*/ 355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2" h="12299">
                  <a:moveTo>
                    <a:pt x="21779" y="355"/>
                  </a:moveTo>
                  <a:lnTo>
                    <a:pt x="28955" y="2203"/>
                  </a:lnTo>
                  <a:lnTo>
                    <a:pt x="28955" y="5890"/>
                  </a:lnTo>
                  <a:lnTo>
                    <a:pt x="16648" y="12655"/>
                  </a:lnTo>
                  <a:lnTo>
                    <a:pt x="3322" y="11424"/>
                  </a:lnTo>
                  <a:lnTo>
                    <a:pt x="4348" y="7121"/>
                  </a:lnTo>
                  <a:lnTo>
                    <a:pt x="21779" y="3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8" name="Forme libre : forme 66">
              <a:extLst>
                <a:ext uri="{FF2B5EF4-FFF2-40B4-BE49-F238E27FC236}">
                  <a16:creationId xmlns:a16="http://schemas.microsoft.com/office/drawing/2014/main" id="{AB42DAFF-AC4A-A3FA-E7EA-7AA21C9080E9}"/>
                </a:ext>
              </a:extLst>
            </p:cNvPr>
            <p:cNvSpPr/>
            <p:nvPr/>
          </p:nvSpPr>
          <p:spPr>
            <a:xfrm rot="-4294667" flipV="1">
              <a:off x="7231830" y="2431883"/>
              <a:ext cx="12450" cy="12060"/>
            </a:xfrm>
            <a:custGeom>
              <a:avLst/>
              <a:gdLst>
                <a:gd name="csX0" fmla="*/ 3304 w 12450"/>
                <a:gd name="csY0" fmla="*/ 12387 h 12060"/>
                <a:gd name="csX1" fmla="*/ 13025 w 12450"/>
                <a:gd name="csY1" fmla="*/ 12387 h 12060"/>
                <a:gd name="csX2" fmla="*/ 15754 w 12450"/>
                <a:gd name="csY2" fmla="*/ 326 h 12060"/>
                <a:gd name="csX3" fmla="*/ 13093 w 12450"/>
                <a:gd name="csY3" fmla="*/ 524 h 12060"/>
                <a:gd name="csX4" fmla="*/ 3304 w 12450"/>
                <a:gd name="csY4" fmla="*/ 12387 h 12060"/>
              </a:gdLst>
              <a:ahLst/>
              <a:cxnLst>
                <a:cxn ang="0">
                  <a:pos x="csX0" y="csY0"/>
                </a:cxn>
                <a:cxn ang="0">
                  <a:pos x="csX1" y="csY1"/>
                </a:cxn>
                <a:cxn ang="0">
                  <a:pos x="csX2" y="csY2"/>
                </a:cxn>
                <a:cxn ang="0">
                  <a:pos x="csX3" y="csY3"/>
                </a:cxn>
                <a:cxn ang="0">
                  <a:pos x="csX4" y="csY4"/>
                </a:cxn>
              </a:cxnLst>
              <a:rect l="l" t="t" r="r" b="b"/>
              <a:pathLst>
                <a:path w="12450" h="12060">
                  <a:moveTo>
                    <a:pt x="3304" y="12387"/>
                  </a:moveTo>
                  <a:lnTo>
                    <a:pt x="13025" y="12387"/>
                  </a:lnTo>
                  <a:lnTo>
                    <a:pt x="15754" y="326"/>
                  </a:lnTo>
                  <a:lnTo>
                    <a:pt x="13093" y="524"/>
                  </a:lnTo>
                  <a:lnTo>
                    <a:pt x="3304" y="123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89" name="Forme libre : forme 67">
              <a:extLst>
                <a:ext uri="{FF2B5EF4-FFF2-40B4-BE49-F238E27FC236}">
                  <a16:creationId xmlns:a16="http://schemas.microsoft.com/office/drawing/2014/main" id="{12F152E2-AF43-E523-B8BB-E807CB522DCF}"/>
                </a:ext>
              </a:extLst>
            </p:cNvPr>
            <p:cNvSpPr/>
            <p:nvPr/>
          </p:nvSpPr>
          <p:spPr>
            <a:xfrm rot="999324" flipV="1">
              <a:off x="7242368" y="2444685"/>
              <a:ext cx="14283" cy="4706"/>
            </a:xfrm>
            <a:custGeom>
              <a:avLst/>
              <a:gdLst>
                <a:gd name="csX0" fmla="*/ 6157 w 14283"/>
                <a:gd name="csY0" fmla="*/ 332 h 4706"/>
                <a:gd name="csX1" fmla="*/ 14729 w 14283"/>
                <a:gd name="csY1" fmla="*/ 332 h 4706"/>
                <a:gd name="csX2" fmla="*/ 17595 w 14283"/>
                <a:gd name="csY2" fmla="*/ 5039 h 4706"/>
                <a:gd name="csX3" fmla="*/ 3311 w 14283"/>
                <a:gd name="csY3" fmla="*/ 2692 h 4706"/>
                <a:gd name="csX4" fmla="*/ 6157 w 14283"/>
                <a:gd name="csY4" fmla="*/ 332 h 4706"/>
              </a:gdLst>
              <a:ahLst/>
              <a:cxnLst>
                <a:cxn ang="0">
                  <a:pos x="csX0" y="csY0"/>
                </a:cxn>
                <a:cxn ang="0">
                  <a:pos x="csX1" y="csY1"/>
                </a:cxn>
                <a:cxn ang="0">
                  <a:pos x="csX2" y="csY2"/>
                </a:cxn>
                <a:cxn ang="0">
                  <a:pos x="csX3" y="csY3"/>
                </a:cxn>
                <a:cxn ang="0">
                  <a:pos x="csX4" y="csY4"/>
                </a:cxn>
              </a:cxnLst>
              <a:rect l="l" t="t" r="r" b="b"/>
              <a:pathLst>
                <a:path w="14283" h="4706">
                  <a:moveTo>
                    <a:pt x="6157" y="332"/>
                  </a:moveTo>
                  <a:lnTo>
                    <a:pt x="14729" y="332"/>
                  </a:lnTo>
                  <a:lnTo>
                    <a:pt x="17595" y="5039"/>
                  </a:lnTo>
                  <a:lnTo>
                    <a:pt x="3311" y="2692"/>
                  </a:lnTo>
                  <a:lnTo>
                    <a:pt x="6157" y="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0" name="Forme libre : forme 68">
              <a:extLst>
                <a:ext uri="{FF2B5EF4-FFF2-40B4-BE49-F238E27FC236}">
                  <a16:creationId xmlns:a16="http://schemas.microsoft.com/office/drawing/2014/main" id="{C73E5E8D-711F-980A-4986-51D38B841057}"/>
                </a:ext>
              </a:extLst>
            </p:cNvPr>
            <p:cNvSpPr/>
            <p:nvPr/>
          </p:nvSpPr>
          <p:spPr>
            <a:xfrm>
              <a:off x="7200629" y="2452366"/>
              <a:ext cx="15378" cy="6765"/>
            </a:xfrm>
            <a:custGeom>
              <a:avLst/>
              <a:gdLst>
                <a:gd name="csX0" fmla="*/ 3286 w 15378"/>
                <a:gd name="csY0" fmla="*/ 2178 h 6765"/>
                <a:gd name="csX1" fmla="*/ 7384 w 15378"/>
                <a:gd name="csY1" fmla="*/ 7103 h 6765"/>
                <a:gd name="csX2" fmla="*/ 17638 w 15378"/>
                <a:gd name="csY2" fmla="*/ 5872 h 6765"/>
                <a:gd name="csX3" fmla="*/ 18664 w 15378"/>
                <a:gd name="csY3" fmla="*/ 1569 h 6765"/>
                <a:gd name="csX4" fmla="*/ 8410 w 15378"/>
                <a:gd name="csY4" fmla="*/ 338 h 6765"/>
                <a:gd name="csX5" fmla="*/ 3286 w 15378"/>
                <a:gd name="csY5" fmla="*/ 2178 h 6765"/>
              </a:gdLst>
              <a:ahLst/>
              <a:cxnLst>
                <a:cxn ang="0">
                  <a:pos x="csX0" y="csY0"/>
                </a:cxn>
                <a:cxn ang="0">
                  <a:pos x="csX1" y="csY1"/>
                </a:cxn>
                <a:cxn ang="0">
                  <a:pos x="csX2" y="csY2"/>
                </a:cxn>
                <a:cxn ang="0">
                  <a:pos x="csX3" y="csY3"/>
                </a:cxn>
                <a:cxn ang="0">
                  <a:pos x="csX4" y="csY4"/>
                </a:cxn>
                <a:cxn ang="0">
                  <a:pos x="csX5" y="csY5"/>
                </a:cxn>
              </a:cxnLst>
              <a:rect l="l" t="t" r="r" b="b"/>
              <a:pathLst>
                <a:path w="15378" h="6765">
                  <a:moveTo>
                    <a:pt x="3286" y="2178"/>
                  </a:moveTo>
                  <a:lnTo>
                    <a:pt x="7384" y="7103"/>
                  </a:lnTo>
                  <a:lnTo>
                    <a:pt x="17638" y="5872"/>
                  </a:lnTo>
                  <a:lnTo>
                    <a:pt x="18664" y="1569"/>
                  </a:lnTo>
                  <a:lnTo>
                    <a:pt x="8410" y="338"/>
                  </a:lnTo>
                  <a:lnTo>
                    <a:pt x="3286" y="2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1" name="Forme libre : forme 69">
              <a:extLst>
                <a:ext uri="{FF2B5EF4-FFF2-40B4-BE49-F238E27FC236}">
                  <a16:creationId xmlns:a16="http://schemas.microsoft.com/office/drawing/2014/main" id="{19DA53C1-DF59-F0DC-99F2-EF4EB91E33BD}"/>
                </a:ext>
              </a:extLst>
            </p:cNvPr>
            <p:cNvSpPr/>
            <p:nvPr/>
          </p:nvSpPr>
          <p:spPr>
            <a:xfrm>
              <a:off x="7110391" y="2436379"/>
              <a:ext cx="31789" cy="20905"/>
            </a:xfrm>
            <a:custGeom>
              <a:avLst/>
              <a:gdLst>
                <a:gd name="csX0" fmla="*/ 12464 w 31789"/>
                <a:gd name="csY0" fmla="*/ 21236 h 20905"/>
                <a:gd name="csX1" fmla="*/ 21693 w 31789"/>
                <a:gd name="csY1" fmla="*/ 17549 h 20905"/>
                <a:gd name="csX2" fmla="*/ 35026 w 31789"/>
                <a:gd name="csY2" fmla="*/ 9552 h 20905"/>
                <a:gd name="csX3" fmla="*/ 20667 w 31789"/>
                <a:gd name="csY3" fmla="*/ 331 h 20905"/>
                <a:gd name="csX4" fmla="*/ 3236 w 31789"/>
                <a:gd name="csY4" fmla="*/ 9552 h 20905"/>
                <a:gd name="csX5" fmla="*/ 3236 w 31789"/>
                <a:gd name="csY5" fmla="*/ 16318 h 20905"/>
                <a:gd name="csX6" fmla="*/ 12464 w 31789"/>
                <a:gd name="csY6" fmla="*/ 21236 h 20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789" h="20905">
                  <a:moveTo>
                    <a:pt x="12464" y="21236"/>
                  </a:moveTo>
                  <a:lnTo>
                    <a:pt x="21693" y="17549"/>
                  </a:lnTo>
                  <a:lnTo>
                    <a:pt x="35026" y="9552"/>
                  </a:lnTo>
                  <a:lnTo>
                    <a:pt x="20667" y="331"/>
                  </a:lnTo>
                  <a:lnTo>
                    <a:pt x="3236" y="9552"/>
                  </a:lnTo>
                  <a:lnTo>
                    <a:pt x="3236" y="16318"/>
                  </a:lnTo>
                  <a:lnTo>
                    <a:pt x="12464" y="212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2" name="Forme libre : forme 70">
              <a:extLst>
                <a:ext uri="{FF2B5EF4-FFF2-40B4-BE49-F238E27FC236}">
                  <a16:creationId xmlns:a16="http://schemas.microsoft.com/office/drawing/2014/main" id="{A40B10CC-45A6-E2F9-34B6-88533946DE22}"/>
                </a:ext>
              </a:extLst>
            </p:cNvPr>
            <p:cNvSpPr/>
            <p:nvPr/>
          </p:nvSpPr>
          <p:spPr>
            <a:xfrm>
              <a:off x="7294979" y="2092893"/>
              <a:ext cx="26152" cy="9331"/>
            </a:xfrm>
            <a:custGeom>
              <a:avLst/>
              <a:gdLst>
                <a:gd name="csX0" fmla="*/ 3346 w 26152"/>
                <a:gd name="csY0" fmla="*/ 6119 h 9331"/>
                <a:gd name="csX1" fmla="*/ 12574 w 26152"/>
                <a:gd name="csY1" fmla="*/ 119 h 9331"/>
                <a:gd name="csX2" fmla="*/ 21803 w 26152"/>
                <a:gd name="csY2" fmla="*/ 790 h 9331"/>
                <a:gd name="csX3" fmla="*/ 29499 w 26152"/>
                <a:gd name="csY3" fmla="*/ 4785 h 9331"/>
                <a:gd name="csX4" fmla="*/ 27959 w 26152"/>
                <a:gd name="csY4" fmla="*/ 7453 h 9331"/>
                <a:gd name="csX5" fmla="*/ 9503 w 26152"/>
                <a:gd name="csY5" fmla="*/ 9450 h 9331"/>
                <a:gd name="csX6" fmla="*/ 3346 w 26152"/>
                <a:gd name="csY6" fmla="*/ 6119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9331">
                  <a:moveTo>
                    <a:pt x="3346" y="6119"/>
                  </a:moveTo>
                  <a:lnTo>
                    <a:pt x="12574" y="119"/>
                  </a:lnTo>
                  <a:lnTo>
                    <a:pt x="21803" y="790"/>
                  </a:lnTo>
                  <a:lnTo>
                    <a:pt x="29499" y="4785"/>
                  </a:lnTo>
                  <a:lnTo>
                    <a:pt x="27959" y="7453"/>
                  </a:lnTo>
                  <a:lnTo>
                    <a:pt x="9503" y="9450"/>
                  </a:lnTo>
                  <a:lnTo>
                    <a:pt x="3346" y="6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3" name="Forme libre : forme 71">
              <a:extLst>
                <a:ext uri="{FF2B5EF4-FFF2-40B4-BE49-F238E27FC236}">
                  <a16:creationId xmlns:a16="http://schemas.microsoft.com/office/drawing/2014/main" id="{27683639-F9FB-78E5-6BD0-F0B328393479}"/>
                </a:ext>
              </a:extLst>
            </p:cNvPr>
            <p:cNvSpPr/>
            <p:nvPr/>
          </p:nvSpPr>
          <p:spPr>
            <a:xfrm>
              <a:off x="6947351" y="2064008"/>
              <a:ext cx="52298" cy="35100"/>
            </a:xfrm>
            <a:custGeom>
              <a:avLst/>
              <a:gdLst>
                <a:gd name="csX0" fmla="*/ 35961 w 52298"/>
                <a:gd name="csY0" fmla="*/ 112 h 35100"/>
                <a:gd name="csX1" fmla="*/ 32882 w 52298"/>
                <a:gd name="csY1" fmla="*/ 5886 h 35100"/>
                <a:gd name="csX2" fmla="*/ 19549 w 52298"/>
                <a:gd name="csY2" fmla="*/ 7220 h 35100"/>
                <a:gd name="csX3" fmla="*/ 10321 w 52298"/>
                <a:gd name="csY3" fmla="*/ 13438 h 35100"/>
                <a:gd name="csX4" fmla="*/ 12373 w 52298"/>
                <a:gd name="csY4" fmla="*/ 16996 h 35100"/>
                <a:gd name="csX5" fmla="*/ 3145 w 52298"/>
                <a:gd name="csY5" fmla="*/ 24993 h 35100"/>
                <a:gd name="csX6" fmla="*/ 12373 w 52298"/>
                <a:gd name="csY6" fmla="*/ 28995 h 35100"/>
                <a:gd name="csX7" fmla="*/ 16478 w 52298"/>
                <a:gd name="csY7" fmla="*/ 34768 h 35100"/>
                <a:gd name="csX8" fmla="*/ 23654 w 52298"/>
                <a:gd name="csY8" fmla="*/ 35213 h 35100"/>
                <a:gd name="csX9" fmla="*/ 31856 w 52298"/>
                <a:gd name="csY9" fmla="*/ 28995 h 35100"/>
                <a:gd name="csX10" fmla="*/ 33908 w 52298"/>
                <a:gd name="csY10" fmla="*/ 24103 h 35100"/>
                <a:gd name="csX11" fmla="*/ 55444 w 52298"/>
                <a:gd name="csY11" fmla="*/ 23659 h 35100"/>
                <a:gd name="csX12" fmla="*/ 55444 w 52298"/>
                <a:gd name="csY12" fmla="*/ 18330 h 35100"/>
                <a:gd name="csX13" fmla="*/ 46215 w 52298"/>
                <a:gd name="csY13" fmla="*/ 9443 h 35100"/>
                <a:gd name="csX14" fmla="*/ 52365 w 52298"/>
                <a:gd name="csY14" fmla="*/ 4552 h 35100"/>
                <a:gd name="csX15" fmla="*/ 47241 w 52298"/>
                <a:gd name="csY15" fmla="*/ 112 h 35100"/>
                <a:gd name="csX16" fmla="*/ 35961 w 52298"/>
                <a:gd name="csY16" fmla="*/ 112 h 35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2298" h="35100">
                  <a:moveTo>
                    <a:pt x="35961" y="112"/>
                  </a:moveTo>
                  <a:lnTo>
                    <a:pt x="32882" y="5886"/>
                  </a:lnTo>
                  <a:lnTo>
                    <a:pt x="19549" y="7220"/>
                  </a:lnTo>
                  <a:lnTo>
                    <a:pt x="10321" y="13438"/>
                  </a:lnTo>
                  <a:lnTo>
                    <a:pt x="12373" y="16996"/>
                  </a:lnTo>
                  <a:lnTo>
                    <a:pt x="3145" y="24993"/>
                  </a:lnTo>
                  <a:lnTo>
                    <a:pt x="12373" y="28995"/>
                  </a:lnTo>
                  <a:lnTo>
                    <a:pt x="16478" y="34768"/>
                  </a:lnTo>
                  <a:lnTo>
                    <a:pt x="23654" y="35213"/>
                  </a:lnTo>
                  <a:lnTo>
                    <a:pt x="31856" y="28995"/>
                  </a:lnTo>
                  <a:lnTo>
                    <a:pt x="33908" y="24103"/>
                  </a:lnTo>
                  <a:lnTo>
                    <a:pt x="55444" y="23659"/>
                  </a:lnTo>
                  <a:lnTo>
                    <a:pt x="55444" y="18330"/>
                  </a:lnTo>
                  <a:lnTo>
                    <a:pt x="46215" y="9443"/>
                  </a:lnTo>
                  <a:lnTo>
                    <a:pt x="52365" y="4552"/>
                  </a:lnTo>
                  <a:lnTo>
                    <a:pt x="47241" y="112"/>
                  </a:lnTo>
                  <a:lnTo>
                    <a:pt x="35961" y="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4" name="Forme libre : forme 72">
              <a:extLst>
                <a:ext uri="{FF2B5EF4-FFF2-40B4-BE49-F238E27FC236}">
                  <a16:creationId xmlns:a16="http://schemas.microsoft.com/office/drawing/2014/main" id="{5A17C9E2-6FD9-F5BE-4E6E-70E163561818}"/>
                </a:ext>
              </a:extLst>
            </p:cNvPr>
            <p:cNvSpPr/>
            <p:nvPr/>
          </p:nvSpPr>
          <p:spPr>
            <a:xfrm>
              <a:off x="6878641" y="2096003"/>
              <a:ext cx="57429" cy="23991"/>
            </a:xfrm>
            <a:custGeom>
              <a:avLst/>
              <a:gdLst>
                <a:gd name="csX0" fmla="*/ 59511 w 57429"/>
                <a:gd name="csY0" fmla="*/ 127 h 23991"/>
                <a:gd name="csX1" fmla="*/ 60537 w 57429"/>
                <a:gd name="csY1" fmla="*/ 6346 h 23991"/>
                <a:gd name="csX2" fmla="*/ 43100 w 57429"/>
                <a:gd name="csY2" fmla="*/ 7235 h 23991"/>
                <a:gd name="csX3" fmla="*/ 42074 w 57429"/>
                <a:gd name="csY3" fmla="*/ 12126 h 23991"/>
                <a:gd name="csX4" fmla="*/ 50283 w 57429"/>
                <a:gd name="csY4" fmla="*/ 19234 h 23991"/>
                <a:gd name="csX5" fmla="*/ 46178 w 57429"/>
                <a:gd name="csY5" fmla="*/ 24119 h 23991"/>
                <a:gd name="csX6" fmla="*/ 12336 w 57429"/>
                <a:gd name="csY6" fmla="*/ 22785 h 23991"/>
                <a:gd name="csX7" fmla="*/ 3108 w 57429"/>
                <a:gd name="csY7" fmla="*/ 19234 h 23991"/>
                <a:gd name="csX8" fmla="*/ 3108 w 57429"/>
                <a:gd name="csY8" fmla="*/ 12571 h 23991"/>
                <a:gd name="csX9" fmla="*/ 10291 w 57429"/>
                <a:gd name="csY9" fmla="*/ 8569 h 23991"/>
                <a:gd name="csX10" fmla="*/ 10291 w 57429"/>
                <a:gd name="csY10" fmla="*/ 1906 h 23991"/>
                <a:gd name="csX11" fmla="*/ 43100 w 57429"/>
                <a:gd name="csY11" fmla="*/ 1906 h 23991"/>
                <a:gd name="csX12" fmla="*/ 50283 w 57429"/>
                <a:gd name="csY12" fmla="*/ 127 h 23991"/>
                <a:gd name="csX13" fmla="*/ 59511 w 57429"/>
                <a:gd name="csY13" fmla="*/ 127 h 239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7429" h="23991">
                  <a:moveTo>
                    <a:pt x="59511" y="127"/>
                  </a:moveTo>
                  <a:lnTo>
                    <a:pt x="60537" y="6346"/>
                  </a:lnTo>
                  <a:lnTo>
                    <a:pt x="43100" y="7235"/>
                  </a:lnTo>
                  <a:lnTo>
                    <a:pt x="42074" y="12126"/>
                  </a:lnTo>
                  <a:lnTo>
                    <a:pt x="50283" y="19234"/>
                  </a:lnTo>
                  <a:lnTo>
                    <a:pt x="46178" y="24119"/>
                  </a:lnTo>
                  <a:lnTo>
                    <a:pt x="12336" y="22785"/>
                  </a:lnTo>
                  <a:lnTo>
                    <a:pt x="3108" y="19234"/>
                  </a:lnTo>
                  <a:lnTo>
                    <a:pt x="3108" y="12571"/>
                  </a:lnTo>
                  <a:lnTo>
                    <a:pt x="10291" y="8569"/>
                  </a:lnTo>
                  <a:lnTo>
                    <a:pt x="10291" y="1906"/>
                  </a:lnTo>
                  <a:lnTo>
                    <a:pt x="43100" y="1906"/>
                  </a:lnTo>
                  <a:lnTo>
                    <a:pt x="50283" y="127"/>
                  </a:lnTo>
                  <a:lnTo>
                    <a:pt x="59511"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5" name="Forme libre : forme 73">
              <a:extLst>
                <a:ext uri="{FF2B5EF4-FFF2-40B4-BE49-F238E27FC236}">
                  <a16:creationId xmlns:a16="http://schemas.microsoft.com/office/drawing/2014/main" id="{A5CB0072-AFBA-0869-6464-A1A42EB8935D}"/>
                </a:ext>
              </a:extLst>
            </p:cNvPr>
            <p:cNvSpPr/>
            <p:nvPr/>
          </p:nvSpPr>
          <p:spPr>
            <a:xfrm>
              <a:off x="6900177" y="2084005"/>
              <a:ext cx="25632" cy="7997"/>
            </a:xfrm>
            <a:custGeom>
              <a:avLst/>
              <a:gdLst>
                <a:gd name="csX0" fmla="*/ 22591 w 25632"/>
                <a:gd name="csY0" fmla="*/ 114 h 7997"/>
                <a:gd name="csX1" fmla="*/ 28741 w 25632"/>
                <a:gd name="csY1" fmla="*/ 3671 h 7997"/>
                <a:gd name="csX2" fmla="*/ 19513 w 25632"/>
                <a:gd name="csY2" fmla="*/ 8111 h 7997"/>
                <a:gd name="csX3" fmla="*/ 3108 w 25632"/>
                <a:gd name="csY3" fmla="*/ 6777 h 7997"/>
                <a:gd name="csX4" fmla="*/ 4134 w 25632"/>
                <a:gd name="csY4" fmla="*/ 1893 h 7997"/>
                <a:gd name="csX5" fmla="*/ 22591 w 25632"/>
                <a:gd name="csY5" fmla="*/ 114 h 7997"/>
              </a:gdLst>
              <a:ahLst/>
              <a:cxnLst>
                <a:cxn ang="0">
                  <a:pos x="csX0" y="csY0"/>
                </a:cxn>
                <a:cxn ang="0">
                  <a:pos x="csX1" y="csY1"/>
                </a:cxn>
                <a:cxn ang="0">
                  <a:pos x="csX2" y="csY2"/>
                </a:cxn>
                <a:cxn ang="0">
                  <a:pos x="csX3" y="csY3"/>
                </a:cxn>
                <a:cxn ang="0">
                  <a:pos x="csX4" y="csY4"/>
                </a:cxn>
                <a:cxn ang="0">
                  <a:pos x="csX5" y="csY5"/>
                </a:cxn>
              </a:cxnLst>
              <a:rect l="l" t="t" r="r" b="b"/>
              <a:pathLst>
                <a:path w="25632" h="7997">
                  <a:moveTo>
                    <a:pt x="22591" y="114"/>
                  </a:moveTo>
                  <a:lnTo>
                    <a:pt x="28741" y="3671"/>
                  </a:lnTo>
                  <a:lnTo>
                    <a:pt x="19513" y="8111"/>
                  </a:lnTo>
                  <a:lnTo>
                    <a:pt x="3108" y="6777"/>
                  </a:lnTo>
                  <a:lnTo>
                    <a:pt x="4134" y="1893"/>
                  </a:lnTo>
                  <a:lnTo>
                    <a:pt x="22591" y="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6" name="Forme libre : forme 74">
              <a:extLst>
                <a:ext uri="{FF2B5EF4-FFF2-40B4-BE49-F238E27FC236}">
                  <a16:creationId xmlns:a16="http://schemas.microsoft.com/office/drawing/2014/main" id="{23788598-C71B-58E7-18DD-42A8F2462602}"/>
                </a:ext>
              </a:extLst>
            </p:cNvPr>
            <p:cNvSpPr/>
            <p:nvPr/>
          </p:nvSpPr>
          <p:spPr>
            <a:xfrm rot="1301158" flipV="1">
              <a:off x="6944110" y="2036407"/>
              <a:ext cx="21651" cy="8811"/>
            </a:xfrm>
            <a:custGeom>
              <a:avLst/>
              <a:gdLst>
                <a:gd name="csX0" fmla="*/ 3131 w 21651"/>
                <a:gd name="csY0" fmla="*/ 85 h 8811"/>
                <a:gd name="csX1" fmla="*/ 16368 w 21651"/>
                <a:gd name="csY1" fmla="*/ 85 h 8811"/>
                <a:gd name="csX2" fmla="*/ 24782 w 21651"/>
                <a:gd name="csY2" fmla="*/ 3909 h 8811"/>
                <a:gd name="csX3" fmla="*/ 21697 w 21651"/>
                <a:gd name="csY3" fmla="*/ 8896 h 8811"/>
                <a:gd name="csX4" fmla="*/ 3131 w 21651"/>
                <a:gd name="csY4" fmla="*/ 85 h 8811"/>
              </a:gdLst>
              <a:ahLst/>
              <a:cxnLst>
                <a:cxn ang="0">
                  <a:pos x="csX0" y="csY0"/>
                </a:cxn>
                <a:cxn ang="0">
                  <a:pos x="csX1" y="csY1"/>
                </a:cxn>
                <a:cxn ang="0">
                  <a:pos x="csX2" y="csY2"/>
                </a:cxn>
                <a:cxn ang="0">
                  <a:pos x="csX3" y="csY3"/>
                </a:cxn>
                <a:cxn ang="0">
                  <a:pos x="csX4" y="csY4"/>
                </a:cxn>
              </a:cxnLst>
              <a:rect l="l" t="t" r="r" b="b"/>
              <a:pathLst>
                <a:path w="21651" h="8811">
                  <a:moveTo>
                    <a:pt x="3131" y="85"/>
                  </a:moveTo>
                  <a:lnTo>
                    <a:pt x="16368" y="85"/>
                  </a:lnTo>
                  <a:lnTo>
                    <a:pt x="24782" y="3909"/>
                  </a:lnTo>
                  <a:lnTo>
                    <a:pt x="21697" y="8896"/>
                  </a:lnTo>
                  <a:lnTo>
                    <a:pt x="3131" y="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7" name="Forme libre : forme 75">
              <a:extLst>
                <a:ext uri="{FF2B5EF4-FFF2-40B4-BE49-F238E27FC236}">
                  <a16:creationId xmlns:a16="http://schemas.microsoft.com/office/drawing/2014/main" id="{3FD93704-4F65-3C50-65CF-DFB50C69C499}"/>
                </a:ext>
              </a:extLst>
            </p:cNvPr>
            <p:cNvSpPr/>
            <p:nvPr/>
          </p:nvSpPr>
          <p:spPr>
            <a:xfrm>
              <a:off x="6839682" y="2034685"/>
              <a:ext cx="27685" cy="9331"/>
            </a:xfrm>
            <a:custGeom>
              <a:avLst/>
              <a:gdLst>
                <a:gd name="csX0" fmla="*/ 28705 w 27685"/>
                <a:gd name="csY0" fmla="*/ 85 h 9331"/>
                <a:gd name="csX1" fmla="*/ 30758 w 27685"/>
                <a:gd name="csY1" fmla="*/ 6303 h 9331"/>
                <a:gd name="csX2" fmla="*/ 19477 w 27685"/>
                <a:gd name="csY2" fmla="*/ 9416 h 9331"/>
                <a:gd name="csX3" fmla="*/ 3073 w 27685"/>
                <a:gd name="csY3" fmla="*/ 7637 h 9331"/>
                <a:gd name="csX4" fmla="*/ 8196 w 27685"/>
                <a:gd name="csY4" fmla="*/ 1419 h 9331"/>
                <a:gd name="csX5" fmla="*/ 17425 w 27685"/>
                <a:gd name="csY5" fmla="*/ 85 h 9331"/>
                <a:gd name="csX6" fmla="*/ 28705 w 27685"/>
                <a:gd name="csY6" fmla="*/ 85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9331">
                  <a:moveTo>
                    <a:pt x="28705" y="85"/>
                  </a:moveTo>
                  <a:lnTo>
                    <a:pt x="30758" y="6303"/>
                  </a:lnTo>
                  <a:lnTo>
                    <a:pt x="19477" y="9416"/>
                  </a:lnTo>
                  <a:lnTo>
                    <a:pt x="3073" y="7637"/>
                  </a:lnTo>
                  <a:lnTo>
                    <a:pt x="8196" y="1419"/>
                  </a:lnTo>
                  <a:lnTo>
                    <a:pt x="17425" y="85"/>
                  </a:lnTo>
                  <a:lnTo>
                    <a:pt x="28705" y="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8" name="Forme libre : forme 76">
              <a:extLst>
                <a:ext uri="{FF2B5EF4-FFF2-40B4-BE49-F238E27FC236}">
                  <a16:creationId xmlns:a16="http://schemas.microsoft.com/office/drawing/2014/main" id="{7D339E08-ACE7-D402-AA7F-66B7D132F836}"/>
                </a:ext>
              </a:extLst>
            </p:cNvPr>
            <p:cNvSpPr/>
            <p:nvPr/>
          </p:nvSpPr>
          <p:spPr>
            <a:xfrm>
              <a:off x="6818147" y="2054680"/>
              <a:ext cx="32809" cy="8441"/>
            </a:xfrm>
            <a:custGeom>
              <a:avLst/>
              <a:gdLst>
                <a:gd name="csX0" fmla="*/ 19464 w 32809"/>
                <a:gd name="csY0" fmla="*/ 96 h 8441"/>
                <a:gd name="csX1" fmla="*/ 35868 w 32809"/>
                <a:gd name="csY1" fmla="*/ 4536 h 8441"/>
                <a:gd name="csX2" fmla="*/ 22542 w 32809"/>
                <a:gd name="csY2" fmla="*/ 8538 h 8441"/>
                <a:gd name="csX3" fmla="*/ 3059 w 32809"/>
                <a:gd name="csY3" fmla="*/ 6759 h 8441"/>
                <a:gd name="csX4" fmla="*/ 5105 w 32809"/>
                <a:gd name="csY4" fmla="*/ 3654 h 8441"/>
                <a:gd name="csX5" fmla="*/ 19464 w 32809"/>
                <a:gd name="csY5" fmla="*/ 96 h 8441"/>
              </a:gdLst>
              <a:ahLst/>
              <a:cxnLst>
                <a:cxn ang="0">
                  <a:pos x="csX0" y="csY0"/>
                </a:cxn>
                <a:cxn ang="0">
                  <a:pos x="csX1" y="csY1"/>
                </a:cxn>
                <a:cxn ang="0">
                  <a:pos x="csX2" y="csY2"/>
                </a:cxn>
                <a:cxn ang="0">
                  <a:pos x="csX3" y="csY3"/>
                </a:cxn>
                <a:cxn ang="0">
                  <a:pos x="csX4" y="csY4"/>
                </a:cxn>
                <a:cxn ang="0">
                  <a:pos x="csX5" y="csY5"/>
                </a:cxn>
              </a:cxnLst>
              <a:rect l="l" t="t" r="r" b="b"/>
              <a:pathLst>
                <a:path w="32809" h="8441">
                  <a:moveTo>
                    <a:pt x="19464" y="96"/>
                  </a:moveTo>
                  <a:lnTo>
                    <a:pt x="35868" y="4536"/>
                  </a:lnTo>
                  <a:lnTo>
                    <a:pt x="22542" y="8538"/>
                  </a:lnTo>
                  <a:lnTo>
                    <a:pt x="3059" y="6759"/>
                  </a:lnTo>
                  <a:lnTo>
                    <a:pt x="5105" y="3654"/>
                  </a:lnTo>
                  <a:lnTo>
                    <a:pt x="19464" y="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699" name="Forme libre : forme 77">
              <a:extLst>
                <a:ext uri="{FF2B5EF4-FFF2-40B4-BE49-F238E27FC236}">
                  <a16:creationId xmlns:a16="http://schemas.microsoft.com/office/drawing/2014/main" id="{0940E11E-2067-97CD-404F-CA03CB1B9D7F}"/>
                </a:ext>
              </a:extLst>
            </p:cNvPr>
            <p:cNvSpPr/>
            <p:nvPr/>
          </p:nvSpPr>
          <p:spPr>
            <a:xfrm>
              <a:off x="6790455" y="2064010"/>
              <a:ext cx="47174" cy="9775"/>
            </a:xfrm>
            <a:custGeom>
              <a:avLst/>
              <a:gdLst>
                <a:gd name="csX0" fmla="*/ 25608 w 47174"/>
                <a:gd name="csY0" fmla="*/ 547 h 9775"/>
                <a:gd name="csX1" fmla="*/ 34836 w 47174"/>
                <a:gd name="csY1" fmla="*/ 103 h 9775"/>
                <a:gd name="csX2" fmla="*/ 50222 w 47174"/>
                <a:gd name="csY2" fmla="*/ 3215 h 9775"/>
                <a:gd name="csX3" fmla="*/ 50222 w 47174"/>
                <a:gd name="csY3" fmla="*/ 6321 h 9775"/>
                <a:gd name="csX4" fmla="*/ 28686 w 47174"/>
                <a:gd name="csY4" fmla="*/ 9878 h 9775"/>
                <a:gd name="csX5" fmla="*/ 8177 w 47174"/>
                <a:gd name="csY5" fmla="*/ 9878 h 9775"/>
                <a:gd name="csX6" fmla="*/ 3047 w 47174"/>
                <a:gd name="csY6" fmla="*/ 5876 h 9775"/>
                <a:gd name="csX7" fmla="*/ 11249 w 47174"/>
                <a:gd name="csY7" fmla="*/ 4987 h 9775"/>
                <a:gd name="csX8" fmla="*/ 17406 w 47174"/>
                <a:gd name="csY8" fmla="*/ 6321 h 9775"/>
                <a:gd name="csX9" fmla="*/ 25608 w 47174"/>
                <a:gd name="csY9" fmla="*/ 547 h 9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7174" h="9775">
                  <a:moveTo>
                    <a:pt x="25608" y="547"/>
                  </a:moveTo>
                  <a:lnTo>
                    <a:pt x="34836" y="103"/>
                  </a:lnTo>
                  <a:lnTo>
                    <a:pt x="50222" y="3215"/>
                  </a:lnTo>
                  <a:lnTo>
                    <a:pt x="50222" y="6321"/>
                  </a:lnTo>
                  <a:lnTo>
                    <a:pt x="28686" y="9878"/>
                  </a:lnTo>
                  <a:lnTo>
                    <a:pt x="8177" y="9878"/>
                  </a:lnTo>
                  <a:lnTo>
                    <a:pt x="3047" y="5876"/>
                  </a:lnTo>
                  <a:lnTo>
                    <a:pt x="11249" y="4987"/>
                  </a:lnTo>
                  <a:lnTo>
                    <a:pt x="17406" y="6321"/>
                  </a:lnTo>
                  <a:lnTo>
                    <a:pt x="25608" y="5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0" name="Forme libre : forme 78">
              <a:extLst>
                <a:ext uri="{FF2B5EF4-FFF2-40B4-BE49-F238E27FC236}">
                  <a16:creationId xmlns:a16="http://schemas.microsoft.com/office/drawing/2014/main" id="{87E4E31D-D45D-1EC3-27F3-FD389D3E9ACF}"/>
                </a:ext>
              </a:extLst>
            </p:cNvPr>
            <p:cNvSpPr/>
            <p:nvPr/>
          </p:nvSpPr>
          <p:spPr>
            <a:xfrm>
              <a:off x="6855061" y="2060008"/>
              <a:ext cx="16404" cy="4891"/>
            </a:xfrm>
            <a:custGeom>
              <a:avLst/>
              <a:gdLst>
                <a:gd name="csX0" fmla="*/ 4102 w 16404"/>
                <a:gd name="csY0" fmla="*/ 2766 h 4891"/>
                <a:gd name="csX1" fmla="*/ 3076 w 16404"/>
                <a:gd name="csY1" fmla="*/ 4989 h 4891"/>
                <a:gd name="csX2" fmla="*/ 14356 w 16404"/>
                <a:gd name="csY2" fmla="*/ 4989 h 4891"/>
                <a:gd name="csX3" fmla="*/ 19480 w 16404"/>
                <a:gd name="csY3" fmla="*/ 2766 h 4891"/>
                <a:gd name="csX4" fmla="*/ 13330 w 16404"/>
                <a:gd name="csY4" fmla="*/ 98 h 4891"/>
                <a:gd name="csX5" fmla="*/ 4102 w 16404"/>
                <a:gd name="csY5" fmla="*/ 2766 h 4891"/>
              </a:gdLst>
              <a:ahLst/>
              <a:cxnLst>
                <a:cxn ang="0">
                  <a:pos x="csX0" y="csY0"/>
                </a:cxn>
                <a:cxn ang="0">
                  <a:pos x="csX1" y="csY1"/>
                </a:cxn>
                <a:cxn ang="0">
                  <a:pos x="csX2" y="csY2"/>
                </a:cxn>
                <a:cxn ang="0">
                  <a:pos x="csX3" y="csY3"/>
                </a:cxn>
                <a:cxn ang="0">
                  <a:pos x="csX4" y="csY4"/>
                </a:cxn>
                <a:cxn ang="0">
                  <a:pos x="csX5" y="csY5"/>
                </a:cxn>
              </a:cxnLst>
              <a:rect l="l" t="t" r="r" b="b"/>
              <a:pathLst>
                <a:path w="16404" h="4891">
                  <a:moveTo>
                    <a:pt x="4102" y="2766"/>
                  </a:moveTo>
                  <a:lnTo>
                    <a:pt x="3076" y="4989"/>
                  </a:lnTo>
                  <a:lnTo>
                    <a:pt x="14356" y="4989"/>
                  </a:lnTo>
                  <a:lnTo>
                    <a:pt x="19480" y="2766"/>
                  </a:lnTo>
                  <a:lnTo>
                    <a:pt x="13330" y="98"/>
                  </a:lnTo>
                  <a:lnTo>
                    <a:pt x="4102" y="27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1" name="Forme libre : forme 79">
              <a:extLst>
                <a:ext uri="{FF2B5EF4-FFF2-40B4-BE49-F238E27FC236}">
                  <a16:creationId xmlns:a16="http://schemas.microsoft.com/office/drawing/2014/main" id="{37E01DC4-2039-E135-DE4F-7A6B4A5F8849}"/>
                </a:ext>
              </a:extLst>
            </p:cNvPr>
            <p:cNvSpPr/>
            <p:nvPr/>
          </p:nvSpPr>
          <p:spPr>
            <a:xfrm rot="1644856" flipV="1">
              <a:off x="6901137" y="2064528"/>
              <a:ext cx="12949" cy="7319"/>
            </a:xfrm>
            <a:custGeom>
              <a:avLst/>
              <a:gdLst>
                <a:gd name="csX0" fmla="*/ 3103 w 12949"/>
                <a:gd name="csY0" fmla="*/ 101 h 7319"/>
                <a:gd name="csX1" fmla="*/ 8883 w 12949"/>
                <a:gd name="csY1" fmla="*/ 101 h 7319"/>
                <a:gd name="csX2" fmla="*/ 16053 w 12949"/>
                <a:gd name="csY2" fmla="*/ 6320 h 7319"/>
                <a:gd name="csX3" fmla="*/ 14322 w 12949"/>
                <a:gd name="csY3" fmla="*/ 7421 h 7319"/>
                <a:gd name="csX4" fmla="*/ 3103 w 12949"/>
                <a:gd name="csY4" fmla="*/ 101 h 7319"/>
              </a:gdLst>
              <a:ahLst/>
              <a:cxnLst>
                <a:cxn ang="0">
                  <a:pos x="csX0" y="csY0"/>
                </a:cxn>
                <a:cxn ang="0">
                  <a:pos x="csX1" y="csY1"/>
                </a:cxn>
                <a:cxn ang="0">
                  <a:pos x="csX2" y="csY2"/>
                </a:cxn>
                <a:cxn ang="0">
                  <a:pos x="csX3" y="csY3"/>
                </a:cxn>
                <a:cxn ang="0">
                  <a:pos x="csX4" y="csY4"/>
                </a:cxn>
              </a:cxnLst>
              <a:rect l="l" t="t" r="r" b="b"/>
              <a:pathLst>
                <a:path w="12949" h="7319">
                  <a:moveTo>
                    <a:pt x="3103" y="101"/>
                  </a:moveTo>
                  <a:lnTo>
                    <a:pt x="8883" y="101"/>
                  </a:lnTo>
                  <a:lnTo>
                    <a:pt x="16053" y="6320"/>
                  </a:lnTo>
                  <a:lnTo>
                    <a:pt x="14322" y="7421"/>
                  </a:lnTo>
                  <a:lnTo>
                    <a:pt x="3103" y="1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2" name="Forme libre : forme 80">
              <a:extLst>
                <a:ext uri="{FF2B5EF4-FFF2-40B4-BE49-F238E27FC236}">
                  <a16:creationId xmlns:a16="http://schemas.microsoft.com/office/drawing/2014/main" id="{CCB15472-300F-653E-C350-019B2D8578B0}"/>
                </a:ext>
              </a:extLst>
            </p:cNvPr>
            <p:cNvSpPr/>
            <p:nvPr/>
          </p:nvSpPr>
          <p:spPr>
            <a:xfrm>
              <a:off x="6804807" y="2083560"/>
              <a:ext cx="38965" cy="12443"/>
            </a:xfrm>
            <a:custGeom>
              <a:avLst/>
              <a:gdLst>
                <a:gd name="csX0" fmla="*/ 3050 w 38965"/>
                <a:gd name="csY0" fmla="*/ 116 h 12443"/>
                <a:gd name="csX1" fmla="*/ 22533 w 38965"/>
                <a:gd name="csY1" fmla="*/ 560 h 12443"/>
                <a:gd name="csX2" fmla="*/ 29716 w 38965"/>
                <a:gd name="csY2" fmla="*/ 2339 h 12443"/>
                <a:gd name="csX3" fmla="*/ 42016 w 38965"/>
                <a:gd name="csY3" fmla="*/ 8557 h 12443"/>
                <a:gd name="csX4" fmla="*/ 39971 w 38965"/>
                <a:gd name="csY4" fmla="*/ 12559 h 12443"/>
                <a:gd name="csX5" fmla="*/ 30742 w 38965"/>
                <a:gd name="csY5" fmla="*/ 10781 h 12443"/>
                <a:gd name="csX6" fmla="*/ 15357 w 38965"/>
                <a:gd name="csY6" fmla="*/ 4555 h 12443"/>
                <a:gd name="csX7" fmla="*/ 3050 w 38965"/>
                <a:gd name="csY7" fmla="*/ 116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965" h="12443">
                  <a:moveTo>
                    <a:pt x="3050" y="116"/>
                  </a:moveTo>
                  <a:lnTo>
                    <a:pt x="22533" y="560"/>
                  </a:lnTo>
                  <a:lnTo>
                    <a:pt x="29716" y="2339"/>
                  </a:lnTo>
                  <a:lnTo>
                    <a:pt x="42016" y="8557"/>
                  </a:lnTo>
                  <a:lnTo>
                    <a:pt x="39971" y="12559"/>
                  </a:lnTo>
                  <a:lnTo>
                    <a:pt x="30742" y="10781"/>
                  </a:lnTo>
                  <a:lnTo>
                    <a:pt x="15357" y="4555"/>
                  </a:lnTo>
                  <a:lnTo>
                    <a:pt x="3050" y="1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3" name="Forme libre : forme 81">
              <a:extLst>
                <a:ext uri="{FF2B5EF4-FFF2-40B4-BE49-F238E27FC236}">
                  <a16:creationId xmlns:a16="http://schemas.microsoft.com/office/drawing/2014/main" id="{89712281-8210-F1D1-3B46-5678CF91D5A0}"/>
                </a:ext>
              </a:extLst>
            </p:cNvPr>
            <p:cNvSpPr/>
            <p:nvPr/>
          </p:nvSpPr>
          <p:spPr>
            <a:xfrm>
              <a:off x="6770972" y="2082670"/>
              <a:ext cx="68703" cy="23108"/>
            </a:xfrm>
            <a:custGeom>
              <a:avLst/>
              <a:gdLst>
                <a:gd name="csX0" fmla="*/ 9187 w 68703"/>
                <a:gd name="csY0" fmla="*/ 119 h 23108"/>
                <a:gd name="csX1" fmla="*/ 23546 w 68703"/>
                <a:gd name="csY1" fmla="*/ 3232 h 23108"/>
                <a:gd name="csX2" fmla="*/ 32775 w 68703"/>
                <a:gd name="csY2" fmla="*/ 4566 h 23108"/>
                <a:gd name="csX3" fmla="*/ 42003 w 68703"/>
                <a:gd name="csY3" fmla="*/ 8561 h 23108"/>
                <a:gd name="csX4" fmla="*/ 58408 w 68703"/>
                <a:gd name="csY4" fmla="*/ 13007 h 23108"/>
                <a:gd name="csX5" fmla="*/ 71741 w 68703"/>
                <a:gd name="csY5" fmla="*/ 17002 h 23108"/>
                <a:gd name="csX6" fmla="*/ 68662 w 68703"/>
                <a:gd name="csY6" fmla="*/ 20560 h 23108"/>
                <a:gd name="csX7" fmla="*/ 57382 w 68703"/>
                <a:gd name="csY7" fmla="*/ 23228 h 23108"/>
                <a:gd name="csX8" fmla="*/ 48153 w 68703"/>
                <a:gd name="csY8" fmla="*/ 17002 h 23108"/>
                <a:gd name="csX9" fmla="*/ 34827 w 68703"/>
                <a:gd name="csY9" fmla="*/ 16558 h 23108"/>
                <a:gd name="csX10" fmla="*/ 22520 w 68703"/>
                <a:gd name="csY10" fmla="*/ 12118 h 23108"/>
                <a:gd name="csX11" fmla="*/ 20468 w 68703"/>
                <a:gd name="csY11" fmla="*/ 9450 h 23108"/>
                <a:gd name="csX12" fmla="*/ 5083 w 68703"/>
                <a:gd name="csY12" fmla="*/ 5448 h 23108"/>
                <a:gd name="csX13" fmla="*/ 3037 w 68703"/>
                <a:gd name="csY13" fmla="*/ 564 h 23108"/>
                <a:gd name="csX14" fmla="*/ 9187 w 68703"/>
                <a:gd name="csY14" fmla="*/ 119 h 2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8703" h="23108">
                  <a:moveTo>
                    <a:pt x="9187" y="119"/>
                  </a:moveTo>
                  <a:lnTo>
                    <a:pt x="23546" y="3232"/>
                  </a:lnTo>
                  <a:lnTo>
                    <a:pt x="32775" y="4566"/>
                  </a:lnTo>
                  <a:lnTo>
                    <a:pt x="42003" y="8561"/>
                  </a:lnTo>
                  <a:lnTo>
                    <a:pt x="58408" y="13007"/>
                  </a:lnTo>
                  <a:lnTo>
                    <a:pt x="71741" y="17002"/>
                  </a:lnTo>
                  <a:lnTo>
                    <a:pt x="68662" y="20560"/>
                  </a:lnTo>
                  <a:lnTo>
                    <a:pt x="57382" y="23228"/>
                  </a:lnTo>
                  <a:lnTo>
                    <a:pt x="48153" y="17002"/>
                  </a:lnTo>
                  <a:lnTo>
                    <a:pt x="34827" y="16558"/>
                  </a:lnTo>
                  <a:lnTo>
                    <a:pt x="22520" y="12118"/>
                  </a:lnTo>
                  <a:lnTo>
                    <a:pt x="20468" y="9450"/>
                  </a:lnTo>
                  <a:lnTo>
                    <a:pt x="5083" y="5448"/>
                  </a:lnTo>
                  <a:lnTo>
                    <a:pt x="3037" y="564"/>
                  </a:lnTo>
                  <a:lnTo>
                    <a:pt x="9187" y="1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4" name="Forme libre : forme 82">
              <a:extLst>
                <a:ext uri="{FF2B5EF4-FFF2-40B4-BE49-F238E27FC236}">
                  <a16:creationId xmlns:a16="http://schemas.microsoft.com/office/drawing/2014/main" id="{03C66984-3182-1175-285C-32D098203A69}"/>
                </a:ext>
              </a:extLst>
            </p:cNvPr>
            <p:cNvSpPr/>
            <p:nvPr/>
          </p:nvSpPr>
          <p:spPr>
            <a:xfrm rot="3913492" flipV="1">
              <a:off x="6760198" y="2064436"/>
              <a:ext cx="7176" cy="10247"/>
            </a:xfrm>
            <a:custGeom>
              <a:avLst/>
              <a:gdLst>
                <a:gd name="csX0" fmla="*/ 3015 w 7176"/>
                <a:gd name="csY0" fmla="*/ 103 h 10247"/>
                <a:gd name="csX1" fmla="*/ 7914 w 7176"/>
                <a:gd name="csY1" fmla="*/ 103 h 10247"/>
                <a:gd name="csX2" fmla="*/ 10192 w 7176"/>
                <a:gd name="csY2" fmla="*/ 10350 h 10247"/>
                <a:gd name="csX3" fmla="*/ 6887 w 7176"/>
                <a:gd name="csY3" fmla="*/ 8490 h 10247"/>
                <a:gd name="csX4" fmla="*/ 3015 w 7176"/>
                <a:gd name="csY4" fmla="*/ 103 h 10247"/>
              </a:gdLst>
              <a:ahLst/>
              <a:cxnLst>
                <a:cxn ang="0">
                  <a:pos x="csX0" y="csY0"/>
                </a:cxn>
                <a:cxn ang="0">
                  <a:pos x="csX1" y="csY1"/>
                </a:cxn>
                <a:cxn ang="0">
                  <a:pos x="csX2" y="csY2"/>
                </a:cxn>
                <a:cxn ang="0">
                  <a:pos x="csX3" y="csY3"/>
                </a:cxn>
                <a:cxn ang="0">
                  <a:pos x="csX4" y="csY4"/>
                </a:cxn>
              </a:cxnLst>
              <a:rect l="l" t="t" r="r" b="b"/>
              <a:pathLst>
                <a:path w="7176" h="10247">
                  <a:moveTo>
                    <a:pt x="3015" y="103"/>
                  </a:moveTo>
                  <a:lnTo>
                    <a:pt x="7914" y="103"/>
                  </a:lnTo>
                  <a:lnTo>
                    <a:pt x="10192" y="10350"/>
                  </a:lnTo>
                  <a:lnTo>
                    <a:pt x="6887" y="8490"/>
                  </a:lnTo>
                  <a:lnTo>
                    <a:pt x="3015" y="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5" name="Forme libre : forme 83">
              <a:extLst>
                <a:ext uri="{FF2B5EF4-FFF2-40B4-BE49-F238E27FC236}">
                  <a16:creationId xmlns:a16="http://schemas.microsoft.com/office/drawing/2014/main" id="{F3348582-9875-C74D-E36A-FBF54960231A}"/>
                </a:ext>
              </a:extLst>
            </p:cNvPr>
            <p:cNvSpPr/>
            <p:nvPr/>
          </p:nvSpPr>
          <p:spPr>
            <a:xfrm>
              <a:off x="6823264" y="2074232"/>
              <a:ext cx="20509" cy="5773"/>
            </a:xfrm>
            <a:custGeom>
              <a:avLst/>
              <a:gdLst>
                <a:gd name="csX0" fmla="*/ 11267 w 20509"/>
                <a:gd name="csY0" fmla="*/ 107 h 5773"/>
                <a:gd name="csX1" fmla="*/ 3058 w 20509"/>
                <a:gd name="csY1" fmla="*/ 2775 h 5773"/>
                <a:gd name="csX2" fmla="*/ 11267 w 20509"/>
                <a:gd name="csY2" fmla="*/ 5881 h 5773"/>
                <a:gd name="csX3" fmla="*/ 23567 w 20509"/>
                <a:gd name="csY3" fmla="*/ 3658 h 5773"/>
                <a:gd name="csX4" fmla="*/ 23567 w 20509"/>
                <a:gd name="csY4" fmla="*/ 107 h 5773"/>
                <a:gd name="csX5" fmla="*/ 11267 w 20509"/>
                <a:gd name="csY5" fmla="*/ 107 h 5773"/>
              </a:gdLst>
              <a:ahLst/>
              <a:cxnLst>
                <a:cxn ang="0">
                  <a:pos x="csX0" y="csY0"/>
                </a:cxn>
                <a:cxn ang="0">
                  <a:pos x="csX1" y="csY1"/>
                </a:cxn>
                <a:cxn ang="0">
                  <a:pos x="csX2" y="csY2"/>
                </a:cxn>
                <a:cxn ang="0">
                  <a:pos x="csX3" y="csY3"/>
                </a:cxn>
                <a:cxn ang="0">
                  <a:pos x="csX4" y="csY4"/>
                </a:cxn>
                <a:cxn ang="0">
                  <a:pos x="csX5" y="csY5"/>
                </a:cxn>
              </a:cxnLst>
              <a:rect l="l" t="t" r="r" b="b"/>
              <a:pathLst>
                <a:path w="20509" h="5773">
                  <a:moveTo>
                    <a:pt x="11267" y="107"/>
                  </a:moveTo>
                  <a:lnTo>
                    <a:pt x="3058" y="2775"/>
                  </a:lnTo>
                  <a:lnTo>
                    <a:pt x="11267" y="5881"/>
                  </a:lnTo>
                  <a:lnTo>
                    <a:pt x="23567" y="3658"/>
                  </a:lnTo>
                  <a:lnTo>
                    <a:pt x="23567" y="107"/>
                  </a:lnTo>
                  <a:lnTo>
                    <a:pt x="11267" y="1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6" name="Forme libre : forme 84">
              <a:extLst>
                <a:ext uri="{FF2B5EF4-FFF2-40B4-BE49-F238E27FC236}">
                  <a16:creationId xmlns:a16="http://schemas.microsoft.com/office/drawing/2014/main" id="{07BCB5A7-9933-5399-3522-EF79ECCA6B16}"/>
                </a:ext>
              </a:extLst>
            </p:cNvPr>
            <p:cNvSpPr/>
            <p:nvPr/>
          </p:nvSpPr>
          <p:spPr>
            <a:xfrm>
              <a:off x="6842754" y="2084449"/>
              <a:ext cx="15378" cy="5780"/>
            </a:xfrm>
            <a:custGeom>
              <a:avLst/>
              <a:gdLst>
                <a:gd name="csX0" fmla="*/ 3068 w 15378"/>
                <a:gd name="csY0" fmla="*/ 3226 h 5780"/>
                <a:gd name="csX1" fmla="*/ 8192 w 15378"/>
                <a:gd name="csY1" fmla="*/ 5894 h 5780"/>
                <a:gd name="csX2" fmla="*/ 18446 w 15378"/>
                <a:gd name="csY2" fmla="*/ 5442 h 5780"/>
                <a:gd name="csX3" fmla="*/ 13322 w 15378"/>
                <a:gd name="csY3" fmla="*/ 1447 h 5780"/>
                <a:gd name="csX4" fmla="*/ 5120 w 15378"/>
                <a:gd name="csY4" fmla="*/ 113 h 5780"/>
                <a:gd name="csX5" fmla="*/ 3068 w 15378"/>
                <a:gd name="csY5" fmla="*/ 3226 h 5780"/>
              </a:gdLst>
              <a:ahLst/>
              <a:cxnLst>
                <a:cxn ang="0">
                  <a:pos x="csX0" y="csY0"/>
                </a:cxn>
                <a:cxn ang="0">
                  <a:pos x="csX1" y="csY1"/>
                </a:cxn>
                <a:cxn ang="0">
                  <a:pos x="csX2" y="csY2"/>
                </a:cxn>
                <a:cxn ang="0">
                  <a:pos x="csX3" y="csY3"/>
                </a:cxn>
                <a:cxn ang="0">
                  <a:pos x="csX4" y="csY4"/>
                </a:cxn>
                <a:cxn ang="0">
                  <a:pos x="csX5" y="csY5"/>
                </a:cxn>
              </a:cxnLst>
              <a:rect l="l" t="t" r="r" b="b"/>
              <a:pathLst>
                <a:path w="15378" h="5780">
                  <a:moveTo>
                    <a:pt x="3068" y="3226"/>
                  </a:moveTo>
                  <a:lnTo>
                    <a:pt x="8192" y="5894"/>
                  </a:lnTo>
                  <a:lnTo>
                    <a:pt x="18446" y="5442"/>
                  </a:lnTo>
                  <a:lnTo>
                    <a:pt x="13322" y="1447"/>
                  </a:lnTo>
                  <a:lnTo>
                    <a:pt x="5120" y="113"/>
                  </a:lnTo>
                  <a:lnTo>
                    <a:pt x="3068" y="32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7" name="Forme libre : forme 85">
              <a:extLst>
                <a:ext uri="{FF2B5EF4-FFF2-40B4-BE49-F238E27FC236}">
                  <a16:creationId xmlns:a16="http://schemas.microsoft.com/office/drawing/2014/main" id="{8D4F8074-152F-2151-D691-203A70D221FD}"/>
                </a:ext>
              </a:extLst>
            </p:cNvPr>
            <p:cNvSpPr/>
            <p:nvPr/>
          </p:nvSpPr>
          <p:spPr>
            <a:xfrm rot="-1558167" flipV="1">
              <a:off x="6850668" y="2094145"/>
              <a:ext cx="13100" cy="6389"/>
            </a:xfrm>
            <a:custGeom>
              <a:avLst/>
              <a:gdLst>
                <a:gd name="csX0" fmla="*/ 3072 w 13100"/>
                <a:gd name="csY0" fmla="*/ 6509 h 6389"/>
                <a:gd name="csX1" fmla="*/ 12191 w 13100"/>
                <a:gd name="csY1" fmla="*/ 6509 h 6389"/>
                <a:gd name="csX2" fmla="*/ 16172 w 13100"/>
                <a:gd name="csY2" fmla="*/ 619 h 6389"/>
                <a:gd name="csX3" fmla="*/ 9078 w 13100"/>
                <a:gd name="csY3" fmla="*/ 119 h 6389"/>
                <a:gd name="csX4" fmla="*/ 3072 w 13100"/>
                <a:gd name="csY4" fmla="*/ 6509 h 6389"/>
              </a:gdLst>
              <a:ahLst/>
              <a:cxnLst>
                <a:cxn ang="0">
                  <a:pos x="csX0" y="csY0"/>
                </a:cxn>
                <a:cxn ang="0">
                  <a:pos x="csX1" y="csY1"/>
                </a:cxn>
                <a:cxn ang="0">
                  <a:pos x="csX2" y="csY2"/>
                </a:cxn>
                <a:cxn ang="0">
                  <a:pos x="csX3" y="csY3"/>
                </a:cxn>
                <a:cxn ang="0">
                  <a:pos x="csX4" y="csY4"/>
                </a:cxn>
              </a:cxnLst>
              <a:rect l="l" t="t" r="r" b="b"/>
              <a:pathLst>
                <a:path w="13100" h="6389">
                  <a:moveTo>
                    <a:pt x="3072" y="6509"/>
                  </a:moveTo>
                  <a:lnTo>
                    <a:pt x="12191" y="6509"/>
                  </a:lnTo>
                  <a:lnTo>
                    <a:pt x="16172" y="619"/>
                  </a:lnTo>
                  <a:lnTo>
                    <a:pt x="9078" y="119"/>
                  </a:lnTo>
                  <a:lnTo>
                    <a:pt x="3072" y="65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8" name="Forme libre : forme 86">
              <a:extLst>
                <a:ext uri="{FF2B5EF4-FFF2-40B4-BE49-F238E27FC236}">
                  <a16:creationId xmlns:a16="http://schemas.microsoft.com/office/drawing/2014/main" id="{53500976-0DC2-3EDF-4E0A-1575EFD23A3E}"/>
                </a:ext>
              </a:extLst>
            </p:cNvPr>
            <p:cNvSpPr/>
            <p:nvPr/>
          </p:nvSpPr>
          <p:spPr>
            <a:xfrm rot="1013734" flipV="1">
              <a:off x="6831023" y="2106371"/>
              <a:ext cx="19366" cy="6806"/>
            </a:xfrm>
            <a:custGeom>
              <a:avLst/>
              <a:gdLst>
                <a:gd name="csX0" fmla="*/ 3062 w 19366"/>
                <a:gd name="csY0" fmla="*/ 127 h 6806"/>
                <a:gd name="csX1" fmla="*/ 13768 w 19366"/>
                <a:gd name="csY1" fmla="*/ 127 h 6806"/>
                <a:gd name="csX2" fmla="*/ 22428 w 19366"/>
                <a:gd name="csY2" fmla="*/ 6933 h 6806"/>
                <a:gd name="csX3" fmla="*/ 6598 w 19366"/>
                <a:gd name="csY3" fmla="*/ 2583 h 6806"/>
                <a:gd name="csX4" fmla="*/ 3062 w 19366"/>
                <a:gd name="csY4" fmla="*/ 127 h 6806"/>
              </a:gdLst>
              <a:ahLst/>
              <a:cxnLst>
                <a:cxn ang="0">
                  <a:pos x="csX0" y="csY0"/>
                </a:cxn>
                <a:cxn ang="0">
                  <a:pos x="csX1" y="csY1"/>
                </a:cxn>
                <a:cxn ang="0">
                  <a:pos x="csX2" y="csY2"/>
                </a:cxn>
                <a:cxn ang="0">
                  <a:pos x="csX3" y="csY3"/>
                </a:cxn>
                <a:cxn ang="0">
                  <a:pos x="csX4" y="csY4"/>
                </a:cxn>
              </a:cxnLst>
              <a:rect l="l" t="t" r="r" b="b"/>
              <a:pathLst>
                <a:path w="19366" h="6806">
                  <a:moveTo>
                    <a:pt x="3062" y="127"/>
                  </a:moveTo>
                  <a:lnTo>
                    <a:pt x="13768" y="127"/>
                  </a:lnTo>
                  <a:lnTo>
                    <a:pt x="22428" y="6933"/>
                  </a:lnTo>
                  <a:lnTo>
                    <a:pt x="6598" y="2583"/>
                  </a:lnTo>
                  <a:lnTo>
                    <a:pt x="3062"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09" name="Forme libre : forme 87">
              <a:extLst>
                <a:ext uri="{FF2B5EF4-FFF2-40B4-BE49-F238E27FC236}">
                  <a16:creationId xmlns:a16="http://schemas.microsoft.com/office/drawing/2014/main" id="{C6FCDB83-2406-BD32-F5C0-5E52351FEFAE}"/>
                </a:ext>
              </a:extLst>
            </p:cNvPr>
            <p:cNvSpPr/>
            <p:nvPr/>
          </p:nvSpPr>
          <p:spPr>
            <a:xfrm>
              <a:off x="6761737" y="2092890"/>
              <a:ext cx="25639" cy="9331"/>
            </a:xfrm>
            <a:custGeom>
              <a:avLst/>
              <a:gdLst>
                <a:gd name="csX0" fmla="*/ 24559 w 25639"/>
                <a:gd name="csY0" fmla="*/ 2343 h 9331"/>
                <a:gd name="csX1" fmla="*/ 28664 w 25639"/>
                <a:gd name="csY1" fmla="*/ 5011 h 9331"/>
                <a:gd name="csX2" fmla="*/ 26611 w 25639"/>
                <a:gd name="csY2" fmla="*/ 7679 h 9331"/>
                <a:gd name="csX3" fmla="*/ 14305 w 25639"/>
                <a:gd name="csY3" fmla="*/ 9451 h 9331"/>
                <a:gd name="csX4" fmla="*/ 4050 w 25639"/>
                <a:gd name="csY4" fmla="*/ 5456 h 9331"/>
                <a:gd name="csX5" fmla="*/ 3024 w 25639"/>
                <a:gd name="csY5" fmla="*/ 120 h 9331"/>
                <a:gd name="csX6" fmla="*/ 14305 w 25639"/>
                <a:gd name="csY6" fmla="*/ 564 h 9331"/>
                <a:gd name="csX7" fmla="*/ 24559 w 25639"/>
                <a:gd name="csY7" fmla="*/ 2343 h 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9331">
                  <a:moveTo>
                    <a:pt x="24559" y="2343"/>
                  </a:moveTo>
                  <a:lnTo>
                    <a:pt x="28664" y="5011"/>
                  </a:lnTo>
                  <a:lnTo>
                    <a:pt x="26611" y="7679"/>
                  </a:lnTo>
                  <a:lnTo>
                    <a:pt x="14305" y="9451"/>
                  </a:lnTo>
                  <a:lnTo>
                    <a:pt x="4050" y="5456"/>
                  </a:lnTo>
                  <a:lnTo>
                    <a:pt x="3024" y="120"/>
                  </a:lnTo>
                  <a:lnTo>
                    <a:pt x="14305" y="564"/>
                  </a:lnTo>
                  <a:lnTo>
                    <a:pt x="24559" y="23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0" name="Forme libre : forme 88">
              <a:extLst>
                <a:ext uri="{FF2B5EF4-FFF2-40B4-BE49-F238E27FC236}">
                  <a16:creationId xmlns:a16="http://schemas.microsoft.com/office/drawing/2014/main" id="{C7ADAE8F-939E-7020-D890-0D9CEC0017F7}"/>
                </a:ext>
              </a:extLst>
            </p:cNvPr>
            <p:cNvSpPr/>
            <p:nvPr/>
          </p:nvSpPr>
          <p:spPr>
            <a:xfrm>
              <a:off x="6789422" y="2103104"/>
              <a:ext cx="26665" cy="5780"/>
            </a:xfrm>
            <a:custGeom>
              <a:avLst/>
              <a:gdLst>
                <a:gd name="csX0" fmla="*/ 3038 w 26665"/>
                <a:gd name="csY0" fmla="*/ 4571 h 5780"/>
                <a:gd name="csX1" fmla="*/ 19442 w 26665"/>
                <a:gd name="csY1" fmla="*/ 5905 h 5780"/>
                <a:gd name="csX2" fmla="*/ 29704 w 26665"/>
                <a:gd name="csY2" fmla="*/ 3682 h 5780"/>
                <a:gd name="csX3" fmla="*/ 26625 w 26665"/>
                <a:gd name="csY3" fmla="*/ 1020 h 5780"/>
                <a:gd name="csX4" fmla="*/ 13292 w 26665"/>
                <a:gd name="csY4" fmla="*/ 124 h 5780"/>
                <a:gd name="csX5" fmla="*/ 3038 w 26665"/>
                <a:gd name="csY5" fmla="*/ 4571 h 5780"/>
              </a:gdLst>
              <a:ahLst/>
              <a:cxnLst>
                <a:cxn ang="0">
                  <a:pos x="csX0" y="csY0"/>
                </a:cxn>
                <a:cxn ang="0">
                  <a:pos x="csX1" y="csY1"/>
                </a:cxn>
                <a:cxn ang="0">
                  <a:pos x="csX2" y="csY2"/>
                </a:cxn>
                <a:cxn ang="0">
                  <a:pos x="csX3" y="csY3"/>
                </a:cxn>
                <a:cxn ang="0">
                  <a:pos x="csX4" y="csY4"/>
                </a:cxn>
                <a:cxn ang="0">
                  <a:pos x="csX5" y="csY5"/>
                </a:cxn>
              </a:cxnLst>
              <a:rect l="l" t="t" r="r" b="b"/>
              <a:pathLst>
                <a:path w="26665" h="5780">
                  <a:moveTo>
                    <a:pt x="3038" y="4571"/>
                  </a:moveTo>
                  <a:lnTo>
                    <a:pt x="19442" y="5905"/>
                  </a:lnTo>
                  <a:lnTo>
                    <a:pt x="29704" y="3682"/>
                  </a:lnTo>
                  <a:lnTo>
                    <a:pt x="26625" y="1020"/>
                  </a:lnTo>
                  <a:lnTo>
                    <a:pt x="13292" y="124"/>
                  </a:lnTo>
                  <a:lnTo>
                    <a:pt x="3038" y="45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1" name="Forme libre : forme 89">
              <a:extLst>
                <a:ext uri="{FF2B5EF4-FFF2-40B4-BE49-F238E27FC236}">
                  <a16:creationId xmlns:a16="http://schemas.microsoft.com/office/drawing/2014/main" id="{951BEB84-CAA4-32F1-EF4A-7C05260579EC}"/>
                </a:ext>
              </a:extLst>
            </p:cNvPr>
            <p:cNvSpPr/>
            <p:nvPr/>
          </p:nvSpPr>
          <p:spPr>
            <a:xfrm>
              <a:off x="6830440" y="2118660"/>
              <a:ext cx="39998" cy="18217"/>
            </a:xfrm>
            <a:custGeom>
              <a:avLst/>
              <a:gdLst>
                <a:gd name="csX0" fmla="*/ 19480 w 39998"/>
                <a:gd name="csY0" fmla="*/ 139 h 18217"/>
                <a:gd name="csX1" fmla="*/ 3068 w 39998"/>
                <a:gd name="csY1" fmla="*/ 139 h 18217"/>
                <a:gd name="csX2" fmla="*/ 5121 w 39998"/>
                <a:gd name="csY2" fmla="*/ 4141 h 18217"/>
                <a:gd name="csX3" fmla="*/ 4095 w 39998"/>
                <a:gd name="csY3" fmla="*/ 11693 h 18217"/>
                <a:gd name="csX4" fmla="*/ 7173 w 39998"/>
                <a:gd name="csY4" fmla="*/ 17467 h 18217"/>
                <a:gd name="csX5" fmla="*/ 14349 w 39998"/>
                <a:gd name="csY5" fmla="*/ 18356 h 18217"/>
                <a:gd name="csX6" fmla="*/ 14349 w 39998"/>
                <a:gd name="csY6" fmla="*/ 12138 h 18217"/>
                <a:gd name="csX7" fmla="*/ 30760 w 39998"/>
                <a:gd name="csY7" fmla="*/ 5920 h 18217"/>
                <a:gd name="csX8" fmla="*/ 43067 w 39998"/>
                <a:gd name="csY8" fmla="*/ 5920 h 18217"/>
                <a:gd name="csX9" fmla="*/ 41015 w 39998"/>
                <a:gd name="csY9" fmla="*/ 3252 h 18217"/>
                <a:gd name="csX10" fmla="*/ 28708 w 39998"/>
                <a:gd name="csY10" fmla="*/ 1918 h 18217"/>
                <a:gd name="csX11" fmla="*/ 19480 w 39998"/>
                <a:gd name="csY11" fmla="*/ 139 h 18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9998" h="18217">
                  <a:moveTo>
                    <a:pt x="19480" y="139"/>
                  </a:moveTo>
                  <a:lnTo>
                    <a:pt x="3068" y="139"/>
                  </a:lnTo>
                  <a:lnTo>
                    <a:pt x="5121" y="4141"/>
                  </a:lnTo>
                  <a:lnTo>
                    <a:pt x="4095" y="11693"/>
                  </a:lnTo>
                  <a:lnTo>
                    <a:pt x="7173" y="17467"/>
                  </a:lnTo>
                  <a:lnTo>
                    <a:pt x="14349" y="18356"/>
                  </a:lnTo>
                  <a:lnTo>
                    <a:pt x="14349" y="12138"/>
                  </a:lnTo>
                  <a:lnTo>
                    <a:pt x="30760" y="5920"/>
                  </a:lnTo>
                  <a:lnTo>
                    <a:pt x="43067" y="5920"/>
                  </a:lnTo>
                  <a:lnTo>
                    <a:pt x="41015" y="3252"/>
                  </a:lnTo>
                  <a:lnTo>
                    <a:pt x="28708" y="1918"/>
                  </a:lnTo>
                  <a:lnTo>
                    <a:pt x="19480" y="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2" name="Forme libre : forme 90">
              <a:extLst>
                <a:ext uri="{FF2B5EF4-FFF2-40B4-BE49-F238E27FC236}">
                  <a16:creationId xmlns:a16="http://schemas.microsoft.com/office/drawing/2014/main" id="{C4B7015B-2E4E-E4BB-36E8-2E5B8917EADB}"/>
                </a:ext>
              </a:extLst>
            </p:cNvPr>
            <p:cNvSpPr/>
            <p:nvPr/>
          </p:nvSpPr>
          <p:spPr>
            <a:xfrm>
              <a:off x="6860178" y="2138656"/>
              <a:ext cx="22561" cy="10220"/>
            </a:xfrm>
            <a:custGeom>
              <a:avLst/>
              <a:gdLst>
                <a:gd name="csX0" fmla="*/ 18468 w 22561"/>
                <a:gd name="csY0" fmla="*/ 148 h 10220"/>
                <a:gd name="csX1" fmla="*/ 4109 w 22561"/>
                <a:gd name="csY1" fmla="*/ 1482 h 10220"/>
                <a:gd name="csX2" fmla="*/ 3082 w 22561"/>
                <a:gd name="csY2" fmla="*/ 4150 h 10220"/>
                <a:gd name="csX3" fmla="*/ 9239 w 22561"/>
                <a:gd name="csY3" fmla="*/ 8145 h 10220"/>
                <a:gd name="csX4" fmla="*/ 17441 w 22561"/>
                <a:gd name="csY4" fmla="*/ 10369 h 10220"/>
                <a:gd name="csX5" fmla="*/ 25644 w 22561"/>
                <a:gd name="csY5" fmla="*/ 7256 h 10220"/>
                <a:gd name="csX6" fmla="*/ 23598 w 22561"/>
                <a:gd name="csY6" fmla="*/ 2372 h 10220"/>
                <a:gd name="csX7" fmla="*/ 18468 w 22561"/>
                <a:gd name="csY7" fmla="*/ 148 h 1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0220">
                  <a:moveTo>
                    <a:pt x="18468" y="148"/>
                  </a:moveTo>
                  <a:lnTo>
                    <a:pt x="4109" y="1482"/>
                  </a:lnTo>
                  <a:lnTo>
                    <a:pt x="3082" y="4150"/>
                  </a:lnTo>
                  <a:lnTo>
                    <a:pt x="9239" y="8145"/>
                  </a:lnTo>
                  <a:lnTo>
                    <a:pt x="17441" y="10369"/>
                  </a:lnTo>
                  <a:lnTo>
                    <a:pt x="25644" y="7256"/>
                  </a:lnTo>
                  <a:lnTo>
                    <a:pt x="23598" y="2372"/>
                  </a:lnTo>
                  <a:lnTo>
                    <a:pt x="18468" y="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3" name="Forme libre : forme 91">
              <a:extLst>
                <a:ext uri="{FF2B5EF4-FFF2-40B4-BE49-F238E27FC236}">
                  <a16:creationId xmlns:a16="http://schemas.microsoft.com/office/drawing/2014/main" id="{0478BE6D-D7AF-BB22-1EE9-19E1E004427E}"/>
                </a:ext>
              </a:extLst>
            </p:cNvPr>
            <p:cNvSpPr/>
            <p:nvPr/>
          </p:nvSpPr>
          <p:spPr>
            <a:xfrm>
              <a:off x="6798657" y="2122662"/>
              <a:ext cx="20502" cy="14215"/>
            </a:xfrm>
            <a:custGeom>
              <a:avLst/>
              <a:gdLst>
                <a:gd name="csX0" fmla="*/ 20475 w 20502"/>
                <a:gd name="csY0" fmla="*/ 140 h 14215"/>
                <a:gd name="csX1" fmla="*/ 23547 w 20502"/>
                <a:gd name="csY1" fmla="*/ 3253 h 14215"/>
                <a:gd name="csX2" fmla="*/ 21502 w 20502"/>
                <a:gd name="csY2" fmla="*/ 13466 h 14215"/>
                <a:gd name="csX3" fmla="*/ 5097 w 20502"/>
                <a:gd name="csY3" fmla="*/ 14355 h 14215"/>
                <a:gd name="csX4" fmla="*/ 3045 w 20502"/>
                <a:gd name="csY4" fmla="*/ 9916 h 14215"/>
                <a:gd name="csX5" fmla="*/ 7142 w 20502"/>
                <a:gd name="csY5" fmla="*/ 1474 h 14215"/>
                <a:gd name="csX6" fmla="*/ 20475 w 20502"/>
                <a:gd name="csY6" fmla="*/ 140 h 142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2" h="14215">
                  <a:moveTo>
                    <a:pt x="20475" y="140"/>
                  </a:moveTo>
                  <a:lnTo>
                    <a:pt x="23547" y="3253"/>
                  </a:lnTo>
                  <a:lnTo>
                    <a:pt x="21502" y="13466"/>
                  </a:lnTo>
                  <a:lnTo>
                    <a:pt x="5097" y="14355"/>
                  </a:lnTo>
                  <a:lnTo>
                    <a:pt x="3045" y="9916"/>
                  </a:lnTo>
                  <a:lnTo>
                    <a:pt x="7142" y="1474"/>
                  </a:lnTo>
                  <a:lnTo>
                    <a:pt x="20475" y="1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4" name="Forme libre : forme 92">
              <a:extLst>
                <a:ext uri="{FF2B5EF4-FFF2-40B4-BE49-F238E27FC236}">
                  <a16:creationId xmlns:a16="http://schemas.microsoft.com/office/drawing/2014/main" id="{B5FF745B-DA65-E741-520F-B7DCEE17EDBD}"/>
                </a:ext>
              </a:extLst>
            </p:cNvPr>
            <p:cNvSpPr/>
            <p:nvPr/>
          </p:nvSpPr>
          <p:spPr>
            <a:xfrm>
              <a:off x="6840695" y="2147542"/>
              <a:ext cx="19489" cy="3105"/>
            </a:xfrm>
            <a:custGeom>
              <a:avLst/>
              <a:gdLst>
                <a:gd name="csX0" fmla="*/ 3068 w 19489"/>
                <a:gd name="csY0" fmla="*/ 1929 h 3105"/>
                <a:gd name="csX1" fmla="*/ 9224 w 19489"/>
                <a:gd name="csY1" fmla="*/ 3256 h 3105"/>
                <a:gd name="csX2" fmla="*/ 22557 w 19489"/>
                <a:gd name="csY2" fmla="*/ 2819 h 3105"/>
                <a:gd name="csX3" fmla="*/ 22557 w 19489"/>
                <a:gd name="csY3" fmla="*/ 595 h 3105"/>
                <a:gd name="csX4" fmla="*/ 11277 w 19489"/>
                <a:gd name="csY4" fmla="*/ 151 h 3105"/>
                <a:gd name="csX5" fmla="*/ 3068 w 19489"/>
                <a:gd name="csY5" fmla="*/ 1929 h 3105"/>
              </a:gdLst>
              <a:ahLst/>
              <a:cxnLst>
                <a:cxn ang="0">
                  <a:pos x="csX0" y="csY0"/>
                </a:cxn>
                <a:cxn ang="0">
                  <a:pos x="csX1" y="csY1"/>
                </a:cxn>
                <a:cxn ang="0">
                  <a:pos x="csX2" y="csY2"/>
                </a:cxn>
                <a:cxn ang="0">
                  <a:pos x="csX3" y="csY3"/>
                </a:cxn>
                <a:cxn ang="0">
                  <a:pos x="csX4" y="csY4"/>
                </a:cxn>
                <a:cxn ang="0">
                  <a:pos x="csX5" y="csY5"/>
                </a:cxn>
              </a:cxnLst>
              <a:rect l="l" t="t" r="r" b="b"/>
              <a:pathLst>
                <a:path w="19489" h="3105">
                  <a:moveTo>
                    <a:pt x="3068" y="1929"/>
                  </a:moveTo>
                  <a:lnTo>
                    <a:pt x="9224" y="3256"/>
                  </a:lnTo>
                  <a:lnTo>
                    <a:pt x="22557" y="2819"/>
                  </a:lnTo>
                  <a:lnTo>
                    <a:pt x="22557" y="595"/>
                  </a:lnTo>
                  <a:lnTo>
                    <a:pt x="11277" y="151"/>
                  </a:lnTo>
                  <a:lnTo>
                    <a:pt x="3068" y="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5" name="Forme libre : forme 93">
              <a:extLst>
                <a:ext uri="{FF2B5EF4-FFF2-40B4-BE49-F238E27FC236}">
                  <a16:creationId xmlns:a16="http://schemas.microsoft.com/office/drawing/2014/main" id="{4D3FB600-BE8D-5717-6329-FA72865B183B}"/>
                </a:ext>
              </a:extLst>
            </p:cNvPr>
            <p:cNvSpPr/>
            <p:nvPr/>
          </p:nvSpPr>
          <p:spPr>
            <a:xfrm>
              <a:off x="6719693" y="2122662"/>
              <a:ext cx="27685" cy="11109"/>
            </a:xfrm>
            <a:custGeom>
              <a:avLst/>
              <a:gdLst>
                <a:gd name="csX0" fmla="*/ 20429 w 27685"/>
                <a:gd name="csY0" fmla="*/ 139 h 11109"/>
                <a:gd name="csX1" fmla="*/ 25560 w 27685"/>
                <a:gd name="csY1" fmla="*/ 139 h 11109"/>
                <a:gd name="csX2" fmla="*/ 30683 w 27685"/>
                <a:gd name="csY2" fmla="*/ 4141 h 11109"/>
                <a:gd name="csX3" fmla="*/ 29657 w 27685"/>
                <a:gd name="csY3" fmla="*/ 9915 h 11109"/>
                <a:gd name="csX4" fmla="*/ 15298 w 27685"/>
                <a:gd name="csY4" fmla="*/ 11248 h 11109"/>
                <a:gd name="csX5" fmla="*/ 2998 w 27685"/>
                <a:gd name="csY5" fmla="*/ 5913 h 11109"/>
                <a:gd name="csX6" fmla="*/ 20429 w 27685"/>
                <a:gd name="csY6" fmla="*/ 139 h 111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109">
                  <a:moveTo>
                    <a:pt x="20429" y="139"/>
                  </a:moveTo>
                  <a:lnTo>
                    <a:pt x="25560" y="139"/>
                  </a:lnTo>
                  <a:lnTo>
                    <a:pt x="30683" y="4141"/>
                  </a:lnTo>
                  <a:lnTo>
                    <a:pt x="29657" y="9915"/>
                  </a:lnTo>
                  <a:lnTo>
                    <a:pt x="15298" y="11248"/>
                  </a:lnTo>
                  <a:lnTo>
                    <a:pt x="2998" y="5913"/>
                  </a:lnTo>
                  <a:lnTo>
                    <a:pt x="20429" y="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6" name="Forme libre : forme 94">
              <a:extLst>
                <a:ext uri="{FF2B5EF4-FFF2-40B4-BE49-F238E27FC236}">
                  <a16:creationId xmlns:a16="http://schemas.microsoft.com/office/drawing/2014/main" id="{EEA7CE9C-8D16-0EC2-DDDD-F706267FC0B4}"/>
                </a:ext>
              </a:extLst>
            </p:cNvPr>
            <p:cNvSpPr/>
            <p:nvPr/>
          </p:nvSpPr>
          <p:spPr>
            <a:xfrm>
              <a:off x="6754561" y="2108884"/>
              <a:ext cx="10254" cy="7997"/>
            </a:xfrm>
            <a:custGeom>
              <a:avLst/>
              <a:gdLst>
                <a:gd name="csX0" fmla="*/ 7118 w 10254"/>
                <a:gd name="csY0" fmla="*/ 129 h 7997"/>
                <a:gd name="csX1" fmla="*/ 3014 w 10254"/>
                <a:gd name="csY1" fmla="*/ 1463 h 7997"/>
                <a:gd name="csX2" fmla="*/ 3014 w 10254"/>
                <a:gd name="csY2" fmla="*/ 6792 h 7997"/>
                <a:gd name="csX3" fmla="*/ 9170 w 10254"/>
                <a:gd name="csY3" fmla="*/ 8126 h 7997"/>
                <a:gd name="csX4" fmla="*/ 13268 w 10254"/>
                <a:gd name="csY4" fmla="*/ 5014 h 7997"/>
                <a:gd name="csX5" fmla="*/ 7118 w 10254"/>
                <a:gd name="csY5" fmla="*/ 129 h 7997"/>
              </a:gdLst>
              <a:ahLst/>
              <a:cxnLst>
                <a:cxn ang="0">
                  <a:pos x="csX0" y="csY0"/>
                </a:cxn>
                <a:cxn ang="0">
                  <a:pos x="csX1" y="csY1"/>
                </a:cxn>
                <a:cxn ang="0">
                  <a:pos x="csX2" y="csY2"/>
                </a:cxn>
                <a:cxn ang="0">
                  <a:pos x="csX3" y="csY3"/>
                </a:cxn>
                <a:cxn ang="0">
                  <a:pos x="csX4" y="csY4"/>
                </a:cxn>
                <a:cxn ang="0">
                  <a:pos x="csX5" y="csY5"/>
                </a:cxn>
              </a:cxnLst>
              <a:rect l="l" t="t" r="r" b="b"/>
              <a:pathLst>
                <a:path w="10254" h="7997">
                  <a:moveTo>
                    <a:pt x="7118" y="129"/>
                  </a:moveTo>
                  <a:lnTo>
                    <a:pt x="3014" y="1463"/>
                  </a:lnTo>
                  <a:lnTo>
                    <a:pt x="3014" y="6792"/>
                  </a:lnTo>
                  <a:lnTo>
                    <a:pt x="9170" y="8126"/>
                  </a:lnTo>
                  <a:lnTo>
                    <a:pt x="13268" y="5014"/>
                  </a:lnTo>
                  <a:lnTo>
                    <a:pt x="7118" y="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7" name="Forme libre : forme 95">
              <a:extLst>
                <a:ext uri="{FF2B5EF4-FFF2-40B4-BE49-F238E27FC236}">
                  <a16:creationId xmlns:a16="http://schemas.microsoft.com/office/drawing/2014/main" id="{52E7C1B4-54DF-CC0A-1240-FDC35D3C6572}"/>
                </a:ext>
              </a:extLst>
            </p:cNvPr>
            <p:cNvSpPr/>
            <p:nvPr/>
          </p:nvSpPr>
          <p:spPr>
            <a:xfrm>
              <a:off x="6768913" y="2113775"/>
              <a:ext cx="15385" cy="7107"/>
            </a:xfrm>
            <a:custGeom>
              <a:avLst/>
              <a:gdLst>
                <a:gd name="csX0" fmla="*/ 8154 w 15385"/>
                <a:gd name="csY0" fmla="*/ 132 h 7107"/>
                <a:gd name="csX1" fmla="*/ 9180 w 15385"/>
                <a:gd name="csY1" fmla="*/ 3245 h 7107"/>
                <a:gd name="csX2" fmla="*/ 3024 w 15385"/>
                <a:gd name="csY2" fmla="*/ 5461 h 7107"/>
                <a:gd name="csX3" fmla="*/ 3024 w 15385"/>
                <a:gd name="csY3" fmla="*/ 7240 h 7107"/>
                <a:gd name="csX4" fmla="*/ 14304 w 15385"/>
                <a:gd name="csY4" fmla="*/ 6350 h 7107"/>
                <a:gd name="csX5" fmla="*/ 18409 w 15385"/>
                <a:gd name="csY5" fmla="*/ 2800 h 7107"/>
                <a:gd name="csX6" fmla="*/ 12259 w 15385"/>
                <a:gd name="csY6" fmla="*/ 132 h 7107"/>
                <a:gd name="csX7" fmla="*/ 8154 w 15385"/>
                <a:gd name="csY7" fmla="*/ 132 h 7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7107">
                  <a:moveTo>
                    <a:pt x="8154" y="132"/>
                  </a:moveTo>
                  <a:lnTo>
                    <a:pt x="9180" y="3245"/>
                  </a:lnTo>
                  <a:lnTo>
                    <a:pt x="3024" y="5461"/>
                  </a:lnTo>
                  <a:lnTo>
                    <a:pt x="3024" y="7240"/>
                  </a:lnTo>
                  <a:lnTo>
                    <a:pt x="14304" y="6350"/>
                  </a:lnTo>
                  <a:lnTo>
                    <a:pt x="18409" y="2800"/>
                  </a:lnTo>
                  <a:lnTo>
                    <a:pt x="12259" y="132"/>
                  </a:lnTo>
                  <a:lnTo>
                    <a:pt x="8154" y="1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8" name="Forme libre : forme 96">
              <a:extLst>
                <a:ext uri="{FF2B5EF4-FFF2-40B4-BE49-F238E27FC236}">
                  <a16:creationId xmlns:a16="http://schemas.microsoft.com/office/drawing/2014/main" id="{3E14FACF-59CB-46C6-A061-2178322CC19A}"/>
                </a:ext>
              </a:extLst>
            </p:cNvPr>
            <p:cNvSpPr/>
            <p:nvPr/>
          </p:nvSpPr>
          <p:spPr>
            <a:xfrm>
              <a:off x="6777115" y="2123106"/>
              <a:ext cx="14365" cy="4884"/>
            </a:xfrm>
            <a:custGeom>
              <a:avLst/>
              <a:gdLst>
                <a:gd name="csX0" fmla="*/ 11238 w 14365"/>
                <a:gd name="csY0" fmla="*/ 1464 h 4884"/>
                <a:gd name="csX1" fmla="*/ 4062 w 14365"/>
                <a:gd name="csY1" fmla="*/ 2353 h 4884"/>
                <a:gd name="csX2" fmla="*/ 3029 w 14365"/>
                <a:gd name="csY2" fmla="*/ 4576 h 4884"/>
                <a:gd name="csX3" fmla="*/ 10219 w 14365"/>
                <a:gd name="csY3" fmla="*/ 5021 h 4884"/>
                <a:gd name="csX4" fmla="*/ 16369 w 14365"/>
                <a:gd name="csY4" fmla="*/ 2798 h 4884"/>
                <a:gd name="csX5" fmla="*/ 17395 w 14365"/>
                <a:gd name="csY5" fmla="*/ 137 h 4884"/>
                <a:gd name="csX6" fmla="*/ 11238 w 14365"/>
                <a:gd name="csY6" fmla="*/ 1464 h 48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65" h="4884">
                  <a:moveTo>
                    <a:pt x="11238" y="1464"/>
                  </a:moveTo>
                  <a:lnTo>
                    <a:pt x="4062" y="2353"/>
                  </a:lnTo>
                  <a:lnTo>
                    <a:pt x="3029" y="4576"/>
                  </a:lnTo>
                  <a:lnTo>
                    <a:pt x="10219" y="5021"/>
                  </a:lnTo>
                  <a:lnTo>
                    <a:pt x="16369" y="2798"/>
                  </a:lnTo>
                  <a:lnTo>
                    <a:pt x="17395" y="137"/>
                  </a:lnTo>
                  <a:lnTo>
                    <a:pt x="11238" y="1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19" name="Forme libre : forme 97">
              <a:extLst>
                <a:ext uri="{FF2B5EF4-FFF2-40B4-BE49-F238E27FC236}">
                  <a16:creationId xmlns:a16="http://schemas.microsoft.com/office/drawing/2014/main" id="{E5168475-3DCA-5F27-DAAF-43488C30ACE9}"/>
                </a:ext>
              </a:extLst>
            </p:cNvPr>
            <p:cNvSpPr/>
            <p:nvPr/>
          </p:nvSpPr>
          <p:spPr>
            <a:xfrm>
              <a:off x="6754554" y="2124878"/>
              <a:ext cx="5130" cy="7114"/>
            </a:xfrm>
            <a:custGeom>
              <a:avLst/>
              <a:gdLst>
                <a:gd name="csX0" fmla="*/ 3012 w 5130"/>
                <a:gd name="csY0" fmla="*/ 590 h 7114"/>
                <a:gd name="csX1" fmla="*/ 4038 w 5130"/>
                <a:gd name="csY1" fmla="*/ 5481 h 7114"/>
                <a:gd name="csX2" fmla="*/ 8142 w 5130"/>
                <a:gd name="csY2" fmla="*/ 7253 h 7114"/>
                <a:gd name="csX3" fmla="*/ 8142 w 5130"/>
                <a:gd name="csY3" fmla="*/ 3258 h 7114"/>
                <a:gd name="csX4" fmla="*/ 6090 w 5130"/>
                <a:gd name="csY4" fmla="*/ 139 h 7114"/>
                <a:gd name="csX5" fmla="*/ 3012 w 5130"/>
                <a:gd name="csY5" fmla="*/ 590 h 7114"/>
              </a:gdLst>
              <a:ahLst/>
              <a:cxnLst>
                <a:cxn ang="0">
                  <a:pos x="csX0" y="csY0"/>
                </a:cxn>
                <a:cxn ang="0">
                  <a:pos x="csX1" y="csY1"/>
                </a:cxn>
                <a:cxn ang="0">
                  <a:pos x="csX2" y="csY2"/>
                </a:cxn>
                <a:cxn ang="0">
                  <a:pos x="csX3" y="csY3"/>
                </a:cxn>
                <a:cxn ang="0">
                  <a:pos x="csX4" y="csY4"/>
                </a:cxn>
                <a:cxn ang="0">
                  <a:pos x="csX5" y="csY5"/>
                </a:cxn>
              </a:cxnLst>
              <a:rect l="l" t="t" r="r" b="b"/>
              <a:pathLst>
                <a:path w="5130" h="7114">
                  <a:moveTo>
                    <a:pt x="3012" y="590"/>
                  </a:moveTo>
                  <a:lnTo>
                    <a:pt x="4038" y="5481"/>
                  </a:lnTo>
                  <a:lnTo>
                    <a:pt x="8142" y="7253"/>
                  </a:lnTo>
                  <a:lnTo>
                    <a:pt x="8142" y="3258"/>
                  </a:lnTo>
                  <a:lnTo>
                    <a:pt x="6090" y="139"/>
                  </a:lnTo>
                  <a:lnTo>
                    <a:pt x="3012" y="5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0" name="Forme libre : forme 98">
              <a:extLst>
                <a:ext uri="{FF2B5EF4-FFF2-40B4-BE49-F238E27FC236}">
                  <a16:creationId xmlns:a16="http://schemas.microsoft.com/office/drawing/2014/main" id="{484040D0-E389-B91A-F741-3DB7BA444D6E}"/>
                </a:ext>
              </a:extLst>
            </p:cNvPr>
            <p:cNvSpPr/>
            <p:nvPr/>
          </p:nvSpPr>
          <p:spPr>
            <a:xfrm>
              <a:off x="6596638" y="2090667"/>
              <a:ext cx="104597" cy="54207"/>
            </a:xfrm>
            <a:custGeom>
              <a:avLst/>
              <a:gdLst>
                <a:gd name="csX0" fmla="*/ 95243 w 104597"/>
                <a:gd name="csY0" fmla="*/ 136 h 54207"/>
                <a:gd name="csX1" fmla="*/ 99347 w 104597"/>
                <a:gd name="csY1" fmla="*/ 2804 h 54207"/>
                <a:gd name="csX2" fmla="*/ 86014 w 104597"/>
                <a:gd name="csY2" fmla="*/ 8577 h 54207"/>
                <a:gd name="csX3" fmla="*/ 87041 w 104597"/>
                <a:gd name="csY3" fmla="*/ 11245 h 54207"/>
                <a:gd name="csX4" fmla="*/ 106524 w 104597"/>
                <a:gd name="csY4" fmla="*/ 10356 h 54207"/>
                <a:gd name="csX5" fmla="*/ 107550 w 104597"/>
                <a:gd name="csY5" fmla="*/ 14351 h 54207"/>
                <a:gd name="csX6" fmla="*/ 107550 w 104597"/>
                <a:gd name="csY6" fmla="*/ 20132 h 54207"/>
                <a:gd name="csX7" fmla="*/ 102419 w 104597"/>
                <a:gd name="csY7" fmla="*/ 23682 h 54207"/>
                <a:gd name="csX8" fmla="*/ 86014 w 104597"/>
                <a:gd name="csY8" fmla="*/ 23237 h 54207"/>
                <a:gd name="csX9" fmla="*/ 77812 w 104597"/>
                <a:gd name="csY9" fmla="*/ 25905 h 54207"/>
                <a:gd name="csX10" fmla="*/ 79858 w 104597"/>
                <a:gd name="csY10" fmla="*/ 28573 h 54207"/>
                <a:gd name="csX11" fmla="*/ 86014 w 104597"/>
                <a:gd name="csY11" fmla="*/ 30352 h 54207"/>
                <a:gd name="csX12" fmla="*/ 82936 w 104597"/>
                <a:gd name="csY12" fmla="*/ 33013 h 54207"/>
                <a:gd name="csX13" fmla="*/ 51146 w 104597"/>
                <a:gd name="csY13" fmla="*/ 33902 h 54207"/>
                <a:gd name="csX14" fmla="*/ 54225 w 104597"/>
                <a:gd name="csY14" fmla="*/ 38794 h 54207"/>
                <a:gd name="csX15" fmla="*/ 50120 w 104597"/>
                <a:gd name="csY15" fmla="*/ 45012 h 54207"/>
                <a:gd name="csX16" fmla="*/ 33716 w 104597"/>
                <a:gd name="csY16" fmla="*/ 54343 h 54207"/>
                <a:gd name="csX17" fmla="*/ 24480 w 104597"/>
                <a:gd name="csY17" fmla="*/ 53898 h 54207"/>
                <a:gd name="csX18" fmla="*/ 24480 w 104597"/>
                <a:gd name="csY18" fmla="*/ 50341 h 54207"/>
                <a:gd name="csX19" fmla="*/ 32690 w 104597"/>
                <a:gd name="csY19" fmla="*/ 46791 h 54207"/>
                <a:gd name="csX20" fmla="*/ 28585 w 104597"/>
                <a:gd name="csY20" fmla="*/ 44567 h 54207"/>
                <a:gd name="csX21" fmla="*/ 13207 w 104597"/>
                <a:gd name="csY21" fmla="*/ 43678 h 54207"/>
                <a:gd name="csX22" fmla="*/ 3978 w 104597"/>
                <a:gd name="csY22" fmla="*/ 38349 h 54207"/>
                <a:gd name="csX23" fmla="*/ 9102 w 104597"/>
                <a:gd name="csY23" fmla="*/ 33013 h 54207"/>
                <a:gd name="csX24" fmla="*/ 22435 w 104597"/>
                <a:gd name="csY24" fmla="*/ 29018 h 54207"/>
                <a:gd name="csX25" fmla="*/ 2952 w 104597"/>
                <a:gd name="csY25" fmla="*/ 20132 h 54207"/>
                <a:gd name="csX26" fmla="*/ 3978 w 104597"/>
                <a:gd name="csY26" fmla="*/ 17908 h 54207"/>
                <a:gd name="csX27" fmla="*/ 57303 w 104597"/>
                <a:gd name="csY27" fmla="*/ 16574 h 54207"/>
                <a:gd name="csX28" fmla="*/ 60375 w 104597"/>
                <a:gd name="csY28" fmla="*/ 11245 h 54207"/>
                <a:gd name="csX29" fmla="*/ 69603 w 104597"/>
                <a:gd name="csY29" fmla="*/ 7688 h 54207"/>
                <a:gd name="csX30" fmla="*/ 77812 w 104597"/>
                <a:gd name="csY30" fmla="*/ 7688 h 54207"/>
                <a:gd name="csX31" fmla="*/ 69610 w 104597"/>
                <a:gd name="csY31" fmla="*/ 2359 h 54207"/>
                <a:gd name="csX32" fmla="*/ 73708 w 104597"/>
                <a:gd name="csY32" fmla="*/ 580 h 54207"/>
                <a:gd name="csX33" fmla="*/ 95243 w 104597"/>
                <a:gd name="csY33" fmla="*/ 136 h 54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4597" h="54207">
                  <a:moveTo>
                    <a:pt x="95243" y="136"/>
                  </a:moveTo>
                  <a:lnTo>
                    <a:pt x="99347" y="2804"/>
                  </a:lnTo>
                  <a:lnTo>
                    <a:pt x="86014" y="8577"/>
                  </a:lnTo>
                  <a:lnTo>
                    <a:pt x="87041" y="11245"/>
                  </a:lnTo>
                  <a:lnTo>
                    <a:pt x="106524" y="10356"/>
                  </a:lnTo>
                  <a:lnTo>
                    <a:pt x="107550" y="14351"/>
                  </a:lnTo>
                  <a:lnTo>
                    <a:pt x="107550" y="20132"/>
                  </a:lnTo>
                  <a:lnTo>
                    <a:pt x="102419" y="23682"/>
                  </a:lnTo>
                  <a:lnTo>
                    <a:pt x="86014" y="23237"/>
                  </a:lnTo>
                  <a:lnTo>
                    <a:pt x="77812" y="25905"/>
                  </a:lnTo>
                  <a:lnTo>
                    <a:pt x="79858" y="28573"/>
                  </a:lnTo>
                  <a:lnTo>
                    <a:pt x="86014" y="30352"/>
                  </a:lnTo>
                  <a:lnTo>
                    <a:pt x="82936" y="33013"/>
                  </a:lnTo>
                  <a:lnTo>
                    <a:pt x="51146" y="33902"/>
                  </a:lnTo>
                  <a:lnTo>
                    <a:pt x="54225" y="38794"/>
                  </a:lnTo>
                  <a:lnTo>
                    <a:pt x="50120" y="45012"/>
                  </a:lnTo>
                  <a:lnTo>
                    <a:pt x="33716" y="54343"/>
                  </a:lnTo>
                  <a:lnTo>
                    <a:pt x="24480" y="53898"/>
                  </a:lnTo>
                  <a:lnTo>
                    <a:pt x="24480" y="50341"/>
                  </a:lnTo>
                  <a:lnTo>
                    <a:pt x="32690" y="46791"/>
                  </a:lnTo>
                  <a:lnTo>
                    <a:pt x="28585" y="44567"/>
                  </a:lnTo>
                  <a:lnTo>
                    <a:pt x="13207" y="43678"/>
                  </a:lnTo>
                  <a:lnTo>
                    <a:pt x="3978" y="38349"/>
                  </a:lnTo>
                  <a:lnTo>
                    <a:pt x="9102" y="33013"/>
                  </a:lnTo>
                  <a:lnTo>
                    <a:pt x="22435" y="29018"/>
                  </a:lnTo>
                  <a:lnTo>
                    <a:pt x="2952" y="20132"/>
                  </a:lnTo>
                  <a:lnTo>
                    <a:pt x="3978" y="17908"/>
                  </a:lnTo>
                  <a:lnTo>
                    <a:pt x="57303" y="16574"/>
                  </a:lnTo>
                  <a:lnTo>
                    <a:pt x="60375" y="11245"/>
                  </a:lnTo>
                  <a:lnTo>
                    <a:pt x="69603" y="7688"/>
                  </a:lnTo>
                  <a:lnTo>
                    <a:pt x="77812" y="7688"/>
                  </a:lnTo>
                  <a:lnTo>
                    <a:pt x="69610" y="2359"/>
                  </a:lnTo>
                  <a:lnTo>
                    <a:pt x="73708" y="580"/>
                  </a:lnTo>
                  <a:lnTo>
                    <a:pt x="95243" y="1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1" name="Forme libre : forme 99">
              <a:extLst>
                <a:ext uri="{FF2B5EF4-FFF2-40B4-BE49-F238E27FC236}">
                  <a16:creationId xmlns:a16="http://schemas.microsoft.com/office/drawing/2014/main" id="{0102E79E-483A-990E-C7D6-E462CB09A2BF}"/>
                </a:ext>
              </a:extLst>
            </p:cNvPr>
            <p:cNvSpPr/>
            <p:nvPr/>
          </p:nvSpPr>
          <p:spPr>
            <a:xfrm>
              <a:off x="6545366" y="2092890"/>
              <a:ext cx="100493" cy="26214"/>
            </a:xfrm>
            <a:custGeom>
              <a:avLst/>
              <a:gdLst>
                <a:gd name="csX0" fmla="*/ 103414 w 100493"/>
                <a:gd name="csY0" fmla="*/ 9011 h 26214"/>
                <a:gd name="csX1" fmla="*/ 95212 w 100493"/>
                <a:gd name="csY1" fmla="*/ 2793 h 26214"/>
                <a:gd name="csX2" fmla="*/ 77781 w 100493"/>
                <a:gd name="csY2" fmla="*/ 1014 h 26214"/>
                <a:gd name="csX3" fmla="*/ 50089 w 100493"/>
                <a:gd name="csY3" fmla="*/ 1014 h 26214"/>
                <a:gd name="csX4" fmla="*/ 44965 w 100493"/>
                <a:gd name="csY4" fmla="*/ 125 h 26214"/>
                <a:gd name="csX5" fmla="*/ 35737 w 100493"/>
                <a:gd name="csY5" fmla="*/ 4120 h 26214"/>
                <a:gd name="csX6" fmla="*/ 9071 w 100493"/>
                <a:gd name="csY6" fmla="*/ 9011 h 26214"/>
                <a:gd name="csX7" fmla="*/ 2921 w 100493"/>
                <a:gd name="csY7" fmla="*/ 12124 h 26214"/>
                <a:gd name="csX8" fmla="*/ 2921 w 100493"/>
                <a:gd name="csY8" fmla="*/ 15230 h 26214"/>
                <a:gd name="csX9" fmla="*/ 4973 w 100493"/>
                <a:gd name="csY9" fmla="*/ 17898 h 26214"/>
                <a:gd name="csX10" fmla="*/ 4967 w 100493"/>
                <a:gd name="csY10" fmla="*/ 20566 h 26214"/>
                <a:gd name="csX11" fmla="*/ 16247 w 100493"/>
                <a:gd name="csY11" fmla="*/ 21448 h 26214"/>
                <a:gd name="csX12" fmla="*/ 26502 w 100493"/>
                <a:gd name="csY12" fmla="*/ 25006 h 26214"/>
                <a:gd name="csX13" fmla="*/ 28554 w 100493"/>
                <a:gd name="csY13" fmla="*/ 23672 h 26214"/>
                <a:gd name="csX14" fmla="*/ 40861 w 100493"/>
                <a:gd name="csY14" fmla="*/ 26339 h 26214"/>
                <a:gd name="csX15" fmla="*/ 49063 w 100493"/>
                <a:gd name="csY15" fmla="*/ 23227 h 26214"/>
                <a:gd name="csX16" fmla="*/ 44965 w 100493"/>
                <a:gd name="csY16" fmla="*/ 18342 h 26214"/>
                <a:gd name="csX17" fmla="*/ 35737 w 100493"/>
                <a:gd name="csY17" fmla="*/ 18787 h 26214"/>
                <a:gd name="csX18" fmla="*/ 36763 w 100493"/>
                <a:gd name="csY18" fmla="*/ 13896 h 26214"/>
                <a:gd name="csX19" fmla="*/ 58298 w 100493"/>
                <a:gd name="csY19" fmla="*/ 4572 h 26214"/>
                <a:gd name="csX20" fmla="*/ 78801 w 100493"/>
                <a:gd name="csY20" fmla="*/ 5016 h 26214"/>
                <a:gd name="csX21" fmla="*/ 80853 w 100493"/>
                <a:gd name="csY21" fmla="*/ 9456 h 26214"/>
                <a:gd name="csX22" fmla="*/ 90081 w 100493"/>
                <a:gd name="csY22" fmla="*/ 10790 h 26214"/>
                <a:gd name="csX23" fmla="*/ 103414 w 100493"/>
                <a:gd name="csY23" fmla="*/ 9011 h 26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0493" h="26214">
                  <a:moveTo>
                    <a:pt x="103414" y="9011"/>
                  </a:moveTo>
                  <a:lnTo>
                    <a:pt x="95212" y="2793"/>
                  </a:lnTo>
                  <a:lnTo>
                    <a:pt x="77781" y="1014"/>
                  </a:lnTo>
                  <a:lnTo>
                    <a:pt x="50089" y="1014"/>
                  </a:lnTo>
                  <a:lnTo>
                    <a:pt x="44965" y="125"/>
                  </a:lnTo>
                  <a:lnTo>
                    <a:pt x="35737" y="4120"/>
                  </a:lnTo>
                  <a:lnTo>
                    <a:pt x="9071" y="9011"/>
                  </a:lnTo>
                  <a:lnTo>
                    <a:pt x="2921" y="12124"/>
                  </a:lnTo>
                  <a:lnTo>
                    <a:pt x="2921" y="15230"/>
                  </a:lnTo>
                  <a:lnTo>
                    <a:pt x="4973" y="17898"/>
                  </a:lnTo>
                  <a:lnTo>
                    <a:pt x="4967" y="20566"/>
                  </a:lnTo>
                  <a:lnTo>
                    <a:pt x="16247" y="21448"/>
                  </a:lnTo>
                  <a:lnTo>
                    <a:pt x="26502" y="25006"/>
                  </a:lnTo>
                  <a:lnTo>
                    <a:pt x="28554" y="23672"/>
                  </a:lnTo>
                  <a:lnTo>
                    <a:pt x="40861" y="26339"/>
                  </a:lnTo>
                  <a:lnTo>
                    <a:pt x="49063" y="23227"/>
                  </a:lnTo>
                  <a:lnTo>
                    <a:pt x="44965" y="18342"/>
                  </a:lnTo>
                  <a:lnTo>
                    <a:pt x="35737" y="18787"/>
                  </a:lnTo>
                  <a:lnTo>
                    <a:pt x="36763" y="13896"/>
                  </a:lnTo>
                  <a:lnTo>
                    <a:pt x="58298" y="4572"/>
                  </a:lnTo>
                  <a:lnTo>
                    <a:pt x="78801" y="5016"/>
                  </a:lnTo>
                  <a:lnTo>
                    <a:pt x="80853" y="9456"/>
                  </a:lnTo>
                  <a:lnTo>
                    <a:pt x="90081" y="10790"/>
                  </a:lnTo>
                  <a:lnTo>
                    <a:pt x="103414" y="9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2" name="Forme libre : forme 100">
              <a:extLst>
                <a:ext uri="{FF2B5EF4-FFF2-40B4-BE49-F238E27FC236}">
                  <a16:creationId xmlns:a16="http://schemas.microsoft.com/office/drawing/2014/main" id="{AF0F1BC4-95C5-9B5F-BB37-CCF3F361714B}"/>
                </a:ext>
              </a:extLst>
            </p:cNvPr>
            <p:cNvSpPr/>
            <p:nvPr/>
          </p:nvSpPr>
          <p:spPr>
            <a:xfrm>
              <a:off x="6664316" y="2131541"/>
              <a:ext cx="16404" cy="9331"/>
            </a:xfrm>
            <a:custGeom>
              <a:avLst/>
              <a:gdLst>
                <a:gd name="csX0" fmla="*/ 2959 w 16404"/>
                <a:gd name="csY0" fmla="*/ 2367 h 9331"/>
                <a:gd name="csX1" fmla="*/ 2959 w 16404"/>
                <a:gd name="csY1" fmla="*/ 7696 h 9331"/>
                <a:gd name="csX2" fmla="*/ 5012 w 16404"/>
                <a:gd name="csY2" fmla="*/ 9474 h 9331"/>
                <a:gd name="csX3" fmla="*/ 19364 w 16404"/>
                <a:gd name="csY3" fmla="*/ 8585 h 9331"/>
                <a:gd name="csX4" fmla="*/ 13214 w 16404"/>
                <a:gd name="csY4" fmla="*/ 143 h 9331"/>
                <a:gd name="csX5" fmla="*/ 2959 w 16404"/>
                <a:gd name="csY5" fmla="*/ 2367 h 9331"/>
              </a:gdLst>
              <a:ahLst/>
              <a:cxnLst>
                <a:cxn ang="0">
                  <a:pos x="csX0" y="csY0"/>
                </a:cxn>
                <a:cxn ang="0">
                  <a:pos x="csX1" y="csY1"/>
                </a:cxn>
                <a:cxn ang="0">
                  <a:pos x="csX2" y="csY2"/>
                </a:cxn>
                <a:cxn ang="0">
                  <a:pos x="csX3" y="csY3"/>
                </a:cxn>
                <a:cxn ang="0">
                  <a:pos x="csX4" y="csY4"/>
                </a:cxn>
                <a:cxn ang="0">
                  <a:pos x="csX5" y="csY5"/>
                </a:cxn>
              </a:cxnLst>
              <a:rect l="l" t="t" r="r" b="b"/>
              <a:pathLst>
                <a:path w="16404" h="9331">
                  <a:moveTo>
                    <a:pt x="2959" y="2367"/>
                  </a:moveTo>
                  <a:lnTo>
                    <a:pt x="2959" y="7696"/>
                  </a:lnTo>
                  <a:lnTo>
                    <a:pt x="5012" y="9474"/>
                  </a:lnTo>
                  <a:lnTo>
                    <a:pt x="19364" y="8585"/>
                  </a:lnTo>
                  <a:lnTo>
                    <a:pt x="13214" y="143"/>
                  </a:lnTo>
                  <a:lnTo>
                    <a:pt x="2959" y="23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3" name="Forme libre : forme 101">
              <a:extLst>
                <a:ext uri="{FF2B5EF4-FFF2-40B4-BE49-F238E27FC236}">
                  <a16:creationId xmlns:a16="http://schemas.microsoft.com/office/drawing/2014/main" id="{4D91F73D-85F8-3673-C24D-3F01CDF836D6}"/>
                </a:ext>
              </a:extLst>
            </p:cNvPr>
            <p:cNvSpPr/>
            <p:nvPr/>
          </p:nvSpPr>
          <p:spPr>
            <a:xfrm>
              <a:off x="6673544" y="2139983"/>
              <a:ext cx="25639" cy="9331"/>
            </a:xfrm>
            <a:custGeom>
              <a:avLst/>
              <a:gdLst>
                <a:gd name="csX0" fmla="*/ 2967 w 25639"/>
                <a:gd name="csY0" fmla="*/ 4595 h 9331"/>
                <a:gd name="csX1" fmla="*/ 18346 w 25639"/>
                <a:gd name="csY1" fmla="*/ 8145 h 9331"/>
                <a:gd name="csX2" fmla="*/ 28607 w 25639"/>
                <a:gd name="csY2" fmla="*/ 9479 h 9331"/>
                <a:gd name="csX3" fmla="*/ 27581 w 25639"/>
                <a:gd name="csY3" fmla="*/ 1927 h 9331"/>
                <a:gd name="csX4" fmla="*/ 22450 w 25639"/>
                <a:gd name="csY4" fmla="*/ 148 h 9331"/>
                <a:gd name="csX5" fmla="*/ 17326 w 25639"/>
                <a:gd name="csY5" fmla="*/ 2816 h 9331"/>
                <a:gd name="csX6" fmla="*/ 2967 w 25639"/>
                <a:gd name="csY6" fmla="*/ 4595 h 93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9331">
                  <a:moveTo>
                    <a:pt x="2967" y="4595"/>
                  </a:moveTo>
                  <a:cubicBezTo>
                    <a:pt x="10143" y="6818"/>
                    <a:pt x="18346" y="8145"/>
                    <a:pt x="18346" y="8145"/>
                  </a:cubicBezTo>
                  <a:lnTo>
                    <a:pt x="28607" y="9479"/>
                  </a:lnTo>
                  <a:lnTo>
                    <a:pt x="27581" y="1927"/>
                  </a:lnTo>
                  <a:lnTo>
                    <a:pt x="22450" y="148"/>
                  </a:lnTo>
                  <a:lnTo>
                    <a:pt x="17326" y="2816"/>
                  </a:lnTo>
                  <a:lnTo>
                    <a:pt x="2967" y="4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4" name="Forme libre : forme 102">
              <a:extLst>
                <a:ext uri="{FF2B5EF4-FFF2-40B4-BE49-F238E27FC236}">
                  <a16:creationId xmlns:a16="http://schemas.microsoft.com/office/drawing/2014/main" id="{56E07467-1F40-55FE-5CA0-0681E8D42B87}"/>
                </a:ext>
              </a:extLst>
            </p:cNvPr>
            <p:cNvSpPr/>
            <p:nvPr/>
          </p:nvSpPr>
          <p:spPr>
            <a:xfrm rot="-3143041" flipV="1">
              <a:off x="6649698" y="2138576"/>
              <a:ext cx="12826" cy="10829"/>
            </a:xfrm>
            <a:custGeom>
              <a:avLst/>
              <a:gdLst>
                <a:gd name="csX0" fmla="*/ 2950 w 12826"/>
                <a:gd name="csY0" fmla="*/ 10976 h 10829"/>
                <a:gd name="csX1" fmla="*/ 7991 w 12826"/>
                <a:gd name="csY1" fmla="*/ 10976 h 10829"/>
                <a:gd name="csX2" fmla="*/ 12889 w 12826"/>
                <a:gd name="csY2" fmla="*/ 8267 h 10829"/>
                <a:gd name="csX3" fmla="*/ 15776 w 12826"/>
                <a:gd name="csY3" fmla="*/ 147 h 10829"/>
                <a:gd name="csX4" fmla="*/ 2950 w 12826"/>
                <a:gd name="csY4" fmla="*/ 10976 h 10829"/>
              </a:gdLst>
              <a:ahLst/>
              <a:cxnLst>
                <a:cxn ang="0">
                  <a:pos x="csX0" y="csY0"/>
                </a:cxn>
                <a:cxn ang="0">
                  <a:pos x="csX1" y="csY1"/>
                </a:cxn>
                <a:cxn ang="0">
                  <a:pos x="csX2" y="csY2"/>
                </a:cxn>
                <a:cxn ang="0">
                  <a:pos x="csX3" y="csY3"/>
                </a:cxn>
                <a:cxn ang="0">
                  <a:pos x="csX4" y="csY4"/>
                </a:cxn>
              </a:cxnLst>
              <a:rect l="l" t="t" r="r" b="b"/>
              <a:pathLst>
                <a:path w="12826" h="10829">
                  <a:moveTo>
                    <a:pt x="2950" y="10976"/>
                  </a:moveTo>
                  <a:lnTo>
                    <a:pt x="7991" y="10976"/>
                  </a:lnTo>
                  <a:lnTo>
                    <a:pt x="12889" y="8267"/>
                  </a:lnTo>
                  <a:lnTo>
                    <a:pt x="15776" y="147"/>
                  </a:lnTo>
                  <a:lnTo>
                    <a:pt x="2950" y="109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5" name="Forme libre : forme 103">
              <a:extLst>
                <a:ext uri="{FF2B5EF4-FFF2-40B4-BE49-F238E27FC236}">
                  <a16:creationId xmlns:a16="http://schemas.microsoft.com/office/drawing/2014/main" id="{10E7421E-C704-0BBF-329D-F4DD0A0D0062}"/>
                </a:ext>
              </a:extLst>
            </p:cNvPr>
            <p:cNvSpPr/>
            <p:nvPr/>
          </p:nvSpPr>
          <p:spPr>
            <a:xfrm>
              <a:off x="6687903" y="2080453"/>
              <a:ext cx="10261" cy="4884"/>
            </a:xfrm>
            <a:custGeom>
              <a:avLst/>
              <a:gdLst>
                <a:gd name="csX0" fmla="*/ 8104 w 10261"/>
                <a:gd name="csY0" fmla="*/ 4994 h 4884"/>
                <a:gd name="csX1" fmla="*/ 2973 w 10261"/>
                <a:gd name="csY1" fmla="*/ 3216 h 4884"/>
                <a:gd name="csX2" fmla="*/ 3999 w 10261"/>
                <a:gd name="csY2" fmla="*/ 548 h 4884"/>
                <a:gd name="csX3" fmla="*/ 10156 w 10261"/>
                <a:gd name="csY3" fmla="*/ 110 h 4884"/>
                <a:gd name="csX4" fmla="*/ 13234 w 10261"/>
                <a:gd name="csY4" fmla="*/ 2771 h 4884"/>
                <a:gd name="csX5" fmla="*/ 8104 w 10261"/>
                <a:gd name="csY5" fmla="*/ 4994 h 4884"/>
              </a:gdLst>
              <a:ahLst/>
              <a:cxnLst>
                <a:cxn ang="0">
                  <a:pos x="csX0" y="csY0"/>
                </a:cxn>
                <a:cxn ang="0">
                  <a:pos x="csX1" y="csY1"/>
                </a:cxn>
                <a:cxn ang="0">
                  <a:pos x="csX2" y="csY2"/>
                </a:cxn>
                <a:cxn ang="0">
                  <a:pos x="csX3" y="csY3"/>
                </a:cxn>
                <a:cxn ang="0">
                  <a:pos x="csX4" y="csY4"/>
                </a:cxn>
                <a:cxn ang="0">
                  <a:pos x="csX5" y="csY5"/>
                </a:cxn>
              </a:cxnLst>
              <a:rect l="l" t="t" r="r" b="b"/>
              <a:pathLst>
                <a:path w="10261" h="4884">
                  <a:moveTo>
                    <a:pt x="8104" y="4994"/>
                  </a:moveTo>
                  <a:lnTo>
                    <a:pt x="2973" y="3216"/>
                  </a:lnTo>
                  <a:lnTo>
                    <a:pt x="3999" y="548"/>
                  </a:lnTo>
                  <a:lnTo>
                    <a:pt x="10156" y="110"/>
                  </a:lnTo>
                  <a:lnTo>
                    <a:pt x="13234" y="2771"/>
                  </a:lnTo>
                  <a:lnTo>
                    <a:pt x="8104" y="49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6" name="Forme libre : forme 104">
              <a:extLst>
                <a:ext uri="{FF2B5EF4-FFF2-40B4-BE49-F238E27FC236}">
                  <a16:creationId xmlns:a16="http://schemas.microsoft.com/office/drawing/2014/main" id="{EA5C9A82-4B4F-DF08-D32D-2CB9EC145511}"/>
                </a:ext>
              </a:extLst>
            </p:cNvPr>
            <p:cNvSpPr/>
            <p:nvPr/>
          </p:nvSpPr>
          <p:spPr>
            <a:xfrm>
              <a:off x="6378215" y="2133320"/>
              <a:ext cx="11280" cy="4001"/>
            </a:xfrm>
            <a:custGeom>
              <a:avLst/>
              <a:gdLst>
                <a:gd name="csX0" fmla="*/ 2784 w 11280"/>
                <a:gd name="csY0" fmla="*/ 1476 h 4001"/>
                <a:gd name="csX1" fmla="*/ 8934 w 11280"/>
                <a:gd name="csY1" fmla="*/ 142 h 4001"/>
                <a:gd name="csX2" fmla="*/ 14065 w 11280"/>
                <a:gd name="csY2" fmla="*/ 2366 h 4001"/>
                <a:gd name="csX3" fmla="*/ 10986 w 11280"/>
                <a:gd name="csY3" fmla="*/ 4144 h 4001"/>
                <a:gd name="csX4" fmla="*/ 2784 w 11280"/>
                <a:gd name="csY4" fmla="*/ 3700 h 4001"/>
                <a:gd name="csX5" fmla="*/ 2784 w 11280"/>
                <a:gd name="csY5" fmla="*/ 1476 h 4001"/>
              </a:gdLst>
              <a:ahLst/>
              <a:cxnLst>
                <a:cxn ang="0">
                  <a:pos x="csX0" y="csY0"/>
                </a:cxn>
                <a:cxn ang="0">
                  <a:pos x="csX1" y="csY1"/>
                </a:cxn>
                <a:cxn ang="0">
                  <a:pos x="csX2" y="csY2"/>
                </a:cxn>
                <a:cxn ang="0">
                  <a:pos x="csX3" y="csY3"/>
                </a:cxn>
                <a:cxn ang="0">
                  <a:pos x="csX4" y="csY4"/>
                </a:cxn>
                <a:cxn ang="0">
                  <a:pos x="csX5" y="csY5"/>
                </a:cxn>
              </a:cxnLst>
              <a:rect l="l" t="t" r="r" b="b"/>
              <a:pathLst>
                <a:path w="11280" h="4001">
                  <a:moveTo>
                    <a:pt x="2784" y="1476"/>
                  </a:moveTo>
                  <a:lnTo>
                    <a:pt x="8934" y="142"/>
                  </a:lnTo>
                  <a:lnTo>
                    <a:pt x="14065" y="2366"/>
                  </a:lnTo>
                  <a:lnTo>
                    <a:pt x="10986" y="4144"/>
                  </a:lnTo>
                  <a:lnTo>
                    <a:pt x="2784" y="3700"/>
                  </a:lnTo>
                  <a:lnTo>
                    <a:pt x="2784" y="14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7" name="Forme libre : forme 105">
              <a:extLst>
                <a:ext uri="{FF2B5EF4-FFF2-40B4-BE49-F238E27FC236}">
                  <a16:creationId xmlns:a16="http://schemas.microsoft.com/office/drawing/2014/main" id="{68A1CB10-D6FF-BF58-FD49-4D4FAA98B7EF}"/>
                </a:ext>
              </a:extLst>
            </p:cNvPr>
            <p:cNvSpPr/>
            <p:nvPr/>
          </p:nvSpPr>
          <p:spPr>
            <a:xfrm>
              <a:off x="6267460" y="2130207"/>
              <a:ext cx="48194" cy="12443"/>
            </a:xfrm>
            <a:custGeom>
              <a:avLst/>
              <a:gdLst>
                <a:gd name="csX0" fmla="*/ 2725 w 48194"/>
                <a:gd name="csY0" fmla="*/ 9474 h 12443"/>
                <a:gd name="csX1" fmla="*/ 12980 w 48194"/>
                <a:gd name="csY1" fmla="*/ 6806 h 12443"/>
                <a:gd name="csX2" fmla="*/ 31436 w 48194"/>
                <a:gd name="csY2" fmla="*/ 3700 h 12443"/>
                <a:gd name="csX3" fmla="*/ 37586 w 48194"/>
                <a:gd name="csY3" fmla="*/ 1477 h 12443"/>
                <a:gd name="csX4" fmla="*/ 47848 w 48194"/>
                <a:gd name="csY4" fmla="*/ 143 h 12443"/>
                <a:gd name="csX5" fmla="*/ 50919 w 48194"/>
                <a:gd name="csY5" fmla="*/ 2811 h 12443"/>
                <a:gd name="csX6" fmla="*/ 40665 w 48194"/>
                <a:gd name="csY6" fmla="*/ 3700 h 12443"/>
                <a:gd name="csX7" fmla="*/ 9901 w 48194"/>
                <a:gd name="csY7" fmla="*/ 12586 h 12443"/>
                <a:gd name="csX8" fmla="*/ 2725 w 48194"/>
                <a:gd name="csY8" fmla="*/ 9474 h 1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8194" h="12443">
                  <a:moveTo>
                    <a:pt x="2725" y="9474"/>
                  </a:moveTo>
                  <a:lnTo>
                    <a:pt x="12980" y="6806"/>
                  </a:lnTo>
                  <a:lnTo>
                    <a:pt x="31436" y="3700"/>
                  </a:lnTo>
                  <a:lnTo>
                    <a:pt x="37586" y="1477"/>
                  </a:lnTo>
                  <a:lnTo>
                    <a:pt x="47848" y="143"/>
                  </a:lnTo>
                  <a:lnTo>
                    <a:pt x="50919" y="2811"/>
                  </a:lnTo>
                  <a:lnTo>
                    <a:pt x="40665" y="3700"/>
                  </a:lnTo>
                  <a:lnTo>
                    <a:pt x="9901" y="12586"/>
                  </a:lnTo>
                  <a:lnTo>
                    <a:pt x="2725" y="9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8" name="Forme libre : forme 106">
              <a:extLst>
                <a:ext uri="{FF2B5EF4-FFF2-40B4-BE49-F238E27FC236}">
                  <a16:creationId xmlns:a16="http://schemas.microsoft.com/office/drawing/2014/main" id="{B80984C9-23E4-4517-490C-FCBF995618A5}"/>
                </a:ext>
              </a:extLst>
            </p:cNvPr>
            <p:cNvSpPr/>
            <p:nvPr/>
          </p:nvSpPr>
          <p:spPr>
            <a:xfrm>
              <a:off x="6196705" y="2198185"/>
              <a:ext cx="34861" cy="4001"/>
            </a:xfrm>
            <a:custGeom>
              <a:avLst/>
              <a:gdLst>
                <a:gd name="csX0" fmla="*/ 2679 w 34861"/>
                <a:gd name="csY0" fmla="*/ 3739 h 4001"/>
                <a:gd name="csX1" fmla="*/ 10881 w 34861"/>
                <a:gd name="csY1" fmla="*/ 626 h 4001"/>
                <a:gd name="csX2" fmla="*/ 22162 w 34861"/>
                <a:gd name="csY2" fmla="*/ 182 h 4001"/>
                <a:gd name="csX3" fmla="*/ 36521 w 34861"/>
                <a:gd name="csY3" fmla="*/ 1071 h 4001"/>
                <a:gd name="csX4" fmla="*/ 37540 w 34861"/>
                <a:gd name="csY4" fmla="*/ 3739 h 4001"/>
                <a:gd name="csX5" fmla="*/ 24214 w 34861"/>
                <a:gd name="csY5" fmla="*/ 4184 h 4001"/>
                <a:gd name="csX6" fmla="*/ 16012 w 34861"/>
                <a:gd name="csY6" fmla="*/ 2405 h 4001"/>
                <a:gd name="csX7" fmla="*/ 10881 w 34861"/>
                <a:gd name="csY7" fmla="*/ 3739 h 4001"/>
                <a:gd name="csX8" fmla="*/ 2679 w 34861"/>
                <a:gd name="csY8" fmla="*/ 3739 h 4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861" h="4001">
                  <a:moveTo>
                    <a:pt x="2679" y="3739"/>
                  </a:moveTo>
                  <a:lnTo>
                    <a:pt x="10881" y="626"/>
                  </a:lnTo>
                  <a:lnTo>
                    <a:pt x="22162" y="182"/>
                  </a:lnTo>
                  <a:lnTo>
                    <a:pt x="36521" y="1071"/>
                  </a:lnTo>
                  <a:lnTo>
                    <a:pt x="37540" y="3739"/>
                  </a:lnTo>
                  <a:lnTo>
                    <a:pt x="24214" y="4184"/>
                  </a:lnTo>
                  <a:lnTo>
                    <a:pt x="16012" y="2405"/>
                  </a:lnTo>
                  <a:lnTo>
                    <a:pt x="10881" y="3739"/>
                  </a:lnTo>
                  <a:lnTo>
                    <a:pt x="2679" y="37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29" name="Forme libre : forme 107">
              <a:extLst>
                <a:ext uri="{FF2B5EF4-FFF2-40B4-BE49-F238E27FC236}">
                  <a16:creationId xmlns:a16="http://schemas.microsoft.com/office/drawing/2014/main" id="{10D00A50-A203-3BDD-9073-17B6BF83C69D}"/>
                </a:ext>
              </a:extLst>
            </p:cNvPr>
            <p:cNvSpPr/>
            <p:nvPr/>
          </p:nvSpPr>
          <p:spPr>
            <a:xfrm>
              <a:off x="6162863" y="2204411"/>
              <a:ext cx="13326" cy="7997"/>
            </a:xfrm>
            <a:custGeom>
              <a:avLst/>
              <a:gdLst>
                <a:gd name="csX0" fmla="*/ 8804 w 13326"/>
                <a:gd name="csY0" fmla="*/ 187 h 7997"/>
                <a:gd name="csX1" fmla="*/ 15980 w 13326"/>
                <a:gd name="csY1" fmla="*/ 5517 h 7997"/>
                <a:gd name="csX2" fmla="*/ 14954 w 13326"/>
                <a:gd name="csY2" fmla="*/ 8184 h 7997"/>
                <a:gd name="csX3" fmla="*/ 7778 w 13326"/>
                <a:gd name="csY3" fmla="*/ 7740 h 7997"/>
                <a:gd name="csX4" fmla="*/ 2654 w 13326"/>
                <a:gd name="csY4" fmla="*/ 632 h 7997"/>
                <a:gd name="csX5" fmla="*/ 8804 w 13326"/>
                <a:gd name="csY5" fmla="*/ 187 h 7997"/>
              </a:gdLst>
              <a:ahLst/>
              <a:cxnLst>
                <a:cxn ang="0">
                  <a:pos x="csX0" y="csY0"/>
                </a:cxn>
                <a:cxn ang="0">
                  <a:pos x="csX1" y="csY1"/>
                </a:cxn>
                <a:cxn ang="0">
                  <a:pos x="csX2" y="csY2"/>
                </a:cxn>
                <a:cxn ang="0">
                  <a:pos x="csX3" y="csY3"/>
                </a:cxn>
                <a:cxn ang="0">
                  <a:pos x="csX4" y="csY4"/>
                </a:cxn>
                <a:cxn ang="0">
                  <a:pos x="csX5" y="csY5"/>
                </a:cxn>
              </a:cxnLst>
              <a:rect l="l" t="t" r="r" b="b"/>
              <a:pathLst>
                <a:path w="13326" h="7997">
                  <a:moveTo>
                    <a:pt x="8804" y="187"/>
                  </a:moveTo>
                  <a:lnTo>
                    <a:pt x="15980" y="5517"/>
                  </a:lnTo>
                  <a:lnTo>
                    <a:pt x="14954" y="8184"/>
                  </a:lnTo>
                  <a:lnTo>
                    <a:pt x="7778" y="7740"/>
                  </a:lnTo>
                  <a:lnTo>
                    <a:pt x="2654" y="632"/>
                  </a:lnTo>
                  <a:lnTo>
                    <a:pt x="8804" y="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0" name="Forme libre : forme 108">
              <a:extLst>
                <a:ext uri="{FF2B5EF4-FFF2-40B4-BE49-F238E27FC236}">
                  <a16:creationId xmlns:a16="http://schemas.microsoft.com/office/drawing/2014/main" id="{95B349A3-C9B0-FD7E-CE2D-E93A86CA24A9}"/>
                </a:ext>
              </a:extLst>
            </p:cNvPr>
            <p:cNvSpPr/>
            <p:nvPr/>
          </p:nvSpPr>
          <p:spPr>
            <a:xfrm>
              <a:off x="5983405" y="2118653"/>
              <a:ext cx="205097" cy="59981"/>
            </a:xfrm>
            <a:custGeom>
              <a:avLst/>
              <a:gdLst>
                <a:gd name="csX0" fmla="*/ 49770 w 205097"/>
                <a:gd name="csY0" fmla="*/ 9040 h 59981"/>
                <a:gd name="csX1" fmla="*/ 46692 w 205097"/>
                <a:gd name="csY1" fmla="*/ 2822 h 59981"/>
                <a:gd name="csX2" fmla="*/ 53875 w 205097"/>
                <a:gd name="csY2" fmla="*/ 1488 h 59981"/>
                <a:gd name="csX3" fmla="*/ 62077 w 205097"/>
                <a:gd name="csY3" fmla="*/ 4593 h 59981"/>
                <a:gd name="csX4" fmla="*/ 62077 w 205097"/>
                <a:gd name="csY4" fmla="*/ 9929 h 59981"/>
                <a:gd name="csX5" fmla="*/ 85664 w 205097"/>
                <a:gd name="csY5" fmla="*/ 11263 h 59981"/>
                <a:gd name="csX6" fmla="*/ 87710 w 205097"/>
                <a:gd name="csY6" fmla="*/ 13480 h 59981"/>
                <a:gd name="csX7" fmla="*/ 84638 w 205097"/>
                <a:gd name="csY7" fmla="*/ 17926 h 59981"/>
                <a:gd name="csX8" fmla="*/ 90788 w 205097"/>
                <a:gd name="csY8" fmla="*/ 25479 h 59981"/>
                <a:gd name="csX9" fmla="*/ 96938 w 205097"/>
                <a:gd name="csY9" fmla="*/ 26368 h 59981"/>
                <a:gd name="csX10" fmla="*/ 102069 w 205097"/>
                <a:gd name="csY10" fmla="*/ 21039 h 59981"/>
                <a:gd name="csX11" fmla="*/ 101043 w 205097"/>
                <a:gd name="csY11" fmla="*/ 13486 h 59981"/>
                <a:gd name="csX12" fmla="*/ 97964 w 205097"/>
                <a:gd name="csY12" fmla="*/ 5038 h 59981"/>
                <a:gd name="csX13" fmla="*/ 111297 w 205097"/>
                <a:gd name="csY13" fmla="*/ 154 h 59981"/>
                <a:gd name="csX14" fmla="*/ 116428 w 205097"/>
                <a:gd name="csY14" fmla="*/ 2822 h 59981"/>
                <a:gd name="csX15" fmla="*/ 116428 w 205097"/>
                <a:gd name="csY15" fmla="*/ 8595 h 59981"/>
                <a:gd name="csX16" fmla="*/ 110271 w 205097"/>
                <a:gd name="csY16" fmla="*/ 10819 h 59981"/>
                <a:gd name="csX17" fmla="*/ 115402 w 205097"/>
                <a:gd name="csY17" fmla="*/ 13042 h 59981"/>
                <a:gd name="csX18" fmla="*/ 117454 w 205097"/>
                <a:gd name="csY18" fmla="*/ 17037 h 59981"/>
                <a:gd name="csX19" fmla="*/ 128728 w 205097"/>
                <a:gd name="csY19" fmla="*/ 17926 h 59981"/>
                <a:gd name="csX20" fmla="*/ 136937 w 205097"/>
                <a:gd name="csY20" fmla="*/ 15258 h 59981"/>
                <a:gd name="csX21" fmla="*/ 138989 w 205097"/>
                <a:gd name="csY21" fmla="*/ 9040 h 59981"/>
                <a:gd name="csX22" fmla="*/ 163596 w 205097"/>
                <a:gd name="csY22" fmla="*/ 9485 h 59981"/>
                <a:gd name="csX23" fmla="*/ 175903 w 205097"/>
                <a:gd name="csY23" fmla="*/ 13931 h 59981"/>
                <a:gd name="csX24" fmla="*/ 193340 w 205097"/>
                <a:gd name="csY24" fmla="*/ 16148 h 59981"/>
                <a:gd name="csX25" fmla="*/ 207693 w 205097"/>
                <a:gd name="csY25" fmla="*/ 17926 h 59981"/>
                <a:gd name="csX26" fmla="*/ 198464 w 205097"/>
                <a:gd name="csY26" fmla="*/ 21928 h 59981"/>
                <a:gd name="csX27" fmla="*/ 197438 w 205097"/>
                <a:gd name="csY27" fmla="*/ 34810 h 59981"/>
                <a:gd name="csX28" fmla="*/ 190255 w 205097"/>
                <a:gd name="csY28" fmla="*/ 38367 h 59981"/>
                <a:gd name="csX29" fmla="*/ 189236 w 205097"/>
                <a:gd name="csY29" fmla="*/ 41473 h 59981"/>
                <a:gd name="csX30" fmla="*/ 175903 w 205097"/>
                <a:gd name="csY30" fmla="*/ 46809 h 59981"/>
                <a:gd name="csX31" fmla="*/ 172825 w 205097"/>
                <a:gd name="csY31" fmla="*/ 53027 h 59981"/>
                <a:gd name="csX32" fmla="*/ 156420 w 205097"/>
                <a:gd name="csY32" fmla="*/ 60135 h 59981"/>
                <a:gd name="csX33" fmla="*/ 136937 w 205097"/>
                <a:gd name="csY33" fmla="*/ 58363 h 59981"/>
                <a:gd name="csX34" fmla="*/ 120526 w 205097"/>
                <a:gd name="csY34" fmla="*/ 58356 h 59981"/>
                <a:gd name="csX35" fmla="*/ 93867 w 205097"/>
                <a:gd name="csY35" fmla="*/ 57467 h 59981"/>
                <a:gd name="csX36" fmla="*/ 64129 w 205097"/>
                <a:gd name="csY36" fmla="*/ 57911 h 59981"/>
                <a:gd name="csX37" fmla="*/ 54901 w 205097"/>
                <a:gd name="csY37" fmla="*/ 53027 h 59981"/>
                <a:gd name="csX38" fmla="*/ 48744 w 205097"/>
                <a:gd name="csY38" fmla="*/ 52138 h 59981"/>
                <a:gd name="csX39" fmla="*/ 36437 w 205097"/>
                <a:gd name="csY39" fmla="*/ 47253 h 59981"/>
                <a:gd name="csX40" fmla="*/ 39516 w 205097"/>
                <a:gd name="csY40" fmla="*/ 45475 h 59981"/>
                <a:gd name="csX41" fmla="*/ 58999 w 205097"/>
                <a:gd name="csY41" fmla="*/ 46364 h 59981"/>
                <a:gd name="csX42" fmla="*/ 61051 w 205097"/>
                <a:gd name="csY42" fmla="*/ 47698 h 59981"/>
                <a:gd name="csX43" fmla="*/ 69253 w 205097"/>
                <a:gd name="csY43" fmla="*/ 46364 h 59981"/>
                <a:gd name="csX44" fmla="*/ 65149 w 205097"/>
                <a:gd name="csY44" fmla="*/ 43251 h 59981"/>
                <a:gd name="csX45" fmla="*/ 72332 w 205097"/>
                <a:gd name="csY45" fmla="*/ 40583 h 59981"/>
                <a:gd name="csX46" fmla="*/ 82586 w 205097"/>
                <a:gd name="csY46" fmla="*/ 41028 h 59981"/>
                <a:gd name="csX47" fmla="*/ 88736 w 205097"/>
                <a:gd name="csY47" fmla="*/ 37922 h 59981"/>
                <a:gd name="csX48" fmla="*/ 78481 w 205097"/>
                <a:gd name="csY48" fmla="*/ 34365 h 59981"/>
                <a:gd name="csX49" fmla="*/ 51822 w 205097"/>
                <a:gd name="csY49" fmla="*/ 34810 h 59981"/>
                <a:gd name="csX50" fmla="*/ 30287 w 205097"/>
                <a:gd name="csY50" fmla="*/ 38367 h 59981"/>
                <a:gd name="csX51" fmla="*/ 16954 w 205097"/>
                <a:gd name="csY51" fmla="*/ 37033 h 59981"/>
                <a:gd name="csX52" fmla="*/ 7726 w 205097"/>
                <a:gd name="csY52" fmla="*/ 31252 h 59981"/>
                <a:gd name="csX53" fmla="*/ 28235 w 205097"/>
                <a:gd name="csY53" fmla="*/ 22811 h 59981"/>
                <a:gd name="csX54" fmla="*/ 23111 w 205097"/>
                <a:gd name="csY54" fmla="*/ 21039 h 59981"/>
                <a:gd name="csX55" fmla="*/ 8752 w 205097"/>
                <a:gd name="csY55" fmla="*/ 21484 h 59981"/>
                <a:gd name="csX56" fmla="*/ 2595 w 205097"/>
                <a:gd name="csY56" fmla="*/ 13480 h 59981"/>
                <a:gd name="csX57" fmla="*/ 15928 w 205097"/>
                <a:gd name="csY57" fmla="*/ 11708 h 59981"/>
                <a:gd name="csX58" fmla="*/ 23111 w 205097"/>
                <a:gd name="csY58" fmla="*/ 15258 h 59981"/>
                <a:gd name="csX59" fmla="*/ 34392 w 205097"/>
                <a:gd name="csY59" fmla="*/ 17926 h 59981"/>
                <a:gd name="csX60" fmla="*/ 38490 w 205097"/>
                <a:gd name="csY60" fmla="*/ 14814 h 59981"/>
                <a:gd name="csX61" fmla="*/ 29261 w 205097"/>
                <a:gd name="csY61" fmla="*/ 9485 h 59981"/>
                <a:gd name="csX62" fmla="*/ 26183 w 205097"/>
                <a:gd name="csY62" fmla="*/ 3704 h 59981"/>
                <a:gd name="csX63" fmla="*/ 34392 w 205097"/>
                <a:gd name="csY63" fmla="*/ 3266 h 59981"/>
                <a:gd name="csX64" fmla="*/ 36437 w 205097"/>
                <a:gd name="csY64" fmla="*/ 7261 h 59981"/>
                <a:gd name="csX65" fmla="*/ 45666 w 205097"/>
                <a:gd name="csY65" fmla="*/ 11263 h 59981"/>
                <a:gd name="csX66" fmla="*/ 49770 w 205097"/>
                <a:gd name="csY66" fmla="*/ 9040 h 599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Lst>
              <a:rect l="l" t="t" r="r" b="b"/>
              <a:pathLst>
                <a:path w="205097" h="59981">
                  <a:moveTo>
                    <a:pt x="49770" y="9040"/>
                  </a:moveTo>
                  <a:lnTo>
                    <a:pt x="46692" y="2822"/>
                  </a:lnTo>
                  <a:lnTo>
                    <a:pt x="53875" y="1488"/>
                  </a:lnTo>
                  <a:lnTo>
                    <a:pt x="62077" y="4593"/>
                  </a:lnTo>
                  <a:lnTo>
                    <a:pt x="62077" y="9929"/>
                  </a:lnTo>
                  <a:lnTo>
                    <a:pt x="85664" y="11263"/>
                  </a:lnTo>
                  <a:lnTo>
                    <a:pt x="87710" y="13480"/>
                  </a:lnTo>
                  <a:lnTo>
                    <a:pt x="84638" y="17926"/>
                  </a:lnTo>
                  <a:lnTo>
                    <a:pt x="90788" y="25479"/>
                  </a:lnTo>
                  <a:lnTo>
                    <a:pt x="96938" y="26368"/>
                  </a:lnTo>
                  <a:lnTo>
                    <a:pt x="102069" y="21039"/>
                  </a:lnTo>
                  <a:lnTo>
                    <a:pt x="101043" y="13486"/>
                  </a:lnTo>
                  <a:lnTo>
                    <a:pt x="97964" y="5038"/>
                  </a:lnTo>
                  <a:lnTo>
                    <a:pt x="111297" y="154"/>
                  </a:lnTo>
                  <a:lnTo>
                    <a:pt x="116428" y="2822"/>
                  </a:lnTo>
                  <a:lnTo>
                    <a:pt x="116428" y="8595"/>
                  </a:lnTo>
                  <a:lnTo>
                    <a:pt x="110271" y="10819"/>
                  </a:lnTo>
                  <a:lnTo>
                    <a:pt x="115402" y="13042"/>
                  </a:lnTo>
                  <a:lnTo>
                    <a:pt x="117454" y="17037"/>
                  </a:lnTo>
                  <a:lnTo>
                    <a:pt x="128728" y="17926"/>
                  </a:lnTo>
                  <a:lnTo>
                    <a:pt x="136937" y="15258"/>
                  </a:lnTo>
                  <a:lnTo>
                    <a:pt x="138989" y="9040"/>
                  </a:lnTo>
                  <a:lnTo>
                    <a:pt x="163596" y="9485"/>
                  </a:lnTo>
                  <a:lnTo>
                    <a:pt x="175903" y="13931"/>
                  </a:lnTo>
                  <a:lnTo>
                    <a:pt x="193340" y="16148"/>
                  </a:lnTo>
                  <a:lnTo>
                    <a:pt x="207693" y="17926"/>
                  </a:lnTo>
                  <a:lnTo>
                    <a:pt x="198464" y="21928"/>
                  </a:lnTo>
                  <a:lnTo>
                    <a:pt x="197438" y="34810"/>
                  </a:lnTo>
                  <a:lnTo>
                    <a:pt x="190255" y="38367"/>
                  </a:lnTo>
                  <a:lnTo>
                    <a:pt x="189236" y="41473"/>
                  </a:lnTo>
                  <a:lnTo>
                    <a:pt x="175903" y="46809"/>
                  </a:lnTo>
                  <a:lnTo>
                    <a:pt x="172825" y="53027"/>
                  </a:lnTo>
                  <a:lnTo>
                    <a:pt x="156420" y="60135"/>
                  </a:lnTo>
                  <a:lnTo>
                    <a:pt x="136937" y="58363"/>
                  </a:lnTo>
                  <a:lnTo>
                    <a:pt x="120526" y="58356"/>
                  </a:lnTo>
                  <a:lnTo>
                    <a:pt x="93867" y="57467"/>
                  </a:lnTo>
                  <a:lnTo>
                    <a:pt x="64129" y="57911"/>
                  </a:lnTo>
                  <a:lnTo>
                    <a:pt x="54901" y="53027"/>
                  </a:lnTo>
                  <a:lnTo>
                    <a:pt x="48744" y="52138"/>
                  </a:lnTo>
                  <a:lnTo>
                    <a:pt x="36437" y="47253"/>
                  </a:lnTo>
                  <a:lnTo>
                    <a:pt x="39516" y="45475"/>
                  </a:lnTo>
                  <a:lnTo>
                    <a:pt x="58999" y="46364"/>
                  </a:lnTo>
                  <a:lnTo>
                    <a:pt x="61051" y="47698"/>
                  </a:lnTo>
                  <a:lnTo>
                    <a:pt x="69253" y="46364"/>
                  </a:lnTo>
                  <a:lnTo>
                    <a:pt x="65149" y="43251"/>
                  </a:lnTo>
                  <a:lnTo>
                    <a:pt x="72332" y="40583"/>
                  </a:lnTo>
                  <a:lnTo>
                    <a:pt x="82586" y="41028"/>
                  </a:lnTo>
                  <a:lnTo>
                    <a:pt x="88736" y="37922"/>
                  </a:lnTo>
                  <a:lnTo>
                    <a:pt x="78481" y="34365"/>
                  </a:lnTo>
                  <a:lnTo>
                    <a:pt x="51822" y="34810"/>
                  </a:lnTo>
                  <a:lnTo>
                    <a:pt x="30287" y="38367"/>
                  </a:lnTo>
                  <a:lnTo>
                    <a:pt x="16954" y="37033"/>
                  </a:lnTo>
                  <a:lnTo>
                    <a:pt x="7726" y="31252"/>
                  </a:lnTo>
                  <a:lnTo>
                    <a:pt x="28235" y="22811"/>
                  </a:lnTo>
                  <a:lnTo>
                    <a:pt x="23111" y="21039"/>
                  </a:lnTo>
                  <a:lnTo>
                    <a:pt x="8752" y="21484"/>
                  </a:lnTo>
                  <a:lnTo>
                    <a:pt x="2595" y="13480"/>
                  </a:lnTo>
                  <a:lnTo>
                    <a:pt x="15928" y="11708"/>
                  </a:lnTo>
                  <a:lnTo>
                    <a:pt x="23111" y="15258"/>
                  </a:lnTo>
                  <a:lnTo>
                    <a:pt x="34392" y="17926"/>
                  </a:lnTo>
                  <a:lnTo>
                    <a:pt x="38490" y="14814"/>
                  </a:lnTo>
                  <a:lnTo>
                    <a:pt x="29261" y="9485"/>
                  </a:lnTo>
                  <a:lnTo>
                    <a:pt x="26183" y="3704"/>
                  </a:lnTo>
                  <a:lnTo>
                    <a:pt x="34392" y="3266"/>
                  </a:lnTo>
                  <a:lnTo>
                    <a:pt x="36437" y="7261"/>
                  </a:lnTo>
                  <a:lnTo>
                    <a:pt x="45666" y="11263"/>
                  </a:lnTo>
                  <a:lnTo>
                    <a:pt x="49770" y="9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1" name="Forme libre : forme 109">
              <a:extLst>
                <a:ext uri="{FF2B5EF4-FFF2-40B4-BE49-F238E27FC236}">
                  <a16:creationId xmlns:a16="http://schemas.microsoft.com/office/drawing/2014/main" id="{5BA3B3AC-CC80-E4AE-1730-30245BE502D0}"/>
                </a:ext>
              </a:extLst>
            </p:cNvPr>
            <p:cNvSpPr/>
            <p:nvPr/>
          </p:nvSpPr>
          <p:spPr>
            <a:xfrm rot="10634484" flipV="1">
              <a:off x="6193507" y="2133545"/>
              <a:ext cx="9474" cy="4877"/>
            </a:xfrm>
            <a:custGeom>
              <a:avLst/>
              <a:gdLst>
                <a:gd name="csX0" fmla="*/ 2672 w 9474"/>
                <a:gd name="csY0" fmla="*/ 143 h 4877"/>
                <a:gd name="csX1" fmla="*/ 11914 w 9474"/>
                <a:gd name="csY1" fmla="*/ 143 h 4877"/>
                <a:gd name="csX2" fmla="*/ 12147 w 9474"/>
                <a:gd name="csY2" fmla="*/ 5021 h 4877"/>
                <a:gd name="csX3" fmla="*/ 3890 w 9474"/>
                <a:gd name="csY3" fmla="*/ 4090 h 4877"/>
                <a:gd name="csX4" fmla="*/ 2672 w 9474"/>
                <a:gd name="csY4" fmla="*/ 143 h 4877"/>
              </a:gdLst>
              <a:ahLst/>
              <a:cxnLst>
                <a:cxn ang="0">
                  <a:pos x="csX0" y="csY0"/>
                </a:cxn>
                <a:cxn ang="0">
                  <a:pos x="csX1" y="csY1"/>
                </a:cxn>
                <a:cxn ang="0">
                  <a:pos x="csX2" y="csY2"/>
                </a:cxn>
                <a:cxn ang="0">
                  <a:pos x="csX3" y="csY3"/>
                </a:cxn>
                <a:cxn ang="0">
                  <a:pos x="csX4" y="csY4"/>
                </a:cxn>
              </a:cxnLst>
              <a:rect l="l" t="t" r="r" b="b"/>
              <a:pathLst>
                <a:path w="9474" h="4877">
                  <a:moveTo>
                    <a:pt x="2672" y="143"/>
                  </a:moveTo>
                  <a:lnTo>
                    <a:pt x="11914" y="143"/>
                  </a:lnTo>
                  <a:lnTo>
                    <a:pt x="12147" y="5021"/>
                  </a:lnTo>
                  <a:lnTo>
                    <a:pt x="3890" y="4090"/>
                  </a:lnTo>
                  <a:lnTo>
                    <a:pt x="2672" y="1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2" name="Forme libre : forme 110">
              <a:extLst>
                <a:ext uri="{FF2B5EF4-FFF2-40B4-BE49-F238E27FC236}">
                  <a16:creationId xmlns:a16="http://schemas.microsoft.com/office/drawing/2014/main" id="{C0132E09-D377-07B9-52AC-696F374A60A0}"/>
                </a:ext>
              </a:extLst>
            </p:cNvPr>
            <p:cNvSpPr/>
            <p:nvPr/>
          </p:nvSpPr>
          <p:spPr>
            <a:xfrm rot="-590015" flipV="1">
              <a:off x="6116878" y="2119829"/>
              <a:ext cx="6847" cy="2537"/>
            </a:xfrm>
            <a:custGeom>
              <a:avLst/>
              <a:gdLst>
                <a:gd name="csX0" fmla="*/ 2624 w 6847"/>
                <a:gd name="csY0" fmla="*/ 2672 h 2537"/>
                <a:gd name="csX1" fmla="*/ 7837 w 6847"/>
                <a:gd name="csY1" fmla="*/ 2672 h 2537"/>
                <a:gd name="csX2" fmla="*/ 9471 w 6847"/>
                <a:gd name="csY2" fmla="*/ 134 h 2537"/>
                <a:gd name="csX3" fmla="*/ 3260 w 6847"/>
                <a:gd name="csY3" fmla="*/ 305 h 2537"/>
                <a:gd name="csX4" fmla="*/ 2624 w 6847"/>
                <a:gd name="csY4" fmla="*/ 2672 h 2537"/>
              </a:gdLst>
              <a:ahLst/>
              <a:cxnLst>
                <a:cxn ang="0">
                  <a:pos x="csX0" y="csY0"/>
                </a:cxn>
                <a:cxn ang="0">
                  <a:pos x="csX1" y="csY1"/>
                </a:cxn>
                <a:cxn ang="0">
                  <a:pos x="csX2" y="csY2"/>
                </a:cxn>
                <a:cxn ang="0">
                  <a:pos x="csX3" y="csY3"/>
                </a:cxn>
                <a:cxn ang="0">
                  <a:pos x="csX4" y="csY4"/>
                </a:cxn>
              </a:cxnLst>
              <a:rect l="l" t="t" r="r" b="b"/>
              <a:pathLst>
                <a:path w="6847" h="2537">
                  <a:moveTo>
                    <a:pt x="2624" y="2672"/>
                  </a:moveTo>
                  <a:lnTo>
                    <a:pt x="7837" y="2672"/>
                  </a:lnTo>
                  <a:lnTo>
                    <a:pt x="9471" y="134"/>
                  </a:lnTo>
                  <a:lnTo>
                    <a:pt x="3260" y="305"/>
                  </a:lnTo>
                  <a:lnTo>
                    <a:pt x="2624" y="26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3" name="Forme libre : forme 111">
              <a:extLst>
                <a:ext uri="{FF2B5EF4-FFF2-40B4-BE49-F238E27FC236}">
                  <a16:creationId xmlns:a16="http://schemas.microsoft.com/office/drawing/2014/main" id="{9C766081-80AD-456B-2027-7E6ED71A7417}"/>
                </a:ext>
              </a:extLst>
            </p:cNvPr>
            <p:cNvSpPr/>
            <p:nvPr/>
          </p:nvSpPr>
          <p:spPr>
            <a:xfrm rot="-1147183" flipV="1">
              <a:off x="6115965" y="2111949"/>
              <a:ext cx="5431" cy="3700"/>
            </a:xfrm>
            <a:custGeom>
              <a:avLst/>
              <a:gdLst>
                <a:gd name="csX0" fmla="*/ 2623 w 5431"/>
                <a:gd name="csY0" fmla="*/ 129 h 3700"/>
                <a:gd name="csX1" fmla="*/ 8055 w 5431"/>
                <a:gd name="csY1" fmla="*/ 129 h 3700"/>
                <a:gd name="csX2" fmla="*/ 5872 w 5431"/>
                <a:gd name="csY2" fmla="*/ 3241 h 3700"/>
                <a:gd name="csX3" fmla="*/ 2814 w 5431"/>
                <a:gd name="csY3" fmla="*/ 3830 h 3700"/>
                <a:gd name="csX4" fmla="*/ 2623 w 5431"/>
                <a:gd name="csY4" fmla="*/ 129 h 3700"/>
              </a:gdLst>
              <a:ahLst/>
              <a:cxnLst>
                <a:cxn ang="0">
                  <a:pos x="csX0" y="csY0"/>
                </a:cxn>
                <a:cxn ang="0">
                  <a:pos x="csX1" y="csY1"/>
                </a:cxn>
                <a:cxn ang="0">
                  <a:pos x="csX2" y="csY2"/>
                </a:cxn>
                <a:cxn ang="0">
                  <a:pos x="csX3" y="csY3"/>
                </a:cxn>
                <a:cxn ang="0">
                  <a:pos x="csX4" y="csY4"/>
                </a:cxn>
              </a:cxnLst>
              <a:rect l="l" t="t" r="r" b="b"/>
              <a:pathLst>
                <a:path w="5431" h="3700">
                  <a:moveTo>
                    <a:pt x="2623" y="129"/>
                  </a:moveTo>
                  <a:lnTo>
                    <a:pt x="8055" y="129"/>
                  </a:lnTo>
                  <a:lnTo>
                    <a:pt x="5872" y="3241"/>
                  </a:lnTo>
                  <a:lnTo>
                    <a:pt x="2814" y="3830"/>
                  </a:lnTo>
                  <a:lnTo>
                    <a:pt x="2623" y="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4" name="Forme libre : forme 112">
              <a:extLst>
                <a:ext uri="{FF2B5EF4-FFF2-40B4-BE49-F238E27FC236}">
                  <a16:creationId xmlns:a16="http://schemas.microsoft.com/office/drawing/2014/main" id="{FA637340-615C-6CB8-4DBE-C05B473AD616}"/>
                </a:ext>
              </a:extLst>
            </p:cNvPr>
            <p:cNvSpPr/>
            <p:nvPr/>
          </p:nvSpPr>
          <p:spPr>
            <a:xfrm rot="-6662250" flipV="1">
              <a:off x="6041151" y="2099652"/>
              <a:ext cx="6539" cy="9570"/>
            </a:xfrm>
            <a:custGeom>
              <a:avLst/>
              <a:gdLst>
                <a:gd name="csX0" fmla="*/ 6258 w 6539"/>
                <a:gd name="csY0" fmla="*/ 9694 h 9570"/>
                <a:gd name="csX1" fmla="*/ 9117 w 6539"/>
                <a:gd name="csY1" fmla="*/ 9694 h 9570"/>
                <a:gd name="csX2" fmla="*/ 6956 w 6539"/>
                <a:gd name="csY2" fmla="*/ 2832 h 9570"/>
                <a:gd name="csX3" fmla="*/ 2577 w 6539"/>
                <a:gd name="csY3" fmla="*/ 123 h 9570"/>
                <a:gd name="csX4" fmla="*/ 6258 w 6539"/>
                <a:gd name="csY4" fmla="*/ 9694 h 9570"/>
              </a:gdLst>
              <a:ahLst/>
              <a:cxnLst>
                <a:cxn ang="0">
                  <a:pos x="csX0" y="csY0"/>
                </a:cxn>
                <a:cxn ang="0">
                  <a:pos x="csX1" y="csY1"/>
                </a:cxn>
                <a:cxn ang="0">
                  <a:pos x="csX2" y="csY2"/>
                </a:cxn>
                <a:cxn ang="0">
                  <a:pos x="csX3" y="csY3"/>
                </a:cxn>
                <a:cxn ang="0">
                  <a:pos x="csX4" y="csY4"/>
                </a:cxn>
              </a:cxnLst>
              <a:rect l="l" t="t" r="r" b="b"/>
              <a:pathLst>
                <a:path w="6539" h="9570">
                  <a:moveTo>
                    <a:pt x="6258" y="9694"/>
                  </a:moveTo>
                  <a:lnTo>
                    <a:pt x="9117" y="9694"/>
                  </a:lnTo>
                  <a:lnTo>
                    <a:pt x="6956" y="2832"/>
                  </a:lnTo>
                  <a:lnTo>
                    <a:pt x="2577" y="123"/>
                  </a:lnTo>
                  <a:lnTo>
                    <a:pt x="6258" y="96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5" name="Forme libre : forme 113">
              <a:extLst>
                <a:ext uri="{FF2B5EF4-FFF2-40B4-BE49-F238E27FC236}">
                  <a16:creationId xmlns:a16="http://schemas.microsoft.com/office/drawing/2014/main" id="{2606F858-E8F3-8C85-8E56-5A846EFB8A22}"/>
                </a:ext>
              </a:extLst>
            </p:cNvPr>
            <p:cNvSpPr/>
            <p:nvPr/>
          </p:nvSpPr>
          <p:spPr>
            <a:xfrm rot="3913492" flipV="1">
              <a:off x="6051589" y="2105595"/>
              <a:ext cx="7531" cy="8195"/>
            </a:xfrm>
            <a:custGeom>
              <a:avLst/>
              <a:gdLst>
                <a:gd name="csX0" fmla="*/ 2584 w 7531"/>
                <a:gd name="csY0" fmla="*/ 127 h 8195"/>
                <a:gd name="csX1" fmla="*/ 5033 w 7531"/>
                <a:gd name="csY1" fmla="*/ 127 h 8195"/>
                <a:gd name="csX2" fmla="*/ 10116 w 7531"/>
                <a:gd name="csY2" fmla="*/ 7953 h 8195"/>
                <a:gd name="csX3" fmla="*/ 6860 w 7531"/>
                <a:gd name="csY3" fmla="*/ 8322 h 8195"/>
                <a:gd name="csX4" fmla="*/ 2584 w 7531"/>
                <a:gd name="csY4" fmla="*/ 127 h 8195"/>
              </a:gdLst>
              <a:ahLst/>
              <a:cxnLst>
                <a:cxn ang="0">
                  <a:pos x="csX0" y="csY0"/>
                </a:cxn>
                <a:cxn ang="0">
                  <a:pos x="csX1" y="csY1"/>
                </a:cxn>
                <a:cxn ang="0">
                  <a:pos x="csX2" y="csY2"/>
                </a:cxn>
                <a:cxn ang="0">
                  <a:pos x="csX3" y="csY3"/>
                </a:cxn>
                <a:cxn ang="0">
                  <a:pos x="csX4" y="csY4"/>
                </a:cxn>
              </a:cxnLst>
              <a:rect l="l" t="t" r="r" b="b"/>
              <a:pathLst>
                <a:path w="7531" h="8195">
                  <a:moveTo>
                    <a:pt x="2584" y="127"/>
                  </a:moveTo>
                  <a:lnTo>
                    <a:pt x="5033" y="127"/>
                  </a:lnTo>
                  <a:lnTo>
                    <a:pt x="10116" y="7953"/>
                  </a:lnTo>
                  <a:lnTo>
                    <a:pt x="6860" y="8322"/>
                  </a:lnTo>
                  <a:lnTo>
                    <a:pt x="2584" y="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6" name="Forme libre : forme 114">
              <a:extLst>
                <a:ext uri="{FF2B5EF4-FFF2-40B4-BE49-F238E27FC236}">
                  <a16:creationId xmlns:a16="http://schemas.microsoft.com/office/drawing/2014/main" id="{A7E5F57D-F16D-2EAF-25BB-54432471563E}"/>
                </a:ext>
              </a:extLst>
            </p:cNvPr>
            <p:cNvSpPr/>
            <p:nvPr/>
          </p:nvSpPr>
          <p:spPr>
            <a:xfrm>
              <a:off x="6039809" y="2110211"/>
              <a:ext cx="7176" cy="3112"/>
            </a:xfrm>
            <a:custGeom>
              <a:avLst/>
              <a:gdLst>
                <a:gd name="csX0" fmla="*/ 9754 w 7176"/>
                <a:gd name="csY0" fmla="*/ 128 h 3112"/>
                <a:gd name="csX1" fmla="*/ 9754 w 7176"/>
                <a:gd name="csY1" fmla="*/ 3241 h 3112"/>
                <a:gd name="csX2" fmla="*/ 2578 w 7176"/>
                <a:gd name="csY2" fmla="*/ 2352 h 3112"/>
                <a:gd name="csX3" fmla="*/ 9754 w 7176"/>
                <a:gd name="csY3" fmla="*/ 128 h 3112"/>
              </a:gdLst>
              <a:ahLst/>
              <a:cxnLst>
                <a:cxn ang="0">
                  <a:pos x="csX0" y="csY0"/>
                </a:cxn>
                <a:cxn ang="0">
                  <a:pos x="csX1" y="csY1"/>
                </a:cxn>
                <a:cxn ang="0">
                  <a:pos x="csX2" y="csY2"/>
                </a:cxn>
                <a:cxn ang="0">
                  <a:pos x="csX3" y="csY3"/>
                </a:cxn>
              </a:cxnLst>
              <a:rect l="l" t="t" r="r" b="b"/>
              <a:pathLst>
                <a:path w="7176" h="3112">
                  <a:moveTo>
                    <a:pt x="9754" y="128"/>
                  </a:moveTo>
                  <a:lnTo>
                    <a:pt x="9754" y="3241"/>
                  </a:lnTo>
                  <a:lnTo>
                    <a:pt x="2578" y="2352"/>
                  </a:lnTo>
                  <a:lnTo>
                    <a:pt x="9754" y="1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7" name="Forme libre : forme 115">
              <a:extLst>
                <a:ext uri="{FF2B5EF4-FFF2-40B4-BE49-F238E27FC236}">
                  <a16:creationId xmlns:a16="http://schemas.microsoft.com/office/drawing/2014/main" id="{A9946441-FD63-E444-76D1-3E9F76B3C4EB}"/>
                </a:ext>
              </a:extLst>
            </p:cNvPr>
            <p:cNvSpPr/>
            <p:nvPr/>
          </p:nvSpPr>
          <p:spPr>
            <a:xfrm>
              <a:off x="6016221" y="2115102"/>
              <a:ext cx="10254" cy="4001"/>
            </a:xfrm>
            <a:custGeom>
              <a:avLst/>
              <a:gdLst>
                <a:gd name="csX0" fmla="*/ 5642 w 10254"/>
                <a:gd name="csY0" fmla="*/ 132 h 4001"/>
                <a:gd name="csX1" fmla="*/ 12818 w 10254"/>
                <a:gd name="csY1" fmla="*/ 1021 h 4001"/>
                <a:gd name="csX2" fmla="*/ 11792 w 10254"/>
                <a:gd name="csY2" fmla="*/ 4133 h 4001"/>
                <a:gd name="csX3" fmla="*/ 6668 w 10254"/>
                <a:gd name="csY3" fmla="*/ 4133 h 4001"/>
                <a:gd name="csX4" fmla="*/ 2564 w 10254"/>
                <a:gd name="csY4" fmla="*/ 2355 h 4001"/>
                <a:gd name="csX5" fmla="*/ 5642 w 10254"/>
                <a:gd name="csY5" fmla="*/ 132 h 4001"/>
              </a:gdLst>
              <a:ahLst/>
              <a:cxnLst>
                <a:cxn ang="0">
                  <a:pos x="csX0" y="csY0"/>
                </a:cxn>
                <a:cxn ang="0">
                  <a:pos x="csX1" y="csY1"/>
                </a:cxn>
                <a:cxn ang="0">
                  <a:pos x="csX2" y="csY2"/>
                </a:cxn>
                <a:cxn ang="0">
                  <a:pos x="csX3" y="csY3"/>
                </a:cxn>
                <a:cxn ang="0">
                  <a:pos x="csX4" y="csY4"/>
                </a:cxn>
                <a:cxn ang="0">
                  <a:pos x="csX5" y="csY5"/>
                </a:cxn>
              </a:cxnLst>
              <a:rect l="l" t="t" r="r" b="b"/>
              <a:pathLst>
                <a:path w="10254" h="4001">
                  <a:moveTo>
                    <a:pt x="5642" y="132"/>
                  </a:moveTo>
                  <a:lnTo>
                    <a:pt x="12818" y="1021"/>
                  </a:lnTo>
                  <a:lnTo>
                    <a:pt x="11792" y="4133"/>
                  </a:lnTo>
                  <a:lnTo>
                    <a:pt x="6668" y="4133"/>
                  </a:lnTo>
                  <a:lnTo>
                    <a:pt x="2564" y="2355"/>
                  </a:lnTo>
                  <a:lnTo>
                    <a:pt x="5642" y="1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8" name="Forme libre : forme 116">
              <a:extLst>
                <a:ext uri="{FF2B5EF4-FFF2-40B4-BE49-F238E27FC236}">
                  <a16:creationId xmlns:a16="http://schemas.microsoft.com/office/drawing/2014/main" id="{7FBAC39F-A371-6B71-3C12-90630C2B13F4}"/>
                </a:ext>
              </a:extLst>
            </p:cNvPr>
            <p:cNvSpPr/>
            <p:nvPr/>
          </p:nvSpPr>
          <p:spPr>
            <a:xfrm>
              <a:off x="5989562" y="2122210"/>
              <a:ext cx="12306" cy="5780"/>
            </a:xfrm>
            <a:custGeom>
              <a:avLst/>
              <a:gdLst>
                <a:gd name="csX0" fmla="*/ 2547 w 12306"/>
                <a:gd name="csY0" fmla="*/ 5027 h 5780"/>
                <a:gd name="csX1" fmla="*/ 3574 w 12306"/>
                <a:gd name="csY1" fmla="*/ 1470 h 5780"/>
                <a:gd name="csX2" fmla="*/ 9724 w 12306"/>
                <a:gd name="csY2" fmla="*/ 136 h 5780"/>
                <a:gd name="csX3" fmla="*/ 14854 w 12306"/>
                <a:gd name="csY3" fmla="*/ 2804 h 5780"/>
                <a:gd name="csX4" fmla="*/ 10750 w 12306"/>
                <a:gd name="csY4" fmla="*/ 5916 h 5780"/>
                <a:gd name="csX5" fmla="*/ 2547 w 12306"/>
                <a:gd name="csY5" fmla="*/ 5027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2547" y="5027"/>
                  </a:moveTo>
                  <a:lnTo>
                    <a:pt x="3574" y="1470"/>
                  </a:lnTo>
                  <a:lnTo>
                    <a:pt x="9724" y="136"/>
                  </a:lnTo>
                  <a:lnTo>
                    <a:pt x="14854" y="2804"/>
                  </a:lnTo>
                  <a:lnTo>
                    <a:pt x="10750" y="5916"/>
                  </a:lnTo>
                  <a:lnTo>
                    <a:pt x="2547" y="50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39" name="Forme libre : forme 117">
              <a:extLst>
                <a:ext uri="{FF2B5EF4-FFF2-40B4-BE49-F238E27FC236}">
                  <a16:creationId xmlns:a16="http://schemas.microsoft.com/office/drawing/2014/main" id="{C36028B9-7208-CE4D-17A3-F8911C466F15}"/>
                </a:ext>
              </a:extLst>
            </p:cNvPr>
            <p:cNvSpPr/>
            <p:nvPr/>
          </p:nvSpPr>
          <p:spPr>
            <a:xfrm rot="1290797" flipV="1">
              <a:off x="6018837" y="2174100"/>
              <a:ext cx="16411" cy="5643"/>
            </a:xfrm>
            <a:custGeom>
              <a:avLst/>
              <a:gdLst>
                <a:gd name="csX0" fmla="*/ 6849 w 16411"/>
                <a:gd name="csY0" fmla="*/ 5812 h 5643"/>
                <a:gd name="csX1" fmla="*/ 18978 w 16411"/>
                <a:gd name="csY1" fmla="*/ 5812 h 5643"/>
                <a:gd name="csX2" fmla="*/ 4660 w 16411"/>
                <a:gd name="csY2" fmla="*/ 168 h 5643"/>
                <a:gd name="csX3" fmla="*/ 2567 w 16411"/>
                <a:gd name="csY3" fmla="*/ 2686 h 5643"/>
                <a:gd name="csX4" fmla="*/ 6849 w 16411"/>
                <a:gd name="csY4" fmla="*/ 5812 h 5643"/>
              </a:gdLst>
              <a:ahLst/>
              <a:cxnLst>
                <a:cxn ang="0">
                  <a:pos x="csX0" y="csY0"/>
                </a:cxn>
                <a:cxn ang="0">
                  <a:pos x="csX1" y="csY1"/>
                </a:cxn>
                <a:cxn ang="0">
                  <a:pos x="csX2" y="csY2"/>
                </a:cxn>
                <a:cxn ang="0">
                  <a:pos x="csX3" y="csY3"/>
                </a:cxn>
                <a:cxn ang="0">
                  <a:pos x="csX4" y="csY4"/>
                </a:cxn>
              </a:cxnLst>
              <a:rect l="l" t="t" r="r" b="b"/>
              <a:pathLst>
                <a:path w="16411" h="5643">
                  <a:moveTo>
                    <a:pt x="6849" y="5812"/>
                  </a:moveTo>
                  <a:lnTo>
                    <a:pt x="18978" y="5812"/>
                  </a:lnTo>
                  <a:lnTo>
                    <a:pt x="4660" y="168"/>
                  </a:lnTo>
                  <a:lnTo>
                    <a:pt x="2567" y="2686"/>
                  </a:lnTo>
                  <a:lnTo>
                    <a:pt x="6849" y="58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0" name="Forme libre : forme 118">
              <a:extLst>
                <a:ext uri="{FF2B5EF4-FFF2-40B4-BE49-F238E27FC236}">
                  <a16:creationId xmlns:a16="http://schemas.microsoft.com/office/drawing/2014/main" id="{117B8CAE-8DA0-9E8B-0D03-E343CC1EADDD}"/>
                </a:ext>
              </a:extLst>
            </p:cNvPr>
            <p:cNvSpPr/>
            <p:nvPr/>
          </p:nvSpPr>
          <p:spPr>
            <a:xfrm>
              <a:off x="6027502" y="2179968"/>
              <a:ext cx="8202" cy="4001"/>
            </a:xfrm>
            <a:custGeom>
              <a:avLst/>
              <a:gdLst>
                <a:gd name="csX0" fmla="*/ 2570 w 8202"/>
                <a:gd name="csY0" fmla="*/ 1949 h 4001"/>
                <a:gd name="csX1" fmla="*/ 4622 w 8202"/>
                <a:gd name="csY1" fmla="*/ 171 h 4001"/>
                <a:gd name="csX2" fmla="*/ 10772 w 8202"/>
                <a:gd name="csY2" fmla="*/ 615 h 4001"/>
                <a:gd name="csX3" fmla="*/ 8720 w 8202"/>
                <a:gd name="csY3" fmla="*/ 3283 h 4001"/>
                <a:gd name="csX4" fmla="*/ 2570 w 8202"/>
                <a:gd name="csY4" fmla="*/ 4173 h 4001"/>
                <a:gd name="csX5" fmla="*/ 2570 w 8202"/>
                <a:gd name="csY5" fmla="*/ 1949 h 4001"/>
              </a:gdLst>
              <a:ahLst/>
              <a:cxnLst>
                <a:cxn ang="0">
                  <a:pos x="csX0" y="csY0"/>
                </a:cxn>
                <a:cxn ang="0">
                  <a:pos x="csX1" y="csY1"/>
                </a:cxn>
                <a:cxn ang="0">
                  <a:pos x="csX2" y="csY2"/>
                </a:cxn>
                <a:cxn ang="0">
                  <a:pos x="csX3" y="csY3"/>
                </a:cxn>
                <a:cxn ang="0">
                  <a:pos x="csX4" y="csY4"/>
                </a:cxn>
                <a:cxn ang="0">
                  <a:pos x="csX5" y="csY5"/>
                </a:cxn>
              </a:cxnLst>
              <a:rect l="l" t="t" r="r" b="b"/>
              <a:pathLst>
                <a:path w="8202" h="4001">
                  <a:moveTo>
                    <a:pt x="2570" y="1949"/>
                  </a:moveTo>
                  <a:lnTo>
                    <a:pt x="4622" y="171"/>
                  </a:lnTo>
                  <a:lnTo>
                    <a:pt x="10772" y="615"/>
                  </a:lnTo>
                  <a:lnTo>
                    <a:pt x="8720" y="3283"/>
                  </a:lnTo>
                  <a:lnTo>
                    <a:pt x="2570" y="4173"/>
                  </a:lnTo>
                  <a:lnTo>
                    <a:pt x="2570" y="1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1" name="Forme libre : forme 119">
              <a:extLst>
                <a:ext uri="{FF2B5EF4-FFF2-40B4-BE49-F238E27FC236}">
                  <a16:creationId xmlns:a16="http://schemas.microsoft.com/office/drawing/2014/main" id="{319F0C7F-EE34-F78C-5D77-654E74F77930}"/>
                </a:ext>
              </a:extLst>
            </p:cNvPr>
            <p:cNvSpPr/>
            <p:nvPr/>
          </p:nvSpPr>
          <p:spPr>
            <a:xfrm>
              <a:off x="5827535" y="2142206"/>
              <a:ext cx="233808" cy="159954"/>
            </a:xfrm>
            <a:custGeom>
              <a:avLst/>
              <a:gdLst>
                <a:gd name="csX0" fmla="*/ 179931 w 233808"/>
                <a:gd name="csY0" fmla="*/ 43743 h 159954"/>
                <a:gd name="csX1" fmla="*/ 194290 w 233808"/>
                <a:gd name="csY1" fmla="*/ 45077 h 159954"/>
                <a:gd name="csX2" fmla="*/ 199414 w 233808"/>
                <a:gd name="csY2" fmla="*/ 51740 h 159954"/>
                <a:gd name="csX3" fmla="*/ 208643 w 233808"/>
                <a:gd name="csY3" fmla="*/ 54408 h 159954"/>
                <a:gd name="csX4" fmla="*/ 236335 w 233808"/>
                <a:gd name="csY4" fmla="*/ 59292 h 159954"/>
                <a:gd name="csX5" fmla="*/ 229152 w 233808"/>
                <a:gd name="csY5" fmla="*/ 63739 h 159954"/>
                <a:gd name="csX6" fmla="*/ 213773 w 233808"/>
                <a:gd name="csY6" fmla="*/ 68179 h 159954"/>
                <a:gd name="csX7" fmla="*/ 190186 w 233808"/>
                <a:gd name="csY7" fmla="*/ 73515 h 159954"/>
                <a:gd name="csX8" fmla="*/ 180958 w 233808"/>
                <a:gd name="csY8" fmla="*/ 80622 h 159954"/>
                <a:gd name="csX9" fmla="*/ 179931 w 233808"/>
                <a:gd name="csY9" fmla="*/ 95282 h 159954"/>
                <a:gd name="csX10" fmla="*/ 167625 w 233808"/>
                <a:gd name="csY10" fmla="*/ 99284 h 159954"/>
                <a:gd name="csX11" fmla="*/ 169677 w 233808"/>
                <a:gd name="csY11" fmla="*/ 104613 h 159954"/>
                <a:gd name="csX12" fmla="*/ 164546 w 233808"/>
                <a:gd name="csY12" fmla="*/ 120607 h 159954"/>
                <a:gd name="csX13" fmla="*/ 149168 w 233808"/>
                <a:gd name="csY13" fmla="*/ 126388 h 159954"/>
                <a:gd name="csX14" fmla="*/ 149168 w 233808"/>
                <a:gd name="csY14" fmla="*/ 140603 h 159954"/>
                <a:gd name="csX15" fmla="*/ 141985 w 233808"/>
                <a:gd name="csY15" fmla="*/ 145939 h 159954"/>
                <a:gd name="csX16" fmla="*/ 135835 w 233808"/>
                <a:gd name="csY16" fmla="*/ 154819 h 159954"/>
                <a:gd name="csX17" fmla="*/ 135835 w 233808"/>
                <a:gd name="csY17" fmla="*/ 159710 h 159954"/>
                <a:gd name="csX18" fmla="*/ 129678 w 233808"/>
                <a:gd name="csY18" fmla="*/ 160155 h 159954"/>
                <a:gd name="csX19" fmla="*/ 114300 w 233808"/>
                <a:gd name="csY19" fmla="*/ 153936 h 159954"/>
                <a:gd name="csX20" fmla="*/ 113274 w 233808"/>
                <a:gd name="csY20" fmla="*/ 149934 h 159954"/>
                <a:gd name="csX21" fmla="*/ 121476 w 233808"/>
                <a:gd name="csY21" fmla="*/ 146377 h 159954"/>
                <a:gd name="csX22" fmla="*/ 115326 w 233808"/>
                <a:gd name="csY22" fmla="*/ 143716 h 159954"/>
                <a:gd name="csX23" fmla="*/ 109169 w 233808"/>
                <a:gd name="csY23" fmla="*/ 144599 h 159954"/>
                <a:gd name="csX24" fmla="*/ 108143 w 233808"/>
                <a:gd name="csY24" fmla="*/ 146377 h 159954"/>
                <a:gd name="csX25" fmla="*/ 98914 w 233808"/>
                <a:gd name="csY25" fmla="*/ 145933 h 159954"/>
                <a:gd name="csX26" fmla="*/ 93791 w 233808"/>
                <a:gd name="csY26" fmla="*/ 141937 h 159954"/>
                <a:gd name="csX27" fmla="*/ 93791 w 233808"/>
                <a:gd name="csY27" fmla="*/ 139269 h 159954"/>
                <a:gd name="csX28" fmla="*/ 80458 w 233808"/>
                <a:gd name="csY28" fmla="*/ 136602 h 159954"/>
                <a:gd name="csX29" fmla="*/ 77379 w 233808"/>
                <a:gd name="csY29" fmla="*/ 128605 h 159954"/>
                <a:gd name="csX30" fmla="*/ 68151 w 233808"/>
                <a:gd name="csY30" fmla="*/ 122831 h 159954"/>
                <a:gd name="csX31" fmla="*/ 72255 w 233808"/>
                <a:gd name="csY31" fmla="*/ 117946 h 159954"/>
                <a:gd name="csX32" fmla="*/ 82510 w 233808"/>
                <a:gd name="csY32" fmla="*/ 117502 h 159954"/>
                <a:gd name="csX33" fmla="*/ 89686 w 233808"/>
                <a:gd name="csY33" fmla="*/ 120607 h 159954"/>
                <a:gd name="csX34" fmla="*/ 107117 w 233808"/>
                <a:gd name="csY34" fmla="*/ 121052 h 159954"/>
                <a:gd name="csX35" fmla="*/ 106097 w 233808"/>
                <a:gd name="csY35" fmla="*/ 118391 h 159954"/>
                <a:gd name="csX36" fmla="*/ 90712 w 233808"/>
                <a:gd name="csY36" fmla="*/ 116168 h 159954"/>
                <a:gd name="csX37" fmla="*/ 93791 w 233808"/>
                <a:gd name="csY37" fmla="*/ 114389 h 159954"/>
                <a:gd name="csX38" fmla="*/ 106097 w 233808"/>
                <a:gd name="csY38" fmla="*/ 113500 h 159954"/>
                <a:gd name="csX39" fmla="*/ 117378 w 233808"/>
                <a:gd name="csY39" fmla="*/ 110832 h 159954"/>
                <a:gd name="csX40" fmla="*/ 130704 w 233808"/>
                <a:gd name="csY40" fmla="*/ 109060 h 159954"/>
                <a:gd name="csX41" fmla="*/ 132756 w 233808"/>
                <a:gd name="csY41" fmla="*/ 105947 h 159954"/>
                <a:gd name="csX42" fmla="*/ 122502 w 233808"/>
                <a:gd name="csY42" fmla="*/ 103724 h 159954"/>
                <a:gd name="csX43" fmla="*/ 111221 w 233808"/>
                <a:gd name="csY43" fmla="*/ 107726 h 159954"/>
                <a:gd name="csX44" fmla="*/ 97895 w 233808"/>
                <a:gd name="csY44" fmla="*/ 107281 h 159954"/>
                <a:gd name="csX45" fmla="*/ 85588 w 233808"/>
                <a:gd name="csY45" fmla="*/ 110387 h 159954"/>
                <a:gd name="csX46" fmla="*/ 80458 w 233808"/>
                <a:gd name="csY46" fmla="*/ 109942 h 159954"/>
                <a:gd name="csX47" fmla="*/ 71229 w 233808"/>
                <a:gd name="csY47" fmla="*/ 113944 h 159954"/>
                <a:gd name="csX48" fmla="*/ 63027 w 233808"/>
                <a:gd name="csY48" fmla="*/ 111721 h 159954"/>
                <a:gd name="csX49" fmla="*/ 70203 w 233808"/>
                <a:gd name="csY49" fmla="*/ 106392 h 159954"/>
                <a:gd name="csX50" fmla="*/ 65079 w 233808"/>
                <a:gd name="csY50" fmla="*/ 102835 h 159954"/>
                <a:gd name="csX51" fmla="*/ 65079 w 233808"/>
                <a:gd name="csY51" fmla="*/ 97950 h 159954"/>
                <a:gd name="csX52" fmla="*/ 79432 w 233808"/>
                <a:gd name="csY52" fmla="*/ 97061 h 159954"/>
                <a:gd name="csX53" fmla="*/ 85588 w 233808"/>
                <a:gd name="csY53" fmla="*/ 91732 h 159954"/>
                <a:gd name="csX54" fmla="*/ 96869 w 233808"/>
                <a:gd name="csY54" fmla="*/ 92170 h 159954"/>
                <a:gd name="csX55" fmla="*/ 100967 w 233808"/>
                <a:gd name="csY55" fmla="*/ 89509 h 159954"/>
                <a:gd name="csX56" fmla="*/ 97895 w 233808"/>
                <a:gd name="csY56" fmla="*/ 85951 h 159954"/>
                <a:gd name="csX57" fmla="*/ 104045 w 233808"/>
                <a:gd name="csY57" fmla="*/ 85062 h 159954"/>
                <a:gd name="csX58" fmla="*/ 121476 w 233808"/>
                <a:gd name="csY58" fmla="*/ 84617 h 159954"/>
                <a:gd name="csX59" fmla="*/ 136861 w 233808"/>
                <a:gd name="csY59" fmla="*/ 81512 h 159954"/>
                <a:gd name="csX60" fmla="*/ 139939 w 233808"/>
                <a:gd name="csY60" fmla="*/ 78844 h 159954"/>
                <a:gd name="csX61" fmla="*/ 131730 w 233808"/>
                <a:gd name="csY61" fmla="*/ 78844 h 159954"/>
                <a:gd name="csX62" fmla="*/ 124554 w 233808"/>
                <a:gd name="csY62" fmla="*/ 80178 h 159954"/>
                <a:gd name="csX63" fmla="*/ 118404 w 233808"/>
                <a:gd name="csY63" fmla="*/ 78844 h 159954"/>
                <a:gd name="csX64" fmla="*/ 127633 w 233808"/>
                <a:gd name="csY64" fmla="*/ 74404 h 159954"/>
                <a:gd name="csX65" fmla="*/ 135835 w 233808"/>
                <a:gd name="csY65" fmla="*/ 69957 h 159954"/>
                <a:gd name="csX66" fmla="*/ 128659 w 233808"/>
                <a:gd name="csY66" fmla="*/ 68623 h 159954"/>
                <a:gd name="csX67" fmla="*/ 123528 w 233808"/>
                <a:gd name="csY67" fmla="*/ 71291 h 159954"/>
                <a:gd name="csX68" fmla="*/ 111221 w 233808"/>
                <a:gd name="csY68" fmla="*/ 76620 h 159954"/>
                <a:gd name="csX69" fmla="*/ 104045 w 233808"/>
                <a:gd name="csY69" fmla="*/ 76620 h 159954"/>
                <a:gd name="csX70" fmla="*/ 104045 w 233808"/>
                <a:gd name="csY70" fmla="*/ 70402 h 159954"/>
                <a:gd name="csX71" fmla="*/ 110202 w 233808"/>
                <a:gd name="csY71" fmla="*/ 65955 h 159954"/>
                <a:gd name="csX72" fmla="*/ 101993 w 233808"/>
                <a:gd name="csY72" fmla="*/ 63294 h 159954"/>
                <a:gd name="csX73" fmla="*/ 95843 w 233808"/>
                <a:gd name="csY73" fmla="*/ 66400 h 159954"/>
                <a:gd name="csX74" fmla="*/ 87641 w 233808"/>
                <a:gd name="csY74" fmla="*/ 66400 h 159954"/>
                <a:gd name="csX75" fmla="*/ 83536 w 233808"/>
                <a:gd name="csY75" fmla="*/ 69513 h 159954"/>
                <a:gd name="csX76" fmla="*/ 87641 w 233808"/>
                <a:gd name="csY76" fmla="*/ 74404 h 159954"/>
                <a:gd name="csX77" fmla="*/ 87641 w 233808"/>
                <a:gd name="csY77" fmla="*/ 82846 h 159954"/>
                <a:gd name="csX78" fmla="*/ 81484 w 233808"/>
                <a:gd name="csY78" fmla="*/ 83728 h 159954"/>
                <a:gd name="csX79" fmla="*/ 60975 w 233808"/>
                <a:gd name="csY79" fmla="*/ 88619 h 159954"/>
                <a:gd name="csX80" fmla="*/ 49694 w 233808"/>
                <a:gd name="csY80" fmla="*/ 87730 h 159954"/>
                <a:gd name="csX81" fmla="*/ 47642 w 233808"/>
                <a:gd name="csY81" fmla="*/ 85062 h 159954"/>
                <a:gd name="csX82" fmla="*/ 35342 w 233808"/>
                <a:gd name="csY82" fmla="*/ 80622 h 159954"/>
                <a:gd name="csX83" fmla="*/ 40466 w 233808"/>
                <a:gd name="csY83" fmla="*/ 77065 h 159954"/>
                <a:gd name="csX84" fmla="*/ 53799 w 233808"/>
                <a:gd name="csY84" fmla="*/ 77954 h 159954"/>
                <a:gd name="csX85" fmla="*/ 52772 w 233808"/>
                <a:gd name="csY85" fmla="*/ 75731 h 159954"/>
                <a:gd name="csX86" fmla="*/ 39440 w 233808"/>
                <a:gd name="csY86" fmla="*/ 74404 h 159954"/>
                <a:gd name="csX87" fmla="*/ 30211 w 233808"/>
                <a:gd name="csY87" fmla="*/ 73959 h 159954"/>
                <a:gd name="csX88" fmla="*/ 25087 w 233808"/>
                <a:gd name="csY88" fmla="*/ 67289 h 159954"/>
                <a:gd name="csX89" fmla="*/ 29185 w 233808"/>
                <a:gd name="csY89" fmla="*/ 64184 h 159954"/>
                <a:gd name="csX90" fmla="*/ 19957 w 233808"/>
                <a:gd name="csY90" fmla="*/ 61071 h 159954"/>
                <a:gd name="csX91" fmla="*/ 22009 w 233808"/>
                <a:gd name="csY91" fmla="*/ 57514 h 159954"/>
                <a:gd name="csX92" fmla="*/ 29185 w 233808"/>
                <a:gd name="csY92" fmla="*/ 56624 h 159954"/>
                <a:gd name="csX93" fmla="*/ 34316 w 233808"/>
                <a:gd name="csY93" fmla="*/ 55742 h 159954"/>
                <a:gd name="csX94" fmla="*/ 34316 w 233808"/>
                <a:gd name="csY94" fmla="*/ 53519 h 159954"/>
                <a:gd name="csX95" fmla="*/ 27140 w 233808"/>
                <a:gd name="csY95" fmla="*/ 52629 h 159954"/>
                <a:gd name="csX96" fmla="*/ 26113 w 233808"/>
                <a:gd name="csY96" fmla="*/ 43743 h 159954"/>
                <a:gd name="csX97" fmla="*/ 30211 w 233808"/>
                <a:gd name="csY97" fmla="*/ 39296 h 159954"/>
                <a:gd name="csX98" fmla="*/ 24061 w 233808"/>
                <a:gd name="csY98" fmla="*/ 37525 h 159954"/>
                <a:gd name="csX99" fmla="*/ 18930 w 233808"/>
                <a:gd name="csY99" fmla="*/ 39296 h 159954"/>
                <a:gd name="csX100" fmla="*/ 19957 w 233808"/>
                <a:gd name="csY100" fmla="*/ 43298 h 159954"/>
                <a:gd name="csX101" fmla="*/ 13807 w 233808"/>
                <a:gd name="csY101" fmla="*/ 46404 h 159954"/>
                <a:gd name="csX102" fmla="*/ 6624 w 233808"/>
                <a:gd name="csY102" fmla="*/ 45522 h 159954"/>
                <a:gd name="csX103" fmla="*/ 9702 w 233808"/>
                <a:gd name="csY103" fmla="*/ 41520 h 159954"/>
                <a:gd name="csX104" fmla="*/ 2526 w 233808"/>
                <a:gd name="csY104" fmla="*/ 37525 h 159954"/>
                <a:gd name="csX105" fmla="*/ 3552 w 233808"/>
                <a:gd name="csY105" fmla="*/ 23302 h 159954"/>
                <a:gd name="csX106" fmla="*/ 13807 w 233808"/>
                <a:gd name="csY106" fmla="*/ 20190 h 159954"/>
                <a:gd name="csX107" fmla="*/ 10728 w 233808"/>
                <a:gd name="csY107" fmla="*/ 17529 h 159954"/>
                <a:gd name="csX108" fmla="*/ 4578 w 233808"/>
                <a:gd name="csY108" fmla="*/ 15305 h 159954"/>
                <a:gd name="csX109" fmla="*/ 13807 w 233808"/>
                <a:gd name="csY109" fmla="*/ 13527 h 159954"/>
                <a:gd name="csX110" fmla="*/ 24061 w 233808"/>
                <a:gd name="csY110" fmla="*/ 13527 h 159954"/>
                <a:gd name="csX111" fmla="*/ 20983 w 233808"/>
                <a:gd name="csY111" fmla="*/ 16639 h 159954"/>
                <a:gd name="csX112" fmla="*/ 34316 w 233808"/>
                <a:gd name="csY112" fmla="*/ 17084 h 159954"/>
                <a:gd name="csX113" fmla="*/ 34316 w 233808"/>
                <a:gd name="csY113" fmla="*/ 12637 h 159954"/>
                <a:gd name="csX114" fmla="*/ 56877 w 233808"/>
                <a:gd name="csY114" fmla="*/ 12637 h 159954"/>
                <a:gd name="csX115" fmla="*/ 64053 w 233808"/>
                <a:gd name="csY115" fmla="*/ 11303 h 159954"/>
                <a:gd name="csX116" fmla="*/ 71236 w 233808"/>
                <a:gd name="csY116" fmla="*/ 12193 h 159954"/>
                <a:gd name="csX117" fmla="*/ 68158 w 233808"/>
                <a:gd name="csY117" fmla="*/ 17084 h 159954"/>
                <a:gd name="csX118" fmla="*/ 60975 w 233808"/>
                <a:gd name="csY118" fmla="*/ 19752 h 159954"/>
                <a:gd name="csX119" fmla="*/ 41492 w 233808"/>
                <a:gd name="csY119" fmla="*/ 22413 h 159954"/>
                <a:gd name="csX120" fmla="*/ 41492 w 233808"/>
                <a:gd name="csY120" fmla="*/ 25526 h 159954"/>
                <a:gd name="csX121" fmla="*/ 54825 w 233808"/>
                <a:gd name="csY121" fmla="*/ 25526 h 159954"/>
                <a:gd name="csX122" fmla="*/ 56877 w 233808"/>
                <a:gd name="csY122" fmla="*/ 27749 h 159954"/>
                <a:gd name="csX123" fmla="*/ 56877 w 233808"/>
                <a:gd name="csY123" fmla="*/ 31299 h 159954"/>
                <a:gd name="csX124" fmla="*/ 66105 w 233808"/>
                <a:gd name="csY124" fmla="*/ 33523 h 159954"/>
                <a:gd name="csX125" fmla="*/ 68158 w 233808"/>
                <a:gd name="csY125" fmla="*/ 38852 h 159954"/>
                <a:gd name="csX126" fmla="*/ 77386 w 233808"/>
                <a:gd name="csY126" fmla="*/ 44632 h 159954"/>
                <a:gd name="csX127" fmla="*/ 80465 w 233808"/>
                <a:gd name="csY127" fmla="*/ 38407 h 159954"/>
                <a:gd name="csX128" fmla="*/ 75334 w 233808"/>
                <a:gd name="csY128" fmla="*/ 34412 h 159954"/>
                <a:gd name="csX129" fmla="*/ 69184 w 233808"/>
                <a:gd name="csY129" fmla="*/ 28638 h 159954"/>
                <a:gd name="csX130" fmla="*/ 76360 w 233808"/>
                <a:gd name="csY130" fmla="*/ 22413 h 159954"/>
                <a:gd name="csX131" fmla="*/ 81491 w 233808"/>
                <a:gd name="csY131" fmla="*/ 18863 h 159954"/>
                <a:gd name="csX132" fmla="*/ 82510 w 233808"/>
                <a:gd name="csY132" fmla="*/ 15750 h 159954"/>
                <a:gd name="csX133" fmla="*/ 92764 w 233808"/>
                <a:gd name="csY133" fmla="*/ 16195 h 159954"/>
                <a:gd name="csX134" fmla="*/ 96869 w 233808"/>
                <a:gd name="csY134" fmla="*/ 21968 h 159954"/>
                <a:gd name="csX135" fmla="*/ 100967 w 233808"/>
                <a:gd name="csY135" fmla="*/ 25526 h 159954"/>
                <a:gd name="csX136" fmla="*/ 101993 w 233808"/>
                <a:gd name="csY136" fmla="*/ 31299 h 159954"/>
                <a:gd name="csX137" fmla="*/ 104045 w 233808"/>
                <a:gd name="csY137" fmla="*/ 35301 h 159954"/>
                <a:gd name="csX138" fmla="*/ 105071 w 233808"/>
                <a:gd name="csY138" fmla="*/ 46411 h 159954"/>
                <a:gd name="csX139" fmla="*/ 112247 w 233808"/>
                <a:gd name="csY139" fmla="*/ 50406 h 159954"/>
                <a:gd name="csX140" fmla="*/ 114300 w 233808"/>
                <a:gd name="csY140" fmla="*/ 54853 h 159954"/>
                <a:gd name="csX141" fmla="*/ 121476 w 233808"/>
                <a:gd name="csY141" fmla="*/ 57958 h 159954"/>
                <a:gd name="csX142" fmla="*/ 126606 w 233808"/>
                <a:gd name="csY142" fmla="*/ 56624 h 159954"/>
                <a:gd name="csX143" fmla="*/ 124561 w 233808"/>
                <a:gd name="csY143" fmla="*/ 49072 h 159954"/>
                <a:gd name="csX144" fmla="*/ 112254 w 233808"/>
                <a:gd name="csY144" fmla="*/ 39296 h 159954"/>
                <a:gd name="csX145" fmla="*/ 115326 w 233808"/>
                <a:gd name="csY145" fmla="*/ 26860 h 159954"/>
                <a:gd name="csX146" fmla="*/ 113274 w 233808"/>
                <a:gd name="csY146" fmla="*/ 24636 h 159954"/>
                <a:gd name="csX147" fmla="*/ 109176 w 233808"/>
                <a:gd name="csY147" fmla="*/ 5530 h 159954"/>
                <a:gd name="csX148" fmla="*/ 115326 w 233808"/>
                <a:gd name="csY148" fmla="*/ 3751 h 159954"/>
                <a:gd name="csX149" fmla="*/ 119430 w 233808"/>
                <a:gd name="csY149" fmla="*/ 201 h 159954"/>
                <a:gd name="csX150" fmla="*/ 131737 w 233808"/>
                <a:gd name="csY150" fmla="*/ 1090 h 159954"/>
                <a:gd name="csX151" fmla="*/ 134816 w 233808"/>
                <a:gd name="csY151" fmla="*/ 3751 h 159954"/>
                <a:gd name="csX152" fmla="*/ 133789 w 233808"/>
                <a:gd name="csY152" fmla="*/ 7753 h 159954"/>
                <a:gd name="csX153" fmla="*/ 149168 w 233808"/>
                <a:gd name="csY153" fmla="*/ 9087 h 159954"/>
                <a:gd name="csX154" fmla="*/ 157370 w 233808"/>
                <a:gd name="csY154" fmla="*/ 16195 h 159954"/>
                <a:gd name="csX155" fmla="*/ 152246 w 233808"/>
                <a:gd name="csY155" fmla="*/ 20197 h 159954"/>
                <a:gd name="csX156" fmla="*/ 152246 w 233808"/>
                <a:gd name="csY156" fmla="*/ 24636 h 159954"/>
                <a:gd name="csX157" fmla="*/ 149168 w 233808"/>
                <a:gd name="csY157" fmla="*/ 27749 h 159954"/>
                <a:gd name="csX158" fmla="*/ 153272 w 233808"/>
                <a:gd name="csY158" fmla="*/ 29528 h 159954"/>
                <a:gd name="csX159" fmla="*/ 162501 w 233808"/>
                <a:gd name="csY159" fmla="*/ 23747 h 159954"/>
                <a:gd name="csX160" fmla="*/ 170703 w 233808"/>
                <a:gd name="csY160" fmla="*/ 25081 h 159954"/>
                <a:gd name="csX161" fmla="*/ 176853 w 233808"/>
                <a:gd name="csY161" fmla="*/ 33967 h 159954"/>
                <a:gd name="csX162" fmla="*/ 177879 w 233808"/>
                <a:gd name="csY162" fmla="*/ 42409 h 159954"/>
                <a:gd name="csX163" fmla="*/ 179931 w 233808"/>
                <a:gd name="csY163" fmla="*/ 43743 h 159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Lst>
              <a:rect l="l" t="t" r="r" b="b"/>
              <a:pathLst>
                <a:path w="233808" h="159954">
                  <a:moveTo>
                    <a:pt x="179931" y="43743"/>
                  </a:moveTo>
                  <a:lnTo>
                    <a:pt x="194290" y="45077"/>
                  </a:lnTo>
                  <a:lnTo>
                    <a:pt x="199414" y="51740"/>
                  </a:lnTo>
                  <a:lnTo>
                    <a:pt x="208643" y="54408"/>
                  </a:lnTo>
                  <a:lnTo>
                    <a:pt x="236335" y="59292"/>
                  </a:lnTo>
                  <a:lnTo>
                    <a:pt x="229152" y="63739"/>
                  </a:lnTo>
                  <a:lnTo>
                    <a:pt x="213773" y="68179"/>
                  </a:lnTo>
                  <a:lnTo>
                    <a:pt x="190186" y="73515"/>
                  </a:lnTo>
                  <a:lnTo>
                    <a:pt x="180958" y="80622"/>
                  </a:lnTo>
                  <a:lnTo>
                    <a:pt x="179931" y="95282"/>
                  </a:lnTo>
                  <a:lnTo>
                    <a:pt x="167625" y="99284"/>
                  </a:lnTo>
                  <a:lnTo>
                    <a:pt x="169677" y="104613"/>
                  </a:lnTo>
                  <a:lnTo>
                    <a:pt x="164546" y="120607"/>
                  </a:lnTo>
                  <a:lnTo>
                    <a:pt x="149168" y="126388"/>
                  </a:lnTo>
                  <a:lnTo>
                    <a:pt x="149168" y="140603"/>
                  </a:lnTo>
                  <a:lnTo>
                    <a:pt x="141985" y="145939"/>
                  </a:lnTo>
                  <a:lnTo>
                    <a:pt x="135835" y="154819"/>
                  </a:lnTo>
                  <a:lnTo>
                    <a:pt x="135835" y="159710"/>
                  </a:lnTo>
                  <a:lnTo>
                    <a:pt x="129678" y="160155"/>
                  </a:lnTo>
                  <a:lnTo>
                    <a:pt x="114300" y="153936"/>
                  </a:lnTo>
                  <a:lnTo>
                    <a:pt x="113274" y="149934"/>
                  </a:lnTo>
                  <a:lnTo>
                    <a:pt x="121476" y="146377"/>
                  </a:lnTo>
                  <a:lnTo>
                    <a:pt x="115326" y="143716"/>
                  </a:lnTo>
                  <a:lnTo>
                    <a:pt x="109169" y="144599"/>
                  </a:lnTo>
                  <a:lnTo>
                    <a:pt x="108143" y="146377"/>
                  </a:lnTo>
                  <a:lnTo>
                    <a:pt x="98914" y="145933"/>
                  </a:lnTo>
                  <a:lnTo>
                    <a:pt x="93791" y="141937"/>
                  </a:lnTo>
                  <a:lnTo>
                    <a:pt x="93791" y="139269"/>
                  </a:lnTo>
                  <a:lnTo>
                    <a:pt x="80458" y="136602"/>
                  </a:lnTo>
                  <a:lnTo>
                    <a:pt x="77379" y="128605"/>
                  </a:lnTo>
                  <a:lnTo>
                    <a:pt x="68151" y="122831"/>
                  </a:lnTo>
                  <a:lnTo>
                    <a:pt x="72255" y="117946"/>
                  </a:lnTo>
                  <a:lnTo>
                    <a:pt x="82510" y="117502"/>
                  </a:lnTo>
                  <a:lnTo>
                    <a:pt x="89686" y="120607"/>
                  </a:lnTo>
                  <a:lnTo>
                    <a:pt x="107117" y="121052"/>
                  </a:lnTo>
                  <a:lnTo>
                    <a:pt x="106097" y="118391"/>
                  </a:lnTo>
                  <a:lnTo>
                    <a:pt x="90712" y="116168"/>
                  </a:lnTo>
                  <a:lnTo>
                    <a:pt x="93791" y="114389"/>
                  </a:lnTo>
                  <a:lnTo>
                    <a:pt x="106097" y="113500"/>
                  </a:lnTo>
                  <a:lnTo>
                    <a:pt x="117378" y="110832"/>
                  </a:lnTo>
                  <a:lnTo>
                    <a:pt x="130704" y="109060"/>
                  </a:lnTo>
                  <a:lnTo>
                    <a:pt x="132756" y="105947"/>
                  </a:lnTo>
                  <a:lnTo>
                    <a:pt x="122502" y="103724"/>
                  </a:lnTo>
                  <a:lnTo>
                    <a:pt x="111221" y="107726"/>
                  </a:lnTo>
                  <a:lnTo>
                    <a:pt x="97895" y="107281"/>
                  </a:lnTo>
                  <a:lnTo>
                    <a:pt x="85588" y="110387"/>
                  </a:lnTo>
                  <a:lnTo>
                    <a:pt x="80458" y="109942"/>
                  </a:lnTo>
                  <a:lnTo>
                    <a:pt x="71229" y="113944"/>
                  </a:lnTo>
                  <a:lnTo>
                    <a:pt x="63027" y="111721"/>
                  </a:lnTo>
                  <a:lnTo>
                    <a:pt x="70203" y="106392"/>
                  </a:lnTo>
                  <a:lnTo>
                    <a:pt x="65079" y="102835"/>
                  </a:lnTo>
                  <a:lnTo>
                    <a:pt x="65079" y="97950"/>
                  </a:lnTo>
                  <a:lnTo>
                    <a:pt x="79432" y="97061"/>
                  </a:lnTo>
                  <a:lnTo>
                    <a:pt x="85588" y="91732"/>
                  </a:lnTo>
                  <a:lnTo>
                    <a:pt x="96869" y="92170"/>
                  </a:lnTo>
                  <a:lnTo>
                    <a:pt x="100967" y="89509"/>
                  </a:lnTo>
                  <a:lnTo>
                    <a:pt x="97895" y="85951"/>
                  </a:lnTo>
                  <a:lnTo>
                    <a:pt x="104045" y="85062"/>
                  </a:lnTo>
                  <a:lnTo>
                    <a:pt x="121476" y="84617"/>
                  </a:lnTo>
                  <a:lnTo>
                    <a:pt x="136861" y="81512"/>
                  </a:lnTo>
                  <a:lnTo>
                    <a:pt x="139939" y="78844"/>
                  </a:lnTo>
                  <a:lnTo>
                    <a:pt x="131730" y="78844"/>
                  </a:lnTo>
                  <a:lnTo>
                    <a:pt x="124554" y="80178"/>
                  </a:lnTo>
                  <a:lnTo>
                    <a:pt x="118404" y="78844"/>
                  </a:lnTo>
                  <a:lnTo>
                    <a:pt x="127633" y="74404"/>
                  </a:lnTo>
                  <a:lnTo>
                    <a:pt x="135835" y="69957"/>
                  </a:lnTo>
                  <a:lnTo>
                    <a:pt x="128659" y="68623"/>
                  </a:lnTo>
                  <a:lnTo>
                    <a:pt x="123528" y="71291"/>
                  </a:lnTo>
                  <a:lnTo>
                    <a:pt x="111221" y="76620"/>
                  </a:lnTo>
                  <a:lnTo>
                    <a:pt x="104045" y="76620"/>
                  </a:lnTo>
                  <a:lnTo>
                    <a:pt x="104045" y="70402"/>
                  </a:lnTo>
                  <a:lnTo>
                    <a:pt x="110202" y="65955"/>
                  </a:lnTo>
                  <a:lnTo>
                    <a:pt x="101993" y="63294"/>
                  </a:lnTo>
                  <a:lnTo>
                    <a:pt x="95843" y="66400"/>
                  </a:lnTo>
                  <a:lnTo>
                    <a:pt x="87641" y="66400"/>
                  </a:lnTo>
                  <a:lnTo>
                    <a:pt x="83536" y="69513"/>
                  </a:lnTo>
                  <a:lnTo>
                    <a:pt x="87641" y="74404"/>
                  </a:lnTo>
                  <a:lnTo>
                    <a:pt x="87641" y="82846"/>
                  </a:lnTo>
                  <a:lnTo>
                    <a:pt x="81484" y="83728"/>
                  </a:lnTo>
                  <a:lnTo>
                    <a:pt x="60975" y="88619"/>
                  </a:lnTo>
                  <a:lnTo>
                    <a:pt x="49694" y="87730"/>
                  </a:lnTo>
                  <a:lnTo>
                    <a:pt x="47642" y="85062"/>
                  </a:lnTo>
                  <a:lnTo>
                    <a:pt x="35342" y="80622"/>
                  </a:lnTo>
                  <a:lnTo>
                    <a:pt x="40466" y="77065"/>
                  </a:lnTo>
                  <a:lnTo>
                    <a:pt x="53799" y="77954"/>
                  </a:lnTo>
                  <a:lnTo>
                    <a:pt x="52772" y="75731"/>
                  </a:lnTo>
                  <a:lnTo>
                    <a:pt x="39440" y="74404"/>
                  </a:lnTo>
                  <a:lnTo>
                    <a:pt x="30211" y="73959"/>
                  </a:lnTo>
                  <a:lnTo>
                    <a:pt x="25087" y="67289"/>
                  </a:lnTo>
                  <a:lnTo>
                    <a:pt x="29185" y="64184"/>
                  </a:lnTo>
                  <a:lnTo>
                    <a:pt x="19957" y="61071"/>
                  </a:lnTo>
                  <a:lnTo>
                    <a:pt x="22009" y="57514"/>
                  </a:lnTo>
                  <a:lnTo>
                    <a:pt x="29185" y="56624"/>
                  </a:lnTo>
                  <a:lnTo>
                    <a:pt x="34316" y="55742"/>
                  </a:lnTo>
                  <a:lnTo>
                    <a:pt x="34316" y="53519"/>
                  </a:lnTo>
                  <a:lnTo>
                    <a:pt x="27140" y="52629"/>
                  </a:lnTo>
                  <a:lnTo>
                    <a:pt x="26113" y="43743"/>
                  </a:lnTo>
                  <a:lnTo>
                    <a:pt x="30211" y="39296"/>
                  </a:lnTo>
                  <a:lnTo>
                    <a:pt x="24061" y="37525"/>
                  </a:lnTo>
                  <a:lnTo>
                    <a:pt x="18930" y="39296"/>
                  </a:lnTo>
                  <a:lnTo>
                    <a:pt x="19957" y="43298"/>
                  </a:lnTo>
                  <a:lnTo>
                    <a:pt x="13807" y="46404"/>
                  </a:lnTo>
                  <a:lnTo>
                    <a:pt x="6624" y="45522"/>
                  </a:lnTo>
                  <a:lnTo>
                    <a:pt x="9702" y="41520"/>
                  </a:lnTo>
                  <a:lnTo>
                    <a:pt x="2526" y="37525"/>
                  </a:lnTo>
                  <a:lnTo>
                    <a:pt x="3552" y="23302"/>
                  </a:lnTo>
                  <a:lnTo>
                    <a:pt x="13807" y="20190"/>
                  </a:lnTo>
                  <a:lnTo>
                    <a:pt x="10728" y="17529"/>
                  </a:lnTo>
                  <a:lnTo>
                    <a:pt x="4578" y="15305"/>
                  </a:lnTo>
                  <a:lnTo>
                    <a:pt x="13807" y="13527"/>
                  </a:lnTo>
                  <a:lnTo>
                    <a:pt x="24061" y="13527"/>
                  </a:lnTo>
                  <a:lnTo>
                    <a:pt x="20983" y="16639"/>
                  </a:lnTo>
                  <a:lnTo>
                    <a:pt x="34316" y="17084"/>
                  </a:lnTo>
                  <a:lnTo>
                    <a:pt x="34316" y="12637"/>
                  </a:lnTo>
                  <a:lnTo>
                    <a:pt x="56877" y="12637"/>
                  </a:lnTo>
                  <a:lnTo>
                    <a:pt x="64053" y="11303"/>
                  </a:lnTo>
                  <a:lnTo>
                    <a:pt x="71236" y="12193"/>
                  </a:lnTo>
                  <a:lnTo>
                    <a:pt x="68158" y="17084"/>
                  </a:lnTo>
                  <a:lnTo>
                    <a:pt x="60975" y="19752"/>
                  </a:lnTo>
                  <a:lnTo>
                    <a:pt x="41492" y="22413"/>
                  </a:lnTo>
                  <a:lnTo>
                    <a:pt x="41492" y="25526"/>
                  </a:lnTo>
                  <a:lnTo>
                    <a:pt x="54825" y="25526"/>
                  </a:lnTo>
                  <a:lnTo>
                    <a:pt x="56877" y="27749"/>
                  </a:lnTo>
                  <a:lnTo>
                    <a:pt x="56877" y="31299"/>
                  </a:lnTo>
                  <a:lnTo>
                    <a:pt x="66105" y="33523"/>
                  </a:lnTo>
                  <a:lnTo>
                    <a:pt x="68158" y="38852"/>
                  </a:lnTo>
                  <a:lnTo>
                    <a:pt x="77386" y="44632"/>
                  </a:lnTo>
                  <a:lnTo>
                    <a:pt x="80465" y="38407"/>
                  </a:lnTo>
                  <a:lnTo>
                    <a:pt x="75334" y="34412"/>
                  </a:lnTo>
                  <a:lnTo>
                    <a:pt x="69184" y="28638"/>
                  </a:lnTo>
                  <a:lnTo>
                    <a:pt x="76360" y="22413"/>
                  </a:lnTo>
                  <a:lnTo>
                    <a:pt x="81491" y="18863"/>
                  </a:lnTo>
                  <a:lnTo>
                    <a:pt x="82510" y="15750"/>
                  </a:lnTo>
                  <a:lnTo>
                    <a:pt x="92764" y="16195"/>
                  </a:lnTo>
                  <a:lnTo>
                    <a:pt x="96869" y="21968"/>
                  </a:lnTo>
                  <a:lnTo>
                    <a:pt x="100967" y="25526"/>
                  </a:lnTo>
                  <a:lnTo>
                    <a:pt x="101993" y="31299"/>
                  </a:lnTo>
                  <a:lnTo>
                    <a:pt x="104045" y="35301"/>
                  </a:lnTo>
                  <a:lnTo>
                    <a:pt x="105071" y="46411"/>
                  </a:lnTo>
                  <a:lnTo>
                    <a:pt x="112247" y="50406"/>
                  </a:lnTo>
                  <a:lnTo>
                    <a:pt x="114300" y="54853"/>
                  </a:lnTo>
                  <a:lnTo>
                    <a:pt x="121476" y="57958"/>
                  </a:lnTo>
                  <a:lnTo>
                    <a:pt x="126606" y="56624"/>
                  </a:lnTo>
                  <a:lnTo>
                    <a:pt x="124561" y="49072"/>
                  </a:lnTo>
                  <a:lnTo>
                    <a:pt x="112254" y="39296"/>
                  </a:lnTo>
                  <a:lnTo>
                    <a:pt x="115326" y="26860"/>
                  </a:lnTo>
                  <a:lnTo>
                    <a:pt x="113274" y="24636"/>
                  </a:lnTo>
                  <a:lnTo>
                    <a:pt x="109176" y="5530"/>
                  </a:lnTo>
                  <a:lnTo>
                    <a:pt x="115326" y="3751"/>
                  </a:lnTo>
                  <a:lnTo>
                    <a:pt x="119430" y="201"/>
                  </a:lnTo>
                  <a:lnTo>
                    <a:pt x="131737" y="1090"/>
                  </a:lnTo>
                  <a:lnTo>
                    <a:pt x="134816" y="3751"/>
                  </a:lnTo>
                  <a:lnTo>
                    <a:pt x="133789" y="7753"/>
                  </a:lnTo>
                  <a:lnTo>
                    <a:pt x="149168" y="9087"/>
                  </a:lnTo>
                  <a:lnTo>
                    <a:pt x="157370" y="16195"/>
                  </a:lnTo>
                  <a:lnTo>
                    <a:pt x="152246" y="20197"/>
                  </a:lnTo>
                  <a:lnTo>
                    <a:pt x="152246" y="24636"/>
                  </a:lnTo>
                  <a:lnTo>
                    <a:pt x="149168" y="27749"/>
                  </a:lnTo>
                  <a:lnTo>
                    <a:pt x="153272" y="29528"/>
                  </a:lnTo>
                  <a:lnTo>
                    <a:pt x="162501" y="23747"/>
                  </a:lnTo>
                  <a:lnTo>
                    <a:pt x="170703" y="25081"/>
                  </a:lnTo>
                  <a:lnTo>
                    <a:pt x="176853" y="33967"/>
                  </a:lnTo>
                  <a:lnTo>
                    <a:pt x="177879" y="42409"/>
                  </a:lnTo>
                  <a:lnTo>
                    <a:pt x="179931" y="437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2" name="Forme libre : forme 120">
              <a:extLst>
                <a:ext uri="{FF2B5EF4-FFF2-40B4-BE49-F238E27FC236}">
                  <a16:creationId xmlns:a16="http://schemas.microsoft.com/office/drawing/2014/main" id="{372347B7-8089-29A9-CC70-66104C2539AC}"/>
                </a:ext>
              </a:extLst>
            </p:cNvPr>
            <p:cNvSpPr/>
            <p:nvPr/>
          </p:nvSpPr>
          <p:spPr>
            <a:xfrm>
              <a:off x="6042880" y="2214186"/>
              <a:ext cx="32815" cy="15549"/>
            </a:xfrm>
            <a:custGeom>
              <a:avLst/>
              <a:gdLst>
                <a:gd name="csX0" fmla="*/ 33353 w 32815"/>
                <a:gd name="csY0" fmla="*/ 196 h 15549"/>
                <a:gd name="csX1" fmla="*/ 22072 w 32815"/>
                <a:gd name="csY1" fmla="*/ 196 h 15549"/>
                <a:gd name="csX2" fmla="*/ 12844 w 32815"/>
                <a:gd name="csY2" fmla="*/ 4198 h 15549"/>
                <a:gd name="csX3" fmla="*/ 6687 w 32815"/>
                <a:gd name="csY3" fmla="*/ 4643 h 15549"/>
                <a:gd name="csX4" fmla="*/ 2589 w 32815"/>
                <a:gd name="csY4" fmla="*/ 7749 h 15549"/>
                <a:gd name="csX5" fmla="*/ 9765 w 32815"/>
                <a:gd name="csY5" fmla="*/ 15746 h 15549"/>
                <a:gd name="csX6" fmla="*/ 35405 w 32815"/>
                <a:gd name="csY6" fmla="*/ 13967 h 15549"/>
                <a:gd name="csX7" fmla="*/ 33353 w 32815"/>
                <a:gd name="csY7" fmla="*/ 196 h 155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815" h="15549">
                  <a:moveTo>
                    <a:pt x="33353" y="196"/>
                  </a:moveTo>
                  <a:lnTo>
                    <a:pt x="22072" y="196"/>
                  </a:lnTo>
                  <a:lnTo>
                    <a:pt x="12844" y="4198"/>
                  </a:lnTo>
                  <a:lnTo>
                    <a:pt x="6687" y="4643"/>
                  </a:lnTo>
                  <a:lnTo>
                    <a:pt x="2589" y="7749"/>
                  </a:lnTo>
                  <a:lnTo>
                    <a:pt x="9765" y="15746"/>
                  </a:lnTo>
                  <a:lnTo>
                    <a:pt x="35405" y="13967"/>
                  </a:lnTo>
                  <a:lnTo>
                    <a:pt x="33353" y="1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3" name="Forme libre : forme 121">
              <a:extLst>
                <a:ext uri="{FF2B5EF4-FFF2-40B4-BE49-F238E27FC236}">
                  <a16:creationId xmlns:a16="http://schemas.microsoft.com/office/drawing/2014/main" id="{D8B42A77-672E-9032-0586-81C9D5010C68}"/>
                </a:ext>
              </a:extLst>
            </p:cNvPr>
            <p:cNvSpPr/>
            <p:nvPr/>
          </p:nvSpPr>
          <p:spPr>
            <a:xfrm>
              <a:off x="6045952" y="2230180"/>
              <a:ext cx="87166" cy="45321"/>
            </a:xfrm>
            <a:custGeom>
              <a:avLst/>
              <a:gdLst>
                <a:gd name="csX0" fmla="*/ 47728 w 87166"/>
                <a:gd name="csY0" fmla="*/ 217 h 45321"/>
                <a:gd name="csX1" fmla="*/ 41572 w 87166"/>
                <a:gd name="csY1" fmla="*/ 1996 h 45321"/>
                <a:gd name="csX2" fmla="*/ 21069 w 87166"/>
                <a:gd name="csY2" fmla="*/ 2885 h 45321"/>
                <a:gd name="csX3" fmla="*/ 17991 w 87166"/>
                <a:gd name="csY3" fmla="*/ 5546 h 45321"/>
                <a:gd name="csX4" fmla="*/ 4658 w 87166"/>
                <a:gd name="csY4" fmla="*/ 5546 h 45321"/>
                <a:gd name="csX5" fmla="*/ 2606 w 87166"/>
                <a:gd name="csY5" fmla="*/ 9104 h 45321"/>
                <a:gd name="csX6" fmla="*/ 20043 w 87166"/>
                <a:gd name="csY6" fmla="*/ 13988 h 45321"/>
                <a:gd name="csX7" fmla="*/ 12860 w 87166"/>
                <a:gd name="csY7" fmla="*/ 17990 h 45321"/>
                <a:gd name="csX8" fmla="*/ 12860 w 87166"/>
                <a:gd name="csY8" fmla="*/ 29989 h 45321"/>
                <a:gd name="csX9" fmla="*/ 3632 w 87166"/>
                <a:gd name="csY9" fmla="*/ 34429 h 45321"/>
                <a:gd name="csX10" fmla="*/ 3632 w 87166"/>
                <a:gd name="csY10" fmla="*/ 38875 h 45321"/>
                <a:gd name="csX11" fmla="*/ 8763 w 87166"/>
                <a:gd name="csY11" fmla="*/ 41092 h 45321"/>
                <a:gd name="csX12" fmla="*/ 34395 w 87166"/>
                <a:gd name="csY12" fmla="*/ 33984 h 45321"/>
                <a:gd name="csX13" fmla="*/ 46702 w 87166"/>
                <a:gd name="csY13" fmla="*/ 34429 h 45321"/>
                <a:gd name="csX14" fmla="*/ 44650 w 87166"/>
                <a:gd name="csY14" fmla="*/ 36652 h 45321"/>
                <a:gd name="csX15" fmla="*/ 37474 w 87166"/>
                <a:gd name="csY15" fmla="*/ 40209 h 45321"/>
                <a:gd name="csX16" fmla="*/ 40552 w 87166"/>
                <a:gd name="csY16" fmla="*/ 45538 h 45321"/>
                <a:gd name="csX17" fmla="*/ 54905 w 87166"/>
                <a:gd name="csY17" fmla="*/ 41536 h 45321"/>
                <a:gd name="csX18" fmla="*/ 62081 w 87166"/>
                <a:gd name="csY18" fmla="*/ 37541 h 45321"/>
                <a:gd name="csX19" fmla="*/ 62081 w 87166"/>
                <a:gd name="csY19" fmla="*/ 31323 h 45321"/>
                <a:gd name="csX20" fmla="*/ 72342 w 87166"/>
                <a:gd name="csY20" fmla="*/ 25987 h 45321"/>
                <a:gd name="csX21" fmla="*/ 89773 w 87166"/>
                <a:gd name="csY21" fmla="*/ 24653 h 45321"/>
                <a:gd name="csX22" fmla="*/ 88747 w 87166"/>
                <a:gd name="csY22" fmla="*/ 21992 h 45321"/>
                <a:gd name="csX23" fmla="*/ 73368 w 87166"/>
                <a:gd name="csY23" fmla="*/ 17545 h 45321"/>
                <a:gd name="csX24" fmla="*/ 71316 w 87166"/>
                <a:gd name="csY24" fmla="*/ 19769 h 45321"/>
                <a:gd name="csX25" fmla="*/ 61061 w 87166"/>
                <a:gd name="csY25" fmla="*/ 19324 h 45321"/>
                <a:gd name="csX26" fmla="*/ 57983 w 87166"/>
                <a:gd name="csY26" fmla="*/ 14440 h 45321"/>
                <a:gd name="csX27" fmla="*/ 50807 w 87166"/>
                <a:gd name="csY27" fmla="*/ 12216 h 45321"/>
                <a:gd name="csX28" fmla="*/ 56957 w 87166"/>
                <a:gd name="csY28" fmla="*/ 3330 h 45321"/>
                <a:gd name="csX29" fmla="*/ 47728 w 87166"/>
                <a:gd name="csY29" fmla="*/ 217 h 4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87166" h="45321">
                  <a:moveTo>
                    <a:pt x="47728" y="217"/>
                  </a:moveTo>
                  <a:lnTo>
                    <a:pt x="41572" y="1996"/>
                  </a:lnTo>
                  <a:lnTo>
                    <a:pt x="21069" y="2885"/>
                  </a:lnTo>
                  <a:lnTo>
                    <a:pt x="17991" y="5546"/>
                  </a:lnTo>
                  <a:lnTo>
                    <a:pt x="4658" y="5546"/>
                  </a:lnTo>
                  <a:lnTo>
                    <a:pt x="2606" y="9104"/>
                  </a:lnTo>
                  <a:lnTo>
                    <a:pt x="20043" y="13988"/>
                  </a:lnTo>
                  <a:lnTo>
                    <a:pt x="12860" y="17990"/>
                  </a:lnTo>
                  <a:lnTo>
                    <a:pt x="12860" y="29989"/>
                  </a:lnTo>
                  <a:lnTo>
                    <a:pt x="3632" y="34429"/>
                  </a:lnTo>
                  <a:lnTo>
                    <a:pt x="3632" y="38875"/>
                  </a:lnTo>
                  <a:lnTo>
                    <a:pt x="8763" y="41092"/>
                  </a:lnTo>
                  <a:lnTo>
                    <a:pt x="34395" y="33984"/>
                  </a:lnTo>
                  <a:lnTo>
                    <a:pt x="46702" y="34429"/>
                  </a:lnTo>
                  <a:lnTo>
                    <a:pt x="44650" y="36652"/>
                  </a:lnTo>
                  <a:lnTo>
                    <a:pt x="37474" y="40209"/>
                  </a:lnTo>
                  <a:lnTo>
                    <a:pt x="40552" y="45538"/>
                  </a:lnTo>
                  <a:lnTo>
                    <a:pt x="54905" y="41536"/>
                  </a:lnTo>
                  <a:lnTo>
                    <a:pt x="62081" y="37541"/>
                  </a:lnTo>
                  <a:lnTo>
                    <a:pt x="62081" y="31323"/>
                  </a:lnTo>
                  <a:lnTo>
                    <a:pt x="72342" y="25987"/>
                  </a:lnTo>
                  <a:lnTo>
                    <a:pt x="89773" y="24653"/>
                  </a:lnTo>
                  <a:lnTo>
                    <a:pt x="88747" y="21992"/>
                  </a:lnTo>
                  <a:lnTo>
                    <a:pt x="73368" y="17545"/>
                  </a:lnTo>
                  <a:lnTo>
                    <a:pt x="71316" y="19769"/>
                  </a:lnTo>
                  <a:lnTo>
                    <a:pt x="61061" y="19324"/>
                  </a:lnTo>
                  <a:lnTo>
                    <a:pt x="57983" y="14440"/>
                  </a:lnTo>
                  <a:lnTo>
                    <a:pt x="50807" y="12216"/>
                  </a:lnTo>
                  <a:lnTo>
                    <a:pt x="56957" y="3330"/>
                  </a:lnTo>
                  <a:lnTo>
                    <a:pt x="47728"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4" name="Forme libre : forme 122">
              <a:extLst>
                <a:ext uri="{FF2B5EF4-FFF2-40B4-BE49-F238E27FC236}">
                  <a16:creationId xmlns:a16="http://schemas.microsoft.com/office/drawing/2014/main" id="{77A57EDF-1294-5F17-9614-C1D02E983B9F}"/>
                </a:ext>
              </a:extLst>
            </p:cNvPr>
            <p:cNvSpPr/>
            <p:nvPr/>
          </p:nvSpPr>
          <p:spPr>
            <a:xfrm>
              <a:off x="6034678" y="2189299"/>
              <a:ext cx="12306" cy="5780"/>
            </a:xfrm>
            <a:custGeom>
              <a:avLst/>
              <a:gdLst>
                <a:gd name="csX0" fmla="*/ 3601 w 12306"/>
                <a:gd name="csY0" fmla="*/ 3734 h 5780"/>
                <a:gd name="csX1" fmla="*/ 2575 w 12306"/>
                <a:gd name="csY1" fmla="*/ 622 h 5780"/>
                <a:gd name="csX2" fmla="*/ 7699 w 12306"/>
                <a:gd name="csY2" fmla="*/ 177 h 5780"/>
                <a:gd name="csX3" fmla="*/ 14882 w 12306"/>
                <a:gd name="csY3" fmla="*/ 2400 h 5780"/>
                <a:gd name="csX4" fmla="*/ 12830 w 12306"/>
                <a:gd name="csY4" fmla="*/ 5957 h 5780"/>
                <a:gd name="csX5" fmla="*/ 3601 w 12306"/>
                <a:gd name="csY5" fmla="*/ 3734 h 5780"/>
              </a:gdLst>
              <a:ahLst/>
              <a:cxnLst>
                <a:cxn ang="0">
                  <a:pos x="csX0" y="csY0"/>
                </a:cxn>
                <a:cxn ang="0">
                  <a:pos x="csX1" y="csY1"/>
                </a:cxn>
                <a:cxn ang="0">
                  <a:pos x="csX2" y="csY2"/>
                </a:cxn>
                <a:cxn ang="0">
                  <a:pos x="csX3" y="csY3"/>
                </a:cxn>
                <a:cxn ang="0">
                  <a:pos x="csX4" y="csY4"/>
                </a:cxn>
                <a:cxn ang="0">
                  <a:pos x="csX5" y="csY5"/>
                </a:cxn>
              </a:cxnLst>
              <a:rect l="l" t="t" r="r" b="b"/>
              <a:pathLst>
                <a:path w="12306" h="5780">
                  <a:moveTo>
                    <a:pt x="3601" y="3734"/>
                  </a:moveTo>
                  <a:lnTo>
                    <a:pt x="2575" y="622"/>
                  </a:lnTo>
                  <a:lnTo>
                    <a:pt x="7699" y="177"/>
                  </a:lnTo>
                  <a:lnTo>
                    <a:pt x="14882" y="2400"/>
                  </a:lnTo>
                  <a:lnTo>
                    <a:pt x="12830" y="5957"/>
                  </a:lnTo>
                  <a:lnTo>
                    <a:pt x="3601" y="37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5" name="Forme libre : forme 123">
              <a:extLst>
                <a:ext uri="{FF2B5EF4-FFF2-40B4-BE49-F238E27FC236}">
                  <a16:creationId xmlns:a16="http://schemas.microsoft.com/office/drawing/2014/main" id="{DCA2A4B7-8B7C-B0EC-3D44-C3042F172CD0}"/>
                </a:ext>
              </a:extLst>
            </p:cNvPr>
            <p:cNvSpPr/>
            <p:nvPr/>
          </p:nvSpPr>
          <p:spPr>
            <a:xfrm>
              <a:off x="5822404" y="2202187"/>
              <a:ext cx="37939" cy="31988"/>
            </a:xfrm>
            <a:custGeom>
              <a:avLst/>
              <a:gdLst>
                <a:gd name="csX0" fmla="*/ 11681 w 37939"/>
                <a:gd name="csY0" fmla="*/ 16187 h 31988"/>
                <a:gd name="csX1" fmla="*/ 7577 w 37939"/>
                <a:gd name="csY1" fmla="*/ 6411 h 31988"/>
                <a:gd name="csX2" fmla="*/ 2453 w 37939"/>
                <a:gd name="csY2" fmla="*/ 2416 h 31988"/>
                <a:gd name="csX3" fmla="*/ 9629 w 37939"/>
                <a:gd name="csY3" fmla="*/ 193 h 31988"/>
                <a:gd name="csX4" fmla="*/ 18857 w 37939"/>
                <a:gd name="csY4" fmla="*/ 3743 h 31988"/>
                <a:gd name="csX5" fmla="*/ 21936 w 37939"/>
                <a:gd name="csY5" fmla="*/ 14853 h 31988"/>
                <a:gd name="csX6" fmla="*/ 35269 w 37939"/>
                <a:gd name="csY6" fmla="*/ 22850 h 31988"/>
                <a:gd name="csX7" fmla="*/ 40393 w 37939"/>
                <a:gd name="csY7" fmla="*/ 26852 h 31988"/>
                <a:gd name="csX8" fmla="*/ 35269 w 37939"/>
                <a:gd name="csY8" fmla="*/ 32181 h 31988"/>
                <a:gd name="csX9" fmla="*/ 26040 w 37939"/>
                <a:gd name="csY9" fmla="*/ 29513 h 31988"/>
                <a:gd name="csX10" fmla="*/ 21936 w 37939"/>
                <a:gd name="csY10" fmla="*/ 23295 h 31988"/>
                <a:gd name="csX11" fmla="*/ 13734 w 37939"/>
                <a:gd name="csY11" fmla="*/ 19744 h 31988"/>
                <a:gd name="csX12" fmla="*/ 11681 w 37939"/>
                <a:gd name="csY12" fmla="*/ 16187 h 319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7939" h="31988">
                  <a:moveTo>
                    <a:pt x="11681" y="16187"/>
                  </a:moveTo>
                  <a:lnTo>
                    <a:pt x="7577" y="6411"/>
                  </a:lnTo>
                  <a:lnTo>
                    <a:pt x="2453" y="2416"/>
                  </a:lnTo>
                  <a:lnTo>
                    <a:pt x="9629" y="193"/>
                  </a:lnTo>
                  <a:lnTo>
                    <a:pt x="18857" y="3743"/>
                  </a:lnTo>
                  <a:lnTo>
                    <a:pt x="21936" y="14853"/>
                  </a:lnTo>
                  <a:lnTo>
                    <a:pt x="35269" y="22850"/>
                  </a:lnTo>
                  <a:lnTo>
                    <a:pt x="40393" y="26852"/>
                  </a:lnTo>
                  <a:lnTo>
                    <a:pt x="35269" y="32181"/>
                  </a:lnTo>
                  <a:lnTo>
                    <a:pt x="26040" y="29513"/>
                  </a:lnTo>
                  <a:lnTo>
                    <a:pt x="21936" y="23295"/>
                  </a:lnTo>
                  <a:lnTo>
                    <a:pt x="13734" y="19744"/>
                  </a:lnTo>
                  <a:lnTo>
                    <a:pt x="11681" y="161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6" name="Forme libre : forme 124">
              <a:extLst>
                <a:ext uri="{FF2B5EF4-FFF2-40B4-BE49-F238E27FC236}">
                  <a16:creationId xmlns:a16="http://schemas.microsoft.com/office/drawing/2014/main" id="{454719C3-E025-C1B0-0A95-9976F9883C8F}"/>
                </a:ext>
              </a:extLst>
            </p:cNvPr>
            <p:cNvSpPr/>
            <p:nvPr/>
          </p:nvSpPr>
          <p:spPr>
            <a:xfrm>
              <a:off x="6859658" y="2571665"/>
              <a:ext cx="33841" cy="19373"/>
            </a:xfrm>
            <a:custGeom>
              <a:avLst/>
              <a:gdLst>
                <a:gd name="csX0" fmla="*/ 12312 w 33841"/>
                <a:gd name="csY0" fmla="*/ 415 h 19373"/>
                <a:gd name="csX1" fmla="*/ 36926 w 33841"/>
                <a:gd name="csY1" fmla="*/ 11484 h 19373"/>
                <a:gd name="csX2" fmla="*/ 35387 w 33841"/>
                <a:gd name="csY2" fmla="*/ 19789 h 19373"/>
                <a:gd name="csX3" fmla="*/ 27691 w 33841"/>
                <a:gd name="csY3" fmla="*/ 19789 h 19373"/>
                <a:gd name="csX4" fmla="*/ 7695 w 33841"/>
                <a:gd name="csY4" fmla="*/ 11484 h 19373"/>
                <a:gd name="csX5" fmla="*/ 3084 w 33841"/>
                <a:gd name="csY5" fmla="*/ 4103 h 19373"/>
                <a:gd name="csX6" fmla="*/ 12312 w 33841"/>
                <a:gd name="csY6" fmla="*/ 415 h 193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19373">
                  <a:moveTo>
                    <a:pt x="12312" y="415"/>
                  </a:moveTo>
                  <a:lnTo>
                    <a:pt x="36926" y="11484"/>
                  </a:lnTo>
                  <a:lnTo>
                    <a:pt x="35387" y="19789"/>
                  </a:lnTo>
                  <a:lnTo>
                    <a:pt x="27691" y="19789"/>
                  </a:lnTo>
                  <a:lnTo>
                    <a:pt x="7695" y="11484"/>
                  </a:lnTo>
                  <a:lnTo>
                    <a:pt x="3084" y="4103"/>
                  </a:lnTo>
                  <a:lnTo>
                    <a:pt x="12312" y="4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7" name="Forme libre : forme 125">
              <a:extLst>
                <a:ext uri="{FF2B5EF4-FFF2-40B4-BE49-F238E27FC236}">
                  <a16:creationId xmlns:a16="http://schemas.microsoft.com/office/drawing/2014/main" id="{7FC0A3E8-4BBB-9274-D611-EEFDD239E127}"/>
                </a:ext>
              </a:extLst>
            </p:cNvPr>
            <p:cNvSpPr/>
            <p:nvPr/>
          </p:nvSpPr>
          <p:spPr>
            <a:xfrm>
              <a:off x="6748903" y="2286173"/>
              <a:ext cx="336873" cy="160959"/>
            </a:xfrm>
            <a:custGeom>
              <a:avLst/>
              <a:gdLst>
                <a:gd name="csX0" fmla="*/ 309240 w 336873"/>
                <a:gd name="csY0" fmla="*/ 295 h 160959"/>
                <a:gd name="csX1" fmla="*/ 336925 w 336873"/>
                <a:gd name="csY1" fmla="*/ 5624 h 160959"/>
                <a:gd name="csX2" fmla="*/ 340004 w 336873"/>
                <a:gd name="csY2" fmla="*/ 15626 h 160959"/>
                <a:gd name="csX3" fmla="*/ 330775 w 336873"/>
                <a:gd name="csY3" fmla="*/ 21625 h 160959"/>
                <a:gd name="csX4" fmla="*/ 332315 w 336873"/>
                <a:gd name="csY4" fmla="*/ 28952 h 160959"/>
                <a:gd name="csX5" fmla="*/ 310779 w 336873"/>
                <a:gd name="csY5" fmla="*/ 31620 h 160959"/>
                <a:gd name="csX6" fmla="*/ 283087 w 336873"/>
                <a:gd name="csY6" fmla="*/ 41614 h 160959"/>
                <a:gd name="csX7" fmla="*/ 253863 w 336873"/>
                <a:gd name="csY7" fmla="*/ 44952 h 160959"/>
                <a:gd name="csX8" fmla="*/ 244635 w 336873"/>
                <a:gd name="csY8" fmla="*/ 48284 h 160959"/>
                <a:gd name="csX9" fmla="*/ 221560 w 336873"/>
                <a:gd name="csY9" fmla="*/ 50945 h 160959"/>
                <a:gd name="csX10" fmla="*/ 218482 w 336873"/>
                <a:gd name="csY10" fmla="*/ 55611 h 160959"/>
                <a:gd name="csX11" fmla="*/ 200025 w 336873"/>
                <a:gd name="csY11" fmla="*/ 60276 h 160959"/>
                <a:gd name="csX12" fmla="*/ 189257 w 336873"/>
                <a:gd name="csY12" fmla="*/ 63608 h 160959"/>
                <a:gd name="csX13" fmla="*/ 180029 w 336873"/>
                <a:gd name="csY13" fmla="*/ 70278 h 160959"/>
                <a:gd name="csX14" fmla="*/ 153876 w 336873"/>
                <a:gd name="csY14" fmla="*/ 79164 h 160959"/>
                <a:gd name="csX15" fmla="*/ 153876 w 336873"/>
                <a:gd name="csY15" fmla="*/ 87462 h 160959"/>
                <a:gd name="csX16" fmla="*/ 144648 w 336873"/>
                <a:gd name="csY16" fmla="*/ 89309 h 160959"/>
                <a:gd name="csX17" fmla="*/ 143109 w 336873"/>
                <a:gd name="csY17" fmla="*/ 96690 h 160959"/>
                <a:gd name="csX18" fmla="*/ 123113 w 336873"/>
                <a:gd name="csY18" fmla="*/ 96683 h 160959"/>
                <a:gd name="csX19" fmla="*/ 120041 w 336873"/>
                <a:gd name="csY19" fmla="*/ 104065 h 160959"/>
                <a:gd name="csX20" fmla="*/ 110813 w 336873"/>
                <a:gd name="csY20" fmla="*/ 104065 h 160959"/>
                <a:gd name="csX21" fmla="*/ 110813 w 336873"/>
                <a:gd name="csY21" fmla="*/ 114210 h 160959"/>
                <a:gd name="csX22" fmla="*/ 103117 w 336873"/>
                <a:gd name="csY22" fmla="*/ 120668 h 160959"/>
                <a:gd name="csX23" fmla="*/ 93888 w 336873"/>
                <a:gd name="csY23" fmla="*/ 121591 h 160959"/>
                <a:gd name="csX24" fmla="*/ 92349 w 336873"/>
                <a:gd name="csY24" fmla="*/ 136354 h 160959"/>
                <a:gd name="csX25" fmla="*/ 70814 w 336873"/>
                <a:gd name="csY25" fmla="*/ 161255 h 160959"/>
                <a:gd name="csX26" fmla="*/ 53896 w 336873"/>
                <a:gd name="csY26" fmla="*/ 156644 h 160959"/>
                <a:gd name="csX27" fmla="*/ 49279 w 336873"/>
                <a:gd name="csY27" fmla="*/ 153880 h 160959"/>
                <a:gd name="csX28" fmla="*/ 24665 w 336873"/>
                <a:gd name="csY28" fmla="*/ 154804 h 160959"/>
                <a:gd name="csX29" fmla="*/ 21593 w 336873"/>
                <a:gd name="csY29" fmla="*/ 148339 h 160959"/>
                <a:gd name="csX30" fmla="*/ 30822 w 336873"/>
                <a:gd name="csY30" fmla="*/ 142812 h 160959"/>
                <a:gd name="csX31" fmla="*/ 43129 w 336873"/>
                <a:gd name="csY31" fmla="*/ 140041 h 160959"/>
                <a:gd name="csX32" fmla="*/ 41589 w 336873"/>
                <a:gd name="csY32" fmla="*/ 137271 h 160959"/>
                <a:gd name="csX33" fmla="*/ 16976 w 336873"/>
                <a:gd name="csY33" fmla="*/ 140965 h 160959"/>
                <a:gd name="csX34" fmla="*/ 3130 w 336873"/>
                <a:gd name="csY34" fmla="*/ 134507 h 160959"/>
                <a:gd name="csX35" fmla="*/ 9287 w 336873"/>
                <a:gd name="csY35" fmla="*/ 129896 h 160959"/>
                <a:gd name="csX36" fmla="*/ 21593 w 336873"/>
                <a:gd name="csY36" fmla="*/ 128973 h 160959"/>
                <a:gd name="csX37" fmla="*/ 26204 w 336873"/>
                <a:gd name="csY37" fmla="*/ 120668 h 160959"/>
                <a:gd name="csX38" fmla="*/ 32361 w 336873"/>
                <a:gd name="csY38" fmla="*/ 117904 h 160959"/>
                <a:gd name="csX39" fmla="*/ 44661 w 336873"/>
                <a:gd name="csY39" fmla="*/ 120668 h 160959"/>
                <a:gd name="csX40" fmla="*/ 53896 w 336873"/>
                <a:gd name="csY40" fmla="*/ 118827 h 160959"/>
                <a:gd name="csX41" fmla="*/ 43129 w 336873"/>
                <a:gd name="csY41" fmla="*/ 111446 h 160959"/>
                <a:gd name="csX42" fmla="*/ 46207 w 336873"/>
                <a:gd name="csY42" fmla="*/ 104065 h 160959"/>
                <a:gd name="csX43" fmla="*/ 60046 w 336873"/>
                <a:gd name="csY43" fmla="*/ 102218 h 160959"/>
                <a:gd name="csX44" fmla="*/ 50818 w 336873"/>
                <a:gd name="csY44" fmla="*/ 96683 h 160959"/>
                <a:gd name="csX45" fmla="*/ 56975 w 336873"/>
                <a:gd name="csY45" fmla="*/ 92996 h 160959"/>
                <a:gd name="csX46" fmla="*/ 63125 w 336873"/>
                <a:gd name="csY46" fmla="*/ 90226 h 160959"/>
                <a:gd name="csX47" fmla="*/ 50818 w 336873"/>
                <a:gd name="csY47" fmla="*/ 86538 h 160959"/>
                <a:gd name="csX48" fmla="*/ 49279 w 336873"/>
                <a:gd name="csY48" fmla="*/ 77317 h 160959"/>
                <a:gd name="csX49" fmla="*/ 43129 w 336873"/>
                <a:gd name="csY49" fmla="*/ 73623 h 160959"/>
                <a:gd name="csX50" fmla="*/ 52357 w 336873"/>
                <a:gd name="csY50" fmla="*/ 70859 h 160959"/>
                <a:gd name="csX51" fmla="*/ 64664 w 336873"/>
                <a:gd name="csY51" fmla="*/ 73623 h 160959"/>
                <a:gd name="csX52" fmla="*/ 78510 w 336873"/>
                <a:gd name="csY52" fmla="*/ 68944 h 160959"/>
                <a:gd name="csX53" fmla="*/ 78510 w 336873"/>
                <a:gd name="csY53" fmla="*/ 64278 h 160959"/>
                <a:gd name="csX54" fmla="*/ 98506 w 336873"/>
                <a:gd name="csY54" fmla="*/ 64278 h 160959"/>
                <a:gd name="csX55" fmla="*/ 104656 w 336873"/>
                <a:gd name="csY55" fmla="*/ 52279 h 160959"/>
                <a:gd name="csX56" fmla="*/ 112345 w 336873"/>
                <a:gd name="csY56" fmla="*/ 52279 h 160959"/>
                <a:gd name="csX57" fmla="*/ 112345 w 336873"/>
                <a:gd name="csY57" fmla="*/ 46950 h 160959"/>
                <a:gd name="csX58" fmla="*/ 132348 w 336873"/>
                <a:gd name="csY58" fmla="*/ 44946 h 160959"/>
                <a:gd name="csX59" fmla="*/ 144648 w 336873"/>
                <a:gd name="csY59" fmla="*/ 36949 h 160959"/>
                <a:gd name="csX60" fmla="*/ 156955 w 336873"/>
                <a:gd name="csY60" fmla="*/ 36285 h 160959"/>
                <a:gd name="csX61" fmla="*/ 156955 w 336873"/>
                <a:gd name="csY61" fmla="*/ 40287 h 160959"/>
                <a:gd name="csX62" fmla="*/ 170801 w 336873"/>
                <a:gd name="csY62" fmla="*/ 38283 h 160959"/>
                <a:gd name="csX63" fmla="*/ 161572 w 336873"/>
                <a:gd name="csY63" fmla="*/ 34288 h 160959"/>
                <a:gd name="csX64" fmla="*/ 167722 w 336873"/>
                <a:gd name="csY64" fmla="*/ 28952 h 160959"/>
                <a:gd name="csX65" fmla="*/ 192336 w 336873"/>
                <a:gd name="csY65" fmla="*/ 28288 h 160959"/>
                <a:gd name="csX66" fmla="*/ 193875 w 336873"/>
                <a:gd name="csY66" fmla="*/ 32283 h 160959"/>
                <a:gd name="csX67" fmla="*/ 216949 w 336873"/>
                <a:gd name="csY67" fmla="*/ 26954 h 160959"/>
                <a:gd name="csX68" fmla="*/ 270781 w 336873"/>
                <a:gd name="csY68" fmla="*/ 16959 h 160959"/>
                <a:gd name="csX69" fmla="*/ 273866 w 336873"/>
                <a:gd name="csY69" fmla="*/ 6958 h 160959"/>
                <a:gd name="csX70" fmla="*/ 290783 w 336873"/>
                <a:gd name="csY70" fmla="*/ 4961 h 160959"/>
                <a:gd name="csX71" fmla="*/ 309240 w 336873"/>
                <a:gd name="csY71" fmla="*/ 295 h 1609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Lst>
              <a:rect l="l" t="t" r="r" b="b"/>
              <a:pathLst>
                <a:path w="336873" h="160959">
                  <a:moveTo>
                    <a:pt x="309240" y="295"/>
                  </a:moveTo>
                  <a:lnTo>
                    <a:pt x="336925" y="5624"/>
                  </a:lnTo>
                  <a:lnTo>
                    <a:pt x="340004" y="15626"/>
                  </a:lnTo>
                  <a:lnTo>
                    <a:pt x="330775" y="21625"/>
                  </a:lnTo>
                  <a:lnTo>
                    <a:pt x="332315" y="28952"/>
                  </a:lnTo>
                  <a:lnTo>
                    <a:pt x="310779" y="31620"/>
                  </a:lnTo>
                  <a:lnTo>
                    <a:pt x="283087" y="41614"/>
                  </a:lnTo>
                  <a:lnTo>
                    <a:pt x="253863" y="44952"/>
                  </a:lnTo>
                  <a:lnTo>
                    <a:pt x="244635" y="48284"/>
                  </a:lnTo>
                  <a:lnTo>
                    <a:pt x="221560" y="50945"/>
                  </a:lnTo>
                  <a:lnTo>
                    <a:pt x="218482" y="55611"/>
                  </a:lnTo>
                  <a:lnTo>
                    <a:pt x="200025" y="60276"/>
                  </a:lnTo>
                  <a:lnTo>
                    <a:pt x="189257" y="63608"/>
                  </a:lnTo>
                  <a:lnTo>
                    <a:pt x="180029" y="70278"/>
                  </a:lnTo>
                  <a:lnTo>
                    <a:pt x="153876" y="79164"/>
                  </a:lnTo>
                  <a:lnTo>
                    <a:pt x="153876" y="87462"/>
                  </a:lnTo>
                  <a:lnTo>
                    <a:pt x="144648" y="89309"/>
                  </a:lnTo>
                  <a:lnTo>
                    <a:pt x="143109" y="96690"/>
                  </a:lnTo>
                  <a:lnTo>
                    <a:pt x="123113" y="96683"/>
                  </a:lnTo>
                  <a:lnTo>
                    <a:pt x="120041" y="104065"/>
                  </a:lnTo>
                  <a:lnTo>
                    <a:pt x="110813" y="104065"/>
                  </a:lnTo>
                  <a:lnTo>
                    <a:pt x="110813" y="114210"/>
                  </a:lnTo>
                  <a:lnTo>
                    <a:pt x="103117" y="120668"/>
                  </a:lnTo>
                  <a:lnTo>
                    <a:pt x="93888" y="121591"/>
                  </a:lnTo>
                  <a:lnTo>
                    <a:pt x="92349" y="136354"/>
                  </a:lnTo>
                  <a:lnTo>
                    <a:pt x="70814" y="161255"/>
                  </a:lnTo>
                  <a:lnTo>
                    <a:pt x="53896" y="156644"/>
                  </a:lnTo>
                  <a:lnTo>
                    <a:pt x="49279" y="153880"/>
                  </a:lnTo>
                  <a:lnTo>
                    <a:pt x="24665" y="154804"/>
                  </a:lnTo>
                  <a:lnTo>
                    <a:pt x="21593" y="148339"/>
                  </a:lnTo>
                  <a:lnTo>
                    <a:pt x="30822" y="142812"/>
                  </a:lnTo>
                  <a:lnTo>
                    <a:pt x="43129" y="140041"/>
                  </a:lnTo>
                  <a:lnTo>
                    <a:pt x="41589" y="137271"/>
                  </a:lnTo>
                  <a:lnTo>
                    <a:pt x="16976" y="140965"/>
                  </a:lnTo>
                  <a:lnTo>
                    <a:pt x="3130" y="134507"/>
                  </a:lnTo>
                  <a:lnTo>
                    <a:pt x="9287" y="129896"/>
                  </a:lnTo>
                  <a:lnTo>
                    <a:pt x="21593" y="128973"/>
                  </a:lnTo>
                  <a:lnTo>
                    <a:pt x="26204" y="120668"/>
                  </a:lnTo>
                  <a:lnTo>
                    <a:pt x="32361" y="117904"/>
                  </a:lnTo>
                  <a:cubicBezTo>
                    <a:pt x="32361" y="117904"/>
                    <a:pt x="40050" y="118827"/>
                    <a:pt x="44661" y="120668"/>
                  </a:cubicBezTo>
                  <a:cubicBezTo>
                    <a:pt x="49279" y="122515"/>
                    <a:pt x="53896" y="118827"/>
                    <a:pt x="53896" y="118827"/>
                  </a:cubicBezTo>
                  <a:lnTo>
                    <a:pt x="43129" y="111446"/>
                  </a:lnTo>
                  <a:lnTo>
                    <a:pt x="46207" y="104065"/>
                  </a:lnTo>
                  <a:lnTo>
                    <a:pt x="60046" y="102218"/>
                  </a:lnTo>
                  <a:lnTo>
                    <a:pt x="50818" y="96683"/>
                  </a:lnTo>
                  <a:lnTo>
                    <a:pt x="56975" y="92996"/>
                  </a:lnTo>
                  <a:lnTo>
                    <a:pt x="63125" y="90226"/>
                  </a:lnTo>
                  <a:lnTo>
                    <a:pt x="50818" y="86538"/>
                  </a:lnTo>
                  <a:lnTo>
                    <a:pt x="49279" y="77317"/>
                  </a:lnTo>
                  <a:lnTo>
                    <a:pt x="43129" y="73623"/>
                  </a:lnTo>
                  <a:lnTo>
                    <a:pt x="52357" y="70859"/>
                  </a:lnTo>
                  <a:lnTo>
                    <a:pt x="64664" y="73623"/>
                  </a:lnTo>
                  <a:lnTo>
                    <a:pt x="78510" y="68944"/>
                  </a:lnTo>
                  <a:lnTo>
                    <a:pt x="78510" y="64278"/>
                  </a:lnTo>
                  <a:lnTo>
                    <a:pt x="98506" y="64278"/>
                  </a:lnTo>
                  <a:lnTo>
                    <a:pt x="104656" y="52279"/>
                  </a:lnTo>
                  <a:lnTo>
                    <a:pt x="112345" y="52279"/>
                  </a:lnTo>
                  <a:lnTo>
                    <a:pt x="112345" y="46950"/>
                  </a:lnTo>
                  <a:lnTo>
                    <a:pt x="132348" y="44946"/>
                  </a:lnTo>
                  <a:lnTo>
                    <a:pt x="144648" y="36949"/>
                  </a:lnTo>
                  <a:lnTo>
                    <a:pt x="156955" y="36285"/>
                  </a:lnTo>
                  <a:lnTo>
                    <a:pt x="156955" y="40287"/>
                  </a:lnTo>
                  <a:lnTo>
                    <a:pt x="170801" y="38283"/>
                  </a:lnTo>
                  <a:lnTo>
                    <a:pt x="161572" y="34288"/>
                  </a:lnTo>
                  <a:lnTo>
                    <a:pt x="167722" y="28952"/>
                  </a:lnTo>
                  <a:lnTo>
                    <a:pt x="192336" y="28288"/>
                  </a:lnTo>
                  <a:lnTo>
                    <a:pt x="193875" y="32283"/>
                  </a:lnTo>
                  <a:lnTo>
                    <a:pt x="216949" y="26954"/>
                  </a:lnTo>
                  <a:lnTo>
                    <a:pt x="270781" y="16959"/>
                  </a:lnTo>
                  <a:lnTo>
                    <a:pt x="273866" y="6958"/>
                  </a:lnTo>
                  <a:lnTo>
                    <a:pt x="290783" y="4961"/>
                  </a:lnTo>
                  <a:lnTo>
                    <a:pt x="309240" y="2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8" name="Forme libre : forme 126">
              <a:extLst>
                <a:ext uri="{FF2B5EF4-FFF2-40B4-BE49-F238E27FC236}">
                  <a16:creationId xmlns:a16="http://schemas.microsoft.com/office/drawing/2014/main" id="{69A5F492-0872-7300-3FB6-8A1123281850}"/>
                </a:ext>
              </a:extLst>
            </p:cNvPr>
            <p:cNvSpPr/>
            <p:nvPr/>
          </p:nvSpPr>
          <p:spPr>
            <a:xfrm>
              <a:off x="6704301" y="2447140"/>
              <a:ext cx="127665" cy="117150"/>
            </a:xfrm>
            <a:custGeom>
              <a:avLst/>
              <a:gdLst>
                <a:gd name="csX0" fmla="*/ 109162 w 127665"/>
                <a:gd name="csY0" fmla="*/ 9597 h 117150"/>
                <a:gd name="csX1" fmla="*/ 90705 w 127665"/>
                <a:gd name="csY1" fmla="*/ 375 h 117150"/>
                <a:gd name="csX2" fmla="*/ 46095 w 127665"/>
                <a:gd name="csY2" fmla="*/ 1292 h 117150"/>
                <a:gd name="csX3" fmla="*/ 38406 w 127665"/>
                <a:gd name="csY3" fmla="*/ 14207 h 117150"/>
                <a:gd name="csX4" fmla="*/ 30710 w 127665"/>
                <a:gd name="csY4" fmla="*/ 16055 h 117150"/>
                <a:gd name="csX5" fmla="*/ 24560 w 127665"/>
                <a:gd name="csY5" fmla="*/ 23436 h 117150"/>
                <a:gd name="csX6" fmla="*/ 32249 w 127665"/>
                <a:gd name="csY6" fmla="*/ 29887 h 117150"/>
                <a:gd name="csX7" fmla="*/ 30710 w 127665"/>
                <a:gd name="csY7" fmla="*/ 41879 h 117150"/>
                <a:gd name="csX8" fmla="*/ 23021 w 127665"/>
                <a:gd name="csY8" fmla="*/ 49260 h 117150"/>
                <a:gd name="csX9" fmla="*/ 9175 w 127665"/>
                <a:gd name="csY9" fmla="*/ 51107 h 117150"/>
                <a:gd name="csX10" fmla="*/ 3025 w 127665"/>
                <a:gd name="csY10" fmla="*/ 67710 h 117150"/>
                <a:gd name="csX11" fmla="*/ 7636 w 127665"/>
                <a:gd name="csY11" fmla="*/ 75092 h 117150"/>
                <a:gd name="csX12" fmla="*/ 16864 w 127665"/>
                <a:gd name="csY12" fmla="*/ 78779 h 117150"/>
                <a:gd name="csX13" fmla="*/ 26093 w 127665"/>
                <a:gd name="csY13" fmla="*/ 71398 h 117150"/>
                <a:gd name="csX14" fmla="*/ 27632 w 127665"/>
                <a:gd name="csY14" fmla="*/ 77855 h 117150"/>
                <a:gd name="csX15" fmla="*/ 43017 w 127665"/>
                <a:gd name="csY15" fmla="*/ 81549 h 117150"/>
                <a:gd name="csX16" fmla="*/ 56856 w 127665"/>
                <a:gd name="csY16" fmla="*/ 84313 h 117150"/>
                <a:gd name="csX17" fmla="*/ 47628 w 127665"/>
                <a:gd name="csY17" fmla="*/ 97229 h 117150"/>
                <a:gd name="csX18" fmla="*/ 49167 w 127665"/>
                <a:gd name="csY18" fmla="*/ 107374 h 117150"/>
                <a:gd name="csX19" fmla="*/ 67631 w 127665"/>
                <a:gd name="csY19" fmla="*/ 108297 h 117150"/>
                <a:gd name="csX20" fmla="*/ 87627 w 127665"/>
                <a:gd name="csY20" fmla="*/ 117526 h 117150"/>
                <a:gd name="csX21" fmla="*/ 110694 w 127665"/>
                <a:gd name="csY21" fmla="*/ 112908 h 117150"/>
                <a:gd name="csX22" fmla="*/ 127619 w 127665"/>
                <a:gd name="csY22" fmla="*/ 110144 h 117150"/>
                <a:gd name="csX23" fmla="*/ 130690 w 127665"/>
                <a:gd name="csY23" fmla="*/ 101840 h 117150"/>
                <a:gd name="csX24" fmla="*/ 92237 w 127665"/>
                <a:gd name="csY24" fmla="*/ 77855 h 117150"/>
                <a:gd name="csX25" fmla="*/ 86087 w 127665"/>
                <a:gd name="csY25" fmla="*/ 64947 h 117150"/>
                <a:gd name="csX26" fmla="*/ 87627 w 127665"/>
                <a:gd name="csY26" fmla="*/ 29894 h 117150"/>
                <a:gd name="csX27" fmla="*/ 99933 w 127665"/>
                <a:gd name="csY27" fmla="*/ 28970 h 117150"/>
                <a:gd name="csX28" fmla="*/ 109162 w 127665"/>
                <a:gd name="csY28" fmla="*/ 9597 h 117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27665" h="117150">
                  <a:moveTo>
                    <a:pt x="109162" y="9597"/>
                  </a:moveTo>
                  <a:lnTo>
                    <a:pt x="90705" y="375"/>
                  </a:lnTo>
                  <a:lnTo>
                    <a:pt x="46095" y="1292"/>
                  </a:lnTo>
                  <a:lnTo>
                    <a:pt x="38406" y="14207"/>
                  </a:lnTo>
                  <a:lnTo>
                    <a:pt x="30710" y="16055"/>
                  </a:lnTo>
                  <a:lnTo>
                    <a:pt x="24560" y="23436"/>
                  </a:lnTo>
                  <a:lnTo>
                    <a:pt x="32249" y="29887"/>
                  </a:lnTo>
                  <a:lnTo>
                    <a:pt x="30710" y="41879"/>
                  </a:lnTo>
                  <a:lnTo>
                    <a:pt x="23021" y="49260"/>
                  </a:lnTo>
                  <a:lnTo>
                    <a:pt x="9175" y="51107"/>
                  </a:lnTo>
                  <a:lnTo>
                    <a:pt x="3025" y="67710"/>
                  </a:lnTo>
                  <a:lnTo>
                    <a:pt x="7636" y="75092"/>
                  </a:lnTo>
                  <a:lnTo>
                    <a:pt x="16864" y="78779"/>
                  </a:lnTo>
                  <a:lnTo>
                    <a:pt x="26093" y="71398"/>
                  </a:lnTo>
                  <a:lnTo>
                    <a:pt x="27632" y="77855"/>
                  </a:lnTo>
                  <a:lnTo>
                    <a:pt x="43017" y="81549"/>
                  </a:lnTo>
                  <a:lnTo>
                    <a:pt x="56856" y="84313"/>
                  </a:lnTo>
                  <a:lnTo>
                    <a:pt x="47628" y="97229"/>
                  </a:lnTo>
                  <a:lnTo>
                    <a:pt x="49167" y="107374"/>
                  </a:lnTo>
                  <a:lnTo>
                    <a:pt x="67631" y="108297"/>
                  </a:lnTo>
                  <a:lnTo>
                    <a:pt x="87627" y="117526"/>
                  </a:lnTo>
                  <a:lnTo>
                    <a:pt x="110694" y="112908"/>
                  </a:lnTo>
                  <a:lnTo>
                    <a:pt x="127619" y="110144"/>
                  </a:lnTo>
                  <a:lnTo>
                    <a:pt x="130690" y="101840"/>
                  </a:lnTo>
                  <a:lnTo>
                    <a:pt x="92237" y="77855"/>
                  </a:lnTo>
                  <a:lnTo>
                    <a:pt x="86087" y="64947"/>
                  </a:lnTo>
                  <a:lnTo>
                    <a:pt x="87627" y="29894"/>
                  </a:lnTo>
                  <a:lnTo>
                    <a:pt x="99933" y="28970"/>
                  </a:lnTo>
                  <a:lnTo>
                    <a:pt x="109162" y="95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49" name="Forme libre : forme 127">
              <a:extLst>
                <a:ext uri="{FF2B5EF4-FFF2-40B4-BE49-F238E27FC236}">
                  <a16:creationId xmlns:a16="http://schemas.microsoft.com/office/drawing/2014/main" id="{72B24C70-DF47-2F09-FEE3-4E373EEFE7A8}"/>
                </a:ext>
              </a:extLst>
            </p:cNvPr>
            <p:cNvSpPr/>
            <p:nvPr/>
          </p:nvSpPr>
          <p:spPr>
            <a:xfrm rot="1537816" flipV="1">
              <a:off x="6717727" y="2531148"/>
              <a:ext cx="25988" cy="5650"/>
            </a:xfrm>
            <a:custGeom>
              <a:avLst/>
              <a:gdLst>
                <a:gd name="csX0" fmla="*/ 10917 w 25988"/>
                <a:gd name="csY0" fmla="*/ 6036 h 5650"/>
                <a:gd name="csX1" fmla="*/ 27979 w 25988"/>
                <a:gd name="csY1" fmla="*/ 6036 h 5650"/>
                <a:gd name="csX2" fmla="*/ 28984 w 25988"/>
                <a:gd name="csY2" fmla="*/ 386 h 5650"/>
                <a:gd name="csX3" fmla="*/ 2996 w 25988"/>
                <a:gd name="csY3" fmla="*/ 1214 h 5650"/>
                <a:gd name="csX4" fmla="*/ 10917 w 25988"/>
                <a:gd name="csY4" fmla="*/ 6036 h 5650"/>
              </a:gdLst>
              <a:ahLst/>
              <a:cxnLst>
                <a:cxn ang="0">
                  <a:pos x="csX0" y="csY0"/>
                </a:cxn>
                <a:cxn ang="0">
                  <a:pos x="csX1" y="csY1"/>
                </a:cxn>
                <a:cxn ang="0">
                  <a:pos x="csX2" y="csY2"/>
                </a:cxn>
                <a:cxn ang="0">
                  <a:pos x="csX3" y="csY3"/>
                </a:cxn>
                <a:cxn ang="0">
                  <a:pos x="csX4" y="csY4"/>
                </a:cxn>
              </a:cxnLst>
              <a:rect l="l" t="t" r="r" b="b"/>
              <a:pathLst>
                <a:path w="25988" h="5650">
                  <a:moveTo>
                    <a:pt x="10917" y="6036"/>
                  </a:moveTo>
                  <a:lnTo>
                    <a:pt x="27979" y="6036"/>
                  </a:lnTo>
                  <a:lnTo>
                    <a:pt x="28984" y="386"/>
                  </a:lnTo>
                  <a:lnTo>
                    <a:pt x="2996" y="1214"/>
                  </a:lnTo>
                  <a:lnTo>
                    <a:pt x="10917" y="60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0" name="Forme libre : forme 128">
              <a:extLst>
                <a:ext uri="{FF2B5EF4-FFF2-40B4-BE49-F238E27FC236}">
                  <a16:creationId xmlns:a16="http://schemas.microsoft.com/office/drawing/2014/main" id="{B056D6F0-514D-13F3-7D9E-0A17F70F0B78}"/>
                </a:ext>
              </a:extLst>
            </p:cNvPr>
            <p:cNvSpPr/>
            <p:nvPr/>
          </p:nvSpPr>
          <p:spPr>
            <a:xfrm>
              <a:off x="6627388" y="2602100"/>
              <a:ext cx="49220" cy="28595"/>
            </a:xfrm>
            <a:custGeom>
              <a:avLst/>
              <a:gdLst>
                <a:gd name="csX0" fmla="*/ 10635 w 49220"/>
                <a:gd name="csY0" fmla="*/ 2284 h 28595"/>
                <a:gd name="csX1" fmla="*/ 29092 w 49220"/>
                <a:gd name="csY1" fmla="*/ 437 h 28595"/>
                <a:gd name="csX2" fmla="*/ 38320 w 49220"/>
                <a:gd name="csY2" fmla="*/ 8742 h 28595"/>
                <a:gd name="csX3" fmla="*/ 52166 w 49220"/>
                <a:gd name="csY3" fmla="*/ 11513 h 28595"/>
                <a:gd name="csX4" fmla="*/ 49088 w 49220"/>
                <a:gd name="csY4" fmla="*/ 22581 h 28595"/>
                <a:gd name="csX5" fmla="*/ 30631 w 49220"/>
                <a:gd name="csY5" fmla="*/ 29032 h 28595"/>
                <a:gd name="csX6" fmla="*/ 2946 w 49220"/>
                <a:gd name="csY6" fmla="*/ 26268 h 28595"/>
                <a:gd name="csX7" fmla="*/ 4478 w 49220"/>
                <a:gd name="csY7" fmla="*/ 17040 h 28595"/>
                <a:gd name="csX8" fmla="*/ 10635 w 49220"/>
                <a:gd name="csY8" fmla="*/ 2284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9220" h="28595">
                  <a:moveTo>
                    <a:pt x="10635" y="2284"/>
                  </a:moveTo>
                  <a:lnTo>
                    <a:pt x="29092" y="437"/>
                  </a:lnTo>
                  <a:lnTo>
                    <a:pt x="38320" y="8742"/>
                  </a:lnTo>
                  <a:lnTo>
                    <a:pt x="52166" y="11513"/>
                  </a:lnTo>
                  <a:lnTo>
                    <a:pt x="49088" y="22581"/>
                  </a:lnTo>
                  <a:lnTo>
                    <a:pt x="30631" y="29032"/>
                  </a:lnTo>
                  <a:lnTo>
                    <a:pt x="2946" y="26268"/>
                  </a:lnTo>
                  <a:lnTo>
                    <a:pt x="4478" y="17040"/>
                  </a:lnTo>
                  <a:lnTo>
                    <a:pt x="10635" y="22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1" name="Forme libre : forme 129">
              <a:extLst>
                <a:ext uri="{FF2B5EF4-FFF2-40B4-BE49-F238E27FC236}">
                  <a16:creationId xmlns:a16="http://schemas.microsoft.com/office/drawing/2014/main" id="{C050DC59-D051-A09B-0160-79522870E62E}"/>
                </a:ext>
              </a:extLst>
            </p:cNvPr>
            <p:cNvSpPr/>
            <p:nvPr/>
          </p:nvSpPr>
          <p:spPr>
            <a:xfrm rot="2781106" flipV="1">
              <a:off x="6148686" y="2537454"/>
              <a:ext cx="10719" cy="7949"/>
            </a:xfrm>
            <a:custGeom>
              <a:avLst/>
              <a:gdLst>
                <a:gd name="csX0" fmla="*/ 2644 w 10719"/>
                <a:gd name="csY0" fmla="*/ 390 h 7949"/>
                <a:gd name="csX1" fmla="*/ 8589 w 10719"/>
                <a:gd name="csY1" fmla="*/ 390 h 7949"/>
                <a:gd name="csX2" fmla="*/ 13364 w 10719"/>
                <a:gd name="csY2" fmla="*/ 7169 h 7949"/>
                <a:gd name="csX3" fmla="*/ 7679 w 10719"/>
                <a:gd name="csY3" fmla="*/ 8339 h 7949"/>
                <a:gd name="csX4" fmla="*/ 2644 w 10719"/>
                <a:gd name="csY4" fmla="*/ 390 h 7949"/>
              </a:gdLst>
              <a:ahLst/>
              <a:cxnLst>
                <a:cxn ang="0">
                  <a:pos x="csX0" y="csY0"/>
                </a:cxn>
                <a:cxn ang="0">
                  <a:pos x="csX1" y="csY1"/>
                </a:cxn>
                <a:cxn ang="0">
                  <a:pos x="csX2" y="csY2"/>
                </a:cxn>
                <a:cxn ang="0">
                  <a:pos x="csX3" y="csY3"/>
                </a:cxn>
                <a:cxn ang="0">
                  <a:pos x="csX4" y="csY4"/>
                </a:cxn>
              </a:cxnLst>
              <a:rect l="l" t="t" r="r" b="b"/>
              <a:pathLst>
                <a:path w="10719" h="7949">
                  <a:moveTo>
                    <a:pt x="2644" y="390"/>
                  </a:moveTo>
                  <a:lnTo>
                    <a:pt x="8589" y="390"/>
                  </a:lnTo>
                  <a:lnTo>
                    <a:pt x="13364" y="7169"/>
                  </a:lnTo>
                  <a:lnTo>
                    <a:pt x="7679" y="8339"/>
                  </a:lnTo>
                  <a:lnTo>
                    <a:pt x="2644"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2" name="Forme libre : forme 130">
              <a:extLst>
                <a:ext uri="{FF2B5EF4-FFF2-40B4-BE49-F238E27FC236}">
                  <a16:creationId xmlns:a16="http://schemas.microsoft.com/office/drawing/2014/main" id="{C30CDB4F-7B37-BAC7-C775-71D5AB374B4C}"/>
                </a:ext>
              </a:extLst>
            </p:cNvPr>
            <p:cNvSpPr/>
            <p:nvPr/>
          </p:nvSpPr>
          <p:spPr>
            <a:xfrm>
              <a:off x="6129014" y="2540292"/>
              <a:ext cx="11280" cy="3687"/>
            </a:xfrm>
            <a:custGeom>
              <a:avLst/>
              <a:gdLst>
                <a:gd name="csX0" fmla="*/ 10836 w 11280"/>
                <a:gd name="csY0" fmla="*/ 390 h 3687"/>
                <a:gd name="csX1" fmla="*/ 13914 w 11280"/>
                <a:gd name="csY1" fmla="*/ 4078 h 3687"/>
                <a:gd name="csX2" fmla="*/ 2633 w 11280"/>
                <a:gd name="csY2" fmla="*/ 3469 h 3687"/>
                <a:gd name="csX3" fmla="*/ 10836 w 11280"/>
                <a:gd name="csY3" fmla="*/ 390 h 3687"/>
              </a:gdLst>
              <a:ahLst/>
              <a:cxnLst>
                <a:cxn ang="0">
                  <a:pos x="csX0" y="csY0"/>
                </a:cxn>
                <a:cxn ang="0">
                  <a:pos x="csX1" y="csY1"/>
                </a:cxn>
                <a:cxn ang="0">
                  <a:pos x="csX2" y="csY2"/>
                </a:cxn>
                <a:cxn ang="0">
                  <a:pos x="csX3" y="csY3"/>
                </a:cxn>
              </a:cxnLst>
              <a:rect l="l" t="t" r="r" b="b"/>
              <a:pathLst>
                <a:path w="11280" h="3687">
                  <a:moveTo>
                    <a:pt x="10836" y="390"/>
                  </a:moveTo>
                  <a:lnTo>
                    <a:pt x="13914" y="4078"/>
                  </a:lnTo>
                  <a:lnTo>
                    <a:pt x="2633" y="3469"/>
                  </a:lnTo>
                  <a:lnTo>
                    <a:pt x="10836" y="3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3" name="Forme libre : forme 131">
              <a:extLst>
                <a:ext uri="{FF2B5EF4-FFF2-40B4-BE49-F238E27FC236}">
                  <a16:creationId xmlns:a16="http://schemas.microsoft.com/office/drawing/2014/main" id="{C798E92E-BA98-93A4-4D6D-630ACDB7A7EF}"/>
                </a:ext>
              </a:extLst>
            </p:cNvPr>
            <p:cNvSpPr/>
            <p:nvPr/>
          </p:nvSpPr>
          <p:spPr>
            <a:xfrm>
              <a:off x="6109524" y="2541524"/>
              <a:ext cx="12306" cy="6765"/>
            </a:xfrm>
            <a:custGeom>
              <a:avLst/>
              <a:gdLst>
                <a:gd name="csX0" fmla="*/ 13903 w 12306"/>
                <a:gd name="csY0" fmla="*/ 392 h 6765"/>
                <a:gd name="csX1" fmla="*/ 14929 w 12306"/>
                <a:gd name="csY1" fmla="*/ 3464 h 6765"/>
                <a:gd name="csX2" fmla="*/ 9798 w 12306"/>
                <a:gd name="csY2" fmla="*/ 7158 h 6765"/>
                <a:gd name="csX3" fmla="*/ 2622 w 12306"/>
                <a:gd name="csY3" fmla="*/ 4695 h 6765"/>
                <a:gd name="csX4" fmla="*/ 8772 w 12306"/>
                <a:gd name="csY4" fmla="*/ 392 h 6765"/>
                <a:gd name="csX5" fmla="*/ 13903 w 12306"/>
                <a:gd name="csY5" fmla="*/ 392 h 6765"/>
              </a:gdLst>
              <a:ahLst/>
              <a:cxnLst>
                <a:cxn ang="0">
                  <a:pos x="csX0" y="csY0"/>
                </a:cxn>
                <a:cxn ang="0">
                  <a:pos x="csX1" y="csY1"/>
                </a:cxn>
                <a:cxn ang="0">
                  <a:pos x="csX2" y="csY2"/>
                </a:cxn>
                <a:cxn ang="0">
                  <a:pos x="csX3" y="csY3"/>
                </a:cxn>
                <a:cxn ang="0">
                  <a:pos x="csX4" y="csY4"/>
                </a:cxn>
                <a:cxn ang="0">
                  <a:pos x="csX5" y="csY5"/>
                </a:cxn>
              </a:cxnLst>
              <a:rect l="l" t="t" r="r" b="b"/>
              <a:pathLst>
                <a:path w="12306" h="6765">
                  <a:moveTo>
                    <a:pt x="13903" y="392"/>
                  </a:moveTo>
                  <a:lnTo>
                    <a:pt x="14929" y="3464"/>
                  </a:lnTo>
                  <a:lnTo>
                    <a:pt x="9798" y="7158"/>
                  </a:lnTo>
                  <a:lnTo>
                    <a:pt x="2622" y="4695"/>
                  </a:lnTo>
                  <a:lnTo>
                    <a:pt x="8772" y="392"/>
                  </a:lnTo>
                  <a:lnTo>
                    <a:pt x="13903" y="3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4" name="Forme libre : forme 132">
              <a:extLst>
                <a:ext uri="{FF2B5EF4-FFF2-40B4-BE49-F238E27FC236}">
                  <a16:creationId xmlns:a16="http://schemas.microsoft.com/office/drawing/2014/main" id="{782A97CF-5996-5B8B-5278-6839260A78D6}"/>
                </a:ext>
              </a:extLst>
            </p:cNvPr>
            <p:cNvSpPr/>
            <p:nvPr/>
          </p:nvSpPr>
          <p:spPr>
            <a:xfrm>
              <a:off x="6114655" y="2553824"/>
              <a:ext cx="9228" cy="4302"/>
            </a:xfrm>
            <a:custGeom>
              <a:avLst/>
              <a:gdLst>
                <a:gd name="csX0" fmla="*/ 4676 w 9228"/>
                <a:gd name="csY0" fmla="*/ 4701 h 4302"/>
                <a:gd name="csX1" fmla="*/ 2623 w 9228"/>
                <a:gd name="csY1" fmla="*/ 2854 h 4302"/>
                <a:gd name="csX2" fmla="*/ 6728 w 9228"/>
                <a:gd name="csY2" fmla="*/ 398 h 4302"/>
                <a:gd name="csX3" fmla="*/ 11852 w 9228"/>
                <a:gd name="csY3" fmla="*/ 1630 h 4302"/>
                <a:gd name="csX4" fmla="*/ 8773 w 9228"/>
                <a:gd name="csY4" fmla="*/ 4086 h 4302"/>
                <a:gd name="csX5" fmla="*/ 4676 w 9228"/>
                <a:gd name="csY5" fmla="*/ 4701 h 4302"/>
              </a:gdLst>
              <a:ahLst/>
              <a:cxnLst>
                <a:cxn ang="0">
                  <a:pos x="csX0" y="csY0"/>
                </a:cxn>
                <a:cxn ang="0">
                  <a:pos x="csX1" y="csY1"/>
                </a:cxn>
                <a:cxn ang="0">
                  <a:pos x="csX2" y="csY2"/>
                </a:cxn>
                <a:cxn ang="0">
                  <a:pos x="csX3" y="csY3"/>
                </a:cxn>
                <a:cxn ang="0">
                  <a:pos x="csX4" y="csY4"/>
                </a:cxn>
                <a:cxn ang="0">
                  <a:pos x="csX5" y="csY5"/>
                </a:cxn>
              </a:cxnLst>
              <a:rect l="l" t="t" r="r" b="b"/>
              <a:pathLst>
                <a:path w="9228" h="4302">
                  <a:moveTo>
                    <a:pt x="4676" y="4701"/>
                  </a:moveTo>
                  <a:lnTo>
                    <a:pt x="2623" y="2854"/>
                  </a:lnTo>
                  <a:lnTo>
                    <a:pt x="6728" y="398"/>
                  </a:lnTo>
                  <a:lnTo>
                    <a:pt x="11852" y="1630"/>
                  </a:lnTo>
                  <a:lnTo>
                    <a:pt x="8773" y="4086"/>
                  </a:lnTo>
                  <a:lnTo>
                    <a:pt x="4676" y="47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5" name="Forme libre : forme 133">
              <a:extLst>
                <a:ext uri="{FF2B5EF4-FFF2-40B4-BE49-F238E27FC236}">
                  <a16:creationId xmlns:a16="http://schemas.microsoft.com/office/drawing/2014/main" id="{4601359A-77CD-3DE5-75F7-E2F8F069770E}"/>
                </a:ext>
              </a:extLst>
            </p:cNvPr>
            <p:cNvSpPr/>
            <p:nvPr/>
          </p:nvSpPr>
          <p:spPr>
            <a:xfrm>
              <a:off x="6104400" y="2560589"/>
              <a:ext cx="8209" cy="5534"/>
            </a:xfrm>
            <a:custGeom>
              <a:avLst/>
              <a:gdLst>
                <a:gd name="csX0" fmla="*/ 2616 w 8209"/>
                <a:gd name="csY0" fmla="*/ 4090 h 5534"/>
                <a:gd name="csX1" fmla="*/ 2616 w 8209"/>
                <a:gd name="csY1" fmla="*/ 1627 h 5534"/>
                <a:gd name="csX2" fmla="*/ 7747 w 8209"/>
                <a:gd name="csY2" fmla="*/ 403 h 5534"/>
                <a:gd name="csX3" fmla="*/ 10826 w 8209"/>
                <a:gd name="csY3" fmla="*/ 3475 h 5534"/>
                <a:gd name="csX4" fmla="*/ 6721 w 8209"/>
                <a:gd name="csY4" fmla="*/ 5937 h 5534"/>
                <a:gd name="csX5" fmla="*/ 2616 w 8209"/>
                <a:gd name="csY5" fmla="*/ 4090 h 5534"/>
              </a:gdLst>
              <a:ahLst/>
              <a:cxnLst>
                <a:cxn ang="0">
                  <a:pos x="csX0" y="csY0"/>
                </a:cxn>
                <a:cxn ang="0">
                  <a:pos x="csX1" y="csY1"/>
                </a:cxn>
                <a:cxn ang="0">
                  <a:pos x="csX2" y="csY2"/>
                </a:cxn>
                <a:cxn ang="0">
                  <a:pos x="csX3" y="csY3"/>
                </a:cxn>
                <a:cxn ang="0">
                  <a:pos x="csX4" y="csY4"/>
                </a:cxn>
                <a:cxn ang="0">
                  <a:pos x="csX5" y="csY5"/>
                </a:cxn>
              </a:cxnLst>
              <a:rect l="l" t="t" r="r" b="b"/>
              <a:pathLst>
                <a:path w="8209" h="5534">
                  <a:moveTo>
                    <a:pt x="2616" y="4090"/>
                  </a:moveTo>
                  <a:lnTo>
                    <a:pt x="2616" y="1627"/>
                  </a:lnTo>
                  <a:lnTo>
                    <a:pt x="7747" y="403"/>
                  </a:lnTo>
                  <a:lnTo>
                    <a:pt x="10826" y="3475"/>
                  </a:lnTo>
                  <a:lnTo>
                    <a:pt x="6721" y="5937"/>
                  </a:lnTo>
                  <a:lnTo>
                    <a:pt x="2616" y="40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6" name="Forme libre : forme 134">
              <a:extLst>
                <a:ext uri="{FF2B5EF4-FFF2-40B4-BE49-F238E27FC236}">
                  <a16:creationId xmlns:a16="http://schemas.microsoft.com/office/drawing/2014/main" id="{816D7AA2-D824-9D3E-AD2C-D479D877B053}"/>
                </a:ext>
              </a:extLst>
            </p:cNvPr>
            <p:cNvSpPr/>
            <p:nvPr/>
          </p:nvSpPr>
          <p:spPr>
            <a:xfrm>
              <a:off x="6089015" y="2566739"/>
              <a:ext cx="7182" cy="5534"/>
            </a:xfrm>
            <a:custGeom>
              <a:avLst/>
              <a:gdLst>
                <a:gd name="csX0" fmla="*/ 5686 w 7182"/>
                <a:gd name="csY0" fmla="*/ 5941 h 5534"/>
                <a:gd name="csX1" fmla="*/ 2607 w 7182"/>
                <a:gd name="csY1" fmla="*/ 2862 h 5534"/>
                <a:gd name="csX2" fmla="*/ 6712 w 7182"/>
                <a:gd name="csY2" fmla="*/ 406 h 5534"/>
                <a:gd name="csX3" fmla="*/ 9790 w 7182"/>
                <a:gd name="csY3" fmla="*/ 1638 h 5534"/>
                <a:gd name="csX4" fmla="*/ 9790 w 7182"/>
                <a:gd name="csY4" fmla="*/ 5325 h 5534"/>
                <a:gd name="csX5" fmla="*/ 5686 w 7182"/>
                <a:gd name="csY5" fmla="*/ 5941 h 5534"/>
              </a:gdLst>
              <a:ahLst/>
              <a:cxnLst>
                <a:cxn ang="0">
                  <a:pos x="csX0" y="csY0"/>
                </a:cxn>
                <a:cxn ang="0">
                  <a:pos x="csX1" y="csY1"/>
                </a:cxn>
                <a:cxn ang="0">
                  <a:pos x="csX2" y="csY2"/>
                </a:cxn>
                <a:cxn ang="0">
                  <a:pos x="csX3" y="csY3"/>
                </a:cxn>
                <a:cxn ang="0">
                  <a:pos x="csX4" y="csY4"/>
                </a:cxn>
                <a:cxn ang="0">
                  <a:pos x="csX5" y="csY5"/>
                </a:cxn>
              </a:cxnLst>
              <a:rect l="l" t="t" r="r" b="b"/>
              <a:pathLst>
                <a:path w="7182" h="5534">
                  <a:moveTo>
                    <a:pt x="5686" y="5941"/>
                  </a:moveTo>
                  <a:lnTo>
                    <a:pt x="2607" y="2862"/>
                  </a:lnTo>
                  <a:lnTo>
                    <a:pt x="6712" y="406"/>
                  </a:lnTo>
                  <a:lnTo>
                    <a:pt x="9790" y="1638"/>
                  </a:lnTo>
                  <a:lnTo>
                    <a:pt x="9790" y="5325"/>
                  </a:lnTo>
                  <a:lnTo>
                    <a:pt x="5686" y="59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7" name="Forme libre : forme 135">
              <a:extLst>
                <a:ext uri="{FF2B5EF4-FFF2-40B4-BE49-F238E27FC236}">
                  <a16:creationId xmlns:a16="http://schemas.microsoft.com/office/drawing/2014/main" id="{2891F6AD-34AC-8896-C8AA-D33055D42A88}"/>
                </a:ext>
              </a:extLst>
            </p:cNvPr>
            <p:cNvSpPr/>
            <p:nvPr/>
          </p:nvSpPr>
          <p:spPr>
            <a:xfrm>
              <a:off x="6070558" y="2551361"/>
              <a:ext cx="29737" cy="12299"/>
            </a:xfrm>
            <a:custGeom>
              <a:avLst/>
              <a:gdLst>
                <a:gd name="csX0" fmla="*/ 2601 w 29737"/>
                <a:gd name="csY0" fmla="*/ 7781 h 12299"/>
                <a:gd name="csX1" fmla="*/ 5679 w 29737"/>
                <a:gd name="csY1" fmla="*/ 12084 h 12299"/>
                <a:gd name="csX2" fmla="*/ 11829 w 29737"/>
                <a:gd name="csY2" fmla="*/ 12699 h 12299"/>
                <a:gd name="csX3" fmla="*/ 30286 w 29737"/>
                <a:gd name="csY3" fmla="*/ 5934 h 12299"/>
                <a:gd name="csX4" fmla="*/ 32338 w 29737"/>
                <a:gd name="csY4" fmla="*/ 399 h 12299"/>
                <a:gd name="csX5" fmla="*/ 25162 w 29737"/>
                <a:gd name="csY5" fmla="*/ 1631 h 12299"/>
                <a:gd name="csX6" fmla="*/ 15934 w 29737"/>
                <a:gd name="csY6" fmla="*/ 5934 h 12299"/>
                <a:gd name="csX7" fmla="*/ 2601 w 29737"/>
                <a:gd name="csY7" fmla="*/ 7781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12299">
                  <a:moveTo>
                    <a:pt x="2601" y="7781"/>
                  </a:moveTo>
                  <a:lnTo>
                    <a:pt x="5679" y="12084"/>
                  </a:lnTo>
                  <a:lnTo>
                    <a:pt x="11829" y="12699"/>
                  </a:lnTo>
                  <a:lnTo>
                    <a:pt x="30286" y="5934"/>
                  </a:lnTo>
                  <a:lnTo>
                    <a:pt x="32338" y="399"/>
                  </a:lnTo>
                  <a:lnTo>
                    <a:pt x="25162" y="1631"/>
                  </a:lnTo>
                  <a:lnTo>
                    <a:pt x="15934" y="5934"/>
                  </a:lnTo>
                  <a:lnTo>
                    <a:pt x="2601" y="77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8" name="Forme libre : forme 136">
              <a:extLst>
                <a:ext uri="{FF2B5EF4-FFF2-40B4-BE49-F238E27FC236}">
                  <a16:creationId xmlns:a16="http://schemas.microsoft.com/office/drawing/2014/main" id="{A0A844CC-6573-B200-CF7A-1A0CADB92D8B}"/>
                </a:ext>
              </a:extLst>
            </p:cNvPr>
            <p:cNvSpPr/>
            <p:nvPr/>
          </p:nvSpPr>
          <p:spPr>
            <a:xfrm>
              <a:off x="6038769" y="2572889"/>
              <a:ext cx="9228" cy="7997"/>
            </a:xfrm>
            <a:custGeom>
              <a:avLst/>
              <a:gdLst>
                <a:gd name="csX0" fmla="*/ 3603 w 9228"/>
                <a:gd name="csY0" fmla="*/ 5330 h 7997"/>
                <a:gd name="csX1" fmla="*/ 2577 w 9228"/>
                <a:gd name="csY1" fmla="*/ 7793 h 7997"/>
                <a:gd name="csX2" fmla="*/ 8734 w 9228"/>
                <a:gd name="csY2" fmla="*/ 8408 h 7997"/>
                <a:gd name="csX3" fmla="*/ 11805 w 9228"/>
                <a:gd name="csY3" fmla="*/ 4098 h 7997"/>
                <a:gd name="csX4" fmla="*/ 10779 w 9228"/>
                <a:gd name="csY4" fmla="*/ 411 h 7997"/>
                <a:gd name="csX5" fmla="*/ 3603 w 9228"/>
                <a:gd name="csY5" fmla="*/ 5330 h 7997"/>
              </a:gdLst>
              <a:ahLst/>
              <a:cxnLst>
                <a:cxn ang="0">
                  <a:pos x="csX0" y="csY0"/>
                </a:cxn>
                <a:cxn ang="0">
                  <a:pos x="csX1" y="csY1"/>
                </a:cxn>
                <a:cxn ang="0">
                  <a:pos x="csX2" y="csY2"/>
                </a:cxn>
                <a:cxn ang="0">
                  <a:pos x="csX3" y="csY3"/>
                </a:cxn>
                <a:cxn ang="0">
                  <a:pos x="csX4" y="csY4"/>
                </a:cxn>
                <a:cxn ang="0">
                  <a:pos x="csX5" y="csY5"/>
                </a:cxn>
              </a:cxnLst>
              <a:rect l="l" t="t" r="r" b="b"/>
              <a:pathLst>
                <a:path w="9228" h="7997">
                  <a:moveTo>
                    <a:pt x="3603" y="5330"/>
                  </a:moveTo>
                  <a:lnTo>
                    <a:pt x="2577" y="7793"/>
                  </a:lnTo>
                  <a:lnTo>
                    <a:pt x="8734" y="8408"/>
                  </a:lnTo>
                  <a:lnTo>
                    <a:pt x="11805" y="4098"/>
                  </a:lnTo>
                  <a:lnTo>
                    <a:pt x="10779" y="411"/>
                  </a:lnTo>
                  <a:lnTo>
                    <a:pt x="3603" y="53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59" name="Forme libre : forme 137">
              <a:extLst>
                <a:ext uri="{FF2B5EF4-FFF2-40B4-BE49-F238E27FC236}">
                  <a16:creationId xmlns:a16="http://schemas.microsoft.com/office/drawing/2014/main" id="{9EDB0DC4-0479-D978-67D9-1B8C68AD3CDB}"/>
                </a:ext>
              </a:extLst>
            </p:cNvPr>
            <p:cNvSpPr/>
            <p:nvPr/>
          </p:nvSpPr>
          <p:spPr>
            <a:xfrm>
              <a:off x="6020312" y="2572274"/>
              <a:ext cx="8202" cy="9221"/>
            </a:xfrm>
            <a:custGeom>
              <a:avLst/>
              <a:gdLst>
                <a:gd name="csX0" fmla="*/ 8716 w 8202"/>
                <a:gd name="csY0" fmla="*/ 412 h 9221"/>
                <a:gd name="csX1" fmla="*/ 10768 w 8202"/>
                <a:gd name="csY1" fmla="*/ 3484 h 9221"/>
                <a:gd name="csX2" fmla="*/ 10768 w 8202"/>
                <a:gd name="csY2" fmla="*/ 7793 h 9221"/>
                <a:gd name="csX3" fmla="*/ 5638 w 8202"/>
                <a:gd name="csY3" fmla="*/ 9634 h 9221"/>
                <a:gd name="csX4" fmla="*/ 2566 w 8202"/>
                <a:gd name="csY4" fmla="*/ 4715 h 9221"/>
                <a:gd name="csX5" fmla="*/ 8716 w 8202"/>
                <a:gd name="csY5" fmla="*/ 412 h 9221"/>
              </a:gdLst>
              <a:ahLst/>
              <a:cxnLst>
                <a:cxn ang="0">
                  <a:pos x="csX0" y="csY0"/>
                </a:cxn>
                <a:cxn ang="0">
                  <a:pos x="csX1" y="csY1"/>
                </a:cxn>
                <a:cxn ang="0">
                  <a:pos x="csX2" y="csY2"/>
                </a:cxn>
                <a:cxn ang="0">
                  <a:pos x="csX3" y="csY3"/>
                </a:cxn>
                <a:cxn ang="0">
                  <a:pos x="csX4" y="csY4"/>
                </a:cxn>
                <a:cxn ang="0">
                  <a:pos x="csX5" y="csY5"/>
                </a:cxn>
              </a:cxnLst>
              <a:rect l="l" t="t" r="r" b="b"/>
              <a:pathLst>
                <a:path w="8202" h="9221">
                  <a:moveTo>
                    <a:pt x="8716" y="412"/>
                  </a:moveTo>
                  <a:lnTo>
                    <a:pt x="10768" y="3484"/>
                  </a:lnTo>
                  <a:lnTo>
                    <a:pt x="10768" y="7793"/>
                  </a:lnTo>
                  <a:lnTo>
                    <a:pt x="5638" y="9634"/>
                  </a:lnTo>
                  <a:lnTo>
                    <a:pt x="2566" y="4715"/>
                  </a:lnTo>
                  <a:lnTo>
                    <a:pt x="8716" y="4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0" name="Forme libre : forme 138">
              <a:extLst>
                <a:ext uri="{FF2B5EF4-FFF2-40B4-BE49-F238E27FC236}">
                  <a16:creationId xmlns:a16="http://schemas.microsoft.com/office/drawing/2014/main" id="{2B5D14AF-B3F0-4AD7-9896-E3C1693835B5}"/>
                </a:ext>
              </a:extLst>
            </p:cNvPr>
            <p:cNvSpPr/>
            <p:nvPr/>
          </p:nvSpPr>
          <p:spPr>
            <a:xfrm rot="4692949" flipV="1">
              <a:off x="6008631" y="2571431"/>
              <a:ext cx="5308" cy="11041"/>
            </a:xfrm>
            <a:custGeom>
              <a:avLst/>
              <a:gdLst>
                <a:gd name="csX0" fmla="*/ 2839 w 5308"/>
                <a:gd name="csY0" fmla="*/ 11453 h 11041"/>
                <a:gd name="csX1" fmla="*/ 7867 w 5308"/>
                <a:gd name="csY1" fmla="*/ 11453 h 11041"/>
                <a:gd name="csX2" fmla="*/ 5562 w 5308"/>
                <a:gd name="csY2" fmla="*/ 412 h 11041"/>
                <a:gd name="csX3" fmla="*/ 2558 w 5308"/>
                <a:gd name="csY3" fmla="*/ 1041 h 11041"/>
                <a:gd name="csX4" fmla="*/ 2839 w 5308"/>
                <a:gd name="csY4" fmla="*/ 11453 h 11041"/>
              </a:gdLst>
              <a:ahLst/>
              <a:cxnLst>
                <a:cxn ang="0">
                  <a:pos x="csX0" y="csY0"/>
                </a:cxn>
                <a:cxn ang="0">
                  <a:pos x="csX1" y="csY1"/>
                </a:cxn>
                <a:cxn ang="0">
                  <a:pos x="csX2" y="csY2"/>
                </a:cxn>
                <a:cxn ang="0">
                  <a:pos x="csX3" y="csY3"/>
                </a:cxn>
                <a:cxn ang="0">
                  <a:pos x="csX4" y="csY4"/>
                </a:cxn>
              </a:cxnLst>
              <a:rect l="l" t="t" r="r" b="b"/>
              <a:pathLst>
                <a:path w="5308" h="11041">
                  <a:moveTo>
                    <a:pt x="2839" y="11453"/>
                  </a:moveTo>
                  <a:lnTo>
                    <a:pt x="7867" y="11453"/>
                  </a:lnTo>
                  <a:lnTo>
                    <a:pt x="5562" y="412"/>
                  </a:lnTo>
                  <a:lnTo>
                    <a:pt x="2558" y="1041"/>
                  </a:lnTo>
                  <a:lnTo>
                    <a:pt x="2839" y="114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1" name="Forme libre : forme 139">
              <a:extLst>
                <a:ext uri="{FF2B5EF4-FFF2-40B4-BE49-F238E27FC236}">
                  <a16:creationId xmlns:a16="http://schemas.microsoft.com/office/drawing/2014/main" id="{21A614E0-0B4F-B7DB-23CC-EDCC7EC8E2E3}"/>
                </a:ext>
              </a:extLst>
            </p:cNvPr>
            <p:cNvSpPr/>
            <p:nvPr/>
          </p:nvSpPr>
          <p:spPr>
            <a:xfrm>
              <a:off x="6001848" y="2582111"/>
              <a:ext cx="17437" cy="6765"/>
            </a:xfrm>
            <a:custGeom>
              <a:avLst/>
              <a:gdLst>
                <a:gd name="csX0" fmla="*/ 4609 w 17437"/>
                <a:gd name="csY0" fmla="*/ 7182 h 6765"/>
                <a:gd name="csX1" fmla="*/ 2556 w 17437"/>
                <a:gd name="csY1" fmla="*/ 4110 h 6765"/>
                <a:gd name="csX2" fmla="*/ 5635 w 17437"/>
                <a:gd name="csY2" fmla="*/ 416 h 6765"/>
                <a:gd name="csX3" fmla="*/ 17942 w 17437"/>
                <a:gd name="csY3" fmla="*/ 416 h 6765"/>
                <a:gd name="csX4" fmla="*/ 19994 w 17437"/>
                <a:gd name="csY4" fmla="*/ 5950 h 6765"/>
                <a:gd name="csX5" fmla="*/ 4609 w 17437"/>
                <a:gd name="csY5" fmla="*/ 7182 h 6765"/>
              </a:gdLst>
              <a:ahLst/>
              <a:cxnLst>
                <a:cxn ang="0">
                  <a:pos x="csX0" y="csY0"/>
                </a:cxn>
                <a:cxn ang="0">
                  <a:pos x="csX1" y="csY1"/>
                </a:cxn>
                <a:cxn ang="0">
                  <a:pos x="csX2" y="csY2"/>
                </a:cxn>
                <a:cxn ang="0">
                  <a:pos x="csX3" y="csY3"/>
                </a:cxn>
                <a:cxn ang="0">
                  <a:pos x="csX4" y="csY4"/>
                </a:cxn>
                <a:cxn ang="0">
                  <a:pos x="csX5" y="csY5"/>
                </a:cxn>
              </a:cxnLst>
              <a:rect l="l" t="t" r="r" b="b"/>
              <a:pathLst>
                <a:path w="17437" h="6765">
                  <a:moveTo>
                    <a:pt x="4609" y="7182"/>
                  </a:moveTo>
                  <a:lnTo>
                    <a:pt x="2556" y="4110"/>
                  </a:lnTo>
                  <a:lnTo>
                    <a:pt x="5635" y="416"/>
                  </a:lnTo>
                  <a:lnTo>
                    <a:pt x="17942" y="416"/>
                  </a:lnTo>
                  <a:lnTo>
                    <a:pt x="19994" y="5950"/>
                  </a:lnTo>
                  <a:lnTo>
                    <a:pt x="4609" y="71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2" name="Forme libre : forme 140">
              <a:extLst>
                <a:ext uri="{FF2B5EF4-FFF2-40B4-BE49-F238E27FC236}">
                  <a16:creationId xmlns:a16="http://schemas.microsoft.com/office/drawing/2014/main" id="{007EDE20-190B-CCE6-8EC5-2D2E4ABF11C0}"/>
                </a:ext>
              </a:extLst>
            </p:cNvPr>
            <p:cNvSpPr/>
            <p:nvPr/>
          </p:nvSpPr>
          <p:spPr>
            <a:xfrm>
              <a:off x="5983392" y="2592564"/>
              <a:ext cx="21535" cy="9844"/>
            </a:xfrm>
            <a:custGeom>
              <a:avLst/>
              <a:gdLst>
                <a:gd name="csX0" fmla="*/ 2546 w 21535"/>
                <a:gd name="csY0" fmla="*/ 8420 h 9844"/>
                <a:gd name="csX1" fmla="*/ 6644 w 21535"/>
                <a:gd name="csY1" fmla="*/ 2886 h 9844"/>
                <a:gd name="csX2" fmla="*/ 15879 w 21535"/>
                <a:gd name="csY2" fmla="*/ 423 h 9844"/>
                <a:gd name="csX3" fmla="*/ 24081 w 21535"/>
                <a:gd name="csY3" fmla="*/ 1039 h 9844"/>
                <a:gd name="csX4" fmla="*/ 24081 w 21535"/>
                <a:gd name="csY4" fmla="*/ 5342 h 9844"/>
                <a:gd name="csX5" fmla="*/ 15879 w 21535"/>
                <a:gd name="csY5" fmla="*/ 10267 h 9844"/>
                <a:gd name="csX6" fmla="*/ 2546 w 21535"/>
                <a:gd name="csY6" fmla="*/ 8420 h 984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9844">
                  <a:moveTo>
                    <a:pt x="2546" y="8420"/>
                  </a:moveTo>
                  <a:lnTo>
                    <a:pt x="6644" y="2886"/>
                  </a:lnTo>
                  <a:lnTo>
                    <a:pt x="15879" y="423"/>
                  </a:lnTo>
                  <a:lnTo>
                    <a:pt x="24081" y="1039"/>
                  </a:lnTo>
                  <a:lnTo>
                    <a:pt x="24081" y="5342"/>
                  </a:lnTo>
                  <a:lnTo>
                    <a:pt x="15879" y="10267"/>
                  </a:lnTo>
                  <a:lnTo>
                    <a:pt x="2546" y="84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3" name="Forme libre : forme 141">
              <a:extLst>
                <a:ext uri="{FF2B5EF4-FFF2-40B4-BE49-F238E27FC236}">
                  <a16:creationId xmlns:a16="http://schemas.microsoft.com/office/drawing/2014/main" id="{E6F33D05-1D5D-801D-ACF6-6B9A0078EC72}"/>
                </a:ext>
              </a:extLst>
            </p:cNvPr>
            <p:cNvSpPr/>
            <p:nvPr/>
          </p:nvSpPr>
          <p:spPr>
            <a:xfrm>
              <a:off x="5958785" y="2603632"/>
              <a:ext cx="26659" cy="15371"/>
            </a:xfrm>
            <a:custGeom>
              <a:avLst/>
              <a:gdLst>
                <a:gd name="csX0" fmla="*/ 19965 w 26659"/>
                <a:gd name="csY0" fmla="*/ 433 h 15371"/>
                <a:gd name="csX1" fmla="*/ 29194 w 26659"/>
                <a:gd name="csY1" fmla="*/ 1665 h 15371"/>
                <a:gd name="csX2" fmla="*/ 22018 w 26659"/>
                <a:gd name="csY2" fmla="*/ 7815 h 15371"/>
                <a:gd name="csX3" fmla="*/ 16887 w 26659"/>
                <a:gd name="csY3" fmla="*/ 13965 h 15371"/>
                <a:gd name="csX4" fmla="*/ 8685 w 26659"/>
                <a:gd name="csY4" fmla="*/ 15805 h 15371"/>
                <a:gd name="csX5" fmla="*/ 2535 w 26659"/>
                <a:gd name="csY5" fmla="*/ 13349 h 15371"/>
                <a:gd name="csX6" fmla="*/ 6632 w 26659"/>
                <a:gd name="csY6" fmla="*/ 5968 h 15371"/>
                <a:gd name="csX7" fmla="*/ 19965 w 26659"/>
                <a:gd name="csY7" fmla="*/ 433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659" h="15371">
                  <a:moveTo>
                    <a:pt x="19965" y="433"/>
                  </a:moveTo>
                  <a:lnTo>
                    <a:pt x="29194" y="1665"/>
                  </a:lnTo>
                  <a:lnTo>
                    <a:pt x="22018" y="7815"/>
                  </a:lnTo>
                  <a:lnTo>
                    <a:pt x="16887" y="13965"/>
                  </a:lnTo>
                  <a:lnTo>
                    <a:pt x="8685" y="15805"/>
                  </a:lnTo>
                  <a:lnTo>
                    <a:pt x="2535" y="13349"/>
                  </a:lnTo>
                  <a:lnTo>
                    <a:pt x="6632" y="5968"/>
                  </a:lnTo>
                  <a:lnTo>
                    <a:pt x="19965" y="4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4" name="Forme libre : forme 142">
              <a:extLst>
                <a:ext uri="{FF2B5EF4-FFF2-40B4-BE49-F238E27FC236}">
                  <a16:creationId xmlns:a16="http://schemas.microsoft.com/office/drawing/2014/main" id="{8D3ADB06-0ADC-7DB1-3F7F-E8020AD112D3}"/>
                </a:ext>
              </a:extLst>
            </p:cNvPr>
            <p:cNvSpPr/>
            <p:nvPr/>
          </p:nvSpPr>
          <p:spPr>
            <a:xfrm>
              <a:off x="5926988" y="2611014"/>
              <a:ext cx="24613" cy="12299"/>
            </a:xfrm>
            <a:custGeom>
              <a:avLst/>
              <a:gdLst>
                <a:gd name="csX0" fmla="*/ 27129 w 24613"/>
                <a:gd name="csY0" fmla="*/ 437 h 12299"/>
                <a:gd name="csX1" fmla="*/ 19953 w 24613"/>
                <a:gd name="csY1" fmla="*/ 1668 h 12299"/>
                <a:gd name="csX2" fmla="*/ 6620 w 24613"/>
                <a:gd name="csY2" fmla="*/ 6587 h 12299"/>
                <a:gd name="csX3" fmla="*/ 2516 w 24613"/>
                <a:gd name="csY3" fmla="*/ 9658 h 12299"/>
                <a:gd name="csX4" fmla="*/ 9699 w 24613"/>
                <a:gd name="csY4" fmla="*/ 12737 h 12299"/>
                <a:gd name="csX5" fmla="*/ 15849 w 24613"/>
                <a:gd name="csY5" fmla="*/ 9658 h 12299"/>
                <a:gd name="csX6" fmla="*/ 27129 w 24613"/>
                <a:gd name="csY6" fmla="*/ 437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2299">
                  <a:moveTo>
                    <a:pt x="27129" y="437"/>
                  </a:moveTo>
                  <a:lnTo>
                    <a:pt x="19953" y="1668"/>
                  </a:lnTo>
                  <a:lnTo>
                    <a:pt x="6620" y="6587"/>
                  </a:lnTo>
                  <a:lnTo>
                    <a:pt x="2516" y="9658"/>
                  </a:lnTo>
                  <a:lnTo>
                    <a:pt x="9699" y="12737"/>
                  </a:lnTo>
                  <a:lnTo>
                    <a:pt x="15849" y="9658"/>
                  </a:lnTo>
                  <a:lnTo>
                    <a:pt x="27129" y="4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5" name="Forme libre : forme 143">
              <a:extLst>
                <a:ext uri="{FF2B5EF4-FFF2-40B4-BE49-F238E27FC236}">
                  <a16:creationId xmlns:a16="http://schemas.microsoft.com/office/drawing/2014/main" id="{BF506357-242F-7415-5D4B-641E96E6EB91}"/>
                </a:ext>
              </a:extLst>
            </p:cNvPr>
            <p:cNvSpPr/>
            <p:nvPr/>
          </p:nvSpPr>
          <p:spPr>
            <a:xfrm>
              <a:off x="5930067" y="2627617"/>
              <a:ext cx="27692" cy="18449"/>
            </a:xfrm>
            <a:custGeom>
              <a:avLst/>
              <a:gdLst>
                <a:gd name="csX0" fmla="*/ 8673 w 27692"/>
                <a:gd name="csY0" fmla="*/ 449 h 18449"/>
                <a:gd name="csX1" fmla="*/ 7646 w 27692"/>
                <a:gd name="csY1" fmla="*/ 9062 h 18449"/>
                <a:gd name="csX2" fmla="*/ 2516 w 27692"/>
                <a:gd name="csY2" fmla="*/ 15205 h 18449"/>
                <a:gd name="csX3" fmla="*/ 6620 w 27692"/>
                <a:gd name="csY3" fmla="*/ 18899 h 18449"/>
                <a:gd name="csX4" fmla="*/ 13796 w 27692"/>
                <a:gd name="csY4" fmla="*/ 15205 h 18449"/>
                <a:gd name="csX5" fmla="*/ 20979 w 27692"/>
                <a:gd name="csY5" fmla="*/ 6599 h 18449"/>
                <a:gd name="csX6" fmla="*/ 30208 w 27692"/>
                <a:gd name="csY6" fmla="*/ 2296 h 18449"/>
                <a:gd name="csX7" fmla="*/ 24051 w 27692"/>
                <a:gd name="csY7" fmla="*/ 449 h 18449"/>
                <a:gd name="csX8" fmla="*/ 15849 w 27692"/>
                <a:gd name="csY8" fmla="*/ 2296 h 18449"/>
                <a:gd name="csX9" fmla="*/ 8673 w 27692"/>
                <a:gd name="csY9" fmla="*/ 449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7692" h="18449">
                  <a:moveTo>
                    <a:pt x="8673" y="449"/>
                  </a:moveTo>
                  <a:lnTo>
                    <a:pt x="7646" y="9062"/>
                  </a:lnTo>
                  <a:lnTo>
                    <a:pt x="2516" y="15205"/>
                  </a:lnTo>
                  <a:lnTo>
                    <a:pt x="6620" y="18899"/>
                  </a:lnTo>
                  <a:lnTo>
                    <a:pt x="13796" y="15205"/>
                  </a:lnTo>
                  <a:lnTo>
                    <a:pt x="20979" y="6599"/>
                  </a:lnTo>
                  <a:lnTo>
                    <a:pt x="30208" y="2296"/>
                  </a:lnTo>
                  <a:lnTo>
                    <a:pt x="24051" y="449"/>
                  </a:lnTo>
                  <a:lnTo>
                    <a:pt x="15849" y="2296"/>
                  </a:lnTo>
                  <a:lnTo>
                    <a:pt x="8673" y="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6" name="Forme libre : forme 144">
              <a:extLst>
                <a:ext uri="{FF2B5EF4-FFF2-40B4-BE49-F238E27FC236}">
                  <a16:creationId xmlns:a16="http://schemas.microsoft.com/office/drawing/2014/main" id="{8845B062-A3B2-DD5B-E5F0-FB5E7F196B2A}"/>
                </a:ext>
              </a:extLst>
            </p:cNvPr>
            <p:cNvSpPr/>
            <p:nvPr/>
          </p:nvSpPr>
          <p:spPr>
            <a:xfrm>
              <a:off x="5911610" y="2627008"/>
              <a:ext cx="12306" cy="6149"/>
            </a:xfrm>
            <a:custGeom>
              <a:avLst/>
              <a:gdLst>
                <a:gd name="csX0" fmla="*/ 2500 w 12306"/>
                <a:gd name="csY0" fmla="*/ 4131 h 6149"/>
                <a:gd name="csX1" fmla="*/ 5578 w 12306"/>
                <a:gd name="csY1" fmla="*/ 444 h 6149"/>
                <a:gd name="csX2" fmla="*/ 14807 w 12306"/>
                <a:gd name="csY2" fmla="*/ 444 h 6149"/>
                <a:gd name="csX3" fmla="*/ 14807 w 12306"/>
                <a:gd name="csY3" fmla="*/ 4747 h 6149"/>
                <a:gd name="csX4" fmla="*/ 5578 w 12306"/>
                <a:gd name="csY4" fmla="*/ 6594 h 6149"/>
                <a:gd name="csX5" fmla="*/ 2500 w 12306"/>
                <a:gd name="csY5" fmla="*/ 4131 h 6149"/>
              </a:gdLst>
              <a:ahLst/>
              <a:cxnLst>
                <a:cxn ang="0">
                  <a:pos x="csX0" y="csY0"/>
                </a:cxn>
                <a:cxn ang="0">
                  <a:pos x="csX1" y="csY1"/>
                </a:cxn>
                <a:cxn ang="0">
                  <a:pos x="csX2" y="csY2"/>
                </a:cxn>
                <a:cxn ang="0">
                  <a:pos x="csX3" y="csY3"/>
                </a:cxn>
                <a:cxn ang="0">
                  <a:pos x="csX4" y="csY4"/>
                </a:cxn>
                <a:cxn ang="0">
                  <a:pos x="csX5" y="csY5"/>
                </a:cxn>
              </a:cxnLst>
              <a:rect l="l" t="t" r="r" b="b"/>
              <a:pathLst>
                <a:path w="12306" h="6149">
                  <a:moveTo>
                    <a:pt x="2500" y="4131"/>
                  </a:moveTo>
                  <a:lnTo>
                    <a:pt x="5578" y="444"/>
                  </a:lnTo>
                  <a:lnTo>
                    <a:pt x="14807" y="444"/>
                  </a:lnTo>
                  <a:lnTo>
                    <a:pt x="14807" y="4747"/>
                  </a:lnTo>
                  <a:lnTo>
                    <a:pt x="5578" y="6594"/>
                  </a:lnTo>
                  <a:lnTo>
                    <a:pt x="2500" y="4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7" name="Forme libre : forme 145">
              <a:extLst>
                <a:ext uri="{FF2B5EF4-FFF2-40B4-BE49-F238E27FC236}">
                  <a16:creationId xmlns:a16="http://schemas.microsoft.com/office/drawing/2014/main" id="{4C8CAC34-D747-0A58-4E6A-F57B25E34DC9}"/>
                </a:ext>
              </a:extLst>
            </p:cNvPr>
            <p:cNvSpPr/>
            <p:nvPr/>
          </p:nvSpPr>
          <p:spPr>
            <a:xfrm>
              <a:off x="5911603" y="2640532"/>
              <a:ext cx="10254" cy="7381"/>
            </a:xfrm>
            <a:custGeom>
              <a:avLst/>
              <a:gdLst>
                <a:gd name="csX0" fmla="*/ 3526 w 10254"/>
                <a:gd name="csY0" fmla="*/ 7833 h 7381"/>
                <a:gd name="csX1" fmla="*/ 2500 w 10254"/>
                <a:gd name="csY1" fmla="*/ 4762 h 7381"/>
                <a:gd name="csX2" fmla="*/ 6604 w 10254"/>
                <a:gd name="csY2" fmla="*/ 1067 h 7381"/>
                <a:gd name="csX3" fmla="*/ 12754 w 10254"/>
                <a:gd name="csY3" fmla="*/ 452 h 7381"/>
                <a:gd name="csX4" fmla="*/ 11728 w 10254"/>
                <a:gd name="csY4" fmla="*/ 3530 h 7381"/>
                <a:gd name="csX5" fmla="*/ 3526 w 10254"/>
                <a:gd name="csY5" fmla="*/ 7833 h 7381"/>
              </a:gdLst>
              <a:ahLst/>
              <a:cxnLst>
                <a:cxn ang="0">
                  <a:pos x="csX0" y="csY0"/>
                </a:cxn>
                <a:cxn ang="0">
                  <a:pos x="csX1" y="csY1"/>
                </a:cxn>
                <a:cxn ang="0">
                  <a:pos x="csX2" y="csY2"/>
                </a:cxn>
                <a:cxn ang="0">
                  <a:pos x="csX3" y="csY3"/>
                </a:cxn>
                <a:cxn ang="0">
                  <a:pos x="csX4" y="csY4"/>
                </a:cxn>
                <a:cxn ang="0">
                  <a:pos x="csX5" y="csY5"/>
                </a:cxn>
              </a:cxnLst>
              <a:rect l="l" t="t" r="r" b="b"/>
              <a:pathLst>
                <a:path w="10254" h="7381">
                  <a:moveTo>
                    <a:pt x="3526" y="7833"/>
                  </a:moveTo>
                  <a:lnTo>
                    <a:pt x="2500" y="4762"/>
                  </a:lnTo>
                  <a:lnTo>
                    <a:pt x="6604" y="1067"/>
                  </a:lnTo>
                  <a:lnTo>
                    <a:pt x="12754" y="452"/>
                  </a:lnTo>
                  <a:lnTo>
                    <a:pt x="11728" y="3530"/>
                  </a:lnTo>
                  <a:lnTo>
                    <a:pt x="3526" y="7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8" name="Forme libre : forme 146">
              <a:extLst>
                <a:ext uri="{FF2B5EF4-FFF2-40B4-BE49-F238E27FC236}">
                  <a16:creationId xmlns:a16="http://schemas.microsoft.com/office/drawing/2014/main" id="{754A596B-0F2D-FC10-0F93-3761738B5590}"/>
                </a:ext>
              </a:extLst>
            </p:cNvPr>
            <p:cNvSpPr/>
            <p:nvPr/>
          </p:nvSpPr>
          <p:spPr>
            <a:xfrm>
              <a:off x="5876742" y="2647914"/>
              <a:ext cx="22561" cy="14762"/>
            </a:xfrm>
            <a:custGeom>
              <a:avLst/>
              <a:gdLst>
                <a:gd name="csX0" fmla="*/ 24019 w 22561"/>
                <a:gd name="csY0" fmla="*/ 460 h 14762"/>
                <a:gd name="csX1" fmla="*/ 16843 w 22561"/>
                <a:gd name="csY1" fmla="*/ 460 h 14762"/>
                <a:gd name="csX2" fmla="*/ 3510 w 22561"/>
                <a:gd name="csY2" fmla="*/ 7841 h 14762"/>
                <a:gd name="csX3" fmla="*/ 2484 w 22561"/>
                <a:gd name="csY3" fmla="*/ 15223 h 14762"/>
                <a:gd name="csX4" fmla="*/ 6589 w 22561"/>
                <a:gd name="csY4" fmla="*/ 10297 h 14762"/>
                <a:gd name="csX5" fmla="*/ 16843 w 22561"/>
                <a:gd name="csY5" fmla="*/ 6610 h 14762"/>
                <a:gd name="csX6" fmla="*/ 25046 w 22561"/>
                <a:gd name="csY6" fmla="*/ 2307 h 14762"/>
                <a:gd name="csX7" fmla="*/ 24019 w 22561"/>
                <a:gd name="csY7" fmla="*/ 460 h 147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14762">
                  <a:moveTo>
                    <a:pt x="24019" y="460"/>
                  </a:moveTo>
                  <a:lnTo>
                    <a:pt x="16843" y="460"/>
                  </a:lnTo>
                  <a:lnTo>
                    <a:pt x="3510" y="7841"/>
                  </a:lnTo>
                  <a:lnTo>
                    <a:pt x="2484" y="15223"/>
                  </a:lnTo>
                  <a:lnTo>
                    <a:pt x="6589" y="10297"/>
                  </a:lnTo>
                  <a:lnTo>
                    <a:pt x="16843" y="6610"/>
                  </a:lnTo>
                  <a:lnTo>
                    <a:pt x="25046" y="2307"/>
                  </a:lnTo>
                  <a:lnTo>
                    <a:pt x="24019" y="4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69" name="Forme libre : forme 147">
              <a:extLst>
                <a:ext uri="{FF2B5EF4-FFF2-40B4-BE49-F238E27FC236}">
                  <a16:creationId xmlns:a16="http://schemas.microsoft.com/office/drawing/2014/main" id="{AFEA3982-898A-FA99-4A65-75D2212E5BD1}"/>
                </a:ext>
              </a:extLst>
            </p:cNvPr>
            <p:cNvSpPr/>
            <p:nvPr/>
          </p:nvSpPr>
          <p:spPr>
            <a:xfrm rot="-8778596" flipV="1">
              <a:off x="6024708" y="3000835"/>
              <a:ext cx="8961" cy="8530"/>
            </a:xfrm>
            <a:custGeom>
              <a:avLst/>
              <a:gdLst>
                <a:gd name="csX0" fmla="*/ 2569 w 8961"/>
                <a:gd name="csY0" fmla="*/ 9202 h 8530"/>
                <a:gd name="csX1" fmla="*/ 8117 w 8961"/>
                <a:gd name="csY1" fmla="*/ 9202 h 8530"/>
                <a:gd name="csX2" fmla="*/ 11530 w 8961"/>
                <a:gd name="csY2" fmla="*/ 4085 h 8530"/>
                <a:gd name="csX3" fmla="*/ 6407 w 8961"/>
                <a:gd name="csY3" fmla="*/ 672 h 8530"/>
                <a:gd name="csX4" fmla="*/ 2569 w 8961"/>
                <a:gd name="csY4" fmla="*/ 9202 h 8530"/>
              </a:gdLst>
              <a:ahLst/>
              <a:cxnLst>
                <a:cxn ang="0">
                  <a:pos x="csX0" y="csY0"/>
                </a:cxn>
                <a:cxn ang="0">
                  <a:pos x="csX1" y="csY1"/>
                </a:cxn>
                <a:cxn ang="0">
                  <a:pos x="csX2" y="csY2"/>
                </a:cxn>
                <a:cxn ang="0">
                  <a:pos x="csX3" y="csY3"/>
                </a:cxn>
                <a:cxn ang="0">
                  <a:pos x="csX4" y="csY4"/>
                </a:cxn>
              </a:cxnLst>
              <a:rect l="l" t="t" r="r" b="b"/>
              <a:pathLst>
                <a:path w="8961" h="8530">
                  <a:moveTo>
                    <a:pt x="2569" y="9202"/>
                  </a:moveTo>
                  <a:lnTo>
                    <a:pt x="8117" y="9202"/>
                  </a:lnTo>
                  <a:lnTo>
                    <a:pt x="11530" y="4085"/>
                  </a:lnTo>
                  <a:lnTo>
                    <a:pt x="6407" y="672"/>
                  </a:lnTo>
                  <a:lnTo>
                    <a:pt x="2569" y="9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0" name="Forme libre : forme 148">
              <a:extLst>
                <a:ext uri="{FF2B5EF4-FFF2-40B4-BE49-F238E27FC236}">
                  <a16:creationId xmlns:a16="http://schemas.microsoft.com/office/drawing/2014/main" id="{DB32ACD4-459C-CEA1-3F8F-148A1085AC15}"/>
                </a:ext>
              </a:extLst>
            </p:cNvPr>
            <p:cNvSpPr/>
            <p:nvPr/>
          </p:nvSpPr>
          <p:spPr>
            <a:xfrm>
              <a:off x="5995685" y="3106460"/>
              <a:ext cx="13332" cy="23566"/>
            </a:xfrm>
            <a:custGeom>
              <a:avLst/>
              <a:gdLst>
                <a:gd name="csX0" fmla="*/ 3578 w 13332"/>
                <a:gd name="csY0" fmla="*/ 16112 h 23566"/>
                <a:gd name="csX1" fmla="*/ 2552 w 13332"/>
                <a:gd name="csY1" fmla="*/ 7910 h 23566"/>
                <a:gd name="csX2" fmla="*/ 7682 w 13332"/>
                <a:gd name="csY2" fmla="*/ 741 h 23566"/>
                <a:gd name="csX3" fmla="*/ 15885 w 13332"/>
                <a:gd name="csY3" fmla="*/ 2786 h 23566"/>
                <a:gd name="csX4" fmla="*/ 14858 w 13332"/>
                <a:gd name="csY4" fmla="*/ 20210 h 23566"/>
                <a:gd name="csX5" fmla="*/ 7682 w 13332"/>
                <a:gd name="csY5" fmla="*/ 24307 h 23566"/>
                <a:gd name="csX6" fmla="*/ 3578 w 13332"/>
                <a:gd name="csY6" fmla="*/ 16112 h 235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23566">
                  <a:moveTo>
                    <a:pt x="3578" y="16112"/>
                  </a:moveTo>
                  <a:lnTo>
                    <a:pt x="2552" y="7910"/>
                  </a:lnTo>
                  <a:lnTo>
                    <a:pt x="7682" y="741"/>
                  </a:lnTo>
                  <a:lnTo>
                    <a:pt x="15885" y="2786"/>
                  </a:lnTo>
                  <a:lnTo>
                    <a:pt x="14858" y="20210"/>
                  </a:lnTo>
                  <a:lnTo>
                    <a:pt x="7682" y="24307"/>
                  </a:lnTo>
                  <a:lnTo>
                    <a:pt x="3578" y="161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1" name="Forme libre : forme 149">
              <a:extLst>
                <a:ext uri="{FF2B5EF4-FFF2-40B4-BE49-F238E27FC236}">
                  <a16:creationId xmlns:a16="http://schemas.microsoft.com/office/drawing/2014/main" id="{3A7C3F13-5CDC-F1D7-9BBF-7468C428F9FA}"/>
                </a:ext>
              </a:extLst>
            </p:cNvPr>
            <p:cNvSpPr/>
            <p:nvPr/>
          </p:nvSpPr>
          <p:spPr>
            <a:xfrm>
              <a:off x="6074642" y="3075703"/>
              <a:ext cx="28718" cy="24599"/>
            </a:xfrm>
            <a:custGeom>
              <a:avLst/>
              <a:gdLst>
                <a:gd name="csX0" fmla="*/ 31325 w 28718"/>
                <a:gd name="csY0" fmla="*/ 9951 h 24599"/>
                <a:gd name="csX1" fmla="*/ 28247 w 28718"/>
                <a:gd name="csY1" fmla="*/ 4828 h 24599"/>
                <a:gd name="csX2" fmla="*/ 15947 w 28718"/>
                <a:gd name="csY2" fmla="*/ 723 h 24599"/>
                <a:gd name="csX3" fmla="*/ 2607 w 28718"/>
                <a:gd name="csY3" fmla="*/ 9951 h 24599"/>
                <a:gd name="csX4" fmla="*/ 5686 w 28718"/>
                <a:gd name="csY4" fmla="*/ 25323 h 24599"/>
                <a:gd name="csX5" fmla="*/ 11843 w 28718"/>
                <a:gd name="csY5" fmla="*/ 24297 h 24599"/>
                <a:gd name="csX6" fmla="*/ 15947 w 28718"/>
                <a:gd name="csY6" fmla="*/ 18154 h 24599"/>
                <a:gd name="csX7" fmla="*/ 31325 w 28718"/>
                <a:gd name="csY7" fmla="*/ 9951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718" h="24599">
                  <a:moveTo>
                    <a:pt x="31325" y="9951"/>
                  </a:moveTo>
                  <a:lnTo>
                    <a:pt x="28247" y="4828"/>
                  </a:lnTo>
                  <a:lnTo>
                    <a:pt x="15947" y="723"/>
                  </a:lnTo>
                  <a:lnTo>
                    <a:pt x="2607" y="9951"/>
                  </a:lnTo>
                  <a:lnTo>
                    <a:pt x="5686" y="25323"/>
                  </a:lnTo>
                  <a:lnTo>
                    <a:pt x="11843" y="24297"/>
                  </a:lnTo>
                  <a:lnTo>
                    <a:pt x="15947" y="18154"/>
                  </a:lnTo>
                  <a:lnTo>
                    <a:pt x="31325" y="99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2" name="Forme libre : forme 150">
              <a:extLst>
                <a:ext uri="{FF2B5EF4-FFF2-40B4-BE49-F238E27FC236}">
                  <a16:creationId xmlns:a16="http://schemas.microsoft.com/office/drawing/2014/main" id="{558C9821-B5D4-3C10-217A-920EC8E34F7F}"/>
                </a:ext>
              </a:extLst>
            </p:cNvPr>
            <p:cNvSpPr/>
            <p:nvPr/>
          </p:nvSpPr>
          <p:spPr>
            <a:xfrm>
              <a:off x="6079780" y="3056234"/>
              <a:ext cx="14352" cy="11273"/>
            </a:xfrm>
            <a:custGeom>
              <a:avLst/>
              <a:gdLst>
                <a:gd name="csX0" fmla="*/ 9780 w 14352"/>
                <a:gd name="csY0" fmla="*/ 708 h 11273"/>
                <a:gd name="csX1" fmla="*/ 15930 w 14352"/>
                <a:gd name="csY1" fmla="*/ 1734 h 11273"/>
                <a:gd name="csX2" fmla="*/ 16956 w 14352"/>
                <a:gd name="csY2" fmla="*/ 6858 h 11273"/>
                <a:gd name="csX3" fmla="*/ 6702 w 14352"/>
                <a:gd name="csY3" fmla="*/ 11981 h 11273"/>
                <a:gd name="csX4" fmla="*/ 2604 w 14352"/>
                <a:gd name="csY4" fmla="*/ 4805 h 11273"/>
                <a:gd name="csX5" fmla="*/ 9780 w 14352"/>
                <a:gd name="csY5" fmla="*/ 708 h 11273"/>
              </a:gdLst>
              <a:ahLst/>
              <a:cxnLst>
                <a:cxn ang="0">
                  <a:pos x="csX0" y="csY0"/>
                </a:cxn>
                <a:cxn ang="0">
                  <a:pos x="csX1" y="csY1"/>
                </a:cxn>
                <a:cxn ang="0">
                  <a:pos x="csX2" y="csY2"/>
                </a:cxn>
                <a:cxn ang="0">
                  <a:pos x="csX3" y="csY3"/>
                </a:cxn>
                <a:cxn ang="0">
                  <a:pos x="csX4" y="csY4"/>
                </a:cxn>
                <a:cxn ang="0">
                  <a:pos x="csX5" y="csY5"/>
                </a:cxn>
              </a:cxnLst>
              <a:rect l="l" t="t" r="r" b="b"/>
              <a:pathLst>
                <a:path w="14352" h="11273">
                  <a:moveTo>
                    <a:pt x="9780" y="708"/>
                  </a:moveTo>
                  <a:lnTo>
                    <a:pt x="15930" y="1734"/>
                  </a:lnTo>
                  <a:lnTo>
                    <a:pt x="16956" y="6858"/>
                  </a:lnTo>
                  <a:lnTo>
                    <a:pt x="6702" y="11981"/>
                  </a:lnTo>
                  <a:lnTo>
                    <a:pt x="2604" y="4805"/>
                  </a:lnTo>
                  <a:lnTo>
                    <a:pt x="9780" y="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3" name="Forme libre : forme 151">
              <a:extLst>
                <a:ext uri="{FF2B5EF4-FFF2-40B4-BE49-F238E27FC236}">
                  <a16:creationId xmlns:a16="http://schemas.microsoft.com/office/drawing/2014/main" id="{DE24046B-0E23-DCD3-1BA4-99E8428476D8}"/>
                </a:ext>
              </a:extLst>
            </p:cNvPr>
            <p:cNvSpPr/>
            <p:nvPr/>
          </p:nvSpPr>
          <p:spPr>
            <a:xfrm>
              <a:off x="5952614" y="3140275"/>
              <a:ext cx="13332" cy="27671"/>
            </a:xfrm>
            <a:custGeom>
              <a:avLst/>
              <a:gdLst>
                <a:gd name="csX0" fmla="*/ 15860 w 13332"/>
                <a:gd name="csY0" fmla="*/ 764 h 27671"/>
                <a:gd name="csX1" fmla="*/ 10729 w 13332"/>
                <a:gd name="csY1" fmla="*/ 2816 h 27671"/>
                <a:gd name="csX2" fmla="*/ 8684 w 13332"/>
                <a:gd name="csY2" fmla="*/ 11012 h 27671"/>
                <a:gd name="csX3" fmla="*/ 2527 w 13332"/>
                <a:gd name="csY3" fmla="*/ 28436 h 27671"/>
                <a:gd name="csX4" fmla="*/ 7651 w 13332"/>
                <a:gd name="csY4" fmla="*/ 26390 h 27671"/>
                <a:gd name="csX5" fmla="*/ 15860 w 13332"/>
                <a:gd name="csY5" fmla="*/ 764 h 27671"/>
              </a:gdLst>
              <a:ahLst/>
              <a:cxnLst>
                <a:cxn ang="0">
                  <a:pos x="csX0" y="csY0"/>
                </a:cxn>
                <a:cxn ang="0">
                  <a:pos x="csX1" y="csY1"/>
                </a:cxn>
                <a:cxn ang="0">
                  <a:pos x="csX2" y="csY2"/>
                </a:cxn>
                <a:cxn ang="0">
                  <a:pos x="csX3" y="csY3"/>
                </a:cxn>
                <a:cxn ang="0">
                  <a:pos x="csX4" y="csY4"/>
                </a:cxn>
                <a:cxn ang="0">
                  <a:pos x="csX5" y="csY5"/>
                </a:cxn>
              </a:cxnLst>
              <a:rect l="l" t="t" r="r" b="b"/>
              <a:pathLst>
                <a:path w="13332" h="27671">
                  <a:moveTo>
                    <a:pt x="15860" y="764"/>
                  </a:moveTo>
                  <a:lnTo>
                    <a:pt x="10729" y="2816"/>
                  </a:lnTo>
                  <a:cubicBezTo>
                    <a:pt x="10729" y="2816"/>
                    <a:pt x="12782" y="-4360"/>
                    <a:pt x="8684" y="11012"/>
                  </a:cubicBezTo>
                  <a:cubicBezTo>
                    <a:pt x="4579" y="26390"/>
                    <a:pt x="2527" y="28436"/>
                    <a:pt x="2527" y="28436"/>
                  </a:cubicBezTo>
                  <a:lnTo>
                    <a:pt x="7651" y="26390"/>
                  </a:lnTo>
                  <a:lnTo>
                    <a:pt x="15860" y="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4" name="Forme libre : forme 152">
              <a:extLst>
                <a:ext uri="{FF2B5EF4-FFF2-40B4-BE49-F238E27FC236}">
                  <a16:creationId xmlns:a16="http://schemas.microsoft.com/office/drawing/2014/main" id="{232BA035-3BF1-560D-191B-E753B2894D1D}"/>
                </a:ext>
              </a:extLst>
            </p:cNvPr>
            <p:cNvSpPr/>
            <p:nvPr/>
          </p:nvSpPr>
          <p:spPr>
            <a:xfrm>
              <a:off x="5777261" y="3115682"/>
              <a:ext cx="50246" cy="45095"/>
            </a:xfrm>
            <a:custGeom>
              <a:avLst/>
              <a:gdLst>
                <a:gd name="csX0" fmla="*/ 2427 w 50246"/>
                <a:gd name="csY0" fmla="*/ 45845 h 45095"/>
                <a:gd name="csX1" fmla="*/ 13708 w 50246"/>
                <a:gd name="csY1" fmla="*/ 36624 h 45095"/>
                <a:gd name="csX2" fmla="*/ 23962 w 50246"/>
                <a:gd name="csY2" fmla="*/ 33545 h 45095"/>
                <a:gd name="csX3" fmla="*/ 31138 w 50246"/>
                <a:gd name="csY3" fmla="*/ 26369 h 45095"/>
                <a:gd name="csX4" fmla="*/ 49595 w 50246"/>
                <a:gd name="csY4" fmla="*/ 25350 h 45095"/>
                <a:gd name="csX5" fmla="*/ 52673 w 50246"/>
                <a:gd name="csY5" fmla="*/ 16121 h 45095"/>
                <a:gd name="csX6" fmla="*/ 52673 w 50246"/>
                <a:gd name="csY6" fmla="*/ 750 h 45095"/>
                <a:gd name="csX7" fmla="*/ 39341 w 50246"/>
                <a:gd name="csY7" fmla="*/ 4848 h 45095"/>
                <a:gd name="csX8" fmla="*/ 32164 w 50246"/>
                <a:gd name="csY8" fmla="*/ 13050 h 45095"/>
                <a:gd name="csX9" fmla="*/ 22936 w 50246"/>
                <a:gd name="csY9" fmla="*/ 20219 h 45095"/>
                <a:gd name="csX10" fmla="*/ 13708 w 50246"/>
                <a:gd name="csY10" fmla="*/ 23298 h 45095"/>
                <a:gd name="csX11" fmla="*/ 3453 w 50246"/>
                <a:gd name="csY11" fmla="*/ 33545 h 45095"/>
                <a:gd name="csX12" fmla="*/ 2427 w 50246"/>
                <a:gd name="csY12" fmla="*/ 45845 h 45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0246" h="45095">
                  <a:moveTo>
                    <a:pt x="2427" y="45845"/>
                  </a:moveTo>
                  <a:lnTo>
                    <a:pt x="13708" y="36624"/>
                  </a:lnTo>
                  <a:lnTo>
                    <a:pt x="23962" y="33545"/>
                  </a:lnTo>
                  <a:lnTo>
                    <a:pt x="31138" y="26369"/>
                  </a:lnTo>
                  <a:lnTo>
                    <a:pt x="49595" y="25350"/>
                  </a:lnTo>
                  <a:lnTo>
                    <a:pt x="52673" y="16121"/>
                  </a:lnTo>
                  <a:lnTo>
                    <a:pt x="52673" y="750"/>
                  </a:lnTo>
                  <a:lnTo>
                    <a:pt x="39341" y="4848"/>
                  </a:lnTo>
                  <a:lnTo>
                    <a:pt x="32164" y="13050"/>
                  </a:lnTo>
                  <a:lnTo>
                    <a:pt x="22936" y="20219"/>
                  </a:lnTo>
                  <a:lnTo>
                    <a:pt x="13708" y="23298"/>
                  </a:lnTo>
                  <a:lnTo>
                    <a:pt x="3453" y="33545"/>
                  </a:lnTo>
                  <a:lnTo>
                    <a:pt x="2427" y="458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5" name="Forme libre : forme 153">
              <a:extLst>
                <a:ext uri="{FF2B5EF4-FFF2-40B4-BE49-F238E27FC236}">
                  <a16:creationId xmlns:a16="http://schemas.microsoft.com/office/drawing/2014/main" id="{B5D4D9D6-450A-0880-C398-A6BDA949C92B}"/>
                </a:ext>
              </a:extLst>
            </p:cNvPr>
            <p:cNvSpPr/>
            <p:nvPr/>
          </p:nvSpPr>
          <p:spPr>
            <a:xfrm>
              <a:off x="5836736" y="3184351"/>
              <a:ext cx="33841" cy="32795"/>
            </a:xfrm>
            <a:custGeom>
              <a:avLst/>
              <a:gdLst>
                <a:gd name="csX0" fmla="*/ 14768 w 33841"/>
                <a:gd name="csY0" fmla="*/ 5917 h 32795"/>
                <a:gd name="csX1" fmla="*/ 4513 w 33841"/>
                <a:gd name="csY1" fmla="*/ 7969 h 32795"/>
                <a:gd name="csX2" fmla="*/ 2461 w 33841"/>
                <a:gd name="csY2" fmla="*/ 13093 h 32795"/>
                <a:gd name="csX3" fmla="*/ 9644 w 33841"/>
                <a:gd name="csY3" fmla="*/ 23341 h 32795"/>
                <a:gd name="csX4" fmla="*/ 14768 w 33841"/>
                <a:gd name="csY4" fmla="*/ 28464 h 32795"/>
                <a:gd name="csX5" fmla="*/ 21944 w 33841"/>
                <a:gd name="csY5" fmla="*/ 28464 h 32795"/>
                <a:gd name="csX6" fmla="*/ 25022 w 33841"/>
                <a:gd name="csY6" fmla="*/ 33588 h 32795"/>
                <a:gd name="csX7" fmla="*/ 33225 w 33841"/>
                <a:gd name="csY7" fmla="*/ 28464 h 32795"/>
                <a:gd name="csX8" fmla="*/ 36303 w 33841"/>
                <a:gd name="csY8" fmla="*/ 21288 h 32795"/>
                <a:gd name="csX9" fmla="*/ 32199 w 33841"/>
                <a:gd name="csY9" fmla="*/ 14119 h 32795"/>
                <a:gd name="csX10" fmla="*/ 34251 w 33841"/>
                <a:gd name="csY10" fmla="*/ 3871 h 32795"/>
                <a:gd name="csX11" fmla="*/ 25022 w 33841"/>
                <a:gd name="csY11" fmla="*/ 793 h 32795"/>
                <a:gd name="csX12" fmla="*/ 14768 w 33841"/>
                <a:gd name="csY12" fmla="*/ 5917 h 32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3841" h="32795">
                  <a:moveTo>
                    <a:pt x="14768" y="5917"/>
                  </a:moveTo>
                  <a:lnTo>
                    <a:pt x="4513" y="7969"/>
                  </a:lnTo>
                  <a:lnTo>
                    <a:pt x="2461" y="13093"/>
                  </a:lnTo>
                  <a:lnTo>
                    <a:pt x="9644" y="23341"/>
                  </a:lnTo>
                  <a:lnTo>
                    <a:pt x="14768" y="28464"/>
                  </a:lnTo>
                  <a:lnTo>
                    <a:pt x="21944" y="28464"/>
                  </a:lnTo>
                  <a:lnTo>
                    <a:pt x="25022" y="33588"/>
                  </a:lnTo>
                  <a:lnTo>
                    <a:pt x="33225" y="28464"/>
                  </a:lnTo>
                  <a:lnTo>
                    <a:pt x="36303" y="21288"/>
                  </a:lnTo>
                  <a:lnTo>
                    <a:pt x="32199" y="14119"/>
                  </a:lnTo>
                  <a:lnTo>
                    <a:pt x="34251" y="3871"/>
                  </a:lnTo>
                  <a:lnTo>
                    <a:pt x="25022" y="793"/>
                  </a:lnTo>
                  <a:lnTo>
                    <a:pt x="14768" y="59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6" name="Forme libre : forme 154">
              <a:extLst>
                <a:ext uri="{FF2B5EF4-FFF2-40B4-BE49-F238E27FC236}">
                  <a16:creationId xmlns:a16="http://schemas.microsoft.com/office/drawing/2014/main" id="{5CF943DC-96BA-7D76-B6C0-1E063604C916}"/>
                </a:ext>
              </a:extLst>
            </p:cNvPr>
            <p:cNvSpPr/>
            <p:nvPr/>
          </p:nvSpPr>
          <p:spPr>
            <a:xfrm>
              <a:off x="5861350" y="3218172"/>
              <a:ext cx="13332" cy="9221"/>
            </a:xfrm>
            <a:custGeom>
              <a:avLst/>
              <a:gdLst>
                <a:gd name="csX0" fmla="*/ 2470 w 13332"/>
                <a:gd name="csY0" fmla="*/ 6954 h 9221"/>
                <a:gd name="csX1" fmla="*/ 10672 w 13332"/>
                <a:gd name="csY1" fmla="*/ 804 h 9221"/>
                <a:gd name="csX2" fmla="*/ 15803 w 13332"/>
                <a:gd name="csY2" fmla="*/ 804 h 9221"/>
                <a:gd name="csX3" fmla="*/ 13750 w 13332"/>
                <a:gd name="csY3" fmla="*/ 3876 h 9221"/>
                <a:gd name="csX4" fmla="*/ 5548 w 13332"/>
                <a:gd name="csY4" fmla="*/ 10026 h 9221"/>
                <a:gd name="csX5" fmla="*/ 2470 w 13332"/>
                <a:gd name="csY5" fmla="*/ 6954 h 9221"/>
              </a:gdLst>
              <a:ahLst/>
              <a:cxnLst>
                <a:cxn ang="0">
                  <a:pos x="csX0" y="csY0"/>
                </a:cxn>
                <a:cxn ang="0">
                  <a:pos x="csX1" y="csY1"/>
                </a:cxn>
                <a:cxn ang="0">
                  <a:pos x="csX2" y="csY2"/>
                </a:cxn>
                <a:cxn ang="0">
                  <a:pos x="csX3" y="csY3"/>
                </a:cxn>
                <a:cxn ang="0">
                  <a:pos x="csX4" y="csY4"/>
                </a:cxn>
                <a:cxn ang="0">
                  <a:pos x="csX5" y="csY5"/>
                </a:cxn>
              </a:cxnLst>
              <a:rect l="l" t="t" r="r" b="b"/>
              <a:pathLst>
                <a:path w="13332" h="9221">
                  <a:moveTo>
                    <a:pt x="2470" y="6954"/>
                  </a:moveTo>
                  <a:lnTo>
                    <a:pt x="10672" y="804"/>
                  </a:lnTo>
                  <a:lnTo>
                    <a:pt x="15803" y="804"/>
                  </a:lnTo>
                  <a:lnTo>
                    <a:pt x="13750" y="3876"/>
                  </a:lnTo>
                  <a:lnTo>
                    <a:pt x="5548" y="10026"/>
                  </a:lnTo>
                  <a:lnTo>
                    <a:pt x="2470" y="69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7" name="Forme libre : forme 155">
              <a:extLst>
                <a:ext uri="{FF2B5EF4-FFF2-40B4-BE49-F238E27FC236}">
                  <a16:creationId xmlns:a16="http://schemas.microsoft.com/office/drawing/2014/main" id="{24170B23-B50C-3500-C5F0-EA2994DAA5BC}"/>
                </a:ext>
              </a:extLst>
            </p:cNvPr>
            <p:cNvSpPr/>
            <p:nvPr/>
          </p:nvSpPr>
          <p:spPr>
            <a:xfrm>
              <a:off x="5839814" y="3220217"/>
              <a:ext cx="13332" cy="10254"/>
            </a:xfrm>
            <a:custGeom>
              <a:avLst/>
              <a:gdLst>
                <a:gd name="csX0" fmla="*/ 2456 w 13332"/>
                <a:gd name="csY0" fmla="*/ 4911 h 10254"/>
                <a:gd name="csX1" fmla="*/ 5535 w 13332"/>
                <a:gd name="csY1" fmla="*/ 806 h 10254"/>
                <a:gd name="csX2" fmla="*/ 14763 w 13332"/>
                <a:gd name="csY2" fmla="*/ 4911 h 10254"/>
                <a:gd name="csX3" fmla="*/ 15789 w 13332"/>
                <a:gd name="csY3" fmla="*/ 11061 h 10254"/>
                <a:gd name="csX4" fmla="*/ 5528 w 13332"/>
                <a:gd name="csY4" fmla="*/ 10035 h 10254"/>
                <a:gd name="csX5" fmla="*/ 2456 w 13332"/>
                <a:gd name="csY5" fmla="*/ 4911 h 10254"/>
              </a:gdLst>
              <a:ahLst/>
              <a:cxnLst>
                <a:cxn ang="0">
                  <a:pos x="csX0" y="csY0"/>
                </a:cxn>
                <a:cxn ang="0">
                  <a:pos x="csX1" y="csY1"/>
                </a:cxn>
                <a:cxn ang="0">
                  <a:pos x="csX2" y="csY2"/>
                </a:cxn>
                <a:cxn ang="0">
                  <a:pos x="csX3" y="csY3"/>
                </a:cxn>
                <a:cxn ang="0">
                  <a:pos x="csX4" y="csY4"/>
                </a:cxn>
                <a:cxn ang="0">
                  <a:pos x="csX5" y="csY5"/>
                </a:cxn>
              </a:cxnLst>
              <a:rect l="l" t="t" r="r" b="b"/>
              <a:pathLst>
                <a:path w="13332" h="10254">
                  <a:moveTo>
                    <a:pt x="2456" y="4911"/>
                  </a:moveTo>
                  <a:lnTo>
                    <a:pt x="5535" y="806"/>
                  </a:lnTo>
                  <a:lnTo>
                    <a:pt x="14763" y="4911"/>
                  </a:lnTo>
                  <a:lnTo>
                    <a:pt x="15789" y="11061"/>
                  </a:lnTo>
                  <a:lnTo>
                    <a:pt x="5528" y="10035"/>
                  </a:lnTo>
                  <a:lnTo>
                    <a:pt x="2456" y="4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8" name="Forme libre : forme 156">
              <a:extLst>
                <a:ext uri="{FF2B5EF4-FFF2-40B4-BE49-F238E27FC236}">
                  <a16:creationId xmlns:a16="http://schemas.microsoft.com/office/drawing/2014/main" id="{19573935-542D-2310-1480-98254463C073}"/>
                </a:ext>
              </a:extLst>
            </p:cNvPr>
            <p:cNvSpPr/>
            <p:nvPr/>
          </p:nvSpPr>
          <p:spPr>
            <a:xfrm>
              <a:off x="5813155" y="3199722"/>
              <a:ext cx="22561" cy="16397"/>
            </a:xfrm>
            <a:custGeom>
              <a:avLst/>
              <a:gdLst>
                <a:gd name="csX0" fmla="*/ 2442 w 22561"/>
                <a:gd name="csY0" fmla="*/ 3868 h 16397"/>
                <a:gd name="csX1" fmla="*/ 9619 w 22561"/>
                <a:gd name="csY1" fmla="*/ 796 h 16397"/>
                <a:gd name="csX2" fmla="*/ 21925 w 22561"/>
                <a:gd name="csY2" fmla="*/ 1823 h 16397"/>
                <a:gd name="csX3" fmla="*/ 25004 w 22561"/>
                <a:gd name="csY3" fmla="*/ 8992 h 16397"/>
                <a:gd name="csX4" fmla="*/ 18847 w 22561"/>
                <a:gd name="csY4" fmla="*/ 17194 h 16397"/>
                <a:gd name="csX5" fmla="*/ 6540 w 22561"/>
                <a:gd name="csY5" fmla="*/ 14116 h 16397"/>
                <a:gd name="csX6" fmla="*/ 2442 w 22561"/>
                <a:gd name="csY6" fmla="*/ 3868 h 1639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6397">
                  <a:moveTo>
                    <a:pt x="2442" y="3868"/>
                  </a:moveTo>
                  <a:lnTo>
                    <a:pt x="9619" y="796"/>
                  </a:lnTo>
                  <a:lnTo>
                    <a:pt x="21925" y="1823"/>
                  </a:lnTo>
                  <a:lnTo>
                    <a:pt x="25004" y="8992"/>
                  </a:lnTo>
                  <a:lnTo>
                    <a:pt x="18847" y="17194"/>
                  </a:lnTo>
                  <a:lnTo>
                    <a:pt x="6540" y="14116"/>
                  </a:lnTo>
                  <a:lnTo>
                    <a:pt x="2442" y="38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79" name="Forme libre : forme 157">
              <a:extLst>
                <a:ext uri="{FF2B5EF4-FFF2-40B4-BE49-F238E27FC236}">
                  <a16:creationId xmlns:a16="http://schemas.microsoft.com/office/drawing/2014/main" id="{336A624E-7596-C449-4ACB-B4EB557262A0}"/>
                </a:ext>
              </a:extLst>
            </p:cNvPr>
            <p:cNvSpPr/>
            <p:nvPr/>
          </p:nvSpPr>
          <p:spPr>
            <a:xfrm>
              <a:off x="5910570" y="3248669"/>
              <a:ext cx="7689" cy="5376"/>
            </a:xfrm>
            <a:custGeom>
              <a:avLst/>
              <a:gdLst>
                <a:gd name="csX0" fmla="*/ 2498 w 7689"/>
                <a:gd name="csY0" fmla="*/ 6199 h 5376"/>
                <a:gd name="csX1" fmla="*/ 10187 w 7689"/>
                <a:gd name="csY1" fmla="*/ 1588 h 5376"/>
                <a:gd name="csX2" fmla="*/ 4037 w 7689"/>
                <a:gd name="csY2" fmla="*/ 822 h 5376"/>
                <a:gd name="csX3" fmla="*/ 2498 w 7689"/>
                <a:gd name="csY3" fmla="*/ 6199 h 5376"/>
              </a:gdLst>
              <a:ahLst/>
              <a:cxnLst>
                <a:cxn ang="0">
                  <a:pos x="csX0" y="csY0"/>
                </a:cxn>
                <a:cxn ang="0">
                  <a:pos x="csX1" y="csY1"/>
                </a:cxn>
                <a:cxn ang="0">
                  <a:pos x="csX2" y="csY2"/>
                </a:cxn>
                <a:cxn ang="0">
                  <a:pos x="csX3" y="csY3"/>
                </a:cxn>
              </a:cxnLst>
              <a:rect l="l" t="t" r="r" b="b"/>
              <a:pathLst>
                <a:path w="7689" h="5376">
                  <a:moveTo>
                    <a:pt x="2498" y="6199"/>
                  </a:moveTo>
                  <a:lnTo>
                    <a:pt x="10187" y="1588"/>
                  </a:lnTo>
                  <a:lnTo>
                    <a:pt x="4037" y="822"/>
                  </a:lnTo>
                  <a:lnTo>
                    <a:pt x="2498" y="6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0" name="Forme libre : forme 158">
              <a:extLst>
                <a:ext uri="{FF2B5EF4-FFF2-40B4-BE49-F238E27FC236}">
                  <a16:creationId xmlns:a16="http://schemas.microsoft.com/office/drawing/2014/main" id="{812FD1CF-4782-45B6-02FB-74C7E7DB3E4A}"/>
                </a:ext>
              </a:extLst>
            </p:cNvPr>
            <p:cNvSpPr/>
            <p:nvPr/>
          </p:nvSpPr>
          <p:spPr>
            <a:xfrm>
              <a:off x="5470645" y="3081853"/>
              <a:ext cx="164585" cy="319005"/>
            </a:xfrm>
            <a:custGeom>
              <a:avLst/>
              <a:gdLst>
                <a:gd name="csX0" fmla="*/ 70727 w 164585"/>
                <a:gd name="csY0" fmla="*/ 839 h 319005"/>
                <a:gd name="csX1" fmla="*/ 59959 w 164585"/>
                <a:gd name="csY1" fmla="*/ 4684 h 319005"/>
                <a:gd name="csX2" fmla="*/ 32274 w 164585"/>
                <a:gd name="csY2" fmla="*/ 4684 h 319005"/>
                <a:gd name="csX3" fmla="*/ 25351 w 164585"/>
                <a:gd name="csY3" fmla="*/ 13139 h 319005"/>
                <a:gd name="csX4" fmla="*/ 21506 w 164585"/>
                <a:gd name="csY4" fmla="*/ 29277 h 319005"/>
                <a:gd name="csX5" fmla="*/ 10739 w 164585"/>
                <a:gd name="csY5" fmla="*/ 38505 h 319005"/>
                <a:gd name="csX6" fmla="*/ 10739 w 164585"/>
                <a:gd name="csY6" fmla="*/ 48493 h 319005"/>
                <a:gd name="csX7" fmla="*/ 15350 w 164585"/>
                <a:gd name="csY7" fmla="*/ 53111 h 319005"/>
                <a:gd name="csX8" fmla="*/ 15350 w 164585"/>
                <a:gd name="csY8" fmla="*/ 64638 h 319005"/>
                <a:gd name="csX9" fmla="*/ 5355 w 164585"/>
                <a:gd name="csY9" fmla="*/ 73866 h 319005"/>
                <a:gd name="csX10" fmla="*/ 2277 w 164585"/>
                <a:gd name="csY10" fmla="*/ 83854 h 319005"/>
                <a:gd name="csX11" fmla="*/ 3809 w 164585"/>
                <a:gd name="csY11" fmla="*/ 94615 h 319005"/>
                <a:gd name="csX12" fmla="*/ 5348 w 164585"/>
                <a:gd name="csY12" fmla="*/ 99232 h 319005"/>
                <a:gd name="csX13" fmla="*/ 11505 w 164585"/>
                <a:gd name="csY13" fmla="*/ 93082 h 319005"/>
                <a:gd name="csX14" fmla="*/ 12271 w 164585"/>
                <a:gd name="csY14" fmla="*/ 84627 h 319005"/>
                <a:gd name="csX15" fmla="*/ 19194 w 164585"/>
                <a:gd name="csY15" fmla="*/ 78477 h 319005"/>
                <a:gd name="csX16" fmla="*/ 21506 w 164585"/>
                <a:gd name="csY16" fmla="*/ 82321 h 319005"/>
                <a:gd name="csX17" fmla="*/ 20733 w 164585"/>
                <a:gd name="csY17" fmla="*/ 87698 h 319005"/>
                <a:gd name="csX18" fmla="*/ 14583 w 164585"/>
                <a:gd name="csY18" fmla="*/ 99232 h 319005"/>
                <a:gd name="csX19" fmla="*/ 13044 w 164585"/>
                <a:gd name="csY19" fmla="*/ 108454 h 319005"/>
                <a:gd name="csX20" fmla="*/ 13044 w 164585"/>
                <a:gd name="csY20" fmla="*/ 122293 h 319005"/>
                <a:gd name="csX21" fmla="*/ 16116 w 164585"/>
                <a:gd name="csY21" fmla="*/ 129982 h 319005"/>
                <a:gd name="csX22" fmla="*/ 19194 w 164585"/>
                <a:gd name="csY22" fmla="*/ 124598 h 319005"/>
                <a:gd name="csX23" fmla="*/ 20733 w 164585"/>
                <a:gd name="csY23" fmla="*/ 113838 h 319005"/>
                <a:gd name="csX24" fmla="*/ 29196 w 164585"/>
                <a:gd name="csY24" fmla="*/ 109227 h 319005"/>
                <a:gd name="csX25" fmla="*/ 31501 w 164585"/>
                <a:gd name="csY25" fmla="*/ 113838 h 319005"/>
                <a:gd name="csX26" fmla="*/ 32267 w 164585"/>
                <a:gd name="csY26" fmla="*/ 121520 h 319005"/>
                <a:gd name="csX27" fmla="*/ 35346 w 164585"/>
                <a:gd name="csY27" fmla="*/ 127670 h 319005"/>
                <a:gd name="csX28" fmla="*/ 34579 w 164585"/>
                <a:gd name="csY28" fmla="*/ 135359 h 319005"/>
                <a:gd name="csX29" fmla="*/ 27656 w 164585"/>
                <a:gd name="csY29" fmla="*/ 141509 h 319005"/>
                <a:gd name="csX30" fmla="*/ 26117 w 164585"/>
                <a:gd name="csY30" fmla="*/ 153036 h 319005"/>
                <a:gd name="csX31" fmla="*/ 29962 w 164585"/>
                <a:gd name="csY31" fmla="*/ 155348 h 319005"/>
                <a:gd name="csX32" fmla="*/ 53036 w 164585"/>
                <a:gd name="csY32" fmla="*/ 154575 h 319005"/>
                <a:gd name="csX33" fmla="*/ 63031 w 164585"/>
                <a:gd name="csY33" fmla="*/ 149198 h 319005"/>
                <a:gd name="csX34" fmla="*/ 61492 w 164585"/>
                <a:gd name="csY34" fmla="*/ 163804 h 319005"/>
                <a:gd name="csX35" fmla="*/ 64570 w 164585"/>
                <a:gd name="csY35" fmla="*/ 173798 h 319005"/>
                <a:gd name="csX36" fmla="*/ 68415 w 164585"/>
                <a:gd name="csY36" fmla="*/ 181480 h 319005"/>
                <a:gd name="csX37" fmla="*/ 73032 w 164585"/>
                <a:gd name="csY37" fmla="*/ 184559 h 319005"/>
                <a:gd name="csX38" fmla="*/ 74571 w 164585"/>
                <a:gd name="csY38" fmla="*/ 195320 h 319005"/>
                <a:gd name="csX39" fmla="*/ 69954 w 164585"/>
                <a:gd name="csY39" fmla="*/ 202236 h 319005"/>
                <a:gd name="csX40" fmla="*/ 58420 w 164585"/>
                <a:gd name="csY40" fmla="*/ 207620 h 319005"/>
                <a:gd name="csX41" fmla="*/ 43801 w 164585"/>
                <a:gd name="csY41" fmla="*/ 210691 h 319005"/>
                <a:gd name="csX42" fmla="*/ 40729 w 164585"/>
                <a:gd name="csY42" fmla="*/ 220686 h 319005"/>
                <a:gd name="csX43" fmla="*/ 46113 w 164585"/>
                <a:gd name="csY43" fmla="*/ 222225 h 319005"/>
                <a:gd name="csX44" fmla="*/ 43035 w 164585"/>
                <a:gd name="csY44" fmla="*/ 248357 h 319005"/>
                <a:gd name="csX45" fmla="*/ 34573 w 164585"/>
                <a:gd name="csY45" fmla="*/ 249896 h 319005"/>
                <a:gd name="csX46" fmla="*/ 26883 w 164585"/>
                <a:gd name="csY46" fmla="*/ 253741 h 319005"/>
                <a:gd name="csX47" fmla="*/ 24578 w 164585"/>
                <a:gd name="csY47" fmla="*/ 259891 h 319005"/>
                <a:gd name="csX48" fmla="*/ 27650 w 164585"/>
                <a:gd name="csY48" fmla="*/ 264502 h 319005"/>
                <a:gd name="csX49" fmla="*/ 50724 w 164585"/>
                <a:gd name="csY49" fmla="*/ 265268 h 319005"/>
                <a:gd name="csX50" fmla="*/ 56881 w 164585"/>
                <a:gd name="csY50" fmla="*/ 270652 h 319005"/>
                <a:gd name="csX51" fmla="*/ 66109 w 164585"/>
                <a:gd name="csY51" fmla="*/ 272191 h 319005"/>
                <a:gd name="csX52" fmla="*/ 69188 w 164585"/>
                <a:gd name="csY52" fmla="*/ 269886 h 319005"/>
                <a:gd name="csX53" fmla="*/ 75338 w 164585"/>
                <a:gd name="csY53" fmla="*/ 269886 h 319005"/>
                <a:gd name="csX54" fmla="*/ 72259 w 164585"/>
                <a:gd name="csY54" fmla="*/ 277568 h 319005"/>
                <a:gd name="csX55" fmla="*/ 62265 w 164585"/>
                <a:gd name="csY55" fmla="*/ 279873 h 319005"/>
                <a:gd name="csX56" fmla="*/ 48419 w 164585"/>
                <a:gd name="csY56" fmla="*/ 282179 h 319005"/>
                <a:gd name="csX57" fmla="*/ 46879 w 164585"/>
                <a:gd name="csY57" fmla="*/ 290634 h 319005"/>
                <a:gd name="csX58" fmla="*/ 38417 w 164585"/>
                <a:gd name="csY58" fmla="*/ 292939 h 319005"/>
                <a:gd name="csX59" fmla="*/ 34573 w 164585"/>
                <a:gd name="csY59" fmla="*/ 303707 h 319005"/>
                <a:gd name="csX60" fmla="*/ 23039 w 164585"/>
                <a:gd name="csY60" fmla="*/ 315234 h 319005"/>
                <a:gd name="csX61" fmla="*/ 23805 w 164585"/>
                <a:gd name="csY61" fmla="*/ 319845 h 319005"/>
                <a:gd name="csX62" fmla="*/ 32267 w 164585"/>
                <a:gd name="csY62" fmla="*/ 318312 h 319005"/>
                <a:gd name="csX63" fmla="*/ 38417 w 164585"/>
                <a:gd name="csY63" fmla="*/ 309857 h 319005"/>
                <a:gd name="csX64" fmla="*/ 63031 w 164585"/>
                <a:gd name="csY64" fmla="*/ 309084 h 319005"/>
                <a:gd name="csX65" fmla="*/ 64570 w 164585"/>
                <a:gd name="csY65" fmla="*/ 302168 h 319005"/>
                <a:gd name="csX66" fmla="*/ 79948 w 164585"/>
                <a:gd name="csY66" fmla="*/ 296784 h 319005"/>
                <a:gd name="csX67" fmla="*/ 84566 w 164585"/>
                <a:gd name="csY67" fmla="*/ 300629 h 319005"/>
                <a:gd name="csX68" fmla="*/ 114563 w 164585"/>
                <a:gd name="csY68" fmla="*/ 291407 h 319005"/>
                <a:gd name="csX69" fmla="*/ 124558 w 164585"/>
                <a:gd name="csY69" fmla="*/ 294485 h 319005"/>
                <a:gd name="csX70" fmla="*/ 142249 w 164585"/>
                <a:gd name="csY70" fmla="*/ 293712 h 319005"/>
                <a:gd name="csX71" fmla="*/ 161478 w 164585"/>
                <a:gd name="csY71" fmla="*/ 280646 h 319005"/>
                <a:gd name="csX72" fmla="*/ 160705 w 164585"/>
                <a:gd name="csY72" fmla="*/ 274496 h 319005"/>
                <a:gd name="csX73" fmla="*/ 149172 w 164585"/>
                <a:gd name="csY73" fmla="*/ 273730 h 319005"/>
                <a:gd name="csX74" fmla="*/ 139943 w 164585"/>
                <a:gd name="csY74" fmla="*/ 272957 h 319005"/>
                <a:gd name="csX75" fmla="*/ 142249 w 164585"/>
                <a:gd name="csY75" fmla="*/ 269113 h 319005"/>
                <a:gd name="csX76" fmla="*/ 151477 w 164585"/>
                <a:gd name="csY76" fmla="*/ 267580 h 319005"/>
                <a:gd name="csX77" fmla="*/ 162245 w 164585"/>
                <a:gd name="csY77" fmla="*/ 256046 h 319005"/>
                <a:gd name="csX78" fmla="*/ 166862 w 164585"/>
                <a:gd name="csY78" fmla="*/ 243746 h 319005"/>
                <a:gd name="csX79" fmla="*/ 165323 w 164585"/>
                <a:gd name="csY79" fmla="*/ 222991 h 319005"/>
                <a:gd name="csX80" fmla="*/ 146093 w 164585"/>
                <a:gd name="csY80" fmla="*/ 225296 h 319005"/>
                <a:gd name="csX81" fmla="*/ 137638 w 164585"/>
                <a:gd name="csY81" fmla="*/ 219920 h 319005"/>
                <a:gd name="csX82" fmla="*/ 135326 w 164585"/>
                <a:gd name="csY82" fmla="*/ 183793 h 319005"/>
                <a:gd name="csX83" fmla="*/ 131481 w 164585"/>
                <a:gd name="csY83" fmla="*/ 176870 h 319005"/>
                <a:gd name="csX84" fmla="*/ 116103 w 164585"/>
                <a:gd name="csY84" fmla="*/ 158420 h 319005"/>
                <a:gd name="csX85" fmla="*/ 108413 w 164585"/>
                <a:gd name="csY85" fmla="*/ 154575 h 319005"/>
                <a:gd name="csX86" fmla="*/ 105335 w 164585"/>
                <a:gd name="csY86" fmla="*/ 129209 h 319005"/>
                <a:gd name="csX87" fmla="*/ 95334 w 164585"/>
                <a:gd name="csY87" fmla="*/ 109993 h 319005"/>
                <a:gd name="csX88" fmla="*/ 84566 w 164585"/>
                <a:gd name="csY88" fmla="*/ 104616 h 319005"/>
                <a:gd name="csX89" fmla="*/ 71493 w 164585"/>
                <a:gd name="csY89" fmla="*/ 109993 h 319005"/>
                <a:gd name="csX90" fmla="*/ 69954 w 164585"/>
                <a:gd name="csY90" fmla="*/ 103843 h 319005"/>
                <a:gd name="csX91" fmla="*/ 78416 w 164585"/>
                <a:gd name="csY91" fmla="*/ 96927 h 319005"/>
                <a:gd name="csX92" fmla="*/ 77643 w 164585"/>
                <a:gd name="csY92" fmla="*/ 79243 h 319005"/>
                <a:gd name="csX93" fmla="*/ 94567 w 164585"/>
                <a:gd name="csY93" fmla="*/ 49266 h 319005"/>
                <a:gd name="csX94" fmla="*/ 93028 w 164585"/>
                <a:gd name="csY94" fmla="*/ 37732 h 319005"/>
                <a:gd name="csX95" fmla="*/ 72266 w 164585"/>
                <a:gd name="csY95" fmla="*/ 36200 h 319005"/>
                <a:gd name="csX96" fmla="*/ 51497 w 164585"/>
                <a:gd name="csY96" fmla="*/ 37732 h 319005"/>
                <a:gd name="csX97" fmla="*/ 55342 w 164585"/>
                <a:gd name="csY97" fmla="*/ 21595 h 319005"/>
                <a:gd name="csX98" fmla="*/ 68421 w 164585"/>
                <a:gd name="csY98" fmla="*/ 10061 h 319005"/>
                <a:gd name="csX99" fmla="*/ 70727 w 164585"/>
                <a:gd name="csY99" fmla="*/ 839 h 319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Lst>
              <a:rect l="l" t="t" r="r" b="b"/>
              <a:pathLst>
                <a:path w="164585" h="319005">
                  <a:moveTo>
                    <a:pt x="70727" y="839"/>
                  </a:moveTo>
                  <a:lnTo>
                    <a:pt x="59959" y="4684"/>
                  </a:lnTo>
                  <a:lnTo>
                    <a:pt x="32274" y="4684"/>
                  </a:lnTo>
                  <a:lnTo>
                    <a:pt x="25351" y="13139"/>
                  </a:lnTo>
                  <a:lnTo>
                    <a:pt x="21506" y="29277"/>
                  </a:lnTo>
                  <a:lnTo>
                    <a:pt x="10739" y="38505"/>
                  </a:lnTo>
                  <a:lnTo>
                    <a:pt x="10739" y="48493"/>
                  </a:lnTo>
                  <a:lnTo>
                    <a:pt x="15350" y="53111"/>
                  </a:lnTo>
                  <a:lnTo>
                    <a:pt x="15350" y="64638"/>
                  </a:lnTo>
                  <a:lnTo>
                    <a:pt x="5355" y="73866"/>
                  </a:lnTo>
                  <a:lnTo>
                    <a:pt x="2277" y="83854"/>
                  </a:lnTo>
                  <a:lnTo>
                    <a:pt x="3809" y="94615"/>
                  </a:lnTo>
                  <a:lnTo>
                    <a:pt x="5348" y="99232"/>
                  </a:lnTo>
                  <a:lnTo>
                    <a:pt x="11505" y="93082"/>
                  </a:lnTo>
                  <a:lnTo>
                    <a:pt x="12271" y="84627"/>
                  </a:lnTo>
                  <a:lnTo>
                    <a:pt x="19194" y="78477"/>
                  </a:lnTo>
                  <a:lnTo>
                    <a:pt x="21506" y="82321"/>
                  </a:lnTo>
                  <a:lnTo>
                    <a:pt x="20733" y="87698"/>
                  </a:lnTo>
                  <a:lnTo>
                    <a:pt x="14583" y="99232"/>
                  </a:lnTo>
                  <a:lnTo>
                    <a:pt x="13044" y="108454"/>
                  </a:lnTo>
                  <a:lnTo>
                    <a:pt x="13044" y="122293"/>
                  </a:lnTo>
                  <a:lnTo>
                    <a:pt x="16116" y="129982"/>
                  </a:lnTo>
                  <a:lnTo>
                    <a:pt x="19194" y="124598"/>
                  </a:lnTo>
                  <a:lnTo>
                    <a:pt x="20733" y="113838"/>
                  </a:lnTo>
                  <a:lnTo>
                    <a:pt x="29196" y="109227"/>
                  </a:lnTo>
                  <a:lnTo>
                    <a:pt x="31501" y="113838"/>
                  </a:lnTo>
                  <a:lnTo>
                    <a:pt x="32267" y="121520"/>
                  </a:lnTo>
                  <a:lnTo>
                    <a:pt x="35346" y="127670"/>
                  </a:lnTo>
                  <a:lnTo>
                    <a:pt x="34579" y="135359"/>
                  </a:lnTo>
                  <a:lnTo>
                    <a:pt x="27656" y="141509"/>
                  </a:lnTo>
                  <a:lnTo>
                    <a:pt x="26117" y="153036"/>
                  </a:lnTo>
                  <a:lnTo>
                    <a:pt x="29962" y="155348"/>
                  </a:lnTo>
                  <a:lnTo>
                    <a:pt x="53036" y="154575"/>
                  </a:lnTo>
                  <a:lnTo>
                    <a:pt x="63031" y="149198"/>
                  </a:lnTo>
                  <a:lnTo>
                    <a:pt x="61492" y="163804"/>
                  </a:lnTo>
                  <a:lnTo>
                    <a:pt x="64570" y="173798"/>
                  </a:lnTo>
                  <a:lnTo>
                    <a:pt x="68415" y="181480"/>
                  </a:lnTo>
                  <a:lnTo>
                    <a:pt x="73032" y="184559"/>
                  </a:lnTo>
                  <a:lnTo>
                    <a:pt x="74571" y="195320"/>
                  </a:lnTo>
                  <a:lnTo>
                    <a:pt x="69954" y="202236"/>
                  </a:lnTo>
                  <a:lnTo>
                    <a:pt x="58420" y="207620"/>
                  </a:lnTo>
                  <a:lnTo>
                    <a:pt x="43801" y="210691"/>
                  </a:lnTo>
                  <a:lnTo>
                    <a:pt x="40729" y="220686"/>
                  </a:lnTo>
                  <a:lnTo>
                    <a:pt x="46113" y="222225"/>
                  </a:lnTo>
                  <a:lnTo>
                    <a:pt x="43035" y="248357"/>
                  </a:lnTo>
                  <a:lnTo>
                    <a:pt x="34573" y="249896"/>
                  </a:lnTo>
                  <a:lnTo>
                    <a:pt x="26883" y="253741"/>
                  </a:lnTo>
                  <a:lnTo>
                    <a:pt x="24578" y="259891"/>
                  </a:lnTo>
                  <a:lnTo>
                    <a:pt x="27650" y="264502"/>
                  </a:lnTo>
                  <a:lnTo>
                    <a:pt x="50724" y="265268"/>
                  </a:lnTo>
                  <a:lnTo>
                    <a:pt x="56881" y="270652"/>
                  </a:lnTo>
                  <a:lnTo>
                    <a:pt x="66109" y="272191"/>
                  </a:lnTo>
                  <a:lnTo>
                    <a:pt x="69188" y="269886"/>
                  </a:lnTo>
                  <a:lnTo>
                    <a:pt x="75338" y="269886"/>
                  </a:lnTo>
                  <a:lnTo>
                    <a:pt x="72259" y="277568"/>
                  </a:lnTo>
                  <a:lnTo>
                    <a:pt x="62265" y="279873"/>
                  </a:lnTo>
                  <a:lnTo>
                    <a:pt x="48419" y="282179"/>
                  </a:lnTo>
                  <a:lnTo>
                    <a:pt x="46879" y="290634"/>
                  </a:lnTo>
                  <a:lnTo>
                    <a:pt x="38417" y="292939"/>
                  </a:lnTo>
                  <a:lnTo>
                    <a:pt x="34573" y="303707"/>
                  </a:lnTo>
                  <a:lnTo>
                    <a:pt x="23039" y="315234"/>
                  </a:lnTo>
                  <a:lnTo>
                    <a:pt x="23805" y="319845"/>
                  </a:lnTo>
                  <a:lnTo>
                    <a:pt x="32267" y="318312"/>
                  </a:lnTo>
                  <a:lnTo>
                    <a:pt x="38417" y="309857"/>
                  </a:lnTo>
                  <a:lnTo>
                    <a:pt x="63031" y="309084"/>
                  </a:lnTo>
                  <a:lnTo>
                    <a:pt x="64570" y="302168"/>
                  </a:lnTo>
                  <a:lnTo>
                    <a:pt x="79948" y="296784"/>
                  </a:lnTo>
                  <a:lnTo>
                    <a:pt x="84566" y="300629"/>
                  </a:lnTo>
                  <a:lnTo>
                    <a:pt x="114563" y="291407"/>
                  </a:lnTo>
                  <a:lnTo>
                    <a:pt x="124558" y="294485"/>
                  </a:lnTo>
                  <a:lnTo>
                    <a:pt x="142249" y="293712"/>
                  </a:lnTo>
                  <a:lnTo>
                    <a:pt x="161478" y="280646"/>
                  </a:lnTo>
                  <a:lnTo>
                    <a:pt x="160705" y="274496"/>
                  </a:lnTo>
                  <a:lnTo>
                    <a:pt x="149172" y="273730"/>
                  </a:lnTo>
                  <a:lnTo>
                    <a:pt x="139943" y="272957"/>
                  </a:lnTo>
                  <a:lnTo>
                    <a:pt x="142249" y="269113"/>
                  </a:lnTo>
                  <a:lnTo>
                    <a:pt x="151477" y="267580"/>
                  </a:lnTo>
                  <a:lnTo>
                    <a:pt x="162245" y="256046"/>
                  </a:lnTo>
                  <a:lnTo>
                    <a:pt x="166862" y="243746"/>
                  </a:lnTo>
                  <a:lnTo>
                    <a:pt x="165323" y="222991"/>
                  </a:lnTo>
                  <a:lnTo>
                    <a:pt x="146093" y="225296"/>
                  </a:lnTo>
                  <a:lnTo>
                    <a:pt x="137638" y="219920"/>
                  </a:lnTo>
                  <a:lnTo>
                    <a:pt x="135326" y="183793"/>
                  </a:lnTo>
                  <a:lnTo>
                    <a:pt x="131481" y="176870"/>
                  </a:lnTo>
                  <a:lnTo>
                    <a:pt x="116103" y="158420"/>
                  </a:lnTo>
                  <a:lnTo>
                    <a:pt x="108413" y="154575"/>
                  </a:lnTo>
                  <a:lnTo>
                    <a:pt x="105335" y="129209"/>
                  </a:lnTo>
                  <a:lnTo>
                    <a:pt x="95334" y="109993"/>
                  </a:lnTo>
                  <a:lnTo>
                    <a:pt x="84566" y="104616"/>
                  </a:lnTo>
                  <a:lnTo>
                    <a:pt x="71493" y="109993"/>
                  </a:lnTo>
                  <a:lnTo>
                    <a:pt x="69954" y="103843"/>
                  </a:lnTo>
                  <a:lnTo>
                    <a:pt x="78416" y="96927"/>
                  </a:lnTo>
                  <a:lnTo>
                    <a:pt x="77643" y="79243"/>
                  </a:lnTo>
                  <a:lnTo>
                    <a:pt x="94567" y="49266"/>
                  </a:lnTo>
                  <a:lnTo>
                    <a:pt x="93028" y="37732"/>
                  </a:lnTo>
                  <a:lnTo>
                    <a:pt x="72266" y="36200"/>
                  </a:lnTo>
                  <a:lnTo>
                    <a:pt x="51497" y="37732"/>
                  </a:lnTo>
                  <a:lnTo>
                    <a:pt x="55342" y="21595"/>
                  </a:lnTo>
                  <a:lnTo>
                    <a:pt x="68421" y="10061"/>
                  </a:lnTo>
                  <a:lnTo>
                    <a:pt x="70727" y="8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1" name="Forme libre : forme 159">
              <a:extLst>
                <a:ext uri="{FF2B5EF4-FFF2-40B4-BE49-F238E27FC236}">
                  <a16:creationId xmlns:a16="http://schemas.microsoft.com/office/drawing/2014/main" id="{D4A8665B-098D-CCAF-B589-9ABC5066A0BD}"/>
                </a:ext>
              </a:extLst>
            </p:cNvPr>
            <p:cNvSpPr/>
            <p:nvPr/>
          </p:nvSpPr>
          <p:spPr>
            <a:xfrm>
              <a:off x="5507565" y="3252500"/>
              <a:ext cx="6923" cy="12299"/>
            </a:xfrm>
            <a:custGeom>
              <a:avLst/>
              <a:gdLst>
                <a:gd name="csX0" fmla="*/ 5332 w 6923"/>
                <a:gd name="csY0" fmla="*/ 13126 h 12299"/>
                <a:gd name="csX1" fmla="*/ 2253 w 6923"/>
                <a:gd name="csY1" fmla="*/ 10054 h 12299"/>
                <a:gd name="csX2" fmla="*/ 2253 w 6923"/>
                <a:gd name="csY2" fmla="*/ 4670 h 12299"/>
                <a:gd name="csX3" fmla="*/ 9176 w 6923"/>
                <a:gd name="csY3" fmla="*/ 826 h 12299"/>
                <a:gd name="csX4" fmla="*/ 8410 w 6923"/>
                <a:gd name="csY4" fmla="*/ 6209 h 12299"/>
                <a:gd name="csX5" fmla="*/ 5332 w 6923"/>
                <a:gd name="csY5" fmla="*/ 13126 h 12299"/>
              </a:gdLst>
              <a:ahLst/>
              <a:cxnLst>
                <a:cxn ang="0">
                  <a:pos x="csX0" y="csY0"/>
                </a:cxn>
                <a:cxn ang="0">
                  <a:pos x="csX1" y="csY1"/>
                </a:cxn>
                <a:cxn ang="0">
                  <a:pos x="csX2" y="csY2"/>
                </a:cxn>
                <a:cxn ang="0">
                  <a:pos x="csX3" y="csY3"/>
                </a:cxn>
                <a:cxn ang="0">
                  <a:pos x="csX4" y="csY4"/>
                </a:cxn>
                <a:cxn ang="0">
                  <a:pos x="csX5" y="csY5"/>
                </a:cxn>
              </a:cxnLst>
              <a:rect l="l" t="t" r="r" b="b"/>
              <a:pathLst>
                <a:path w="6923" h="12299">
                  <a:moveTo>
                    <a:pt x="5332" y="13126"/>
                  </a:moveTo>
                  <a:lnTo>
                    <a:pt x="2253" y="10054"/>
                  </a:lnTo>
                  <a:lnTo>
                    <a:pt x="2253" y="4670"/>
                  </a:lnTo>
                  <a:lnTo>
                    <a:pt x="9176" y="826"/>
                  </a:lnTo>
                  <a:lnTo>
                    <a:pt x="8410" y="6209"/>
                  </a:lnTo>
                  <a:lnTo>
                    <a:pt x="5332" y="13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2" name="Forme libre : forme 160">
              <a:extLst>
                <a:ext uri="{FF2B5EF4-FFF2-40B4-BE49-F238E27FC236}">
                  <a16:creationId xmlns:a16="http://schemas.microsoft.com/office/drawing/2014/main" id="{3A0C8B33-7B35-F630-85B1-AEAD54E38E09}"/>
                </a:ext>
              </a:extLst>
            </p:cNvPr>
            <p:cNvSpPr/>
            <p:nvPr/>
          </p:nvSpPr>
          <p:spPr>
            <a:xfrm rot="6019026" flipV="1">
              <a:off x="5466192" y="3194966"/>
              <a:ext cx="10452" cy="5917"/>
            </a:xfrm>
            <a:custGeom>
              <a:avLst/>
              <a:gdLst>
                <a:gd name="csX0" fmla="*/ 2230 w 10452"/>
                <a:gd name="csY0" fmla="*/ 6708 h 5917"/>
                <a:gd name="csX1" fmla="*/ 10822 w 10452"/>
                <a:gd name="csY1" fmla="*/ 6708 h 5917"/>
                <a:gd name="csX2" fmla="*/ 12683 w 10452"/>
                <a:gd name="csY2" fmla="*/ 790 h 5917"/>
                <a:gd name="csX3" fmla="*/ 3194 w 10452"/>
                <a:gd name="csY3" fmla="*/ 1406 h 5917"/>
                <a:gd name="csX4" fmla="*/ 2230 w 10452"/>
                <a:gd name="csY4" fmla="*/ 6708 h 5917"/>
              </a:gdLst>
              <a:ahLst/>
              <a:cxnLst>
                <a:cxn ang="0">
                  <a:pos x="csX0" y="csY0"/>
                </a:cxn>
                <a:cxn ang="0">
                  <a:pos x="csX1" y="csY1"/>
                </a:cxn>
                <a:cxn ang="0">
                  <a:pos x="csX2" y="csY2"/>
                </a:cxn>
                <a:cxn ang="0">
                  <a:pos x="csX3" y="csY3"/>
                </a:cxn>
                <a:cxn ang="0">
                  <a:pos x="csX4" y="csY4"/>
                </a:cxn>
              </a:cxnLst>
              <a:rect l="l" t="t" r="r" b="b"/>
              <a:pathLst>
                <a:path w="10452" h="5917">
                  <a:moveTo>
                    <a:pt x="2230" y="6708"/>
                  </a:moveTo>
                  <a:lnTo>
                    <a:pt x="10822" y="6708"/>
                  </a:lnTo>
                  <a:lnTo>
                    <a:pt x="12683" y="790"/>
                  </a:lnTo>
                  <a:lnTo>
                    <a:pt x="3194" y="1406"/>
                  </a:lnTo>
                  <a:lnTo>
                    <a:pt x="2230" y="6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3" name="Forme libre : forme 161">
              <a:extLst>
                <a:ext uri="{FF2B5EF4-FFF2-40B4-BE49-F238E27FC236}">
                  <a16:creationId xmlns:a16="http://schemas.microsoft.com/office/drawing/2014/main" id="{0DA4B274-A4AB-F2FF-68C7-3C9D4B5BE2B3}"/>
                </a:ext>
              </a:extLst>
            </p:cNvPr>
            <p:cNvSpPr/>
            <p:nvPr/>
          </p:nvSpPr>
          <p:spPr>
            <a:xfrm>
              <a:off x="5463728" y="3121818"/>
              <a:ext cx="11533" cy="10760"/>
            </a:xfrm>
            <a:custGeom>
              <a:avLst/>
              <a:gdLst>
                <a:gd name="csX0" fmla="*/ 13762 w 11533"/>
                <a:gd name="csY0" fmla="*/ 747 h 10760"/>
                <a:gd name="csX1" fmla="*/ 10684 w 11533"/>
                <a:gd name="csY1" fmla="*/ 10742 h 10760"/>
                <a:gd name="csX2" fmla="*/ 2229 w 11533"/>
                <a:gd name="csY2" fmla="*/ 11508 h 10760"/>
                <a:gd name="csX3" fmla="*/ 3768 w 11533"/>
                <a:gd name="csY3" fmla="*/ 2286 h 10760"/>
                <a:gd name="csX4" fmla="*/ 7612 w 11533"/>
                <a:gd name="csY4" fmla="*/ 747 h 10760"/>
                <a:gd name="csX5" fmla="*/ 13762 w 11533"/>
                <a:gd name="csY5" fmla="*/ 747 h 10760"/>
              </a:gdLst>
              <a:ahLst/>
              <a:cxnLst>
                <a:cxn ang="0">
                  <a:pos x="csX0" y="csY0"/>
                </a:cxn>
                <a:cxn ang="0">
                  <a:pos x="csX1" y="csY1"/>
                </a:cxn>
                <a:cxn ang="0">
                  <a:pos x="csX2" y="csY2"/>
                </a:cxn>
                <a:cxn ang="0">
                  <a:pos x="csX3" y="csY3"/>
                </a:cxn>
                <a:cxn ang="0">
                  <a:pos x="csX4" y="csY4"/>
                </a:cxn>
                <a:cxn ang="0">
                  <a:pos x="csX5" y="csY5"/>
                </a:cxn>
              </a:cxnLst>
              <a:rect l="l" t="t" r="r" b="b"/>
              <a:pathLst>
                <a:path w="11533" h="10760">
                  <a:moveTo>
                    <a:pt x="13762" y="747"/>
                  </a:moveTo>
                  <a:lnTo>
                    <a:pt x="10684" y="10742"/>
                  </a:lnTo>
                  <a:lnTo>
                    <a:pt x="2229" y="11508"/>
                  </a:lnTo>
                  <a:lnTo>
                    <a:pt x="3768" y="2286"/>
                  </a:lnTo>
                  <a:lnTo>
                    <a:pt x="7612" y="747"/>
                  </a:lnTo>
                  <a:lnTo>
                    <a:pt x="13762" y="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4" name="Forme libre : forme 162">
              <a:extLst>
                <a:ext uri="{FF2B5EF4-FFF2-40B4-BE49-F238E27FC236}">
                  <a16:creationId xmlns:a16="http://schemas.microsoft.com/office/drawing/2014/main" id="{4E8CA49B-F6DB-F557-DC98-6315A3BF97A4}"/>
                </a:ext>
              </a:extLst>
            </p:cNvPr>
            <p:cNvSpPr/>
            <p:nvPr/>
          </p:nvSpPr>
          <p:spPr>
            <a:xfrm>
              <a:off x="5452954" y="3089536"/>
              <a:ext cx="16917" cy="21521"/>
            </a:xfrm>
            <a:custGeom>
              <a:avLst/>
              <a:gdLst>
                <a:gd name="csX0" fmla="*/ 18375 w 16917"/>
                <a:gd name="csY0" fmla="*/ 732 h 21521"/>
                <a:gd name="csX1" fmla="*/ 19142 w 16917"/>
                <a:gd name="csY1" fmla="*/ 11492 h 21521"/>
                <a:gd name="csX2" fmla="*/ 11452 w 16917"/>
                <a:gd name="csY2" fmla="*/ 18415 h 21521"/>
                <a:gd name="csX3" fmla="*/ 2990 w 16917"/>
                <a:gd name="csY3" fmla="*/ 22253 h 21521"/>
                <a:gd name="csX4" fmla="*/ 2224 w 16917"/>
                <a:gd name="csY4" fmla="*/ 15337 h 21521"/>
                <a:gd name="csX5" fmla="*/ 12225 w 16917"/>
                <a:gd name="csY5" fmla="*/ 4576 h 21521"/>
                <a:gd name="csX6" fmla="*/ 18375 w 16917"/>
                <a:gd name="csY6" fmla="*/ 732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21521">
                  <a:moveTo>
                    <a:pt x="18375" y="732"/>
                  </a:moveTo>
                  <a:lnTo>
                    <a:pt x="19142" y="11492"/>
                  </a:lnTo>
                  <a:lnTo>
                    <a:pt x="11452" y="18415"/>
                  </a:lnTo>
                  <a:lnTo>
                    <a:pt x="2990" y="22253"/>
                  </a:lnTo>
                  <a:lnTo>
                    <a:pt x="2224" y="15337"/>
                  </a:lnTo>
                  <a:lnTo>
                    <a:pt x="12225" y="4576"/>
                  </a:lnTo>
                  <a:lnTo>
                    <a:pt x="18375" y="7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5" name="Forme libre : forme 163">
              <a:extLst>
                <a:ext uri="{FF2B5EF4-FFF2-40B4-BE49-F238E27FC236}">
                  <a16:creationId xmlns:a16="http://schemas.microsoft.com/office/drawing/2014/main" id="{9CCF8F68-EE84-7DAB-AF0B-1FC94F82FB38}"/>
                </a:ext>
              </a:extLst>
            </p:cNvPr>
            <p:cNvSpPr/>
            <p:nvPr/>
          </p:nvSpPr>
          <p:spPr>
            <a:xfrm>
              <a:off x="5630612" y="3726794"/>
              <a:ext cx="11540" cy="9221"/>
            </a:xfrm>
            <a:custGeom>
              <a:avLst/>
              <a:gdLst>
                <a:gd name="csX0" fmla="*/ 2329 w 11540"/>
                <a:gd name="csY0" fmla="*/ 10335 h 9221"/>
                <a:gd name="csX1" fmla="*/ 3102 w 11540"/>
                <a:gd name="csY1" fmla="*/ 7264 h 9221"/>
                <a:gd name="csX2" fmla="*/ 9252 w 11540"/>
                <a:gd name="csY2" fmla="*/ 1114 h 9221"/>
                <a:gd name="csX3" fmla="*/ 13869 w 11540"/>
                <a:gd name="csY3" fmla="*/ 2646 h 9221"/>
                <a:gd name="csX4" fmla="*/ 10791 w 11540"/>
                <a:gd name="csY4" fmla="*/ 8796 h 9221"/>
                <a:gd name="csX5" fmla="*/ 2329 w 11540"/>
                <a:gd name="csY5" fmla="*/ 10335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2329" y="10335"/>
                  </a:moveTo>
                  <a:lnTo>
                    <a:pt x="3102" y="7264"/>
                  </a:lnTo>
                  <a:lnTo>
                    <a:pt x="9252" y="1114"/>
                  </a:lnTo>
                  <a:lnTo>
                    <a:pt x="13869" y="2646"/>
                  </a:lnTo>
                  <a:lnTo>
                    <a:pt x="10791" y="8796"/>
                  </a:lnTo>
                  <a:lnTo>
                    <a:pt x="2329" y="103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6" name="Forme libre : forme 164">
              <a:extLst>
                <a:ext uri="{FF2B5EF4-FFF2-40B4-BE49-F238E27FC236}">
                  <a16:creationId xmlns:a16="http://schemas.microsoft.com/office/drawing/2014/main" id="{5C82C5FF-5FB9-8CA6-38B9-776C92E90C4E}"/>
                </a:ext>
              </a:extLst>
            </p:cNvPr>
            <p:cNvSpPr/>
            <p:nvPr/>
          </p:nvSpPr>
          <p:spPr>
            <a:xfrm>
              <a:off x="5655226" y="3712188"/>
              <a:ext cx="18456" cy="15371"/>
            </a:xfrm>
            <a:custGeom>
              <a:avLst/>
              <a:gdLst>
                <a:gd name="csX0" fmla="*/ 2345 w 18456"/>
                <a:gd name="csY0" fmla="*/ 12634 h 15371"/>
                <a:gd name="csX1" fmla="*/ 2345 w 18456"/>
                <a:gd name="csY1" fmla="*/ 1873 h 15371"/>
                <a:gd name="csX2" fmla="*/ 15418 w 18456"/>
                <a:gd name="csY2" fmla="*/ 1107 h 15371"/>
                <a:gd name="csX3" fmla="*/ 20802 w 18456"/>
                <a:gd name="csY3" fmla="*/ 6484 h 15371"/>
                <a:gd name="csX4" fmla="*/ 17724 w 18456"/>
                <a:gd name="csY4" fmla="*/ 11868 h 15371"/>
                <a:gd name="csX5" fmla="*/ 6956 w 18456"/>
                <a:gd name="csY5" fmla="*/ 16478 h 15371"/>
                <a:gd name="csX6" fmla="*/ 2345 w 18456"/>
                <a:gd name="csY6" fmla="*/ 12634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56" h="15371">
                  <a:moveTo>
                    <a:pt x="2345" y="12634"/>
                  </a:moveTo>
                  <a:lnTo>
                    <a:pt x="2345" y="1873"/>
                  </a:lnTo>
                  <a:lnTo>
                    <a:pt x="15418" y="1107"/>
                  </a:lnTo>
                  <a:lnTo>
                    <a:pt x="20802" y="6484"/>
                  </a:lnTo>
                  <a:lnTo>
                    <a:pt x="17724" y="11868"/>
                  </a:lnTo>
                  <a:lnTo>
                    <a:pt x="6956" y="16478"/>
                  </a:lnTo>
                  <a:lnTo>
                    <a:pt x="2345" y="126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7" name="Forme libre : forme 165">
              <a:extLst>
                <a:ext uri="{FF2B5EF4-FFF2-40B4-BE49-F238E27FC236}">
                  <a16:creationId xmlns:a16="http://schemas.microsoft.com/office/drawing/2014/main" id="{84456D15-6E23-93ED-A204-AEBB4E844348}"/>
                </a:ext>
              </a:extLst>
            </p:cNvPr>
            <p:cNvSpPr/>
            <p:nvPr/>
          </p:nvSpPr>
          <p:spPr>
            <a:xfrm>
              <a:off x="5681372" y="3699115"/>
              <a:ext cx="11540" cy="9221"/>
            </a:xfrm>
            <a:custGeom>
              <a:avLst/>
              <a:gdLst>
                <a:gd name="csX0" fmla="*/ 2360 w 11540"/>
                <a:gd name="csY0" fmla="*/ 9552 h 9221"/>
                <a:gd name="csX1" fmla="*/ 2360 w 11540"/>
                <a:gd name="csY1" fmla="*/ 5708 h 9221"/>
                <a:gd name="csX2" fmla="*/ 8516 w 11540"/>
                <a:gd name="csY2" fmla="*/ 1097 h 9221"/>
                <a:gd name="csX3" fmla="*/ 13900 w 11540"/>
                <a:gd name="csY3" fmla="*/ 3402 h 9221"/>
                <a:gd name="csX4" fmla="*/ 13127 w 11540"/>
                <a:gd name="csY4" fmla="*/ 10319 h 9221"/>
                <a:gd name="csX5" fmla="*/ 2360 w 11540"/>
                <a:gd name="csY5" fmla="*/ 9552 h 9221"/>
              </a:gdLst>
              <a:ahLst/>
              <a:cxnLst>
                <a:cxn ang="0">
                  <a:pos x="csX0" y="csY0"/>
                </a:cxn>
                <a:cxn ang="0">
                  <a:pos x="csX1" y="csY1"/>
                </a:cxn>
                <a:cxn ang="0">
                  <a:pos x="csX2" y="csY2"/>
                </a:cxn>
                <a:cxn ang="0">
                  <a:pos x="csX3" y="csY3"/>
                </a:cxn>
                <a:cxn ang="0">
                  <a:pos x="csX4" y="csY4"/>
                </a:cxn>
                <a:cxn ang="0">
                  <a:pos x="csX5" y="csY5"/>
                </a:cxn>
              </a:cxnLst>
              <a:rect l="l" t="t" r="r" b="b"/>
              <a:pathLst>
                <a:path w="11540" h="9221">
                  <a:moveTo>
                    <a:pt x="2360" y="9552"/>
                  </a:moveTo>
                  <a:lnTo>
                    <a:pt x="2360" y="5708"/>
                  </a:lnTo>
                  <a:lnTo>
                    <a:pt x="8516" y="1097"/>
                  </a:lnTo>
                  <a:lnTo>
                    <a:pt x="13900" y="3402"/>
                  </a:lnTo>
                  <a:lnTo>
                    <a:pt x="13127" y="10319"/>
                  </a:lnTo>
                  <a:lnTo>
                    <a:pt x="2360" y="95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8" name="Forme libre : forme 166">
              <a:extLst>
                <a:ext uri="{FF2B5EF4-FFF2-40B4-BE49-F238E27FC236}">
                  <a16:creationId xmlns:a16="http://schemas.microsoft.com/office/drawing/2014/main" id="{99C9376C-B712-7124-5213-FFF1C12CED3B}"/>
                </a:ext>
              </a:extLst>
            </p:cNvPr>
            <p:cNvSpPr/>
            <p:nvPr/>
          </p:nvSpPr>
          <p:spPr>
            <a:xfrm>
              <a:off x="6108225" y="3728333"/>
              <a:ext cx="23067" cy="28444"/>
            </a:xfrm>
            <a:custGeom>
              <a:avLst/>
              <a:gdLst>
                <a:gd name="csX0" fmla="*/ 2622 w 23067"/>
                <a:gd name="csY0" fmla="*/ 5733 h 28444"/>
                <a:gd name="csX1" fmla="*/ 10311 w 23067"/>
                <a:gd name="csY1" fmla="*/ 13423 h 28444"/>
                <a:gd name="csX2" fmla="*/ 19540 w 23067"/>
                <a:gd name="csY2" fmla="*/ 21105 h 28444"/>
                <a:gd name="csX3" fmla="*/ 21845 w 23067"/>
                <a:gd name="csY3" fmla="*/ 28794 h 28444"/>
                <a:gd name="csX4" fmla="*/ 25690 w 23067"/>
                <a:gd name="csY4" fmla="*/ 29567 h 28444"/>
                <a:gd name="csX5" fmla="*/ 24924 w 23067"/>
                <a:gd name="csY5" fmla="*/ 18033 h 28444"/>
                <a:gd name="csX6" fmla="*/ 12617 w 23067"/>
                <a:gd name="csY6" fmla="*/ 1123 h 28444"/>
                <a:gd name="csX7" fmla="*/ 4161 w 23067"/>
                <a:gd name="csY7" fmla="*/ 1123 h 28444"/>
                <a:gd name="csX8" fmla="*/ 2622 w 23067"/>
                <a:gd name="csY8" fmla="*/ 5733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067" h="28444">
                  <a:moveTo>
                    <a:pt x="2622" y="5733"/>
                  </a:moveTo>
                  <a:lnTo>
                    <a:pt x="10311" y="13423"/>
                  </a:lnTo>
                  <a:lnTo>
                    <a:pt x="19540" y="21105"/>
                  </a:lnTo>
                  <a:lnTo>
                    <a:pt x="21845" y="28794"/>
                  </a:lnTo>
                  <a:lnTo>
                    <a:pt x="25690" y="29567"/>
                  </a:lnTo>
                  <a:lnTo>
                    <a:pt x="24924" y="18033"/>
                  </a:lnTo>
                  <a:lnTo>
                    <a:pt x="12617" y="1123"/>
                  </a:lnTo>
                  <a:lnTo>
                    <a:pt x="4161" y="1123"/>
                  </a:lnTo>
                  <a:lnTo>
                    <a:pt x="2622" y="57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89" name="Forme libre : forme 167">
              <a:extLst>
                <a:ext uri="{FF2B5EF4-FFF2-40B4-BE49-F238E27FC236}">
                  <a16:creationId xmlns:a16="http://schemas.microsoft.com/office/drawing/2014/main" id="{A76A8B56-7A6F-E74E-A531-785CAC2E4425}"/>
                </a:ext>
              </a:extLst>
            </p:cNvPr>
            <p:cNvSpPr/>
            <p:nvPr/>
          </p:nvSpPr>
          <p:spPr>
            <a:xfrm>
              <a:off x="6135144" y="3681445"/>
              <a:ext cx="6923" cy="5376"/>
            </a:xfrm>
            <a:custGeom>
              <a:avLst/>
              <a:gdLst>
                <a:gd name="csX0" fmla="*/ 2635 w 6923"/>
                <a:gd name="csY0" fmla="*/ 1086 h 5376"/>
                <a:gd name="csX1" fmla="*/ 7246 w 6923"/>
                <a:gd name="csY1" fmla="*/ 1086 h 5376"/>
                <a:gd name="csX2" fmla="*/ 9558 w 6923"/>
                <a:gd name="csY2" fmla="*/ 4158 h 5376"/>
                <a:gd name="csX3" fmla="*/ 2635 w 6923"/>
                <a:gd name="csY3" fmla="*/ 6463 h 5376"/>
                <a:gd name="csX4" fmla="*/ 2635 w 6923"/>
                <a:gd name="csY4" fmla="*/ 1086 h 5376"/>
              </a:gdLst>
              <a:ahLst/>
              <a:cxnLst>
                <a:cxn ang="0">
                  <a:pos x="csX0" y="csY0"/>
                </a:cxn>
                <a:cxn ang="0">
                  <a:pos x="csX1" y="csY1"/>
                </a:cxn>
                <a:cxn ang="0">
                  <a:pos x="csX2" y="csY2"/>
                </a:cxn>
                <a:cxn ang="0">
                  <a:pos x="csX3" y="csY3"/>
                </a:cxn>
                <a:cxn ang="0">
                  <a:pos x="csX4" y="csY4"/>
                </a:cxn>
              </a:cxnLst>
              <a:rect l="l" t="t" r="r" b="b"/>
              <a:pathLst>
                <a:path w="6923" h="5376">
                  <a:moveTo>
                    <a:pt x="2635" y="1086"/>
                  </a:moveTo>
                  <a:lnTo>
                    <a:pt x="7246" y="1086"/>
                  </a:lnTo>
                  <a:lnTo>
                    <a:pt x="9558" y="4158"/>
                  </a:lnTo>
                  <a:lnTo>
                    <a:pt x="2635" y="6463"/>
                  </a:lnTo>
                  <a:lnTo>
                    <a:pt x="2635" y="10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0" name="Forme libre : forme 168">
              <a:extLst>
                <a:ext uri="{FF2B5EF4-FFF2-40B4-BE49-F238E27FC236}">
                  <a16:creationId xmlns:a16="http://schemas.microsoft.com/office/drawing/2014/main" id="{BA6BAB27-66BD-B7A7-D524-359E473ECDAC}"/>
                </a:ext>
              </a:extLst>
            </p:cNvPr>
            <p:cNvSpPr/>
            <p:nvPr/>
          </p:nvSpPr>
          <p:spPr>
            <a:xfrm>
              <a:off x="6144372" y="3699895"/>
              <a:ext cx="8462" cy="6916"/>
            </a:xfrm>
            <a:custGeom>
              <a:avLst/>
              <a:gdLst>
                <a:gd name="csX0" fmla="*/ 4953 w 8462"/>
                <a:gd name="csY0" fmla="*/ 8013 h 6916"/>
                <a:gd name="csX1" fmla="*/ 2641 w 8462"/>
                <a:gd name="csY1" fmla="*/ 4942 h 6916"/>
                <a:gd name="csX2" fmla="*/ 4953 w 8462"/>
                <a:gd name="csY2" fmla="*/ 1097 h 6916"/>
                <a:gd name="csX3" fmla="*/ 11103 w 8462"/>
                <a:gd name="csY3" fmla="*/ 1863 h 6916"/>
                <a:gd name="csX4" fmla="*/ 11103 w 8462"/>
                <a:gd name="csY4" fmla="*/ 5708 h 6916"/>
                <a:gd name="csX5" fmla="*/ 4953 w 8462"/>
                <a:gd name="csY5" fmla="*/ 8013 h 6916"/>
              </a:gdLst>
              <a:ahLst/>
              <a:cxnLst>
                <a:cxn ang="0">
                  <a:pos x="csX0" y="csY0"/>
                </a:cxn>
                <a:cxn ang="0">
                  <a:pos x="csX1" y="csY1"/>
                </a:cxn>
                <a:cxn ang="0">
                  <a:pos x="csX2" y="csY2"/>
                </a:cxn>
                <a:cxn ang="0">
                  <a:pos x="csX3" y="csY3"/>
                </a:cxn>
                <a:cxn ang="0">
                  <a:pos x="csX4" y="csY4"/>
                </a:cxn>
                <a:cxn ang="0">
                  <a:pos x="csX5" y="csY5"/>
                </a:cxn>
              </a:cxnLst>
              <a:rect l="l" t="t" r="r" b="b"/>
              <a:pathLst>
                <a:path w="8462" h="6916">
                  <a:moveTo>
                    <a:pt x="4953" y="8013"/>
                  </a:moveTo>
                  <a:lnTo>
                    <a:pt x="2641" y="4942"/>
                  </a:lnTo>
                  <a:lnTo>
                    <a:pt x="4953" y="1097"/>
                  </a:lnTo>
                  <a:lnTo>
                    <a:pt x="11103" y="1863"/>
                  </a:lnTo>
                  <a:lnTo>
                    <a:pt x="11103" y="5708"/>
                  </a:lnTo>
                  <a:lnTo>
                    <a:pt x="4953" y="80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1" name="Forme libre : forme 169">
              <a:extLst>
                <a:ext uri="{FF2B5EF4-FFF2-40B4-BE49-F238E27FC236}">
                  <a16:creationId xmlns:a16="http://schemas.microsoft.com/office/drawing/2014/main" id="{F676BEE3-7501-BC8C-72DA-04B0D70FEBA1}"/>
                </a:ext>
              </a:extLst>
            </p:cNvPr>
            <p:cNvSpPr/>
            <p:nvPr/>
          </p:nvSpPr>
          <p:spPr>
            <a:xfrm>
              <a:off x="6158218" y="3725261"/>
              <a:ext cx="6923" cy="15371"/>
            </a:xfrm>
            <a:custGeom>
              <a:avLst/>
              <a:gdLst>
                <a:gd name="csX0" fmla="*/ 8034 w 6923"/>
                <a:gd name="csY0" fmla="*/ 16486 h 15371"/>
                <a:gd name="csX1" fmla="*/ 9573 w 6923"/>
                <a:gd name="csY1" fmla="*/ 14180 h 15371"/>
                <a:gd name="csX2" fmla="*/ 8800 w 6923"/>
                <a:gd name="csY2" fmla="*/ 5725 h 15371"/>
                <a:gd name="csX3" fmla="*/ 7267 w 6923"/>
                <a:gd name="csY3" fmla="*/ 1114 h 15371"/>
                <a:gd name="csX4" fmla="*/ 2650 w 6923"/>
                <a:gd name="csY4" fmla="*/ 3420 h 15371"/>
                <a:gd name="csX5" fmla="*/ 2650 w 6923"/>
                <a:gd name="csY5" fmla="*/ 10336 h 15371"/>
                <a:gd name="csX6" fmla="*/ 8034 w 6923"/>
                <a:gd name="csY6" fmla="*/ 16486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23" h="15371">
                  <a:moveTo>
                    <a:pt x="8034" y="16486"/>
                  </a:moveTo>
                  <a:lnTo>
                    <a:pt x="9573" y="14180"/>
                  </a:lnTo>
                  <a:lnTo>
                    <a:pt x="8800" y="5725"/>
                  </a:lnTo>
                  <a:lnTo>
                    <a:pt x="7267" y="1114"/>
                  </a:lnTo>
                  <a:lnTo>
                    <a:pt x="2650" y="3420"/>
                  </a:lnTo>
                  <a:lnTo>
                    <a:pt x="2650" y="10336"/>
                  </a:lnTo>
                  <a:lnTo>
                    <a:pt x="8034" y="164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2" name="Forme libre : forme 170">
              <a:extLst>
                <a:ext uri="{FF2B5EF4-FFF2-40B4-BE49-F238E27FC236}">
                  <a16:creationId xmlns:a16="http://schemas.microsoft.com/office/drawing/2014/main" id="{26F85F3C-8779-19F4-BBAB-CFE9AACF9880}"/>
                </a:ext>
              </a:extLst>
            </p:cNvPr>
            <p:cNvSpPr/>
            <p:nvPr/>
          </p:nvSpPr>
          <p:spPr>
            <a:xfrm rot="-485971" flipV="1">
              <a:off x="6163982" y="3717085"/>
              <a:ext cx="6526" cy="5869"/>
            </a:xfrm>
            <a:custGeom>
              <a:avLst/>
              <a:gdLst>
                <a:gd name="csX0" fmla="*/ 2652 w 6526"/>
                <a:gd name="csY0" fmla="*/ 6977 h 5869"/>
                <a:gd name="csX1" fmla="*/ 8091 w 6526"/>
                <a:gd name="csY1" fmla="*/ 6977 h 5869"/>
                <a:gd name="csX2" fmla="*/ 9179 w 6526"/>
                <a:gd name="csY2" fmla="*/ 3721 h 5869"/>
                <a:gd name="csX3" fmla="*/ 5697 w 6526"/>
                <a:gd name="csY3" fmla="*/ 1108 h 5869"/>
                <a:gd name="csX4" fmla="*/ 2652 w 6526"/>
                <a:gd name="csY4" fmla="*/ 6977 h 5869"/>
              </a:gdLst>
              <a:ahLst/>
              <a:cxnLst>
                <a:cxn ang="0">
                  <a:pos x="csX0" y="csY0"/>
                </a:cxn>
                <a:cxn ang="0">
                  <a:pos x="csX1" y="csY1"/>
                </a:cxn>
                <a:cxn ang="0">
                  <a:pos x="csX2" y="csY2"/>
                </a:cxn>
                <a:cxn ang="0">
                  <a:pos x="csX3" y="csY3"/>
                </a:cxn>
                <a:cxn ang="0">
                  <a:pos x="csX4" y="csY4"/>
                </a:cxn>
              </a:cxnLst>
              <a:rect l="l" t="t" r="r" b="b"/>
              <a:pathLst>
                <a:path w="6526" h="5869">
                  <a:moveTo>
                    <a:pt x="2652" y="6977"/>
                  </a:moveTo>
                  <a:lnTo>
                    <a:pt x="8091" y="6977"/>
                  </a:lnTo>
                  <a:lnTo>
                    <a:pt x="9179" y="3721"/>
                  </a:lnTo>
                  <a:lnTo>
                    <a:pt x="5697" y="1108"/>
                  </a:lnTo>
                  <a:lnTo>
                    <a:pt x="2652" y="69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3" name="Forme libre : forme 171">
              <a:extLst>
                <a:ext uri="{FF2B5EF4-FFF2-40B4-BE49-F238E27FC236}">
                  <a16:creationId xmlns:a16="http://schemas.microsoft.com/office/drawing/2014/main" id="{F58746F1-D827-9649-2E75-8A312F386C59}"/>
                </a:ext>
              </a:extLst>
            </p:cNvPr>
            <p:cNvSpPr/>
            <p:nvPr/>
          </p:nvSpPr>
          <p:spPr>
            <a:xfrm>
              <a:off x="6172830" y="3757544"/>
              <a:ext cx="7689" cy="8455"/>
            </a:xfrm>
            <a:custGeom>
              <a:avLst/>
              <a:gdLst>
                <a:gd name="csX0" fmla="*/ 2658 w 7689"/>
                <a:gd name="csY0" fmla="*/ 4978 h 8455"/>
                <a:gd name="csX1" fmla="*/ 5736 w 7689"/>
                <a:gd name="csY1" fmla="*/ 1133 h 8455"/>
                <a:gd name="csX2" fmla="*/ 9581 w 7689"/>
                <a:gd name="csY2" fmla="*/ 3438 h 8455"/>
                <a:gd name="csX3" fmla="*/ 10347 w 7689"/>
                <a:gd name="csY3" fmla="*/ 7283 h 8455"/>
                <a:gd name="csX4" fmla="*/ 6503 w 7689"/>
                <a:gd name="csY4" fmla="*/ 9588 h 8455"/>
                <a:gd name="csX5" fmla="*/ 2658 w 7689"/>
                <a:gd name="csY5" fmla="*/ 4978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2658" y="4978"/>
                  </a:moveTo>
                  <a:lnTo>
                    <a:pt x="5736" y="1133"/>
                  </a:lnTo>
                  <a:lnTo>
                    <a:pt x="9581" y="3438"/>
                  </a:lnTo>
                  <a:lnTo>
                    <a:pt x="10347" y="7283"/>
                  </a:lnTo>
                  <a:lnTo>
                    <a:pt x="6503" y="9588"/>
                  </a:lnTo>
                  <a:lnTo>
                    <a:pt x="2658" y="4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4" name="Forme libre : forme 172">
              <a:extLst>
                <a:ext uri="{FF2B5EF4-FFF2-40B4-BE49-F238E27FC236}">
                  <a16:creationId xmlns:a16="http://schemas.microsoft.com/office/drawing/2014/main" id="{D635369D-FAAD-29A4-7545-344C61AE7AE5}"/>
                </a:ext>
              </a:extLst>
            </p:cNvPr>
            <p:cNvSpPr/>
            <p:nvPr/>
          </p:nvSpPr>
          <p:spPr>
            <a:xfrm>
              <a:off x="6163602" y="3763694"/>
              <a:ext cx="8462" cy="7689"/>
            </a:xfrm>
            <a:custGeom>
              <a:avLst/>
              <a:gdLst>
                <a:gd name="csX0" fmla="*/ 2653 w 8462"/>
                <a:gd name="csY0" fmla="*/ 4215 h 7689"/>
                <a:gd name="csX1" fmla="*/ 4958 w 8462"/>
                <a:gd name="csY1" fmla="*/ 1137 h 7689"/>
                <a:gd name="csX2" fmla="*/ 11115 w 8462"/>
                <a:gd name="csY2" fmla="*/ 4215 h 7689"/>
                <a:gd name="csX3" fmla="*/ 9576 w 8462"/>
                <a:gd name="csY3" fmla="*/ 7293 h 7689"/>
                <a:gd name="csX4" fmla="*/ 4958 w 8462"/>
                <a:gd name="csY4" fmla="*/ 8826 h 7689"/>
                <a:gd name="csX5" fmla="*/ 2653 w 8462"/>
                <a:gd name="csY5" fmla="*/ 4215 h 7689"/>
              </a:gdLst>
              <a:ahLst/>
              <a:cxnLst>
                <a:cxn ang="0">
                  <a:pos x="csX0" y="csY0"/>
                </a:cxn>
                <a:cxn ang="0">
                  <a:pos x="csX1" y="csY1"/>
                </a:cxn>
                <a:cxn ang="0">
                  <a:pos x="csX2" y="csY2"/>
                </a:cxn>
                <a:cxn ang="0">
                  <a:pos x="csX3" y="csY3"/>
                </a:cxn>
                <a:cxn ang="0">
                  <a:pos x="csX4" y="csY4"/>
                </a:cxn>
                <a:cxn ang="0">
                  <a:pos x="csX5" y="csY5"/>
                </a:cxn>
              </a:cxnLst>
              <a:rect l="l" t="t" r="r" b="b"/>
              <a:pathLst>
                <a:path w="8462" h="7689">
                  <a:moveTo>
                    <a:pt x="2653" y="4215"/>
                  </a:moveTo>
                  <a:lnTo>
                    <a:pt x="4958" y="1137"/>
                  </a:lnTo>
                  <a:lnTo>
                    <a:pt x="11115" y="4215"/>
                  </a:lnTo>
                  <a:lnTo>
                    <a:pt x="9576" y="7293"/>
                  </a:lnTo>
                  <a:lnTo>
                    <a:pt x="4958" y="8826"/>
                  </a:lnTo>
                  <a:lnTo>
                    <a:pt x="2653" y="4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5" name="Forme libre : forme 173">
              <a:extLst>
                <a:ext uri="{FF2B5EF4-FFF2-40B4-BE49-F238E27FC236}">
                  <a16:creationId xmlns:a16="http://schemas.microsoft.com/office/drawing/2014/main" id="{3AF4257E-F6D7-4C29-324C-0E4C8FEEC231}"/>
                </a:ext>
              </a:extLst>
            </p:cNvPr>
            <p:cNvSpPr/>
            <p:nvPr/>
          </p:nvSpPr>
          <p:spPr>
            <a:xfrm>
              <a:off x="6145911" y="3778306"/>
              <a:ext cx="10001" cy="6149"/>
            </a:xfrm>
            <a:custGeom>
              <a:avLst/>
              <a:gdLst>
                <a:gd name="csX0" fmla="*/ 2642 w 10001"/>
                <a:gd name="csY0" fmla="*/ 4217 h 6149"/>
                <a:gd name="csX1" fmla="*/ 6487 w 10001"/>
                <a:gd name="csY1" fmla="*/ 1145 h 6149"/>
                <a:gd name="csX2" fmla="*/ 11871 w 10001"/>
                <a:gd name="csY2" fmla="*/ 2677 h 6149"/>
                <a:gd name="csX3" fmla="*/ 12644 w 10001"/>
                <a:gd name="csY3" fmla="*/ 5756 h 6149"/>
                <a:gd name="csX4" fmla="*/ 5721 w 10001"/>
                <a:gd name="csY4" fmla="*/ 7295 h 6149"/>
                <a:gd name="csX5" fmla="*/ 2642 w 10001"/>
                <a:gd name="csY5" fmla="*/ 4217 h 6149"/>
              </a:gdLst>
              <a:ahLst/>
              <a:cxnLst>
                <a:cxn ang="0">
                  <a:pos x="csX0" y="csY0"/>
                </a:cxn>
                <a:cxn ang="0">
                  <a:pos x="csX1" y="csY1"/>
                </a:cxn>
                <a:cxn ang="0">
                  <a:pos x="csX2" y="csY2"/>
                </a:cxn>
                <a:cxn ang="0">
                  <a:pos x="csX3" y="csY3"/>
                </a:cxn>
                <a:cxn ang="0">
                  <a:pos x="csX4" y="csY4"/>
                </a:cxn>
                <a:cxn ang="0">
                  <a:pos x="csX5" y="csY5"/>
                </a:cxn>
              </a:cxnLst>
              <a:rect l="l" t="t" r="r" b="b"/>
              <a:pathLst>
                <a:path w="10001" h="6149">
                  <a:moveTo>
                    <a:pt x="2642" y="4217"/>
                  </a:moveTo>
                  <a:lnTo>
                    <a:pt x="6487" y="1145"/>
                  </a:lnTo>
                  <a:lnTo>
                    <a:pt x="11871" y="2677"/>
                  </a:lnTo>
                  <a:lnTo>
                    <a:pt x="12644" y="5756"/>
                  </a:lnTo>
                  <a:lnTo>
                    <a:pt x="5721" y="7295"/>
                  </a:lnTo>
                  <a:lnTo>
                    <a:pt x="2642" y="4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6" name="Forme libre : forme 174">
              <a:extLst>
                <a:ext uri="{FF2B5EF4-FFF2-40B4-BE49-F238E27FC236}">
                  <a16:creationId xmlns:a16="http://schemas.microsoft.com/office/drawing/2014/main" id="{4C21A071-BD49-FBB4-1F7B-AA3EAF6D1E32}"/>
                </a:ext>
              </a:extLst>
            </p:cNvPr>
            <p:cNvSpPr/>
            <p:nvPr/>
          </p:nvSpPr>
          <p:spPr>
            <a:xfrm>
              <a:off x="6182825" y="3815965"/>
              <a:ext cx="8462" cy="7689"/>
            </a:xfrm>
            <a:custGeom>
              <a:avLst/>
              <a:gdLst>
                <a:gd name="csX0" fmla="*/ 2664 w 8462"/>
                <a:gd name="csY0" fmla="*/ 3474 h 7689"/>
                <a:gd name="csX1" fmla="*/ 6509 w 8462"/>
                <a:gd name="csY1" fmla="*/ 1169 h 7689"/>
                <a:gd name="csX2" fmla="*/ 10353 w 8462"/>
                <a:gd name="csY2" fmla="*/ 2708 h 7689"/>
                <a:gd name="csX3" fmla="*/ 11126 w 8462"/>
                <a:gd name="csY3" fmla="*/ 6546 h 7689"/>
                <a:gd name="csX4" fmla="*/ 5743 w 8462"/>
                <a:gd name="csY4" fmla="*/ 8858 h 7689"/>
                <a:gd name="csX5" fmla="*/ 2664 w 8462"/>
                <a:gd name="csY5" fmla="*/ 3474 h 7689"/>
              </a:gdLst>
              <a:ahLst/>
              <a:cxnLst>
                <a:cxn ang="0">
                  <a:pos x="csX0" y="csY0"/>
                </a:cxn>
                <a:cxn ang="0">
                  <a:pos x="csX1" y="csY1"/>
                </a:cxn>
                <a:cxn ang="0">
                  <a:pos x="csX2" y="csY2"/>
                </a:cxn>
                <a:cxn ang="0">
                  <a:pos x="csX3" y="csY3"/>
                </a:cxn>
                <a:cxn ang="0">
                  <a:pos x="csX4" y="csY4"/>
                </a:cxn>
                <a:cxn ang="0">
                  <a:pos x="csX5" y="csY5"/>
                </a:cxn>
              </a:cxnLst>
              <a:rect l="l" t="t" r="r" b="b"/>
              <a:pathLst>
                <a:path w="8462" h="7689">
                  <a:moveTo>
                    <a:pt x="2664" y="3474"/>
                  </a:moveTo>
                  <a:lnTo>
                    <a:pt x="6509" y="1169"/>
                  </a:lnTo>
                  <a:lnTo>
                    <a:pt x="10353" y="2708"/>
                  </a:lnTo>
                  <a:lnTo>
                    <a:pt x="11126" y="6546"/>
                  </a:lnTo>
                  <a:lnTo>
                    <a:pt x="5743" y="8858"/>
                  </a:lnTo>
                  <a:lnTo>
                    <a:pt x="2664" y="34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7" name="Forme libre : forme 175">
              <a:extLst>
                <a:ext uri="{FF2B5EF4-FFF2-40B4-BE49-F238E27FC236}">
                  <a16:creationId xmlns:a16="http://schemas.microsoft.com/office/drawing/2014/main" id="{BA8CBF57-967E-368A-9C98-E5854AC96411}"/>
                </a:ext>
              </a:extLst>
            </p:cNvPr>
            <p:cNvSpPr/>
            <p:nvPr/>
          </p:nvSpPr>
          <p:spPr>
            <a:xfrm>
              <a:off x="6294345" y="3820583"/>
              <a:ext cx="40765" cy="23826"/>
            </a:xfrm>
            <a:custGeom>
              <a:avLst/>
              <a:gdLst>
                <a:gd name="csX0" fmla="*/ 2740 w 40765"/>
                <a:gd name="csY0" fmla="*/ 16547 h 23826"/>
                <a:gd name="csX1" fmla="*/ 13507 w 40765"/>
                <a:gd name="csY1" fmla="*/ 10397 h 23826"/>
                <a:gd name="csX2" fmla="*/ 33503 w 40765"/>
                <a:gd name="csY2" fmla="*/ 5786 h 23826"/>
                <a:gd name="csX3" fmla="*/ 38887 w 40765"/>
                <a:gd name="csY3" fmla="*/ 1176 h 23826"/>
                <a:gd name="csX4" fmla="*/ 43505 w 40765"/>
                <a:gd name="csY4" fmla="*/ 1176 h 23826"/>
                <a:gd name="csX5" fmla="*/ 38121 w 40765"/>
                <a:gd name="csY5" fmla="*/ 8858 h 23826"/>
                <a:gd name="csX6" fmla="*/ 34269 w 40765"/>
                <a:gd name="csY6" fmla="*/ 18852 h 23826"/>
                <a:gd name="csX7" fmla="*/ 19657 w 40765"/>
                <a:gd name="csY7" fmla="*/ 25002 h 23826"/>
                <a:gd name="csX8" fmla="*/ 3506 w 40765"/>
                <a:gd name="csY8" fmla="*/ 23463 h 23826"/>
                <a:gd name="csX9" fmla="*/ 2740 w 40765"/>
                <a:gd name="csY9" fmla="*/ 16547 h 23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0765" h="23826">
                  <a:moveTo>
                    <a:pt x="2740" y="16547"/>
                  </a:moveTo>
                  <a:lnTo>
                    <a:pt x="13507" y="10397"/>
                  </a:lnTo>
                  <a:lnTo>
                    <a:pt x="33503" y="5786"/>
                  </a:lnTo>
                  <a:lnTo>
                    <a:pt x="38887" y="1176"/>
                  </a:lnTo>
                  <a:lnTo>
                    <a:pt x="43505" y="1176"/>
                  </a:lnTo>
                  <a:lnTo>
                    <a:pt x="38121" y="8858"/>
                  </a:lnTo>
                  <a:lnTo>
                    <a:pt x="34269" y="18852"/>
                  </a:lnTo>
                  <a:lnTo>
                    <a:pt x="19657" y="25002"/>
                  </a:lnTo>
                  <a:lnTo>
                    <a:pt x="3506" y="23463"/>
                  </a:lnTo>
                  <a:lnTo>
                    <a:pt x="2740" y="165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8" name="Forme libre : forme 176">
              <a:extLst>
                <a:ext uri="{FF2B5EF4-FFF2-40B4-BE49-F238E27FC236}">
                  <a16:creationId xmlns:a16="http://schemas.microsoft.com/office/drawing/2014/main" id="{946474B5-D084-CA6A-ACB6-A879207A5356}"/>
                </a:ext>
              </a:extLst>
            </p:cNvPr>
            <p:cNvSpPr/>
            <p:nvPr/>
          </p:nvSpPr>
          <p:spPr>
            <a:xfrm>
              <a:off x="6049769" y="3742938"/>
              <a:ext cx="3078" cy="6149"/>
            </a:xfrm>
            <a:custGeom>
              <a:avLst/>
              <a:gdLst>
                <a:gd name="csX0" fmla="*/ 5661 w 3078"/>
                <a:gd name="csY0" fmla="*/ 1124 h 6149"/>
                <a:gd name="csX1" fmla="*/ 5661 w 3078"/>
                <a:gd name="csY1" fmla="*/ 7274 h 6149"/>
                <a:gd name="csX2" fmla="*/ 2582 w 3078"/>
                <a:gd name="csY2" fmla="*/ 4968 h 6149"/>
                <a:gd name="csX3" fmla="*/ 5661 w 3078"/>
                <a:gd name="csY3" fmla="*/ 1124 h 6149"/>
              </a:gdLst>
              <a:ahLst/>
              <a:cxnLst>
                <a:cxn ang="0">
                  <a:pos x="csX0" y="csY0"/>
                </a:cxn>
                <a:cxn ang="0">
                  <a:pos x="csX1" y="csY1"/>
                </a:cxn>
                <a:cxn ang="0">
                  <a:pos x="csX2" y="csY2"/>
                </a:cxn>
                <a:cxn ang="0">
                  <a:pos x="csX3" y="csY3"/>
                </a:cxn>
              </a:cxnLst>
              <a:rect l="l" t="t" r="r" b="b"/>
              <a:pathLst>
                <a:path w="3078" h="6149">
                  <a:moveTo>
                    <a:pt x="5661" y="1124"/>
                  </a:moveTo>
                  <a:lnTo>
                    <a:pt x="5661" y="7274"/>
                  </a:lnTo>
                  <a:lnTo>
                    <a:pt x="2582" y="4968"/>
                  </a:lnTo>
                  <a:lnTo>
                    <a:pt x="5661" y="11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799" name="Forme libre : forme 177">
              <a:extLst>
                <a:ext uri="{FF2B5EF4-FFF2-40B4-BE49-F238E27FC236}">
                  <a16:creationId xmlns:a16="http://schemas.microsoft.com/office/drawing/2014/main" id="{F68BEC07-26D9-0604-8D54-4B3D7D956E8E}"/>
                </a:ext>
              </a:extLst>
            </p:cNvPr>
            <p:cNvSpPr/>
            <p:nvPr/>
          </p:nvSpPr>
          <p:spPr>
            <a:xfrm>
              <a:off x="6529933" y="4897021"/>
              <a:ext cx="151772" cy="314654"/>
            </a:xfrm>
            <a:custGeom>
              <a:avLst/>
              <a:gdLst>
                <a:gd name="csX0" fmla="*/ 130086 w 151772"/>
                <a:gd name="csY0" fmla="*/ 3995 h 314654"/>
                <a:gd name="csX1" fmla="*/ 135217 w 151772"/>
                <a:gd name="csY1" fmla="*/ 1943 h 314654"/>
                <a:gd name="csX2" fmla="*/ 140341 w 151772"/>
                <a:gd name="csY2" fmla="*/ 10145 h 314654"/>
                <a:gd name="csX3" fmla="*/ 142393 w 151772"/>
                <a:gd name="csY3" fmla="*/ 32693 h 314654"/>
                <a:gd name="csX4" fmla="*/ 154700 w 151772"/>
                <a:gd name="csY4" fmla="*/ 72664 h 314654"/>
                <a:gd name="csX5" fmla="*/ 152648 w 151772"/>
                <a:gd name="csY5" fmla="*/ 85990 h 314654"/>
                <a:gd name="csX6" fmla="*/ 141367 w 151772"/>
                <a:gd name="csY6" fmla="*/ 88036 h 314654"/>
                <a:gd name="csX7" fmla="*/ 140341 w 151772"/>
                <a:gd name="csY7" fmla="*/ 118786 h 314654"/>
                <a:gd name="csX8" fmla="*/ 136236 w 151772"/>
                <a:gd name="csY8" fmla="*/ 125962 h 314654"/>
                <a:gd name="csX9" fmla="*/ 119832 w 151772"/>
                <a:gd name="csY9" fmla="*/ 182331 h 314654"/>
                <a:gd name="csX10" fmla="*/ 110597 w 151772"/>
                <a:gd name="csY10" fmla="*/ 214107 h 314654"/>
                <a:gd name="csX11" fmla="*/ 100349 w 151772"/>
                <a:gd name="csY11" fmla="*/ 239733 h 314654"/>
                <a:gd name="csX12" fmla="*/ 93166 w 151772"/>
                <a:gd name="csY12" fmla="*/ 284828 h 314654"/>
                <a:gd name="csX13" fmla="*/ 79833 w 151772"/>
                <a:gd name="csY13" fmla="*/ 303278 h 314654"/>
                <a:gd name="csX14" fmla="*/ 62402 w 151772"/>
                <a:gd name="csY14" fmla="*/ 305324 h 314654"/>
                <a:gd name="csX15" fmla="*/ 47017 w 151772"/>
                <a:gd name="csY15" fmla="*/ 316598 h 314654"/>
                <a:gd name="csX16" fmla="*/ 30613 w 151772"/>
                <a:gd name="csY16" fmla="*/ 309421 h 314654"/>
                <a:gd name="csX17" fmla="*/ 18306 w 151772"/>
                <a:gd name="csY17" fmla="*/ 295076 h 314654"/>
                <a:gd name="csX18" fmla="*/ 13182 w 151772"/>
                <a:gd name="csY18" fmla="*/ 263300 h 314654"/>
                <a:gd name="csX19" fmla="*/ 2927 w 151772"/>
                <a:gd name="csY19" fmla="*/ 249974 h 314654"/>
                <a:gd name="csX20" fmla="*/ 2927 w 151772"/>
                <a:gd name="csY20" fmla="*/ 227426 h 314654"/>
                <a:gd name="csX21" fmla="*/ 21384 w 151772"/>
                <a:gd name="csY21" fmla="*/ 199755 h 314654"/>
                <a:gd name="csX22" fmla="*/ 26515 w 151772"/>
                <a:gd name="csY22" fmla="*/ 160809 h 314654"/>
                <a:gd name="csX23" fmla="*/ 18306 w 151772"/>
                <a:gd name="csY23" fmla="*/ 146457 h 314654"/>
                <a:gd name="csX24" fmla="*/ 24463 w 151772"/>
                <a:gd name="csY24" fmla="*/ 110583 h 314654"/>
                <a:gd name="csX25" fmla="*/ 31639 w 151772"/>
                <a:gd name="csY25" fmla="*/ 100336 h 314654"/>
                <a:gd name="csX26" fmla="*/ 42919 w 151772"/>
                <a:gd name="csY26" fmla="*/ 95212 h 314654"/>
                <a:gd name="csX27" fmla="*/ 48050 w 151772"/>
                <a:gd name="csY27" fmla="*/ 90088 h 314654"/>
                <a:gd name="csX28" fmla="*/ 59331 w 151772"/>
                <a:gd name="csY28" fmla="*/ 88036 h 314654"/>
                <a:gd name="csX29" fmla="*/ 73683 w 151772"/>
                <a:gd name="csY29" fmla="*/ 77788 h 314654"/>
                <a:gd name="csX30" fmla="*/ 87016 w 151772"/>
                <a:gd name="csY30" fmla="*/ 73690 h 314654"/>
                <a:gd name="csX31" fmla="*/ 93173 w 151772"/>
                <a:gd name="csY31" fmla="*/ 64469 h 314654"/>
                <a:gd name="csX32" fmla="*/ 102401 w 151772"/>
                <a:gd name="csY32" fmla="*/ 57293 h 314654"/>
                <a:gd name="csX33" fmla="*/ 102401 w 151772"/>
                <a:gd name="csY33" fmla="*/ 43967 h 314654"/>
                <a:gd name="csX34" fmla="*/ 113682 w 151772"/>
                <a:gd name="csY34" fmla="*/ 38843 h 314654"/>
                <a:gd name="csX35" fmla="*/ 124963 w 151772"/>
                <a:gd name="csY35" fmla="*/ 17321 h 314654"/>
                <a:gd name="csX36" fmla="*/ 130086 w 151772"/>
                <a:gd name="csY36" fmla="*/ 3995 h 3146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51772" h="314654">
                  <a:moveTo>
                    <a:pt x="130086" y="3995"/>
                  </a:moveTo>
                  <a:lnTo>
                    <a:pt x="135217" y="1943"/>
                  </a:lnTo>
                  <a:lnTo>
                    <a:pt x="140341" y="10145"/>
                  </a:lnTo>
                  <a:lnTo>
                    <a:pt x="142393" y="32693"/>
                  </a:lnTo>
                  <a:lnTo>
                    <a:pt x="154700" y="72664"/>
                  </a:lnTo>
                  <a:lnTo>
                    <a:pt x="152648" y="85990"/>
                  </a:lnTo>
                  <a:lnTo>
                    <a:pt x="141367" y="88036"/>
                  </a:lnTo>
                  <a:lnTo>
                    <a:pt x="140341" y="118786"/>
                  </a:lnTo>
                  <a:lnTo>
                    <a:pt x="136236" y="125962"/>
                  </a:lnTo>
                  <a:lnTo>
                    <a:pt x="119832" y="182331"/>
                  </a:lnTo>
                  <a:lnTo>
                    <a:pt x="110597" y="214107"/>
                  </a:lnTo>
                  <a:lnTo>
                    <a:pt x="100349" y="239733"/>
                  </a:lnTo>
                  <a:lnTo>
                    <a:pt x="93166" y="284828"/>
                  </a:lnTo>
                  <a:lnTo>
                    <a:pt x="79833" y="303278"/>
                  </a:lnTo>
                  <a:lnTo>
                    <a:pt x="62402" y="305324"/>
                  </a:lnTo>
                  <a:lnTo>
                    <a:pt x="47017" y="316598"/>
                  </a:lnTo>
                  <a:lnTo>
                    <a:pt x="30613" y="309421"/>
                  </a:lnTo>
                  <a:lnTo>
                    <a:pt x="18306" y="295076"/>
                  </a:lnTo>
                  <a:lnTo>
                    <a:pt x="13182" y="263300"/>
                  </a:lnTo>
                  <a:lnTo>
                    <a:pt x="2927" y="249974"/>
                  </a:lnTo>
                  <a:lnTo>
                    <a:pt x="2927" y="227426"/>
                  </a:lnTo>
                  <a:lnTo>
                    <a:pt x="21384" y="199755"/>
                  </a:lnTo>
                  <a:lnTo>
                    <a:pt x="26515" y="160809"/>
                  </a:lnTo>
                  <a:lnTo>
                    <a:pt x="18306" y="146457"/>
                  </a:lnTo>
                  <a:lnTo>
                    <a:pt x="24463" y="110583"/>
                  </a:lnTo>
                  <a:lnTo>
                    <a:pt x="31639" y="100336"/>
                  </a:lnTo>
                  <a:lnTo>
                    <a:pt x="42919" y="95212"/>
                  </a:lnTo>
                  <a:lnTo>
                    <a:pt x="48050" y="90088"/>
                  </a:lnTo>
                  <a:lnTo>
                    <a:pt x="59331" y="88036"/>
                  </a:lnTo>
                  <a:lnTo>
                    <a:pt x="73683" y="77788"/>
                  </a:lnTo>
                  <a:lnTo>
                    <a:pt x="87016" y="73690"/>
                  </a:lnTo>
                  <a:lnTo>
                    <a:pt x="93173" y="64469"/>
                  </a:lnTo>
                  <a:lnTo>
                    <a:pt x="102401" y="57293"/>
                  </a:lnTo>
                  <a:lnTo>
                    <a:pt x="102401" y="43967"/>
                  </a:lnTo>
                  <a:lnTo>
                    <a:pt x="113682" y="38843"/>
                  </a:lnTo>
                  <a:lnTo>
                    <a:pt x="124963" y="17321"/>
                  </a:lnTo>
                  <a:lnTo>
                    <a:pt x="130086" y="39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0" name="Forme libre : forme 178">
              <a:extLst>
                <a:ext uri="{FF2B5EF4-FFF2-40B4-BE49-F238E27FC236}">
                  <a16:creationId xmlns:a16="http://schemas.microsoft.com/office/drawing/2014/main" id="{41939B29-46A5-BBE2-948C-3753DDAD429A}"/>
                </a:ext>
              </a:extLst>
            </p:cNvPr>
            <p:cNvSpPr/>
            <p:nvPr/>
          </p:nvSpPr>
          <p:spPr>
            <a:xfrm>
              <a:off x="5788261" y="4558525"/>
              <a:ext cx="7689" cy="8455"/>
            </a:xfrm>
            <a:custGeom>
              <a:avLst/>
              <a:gdLst>
                <a:gd name="csX0" fmla="*/ 3963 w 7689"/>
                <a:gd name="csY0" fmla="*/ 10076 h 8455"/>
                <a:gd name="csX1" fmla="*/ 2424 w 7689"/>
                <a:gd name="csY1" fmla="*/ 6231 h 8455"/>
                <a:gd name="csX2" fmla="*/ 4736 w 7689"/>
                <a:gd name="csY2" fmla="*/ 1620 h 8455"/>
                <a:gd name="csX3" fmla="*/ 10113 w 7689"/>
                <a:gd name="csY3" fmla="*/ 3159 h 8455"/>
                <a:gd name="csX4" fmla="*/ 10113 w 7689"/>
                <a:gd name="csY4" fmla="*/ 6231 h 8455"/>
                <a:gd name="csX5" fmla="*/ 3963 w 7689"/>
                <a:gd name="csY5" fmla="*/ 10076 h 8455"/>
              </a:gdLst>
              <a:ahLst/>
              <a:cxnLst>
                <a:cxn ang="0">
                  <a:pos x="csX0" y="csY0"/>
                </a:cxn>
                <a:cxn ang="0">
                  <a:pos x="csX1" y="csY1"/>
                </a:cxn>
                <a:cxn ang="0">
                  <a:pos x="csX2" y="csY2"/>
                </a:cxn>
                <a:cxn ang="0">
                  <a:pos x="csX3" y="csY3"/>
                </a:cxn>
                <a:cxn ang="0">
                  <a:pos x="csX4" y="csY4"/>
                </a:cxn>
                <a:cxn ang="0">
                  <a:pos x="csX5" y="csY5"/>
                </a:cxn>
              </a:cxnLst>
              <a:rect l="l" t="t" r="r" b="b"/>
              <a:pathLst>
                <a:path w="7689" h="8455">
                  <a:moveTo>
                    <a:pt x="3963" y="10076"/>
                  </a:moveTo>
                  <a:lnTo>
                    <a:pt x="2424" y="6231"/>
                  </a:lnTo>
                  <a:lnTo>
                    <a:pt x="4736" y="1620"/>
                  </a:lnTo>
                  <a:lnTo>
                    <a:pt x="10113" y="3159"/>
                  </a:lnTo>
                  <a:lnTo>
                    <a:pt x="10113" y="6231"/>
                  </a:lnTo>
                  <a:lnTo>
                    <a:pt x="3963" y="100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1" name="Forme libre : forme 179">
              <a:extLst>
                <a:ext uri="{FF2B5EF4-FFF2-40B4-BE49-F238E27FC236}">
                  <a16:creationId xmlns:a16="http://schemas.microsoft.com/office/drawing/2014/main" id="{929CA380-CC21-5A84-57DE-889C0FC57976}"/>
                </a:ext>
              </a:extLst>
            </p:cNvPr>
            <p:cNvSpPr/>
            <p:nvPr/>
          </p:nvSpPr>
          <p:spPr>
            <a:xfrm>
              <a:off x="5765960" y="4599263"/>
              <a:ext cx="7689" cy="6916"/>
            </a:xfrm>
            <a:custGeom>
              <a:avLst/>
              <a:gdLst>
                <a:gd name="csX0" fmla="*/ 2410 w 7689"/>
                <a:gd name="csY0" fmla="*/ 5490 h 6916"/>
                <a:gd name="csX1" fmla="*/ 3949 w 7689"/>
                <a:gd name="csY1" fmla="*/ 1645 h 6916"/>
                <a:gd name="csX2" fmla="*/ 9333 w 7689"/>
                <a:gd name="csY2" fmla="*/ 3184 h 6916"/>
                <a:gd name="csX3" fmla="*/ 10099 w 7689"/>
                <a:gd name="csY3" fmla="*/ 6263 h 6916"/>
                <a:gd name="csX4" fmla="*/ 4716 w 7689"/>
                <a:gd name="csY4" fmla="*/ 8561 h 6916"/>
                <a:gd name="csX5" fmla="*/ 2410 w 7689"/>
                <a:gd name="csY5" fmla="*/ 5490 h 6916"/>
              </a:gdLst>
              <a:ahLst/>
              <a:cxnLst>
                <a:cxn ang="0">
                  <a:pos x="csX0" y="csY0"/>
                </a:cxn>
                <a:cxn ang="0">
                  <a:pos x="csX1" y="csY1"/>
                </a:cxn>
                <a:cxn ang="0">
                  <a:pos x="csX2" y="csY2"/>
                </a:cxn>
                <a:cxn ang="0">
                  <a:pos x="csX3" y="csY3"/>
                </a:cxn>
                <a:cxn ang="0">
                  <a:pos x="csX4" y="csY4"/>
                </a:cxn>
                <a:cxn ang="0">
                  <a:pos x="csX5" y="csY5"/>
                </a:cxn>
              </a:cxnLst>
              <a:rect l="l" t="t" r="r" b="b"/>
              <a:pathLst>
                <a:path w="7689" h="6916">
                  <a:moveTo>
                    <a:pt x="2410" y="5490"/>
                  </a:moveTo>
                  <a:lnTo>
                    <a:pt x="3949" y="1645"/>
                  </a:lnTo>
                  <a:lnTo>
                    <a:pt x="9333" y="3184"/>
                  </a:lnTo>
                  <a:lnTo>
                    <a:pt x="10099" y="6263"/>
                  </a:lnTo>
                  <a:lnTo>
                    <a:pt x="4716" y="8561"/>
                  </a:lnTo>
                  <a:lnTo>
                    <a:pt x="2410" y="54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2" name="Forme libre : forme 180">
              <a:extLst>
                <a:ext uri="{FF2B5EF4-FFF2-40B4-BE49-F238E27FC236}">
                  <a16:creationId xmlns:a16="http://schemas.microsoft.com/office/drawing/2014/main" id="{0D25E1BC-5CEA-8228-6A8A-F7F2FC80FA74}"/>
                </a:ext>
              </a:extLst>
            </p:cNvPr>
            <p:cNvSpPr/>
            <p:nvPr/>
          </p:nvSpPr>
          <p:spPr>
            <a:xfrm>
              <a:off x="5758271" y="4618479"/>
              <a:ext cx="6149" cy="6923"/>
            </a:xfrm>
            <a:custGeom>
              <a:avLst/>
              <a:gdLst>
                <a:gd name="csX0" fmla="*/ 3171 w 6149"/>
                <a:gd name="csY0" fmla="*/ 7040 h 6923"/>
                <a:gd name="csX1" fmla="*/ 2405 w 6149"/>
                <a:gd name="csY1" fmla="*/ 3969 h 6923"/>
                <a:gd name="csX2" fmla="*/ 5477 w 6149"/>
                <a:gd name="csY2" fmla="*/ 1657 h 6923"/>
                <a:gd name="csX3" fmla="*/ 8555 w 6149"/>
                <a:gd name="csY3" fmla="*/ 5501 h 6923"/>
                <a:gd name="csX4" fmla="*/ 7016 w 6149"/>
                <a:gd name="csY4" fmla="*/ 8580 h 6923"/>
                <a:gd name="csX5" fmla="*/ 3171 w 6149"/>
                <a:gd name="csY5" fmla="*/ 7040 h 6923"/>
              </a:gdLst>
              <a:ahLst/>
              <a:cxnLst>
                <a:cxn ang="0">
                  <a:pos x="csX0" y="csY0"/>
                </a:cxn>
                <a:cxn ang="0">
                  <a:pos x="csX1" y="csY1"/>
                </a:cxn>
                <a:cxn ang="0">
                  <a:pos x="csX2" y="csY2"/>
                </a:cxn>
                <a:cxn ang="0">
                  <a:pos x="csX3" y="csY3"/>
                </a:cxn>
                <a:cxn ang="0">
                  <a:pos x="csX4" y="csY4"/>
                </a:cxn>
                <a:cxn ang="0">
                  <a:pos x="csX5" y="csY5"/>
                </a:cxn>
              </a:cxnLst>
              <a:rect l="l" t="t" r="r" b="b"/>
              <a:pathLst>
                <a:path w="6149" h="6923">
                  <a:moveTo>
                    <a:pt x="3171" y="7040"/>
                  </a:moveTo>
                  <a:lnTo>
                    <a:pt x="2405" y="3969"/>
                  </a:lnTo>
                  <a:lnTo>
                    <a:pt x="5477" y="1657"/>
                  </a:lnTo>
                  <a:lnTo>
                    <a:pt x="8555" y="5501"/>
                  </a:lnTo>
                  <a:lnTo>
                    <a:pt x="7016" y="8580"/>
                  </a:lnTo>
                  <a:lnTo>
                    <a:pt x="3171" y="7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3" name="Forme libre : forme 181">
              <a:extLst>
                <a:ext uri="{FF2B5EF4-FFF2-40B4-BE49-F238E27FC236}">
                  <a16:creationId xmlns:a16="http://schemas.microsoft.com/office/drawing/2014/main" id="{8D5EFCD0-F337-70B9-A67F-51586B7F636F}"/>
                </a:ext>
              </a:extLst>
            </p:cNvPr>
            <p:cNvSpPr/>
            <p:nvPr/>
          </p:nvSpPr>
          <p:spPr>
            <a:xfrm>
              <a:off x="6790400" y="5097398"/>
              <a:ext cx="14872" cy="8715"/>
            </a:xfrm>
            <a:custGeom>
              <a:avLst/>
              <a:gdLst>
                <a:gd name="csX0" fmla="*/ 3036 w 14872"/>
                <a:gd name="csY0" fmla="*/ 7073 h 8715"/>
                <a:gd name="csX1" fmla="*/ 5601 w 14872"/>
                <a:gd name="csY1" fmla="*/ 1949 h 8715"/>
                <a:gd name="csX2" fmla="*/ 13803 w 14872"/>
                <a:gd name="csY2" fmla="*/ 1949 h 8715"/>
                <a:gd name="csX3" fmla="*/ 17908 w 14872"/>
                <a:gd name="csY3" fmla="*/ 7073 h 8715"/>
                <a:gd name="csX4" fmla="*/ 11238 w 14872"/>
                <a:gd name="csY4" fmla="*/ 10664 h 8715"/>
                <a:gd name="csX5" fmla="*/ 5601 w 14872"/>
                <a:gd name="csY5" fmla="*/ 10658 h 8715"/>
                <a:gd name="csX6" fmla="*/ 3036 w 14872"/>
                <a:gd name="csY6" fmla="*/ 7073 h 871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872" h="8715">
                  <a:moveTo>
                    <a:pt x="3036" y="7073"/>
                  </a:moveTo>
                  <a:lnTo>
                    <a:pt x="5601" y="1949"/>
                  </a:lnTo>
                  <a:lnTo>
                    <a:pt x="13803" y="1949"/>
                  </a:lnTo>
                  <a:lnTo>
                    <a:pt x="17908" y="7073"/>
                  </a:lnTo>
                  <a:lnTo>
                    <a:pt x="11238" y="10664"/>
                  </a:lnTo>
                  <a:lnTo>
                    <a:pt x="5601" y="10658"/>
                  </a:lnTo>
                  <a:lnTo>
                    <a:pt x="3036" y="70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4" name="Forme libre : forme 182">
              <a:extLst>
                <a:ext uri="{FF2B5EF4-FFF2-40B4-BE49-F238E27FC236}">
                  <a16:creationId xmlns:a16="http://schemas.microsoft.com/office/drawing/2014/main" id="{4CCABF14-C056-A720-6B1D-DBC807089183}"/>
                </a:ext>
              </a:extLst>
            </p:cNvPr>
            <p:cNvSpPr/>
            <p:nvPr/>
          </p:nvSpPr>
          <p:spPr>
            <a:xfrm>
              <a:off x="6834490" y="5079461"/>
              <a:ext cx="12306" cy="12299"/>
            </a:xfrm>
            <a:custGeom>
              <a:avLst/>
              <a:gdLst>
                <a:gd name="csX0" fmla="*/ 3062 w 12306"/>
                <a:gd name="csY0" fmla="*/ 9628 h 12299"/>
                <a:gd name="csX1" fmla="*/ 3575 w 12306"/>
                <a:gd name="csY1" fmla="*/ 3991 h 12299"/>
                <a:gd name="csX2" fmla="*/ 10751 w 12306"/>
                <a:gd name="csY2" fmla="*/ 1939 h 12299"/>
                <a:gd name="csX3" fmla="*/ 15369 w 12306"/>
                <a:gd name="csY3" fmla="*/ 8089 h 12299"/>
                <a:gd name="csX4" fmla="*/ 9212 w 12306"/>
                <a:gd name="csY4" fmla="*/ 14239 h 12299"/>
                <a:gd name="csX5" fmla="*/ 3062 w 12306"/>
                <a:gd name="csY5" fmla="*/ 9628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062" y="9628"/>
                  </a:moveTo>
                  <a:lnTo>
                    <a:pt x="3575" y="3991"/>
                  </a:lnTo>
                  <a:lnTo>
                    <a:pt x="10751" y="1939"/>
                  </a:lnTo>
                  <a:lnTo>
                    <a:pt x="15369" y="8089"/>
                  </a:lnTo>
                  <a:cubicBezTo>
                    <a:pt x="15369" y="8089"/>
                    <a:pt x="10751" y="14239"/>
                    <a:pt x="9212" y="14239"/>
                  </a:cubicBezTo>
                  <a:cubicBezTo>
                    <a:pt x="7680" y="14239"/>
                    <a:pt x="3062" y="9628"/>
                    <a:pt x="3062" y="9628"/>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5" name="Forme libre : forme 183">
              <a:extLst>
                <a:ext uri="{FF2B5EF4-FFF2-40B4-BE49-F238E27FC236}">
                  <a16:creationId xmlns:a16="http://schemas.microsoft.com/office/drawing/2014/main" id="{6B806C74-8558-6486-E67E-CAF9CB575C04}"/>
                </a:ext>
              </a:extLst>
            </p:cNvPr>
            <p:cNvSpPr/>
            <p:nvPr/>
          </p:nvSpPr>
          <p:spPr>
            <a:xfrm rot="-2696176" flipV="1">
              <a:off x="6785808" y="4733357"/>
              <a:ext cx="5082" cy="6526"/>
            </a:xfrm>
            <a:custGeom>
              <a:avLst/>
              <a:gdLst>
                <a:gd name="csX0" fmla="*/ 3031 w 5082"/>
                <a:gd name="csY0" fmla="*/ 8253 h 6526"/>
                <a:gd name="csX1" fmla="*/ 7381 w 5082"/>
                <a:gd name="csY1" fmla="*/ 8253 h 6526"/>
                <a:gd name="csX2" fmla="*/ 8113 w 5082"/>
                <a:gd name="csY2" fmla="*/ 3184 h 6526"/>
                <a:gd name="csX3" fmla="*/ 3769 w 5082"/>
                <a:gd name="csY3" fmla="*/ 1727 h 6526"/>
                <a:gd name="csX4" fmla="*/ 3031 w 5082"/>
                <a:gd name="csY4" fmla="*/ 8253 h 6526"/>
              </a:gdLst>
              <a:ahLst/>
              <a:cxnLst>
                <a:cxn ang="0">
                  <a:pos x="csX0" y="csY0"/>
                </a:cxn>
                <a:cxn ang="0">
                  <a:pos x="csX1" y="csY1"/>
                </a:cxn>
                <a:cxn ang="0">
                  <a:pos x="csX2" y="csY2"/>
                </a:cxn>
                <a:cxn ang="0">
                  <a:pos x="csX3" y="csY3"/>
                </a:cxn>
                <a:cxn ang="0">
                  <a:pos x="csX4" y="csY4"/>
                </a:cxn>
              </a:cxnLst>
              <a:rect l="l" t="t" r="r" b="b"/>
              <a:pathLst>
                <a:path w="5082" h="6526">
                  <a:moveTo>
                    <a:pt x="3031" y="8253"/>
                  </a:moveTo>
                  <a:lnTo>
                    <a:pt x="7381" y="8253"/>
                  </a:lnTo>
                  <a:lnTo>
                    <a:pt x="8113" y="3184"/>
                  </a:lnTo>
                  <a:lnTo>
                    <a:pt x="3769" y="1727"/>
                  </a:lnTo>
                  <a:lnTo>
                    <a:pt x="3031" y="82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6" name="Forme libre : forme 184">
              <a:extLst>
                <a:ext uri="{FF2B5EF4-FFF2-40B4-BE49-F238E27FC236}">
                  <a16:creationId xmlns:a16="http://schemas.microsoft.com/office/drawing/2014/main" id="{DF57240D-A4A8-8653-F653-4107283B0D0D}"/>
                </a:ext>
              </a:extLst>
            </p:cNvPr>
            <p:cNvSpPr/>
            <p:nvPr/>
          </p:nvSpPr>
          <p:spPr>
            <a:xfrm>
              <a:off x="6745798" y="4365591"/>
              <a:ext cx="26152" cy="10760"/>
            </a:xfrm>
            <a:custGeom>
              <a:avLst/>
              <a:gdLst>
                <a:gd name="csX0" fmla="*/ 6090 w 26152"/>
                <a:gd name="csY0" fmla="*/ 3044 h 10760"/>
                <a:gd name="csX1" fmla="*/ 13779 w 26152"/>
                <a:gd name="csY1" fmla="*/ 4583 h 10760"/>
                <a:gd name="csX2" fmla="*/ 23008 w 26152"/>
                <a:gd name="csY2" fmla="*/ 1505 h 10760"/>
                <a:gd name="csX3" fmla="*/ 29165 w 26152"/>
                <a:gd name="csY3" fmla="*/ 1505 h 10760"/>
                <a:gd name="csX4" fmla="*/ 29165 w 26152"/>
                <a:gd name="csY4" fmla="*/ 9194 h 10760"/>
                <a:gd name="csX5" fmla="*/ 16858 w 26152"/>
                <a:gd name="csY5" fmla="*/ 12265 h 10760"/>
                <a:gd name="csX6" fmla="*/ 3012 w 26152"/>
                <a:gd name="csY6" fmla="*/ 7655 h 10760"/>
                <a:gd name="csX7" fmla="*/ 6090 w 26152"/>
                <a:gd name="csY7" fmla="*/ 3044 h 107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152" h="10760">
                  <a:moveTo>
                    <a:pt x="6090" y="3044"/>
                  </a:moveTo>
                  <a:lnTo>
                    <a:pt x="13779" y="4583"/>
                  </a:lnTo>
                  <a:lnTo>
                    <a:pt x="23008" y="1505"/>
                  </a:lnTo>
                  <a:lnTo>
                    <a:pt x="29165" y="1505"/>
                  </a:lnTo>
                  <a:lnTo>
                    <a:pt x="29165" y="9194"/>
                  </a:lnTo>
                  <a:lnTo>
                    <a:pt x="16858" y="12265"/>
                  </a:lnTo>
                  <a:lnTo>
                    <a:pt x="3012" y="7655"/>
                  </a:lnTo>
                  <a:lnTo>
                    <a:pt x="6090" y="30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7" name="Forme libre : forme 185">
              <a:extLst>
                <a:ext uri="{FF2B5EF4-FFF2-40B4-BE49-F238E27FC236}">
                  <a16:creationId xmlns:a16="http://schemas.microsoft.com/office/drawing/2014/main" id="{467D739A-90C2-FF21-5C7C-5EC3AC820ECF}"/>
                </a:ext>
              </a:extLst>
            </p:cNvPr>
            <p:cNvSpPr/>
            <p:nvPr/>
          </p:nvSpPr>
          <p:spPr>
            <a:xfrm>
              <a:off x="7322623" y="4428637"/>
              <a:ext cx="48201" cy="78923"/>
            </a:xfrm>
            <a:custGeom>
              <a:avLst/>
              <a:gdLst>
                <a:gd name="csX0" fmla="*/ 25932 w 48201"/>
                <a:gd name="csY0" fmla="*/ 8744 h 78923"/>
                <a:gd name="csX1" fmla="*/ 20802 w 48201"/>
                <a:gd name="csY1" fmla="*/ 1568 h 78923"/>
                <a:gd name="csX2" fmla="*/ 13626 w 48201"/>
                <a:gd name="csY2" fmla="*/ 1568 h 78923"/>
                <a:gd name="csX3" fmla="*/ 6449 w 48201"/>
                <a:gd name="csY3" fmla="*/ 9770 h 78923"/>
                <a:gd name="csX4" fmla="*/ 5423 w 48201"/>
                <a:gd name="csY4" fmla="*/ 20018 h 78923"/>
                <a:gd name="csX5" fmla="*/ 3371 w 48201"/>
                <a:gd name="csY5" fmla="*/ 30266 h 78923"/>
                <a:gd name="csX6" fmla="*/ 10547 w 48201"/>
                <a:gd name="csY6" fmla="*/ 71263 h 78923"/>
                <a:gd name="csX7" fmla="*/ 17730 w 48201"/>
                <a:gd name="csY7" fmla="*/ 80492 h 78923"/>
                <a:gd name="csX8" fmla="*/ 31056 w 48201"/>
                <a:gd name="csY8" fmla="*/ 80492 h 78923"/>
                <a:gd name="csX9" fmla="*/ 51572 w 48201"/>
                <a:gd name="csY9" fmla="*/ 58963 h 78923"/>
                <a:gd name="csX10" fmla="*/ 50546 w 48201"/>
                <a:gd name="csY10" fmla="*/ 50768 h 78923"/>
                <a:gd name="csX11" fmla="*/ 46441 w 48201"/>
                <a:gd name="csY11" fmla="*/ 45644 h 78923"/>
                <a:gd name="csX12" fmla="*/ 45415 w 48201"/>
                <a:gd name="csY12" fmla="*/ 30272 h 78923"/>
                <a:gd name="csX13" fmla="*/ 27985 w 48201"/>
                <a:gd name="csY13" fmla="*/ 17966 h 78923"/>
                <a:gd name="csX14" fmla="*/ 25932 w 48201"/>
                <a:gd name="csY14" fmla="*/ 8744 h 78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8201" h="78923">
                  <a:moveTo>
                    <a:pt x="25932" y="8744"/>
                  </a:moveTo>
                  <a:lnTo>
                    <a:pt x="20802" y="1568"/>
                  </a:lnTo>
                  <a:lnTo>
                    <a:pt x="13626" y="1568"/>
                  </a:lnTo>
                  <a:lnTo>
                    <a:pt x="6449" y="9770"/>
                  </a:lnTo>
                  <a:lnTo>
                    <a:pt x="5423" y="20018"/>
                  </a:lnTo>
                  <a:lnTo>
                    <a:pt x="3371" y="30266"/>
                  </a:lnTo>
                  <a:lnTo>
                    <a:pt x="10547" y="71263"/>
                  </a:lnTo>
                  <a:lnTo>
                    <a:pt x="17730" y="80492"/>
                  </a:lnTo>
                  <a:lnTo>
                    <a:pt x="31056" y="80492"/>
                  </a:lnTo>
                  <a:lnTo>
                    <a:pt x="51572" y="58963"/>
                  </a:lnTo>
                  <a:lnTo>
                    <a:pt x="50546" y="50768"/>
                  </a:lnTo>
                  <a:lnTo>
                    <a:pt x="46441" y="45644"/>
                  </a:lnTo>
                  <a:lnTo>
                    <a:pt x="45415" y="30272"/>
                  </a:lnTo>
                  <a:lnTo>
                    <a:pt x="27985" y="17966"/>
                  </a:lnTo>
                  <a:lnTo>
                    <a:pt x="25932" y="87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8" name="Forme libre : forme 186">
              <a:extLst>
                <a:ext uri="{FF2B5EF4-FFF2-40B4-BE49-F238E27FC236}">
                  <a16:creationId xmlns:a16="http://schemas.microsoft.com/office/drawing/2014/main" id="{F886A971-3C6F-1487-BC80-6E2474708B6E}"/>
                </a:ext>
              </a:extLst>
            </p:cNvPr>
            <p:cNvSpPr/>
            <p:nvPr/>
          </p:nvSpPr>
          <p:spPr>
            <a:xfrm>
              <a:off x="7625649" y="4351773"/>
              <a:ext cx="7696" cy="36899"/>
            </a:xfrm>
            <a:custGeom>
              <a:avLst/>
              <a:gdLst>
                <a:gd name="csX0" fmla="*/ 11240 w 7696"/>
                <a:gd name="csY0" fmla="*/ 1506 h 36899"/>
                <a:gd name="csX1" fmla="*/ 6629 w 7696"/>
                <a:gd name="csY1" fmla="*/ 9195 h 36899"/>
                <a:gd name="csX2" fmla="*/ 5083 w 7696"/>
                <a:gd name="csY2" fmla="*/ 27639 h 36899"/>
                <a:gd name="csX3" fmla="*/ 3544 w 7696"/>
                <a:gd name="csY3" fmla="*/ 38406 h 36899"/>
                <a:gd name="csX4" fmla="*/ 8162 w 7696"/>
                <a:gd name="csY4" fmla="*/ 38406 h 36899"/>
                <a:gd name="csX5" fmla="*/ 9701 w 7696"/>
                <a:gd name="csY5" fmla="*/ 13806 h 36899"/>
                <a:gd name="csX6" fmla="*/ 11240 w 7696"/>
                <a:gd name="csY6" fmla="*/ 1506 h 368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696" h="36899">
                  <a:moveTo>
                    <a:pt x="11240" y="1506"/>
                  </a:moveTo>
                  <a:lnTo>
                    <a:pt x="6629" y="9195"/>
                  </a:lnTo>
                  <a:lnTo>
                    <a:pt x="5083" y="27639"/>
                  </a:lnTo>
                  <a:lnTo>
                    <a:pt x="3544" y="38406"/>
                  </a:lnTo>
                  <a:lnTo>
                    <a:pt x="8162" y="38406"/>
                  </a:lnTo>
                  <a:lnTo>
                    <a:pt x="9701" y="13806"/>
                  </a:lnTo>
                  <a:lnTo>
                    <a:pt x="11240" y="15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09" name="Forme libre : forme 187">
              <a:extLst>
                <a:ext uri="{FF2B5EF4-FFF2-40B4-BE49-F238E27FC236}">
                  <a16:creationId xmlns:a16="http://schemas.microsoft.com/office/drawing/2014/main" id="{35EF2990-D0B9-1756-D62E-061F492B674B}"/>
                </a:ext>
              </a:extLst>
            </p:cNvPr>
            <p:cNvSpPr/>
            <p:nvPr/>
          </p:nvSpPr>
          <p:spPr>
            <a:xfrm rot="-5400000" flipV="1">
              <a:off x="7624116" y="4400959"/>
              <a:ext cx="6663" cy="3598"/>
            </a:xfrm>
            <a:custGeom>
              <a:avLst/>
              <a:gdLst>
                <a:gd name="csX0" fmla="*/ 4055 w 6663"/>
                <a:gd name="csY0" fmla="*/ 5121 h 3598"/>
                <a:gd name="csX1" fmla="*/ 10205 w 6663"/>
                <a:gd name="csY1" fmla="*/ 5121 h 3598"/>
                <a:gd name="csX2" fmla="*/ 6614 w 6663"/>
                <a:gd name="csY2" fmla="*/ 1523 h 3598"/>
                <a:gd name="csX3" fmla="*/ 3542 w 6663"/>
                <a:gd name="csY3" fmla="*/ 2556 h 3598"/>
                <a:gd name="csX4" fmla="*/ 4055 w 6663"/>
                <a:gd name="csY4" fmla="*/ 5121 h 3598"/>
              </a:gdLst>
              <a:ahLst/>
              <a:cxnLst>
                <a:cxn ang="0">
                  <a:pos x="csX0" y="csY0"/>
                </a:cxn>
                <a:cxn ang="0">
                  <a:pos x="csX1" y="csY1"/>
                </a:cxn>
                <a:cxn ang="0">
                  <a:pos x="csX2" y="csY2"/>
                </a:cxn>
                <a:cxn ang="0">
                  <a:pos x="csX3" y="csY3"/>
                </a:cxn>
                <a:cxn ang="0">
                  <a:pos x="csX4" y="csY4"/>
                </a:cxn>
              </a:cxnLst>
              <a:rect l="l" t="t" r="r" b="b"/>
              <a:pathLst>
                <a:path w="6663" h="3598">
                  <a:moveTo>
                    <a:pt x="4055" y="5121"/>
                  </a:moveTo>
                  <a:lnTo>
                    <a:pt x="10205" y="5121"/>
                  </a:lnTo>
                  <a:lnTo>
                    <a:pt x="6614" y="1523"/>
                  </a:lnTo>
                  <a:lnTo>
                    <a:pt x="3542" y="2556"/>
                  </a:lnTo>
                  <a:lnTo>
                    <a:pt x="4055" y="51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0" name="Forme libre : forme 188">
              <a:extLst>
                <a:ext uri="{FF2B5EF4-FFF2-40B4-BE49-F238E27FC236}">
                  <a16:creationId xmlns:a16="http://schemas.microsoft.com/office/drawing/2014/main" id="{0DAF7DA2-5D95-14AA-6610-04F08D4728D4}"/>
                </a:ext>
              </a:extLst>
            </p:cNvPr>
            <p:cNvSpPr/>
            <p:nvPr/>
          </p:nvSpPr>
          <p:spPr>
            <a:xfrm>
              <a:off x="8574757" y="3204887"/>
              <a:ext cx="17430" cy="15371"/>
            </a:xfrm>
            <a:custGeom>
              <a:avLst/>
              <a:gdLst>
                <a:gd name="csX0" fmla="*/ 4123 w 17430"/>
                <a:gd name="csY0" fmla="*/ 12072 h 15371"/>
                <a:gd name="csX1" fmla="*/ 4123 w 17430"/>
                <a:gd name="csY1" fmla="*/ 5922 h 15371"/>
                <a:gd name="csX2" fmla="*/ 8221 w 17430"/>
                <a:gd name="csY2" fmla="*/ 798 h 15371"/>
                <a:gd name="csX3" fmla="*/ 16430 w 17430"/>
                <a:gd name="csY3" fmla="*/ 1824 h 15371"/>
                <a:gd name="csX4" fmla="*/ 21554 w 17430"/>
                <a:gd name="csY4" fmla="*/ 6948 h 15371"/>
                <a:gd name="csX5" fmla="*/ 14378 w 17430"/>
                <a:gd name="csY5" fmla="*/ 16169 h 15371"/>
                <a:gd name="csX6" fmla="*/ 4123 w 17430"/>
                <a:gd name="csY6" fmla="*/ 12072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15371">
                  <a:moveTo>
                    <a:pt x="4123" y="12072"/>
                  </a:moveTo>
                  <a:lnTo>
                    <a:pt x="4123" y="5922"/>
                  </a:lnTo>
                  <a:lnTo>
                    <a:pt x="8221" y="798"/>
                  </a:lnTo>
                  <a:lnTo>
                    <a:pt x="16430" y="1824"/>
                  </a:lnTo>
                  <a:lnTo>
                    <a:pt x="21554" y="6948"/>
                  </a:lnTo>
                  <a:lnTo>
                    <a:pt x="14378" y="16169"/>
                  </a:lnTo>
                  <a:lnTo>
                    <a:pt x="4123" y="12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1" name="Forme libre : forme 189">
              <a:extLst>
                <a:ext uri="{FF2B5EF4-FFF2-40B4-BE49-F238E27FC236}">
                  <a16:creationId xmlns:a16="http://schemas.microsoft.com/office/drawing/2014/main" id="{F89DEB61-9939-4F8D-48D8-37D0FEE39FFF}"/>
                </a:ext>
              </a:extLst>
            </p:cNvPr>
            <p:cNvSpPr/>
            <p:nvPr/>
          </p:nvSpPr>
          <p:spPr>
            <a:xfrm>
              <a:off x="8555267" y="3207959"/>
              <a:ext cx="13332" cy="5123"/>
            </a:xfrm>
            <a:custGeom>
              <a:avLst/>
              <a:gdLst>
                <a:gd name="csX0" fmla="*/ 17445 w 13332"/>
                <a:gd name="csY0" fmla="*/ 1824 h 5123"/>
                <a:gd name="csX1" fmla="*/ 11295 w 13332"/>
                <a:gd name="csY1" fmla="*/ 797 h 5123"/>
                <a:gd name="csX2" fmla="*/ 4112 w 13332"/>
                <a:gd name="csY2" fmla="*/ 3876 h 5123"/>
                <a:gd name="csX3" fmla="*/ 9243 w 13332"/>
                <a:gd name="csY3" fmla="*/ 5921 h 5123"/>
                <a:gd name="csX4" fmla="*/ 13341 w 13332"/>
                <a:gd name="csY4" fmla="*/ 4895 h 5123"/>
                <a:gd name="csX5" fmla="*/ 17445 w 13332"/>
                <a:gd name="csY5" fmla="*/ 1824 h 5123"/>
              </a:gdLst>
              <a:ahLst/>
              <a:cxnLst>
                <a:cxn ang="0">
                  <a:pos x="csX0" y="csY0"/>
                </a:cxn>
                <a:cxn ang="0">
                  <a:pos x="csX1" y="csY1"/>
                </a:cxn>
                <a:cxn ang="0">
                  <a:pos x="csX2" y="csY2"/>
                </a:cxn>
                <a:cxn ang="0">
                  <a:pos x="csX3" y="csY3"/>
                </a:cxn>
                <a:cxn ang="0">
                  <a:pos x="csX4" y="csY4"/>
                </a:cxn>
                <a:cxn ang="0">
                  <a:pos x="csX5" y="csY5"/>
                </a:cxn>
              </a:cxnLst>
              <a:rect l="l" t="t" r="r" b="b"/>
              <a:pathLst>
                <a:path w="13332" h="5123">
                  <a:moveTo>
                    <a:pt x="17445" y="1824"/>
                  </a:moveTo>
                  <a:lnTo>
                    <a:pt x="11295" y="797"/>
                  </a:lnTo>
                  <a:lnTo>
                    <a:pt x="4112" y="3876"/>
                  </a:lnTo>
                  <a:lnTo>
                    <a:pt x="9243" y="5921"/>
                  </a:lnTo>
                  <a:lnTo>
                    <a:pt x="13341" y="4895"/>
                  </a:lnTo>
                  <a:lnTo>
                    <a:pt x="17445" y="18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2" name="Forme libre : forme 190">
              <a:extLst>
                <a:ext uri="{FF2B5EF4-FFF2-40B4-BE49-F238E27FC236}">
                  <a16:creationId xmlns:a16="http://schemas.microsoft.com/office/drawing/2014/main" id="{CFA1F111-F02C-C38F-2DFA-E1067E5C5D40}"/>
                </a:ext>
              </a:extLst>
            </p:cNvPr>
            <p:cNvSpPr/>
            <p:nvPr/>
          </p:nvSpPr>
          <p:spPr>
            <a:xfrm>
              <a:off x="8667061" y="3234611"/>
              <a:ext cx="64598" cy="277754"/>
            </a:xfrm>
            <a:custGeom>
              <a:avLst/>
              <a:gdLst>
                <a:gd name="csX0" fmla="*/ 31880 w 64598"/>
                <a:gd name="csY0" fmla="*/ 7066 h 277754"/>
                <a:gd name="csX1" fmla="*/ 27782 w 64598"/>
                <a:gd name="csY1" fmla="*/ 916 h 277754"/>
                <a:gd name="csX2" fmla="*/ 19573 w 64598"/>
                <a:gd name="csY2" fmla="*/ 916 h 277754"/>
                <a:gd name="csX3" fmla="*/ 18547 w 64598"/>
                <a:gd name="csY3" fmla="*/ 6040 h 277754"/>
                <a:gd name="csX4" fmla="*/ 23677 w 64598"/>
                <a:gd name="csY4" fmla="*/ 27561 h 277754"/>
                <a:gd name="csX5" fmla="*/ 20599 w 64598"/>
                <a:gd name="csY5" fmla="*/ 32692 h 277754"/>
                <a:gd name="csX6" fmla="*/ 14449 w 64598"/>
                <a:gd name="csY6" fmla="*/ 30640 h 277754"/>
                <a:gd name="csX7" fmla="*/ 4194 w 64598"/>
                <a:gd name="csY7" fmla="*/ 34737 h 277754"/>
                <a:gd name="csX8" fmla="*/ 8292 w 64598"/>
                <a:gd name="csY8" fmla="*/ 46011 h 277754"/>
                <a:gd name="csX9" fmla="*/ 4194 w 64598"/>
                <a:gd name="csY9" fmla="*/ 67533 h 277754"/>
                <a:gd name="csX10" fmla="*/ 9318 w 64598"/>
                <a:gd name="csY10" fmla="*/ 72663 h 277754"/>
                <a:gd name="csX11" fmla="*/ 4194 w 64598"/>
                <a:gd name="csY11" fmla="*/ 79833 h 277754"/>
                <a:gd name="csX12" fmla="*/ 8292 w 64598"/>
                <a:gd name="csY12" fmla="*/ 103406 h 277754"/>
                <a:gd name="csX13" fmla="*/ 14442 w 64598"/>
                <a:gd name="csY13" fmla="*/ 110583 h 277754"/>
                <a:gd name="csX14" fmla="*/ 14442 w 64598"/>
                <a:gd name="csY14" fmla="*/ 150554 h 277754"/>
                <a:gd name="csX15" fmla="*/ 17521 w 64598"/>
                <a:gd name="csY15" fmla="*/ 162854 h 277754"/>
                <a:gd name="csX16" fmla="*/ 13423 w 64598"/>
                <a:gd name="csY16" fmla="*/ 178232 h 277754"/>
                <a:gd name="csX17" fmla="*/ 9318 w 64598"/>
                <a:gd name="csY17" fmla="*/ 200780 h 277754"/>
                <a:gd name="csX18" fmla="*/ 13423 w 64598"/>
                <a:gd name="csY18" fmla="*/ 212054 h 277754"/>
                <a:gd name="csX19" fmla="*/ 12390 w 64598"/>
                <a:gd name="csY19" fmla="*/ 231523 h 277754"/>
                <a:gd name="csX20" fmla="*/ 10338 w 64598"/>
                <a:gd name="csY20" fmla="*/ 245875 h 277754"/>
                <a:gd name="csX21" fmla="*/ 9318 w 64598"/>
                <a:gd name="csY21" fmla="*/ 278671 h 277754"/>
                <a:gd name="csX22" fmla="*/ 14442 w 64598"/>
                <a:gd name="csY22" fmla="*/ 277644 h 277754"/>
                <a:gd name="csX23" fmla="*/ 18547 w 64598"/>
                <a:gd name="csY23" fmla="*/ 267397 h 277754"/>
                <a:gd name="csX24" fmla="*/ 25723 w 64598"/>
                <a:gd name="csY24" fmla="*/ 262273 h 277754"/>
                <a:gd name="csX25" fmla="*/ 31880 w 64598"/>
                <a:gd name="csY25" fmla="*/ 266377 h 277754"/>
                <a:gd name="csX26" fmla="*/ 39056 w 64598"/>
                <a:gd name="csY26" fmla="*/ 276625 h 277754"/>
                <a:gd name="csX27" fmla="*/ 44180 w 64598"/>
                <a:gd name="csY27" fmla="*/ 270475 h 277754"/>
                <a:gd name="csX28" fmla="*/ 44180 w 64598"/>
                <a:gd name="csY28" fmla="*/ 258175 h 277754"/>
                <a:gd name="csX29" fmla="*/ 33925 w 64598"/>
                <a:gd name="csY29" fmla="*/ 247928 h 277754"/>
                <a:gd name="csX30" fmla="*/ 25723 w 64598"/>
                <a:gd name="csY30" fmla="*/ 237673 h 277754"/>
                <a:gd name="csX31" fmla="*/ 25723 w 64598"/>
                <a:gd name="csY31" fmla="*/ 218204 h 277754"/>
                <a:gd name="csX32" fmla="*/ 29827 w 64598"/>
                <a:gd name="csY32" fmla="*/ 210002 h 277754"/>
                <a:gd name="csX33" fmla="*/ 29827 w 64598"/>
                <a:gd name="csY33" fmla="*/ 202825 h 277754"/>
                <a:gd name="csX34" fmla="*/ 32906 w 64598"/>
                <a:gd name="csY34" fmla="*/ 197702 h 277754"/>
                <a:gd name="csX35" fmla="*/ 34951 w 64598"/>
                <a:gd name="csY35" fmla="*/ 175154 h 277754"/>
                <a:gd name="csX36" fmla="*/ 40082 w 64598"/>
                <a:gd name="csY36" fmla="*/ 171056 h 277754"/>
                <a:gd name="csX37" fmla="*/ 49310 w 64598"/>
                <a:gd name="csY37" fmla="*/ 174128 h 277754"/>
                <a:gd name="csX38" fmla="*/ 60591 w 64598"/>
                <a:gd name="csY38" fmla="*/ 185402 h 277754"/>
                <a:gd name="csX39" fmla="*/ 62643 w 64598"/>
                <a:gd name="csY39" fmla="*/ 189506 h 277754"/>
                <a:gd name="csX40" fmla="*/ 66748 w 64598"/>
                <a:gd name="csY40" fmla="*/ 190532 h 277754"/>
                <a:gd name="csX41" fmla="*/ 68793 w 64598"/>
                <a:gd name="csY41" fmla="*/ 185402 h 277754"/>
                <a:gd name="csX42" fmla="*/ 66748 w 64598"/>
                <a:gd name="csY42" fmla="*/ 176180 h 277754"/>
                <a:gd name="csX43" fmla="*/ 57513 w 64598"/>
                <a:gd name="csY43" fmla="*/ 163880 h 277754"/>
                <a:gd name="csX44" fmla="*/ 52389 w 64598"/>
                <a:gd name="csY44" fmla="*/ 136209 h 277754"/>
                <a:gd name="csX45" fmla="*/ 46239 w 64598"/>
                <a:gd name="csY45" fmla="*/ 113661 h 277754"/>
                <a:gd name="csX46" fmla="*/ 40082 w 64598"/>
                <a:gd name="csY46" fmla="*/ 75735 h 277754"/>
                <a:gd name="csX47" fmla="*/ 39056 w 64598"/>
                <a:gd name="csY47" fmla="*/ 57285 h 277754"/>
                <a:gd name="csX48" fmla="*/ 39056 w 64598"/>
                <a:gd name="csY48" fmla="*/ 34737 h 277754"/>
                <a:gd name="csX49" fmla="*/ 34958 w 64598"/>
                <a:gd name="csY49" fmla="*/ 14242 h 277754"/>
                <a:gd name="csX50" fmla="*/ 31880 w 64598"/>
                <a:gd name="csY50" fmla="*/ 7066 h 277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64598" h="277754">
                  <a:moveTo>
                    <a:pt x="31880" y="7066"/>
                  </a:moveTo>
                  <a:lnTo>
                    <a:pt x="27782" y="916"/>
                  </a:lnTo>
                  <a:lnTo>
                    <a:pt x="19573" y="916"/>
                  </a:lnTo>
                  <a:lnTo>
                    <a:pt x="18547" y="6040"/>
                  </a:lnTo>
                  <a:lnTo>
                    <a:pt x="23677" y="27561"/>
                  </a:lnTo>
                  <a:lnTo>
                    <a:pt x="20599" y="32692"/>
                  </a:lnTo>
                  <a:lnTo>
                    <a:pt x="14449" y="30640"/>
                  </a:lnTo>
                  <a:lnTo>
                    <a:pt x="4194" y="34737"/>
                  </a:lnTo>
                  <a:lnTo>
                    <a:pt x="8292" y="46011"/>
                  </a:lnTo>
                  <a:lnTo>
                    <a:pt x="4194" y="67533"/>
                  </a:lnTo>
                  <a:lnTo>
                    <a:pt x="9318" y="72663"/>
                  </a:lnTo>
                  <a:lnTo>
                    <a:pt x="4194" y="79833"/>
                  </a:lnTo>
                  <a:lnTo>
                    <a:pt x="8292" y="103406"/>
                  </a:lnTo>
                  <a:lnTo>
                    <a:pt x="14442" y="110583"/>
                  </a:lnTo>
                  <a:lnTo>
                    <a:pt x="14442" y="150554"/>
                  </a:lnTo>
                  <a:lnTo>
                    <a:pt x="17521" y="162854"/>
                  </a:lnTo>
                  <a:lnTo>
                    <a:pt x="13423" y="178232"/>
                  </a:lnTo>
                  <a:lnTo>
                    <a:pt x="9318" y="200780"/>
                  </a:lnTo>
                  <a:lnTo>
                    <a:pt x="13423" y="212054"/>
                  </a:lnTo>
                  <a:lnTo>
                    <a:pt x="12390" y="231523"/>
                  </a:lnTo>
                  <a:lnTo>
                    <a:pt x="10338" y="245875"/>
                  </a:lnTo>
                  <a:lnTo>
                    <a:pt x="9318" y="278671"/>
                  </a:lnTo>
                  <a:lnTo>
                    <a:pt x="14442" y="277644"/>
                  </a:lnTo>
                  <a:lnTo>
                    <a:pt x="18547" y="267397"/>
                  </a:lnTo>
                  <a:lnTo>
                    <a:pt x="25723" y="262273"/>
                  </a:lnTo>
                  <a:lnTo>
                    <a:pt x="31880" y="266377"/>
                  </a:lnTo>
                  <a:lnTo>
                    <a:pt x="39056" y="276625"/>
                  </a:lnTo>
                  <a:lnTo>
                    <a:pt x="44180" y="270475"/>
                  </a:lnTo>
                  <a:lnTo>
                    <a:pt x="44180" y="258175"/>
                  </a:lnTo>
                  <a:lnTo>
                    <a:pt x="33925" y="247928"/>
                  </a:lnTo>
                  <a:lnTo>
                    <a:pt x="25723" y="237673"/>
                  </a:lnTo>
                  <a:lnTo>
                    <a:pt x="25723" y="218204"/>
                  </a:lnTo>
                  <a:lnTo>
                    <a:pt x="29827" y="210002"/>
                  </a:lnTo>
                  <a:lnTo>
                    <a:pt x="29827" y="202825"/>
                  </a:lnTo>
                  <a:lnTo>
                    <a:pt x="32906" y="197702"/>
                  </a:lnTo>
                  <a:lnTo>
                    <a:pt x="34951" y="175154"/>
                  </a:lnTo>
                  <a:lnTo>
                    <a:pt x="40082" y="171056"/>
                  </a:lnTo>
                  <a:lnTo>
                    <a:pt x="49310" y="174128"/>
                  </a:lnTo>
                  <a:lnTo>
                    <a:pt x="60591" y="185402"/>
                  </a:lnTo>
                  <a:lnTo>
                    <a:pt x="62643" y="189506"/>
                  </a:lnTo>
                  <a:lnTo>
                    <a:pt x="66748" y="190532"/>
                  </a:lnTo>
                  <a:lnTo>
                    <a:pt x="68793" y="185402"/>
                  </a:lnTo>
                  <a:lnTo>
                    <a:pt x="66748" y="176180"/>
                  </a:lnTo>
                  <a:lnTo>
                    <a:pt x="57513" y="163880"/>
                  </a:lnTo>
                  <a:lnTo>
                    <a:pt x="52389" y="136209"/>
                  </a:lnTo>
                  <a:lnTo>
                    <a:pt x="46239" y="113661"/>
                  </a:lnTo>
                  <a:lnTo>
                    <a:pt x="40082" y="75735"/>
                  </a:lnTo>
                  <a:lnTo>
                    <a:pt x="39056" y="57285"/>
                  </a:lnTo>
                  <a:lnTo>
                    <a:pt x="39056" y="34737"/>
                  </a:lnTo>
                  <a:lnTo>
                    <a:pt x="34958" y="14242"/>
                  </a:lnTo>
                  <a:lnTo>
                    <a:pt x="31880" y="70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3" name="Forme libre : forme 191">
              <a:extLst>
                <a:ext uri="{FF2B5EF4-FFF2-40B4-BE49-F238E27FC236}">
                  <a16:creationId xmlns:a16="http://schemas.microsoft.com/office/drawing/2014/main" id="{CFBC3F08-CA04-AA12-1E26-52E15CF3A721}"/>
                </a:ext>
              </a:extLst>
            </p:cNvPr>
            <p:cNvSpPr/>
            <p:nvPr/>
          </p:nvSpPr>
          <p:spPr>
            <a:xfrm>
              <a:off x="8618840" y="3534920"/>
              <a:ext cx="134335" cy="111712"/>
            </a:xfrm>
            <a:custGeom>
              <a:avLst/>
              <a:gdLst>
                <a:gd name="csX0" fmla="*/ 48280 w 134335"/>
                <a:gd name="csY0" fmla="*/ 10257 h 111712"/>
                <a:gd name="csX1" fmla="*/ 50332 w 134335"/>
                <a:gd name="csY1" fmla="*/ 1036 h 111712"/>
                <a:gd name="csX2" fmla="*/ 63665 w 134335"/>
                <a:gd name="csY2" fmla="*/ 1036 h 111712"/>
                <a:gd name="csX3" fmla="*/ 68789 w 134335"/>
                <a:gd name="csY3" fmla="*/ 8212 h 111712"/>
                <a:gd name="csX4" fmla="*/ 74939 w 134335"/>
                <a:gd name="csY4" fmla="*/ 24609 h 111712"/>
                <a:gd name="csX5" fmla="*/ 83148 w 134335"/>
                <a:gd name="csY5" fmla="*/ 30759 h 111712"/>
                <a:gd name="csX6" fmla="*/ 91351 w 134335"/>
                <a:gd name="csY6" fmla="*/ 32805 h 111712"/>
                <a:gd name="csX7" fmla="*/ 100579 w 134335"/>
                <a:gd name="csY7" fmla="*/ 39981 h 111712"/>
                <a:gd name="csX8" fmla="*/ 109807 w 134335"/>
                <a:gd name="csY8" fmla="*/ 45105 h 111712"/>
                <a:gd name="csX9" fmla="*/ 120062 w 134335"/>
                <a:gd name="csY9" fmla="*/ 42033 h 111712"/>
                <a:gd name="csX10" fmla="*/ 129290 w 134335"/>
                <a:gd name="csY10" fmla="*/ 33831 h 111712"/>
                <a:gd name="csX11" fmla="*/ 129290 w 134335"/>
                <a:gd name="csY11" fmla="*/ 51255 h 111712"/>
                <a:gd name="csX12" fmla="*/ 136473 w 134335"/>
                <a:gd name="csY12" fmla="*/ 53307 h 111712"/>
                <a:gd name="csX13" fmla="*/ 138519 w 134335"/>
                <a:gd name="csY13" fmla="*/ 61502 h 111712"/>
                <a:gd name="csX14" fmla="*/ 129290 w 134335"/>
                <a:gd name="csY14" fmla="*/ 71757 h 111712"/>
                <a:gd name="csX15" fmla="*/ 114931 w 134335"/>
                <a:gd name="csY15" fmla="*/ 72783 h 111712"/>
                <a:gd name="csX16" fmla="*/ 103657 w 134335"/>
                <a:gd name="csY16" fmla="*/ 74829 h 111712"/>
                <a:gd name="csX17" fmla="*/ 91351 w 134335"/>
                <a:gd name="csY17" fmla="*/ 89181 h 111712"/>
                <a:gd name="csX18" fmla="*/ 91351 w 134335"/>
                <a:gd name="csY18" fmla="*/ 97376 h 111712"/>
                <a:gd name="csX19" fmla="*/ 83148 w 134335"/>
                <a:gd name="csY19" fmla="*/ 99428 h 111712"/>
                <a:gd name="csX20" fmla="*/ 73913 w 134335"/>
                <a:gd name="csY20" fmla="*/ 89181 h 111712"/>
                <a:gd name="csX21" fmla="*/ 60587 w 134335"/>
                <a:gd name="csY21" fmla="*/ 87129 h 111712"/>
                <a:gd name="csX22" fmla="*/ 55456 w 134335"/>
                <a:gd name="csY22" fmla="*/ 84050 h 111712"/>
                <a:gd name="csX23" fmla="*/ 48280 w 134335"/>
                <a:gd name="csY23" fmla="*/ 89174 h 111712"/>
                <a:gd name="csX24" fmla="*/ 33921 w 134335"/>
                <a:gd name="csY24" fmla="*/ 86102 h 111712"/>
                <a:gd name="csX25" fmla="*/ 25719 w 134335"/>
                <a:gd name="csY25" fmla="*/ 86102 h 111712"/>
                <a:gd name="csX26" fmla="*/ 19569 w 134335"/>
                <a:gd name="csY26" fmla="*/ 90200 h 111712"/>
                <a:gd name="csX27" fmla="*/ 29823 w 134335"/>
                <a:gd name="csY27" fmla="*/ 99428 h 111712"/>
                <a:gd name="csX28" fmla="*/ 29823 w 134335"/>
                <a:gd name="csY28" fmla="*/ 106598 h 111712"/>
                <a:gd name="csX29" fmla="*/ 16490 w 134335"/>
                <a:gd name="csY29" fmla="*/ 112748 h 111712"/>
                <a:gd name="csX30" fmla="*/ 12386 w 134335"/>
                <a:gd name="csY30" fmla="*/ 97376 h 111712"/>
                <a:gd name="csX31" fmla="*/ 4184 w 134335"/>
                <a:gd name="csY31" fmla="*/ 95324 h 111712"/>
                <a:gd name="csX32" fmla="*/ 11367 w 134335"/>
                <a:gd name="csY32" fmla="*/ 86102 h 111712"/>
                <a:gd name="csX33" fmla="*/ 23667 w 134335"/>
                <a:gd name="csY33" fmla="*/ 76881 h 111712"/>
                <a:gd name="csX34" fmla="*/ 23667 w 134335"/>
                <a:gd name="csY34" fmla="*/ 67652 h 111712"/>
                <a:gd name="csX35" fmla="*/ 29823 w 134335"/>
                <a:gd name="csY35" fmla="*/ 61502 h 111712"/>
                <a:gd name="csX36" fmla="*/ 38026 w 134335"/>
                <a:gd name="csY36" fmla="*/ 66626 h 111712"/>
                <a:gd name="csX37" fmla="*/ 45202 w 134335"/>
                <a:gd name="csY37" fmla="*/ 63555 h 111712"/>
                <a:gd name="csX38" fmla="*/ 46228 w 134335"/>
                <a:gd name="csY38" fmla="*/ 56379 h 111712"/>
                <a:gd name="csX39" fmla="*/ 52378 w 134335"/>
                <a:gd name="csY39" fmla="*/ 41007 h 111712"/>
                <a:gd name="csX40" fmla="*/ 53411 w 134335"/>
                <a:gd name="csY40" fmla="*/ 13336 h 111712"/>
                <a:gd name="csX41" fmla="*/ 48280 w 134335"/>
                <a:gd name="csY41" fmla="*/ 10257 h 1117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34335" h="111712">
                  <a:moveTo>
                    <a:pt x="48280" y="10257"/>
                  </a:moveTo>
                  <a:lnTo>
                    <a:pt x="50332" y="1036"/>
                  </a:lnTo>
                  <a:lnTo>
                    <a:pt x="63665" y="1036"/>
                  </a:lnTo>
                  <a:lnTo>
                    <a:pt x="68789" y="8212"/>
                  </a:lnTo>
                  <a:lnTo>
                    <a:pt x="74939" y="24609"/>
                  </a:lnTo>
                  <a:lnTo>
                    <a:pt x="83148" y="30759"/>
                  </a:lnTo>
                  <a:lnTo>
                    <a:pt x="91351" y="32805"/>
                  </a:lnTo>
                  <a:lnTo>
                    <a:pt x="100579" y="39981"/>
                  </a:lnTo>
                  <a:lnTo>
                    <a:pt x="109807" y="45105"/>
                  </a:lnTo>
                  <a:lnTo>
                    <a:pt x="120062" y="42033"/>
                  </a:lnTo>
                  <a:lnTo>
                    <a:pt x="129290" y="33831"/>
                  </a:lnTo>
                  <a:lnTo>
                    <a:pt x="129290" y="51255"/>
                  </a:lnTo>
                  <a:lnTo>
                    <a:pt x="136473" y="53307"/>
                  </a:lnTo>
                  <a:lnTo>
                    <a:pt x="138519" y="61502"/>
                  </a:lnTo>
                  <a:lnTo>
                    <a:pt x="129290" y="71757"/>
                  </a:lnTo>
                  <a:lnTo>
                    <a:pt x="114931" y="72783"/>
                  </a:lnTo>
                  <a:lnTo>
                    <a:pt x="103657" y="74829"/>
                  </a:lnTo>
                  <a:lnTo>
                    <a:pt x="91351" y="89181"/>
                  </a:lnTo>
                  <a:lnTo>
                    <a:pt x="91351" y="97376"/>
                  </a:lnTo>
                  <a:lnTo>
                    <a:pt x="83148" y="99428"/>
                  </a:lnTo>
                  <a:lnTo>
                    <a:pt x="73913" y="89181"/>
                  </a:lnTo>
                  <a:lnTo>
                    <a:pt x="60587" y="87129"/>
                  </a:lnTo>
                  <a:lnTo>
                    <a:pt x="55456" y="84050"/>
                  </a:lnTo>
                  <a:lnTo>
                    <a:pt x="48280" y="89174"/>
                  </a:lnTo>
                  <a:lnTo>
                    <a:pt x="33921" y="86102"/>
                  </a:lnTo>
                  <a:lnTo>
                    <a:pt x="25719" y="86102"/>
                  </a:lnTo>
                  <a:lnTo>
                    <a:pt x="19569" y="90200"/>
                  </a:lnTo>
                  <a:lnTo>
                    <a:pt x="29823" y="99428"/>
                  </a:lnTo>
                  <a:lnTo>
                    <a:pt x="29823" y="106598"/>
                  </a:lnTo>
                  <a:lnTo>
                    <a:pt x="16490" y="112748"/>
                  </a:lnTo>
                  <a:lnTo>
                    <a:pt x="12386" y="97376"/>
                  </a:lnTo>
                  <a:lnTo>
                    <a:pt x="4184" y="95324"/>
                  </a:lnTo>
                  <a:lnTo>
                    <a:pt x="11367" y="86102"/>
                  </a:lnTo>
                  <a:lnTo>
                    <a:pt x="23667" y="76881"/>
                  </a:lnTo>
                  <a:lnTo>
                    <a:pt x="23667" y="67652"/>
                  </a:lnTo>
                  <a:lnTo>
                    <a:pt x="29823" y="61502"/>
                  </a:lnTo>
                  <a:lnTo>
                    <a:pt x="38026" y="66626"/>
                  </a:lnTo>
                  <a:lnTo>
                    <a:pt x="45202" y="63555"/>
                  </a:lnTo>
                  <a:lnTo>
                    <a:pt x="46228" y="56379"/>
                  </a:lnTo>
                  <a:lnTo>
                    <a:pt x="52378" y="41007"/>
                  </a:lnTo>
                  <a:lnTo>
                    <a:pt x="53411" y="13336"/>
                  </a:lnTo>
                  <a:lnTo>
                    <a:pt x="48280" y="102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4" name="Forme libre : forme 192">
              <a:extLst>
                <a:ext uri="{FF2B5EF4-FFF2-40B4-BE49-F238E27FC236}">
                  <a16:creationId xmlns:a16="http://schemas.microsoft.com/office/drawing/2014/main" id="{5B117AFA-A4D3-843A-9F97-2DD74DB80489}"/>
                </a:ext>
              </a:extLst>
            </p:cNvPr>
            <p:cNvSpPr/>
            <p:nvPr/>
          </p:nvSpPr>
          <p:spPr>
            <a:xfrm>
              <a:off x="8433978" y="3646892"/>
              <a:ext cx="239192" cy="221385"/>
            </a:xfrm>
            <a:custGeom>
              <a:avLst/>
              <a:gdLst>
                <a:gd name="csX0" fmla="*/ 228702 w 239192"/>
                <a:gd name="csY0" fmla="*/ 25743 h 221385"/>
                <a:gd name="csX1" fmla="*/ 229475 w 239192"/>
                <a:gd name="csY1" fmla="*/ 5754 h 221385"/>
                <a:gd name="csX2" fmla="*/ 224084 w 239192"/>
                <a:gd name="csY2" fmla="*/ 1143 h 221385"/>
                <a:gd name="csX3" fmla="*/ 216395 w 239192"/>
                <a:gd name="csY3" fmla="*/ 7293 h 221385"/>
                <a:gd name="csX4" fmla="*/ 219474 w 239192"/>
                <a:gd name="csY4" fmla="*/ 14982 h 221385"/>
                <a:gd name="csX5" fmla="*/ 223318 w 239192"/>
                <a:gd name="csY5" fmla="*/ 23438 h 221385"/>
                <a:gd name="csX6" fmla="*/ 217168 w 239192"/>
                <a:gd name="csY6" fmla="*/ 24204 h 221385"/>
                <a:gd name="csX7" fmla="*/ 211011 w 239192"/>
                <a:gd name="csY7" fmla="*/ 15748 h 221385"/>
                <a:gd name="csX8" fmla="*/ 204861 w 239192"/>
                <a:gd name="csY8" fmla="*/ 17288 h 221385"/>
                <a:gd name="csX9" fmla="*/ 197172 w 239192"/>
                <a:gd name="csY9" fmla="*/ 30354 h 221385"/>
                <a:gd name="csX10" fmla="*/ 197165 w 239192"/>
                <a:gd name="csY10" fmla="*/ 70325 h 221385"/>
                <a:gd name="csX11" fmla="*/ 187937 w 239192"/>
                <a:gd name="csY11" fmla="*/ 91854 h 221385"/>
                <a:gd name="csX12" fmla="*/ 171786 w 239192"/>
                <a:gd name="csY12" fmla="*/ 114141 h 221385"/>
                <a:gd name="csX13" fmla="*/ 161791 w 239192"/>
                <a:gd name="csY13" fmla="*/ 120291 h 221385"/>
                <a:gd name="csX14" fmla="*/ 157173 w 239192"/>
                <a:gd name="csY14" fmla="*/ 128747 h 221385"/>
                <a:gd name="csX15" fmla="*/ 144867 w 239192"/>
                <a:gd name="csY15" fmla="*/ 134897 h 221385"/>
                <a:gd name="csX16" fmla="*/ 137950 w 239192"/>
                <a:gd name="csY16" fmla="*/ 131052 h 221385"/>
                <a:gd name="csX17" fmla="*/ 142561 w 239192"/>
                <a:gd name="csY17" fmla="*/ 118752 h 221385"/>
                <a:gd name="csX18" fmla="*/ 136411 w 239192"/>
                <a:gd name="csY18" fmla="*/ 117213 h 221385"/>
                <a:gd name="csX19" fmla="*/ 131027 w 239192"/>
                <a:gd name="csY19" fmla="*/ 121057 h 221385"/>
                <a:gd name="csX20" fmla="*/ 130254 w 239192"/>
                <a:gd name="csY20" fmla="*/ 131818 h 221385"/>
                <a:gd name="csX21" fmla="*/ 104875 w 239192"/>
                <a:gd name="csY21" fmla="*/ 164873 h 221385"/>
                <a:gd name="csX22" fmla="*/ 89489 w 239192"/>
                <a:gd name="csY22" fmla="*/ 163341 h 221385"/>
                <a:gd name="csX23" fmla="*/ 77956 w 239192"/>
                <a:gd name="csY23" fmla="*/ 169484 h 221385"/>
                <a:gd name="csX24" fmla="*/ 63343 w 239192"/>
                <a:gd name="csY24" fmla="*/ 170257 h 221385"/>
                <a:gd name="csX25" fmla="*/ 52576 w 239192"/>
                <a:gd name="csY25" fmla="*/ 166413 h 221385"/>
                <a:gd name="csX26" fmla="*/ 42574 w 239192"/>
                <a:gd name="csY26" fmla="*/ 167179 h 221385"/>
                <a:gd name="csX27" fmla="*/ 37964 w 239192"/>
                <a:gd name="csY27" fmla="*/ 177173 h 221385"/>
                <a:gd name="csX28" fmla="*/ 19500 w 239192"/>
                <a:gd name="csY28" fmla="*/ 191006 h 221385"/>
                <a:gd name="csX29" fmla="*/ 11811 w 239192"/>
                <a:gd name="csY29" fmla="*/ 193318 h 221385"/>
                <a:gd name="csX30" fmla="*/ 4122 w 239192"/>
                <a:gd name="csY30" fmla="*/ 198695 h 221385"/>
                <a:gd name="csX31" fmla="*/ 5661 w 239192"/>
                <a:gd name="csY31" fmla="*/ 207150 h 221385"/>
                <a:gd name="csX32" fmla="*/ 19500 w 239192"/>
                <a:gd name="csY32" fmla="*/ 206384 h 221385"/>
                <a:gd name="csX33" fmla="*/ 21039 w 239192"/>
                <a:gd name="csY33" fmla="*/ 211761 h 221385"/>
                <a:gd name="csX34" fmla="*/ 31807 w 239192"/>
                <a:gd name="csY34" fmla="*/ 204845 h 221385"/>
                <a:gd name="csX35" fmla="*/ 54115 w 239192"/>
                <a:gd name="csY35" fmla="*/ 200234 h 221385"/>
                <a:gd name="csX36" fmla="*/ 61038 w 239192"/>
                <a:gd name="csY36" fmla="*/ 191779 h 221385"/>
                <a:gd name="csX37" fmla="*/ 84879 w 239192"/>
                <a:gd name="csY37" fmla="*/ 185629 h 221385"/>
                <a:gd name="csX38" fmla="*/ 98718 w 239192"/>
                <a:gd name="csY38" fmla="*/ 191779 h 221385"/>
                <a:gd name="csX39" fmla="*/ 100257 w 239192"/>
                <a:gd name="csY39" fmla="*/ 201773 h 221385"/>
                <a:gd name="csX40" fmla="*/ 97185 w 239192"/>
                <a:gd name="csY40" fmla="*/ 207923 h 221385"/>
                <a:gd name="csX41" fmla="*/ 100257 w 239192"/>
                <a:gd name="csY41" fmla="*/ 217918 h 221385"/>
                <a:gd name="csX42" fmla="*/ 108719 w 239192"/>
                <a:gd name="csY42" fmla="*/ 222529 h 221385"/>
                <a:gd name="csX43" fmla="*/ 117181 w 239192"/>
                <a:gd name="csY43" fmla="*/ 217918 h 221385"/>
                <a:gd name="csX44" fmla="*/ 119487 w 239192"/>
                <a:gd name="csY44" fmla="*/ 206384 h 221385"/>
                <a:gd name="csX45" fmla="*/ 130254 w 239192"/>
                <a:gd name="csY45" fmla="*/ 205618 h 221385"/>
                <a:gd name="csX46" fmla="*/ 129481 w 239192"/>
                <a:gd name="csY46" fmla="*/ 199468 h 221385"/>
                <a:gd name="csX47" fmla="*/ 129481 w 239192"/>
                <a:gd name="csY47" fmla="*/ 194084 h 221385"/>
                <a:gd name="csX48" fmla="*/ 125644 w 239192"/>
                <a:gd name="csY48" fmla="*/ 187168 h 221385"/>
                <a:gd name="csX49" fmla="*/ 129481 w 239192"/>
                <a:gd name="csY49" fmla="*/ 180252 h 221385"/>
                <a:gd name="csX50" fmla="*/ 139483 w 239192"/>
                <a:gd name="csY50" fmla="*/ 180252 h 221385"/>
                <a:gd name="csX51" fmla="*/ 138717 w 239192"/>
                <a:gd name="csY51" fmla="*/ 190246 h 221385"/>
                <a:gd name="csX52" fmla="*/ 158713 w 239192"/>
                <a:gd name="csY52" fmla="*/ 189473 h 221385"/>
                <a:gd name="csX53" fmla="*/ 164863 w 239192"/>
                <a:gd name="csY53" fmla="*/ 181018 h 221385"/>
                <a:gd name="csX54" fmla="*/ 171019 w 239192"/>
                <a:gd name="csY54" fmla="*/ 179479 h 221385"/>
                <a:gd name="csX55" fmla="*/ 171786 w 239192"/>
                <a:gd name="csY55" fmla="*/ 190246 h 221385"/>
                <a:gd name="csX56" fmla="*/ 179475 w 239192"/>
                <a:gd name="csY56" fmla="*/ 188707 h 221385"/>
                <a:gd name="csX57" fmla="*/ 181787 w 239192"/>
                <a:gd name="csY57" fmla="*/ 174102 h 221385"/>
                <a:gd name="csX58" fmla="*/ 192555 w 239192"/>
                <a:gd name="csY58" fmla="*/ 164107 h 221385"/>
                <a:gd name="csX59" fmla="*/ 198705 w 239192"/>
                <a:gd name="csY59" fmla="*/ 168718 h 221385"/>
                <a:gd name="csX60" fmla="*/ 197938 w 239192"/>
                <a:gd name="csY60" fmla="*/ 176407 h 221385"/>
                <a:gd name="csX61" fmla="*/ 194094 w 239192"/>
                <a:gd name="csY61" fmla="*/ 180252 h 221385"/>
                <a:gd name="csX62" fmla="*/ 201017 w 239192"/>
                <a:gd name="csY62" fmla="*/ 183323 h 221385"/>
                <a:gd name="csX63" fmla="*/ 214856 w 239192"/>
                <a:gd name="csY63" fmla="*/ 163341 h 221385"/>
                <a:gd name="csX64" fmla="*/ 211778 w 239192"/>
                <a:gd name="csY64" fmla="*/ 154113 h 221385"/>
                <a:gd name="csX65" fmla="*/ 213317 w 239192"/>
                <a:gd name="csY65" fmla="*/ 145657 h 221385"/>
                <a:gd name="csX66" fmla="*/ 224084 w 239192"/>
                <a:gd name="csY66" fmla="*/ 121830 h 221385"/>
                <a:gd name="csX67" fmla="*/ 217161 w 239192"/>
                <a:gd name="csY67" fmla="*/ 111836 h 221385"/>
                <a:gd name="csX68" fmla="*/ 220240 w 239192"/>
                <a:gd name="csY68" fmla="*/ 101075 h 221385"/>
                <a:gd name="csX69" fmla="*/ 227163 w 239192"/>
                <a:gd name="csY69" fmla="*/ 95691 h 221385"/>
                <a:gd name="csX70" fmla="*/ 232547 w 239192"/>
                <a:gd name="csY70" fmla="*/ 97230 h 221385"/>
                <a:gd name="csX71" fmla="*/ 233313 w 239192"/>
                <a:gd name="csY71" fmla="*/ 80320 h 221385"/>
                <a:gd name="csX72" fmla="*/ 242548 w 239192"/>
                <a:gd name="csY72" fmla="*/ 61104 h 221385"/>
                <a:gd name="csX73" fmla="*/ 243314 w 239192"/>
                <a:gd name="csY73" fmla="*/ 44193 h 221385"/>
                <a:gd name="csX74" fmla="*/ 241009 w 239192"/>
                <a:gd name="csY74" fmla="*/ 42654 h 221385"/>
                <a:gd name="csX75" fmla="*/ 236391 w 239192"/>
                <a:gd name="csY75" fmla="*/ 32659 h 221385"/>
                <a:gd name="csX76" fmla="*/ 228702 w 239192"/>
                <a:gd name="csY76" fmla="*/ 25743 h 2213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Lst>
              <a:rect l="l" t="t" r="r" b="b"/>
              <a:pathLst>
                <a:path w="239192" h="221385">
                  <a:moveTo>
                    <a:pt x="228702" y="25743"/>
                  </a:moveTo>
                  <a:lnTo>
                    <a:pt x="229475" y="5754"/>
                  </a:lnTo>
                  <a:lnTo>
                    <a:pt x="224084" y="1143"/>
                  </a:lnTo>
                  <a:lnTo>
                    <a:pt x="216395" y="7293"/>
                  </a:lnTo>
                  <a:lnTo>
                    <a:pt x="219474" y="14982"/>
                  </a:lnTo>
                  <a:lnTo>
                    <a:pt x="223318" y="23438"/>
                  </a:lnTo>
                  <a:lnTo>
                    <a:pt x="217168" y="24204"/>
                  </a:lnTo>
                  <a:lnTo>
                    <a:pt x="211011" y="15748"/>
                  </a:lnTo>
                  <a:lnTo>
                    <a:pt x="204861" y="17288"/>
                  </a:lnTo>
                  <a:lnTo>
                    <a:pt x="197172" y="30354"/>
                  </a:lnTo>
                  <a:lnTo>
                    <a:pt x="197165" y="70325"/>
                  </a:lnTo>
                  <a:lnTo>
                    <a:pt x="187937" y="91854"/>
                  </a:lnTo>
                  <a:lnTo>
                    <a:pt x="171786" y="114141"/>
                  </a:lnTo>
                  <a:lnTo>
                    <a:pt x="161791" y="120291"/>
                  </a:lnTo>
                  <a:lnTo>
                    <a:pt x="157173" y="128747"/>
                  </a:lnTo>
                  <a:lnTo>
                    <a:pt x="144867" y="134897"/>
                  </a:lnTo>
                  <a:lnTo>
                    <a:pt x="137950" y="131052"/>
                  </a:lnTo>
                  <a:lnTo>
                    <a:pt x="142561" y="118752"/>
                  </a:lnTo>
                  <a:lnTo>
                    <a:pt x="136411" y="117213"/>
                  </a:lnTo>
                  <a:lnTo>
                    <a:pt x="131027" y="121057"/>
                  </a:lnTo>
                  <a:lnTo>
                    <a:pt x="130254" y="131818"/>
                  </a:lnTo>
                  <a:lnTo>
                    <a:pt x="104875" y="164873"/>
                  </a:lnTo>
                  <a:lnTo>
                    <a:pt x="89489" y="163341"/>
                  </a:lnTo>
                  <a:lnTo>
                    <a:pt x="77956" y="169484"/>
                  </a:lnTo>
                  <a:lnTo>
                    <a:pt x="63343" y="170257"/>
                  </a:lnTo>
                  <a:lnTo>
                    <a:pt x="52576" y="166413"/>
                  </a:lnTo>
                  <a:lnTo>
                    <a:pt x="42574" y="167179"/>
                  </a:lnTo>
                  <a:lnTo>
                    <a:pt x="37964" y="177173"/>
                  </a:lnTo>
                  <a:lnTo>
                    <a:pt x="19500" y="191006"/>
                  </a:lnTo>
                  <a:lnTo>
                    <a:pt x="11811" y="193318"/>
                  </a:lnTo>
                  <a:lnTo>
                    <a:pt x="4122" y="198695"/>
                  </a:lnTo>
                  <a:lnTo>
                    <a:pt x="5661" y="207150"/>
                  </a:lnTo>
                  <a:lnTo>
                    <a:pt x="19500" y="206384"/>
                  </a:lnTo>
                  <a:lnTo>
                    <a:pt x="21039" y="211761"/>
                  </a:lnTo>
                  <a:lnTo>
                    <a:pt x="31807" y="204845"/>
                  </a:lnTo>
                  <a:lnTo>
                    <a:pt x="54115" y="200234"/>
                  </a:lnTo>
                  <a:lnTo>
                    <a:pt x="61038" y="191779"/>
                  </a:lnTo>
                  <a:lnTo>
                    <a:pt x="84879" y="185629"/>
                  </a:lnTo>
                  <a:lnTo>
                    <a:pt x="98718" y="191779"/>
                  </a:lnTo>
                  <a:lnTo>
                    <a:pt x="100257" y="201773"/>
                  </a:lnTo>
                  <a:lnTo>
                    <a:pt x="97185" y="207923"/>
                  </a:lnTo>
                  <a:lnTo>
                    <a:pt x="100257" y="217918"/>
                  </a:lnTo>
                  <a:lnTo>
                    <a:pt x="108719" y="222529"/>
                  </a:lnTo>
                  <a:lnTo>
                    <a:pt x="117181" y="217918"/>
                  </a:lnTo>
                  <a:lnTo>
                    <a:pt x="119487" y="206384"/>
                  </a:lnTo>
                  <a:lnTo>
                    <a:pt x="130254" y="205618"/>
                  </a:lnTo>
                  <a:lnTo>
                    <a:pt x="129481" y="199468"/>
                  </a:lnTo>
                  <a:lnTo>
                    <a:pt x="129481" y="194084"/>
                  </a:lnTo>
                  <a:lnTo>
                    <a:pt x="125644" y="187168"/>
                  </a:lnTo>
                  <a:lnTo>
                    <a:pt x="129481" y="180252"/>
                  </a:lnTo>
                  <a:lnTo>
                    <a:pt x="139483" y="180252"/>
                  </a:lnTo>
                  <a:lnTo>
                    <a:pt x="138717" y="190246"/>
                  </a:lnTo>
                  <a:lnTo>
                    <a:pt x="158713" y="189473"/>
                  </a:lnTo>
                  <a:lnTo>
                    <a:pt x="164863" y="181018"/>
                  </a:lnTo>
                  <a:lnTo>
                    <a:pt x="171019" y="179479"/>
                  </a:lnTo>
                  <a:lnTo>
                    <a:pt x="171786" y="190246"/>
                  </a:lnTo>
                  <a:lnTo>
                    <a:pt x="179475" y="188707"/>
                  </a:lnTo>
                  <a:lnTo>
                    <a:pt x="181787" y="174102"/>
                  </a:lnTo>
                  <a:lnTo>
                    <a:pt x="192555" y="164107"/>
                  </a:lnTo>
                  <a:lnTo>
                    <a:pt x="198705" y="168718"/>
                  </a:lnTo>
                  <a:lnTo>
                    <a:pt x="197938" y="176407"/>
                  </a:lnTo>
                  <a:lnTo>
                    <a:pt x="194094" y="180252"/>
                  </a:lnTo>
                  <a:lnTo>
                    <a:pt x="201017" y="183323"/>
                  </a:lnTo>
                  <a:lnTo>
                    <a:pt x="214856" y="163341"/>
                  </a:lnTo>
                  <a:lnTo>
                    <a:pt x="211778" y="154113"/>
                  </a:lnTo>
                  <a:lnTo>
                    <a:pt x="213317" y="145657"/>
                  </a:lnTo>
                  <a:lnTo>
                    <a:pt x="224084" y="121830"/>
                  </a:lnTo>
                  <a:lnTo>
                    <a:pt x="217161" y="111836"/>
                  </a:lnTo>
                  <a:lnTo>
                    <a:pt x="220240" y="101075"/>
                  </a:lnTo>
                  <a:lnTo>
                    <a:pt x="227163" y="95691"/>
                  </a:lnTo>
                  <a:lnTo>
                    <a:pt x="232547" y="97230"/>
                  </a:lnTo>
                  <a:lnTo>
                    <a:pt x="233313" y="80320"/>
                  </a:lnTo>
                  <a:lnTo>
                    <a:pt x="242548" y="61104"/>
                  </a:lnTo>
                  <a:lnTo>
                    <a:pt x="243314" y="44193"/>
                  </a:lnTo>
                  <a:lnTo>
                    <a:pt x="241009" y="42654"/>
                  </a:lnTo>
                  <a:lnTo>
                    <a:pt x="236391" y="32659"/>
                  </a:lnTo>
                  <a:lnTo>
                    <a:pt x="228702" y="257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5" name="Forme libre : forme 193">
              <a:extLst>
                <a:ext uri="{FF2B5EF4-FFF2-40B4-BE49-F238E27FC236}">
                  <a16:creationId xmlns:a16="http://schemas.microsoft.com/office/drawing/2014/main" id="{22F46155-4C4D-342B-EE25-5C83A4B2D992}"/>
                </a:ext>
              </a:extLst>
            </p:cNvPr>
            <p:cNvSpPr/>
            <p:nvPr/>
          </p:nvSpPr>
          <p:spPr>
            <a:xfrm>
              <a:off x="8588548" y="3737596"/>
              <a:ext cx="13846" cy="18449"/>
            </a:xfrm>
            <a:custGeom>
              <a:avLst/>
              <a:gdLst>
                <a:gd name="csX0" fmla="*/ 17979 w 13846"/>
                <a:gd name="csY0" fmla="*/ 3430 h 18449"/>
                <a:gd name="csX1" fmla="*/ 14900 w 13846"/>
                <a:gd name="csY1" fmla="*/ 11886 h 18449"/>
                <a:gd name="csX2" fmla="*/ 6445 w 13846"/>
                <a:gd name="csY2" fmla="*/ 19575 h 18449"/>
                <a:gd name="csX3" fmla="*/ 4133 w 13846"/>
                <a:gd name="csY3" fmla="*/ 14957 h 18449"/>
                <a:gd name="csX4" fmla="*/ 10283 w 13846"/>
                <a:gd name="csY4" fmla="*/ 6502 h 18449"/>
                <a:gd name="csX5" fmla="*/ 10290 w 13846"/>
                <a:gd name="csY5" fmla="*/ 1125 h 18449"/>
                <a:gd name="csX6" fmla="*/ 17979 w 13846"/>
                <a:gd name="csY6" fmla="*/ 3430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18449">
                  <a:moveTo>
                    <a:pt x="17979" y="3430"/>
                  </a:moveTo>
                  <a:lnTo>
                    <a:pt x="14900" y="11886"/>
                  </a:lnTo>
                  <a:lnTo>
                    <a:pt x="6445" y="19575"/>
                  </a:lnTo>
                  <a:lnTo>
                    <a:pt x="4133" y="14957"/>
                  </a:lnTo>
                  <a:lnTo>
                    <a:pt x="10283" y="6502"/>
                  </a:lnTo>
                  <a:lnTo>
                    <a:pt x="10290" y="1125"/>
                  </a:lnTo>
                  <a:lnTo>
                    <a:pt x="17979" y="34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6" name="Forme libre : forme 194">
              <a:extLst>
                <a:ext uri="{FF2B5EF4-FFF2-40B4-BE49-F238E27FC236}">
                  <a16:creationId xmlns:a16="http://schemas.microsoft.com/office/drawing/2014/main" id="{0C1E5C9F-B13B-BF7D-8D17-84702C82CFCF}"/>
                </a:ext>
              </a:extLst>
            </p:cNvPr>
            <p:cNvSpPr/>
            <p:nvPr/>
          </p:nvSpPr>
          <p:spPr>
            <a:xfrm>
              <a:off x="8462443" y="3845983"/>
              <a:ext cx="49993" cy="39198"/>
            </a:xfrm>
            <a:custGeom>
              <a:avLst/>
              <a:gdLst>
                <a:gd name="csX0" fmla="*/ 54063 w 49993"/>
                <a:gd name="csY0" fmla="*/ 5809 h 39198"/>
                <a:gd name="csX1" fmla="*/ 45601 w 49993"/>
                <a:gd name="csY1" fmla="*/ 1198 h 39198"/>
                <a:gd name="csX2" fmla="*/ 37139 w 49993"/>
                <a:gd name="csY2" fmla="*/ 2738 h 39198"/>
                <a:gd name="csX3" fmla="*/ 27144 w 49993"/>
                <a:gd name="csY3" fmla="*/ 13498 h 39198"/>
                <a:gd name="csX4" fmla="*/ 11759 w 49993"/>
                <a:gd name="csY4" fmla="*/ 15804 h 39198"/>
                <a:gd name="csX5" fmla="*/ 4070 w 49993"/>
                <a:gd name="csY5" fmla="*/ 23486 h 39198"/>
                <a:gd name="csX6" fmla="*/ 9453 w 49993"/>
                <a:gd name="csY6" fmla="*/ 40397 h 39198"/>
                <a:gd name="csX7" fmla="*/ 20221 w 49993"/>
                <a:gd name="csY7" fmla="*/ 39631 h 39198"/>
                <a:gd name="csX8" fmla="*/ 24839 w 49993"/>
                <a:gd name="csY8" fmla="*/ 28870 h 39198"/>
                <a:gd name="csX9" fmla="*/ 33294 w 49993"/>
                <a:gd name="csY9" fmla="*/ 21181 h 39198"/>
                <a:gd name="csX10" fmla="*/ 40983 w 49993"/>
                <a:gd name="csY10" fmla="*/ 24259 h 39198"/>
                <a:gd name="csX11" fmla="*/ 49445 w 49993"/>
                <a:gd name="csY11" fmla="*/ 22720 h 39198"/>
                <a:gd name="csX12" fmla="*/ 54063 w 49993"/>
                <a:gd name="csY12" fmla="*/ 5809 h 391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993" h="39198">
                  <a:moveTo>
                    <a:pt x="54063" y="5809"/>
                  </a:moveTo>
                  <a:lnTo>
                    <a:pt x="45601" y="1198"/>
                  </a:lnTo>
                  <a:lnTo>
                    <a:pt x="37139" y="2738"/>
                  </a:lnTo>
                  <a:lnTo>
                    <a:pt x="27144" y="13498"/>
                  </a:lnTo>
                  <a:lnTo>
                    <a:pt x="11759" y="15804"/>
                  </a:lnTo>
                  <a:lnTo>
                    <a:pt x="4070" y="23486"/>
                  </a:lnTo>
                  <a:lnTo>
                    <a:pt x="9453" y="40397"/>
                  </a:lnTo>
                  <a:lnTo>
                    <a:pt x="20221" y="39631"/>
                  </a:lnTo>
                  <a:lnTo>
                    <a:pt x="24839" y="28870"/>
                  </a:lnTo>
                  <a:lnTo>
                    <a:pt x="33294" y="21181"/>
                  </a:lnTo>
                  <a:lnTo>
                    <a:pt x="40983" y="24259"/>
                  </a:lnTo>
                  <a:lnTo>
                    <a:pt x="49445" y="22720"/>
                  </a:lnTo>
                  <a:lnTo>
                    <a:pt x="54063" y="58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7" name="Forme libre : forme 195">
              <a:extLst>
                <a:ext uri="{FF2B5EF4-FFF2-40B4-BE49-F238E27FC236}">
                  <a16:creationId xmlns:a16="http://schemas.microsoft.com/office/drawing/2014/main" id="{73B6E43F-55FE-7977-0CBC-614C63019046}"/>
                </a:ext>
              </a:extLst>
            </p:cNvPr>
            <p:cNvSpPr/>
            <p:nvPr/>
          </p:nvSpPr>
          <p:spPr>
            <a:xfrm>
              <a:off x="8403973" y="3857510"/>
              <a:ext cx="53837" cy="71487"/>
            </a:xfrm>
            <a:custGeom>
              <a:avLst/>
              <a:gdLst>
                <a:gd name="csX0" fmla="*/ 27872 w 53837"/>
                <a:gd name="csY0" fmla="*/ 1218 h 71487"/>
                <a:gd name="csX1" fmla="*/ 46329 w 53837"/>
                <a:gd name="csY1" fmla="*/ 10447 h 71487"/>
                <a:gd name="csX2" fmla="*/ 49407 w 53837"/>
                <a:gd name="csY2" fmla="*/ 18129 h 71487"/>
                <a:gd name="csX3" fmla="*/ 57869 w 53837"/>
                <a:gd name="csY3" fmla="*/ 31202 h 71487"/>
                <a:gd name="csX4" fmla="*/ 44023 w 53837"/>
                <a:gd name="csY4" fmla="*/ 45801 h 71487"/>
                <a:gd name="csX5" fmla="*/ 42484 w 53837"/>
                <a:gd name="csY5" fmla="*/ 68095 h 71487"/>
                <a:gd name="csX6" fmla="*/ 27872 w 53837"/>
                <a:gd name="csY6" fmla="*/ 72706 h 71487"/>
                <a:gd name="csX7" fmla="*/ 28638 w 53837"/>
                <a:gd name="csY7" fmla="*/ 59640 h 71487"/>
                <a:gd name="csX8" fmla="*/ 24793 w 53837"/>
                <a:gd name="csY8" fmla="*/ 58874 h 71487"/>
                <a:gd name="csX9" fmla="*/ 19410 w 53837"/>
                <a:gd name="csY9" fmla="*/ 67329 h 71487"/>
                <a:gd name="csX10" fmla="*/ 14792 w 53837"/>
                <a:gd name="csY10" fmla="*/ 65023 h 71487"/>
                <a:gd name="csX11" fmla="*/ 17104 w 53837"/>
                <a:gd name="csY11" fmla="*/ 44268 h 71487"/>
                <a:gd name="csX12" fmla="*/ 25559 w 53837"/>
                <a:gd name="csY12" fmla="*/ 34274 h 71487"/>
                <a:gd name="csX13" fmla="*/ 23254 w 53837"/>
                <a:gd name="csY13" fmla="*/ 23513 h 71487"/>
                <a:gd name="csX14" fmla="*/ 14026 w 53837"/>
                <a:gd name="csY14" fmla="*/ 31195 h 71487"/>
                <a:gd name="csX15" fmla="*/ 4797 w 53837"/>
                <a:gd name="csY15" fmla="*/ 23513 h 71487"/>
                <a:gd name="csX16" fmla="*/ 4031 w 53837"/>
                <a:gd name="csY16" fmla="*/ 13518 h 71487"/>
                <a:gd name="csX17" fmla="*/ 16331 w 53837"/>
                <a:gd name="csY17" fmla="*/ 8907 h 71487"/>
                <a:gd name="csX18" fmla="*/ 27872 w 53837"/>
                <a:gd name="csY18" fmla="*/ 1218 h 71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837" h="71487">
                  <a:moveTo>
                    <a:pt x="27872" y="1218"/>
                  </a:moveTo>
                  <a:lnTo>
                    <a:pt x="46329" y="10447"/>
                  </a:lnTo>
                  <a:lnTo>
                    <a:pt x="49407" y="18129"/>
                  </a:lnTo>
                  <a:lnTo>
                    <a:pt x="57869" y="31202"/>
                  </a:lnTo>
                  <a:lnTo>
                    <a:pt x="44023" y="45801"/>
                  </a:lnTo>
                  <a:lnTo>
                    <a:pt x="42484" y="68095"/>
                  </a:lnTo>
                  <a:lnTo>
                    <a:pt x="27872" y="72706"/>
                  </a:lnTo>
                  <a:lnTo>
                    <a:pt x="28638" y="59640"/>
                  </a:lnTo>
                  <a:lnTo>
                    <a:pt x="24793" y="58874"/>
                  </a:lnTo>
                  <a:lnTo>
                    <a:pt x="19410" y="67329"/>
                  </a:lnTo>
                  <a:lnTo>
                    <a:pt x="14792" y="65023"/>
                  </a:lnTo>
                  <a:lnTo>
                    <a:pt x="17104" y="44268"/>
                  </a:lnTo>
                  <a:cubicBezTo>
                    <a:pt x="17104" y="44268"/>
                    <a:pt x="25559" y="43495"/>
                    <a:pt x="25559" y="34274"/>
                  </a:cubicBezTo>
                  <a:cubicBezTo>
                    <a:pt x="25566" y="25045"/>
                    <a:pt x="23254" y="23513"/>
                    <a:pt x="23254" y="23513"/>
                  </a:cubicBezTo>
                  <a:lnTo>
                    <a:pt x="14026" y="31195"/>
                  </a:lnTo>
                  <a:lnTo>
                    <a:pt x="4797" y="23513"/>
                  </a:lnTo>
                  <a:lnTo>
                    <a:pt x="4031" y="13518"/>
                  </a:lnTo>
                  <a:lnTo>
                    <a:pt x="16331" y="8907"/>
                  </a:lnTo>
                  <a:lnTo>
                    <a:pt x="27872" y="12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8" name="Forme libre : forme 196">
              <a:extLst>
                <a:ext uri="{FF2B5EF4-FFF2-40B4-BE49-F238E27FC236}">
                  <a16:creationId xmlns:a16="http://schemas.microsoft.com/office/drawing/2014/main" id="{6B432CEA-A838-0AB2-4CB8-5B8EA5957C76}"/>
                </a:ext>
              </a:extLst>
            </p:cNvPr>
            <p:cNvSpPr/>
            <p:nvPr/>
          </p:nvSpPr>
          <p:spPr>
            <a:xfrm rot="5400000" flipV="1">
              <a:off x="8391697" y="3839830"/>
              <a:ext cx="9235" cy="7696"/>
            </a:xfrm>
            <a:custGeom>
              <a:avLst/>
              <a:gdLst>
                <a:gd name="csX0" fmla="*/ 4011 w 9235"/>
                <a:gd name="csY0" fmla="*/ 8880 h 7696"/>
                <a:gd name="csX1" fmla="*/ 12473 w 9235"/>
                <a:gd name="csY1" fmla="*/ 8880 h 7696"/>
                <a:gd name="csX2" fmla="*/ 13246 w 9235"/>
                <a:gd name="csY2" fmla="*/ 1184 h 7696"/>
                <a:gd name="csX3" fmla="*/ 9388 w 9235"/>
                <a:gd name="csY3" fmla="*/ 1184 h 7696"/>
                <a:gd name="csX4" fmla="*/ 4011 w 9235"/>
                <a:gd name="csY4" fmla="*/ 8880 h 7696"/>
              </a:gdLst>
              <a:ahLst/>
              <a:cxnLst>
                <a:cxn ang="0">
                  <a:pos x="csX0" y="csY0"/>
                </a:cxn>
                <a:cxn ang="0">
                  <a:pos x="csX1" y="csY1"/>
                </a:cxn>
                <a:cxn ang="0">
                  <a:pos x="csX2" y="csY2"/>
                </a:cxn>
                <a:cxn ang="0">
                  <a:pos x="csX3" y="csY3"/>
                </a:cxn>
                <a:cxn ang="0">
                  <a:pos x="csX4" y="csY4"/>
                </a:cxn>
              </a:cxnLst>
              <a:rect l="l" t="t" r="r" b="b"/>
              <a:pathLst>
                <a:path w="9235" h="7696">
                  <a:moveTo>
                    <a:pt x="4011" y="8880"/>
                  </a:moveTo>
                  <a:lnTo>
                    <a:pt x="12473" y="8880"/>
                  </a:lnTo>
                  <a:lnTo>
                    <a:pt x="13246" y="1184"/>
                  </a:lnTo>
                  <a:lnTo>
                    <a:pt x="9388" y="1184"/>
                  </a:lnTo>
                  <a:lnTo>
                    <a:pt x="4011" y="88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19" name="Forme libre : forme 197">
              <a:extLst>
                <a:ext uri="{FF2B5EF4-FFF2-40B4-BE49-F238E27FC236}">
                  <a16:creationId xmlns:a16="http://schemas.microsoft.com/office/drawing/2014/main" id="{B93F854F-54DA-9081-9ECB-FB68A65E799F}"/>
                </a:ext>
              </a:extLst>
            </p:cNvPr>
            <p:cNvSpPr/>
            <p:nvPr/>
          </p:nvSpPr>
          <p:spPr>
            <a:xfrm>
              <a:off x="8332465" y="3864426"/>
              <a:ext cx="16151" cy="8455"/>
            </a:xfrm>
            <a:custGeom>
              <a:avLst/>
              <a:gdLst>
                <a:gd name="csX0" fmla="*/ 5515 w 16151"/>
                <a:gd name="csY0" fmla="*/ 9653 h 8455"/>
                <a:gd name="csX1" fmla="*/ 3976 w 16151"/>
                <a:gd name="csY1" fmla="*/ 5808 h 8455"/>
                <a:gd name="csX2" fmla="*/ 9359 w 16151"/>
                <a:gd name="csY2" fmla="*/ 4276 h 8455"/>
                <a:gd name="csX3" fmla="*/ 15509 w 16151"/>
                <a:gd name="csY3" fmla="*/ 1197 h 8455"/>
                <a:gd name="csX4" fmla="*/ 20127 w 16151"/>
                <a:gd name="csY4" fmla="*/ 5042 h 8455"/>
                <a:gd name="csX5" fmla="*/ 14743 w 16151"/>
                <a:gd name="csY5" fmla="*/ 9653 h 8455"/>
                <a:gd name="csX6" fmla="*/ 5515 w 16151"/>
                <a:gd name="csY6" fmla="*/ 9653 h 84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8455">
                  <a:moveTo>
                    <a:pt x="5515" y="9653"/>
                  </a:moveTo>
                  <a:lnTo>
                    <a:pt x="3976" y="5808"/>
                  </a:lnTo>
                  <a:lnTo>
                    <a:pt x="9359" y="4276"/>
                  </a:lnTo>
                  <a:lnTo>
                    <a:pt x="15509" y="1197"/>
                  </a:lnTo>
                  <a:lnTo>
                    <a:pt x="20127" y="5042"/>
                  </a:lnTo>
                  <a:lnTo>
                    <a:pt x="14743" y="9653"/>
                  </a:lnTo>
                  <a:lnTo>
                    <a:pt x="5515" y="96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0" name="Forme libre : forme 198">
              <a:extLst>
                <a:ext uri="{FF2B5EF4-FFF2-40B4-BE49-F238E27FC236}">
                  <a16:creationId xmlns:a16="http://schemas.microsoft.com/office/drawing/2014/main" id="{6DB44424-77E4-30E8-E71E-1D1987C52CAB}"/>
                </a:ext>
              </a:extLst>
            </p:cNvPr>
            <p:cNvSpPr/>
            <p:nvPr/>
          </p:nvSpPr>
          <p:spPr>
            <a:xfrm rot="-676243" flipV="1">
              <a:off x="8385024" y="3885422"/>
              <a:ext cx="5274" cy="4665"/>
            </a:xfrm>
            <a:custGeom>
              <a:avLst/>
              <a:gdLst>
                <a:gd name="csX0" fmla="*/ 4005 w 5274"/>
                <a:gd name="csY0" fmla="*/ 1209 h 4665"/>
                <a:gd name="csX1" fmla="*/ 7925 w 5274"/>
                <a:gd name="csY1" fmla="*/ 1209 h 4665"/>
                <a:gd name="csX2" fmla="*/ 9279 w 5274"/>
                <a:gd name="csY2" fmla="*/ 4076 h 4665"/>
                <a:gd name="csX3" fmla="*/ 4149 w 5274"/>
                <a:gd name="csY3" fmla="*/ 5875 h 4665"/>
                <a:gd name="csX4" fmla="*/ 4005 w 5274"/>
                <a:gd name="csY4" fmla="*/ 1209 h 4665"/>
              </a:gdLst>
              <a:ahLst/>
              <a:cxnLst>
                <a:cxn ang="0">
                  <a:pos x="csX0" y="csY0"/>
                </a:cxn>
                <a:cxn ang="0">
                  <a:pos x="csX1" y="csY1"/>
                </a:cxn>
                <a:cxn ang="0">
                  <a:pos x="csX2" y="csY2"/>
                </a:cxn>
                <a:cxn ang="0">
                  <a:pos x="csX3" y="csY3"/>
                </a:cxn>
                <a:cxn ang="0">
                  <a:pos x="csX4" y="csY4"/>
                </a:cxn>
              </a:cxnLst>
              <a:rect l="l" t="t" r="r" b="b"/>
              <a:pathLst>
                <a:path w="5274" h="4665">
                  <a:moveTo>
                    <a:pt x="4005" y="1209"/>
                  </a:moveTo>
                  <a:lnTo>
                    <a:pt x="7925" y="1209"/>
                  </a:lnTo>
                  <a:lnTo>
                    <a:pt x="9279" y="4076"/>
                  </a:lnTo>
                  <a:lnTo>
                    <a:pt x="4149" y="5875"/>
                  </a:lnTo>
                  <a:lnTo>
                    <a:pt x="4005" y="1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1" name="Forme libre : forme 199">
              <a:extLst>
                <a:ext uri="{FF2B5EF4-FFF2-40B4-BE49-F238E27FC236}">
                  <a16:creationId xmlns:a16="http://schemas.microsoft.com/office/drawing/2014/main" id="{4A930C76-F920-5457-745A-C06E325BE3C0}"/>
                </a:ext>
              </a:extLst>
            </p:cNvPr>
            <p:cNvSpPr/>
            <p:nvPr/>
          </p:nvSpPr>
          <p:spPr>
            <a:xfrm>
              <a:off x="8391694" y="3876733"/>
              <a:ext cx="6149" cy="5376"/>
            </a:xfrm>
            <a:custGeom>
              <a:avLst/>
              <a:gdLst>
                <a:gd name="csX0" fmla="*/ 4009 w 6149"/>
                <a:gd name="csY0" fmla="*/ 4276 h 5376"/>
                <a:gd name="csX1" fmla="*/ 7088 w 6149"/>
                <a:gd name="csY1" fmla="*/ 1205 h 5376"/>
                <a:gd name="csX2" fmla="*/ 10159 w 6149"/>
                <a:gd name="csY2" fmla="*/ 3510 h 5376"/>
                <a:gd name="csX3" fmla="*/ 9393 w 6149"/>
                <a:gd name="csY3" fmla="*/ 5815 h 5376"/>
                <a:gd name="csX4" fmla="*/ 6315 w 6149"/>
                <a:gd name="csY4" fmla="*/ 6582 h 5376"/>
                <a:gd name="csX5" fmla="*/ 4009 w 6149"/>
                <a:gd name="csY5" fmla="*/ 4276 h 5376"/>
              </a:gdLst>
              <a:ahLst/>
              <a:cxnLst>
                <a:cxn ang="0">
                  <a:pos x="csX0" y="csY0"/>
                </a:cxn>
                <a:cxn ang="0">
                  <a:pos x="csX1" y="csY1"/>
                </a:cxn>
                <a:cxn ang="0">
                  <a:pos x="csX2" y="csY2"/>
                </a:cxn>
                <a:cxn ang="0">
                  <a:pos x="csX3" y="csY3"/>
                </a:cxn>
                <a:cxn ang="0">
                  <a:pos x="csX4" y="csY4"/>
                </a:cxn>
                <a:cxn ang="0">
                  <a:pos x="csX5" y="csY5"/>
                </a:cxn>
              </a:cxnLst>
              <a:rect l="l" t="t" r="r" b="b"/>
              <a:pathLst>
                <a:path w="6149" h="5376">
                  <a:moveTo>
                    <a:pt x="4009" y="4276"/>
                  </a:moveTo>
                  <a:lnTo>
                    <a:pt x="7088" y="1205"/>
                  </a:lnTo>
                  <a:lnTo>
                    <a:pt x="10159" y="3510"/>
                  </a:lnTo>
                  <a:lnTo>
                    <a:pt x="9393" y="5815"/>
                  </a:lnTo>
                  <a:lnTo>
                    <a:pt x="6315" y="6582"/>
                  </a:lnTo>
                  <a:lnTo>
                    <a:pt x="4009" y="4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2" name="Forme libre : forme 200">
              <a:extLst>
                <a:ext uri="{FF2B5EF4-FFF2-40B4-BE49-F238E27FC236}">
                  <a16:creationId xmlns:a16="http://schemas.microsoft.com/office/drawing/2014/main" id="{54923DAD-B98C-6D80-DC59-18BAD6D2FAC1}"/>
                </a:ext>
              </a:extLst>
            </p:cNvPr>
            <p:cNvSpPr/>
            <p:nvPr/>
          </p:nvSpPr>
          <p:spPr>
            <a:xfrm rot="-4292372" flipV="1">
              <a:off x="8405949" y="3858374"/>
              <a:ext cx="5835" cy="5110"/>
            </a:xfrm>
            <a:custGeom>
              <a:avLst/>
              <a:gdLst>
                <a:gd name="csX0" fmla="*/ 4018 w 5835"/>
                <a:gd name="csY0" fmla="*/ 6303 h 5110"/>
                <a:gd name="csX1" fmla="*/ 8882 w 5835"/>
                <a:gd name="csY1" fmla="*/ 6303 h 5110"/>
                <a:gd name="csX2" fmla="*/ 9853 w 5835"/>
                <a:gd name="csY2" fmla="*/ 3382 h 5110"/>
                <a:gd name="csX3" fmla="*/ 5721 w 5835"/>
                <a:gd name="csY3" fmla="*/ 1193 h 5110"/>
                <a:gd name="csX4" fmla="*/ 4018 w 5835"/>
                <a:gd name="csY4" fmla="*/ 6303 h 5110"/>
              </a:gdLst>
              <a:ahLst/>
              <a:cxnLst>
                <a:cxn ang="0">
                  <a:pos x="csX0" y="csY0"/>
                </a:cxn>
                <a:cxn ang="0">
                  <a:pos x="csX1" y="csY1"/>
                </a:cxn>
                <a:cxn ang="0">
                  <a:pos x="csX2" y="csY2"/>
                </a:cxn>
                <a:cxn ang="0">
                  <a:pos x="csX3" y="csY3"/>
                </a:cxn>
                <a:cxn ang="0">
                  <a:pos x="csX4" y="csY4"/>
                </a:cxn>
              </a:cxnLst>
              <a:rect l="l" t="t" r="r" b="b"/>
              <a:pathLst>
                <a:path w="5835" h="5110">
                  <a:moveTo>
                    <a:pt x="4018" y="6303"/>
                  </a:moveTo>
                  <a:lnTo>
                    <a:pt x="8882" y="6303"/>
                  </a:lnTo>
                  <a:lnTo>
                    <a:pt x="9853" y="3382"/>
                  </a:lnTo>
                  <a:lnTo>
                    <a:pt x="5721" y="1193"/>
                  </a:lnTo>
                  <a:lnTo>
                    <a:pt x="4018" y="63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3" name="Forme libre : forme 201">
              <a:extLst>
                <a:ext uri="{FF2B5EF4-FFF2-40B4-BE49-F238E27FC236}">
                  <a16:creationId xmlns:a16="http://schemas.microsoft.com/office/drawing/2014/main" id="{35374E7E-6540-4BBE-A9EB-B74A6EA308AA}"/>
                </a:ext>
              </a:extLst>
            </p:cNvPr>
            <p:cNvSpPr/>
            <p:nvPr/>
          </p:nvSpPr>
          <p:spPr>
            <a:xfrm>
              <a:off x="8431645" y="3937453"/>
              <a:ext cx="8462" cy="11533"/>
            </a:xfrm>
            <a:custGeom>
              <a:avLst/>
              <a:gdLst>
                <a:gd name="csX0" fmla="*/ 7113 w 8462"/>
                <a:gd name="csY0" fmla="*/ 1244 h 11533"/>
                <a:gd name="csX1" fmla="*/ 4034 w 8462"/>
                <a:gd name="csY1" fmla="*/ 7394 h 11533"/>
                <a:gd name="csX2" fmla="*/ 4034 w 8462"/>
                <a:gd name="csY2" fmla="*/ 12778 h 11533"/>
                <a:gd name="csX3" fmla="*/ 7113 w 8462"/>
                <a:gd name="csY3" fmla="*/ 12005 h 11533"/>
                <a:gd name="csX4" fmla="*/ 12497 w 8462"/>
                <a:gd name="csY4" fmla="*/ 2011 h 11533"/>
                <a:gd name="csX5" fmla="*/ 7113 w 8462"/>
                <a:gd name="csY5" fmla="*/ 1244 h 11533"/>
              </a:gdLst>
              <a:ahLst/>
              <a:cxnLst>
                <a:cxn ang="0">
                  <a:pos x="csX0" y="csY0"/>
                </a:cxn>
                <a:cxn ang="0">
                  <a:pos x="csX1" y="csY1"/>
                </a:cxn>
                <a:cxn ang="0">
                  <a:pos x="csX2" y="csY2"/>
                </a:cxn>
                <a:cxn ang="0">
                  <a:pos x="csX3" y="csY3"/>
                </a:cxn>
                <a:cxn ang="0">
                  <a:pos x="csX4" y="csY4"/>
                </a:cxn>
                <a:cxn ang="0">
                  <a:pos x="csX5" y="csY5"/>
                </a:cxn>
              </a:cxnLst>
              <a:rect l="l" t="t" r="r" b="b"/>
              <a:pathLst>
                <a:path w="8462" h="11533">
                  <a:moveTo>
                    <a:pt x="7113" y="1244"/>
                  </a:moveTo>
                  <a:lnTo>
                    <a:pt x="4034" y="7394"/>
                  </a:lnTo>
                  <a:lnTo>
                    <a:pt x="4034" y="12778"/>
                  </a:lnTo>
                  <a:lnTo>
                    <a:pt x="7113" y="12005"/>
                  </a:lnTo>
                  <a:lnTo>
                    <a:pt x="12497" y="2011"/>
                  </a:lnTo>
                  <a:lnTo>
                    <a:pt x="7113" y="12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4" name="Forme libre : forme 202">
              <a:extLst>
                <a:ext uri="{FF2B5EF4-FFF2-40B4-BE49-F238E27FC236}">
                  <a16:creationId xmlns:a16="http://schemas.microsoft.com/office/drawing/2014/main" id="{998343E5-622F-49BF-9145-D30852AD1D57}"/>
                </a:ext>
              </a:extLst>
            </p:cNvPr>
            <p:cNvSpPr/>
            <p:nvPr/>
          </p:nvSpPr>
          <p:spPr>
            <a:xfrm>
              <a:off x="8418633" y="3946681"/>
              <a:ext cx="6923" cy="6916"/>
            </a:xfrm>
            <a:custGeom>
              <a:avLst/>
              <a:gdLst>
                <a:gd name="csX0" fmla="*/ 7871 w 6923"/>
                <a:gd name="csY0" fmla="*/ 1248 h 6916"/>
                <a:gd name="csX1" fmla="*/ 10949 w 6923"/>
                <a:gd name="csY1" fmla="*/ 2787 h 6916"/>
                <a:gd name="csX2" fmla="*/ 10176 w 6923"/>
                <a:gd name="csY2" fmla="*/ 5859 h 6916"/>
                <a:gd name="csX3" fmla="*/ 4792 w 6923"/>
                <a:gd name="csY3" fmla="*/ 8164 h 6916"/>
                <a:gd name="csX4" fmla="*/ 4026 w 6923"/>
                <a:gd name="csY4" fmla="*/ 3554 h 6916"/>
                <a:gd name="csX5" fmla="*/ 7871 w 6923"/>
                <a:gd name="csY5" fmla="*/ 12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7871" y="1248"/>
                  </a:moveTo>
                  <a:lnTo>
                    <a:pt x="10949" y="2787"/>
                  </a:lnTo>
                  <a:lnTo>
                    <a:pt x="10176" y="5859"/>
                  </a:lnTo>
                  <a:lnTo>
                    <a:pt x="4792" y="8164"/>
                  </a:lnTo>
                  <a:lnTo>
                    <a:pt x="4026" y="3554"/>
                  </a:lnTo>
                  <a:lnTo>
                    <a:pt x="7871" y="1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5" name="Forme libre : forme 203">
              <a:extLst>
                <a:ext uri="{FF2B5EF4-FFF2-40B4-BE49-F238E27FC236}">
                  <a16:creationId xmlns:a16="http://schemas.microsoft.com/office/drawing/2014/main" id="{FFE5C60B-C53C-86DA-884A-3C344FB06F93}"/>
                </a:ext>
              </a:extLst>
            </p:cNvPr>
            <p:cNvSpPr/>
            <p:nvPr/>
          </p:nvSpPr>
          <p:spPr>
            <a:xfrm>
              <a:off x="8751663" y="3559260"/>
              <a:ext cx="20762" cy="18449"/>
            </a:xfrm>
            <a:custGeom>
              <a:avLst/>
              <a:gdLst>
                <a:gd name="csX0" fmla="*/ 4232 w 20762"/>
                <a:gd name="csY0" fmla="*/ 17925 h 18449"/>
                <a:gd name="csX1" fmla="*/ 16539 w 20762"/>
                <a:gd name="csY1" fmla="*/ 1780 h 18449"/>
                <a:gd name="csX2" fmla="*/ 24994 w 20762"/>
                <a:gd name="csY2" fmla="*/ 1014 h 18449"/>
                <a:gd name="csX3" fmla="*/ 24994 w 20762"/>
                <a:gd name="csY3" fmla="*/ 8696 h 18449"/>
                <a:gd name="csX4" fmla="*/ 21149 w 20762"/>
                <a:gd name="csY4" fmla="*/ 10236 h 18449"/>
                <a:gd name="csX5" fmla="*/ 17305 w 20762"/>
                <a:gd name="csY5" fmla="*/ 9470 h 18449"/>
                <a:gd name="csX6" fmla="*/ 8076 w 20762"/>
                <a:gd name="csY6" fmla="*/ 19464 h 18449"/>
                <a:gd name="csX7" fmla="*/ 4232 w 20762"/>
                <a:gd name="csY7" fmla="*/ 17925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762" h="18449">
                  <a:moveTo>
                    <a:pt x="4232" y="17925"/>
                  </a:moveTo>
                  <a:lnTo>
                    <a:pt x="16539" y="1780"/>
                  </a:lnTo>
                  <a:lnTo>
                    <a:pt x="24994" y="1014"/>
                  </a:lnTo>
                  <a:lnTo>
                    <a:pt x="24994" y="8696"/>
                  </a:lnTo>
                  <a:lnTo>
                    <a:pt x="21149" y="10236"/>
                  </a:lnTo>
                  <a:lnTo>
                    <a:pt x="17305" y="9470"/>
                  </a:lnTo>
                  <a:lnTo>
                    <a:pt x="8076" y="19464"/>
                  </a:lnTo>
                  <a:lnTo>
                    <a:pt x="4232" y="179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6" name="Forme libre : forme 204">
              <a:extLst>
                <a:ext uri="{FF2B5EF4-FFF2-40B4-BE49-F238E27FC236}">
                  <a16:creationId xmlns:a16="http://schemas.microsoft.com/office/drawing/2014/main" id="{259B62B0-7A2C-09C6-836C-25EF5872CBA7}"/>
                </a:ext>
              </a:extLst>
            </p:cNvPr>
            <p:cNvSpPr/>
            <p:nvPr/>
          </p:nvSpPr>
          <p:spPr>
            <a:xfrm>
              <a:off x="8778548" y="3529283"/>
              <a:ext cx="46148" cy="35360"/>
            </a:xfrm>
            <a:custGeom>
              <a:avLst/>
              <a:gdLst>
                <a:gd name="csX0" fmla="*/ 4254 w 46148"/>
                <a:gd name="csY0" fmla="*/ 36360 h 35360"/>
                <a:gd name="csX1" fmla="*/ 6559 w 46148"/>
                <a:gd name="csY1" fmla="*/ 27905 h 35360"/>
                <a:gd name="csX2" fmla="*/ 24250 w 46148"/>
                <a:gd name="csY2" fmla="*/ 5610 h 35360"/>
                <a:gd name="csX3" fmla="*/ 26555 w 46148"/>
                <a:gd name="csY3" fmla="*/ 10228 h 35360"/>
                <a:gd name="csX4" fmla="*/ 33478 w 46148"/>
                <a:gd name="csY4" fmla="*/ 2539 h 35360"/>
                <a:gd name="csX5" fmla="*/ 50403 w 46148"/>
                <a:gd name="csY5" fmla="*/ 1000 h 35360"/>
                <a:gd name="csX6" fmla="*/ 37323 w 46148"/>
                <a:gd name="csY6" fmla="*/ 14073 h 35360"/>
                <a:gd name="csX7" fmla="*/ 20405 w 46148"/>
                <a:gd name="csY7" fmla="*/ 21755 h 35360"/>
                <a:gd name="csX8" fmla="*/ 8865 w 46148"/>
                <a:gd name="csY8" fmla="*/ 36360 h 35360"/>
                <a:gd name="csX9" fmla="*/ 4254 w 46148"/>
                <a:gd name="csY9" fmla="*/ 3636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5360">
                  <a:moveTo>
                    <a:pt x="4254" y="36360"/>
                  </a:moveTo>
                  <a:lnTo>
                    <a:pt x="6559" y="27905"/>
                  </a:lnTo>
                  <a:lnTo>
                    <a:pt x="24250" y="5610"/>
                  </a:lnTo>
                  <a:lnTo>
                    <a:pt x="26555" y="10228"/>
                  </a:lnTo>
                  <a:lnTo>
                    <a:pt x="33478" y="2539"/>
                  </a:lnTo>
                  <a:lnTo>
                    <a:pt x="50403" y="1000"/>
                  </a:lnTo>
                  <a:lnTo>
                    <a:pt x="37323" y="14073"/>
                  </a:lnTo>
                  <a:lnTo>
                    <a:pt x="20405" y="21755"/>
                  </a:lnTo>
                  <a:lnTo>
                    <a:pt x="8865" y="36360"/>
                  </a:lnTo>
                  <a:lnTo>
                    <a:pt x="4254" y="363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7" name="Forme libre : forme 205">
              <a:extLst>
                <a:ext uri="{FF2B5EF4-FFF2-40B4-BE49-F238E27FC236}">
                  <a16:creationId xmlns:a16="http://schemas.microsoft.com/office/drawing/2014/main" id="{D8FD3012-1762-7393-DED5-C83DE9BE3095}"/>
                </a:ext>
              </a:extLst>
            </p:cNvPr>
            <p:cNvSpPr/>
            <p:nvPr/>
          </p:nvSpPr>
          <p:spPr>
            <a:xfrm rot="-4717877" flipV="1">
              <a:off x="8773170" y="3577396"/>
              <a:ext cx="5438" cy="7538"/>
            </a:xfrm>
            <a:custGeom>
              <a:avLst/>
              <a:gdLst>
                <a:gd name="csX0" fmla="*/ 4241 w 5438"/>
                <a:gd name="csY0" fmla="*/ 8561 h 7538"/>
                <a:gd name="csX1" fmla="*/ 8161 w 5438"/>
                <a:gd name="csY1" fmla="*/ 8561 h 7538"/>
                <a:gd name="csX2" fmla="*/ 9680 w 5438"/>
                <a:gd name="csY2" fmla="*/ 1023 h 7538"/>
                <a:gd name="csX3" fmla="*/ 4248 w 5438"/>
                <a:gd name="csY3" fmla="*/ 4642 h 7538"/>
                <a:gd name="csX4" fmla="*/ 4241 w 5438"/>
                <a:gd name="csY4" fmla="*/ 8561 h 7538"/>
              </a:gdLst>
              <a:ahLst/>
              <a:cxnLst>
                <a:cxn ang="0">
                  <a:pos x="csX0" y="csY0"/>
                </a:cxn>
                <a:cxn ang="0">
                  <a:pos x="csX1" y="csY1"/>
                </a:cxn>
                <a:cxn ang="0">
                  <a:pos x="csX2" y="csY2"/>
                </a:cxn>
                <a:cxn ang="0">
                  <a:pos x="csX3" y="csY3"/>
                </a:cxn>
                <a:cxn ang="0">
                  <a:pos x="csX4" y="csY4"/>
                </a:cxn>
              </a:cxnLst>
              <a:rect l="l" t="t" r="r" b="b"/>
              <a:pathLst>
                <a:path w="5438" h="7538">
                  <a:moveTo>
                    <a:pt x="4241" y="8561"/>
                  </a:moveTo>
                  <a:lnTo>
                    <a:pt x="8161" y="8561"/>
                  </a:lnTo>
                  <a:lnTo>
                    <a:pt x="9680" y="1023"/>
                  </a:lnTo>
                  <a:lnTo>
                    <a:pt x="4248" y="4642"/>
                  </a:lnTo>
                  <a:lnTo>
                    <a:pt x="4241" y="85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8" name="Forme libre : forme 206">
              <a:extLst>
                <a:ext uri="{FF2B5EF4-FFF2-40B4-BE49-F238E27FC236}">
                  <a16:creationId xmlns:a16="http://schemas.microsoft.com/office/drawing/2014/main" id="{6309342E-B874-B599-9B6B-62D591E690F2}"/>
                </a:ext>
              </a:extLst>
            </p:cNvPr>
            <p:cNvSpPr/>
            <p:nvPr/>
          </p:nvSpPr>
          <p:spPr>
            <a:xfrm>
              <a:off x="8833138" y="3507761"/>
              <a:ext cx="26152" cy="18449"/>
            </a:xfrm>
            <a:custGeom>
              <a:avLst/>
              <a:gdLst>
                <a:gd name="csX0" fmla="*/ 4283 w 26152"/>
                <a:gd name="csY0" fmla="*/ 17894 h 18449"/>
                <a:gd name="csX1" fmla="*/ 20434 w 26152"/>
                <a:gd name="csY1" fmla="*/ 1749 h 18449"/>
                <a:gd name="csX2" fmla="*/ 30435 w 26152"/>
                <a:gd name="csY2" fmla="*/ 983 h 18449"/>
                <a:gd name="csX3" fmla="*/ 30435 w 26152"/>
                <a:gd name="csY3" fmla="*/ 4054 h 18449"/>
                <a:gd name="csX4" fmla="*/ 15050 w 26152"/>
                <a:gd name="csY4" fmla="*/ 17894 h 18449"/>
                <a:gd name="csX5" fmla="*/ 8127 w 26152"/>
                <a:gd name="csY5" fmla="*/ 19433 h 18449"/>
                <a:gd name="csX6" fmla="*/ 4283 w 26152"/>
                <a:gd name="csY6" fmla="*/ 1789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8449">
                  <a:moveTo>
                    <a:pt x="4283" y="17894"/>
                  </a:moveTo>
                  <a:lnTo>
                    <a:pt x="20434" y="1749"/>
                  </a:lnTo>
                  <a:lnTo>
                    <a:pt x="30435" y="983"/>
                  </a:lnTo>
                  <a:lnTo>
                    <a:pt x="30435" y="4054"/>
                  </a:lnTo>
                  <a:lnTo>
                    <a:pt x="15050" y="17894"/>
                  </a:lnTo>
                  <a:lnTo>
                    <a:pt x="8127" y="19433"/>
                  </a:lnTo>
                  <a:lnTo>
                    <a:pt x="4283" y="17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29" name="Forme libre : forme 207">
              <a:extLst>
                <a:ext uri="{FF2B5EF4-FFF2-40B4-BE49-F238E27FC236}">
                  <a16:creationId xmlns:a16="http://schemas.microsoft.com/office/drawing/2014/main" id="{A6368EF2-7FE5-BFA2-E8DB-1414CC9AA8DA}"/>
                </a:ext>
              </a:extLst>
            </p:cNvPr>
            <p:cNvSpPr/>
            <p:nvPr/>
          </p:nvSpPr>
          <p:spPr>
            <a:xfrm>
              <a:off x="8882393" y="3477012"/>
              <a:ext cx="16151" cy="15378"/>
            </a:xfrm>
            <a:custGeom>
              <a:avLst/>
              <a:gdLst>
                <a:gd name="csX0" fmla="*/ 4310 w 16151"/>
                <a:gd name="csY0" fmla="*/ 10958 h 15378"/>
                <a:gd name="csX1" fmla="*/ 15078 w 16151"/>
                <a:gd name="csY1" fmla="*/ 964 h 15378"/>
                <a:gd name="csX2" fmla="*/ 19689 w 16151"/>
                <a:gd name="csY2" fmla="*/ 1737 h 15378"/>
                <a:gd name="csX3" fmla="*/ 20462 w 16151"/>
                <a:gd name="csY3" fmla="*/ 6348 h 15378"/>
                <a:gd name="csX4" fmla="*/ 11233 w 16151"/>
                <a:gd name="csY4" fmla="*/ 15569 h 15378"/>
                <a:gd name="csX5" fmla="*/ 4310 w 16151"/>
                <a:gd name="csY5" fmla="*/ 16342 h 15378"/>
                <a:gd name="csX6" fmla="*/ 4310 w 16151"/>
                <a:gd name="csY6" fmla="*/ 10958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5378">
                  <a:moveTo>
                    <a:pt x="4310" y="10958"/>
                  </a:moveTo>
                  <a:lnTo>
                    <a:pt x="15078" y="964"/>
                  </a:lnTo>
                  <a:lnTo>
                    <a:pt x="19689" y="1737"/>
                  </a:lnTo>
                  <a:lnTo>
                    <a:pt x="20462" y="6348"/>
                  </a:lnTo>
                  <a:lnTo>
                    <a:pt x="11233" y="15569"/>
                  </a:lnTo>
                  <a:lnTo>
                    <a:pt x="4310" y="16342"/>
                  </a:lnTo>
                  <a:lnTo>
                    <a:pt x="4310" y="109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0" name="Forme libre : forme 208">
              <a:extLst>
                <a:ext uri="{FF2B5EF4-FFF2-40B4-BE49-F238E27FC236}">
                  <a16:creationId xmlns:a16="http://schemas.microsoft.com/office/drawing/2014/main" id="{BBCA0D08-AEAD-AA17-26CC-E308A61B6D18}"/>
                </a:ext>
              </a:extLst>
            </p:cNvPr>
            <p:cNvSpPr/>
            <p:nvPr/>
          </p:nvSpPr>
          <p:spPr>
            <a:xfrm>
              <a:off x="8956220" y="3364013"/>
              <a:ext cx="22301" cy="19989"/>
            </a:xfrm>
            <a:custGeom>
              <a:avLst/>
              <a:gdLst>
                <a:gd name="csX0" fmla="*/ 22816 w 22301"/>
                <a:gd name="csY0" fmla="*/ 898 h 19989"/>
                <a:gd name="csX1" fmla="*/ 26661 w 22301"/>
                <a:gd name="csY1" fmla="*/ 1664 h 19989"/>
                <a:gd name="csX2" fmla="*/ 22816 w 22301"/>
                <a:gd name="csY2" fmla="*/ 16270 h 19989"/>
                <a:gd name="csX3" fmla="*/ 8204 w 22301"/>
                <a:gd name="csY3" fmla="*/ 20887 h 19989"/>
                <a:gd name="csX4" fmla="*/ 4359 w 22301"/>
                <a:gd name="csY4" fmla="*/ 14737 h 19989"/>
                <a:gd name="csX5" fmla="*/ 13588 w 22301"/>
                <a:gd name="csY5" fmla="*/ 8587 h 19989"/>
                <a:gd name="csX6" fmla="*/ 22816 w 22301"/>
                <a:gd name="csY6" fmla="*/ 898 h 199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01" h="19989">
                  <a:moveTo>
                    <a:pt x="22816" y="898"/>
                  </a:moveTo>
                  <a:lnTo>
                    <a:pt x="26661" y="1664"/>
                  </a:lnTo>
                  <a:lnTo>
                    <a:pt x="22816" y="16270"/>
                  </a:lnTo>
                  <a:lnTo>
                    <a:pt x="8204" y="20887"/>
                  </a:lnTo>
                  <a:lnTo>
                    <a:pt x="4359" y="14737"/>
                  </a:lnTo>
                  <a:lnTo>
                    <a:pt x="13588" y="8587"/>
                  </a:lnTo>
                  <a:lnTo>
                    <a:pt x="22816" y="8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1" name="Forme libre : forme 209">
              <a:extLst>
                <a:ext uri="{FF2B5EF4-FFF2-40B4-BE49-F238E27FC236}">
                  <a16:creationId xmlns:a16="http://schemas.microsoft.com/office/drawing/2014/main" id="{9F51F4B1-CA13-12B8-DF8D-BD4FBE76515C}"/>
                </a:ext>
              </a:extLst>
            </p:cNvPr>
            <p:cNvSpPr/>
            <p:nvPr/>
          </p:nvSpPr>
          <p:spPr>
            <a:xfrm>
              <a:off x="8944665" y="3396296"/>
              <a:ext cx="10001" cy="13066"/>
            </a:xfrm>
            <a:custGeom>
              <a:avLst/>
              <a:gdLst>
                <a:gd name="csX0" fmla="*/ 12810 w 10001"/>
                <a:gd name="csY0" fmla="*/ 915 h 13066"/>
                <a:gd name="csX1" fmla="*/ 14349 w 10001"/>
                <a:gd name="csY1" fmla="*/ 7065 h 13066"/>
                <a:gd name="csX2" fmla="*/ 9732 w 10001"/>
                <a:gd name="csY2" fmla="*/ 13215 h 13066"/>
                <a:gd name="csX3" fmla="*/ 4348 w 10001"/>
                <a:gd name="csY3" fmla="*/ 13981 h 13066"/>
                <a:gd name="csX4" fmla="*/ 5887 w 10001"/>
                <a:gd name="csY4" fmla="*/ 1688 h 13066"/>
                <a:gd name="csX5" fmla="*/ 12810 w 10001"/>
                <a:gd name="csY5" fmla="*/ 915 h 13066"/>
              </a:gdLst>
              <a:ahLst/>
              <a:cxnLst>
                <a:cxn ang="0">
                  <a:pos x="csX0" y="csY0"/>
                </a:cxn>
                <a:cxn ang="0">
                  <a:pos x="csX1" y="csY1"/>
                </a:cxn>
                <a:cxn ang="0">
                  <a:pos x="csX2" y="csY2"/>
                </a:cxn>
                <a:cxn ang="0">
                  <a:pos x="csX3" y="csY3"/>
                </a:cxn>
                <a:cxn ang="0">
                  <a:pos x="csX4" y="csY4"/>
                </a:cxn>
                <a:cxn ang="0">
                  <a:pos x="csX5" y="csY5"/>
                </a:cxn>
              </a:cxnLst>
              <a:rect l="l" t="t" r="r" b="b"/>
              <a:pathLst>
                <a:path w="10001" h="13066">
                  <a:moveTo>
                    <a:pt x="12810" y="915"/>
                  </a:moveTo>
                  <a:lnTo>
                    <a:pt x="14349" y="7065"/>
                  </a:lnTo>
                  <a:lnTo>
                    <a:pt x="9732" y="13215"/>
                  </a:lnTo>
                  <a:lnTo>
                    <a:pt x="4348" y="13981"/>
                  </a:lnTo>
                  <a:lnTo>
                    <a:pt x="5887" y="1688"/>
                  </a:lnTo>
                  <a:lnTo>
                    <a:pt x="12810" y="9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2" name="Forme libre : forme 210">
              <a:extLst>
                <a:ext uri="{FF2B5EF4-FFF2-40B4-BE49-F238E27FC236}">
                  <a16:creationId xmlns:a16="http://schemas.microsoft.com/office/drawing/2014/main" id="{D9B14F94-2650-A912-5CA1-7801D69F76F8}"/>
                </a:ext>
              </a:extLst>
            </p:cNvPr>
            <p:cNvSpPr/>
            <p:nvPr/>
          </p:nvSpPr>
          <p:spPr>
            <a:xfrm>
              <a:off x="8932400" y="3417824"/>
              <a:ext cx="10001" cy="9994"/>
            </a:xfrm>
            <a:custGeom>
              <a:avLst/>
              <a:gdLst>
                <a:gd name="csX0" fmla="*/ 4339 w 10001"/>
                <a:gd name="csY0" fmla="*/ 5537 h 9994"/>
                <a:gd name="csX1" fmla="*/ 8184 w 10001"/>
                <a:gd name="csY1" fmla="*/ 927 h 9994"/>
                <a:gd name="csX2" fmla="*/ 14341 w 10001"/>
                <a:gd name="csY2" fmla="*/ 1693 h 9994"/>
                <a:gd name="csX3" fmla="*/ 14341 w 10001"/>
                <a:gd name="csY3" fmla="*/ 5537 h 9994"/>
                <a:gd name="csX4" fmla="*/ 8184 w 10001"/>
                <a:gd name="csY4" fmla="*/ 10921 h 9994"/>
                <a:gd name="csX5" fmla="*/ 4339 w 10001"/>
                <a:gd name="csY5" fmla="*/ 10921 h 9994"/>
                <a:gd name="csX6" fmla="*/ 4339 w 10001"/>
                <a:gd name="csY6" fmla="*/ 5537 h 9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9994">
                  <a:moveTo>
                    <a:pt x="4339" y="5537"/>
                  </a:moveTo>
                  <a:lnTo>
                    <a:pt x="8184" y="927"/>
                  </a:lnTo>
                  <a:lnTo>
                    <a:pt x="14341" y="1693"/>
                  </a:lnTo>
                  <a:lnTo>
                    <a:pt x="14341" y="5537"/>
                  </a:lnTo>
                  <a:lnTo>
                    <a:pt x="8184" y="10921"/>
                  </a:lnTo>
                  <a:lnTo>
                    <a:pt x="4339" y="10921"/>
                  </a:lnTo>
                  <a:lnTo>
                    <a:pt x="4339" y="55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3" name="Forme libre : forme 211">
              <a:extLst>
                <a:ext uri="{FF2B5EF4-FFF2-40B4-BE49-F238E27FC236}">
                  <a16:creationId xmlns:a16="http://schemas.microsoft.com/office/drawing/2014/main" id="{385E9F24-0E12-A8EF-AB90-8700A0ACAED4}"/>
                </a:ext>
              </a:extLst>
            </p:cNvPr>
            <p:cNvSpPr/>
            <p:nvPr/>
          </p:nvSpPr>
          <p:spPr>
            <a:xfrm>
              <a:off x="8914682" y="3439346"/>
              <a:ext cx="6923" cy="9228"/>
            </a:xfrm>
            <a:custGeom>
              <a:avLst/>
              <a:gdLst>
                <a:gd name="csX0" fmla="*/ 4328 w 6923"/>
                <a:gd name="csY0" fmla="*/ 8628 h 9228"/>
                <a:gd name="csX1" fmla="*/ 5094 w 6923"/>
                <a:gd name="csY1" fmla="*/ 4784 h 9228"/>
                <a:gd name="csX2" fmla="*/ 9712 w 6923"/>
                <a:gd name="csY2" fmla="*/ 939 h 9228"/>
                <a:gd name="csX3" fmla="*/ 11251 w 6923"/>
                <a:gd name="csY3" fmla="*/ 7089 h 9228"/>
                <a:gd name="csX4" fmla="*/ 7406 w 6923"/>
                <a:gd name="csY4" fmla="*/ 10167 h 9228"/>
                <a:gd name="csX5" fmla="*/ 4328 w 6923"/>
                <a:gd name="csY5" fmla="*/ 8628 h 9228"/>
              </a:gdLst>
              <a:ahLst/>
              <a:cxnLst>
                <a:cxn ang="0">
                  <a:pos x="csX0" y="csY0"/>
                </a:cxn>
                <a:cxn ang="0">
                  <a:pos x="csX1" y="csY1"/>
                </a:cxn>
                <a:cxn ang="0">
                  <a:pos x="csX2" y="csY2"/>
                </a:cxn>
                <a:cxn ang="0">
                  <a:pos x="csX3" y="csY3"/>
                </a:cxn>
                <a:cxn ang="0">
                  <a:pos x="csX4" y="csY4"/>
                </a:cxn>
                <a:cxn ang="0">
                  <a:pos x="csX5" y="csY5"/>
                </a:cxn>
              </a:cxnLst>
              <a:rect l="l" t="t" r="r" b="b"/>
              <a:pathLst>
                <a:path w="6923" h="9228">
                  <a:moveTo>
                    <a:pt x="4328" y="8628"/>
                  </a:moveTo>
                  <a:lnTo>
                    <a:pt x="5094" y="4784"/>
                  </a:lnTo>
                  <a:lnTo>
                    <a:pt x="9712" y="939"/>
                  </a:lnTo>
                  <a:lnTo>
                    <a:pt x="11251" y="7089"/>
                  </a:lnTo>
                  <a:lnTo>
                    <a:pt x="7406" y="10167"/>
                  </a:lnTo>
                  <a:lnTo>
                    <a:pt x="4328" y="86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4" name="Forme libre : forme 212">
              <a:extLst>
                <a:ext uri="{FF2B5EF4-FFF2-40B4-BE49-F238E27FC236}">
                  <a16:creationId xmlns:a16="http://schemas.microsoft.com/office/drawing/2014/main" id="{CC82EFF1-38F1-5BE2-E3CB-7B5C30D06850}"/>
                </a:ext>
              </a:extLst>
            </p:cNvPr>
            <p:cNvSpPr/>
            <p:nvPr/>
          </p:nvSpPr>
          <p:spPr>
            <a:xfrm>
              <a:off x="8202481" y="4071972"/>
              <a:ext cx="32815" cy="69695"/>
            </a:xfrm>
            <a:custGeom>
              <a:avLst/>
              <a:gdLst>
                <a:gd name="csX0" fmla="*/ 18261 w 32815"/>
                <a:gd name="csY0" fmla="*/ 5445 h 69695"/>
                <a:gd name="csX1" fmla="*/ 23392 w 32815"/>
                <a:gd name="csY1" fmla="*/ 1348 h 69695"/>
                <a:gd name="csX2" fmla="*/ 36718 w 32815"/>
                <a:gd name="csY2" fmla="*/ 4419 h 69695"/>
                <a:gd name="csX3" fmla="*/ 36718 w 32815"/>
                <a:gd name="csY3" fmla="*/ 33117 h 69695"/>
                <a:gd name="csX4" fmla="*/ 25437 w 32815"/>
                <a:gd name="csY4" fmla="*/ 45417 h 69695"/>
                <a:gd name="csX5" fmla="*/ 19287 w 32815"/>
                <a:gd name="csY5" fmla="*/ 68991 h 69695"/>
                <a:gd name="csX6" fmla="*/ 11085 w 32815"/>
                <a:gd name="csY6" fmla="*/ 71043 h 69695"/>
                <a:gd name="csX7" fmla="*/ 4928 w 32815"/>
                <a:gd name="csY7" fmla="*/ 60795 h 69695"/>
                <a:gd name="csX8" fmla="*/ 3902 w 32815"/>
                <a:gd name="csY8" fmla="*/ 37221 h 69695"/>
                <a:gd name="csX9" fmla="*/ 18261 w 32815"/>
                <a:gd name="csY9" fmla="*/ 15693 h 69695"/>
                <a:gd name="csX10" fmla="*/ 18261 w 32815"/>
                <a:gd name="csY10" fmla="*/ 5445 h 696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2815" h="69695">
                  <a:moveTo>
                    <a:pt x="18261" y="5445"/>
                  </a:moveTo>
                  <a:lnTo>
                    <a:pt x="23392" y="1348"/>
                  </a:lnTo>
                  <a:lnTo>
                    <a:pt x="36718" y="4419"/>
                  </a:lnTo>
                  <a:lnTo>
                    <a:pt x="36718" y="33117"/>
                  </a:lnTo>
                  <a:lnTo>
                    <a:pt x="25437" y="45417"/>
                  </a:lnTo>
                  <a:lnTo>
                    <a:pt x="19287" y="68991"/>
                  </a:lnTo>
                  <a:lnTo>
                    <a:pt x="11085" y="71043"/>
                  </a:lnTo>
                  <a:lnTo>
                    <a:pt x="4928" y="60795"/>
                  </a:lnTo>
                  <a:lnTo>
                    <a:pt x="3902" y="37221"/>
                  </a:lnTo>
                  <a:lnTo>
                    <a:pt x="18261" y="15693"/>
                  </a:lnTo>
                  <a:lnTo>
                    <a:pt x="18261" y="54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5" name="Forme libre : forme 213">
              <a:extLst>
                <a:ext uri="{FF2B5EF4-FFF2-40B4-BE49-F238E27FC236}">
                  <a16:creationId xmlns:a16="http://schemas.microsoft.com/office/drawing/2014/main" id="{73C41A3A-7C0A-929E-EB0F-E8425F35F910}"/>
                </a:ext>
              </a:extLst>
            </p:cNvPr>
            <p:cNvSpPr/>
            <p:nvPr/>
          </p:nvSpPr>
          <p:spPr>
            <a:xfrm>
              <a:off x="7953294" y="4188815"/>
              <a:ext cx="51532" cy="43043"/>
            </a:xfrm>
            <a:custGeom>
              <a:avLst/>
              <a:gdLst>
                <a:gd name="csX0" fmla="*/ 55293 w 51532"/>
                <a:gd name="csY0" fmla="*/ 6786 h 43043"/>
                <a:gd name="csX1" fmla="*/ 42986 w 51532"/>
                <a:gd name="csY1" fmla="*/ 1409 h 43043"/>
                <a:gd name="csX2" fmla="*/ 35297 w 51532"/>
                <a:gd name="csY2" fmla="*/ 2175 h 43043"/>
                <a:gd name="csX3" fmla="*/ 21451 w 51532"/>
                <a:gd name="csY3" fmla="*/ 7559 h 43043"/>
                <a:gd name="csX4" fmla="*/ 16840 w 51532"/>
                <a:gd name="csY4" fmla="*/ 5246 h 43043"/>
                <a:gd name="csX5" fmla="*/ 3760 w 51532"/>
                <a:gd name="csY5" fmla="*/ 19085 h 43043"/>
                <a:gd name="csX6" fmla="*/ 3760 w 51532"/>
                <a:gd name="csY6" fmla="*/ 36762 h 43043"/>
                <a:gd name="csX7" fmla="*/ 16840 w 51532"/>
                <a:gd name="csY7" fmla="*/ 44452 h 43043"/>
                <a:gd name="csX8" fmla="*/ 30679 w 51532"/>
                <a:gd name="csY8" fmla="*/ 42912 h 43043"/>
                <a:gd name="csX9" fmla="*/ 42220 w 51532"/>
                <a:gd name="csY9" fmla="*/ 32152 h 43043"/>
                <a:gd name="csX10" fmla="*/ 48370 w 51532"/>
                <a:gd name="csY10" fmla="*/ 14475 h 43043"/>
                <a:gd name="csX11" fmla="*/ 55293 w 51532"/>
                <a:gd name="csY11" fmla="*/ 6786 h 43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532" h="43043">
                  <a:moveTo>
                    <a:pt x="55293" y="6786"/>
                  </a:moveTo>
                  <a:lnTo>
                    <a:pt x="42986" y="1409"/>
                  </a:lnTo>
                  <a:lnTo>
                    <a:pt x="35297" y="2175"/>
                  </a:lnTo>
                  <a:lnTo>
                    <a:pt x="21451" y="7559"/>
                  </a:lnTo>
                  <a:lnTo>
                    <a:pt x="16840" y="5246"/>
                  </a:lnTo>
                  <a:lnTo>
                    <a:pt x="3760" y="19085"/>
                  </a:lnTo>
                  <a:lnTo>
                    <a:pt x="3760" y="36762"/>
                  </a:lnTo>
                  <a:lnTo>
                    <a:pt x="16840" y="44452"/>
                  </a:lnTo>
                  <a:lnTo>
                    <a:pt x="30679" y="42912"/>
                  </a:lnTo>
                  <a:lnTo>
                    <a:pt x="42220" y="32152"/>
                  </a:lnTo>
                  <a:lnTo>
                    <a:pt x="48370" y="14475"/>
                  </a:lnTo>
                  <a:lnTo>
                    <a:pt x="55293" y="6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6" name="Forme libre : forme 214">
              <a:extLst>
                <a:ext uri="{FF2B5EF4-FFF2-40B4-BE49-F238E27FC236}">
                  <a16:creationId xmlns:a16="http://schemas.microsoft.com/office/drawing/2014/main" id="{18D43FDC-E184-2A49-7106-0F2A934DFD66}"/>
                </a:ext>
              </a:extLst>
            </p:cNvPr>
            <p:cNvSpPr/>
            <p:nvPr/>
          </p:nvSpPr>
          <p:spPr>
            <a:xfrm>
              <a:off x="8390162" y="3993056"/>
              <a:ext cx="15898" cy="10247"/>
            </a:xfrm>
            <a:custGeom>
              <a:avLst/>
              <a:gdLst>
                <a:gd name="csX0" fmla="*/ 19911 w 15898"/>
                <a:gd name="csY0" fmla="*/ 1278 h 10247"/>
                <a:gd name="csX1" fmla="*/ 11196 w 15898"/>
                <a:gd name="csY1" fmla="*/ 1278 h 10247"/>
                <a:gd name="csX2" fmla="*/ 4013 w 15898"/>
                <a:gd name="csY2" fmla="*/ 7941 h 10247"/>
                <a:gd name="csX3" fmla="*/ 4013 w 15898"/>
                <a:gd name="csY3" fmla="*/ 11525 h 10247"/>
                <a:gd name="csX4" fmla="*/ 14267 w 15898"/>
                <a:gd name="csY4" fmla="*/ 11525 h 10247"/>
                <a:gd name="csX5" fmla="*/ 19911 w 15898"/>
                <a:gd name="csY5" fmla="*/ 3843 h 10247"/>
                <a:gd name="csX6" fmla="*/ 19911 w 15898"/>
                <a:gd name="csY6" fmla="*/ 1278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898" h="10247">
                  <a:moveTo>
                    <a:pt x="19911" y="1278"/>
                  </a:moveTo>
                  <a:lnTo>
                    <a:pt x="11196" y="1278"/>
                  </a:lnTo>
                  <a:lnTo>
                    <a:pt x="4013" y="7941"/>
                  </a:lnTo>
                  <a:lnTo>
                    <a:pt x="4013" y="11525"/>
                  </a:lnTo>
                  <a:lnTo>
                    <a:pt x="14267" y="11525"/>
                  </a:lnTo>
                  <a:lnTo>
                    <a:pt x="19911" y="3843"/>
                  </a:lnTo>
                  <a:lnTo>
                    <a:pt x="19911" y="12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7" name="Forme libre : forme 215">
              <a:extLst>
                <a:ext uri="{FF2B5EF4-FFF2-40B4-BE49-F238E27FC236}">
                  <a16:creationId xmlns:a16="http://schemas.microsoft.com/office/drawing/2014/main" id="{E3099FBA-AFD2-D128-BFB1-B1A93B7BBE8A}"/>
                </a:ext>
              </a:extLst>
            </p:cNvPr>
            <p:cNvSpPr/>
            <p:nvPr/>
          </p:nvSpPr>
          <p:spPr>
            <a:xfrm>
              <a:off x="8387076" y="4008940"/>
              <a:ext cx="9228" cy="6663"/>
            </a:xfrm>
            <a:custGeom>
              <a:avLst/>
              <a:gdLst>
                <a:gd name="csX0" fmla="*/ 6573 w 9228"/>
                <a:gd name="csY0" fmla="*/ 1799 h 6663"/>
                <a:gd name="csX1" fmla="*/ 11697 w 9228"/>
                <a:gd name="csY1" fmla="*/ 1286 h 6663"/>
                <a:gd name="csX2" fmla="*/ 13236 w 9228"/>
                <a:gd name="csY2" fmla="*/ 6410 h 6663"/>
                <a:gd name="csX3" fmla="*/ 7599 w 9228"/>
                <a:gd name="csY3" fmla="*/ 7949 h 6663"/>
                <a:gd name="csX4" fmla="*/ 4007 w 9228"/>
                <a:gd name="csY4" fmla="*/ 4877 h 6663"/>
                <a:gd name="csX5" fmla="*/ 6573 w 9228"/>
                <a:gd name="csY5" fmla="*/ 1799 h 6663"/>
              </a:gdLst>
              <a:ahLst/>
              <a:cxnLst>
                <a:cxn ang="0">
                  <a:pos x="csX0" y="csY0"/>
                </a:cxn>
                <a:cxn ang="0">
                  <a:pos x="csX1" y="csY1"/>
                </a:cxn>
                <a:cxn ang="0">
                  <a:pos x="csX2" y="csY2"/>
                </a:cxn>
                <a:cxn ang="0">
                  <a:pos x="csX3" y="csY3"/>
                </a:cxn>
                <a:cxn ang="0">
                  <a:pos x="csX4" y="csY4"/>
                </a:cxn>
                <a:cxn ang="0">
                  <a:pos x="csX5" y="csY5"/>
                </a:cxn>
              </a:cxnLst>
              <a:rect l="l" t="t" r="r" b="b"/>
              <a:pathLst>
                <a:path w="9228" h="6663">
                  <a:moveTo>
                    <a:pt x="6573" y="1799"/>
                  </a:moveTo>
                  <a:lnTo>
                    <a:pt x="11697" y="1286"/>
                  </a:lnTo>
                  <a:lnTo>
                    <a:pt x="13236" y="6410"/>
                  </a:lnTo>
                  <a:lnTo>
                    <a:pt x="7599" y="7949"/>
                  </a:lnTo>
                  <a:lnTo>
                    <a:pt x="4007" y="4877"/>
                  </a:lnTo>
                  <a:lnTo>
                    <a:pt x="6573" y="1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8" name="Forme libre : forme 216">
              <a:extLst>
                <a:ext uri="{FF2B5EF4-FFF2-40B4-BE49-F238E27FC236}">
                  <a16:creationId xmlns:a16="http://schemas.microsoft.com/office/drawing/2014/main" id="{F905C40C-473C-69BF-2625-472B3CC3424E}"/>
                </a:ext>
              </a:extLst>
            </p:cNvPr>
            <p:cNvSpPr/>
            <p:nvPr/>
          </p:nvSpPr>
          <p:spPr>
            <a:xfrm>
              <a:off x="8361464" y="4035079"/>
              <a:ext cx="15378" cy="14865"/>
            </a:xfrm>
            <a:custGeom>
              <a:avLst/>
              <a:gdLst>
                <a:gd name="csX0" fmla="*/ 8091 w 15378"/>
                <a:gd name="csY0" fmla="*/ 8480 h 14865"/>
                <a:gd name="csX1" fmla="*/ 12196 w 15378"/>
                <a:gd name="csY1" fmla="*/ 1304 h 14865"/>
                <a:gd name="csX2" fmla="*/ 19372 w 15378"/>
                <a:gd name="csY2" fmla="*/ 2330 h 14865"/>
                <a:gd name="csX3" fmla="*/ 15780 w 15378"/>
                <a:gd name="csY3" fmla="*/ 8480 h 14865"/>
                <a:gd name="csX4" fmla="*/ 6552 w 15378"/>
                <a:gd name="csY4" fmla="*/ 16169 h 14865"/>
                <a:gd name="csX5" fmla="*/ 3993 w 15378"/>
                <a:gd name="csY5" fmla="*/ 10019 h 14865"/>
                <a:gd name="csX6" fmla="*/ 8091 w 15378"/>
                <a:gd name="csY6" fmla="*/ 8480 h 148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4865">
                  <a:moveTo>
                    <a:pt x="8091" y="8480"/>
                  </a:moveTo>
                  <a:lnTo>
                    <a:pt x="12196" y="1304"/>
                  </a:lnTo>
                  <a:lnTo>
                    <a:pt x="19372" y="2330"/>
                  </a:lnTo>
                  <a:lnTo>
                    <a:pt x="15780" y="8480"/>
                  </a:lnTo>
                  <a:lnTo>
                    <a:pt x="6552" y="16169"/>
                  </a:lnTo>
                  <a:lnTo>
                    <a:pt x="3993" y="10019"/>
                  </a:lnTo>
                  <a:lnTo>
                    <a:pt x="8091" y="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39" name="Forme libre : forme 217">
              <a:extLst>
                <a:ext uri="{FF2B5EF4-FFF2-40B4-BE49-F238E27FC236}">
                  <a16:creationId xmlns:a16="http://schemas.microsoft.com/office/drawing/2014/main" id="{24E05195-1F6A-5222-0002-9F6008ADFA23}"/>
                </a:ext>
              </a:extLst>
            </p:cNvPr>
            <p:cNvSpPr/>
            <p:nvPr/>
          </p:nvSpPr>
          <p:spPr>
            <a:xfrm>
              <a:off x="8305033" y="4075051"/>
              <a:ext cx="10767" cy="7176"/>
            </a:xfrm>
            <a:custGeom>
              <a:avLst/>
              <a:gdLst>
                <a:gd name="csX0" fmla="*/ 3957 w 10767"/>
                <a:gd name="csY0" fmla="*/ 5937 h 7176"/>
                <a:gd name="csX1" fmla="*/ 7549 w 10767"/>
                <a:gd name="csY1" fmla="*/ 1326 h 7176"/>
                <a:gd name="csX2" fmla="*/ 13186 w 10767"/>
                <a:gd name="csY2" fmla="*/ 2858 h 7176"/>
                <a:gd name="csX3" fmla="*/ 14725 w 10767"/>
                <a:gd name="csY3" fmla="*/ 5937 h 7176"/>
                <a:gd name="csX4" fmla="*/ 9081 w 10767"/>
                <a:gd name="csY4" fmla="*/ 8502 h 7176"/>
                <a:gd name="csX5" fmla="*/ 3957 w 10767"/>
                <a:gd name="csY5" fmla="*/ 5937 h 7176"/>
              </a:gdLst>
              <a:ahLst/>
              <a:cxnLst>
                <a:cxn ang="0">
                  <a:pos x="csX0" y="csY0"/>
                </a:cxn>
                <a:cxn ang="0">
                  <a:pos x="csX1" y="csY1"/>
                </a:cxn>
                <a:cxn ang="0">
                  <a:pos x="csX2" y="csY2"/>
                </a:cxn>
                <a:cxn ang="0">
                  <a:pos x="csX3" y="csY3"/>
                </a:cxn>
                <a:cxn ang="0">
                  <a:pos x="csX4" y="csY4"/>
                </a:cxn>
                <a:cxn ang="0">
                  <a:pos x="csX5" y="csY5"/>
                </a:cxn>
              </a:cxnLst>
              <a:rect l="l" t="t" r="r" b="b"/>
              <a:pathLst>
                <a:path w="10767" h="7176">
                  <a:moveTo>
                    <a:pt x="3957" y="5937"/>
                  </a:moveTo>
                  <a:lnTo>
                    <a:pt x="7549" y="1326"/>
                  </a:lnTo>
                  <a:lnTo>
                    <a:pt x="13186" y="2858"/>
                  </a:lnTo>
                  <a:lnTo>
                    <a:pt x="14725" y="5937"/>
                  </a:lnTo>
                  <a:lnTo>
                    <a:pt x="9081" y="8502"/>
                  </a:lnTo>
                  <a:lnTo>
                    <a:pt x="3957" y="59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0" name="Forme libre : forme 218">
              <a:extLst>
                <a:ext uri="{FF2B5EF4-FFF2-40B4-BE49-F238E27FC236}">
                  <a16:creationId xmlns:a16="http://schemas.microsoft.com/office/drawing/2014/main" id="{6A3DCFC9-725D-6C32-9130-2328B5EA5846}"/>
                </a:ext>
              </a:extLst>
            </p:cNvPr>
            <p:cNvSpPr/>
            <p:nvPr/>
          </p:nvSpPr>
          <p:spPr>
            <a:xfrm>
              <a:off x="8286576" y="4081714"/>
              <a:ext cx="6149" cy="10247"/>
            </a:xfrm>
            <a:custGeom>
              <a:avLst/>
              <a:gdLst>
                <a:gd name="csX0" fmla="*/ 3945 w 6149"/>
                <a:gd name="csY0" fmla="*/ 6968 h 10247"/>
                <a:gd name="csX1" fmla="*/ 7537 w 6149"/>
                <a:gd name="csY1" fmla="*/ 1331 h 10247"/>
                <a:gd name="csX2" fmla="*/ 10095 w 6149"/>
                <a:gd name="csY2" fmla="*/ 3896 h 10247"/>
                <a:gd name="csX3" fmla="*/ 9582 w 6149"/>
                <a:gd name="csY3" fmla="*/ 11579 h 10247"/>
                <a:gd name="csX4" fmla="*/ 5997 w 6149"/>
                <a:gd name="csY4" fmla="*/ 11066 h 10247"/>
                <a:gd name="csX5" fmla="*/ 3945 w 6149"/>
                <a:gd name="csY5" fmla="*/ 6968 h 10247"/>
              </a:gdLst>
              <a:ahLst/>
              <a:cxnLst>
                <a:cxn ang="0">
                  <a:pos x="csX0" y="csY0"/>
                </a:cxn>
                <a:cxn ang="0">
                  <a:pos x="csX1" y="csY1"/>
                </a:cxn>
                <a:cxn ang="0">
                  <a:pos x="csX2" y="csY2"/>
                </a:cxn>
                <a:cxn ang="0">
                  <a:pos x="csX3" y="csY3"/>
                </a:cxn>
                <a:cxn ang="0">
                  <a:pos x="csX4" y="csY4"/>
                </a:cxn>
                <a:cxn ang="0">
                  <a:pos x="csX5" y="csY5"/>
                </a:cxn>
              </a:cxnLst>
              <a:rect l="l" t="t" r="r" b="b"/>
              <a:pathLst>
                <a:path w="6149" h="10247">
                  <a:moveTo>
                    <a:pt x="3945" y="6968"/>
                  </a:moveTo>
                  <a:lnTo>
                    <a:pt x="7537" y="1331"/>
                  </a:lnTo>
                  <a:lnTo>
                    <a:pt x="10095" y="3896"/>
                  </a:lnTo>
                  <a:lnTo>
                    <a:pt x="9582" y="11579"/>
                  </a:lnTo>
                  <a:lnTo>
                    <a:pt x="5997" y="11066"/>
                  </a:lnTo>
                  <a:lnTo>
                    <a:pt x="3945" y="69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1" name="Forme libre : forme 219">
              <a:extLst>
                <a:ext uri="{FF2B5EF4-FFF2-40B4-BE49-F238E27FC236}">
                  <a16:creationId xmlns:a16="http://schemas.microsoft.com/office/drawing/2014/main" id="{0503BF09-DD01-EEF1-2907-EBA35E1F7824}"/>
                </a:ext>
              </a:extLst>
            </p:cNvPr>
            <p:cNvSpPr/>
            <p:nvPr/>
          </p:nvSpPr>
          <p:spPr>
            <a:xfrm>
              <a:off x="8272730" y="4090422"/>
              <a:ext cx="10254" cy="3591"/>
            </a:xfrm>
            <a:custGeom>
              <a:avLst/>
              <a:gdLst>
                <a:gd name="csX0" fmla="*/ 3938 w 10254"/>
                <a:gd name="csY0" fmla="*/ 2874 h 3591"/>
                <a:gd name="csX1" fmla="*/ 8035 w 10254"/>
                <a:gd name="csY1" fmla="*/ 1334 h 3591"/>
                <a:gd name="csX2" fmla="*/ 14192 w 10254"/>
                <a:gd name="csY2" fmla="*/ 2360 h 3591"/>
                <a:gd name="csX3" fmla="*/ 14192 w 10254"/>
                <a:gd name="csY3" fmla="*/ 4926 h 3591"/>
                <a:gd name="csX4" fmla="*/ 7009 w 10254"/>
                <a:gd name="csY4" fmla="*/ 4926 h 3591"/>
                <a:gd name="csX5" fmla="*/ 3938 w 10254"/>
                <a:gd name="csY5" fmla="*/ 2874 h 3591"/>
              </a:gdLst>
              <a:ahLst/>
              <a:cxnLst>
                <a:cxn ang="0">
                  <a:pos x="csX0" y="csY0"/>
                </a:cxn>
                <a:cxn ang="0">
                  <a:pos x="csX1" y="csY1"/>
                </a:cxn>
                <a:cxn ang="0">
                  <a:pos x="csX2" y="csY2"/>
                </a:cxn>
                <a:cxn ang="0">
                  <a:pos x="csX3" y="csY3"/>
                </a:cxn>
                <a:cxn ang="0">
                  <a:pos x="csX4" y="csY4"/>
                </a:cxn>
                <a:cxn ang="0">
                  <a:pos x="csX5" y="csY5"/>
                </a:cxn>
              </a:cxnLst>
              <a:rect l="l" t="t" r="r" b="b"/>
              <a:pathLst>
                <a:path w="10254" h="3591">
                  <a:moveTo>
                    <a:pt x="3938" y="2874"/>
                  </a:moveTo>
                  <a:lnTo>
                    <a:pt x="8035" y="1334"/>
                  </a:lnTo>
                  <a:lnTo>
                    <a:pt x="14192" y="2360"/>
                  </a:lnTo>
                  <a:lnTo>
                    <a:pt x="14192" y="4926"/>
                  </a:lnTo>
                  <a:lnTo>
                    <a:pt x="7009" y="4926"/>
                  </a:lnTo>
                  <a:lnTo>
                    <a:pt x="3938" y="28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2" name="Forme libre : forme 220">
              <a:extLst>
                <a:ext uri="{FF2B5EF4-FFF2-40B4-BE49-F238E27FC236}">
                  <a16:creationId xmlns:a16="http://schemas.microsoft.com/office/drawing/2014/main" id="{0A9682E9-BCF7-A3CE-70C0-5BE2ED36504C}"/>
                </a:ext>
              </a:extLst>
            </p:cNvPr>
            <p:cNvSpPr/>
            <p:nvPr/>
          </p:nvSpPr>
          <p:spPr>
            <a:xfrm>
              <a:off x="7660004" y="4512685"/>
              <a:ext cx="228678" cy="238809"/>
            </a:xfrm>
            <a:custGeom>
              <a:avLst/>
              <a:gdLst>
                <a:gd name="csX0" fmla="*/ 4641 w 228678"/>
                <a:gd name="csY0" fmla="*/ 1681 h 238809"/>
                <a:gd name="csX1" fmla="*/ 20026 w 228678"/>
                <a:gd name="csY1" fmla="*/ 6804 h 238809"/>
                <a:gd name="csX2" fmla="*/ 48738 w 228678"/>
                <a:gd name="csY2" fmla="*/ 7831 h 238809"/>
                <a:gd name="csX3" fmla="*/ 55914 w 228678"/>
                <a:gd name="csY3" fmla="*/ 9883 h 238809"/>
                <a:gd name="csX4" fmla="*/ 65142 w 228678"/>
                <a:gd name="csY4" fmla="*/ 23202 h 238809"/>
                <a:gd name="csX5" fmla="*/ 69247 w 228678"/>
                <a:gd name="csY5" fmla="*/ 31404 h 238809"/>
                <a:gd name="csX6" fmla="*/ 74371 w 228678"/>
                <a:gd name="csY6" fmla="*/ 34476 h 238809"/>
                <a:gd name="csX7" fmla="*/ 88730 w 228678"/>
                <a:gd name="csY7" fmla="*/ 47802 h 238809"/>
                <a:gd name="csX8" fmla="*/ 102063 w 228678"/>
                <a:gd name="csY8" fmla="*/ 53952 h 238809"/>
                <a:gd name="csX9" fmla="*/ 119493 w 228678"/>
                <a:gd name="csY9" fmla="*/ 73428 h 238809"/>
                <a:gd name="csX10" fmla="*/ 126669 w 228678"/>
                <a:gd name="csY10" fmla="*/ 73428 h 238809"/>
                <a:gd name="csX11" fmla="*/ 147179 w 228678"/>
                <a:gd name="csY11" fmla="*/ 91878 h 238809"/>
                <a:gd name="csX12" fmla="*/ 152309 w 228678"/>
                <a:gd name="csY12" fmla="*/ 102126 h 238809"/>
                <a:gd name="csX13" fmla="*/ 167688 w 228678"/>
                <a:gd name="csY13" fmla="*/ 114426 h 238809"/>
                <a:gd name="csX14" fmla="*/ 184099 w 228678"/>
                <a:gd name="csY14" fmla="*/ 115452 h 238809"/>
                <a:gd name="csX15" fmla="*/ 186144 w 228678"/>
                <a:gd name="csY15" fmla="*/ 122628 h 238809"/>
                <a:gd name="csX16" fmla="*/ 186144 w 228678"/>
                <a:gd name="csY16" fmla="*/ 133902 h 238809"/>
                <a:gd name="csX17" fmla="*/ 199477 w 228678"/>
                <a:gd name="csY17" fmla="*/ 145176 h 238809"/>
                <a:gd name="csX18" fmla="*/ 206653 w 228678"/>
                <a:gd name="csY18" fmla="*/ 167723 h 238809"/>
                <a:gd name="csX19" fmla="*/ 215889 w 228678"/>
                <a:gd name="csY19" fmla="*/ 168749 h 238809"/>
                <a:gd name="csX20" fmla="*/ 232293 w 228678"/>
                <a:gd name="csY20" fmla="*/ 188219 h 238809"/>
                <a:gd name="csX21" fmla="*/ 232293 w 228678"/>
                <a:gd name="csY21" fmla="*/ 238444 h 238809"/>
                <a:gd name="csX22" fmla="*/ 224091 w 228678"/>
                <a:gd name="csY22" fmla="*/ 240490 h 238809"/>
                <a:gd name="csX23" fmla="*/ 203582 w 228678"/>
                <a:gd name="csY23" fmla="*/ 228190 h 238809"/>
                <a:gd name="csX24" fmla="*/ 184092 w 228678"/>
                <a:gd name="csY24" fmla="*/ 223066 h 238809"/>
                <a:gd name="csX25" fmla="*/ 147179 w 228678"/>
                <a:gd name="csY25" fmla="*/ 193342 h 238809"/>
                <a:gd name="csX26" fmla="*/ 124617 w 228678"/>
                <a:gd name="csY26" fmla="*/ 159521 h 238809"/>
                <a:gd name="csX27" fmla="*/ 120519 w 228678"/>
                <a:gd name="csY27" fmla="*/ 145169 h 238809"/>
                <a:gd name="csX28" fmla="*/ 94880 w 228678"/>
                <a:gd name="csY28" fmla="*/ 117497 h 238809"/>
                <a:gd name="csX29" fmla="*/ 85651 w 228678"/>
                <a:gd name="csY29" fmla="*/ 116471 h 238809"/>
                <a:gd name="csX30" fmla="*/ 77449 w 228678"/>
                <a:gd name="csY30" fmla="*/ 84702 h 238809"/>
                <a:gd name="csX31" fmla="*/ 67195 w 228678"/>
                <a:gd name="csY31" fmla="*/ 71376 h 238809"/>
                <a:gd name="csX32" fmla="*/ 52836 w 228678"/>
                <a:gd name="csY32" fmla="*/ 65226 h 238809"/>
                <a:gd name="csX33" fmla="*/ 49764 w 228678"/>
                <a:gd name="csY33" fmla="*/ 51900 h 238809"/>
                <a:gd name="csX34" fmla="*/ 36431 w 228678"/>
                <a:gd name="csY34" fmla="*/ 41652 h 238809"/>
                <a:gd name="csX35" fmla="*/ 26176 w 228678"/>
                <a:gd name="csY35" fmla="*/ 40626 h 238809"/>
                <a:gd name="csX36" fmla="*/ 3615 w 228678"/>
                <a:gd name="csY36" fmla="*/ 11928 h 238809"/>
                <a:gd name="csX37" fmla="*/ 4641 w 228678"/>
                <a:gd name="csY37" fmla="*/ 1681 h 2388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28678" h="238809">
                  <a:moveTo>
                    <a:pt x="4641" y="1681"/>
                  </a:moveTo>
                  <a:lnTo>
                    <a:pt x="20026" y="6804"/>
                  </a:lnTo>
                  <a:lnTo>
                    <a:pt x="48738" y="7831"/>
                  </a:lnTo>
                  <a:lnTo>
                    <a:pt x="55914" y="9883"/>
                  </a:lnTo>
                  <a:lnTo>
                    <a:pt x="65142" y="23202"/>
                  </a:lnTo>
                  <a:lnTo>
                    <a:pt x="69247" y="31404"/>
                  </a:lnTo>
                  <a:lnTo>
                    <a:pt x="74371" y="34476"/>
                  </a:lnTo>
                  <a:lnTo>
                    <a:pt x="88730" y="47802"/>
                  </a:lnTo>
                  <a:lnTo>
                    <a:pt x="102063" y="53952"/>
                  </a:lnTo>
                  <a:lnTo>
                    <a:pt x="119493" y="73428"/>
                  </a:lnTo>
                  <a:lnTo>
                    <a:pt x="126669" y="73428"/>
                  </a:lnTo>
                  <a:lnTo>
                    <a:pt x="147179" y="91878"/>
                  </a:lnTo>
                  <a:lnTo>
                    <a:pt x="152309" y="102126"/>
                  </a:lnTo>
                  <a:lnTo>
                    <a:pt x="167688" y="114426"/>
                  </a:lnTo>
                  <a:lnTo>
                    <a:pt x="184099" y="115452"/>
                  </a:lnTo>
                  <a:lnTo>
                    <a:pt x="186144" y="122628"/>
                  </a:lnTo>
                  <a:lnTo>
                    <a:pt x="186144" y="133902"/>
                  </a:lnTo>
                  <a:lnTo>
                    <a:pt x="199477" y="145176"/>
                  </a:lnTo>
                  <a:lnTo>
                    <a:pt x="206653" y="167723"/>
                  </a:lnTo>
                  <a:lnTo>
                    <a:pt x="215889" y="168749"/>
                  </a:lnTo>
                  <a:lnTo>
                    <a:pt x="232293" y="188219"/>
                  </a:lnTo>
                  <a:lnTo>
                    <a:pt x="232293" y="238444"/>
                  </a:lnTo>
                  <a:lnTo>
                    <a:pt x="224091" y="240490"/>
                  </a:lnTo>
                  <a:lnTo>
                    <a:pt x="203582" y="228190"/>
                  </a:lnTo>
                  <a:lnTo>
                    <a:pt x="184092" y="223066"/>
                  </a:lnTo>
                  <a:lnTo>
                    <a:pt x="147179" y="193342"/>
                  </a:lnTo>
                  <a:lnTo>
                    <a:pt x="124617" y="159521"/>
                  </a:lnTo>
                  <a:lnTo>
                    <a:pt x="120519" y="145169"/>
                  </a:lnTo>
                  <a:lnTo>
                    <a:pt x="94880" y="117497"/>
                  </a:lnTo>
                  <a:lnTo>
                    <a:pt x="85651" y="116471"/>
                  </a:lnTo>
                  <a:lnTo>
                    <a:pt x="77449" y="84702"/>
                  </a:lnTo>
                  <a:lnTo>
                    <a:pt x="67195" y="71376"/>
                  </a:lnTo>
                  <a:lnTo>
                    <a:pt x="52836" y="65226"/>
                  </a:lnTo>
                  <a:lnTo>
                    <a:pt x="49764" y="51900"/>
                  </a:lnTo>
                  <a:lnTo>
                    <a:pt x="36431" y="41652"/>
                  </a:lnTo>
                  <a:lnTo>
                    <a:pt x="26176" y="40626"/>
                  </a:lnTo>
                  <a:lnTo>
                    <a:pt x="3615" y="11928"/>
                  </a:lnTo>
                  <a:lnTo>
                    <a:pt x="4641" y="16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3" name="Forme libre : forme 221">
              <a:extLst>
                <a:ext uri="{FF2B5EF4-FFF2-40B4-BE49-F238E27FC236}">
                  <a16:creationId xmlns:a16="http://schemas.microsoft.com/office/drawing/2014/main" id="{B577865A-3C98-21C0-7741-4738AFB3C224}"/>
                </a:ext>
              </a:extLst>
            </p:cNvPr>
            <p:cNvSpPr/>
            <p:nvPr/>
          </p:nvSpPr>
          <p:spPr>
            <a:xfrm>
              <a:off x="7877401" y="4661303"/>
              <a:ext cx="33841" cy="31776"/>
            </a:xfrm>
            <a:custGeom>
              <a:avLst/>
              <a:gdLst>
                <a:gd name="csX0" fmla="*/ 3702 w 33841"/>
                <a:gd name="csY0" fmla="*/ 9894 h 31776"/>
                <a:gd name="csX1" fmla="*/ 9859 w 33841"/>
                <a:gd name="csY1" fmla="*/ 11946 h 31776"/>
                <a:gd name="csX2" fmla="*/ 27290 w 33841"/>
                <a:gd name="csY2" fmla="*/ 33468 h 31776"/>
                <a:gd name="csX3" fmla="*/ 37544 w 33841"/>
                <a:gd name="csY3" fmla="*/ 29370 h 31776"/>
                <a:gd name="csX4" fmla="*/ 18061 w 33841"/>
                <a:gd name="csY4" fmla="*/ 1692 h 31776"/>
                <a:gd name="csX5" fmla="*/ 4728 w 33841"/>
                <a:gd name="csY5" fmla="*/ 2718 h 31776"/>
                <a:gd name="csX6" fmla="*/ 3702 w 33841"/>
                <a:gd name="csY6" fmla="*/ 9894 h 317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841" h="31776">
                  <a:moveTo>
                    <a:pt x="3702" y="9894"/>
                  </a:moveTo>
                  <a:lnTo>
                    <a:pt x="9859" y="11946"/>
                  </a:lnTo>
                  <a:lnTo>
                    <a:pt x="27290" y="33468"/>
                  </a:lnTo>
                  <a:lnTo>
                    <a:pt x="37544" y="29370"/>
                  </a:lnTo>
                  <a:lnTo>
                    <a:pt x="18061" y="1692"/>
                  </a:lnTo>
                  <a:lnTo>
                    <a:pt x="4728" y="2718"/>
                  </a:lnTo>
                  <a:lnTo>
                    <a:pt x="3702" y="9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4" name="Forme libre : forme 222">
              <a:extLst>
                <a:ext uri="{FF2B5EF4-FFF2-40B4-BE49-F238E27FC236}">
                  <a16:creationId xmlns:a16="http://schemas.microsoft.com/office/drawing/2014/main" id="{2C70CEDB-8C72-31BC-DEE7-3A4F9FF723BC}"/>
                </a:ext>
              </a:extLst>
            </p:cNvPr>
            <p:cNvSpPr/>
            <p:nvPr/>
          </p:nvSpPr>
          <p:spPr>
            <a:xfrm>
              <a:off x="7925595" y="4680779"/>
              <a:ext cx="19482" cy="18449"/>
            </a:xfrm>
            <a:custGeom>
              <a:avLst/>
              <a:gdLst>
                <a:gd name="csX0" fmla="*/ 3728 w 19482"/>
                <a:gd name="csY0" fmla="*/ 11946 h 18449"/>
                <a:gd name="csX1" fmla="*/ 10911 w 19482"/>
                <a:gd name="csY1" fmla="*/ 1698 h 18449"/>
                <a:gd name="csX2" fmla="*/ 18087 w 19482"/>
                <a:gd name="csY2" fmla="*/ 4770 h 18449"/>
                <a:gd name="csX3" fmla="*/ 23211 w 19482"/>
                <a:gd name="csY3" fmla="*/ 10920 h 18449"/>
                <a:gd name="csX4" fmla="*/ 21166 w 19482"/>
                <a:gd name="csY4" fmla="*/ 16044 h 18449"/>
                <a:gd name="csX5" fmla="*/ 9885 w 19482"/>
                <a:gd name="csY5" fmla="*/ 20148 h 18449"/>
                <a:gd name="csX6" fmla="*/ 3728 w 19482"/>
                <a:gd name="csY6" fmla="*/ 11946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8449">
                  <a:moveTo>
                    <a:pt x="3728" y="11946"/>
                  </a:moveTo>
                  <a:lnTo>
                    <a:pt x="10911" y="1698"/>
                  </a:lnTo>
                  <a:lnTo>
                    <a:pt x="18087" y="4770"/>
                  </a:lnTo>
                  <a:lnTo>
                    <a:pt x="23211" y="10920"/>
                  </a:lnTo>
                  <a:lnTo>
                    <a:pt x="21166" y="16044"/>
                  </a:lnTo>
                  <a:lnTo>
                    <a:pt x="9885" y="20148"/>
                  </a:lnTo>
                  <a:lnTo>
                    <a:pt x="3728" y="119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5" name="Forme libre : forme 223">
              <a:extLst>
                <a:ext uri="{FF2B5EF4-FFF2-40B4-BE49-F238E27FC236}">
                  <a16:creationId xmlns:a16="http://schemas.microsoft.com/office/drawing/2014/main" id="{B64F385A-6F92-650F-8B00-9E94B0FEDE36}"/>
                </a:ext>
              </a:extLst>
            </p:cNvPr>
            <p:cNvSpPr/>
            <p:nvPr/>
          </p:nvSpPr>
          <p:spPr>
            <a:xfrm>
              <a:off x="7888682" y="4755598"/>
              <a:ext cx="184581" cy="57402"/>
            </a:xfrm>
            <a:custGeom>
              <a:avLst/>
              <a:gdLst>
                <a:gd name="csX0" fmla="*/ 187326 w 184581"/>
                <a:gd name="csY0" fmla="*/ 46856 h 57402"/>
                <a:gd name="csX1" fmla="*/ 182202 w 184581"/>
                <a:gd name="csY1" fmla="*/ 40706 h 57402"/>
                <a:gd name="csX2" fmla="*/ 172974 w 184581"/>
                <a:gd name="csY2" fmla="*/ 42758 h 57402"/>
                <a:gd name="csX3" fmla="*/ 148360 w 184581"/>
                <a:gd name="csY3" fmla="*/ 36608 h 57402"/>
                <a:gd name="csX4" fmla="*/ 147334 w 184581"/>
                <a:gd name="csY4" fmla="*/ 23282 h 57402"/>
                <a:gd name="csX5" fmla="*/ 111440 w 184581"/>
                <a:gd name="csY5" fmla="*/ 14053 h 57402"/>
                <a:gd name="csX6" fmla="*/ 107342 w 184581"/>
                <a:gd name="csY6" fmla="*/ 18158 h 57402"/>
                <a:gd name="csX7" fmla="*/ 104264 w 184581"/>
                <a:gd name="csY7" fmla="*/ 25334 h 57402"/>
                <a:gd name="csX8" fmla="*/ 64272 w 184581"/>
                <a:gd name="csY8" fmla="*/ 19177 h 57402"/>
                <a:gd name="csX9" fmla="*/ 60167 w 184581"/>
                <a:gd name="csY9" fmla="*/ 7903 h 57402"/>
                <a:gd name="csX10" fmla="*/ 39658 w 184581"/>
                <a:gd name="csY10" fmla="*/ 7903 h 57402"/>
                <a:gd name="csX11" fmla="*/ 33508 w 184581"/>
                <a:gd name="csY11" fmla="*/ 10982 h 57402"/>
                <a:gd name="csX12" fmla="*/ 16078 w 184581"/>
                <a:gd name="csY12" fmla="*/ 1753 h 57402"/>
                <a:gd name="csX13" fmla="*/ 3771 w 184581"/>
                <a:gd name="csY13" fmla="*/ 18158 h 57402"/>
                <a:gd name="csX14" fmla="*/ 15052 w 184581"/>
                <a:gd name="csY14" fmla="*/ 34556 h 57402"/>
                <a:gd name="csX15" fmla="*/ 50939 w 184581"/>
                <a:gd name="csY15" fmla="*/ 37627 h 57402"/>
                <a:gd name="csX16" fmla="*/ 58115 w 184581"/>
                <a:gd name="csY16" fmla="*/ 40706 h 57402"/>
                <a:gd name="csX17" fmla="*/ 86833 w 184581"/>
                <a:gd name="csY17" fmla="*/ 40706 h 57402"/>
                <a:gd name="csX18" fmla="*/ 109388 w 184581"/>
                <a:gd name="csY18" fmla="*/ 50953 h 57402"/>
                <a:gd name="csX19" fmla="*/ 149387 w 184581"/>
                <a:gd name="csY19" fmla="*/ 50953 h 57402"/>
                <a:gd name="csX20" fmla="*/ 172967 w 184581"/>
                <a:gd name="csY20" fmla="*/ 59155 h 57402"/>
                <a:gd name="csX21" fmla="*/ 188352 w 184581"/>
                <a:gd name="csY21" fmla="*/ 59155 h 57402"/>
                <a:gd name="csX22" fmla="*/ 187326 w 184581"/>
                <a:gd name="csY22" fmla="*/ 46856 h 57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84581" h="57402">
                  <a:moveTo>
                    <a:pt x="187326" y="46856"/>
                  </a:moveTo>
                  <a:lnTo>
                    <a:pt x="182202" y="40706"/>
                  </a:lnTo>
                  <a:lnTo>
                    <a:pt x="172974" y="42758"/>
                  </a:lnTo>
                  <a:lnTo>
                    <a:pt x="148360" y="36608"/>
                  </a:lnTo>
                  <a:lnTo>
                    <a:pt x="147334" y="23282"/>
                  </a:lnTo>
                  <a:lnTo>
                    <a:pt x="111440" y="14053"/>
                  </a:lnTo>
                  <a:lnTo>
                    <a:pt x="107342" y="18158"/>
                  </a:lnTo>
                  <a:lnTo>
                    <a:pt x="104264" y="25334"/>
                  </a:lnTo>
                  <a:lnTo>
                    <a:pt x="64272" y="19177"/>
                  </a:lnTo>
                  <a:lnTo>
                    <a:pt x="60167" y="7903"/>
                  </a:lnTo>
                  <a:lnTo>
                    <a:pt x="39658" y="7903"/>
                  </a:lnTo>
                  <a:lnTo>
                    <a:pt x="33508" y="10982"/>
                  </a:lnTo>
                  <a:lnTo>
                    <a:pt x="16078" y="1753"/>
                  </a:lnTo>
                  <a:lnTo>
                    <a:pt x="3771" y="18158"/>
                  </a:lnTo>
                  <a:lnTo>
                    <a:pt x="15052" y="34556"/>
                  </a:lnTo>
                  <a:lnTo>
                    <a:pt x="50939" y="37627"/>
                  </a:lnTo>
                  <a:lnTo>
                    <a:pt x="58115" y="40706"/>
                  </a:lnTo>
                  <a:lnTo>
                    <a:pt x="86833" y="40706"/>
                  </a:lnTo>
                  <a:lnTo>
                    <a:pt x="109388" y="50953"/>
                  </a:lnTo>
                  <a:lnTo>
                    <a:pt x="149387" y="50953"/>
                  </a:lnTo>
                  <a:lnTo>
                    <a:pt x="172967" y="59155"/>
                  </a:lnTo>
                  <a:lnTo>
                    <a:pt x="188352" y="59155"/>
                  </a:lnTo>
                  <a:lnTo>
                    <a:pt x="187326" y="46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6" name="Forme libre : forme 224">
              <a:extLst>
                <a:ext uri="{FF2B5EF4-FFF2-40B4-BE49-F238E27FC236}">
                  <a16:creationId xmlns:a16="http://schemas.microsoft.com/office/drawing/2014/main" id="{F7140BA5-7470-4113-C4CB-3EAAC35226D2}"/>
                </a:ext>
              </a:extLst>
            </p:cNvPr>
            <p:cNvSpPr/>
            <p:nvPr/>
          </p:nvSpPr>
          <p:spPr>
            <a:xfrm rot="5400000" flipV="1">
              <a:off x="8054813" y="4764820"/>
              <a:ext cx="8202" cy="32815"/>
            </a:xfrm>
            <a:custGeom>
              <a:avLst/>
              <a:gdLst>
                <a:gd name="csX0" fmla="*/ 6881 w 8202"/>
                <a:gd name="csY0" fmla="*/ 1754 h 32815"/>
                <a:gd name="csX1" fmla="*/ 12005 w 8202"/>
                <a:gd name="csY1" fmla="*/ 1754 h 32815"/>
                <a:gd name="csX2" fmla="*/ 9946 w 8202"/>
                <a:gd name="csY2" fmla="*/ 31485 h 32815"/>
                <a:gd name="csX3" fmla="*/ 3803 w 8202"/>
                <a:gd name="csY3" fmla="*/ 34570 h 32815"/>
                <a:gd name="csX4" fmla="*/ 6881 w 8202"/>
                <a:gd name="csY4" fmla="*/ 1754 h 32815"/>
              </a:gdLst>
              <a:ahLst/>
              <a:cxnLst>
                <a:cxn ang="0">
                  <a:pos x="csX0" y="csY0"/>
                </a:cxn>
                <a:cxn ang="0">
                  <a:pos x="csX1" y="csY1"/>
                </a:cxn>
                <a:cxn ang="0">
                  <a:pos x="csX2" y="csY2"/>
                </a:cxn>
                <a:cxn ang="0">
                  <a:pos x="csX3" y="csY3"/>
                </a:cxn>
                <a:cxn ang="0">
                  <a:pos x="csX4" y="csY4"/>
                </a:cxn>
              </a:cxnLst>
              <a:rect l="l" t="t" r="r" b="b"/>
              <a:pathLst>
                <a:path w="8202" h="32815">
                  <a:moveTo>
                    <a:pt x="6881" y="1754"/>
                  </a:moveTo>
                  <a:lnTo>
                    <a:pt x="12005" y="1754"/>
                  </a:lnTo>
                  <a:lnTo>
                    <a:pt x="9946" y="31485"/>
                  </a:lnTo>
                  <a:lnTo>
                    <a:pt x="3803" y="34570"/>
                  </a:lnTo>
                  <a:lnTo>
                    <a:pt x="6881" y="17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7" name="Forme libre : forme 225">
              <a:extLst>
                <a:ext uri="{FF2B5EF4-FFF2-40B4-BE49-F238E27FC236}">
                  <a16:creationId xmlns:a16="http://schemas.microsoft.com/office/drawing/2014/main" id="{C35F350F-A231-68A1-181C-9072DAE8B69D}"/>
                </a:ext>
              </a:extLst>
            </p:cNvPr>
            <p:cNvSpPr/>
            <p:nvPr/>
          </p:nvSpPr>
          <p:spPr>
            <a:xfrm>
              <a:off x="8080446" y="4801720"/>
              <a:ext cx="19482" cy="14352"/>
            </a:xfrm>
            <a:custGeom>
              <a:avLst/>
              <a:gdLst>
                <a:gd name="csX0" fmla="*/ 3823 w 19482"/>
                <a:gd name="csY0" fmla="*/ 1772 h 14352"/>
                <a:gd name="csX1" fmla="*/ 4849 w 19482"/>
                <a:gd name="csY1" fmla="*/ 12020 h 14352"/>
                <a:gd name="csX2" fmla="*/ 14077 w 19482"/>
                <a:gd name="csY2" fmla="*/ 16124 h 14352"/>
                <a:gd name="csX3" fmla="*/ 23306 w 19482"/>
                <a:gd name="csY3" fmla="*/ 14072 h 14352"/>
                <a:gd name="csX4" fmla="*/ 21253 w 19482"/>
                <a:gd name="csY4" fmla="*/ 2798 h 14352"/>
                <a:gd name="csX5" fmla="*/ 3823 w 19482"/>
                <a:gd name="csY5" fmla="*/ 1772 h 14352"/>
              </a:gdLst>
              <a:ahLst/>
              <a:cxnLst>
                <a:cxn ang="0">
                  <a:pos x="csX0" y="csY0"/>
                </a:cxn>
                <a:cxn ang="0">
                  <a:pos x="csX1" y="csY1"/>
                </a:cxn>
                <a:cxn ang="0">
                  <a:pos x="csX2" y="csY2"/>
                </a:cxn>
                <a:cxn ang="0">
                  <a:pos x="csX3" y="csY3"/>
                </a:cxn>
                <a:cxn ang="0">
                  <a:pos x="csX4" y="csY4"/>
                </a:cxn>
                <a:cxn ang="0">
                  <a:pos x="csX5" y="csY5"/>
                </a:cxn>
              </a:cxnLst>
              <a:rect l="l" t="t" r="r" b="b"/>
              <a:pathLst>
                <a:path w="19482" h="14352">
                  <a:moveTo>
                    <a:pt x="3823" y="1772"/>
                  </a:moveTo>
                  <a:lnTo>
                    <a:pt x="4849" y="12020"/>
                  </a:lnTo>
                  <a:lnTo>
                    <a:pt x="14077" y="16124"/>
                  </a:lnTo>
                  <a:lnTo>
                    <a:pt x="23306" y="14072"/>
                  </a:lnTo>
                  <a:lnTo>
                    <a:pt x="21253" y="2798"/>
                  </a:lnTo>
                  <a:lnTo>
                    <a:pt x="3823" y="17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8" name="Forme libre : forme 226">
              <a:extLst>
                <a:ext uri="{FF2B5EF4-FFF2-40B4-BE49-F238E27FC236}">
                  <a16:creationId xmlns:a16="http://schemas.microsoft.com/office/drawing/2014/main" id="{C939F20D-45E3-1B76-354A-0BEC7AF96DDD}"/>
                </a:ext>
              </a:extLst>
            </p:cNvPr>
            <p:cNvSpPr/>
            <p:nvPr/>
          </p:nvSpPr>
          <p:spPr>
            <a:xfrm rot="5780970" flipV="1">
              <a:off x="8107098" y="4699791"/>
              <a:ext cx="14933" cy="5089"/>
            </a:xfrm>
            <a:custGeom>
              <a:avLst/>
              <a:gdLst>
                <a:gd name="csX0" fmla="*/ 9496 w 14933"/>
                <a:gd name="csY0" fmla="*/ 1706 h 5089"/>
                <a:gd name="csX1" fmla="*/ 18772 w 14933"/>
                <a:gd name="csY1" fmla="*/ 1706 h 5089"/>
                <a:gd name="csX2" fmla="*/ 18205 w 14933"/>
                <a:gd name="csY2" fmla="*/ 6796 h 5089"/>
                <a:gd name="csX3" fmla="*/ 3839 w 14933"/>
                <a:gd name="csY3" fmla="*/ 6228 h 5089"/>
                <a:gd name="csX4" fmla="*/ 9496 w 14933"/>
                <a:gd name="csY4" fmla="*/ 1706 h 5089"/>
              </a:gdLst>
              <a:ahLst/>
              <a:cxnLst>
                <a:cxn ang="0">
                  <a:pos x="csX0" y="csY0"/>
                </a:cxn>
                <a:cxn ang="0">
                  <a:pos x="csX1" y="csY1"/>
                </a:cxn>
                <a:cxn ang="0">
                  <a:pos x="csX2" y="csY2"/>
                </a:cxn>
                <a:cxn ang="0">
                  <a:pos x="csX3" y="csY3"/>
                </a:cxn>
                <a:cxn ang="0">
                  <a:pos x="csX4" y="csY4"/>
                </a:cxn>
              </a:cxnLst>
              <a:rect l="l" t="t" r="r" b="b"/>
              <a:pathLst>
                <a:path w="14933" h="5089">
                  <a:moveTo>
                    <a:pt x="9496" y="1706"/>
                  </a:moveTo>
                  <a:lnTo>
                    <a:pt x="18772" y="1706"/>
                  </a:lnTo>
                  <a:lnTo>
                    <a:pt x="18205" y="6796"/>
                  </a:lnTo>
                  <a:lnTo>
                    <a:pt x="3839" y="6228"/>
                  </a:lnTo>
                  <a:lnTo>
                    <a:pt x="9496" y="17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49" name="Forme libre : forme 227">
              <a:extLst>
                <a:ext uri="{FF2B5EF4-FFF2-40B4-BE49-F238E27FC236}">
                  <a16:creationId xmlns:a16="http://schemas.microsoft.com/office/drawing/2014/main" id="{2233FA41-1652-69BA-3E8F-2584009FC361}"/>
                </a:ext>
              </a:extLst>
            </p:cNvPr>
            <p:cNvSpPr/>
            <p:nvPr/>
          </p:nvSpPr>
          <p:spPr>
            <a:xfrm>
              <a:off x="8110184" y="4805824"/>
              <a:ext cx="71781" cy="18449"/>
            </a:xfrm>
            <a:custGeom>
              <a:avLst/>
              <a:gdLst>
                <a:gd name="csX0" fmla="*/ 3853 w 71781"/>
                <a:gd name="csY0" fmla="*/ 8951 h 18449"/>
                <a:gd name="csX1" fmla="*/ 10003 w 71781"/>
                <a:gd name="csY1" fmla="*/ 1775 h 18449"/>
                <a:gd name="csX2" fmla="*/ 19238 w 71781"/>
                <a:gd name="csY2" fmla="*/ 7925 h 18449"/>
                <a:gd name="csX3" fmla="*/ 34616 w 71781"/>
                <a:gd name="csY3" fmla="*/ 4853 h 18449"/>
                <a:gd name="csX4" fmla="*/ 42826 w 71781"/>
                <a:gd name="csY4" fmla="*/ 6899 h 18449"/>
                <a:gd name="csX5" fmla="*/ 45897 w 71781"/>
                <a:gd name="csY5" fmla="*/ 3827 h 18449"/>
                <a:gd name="csX6" fmla="*/ 71537 w 71781"/>
                <a:gd name="csY6" fmla="*/ 1775 h 18449"/>
                <a:gd name="csX7" fmla="*/ 75635 w 71781"/>
                <a:gd name="csY7" fmla="*/ 7925 h 18449"/>
                <a:gd name="csX8" fmla="*/ 68458 w 71781"/>
                <a:gd name="csY8" fmla="*/ 14075 h 18449"/>
                <a:gd name="csX9" fmla="*/ 29493 w 71781"/>
                <a:gd name="csY9" fmla="*/ 20225 h 18449"/>
                <a:gd name="csX10" fmla="*/ 6931 w 71781"/>
                <a:gd name="csY10" fmla="*/ 15101 h 18449"/>
                <a:gd name="csX11" fmla="*/ 3853 w 71781"/>
                <a:gd name="csY11" fmla="*/ 8951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1781" h="18449">
                  <a:moveTo>
                    <a:pt x="3853" y="8951"/>
                  </a:moveTo>
                  <a:lnTo>
                    <a:pt x="10003" y="1775"/>
                  </a:lnTo>
                  <a:lnTo>
                    <a:pt x="19238" y="7925"/>
                  </a:lnTo>
                  <a:lnTo>
                    <a:pt x="34616" y="4853"/>
                  </a:lnTo>
                  <a:lnTo>
                    <a:pt x="42826" y="6899"/>
                  </a:lnTo>
                  <a:lnTo>
                    <a:pt x="45897" y="3827"/>
                  </a:lnTo>
                  <a:lnTo>
                    <a:pt x="71537" y="1775"/>
                  </a:lnTo>
                  <a:lnTo>
                    <a:pt x="75635" y="7925"/>
                  </a:lnTo>
                  <a:lnTo>
                    <a:pt x="68458" y="14075"/>
                  </a:lnTo>
                  <a:lnTo>
                    <a:pt x="29493" y="20225"/>
                  </a:lnTo>
                  <a:lnTo>
                    <a:pt x="6931" y="15101"/>
                  </a:lnTo>
                  <a:lnTo>
                    <a:pt x="3853" y="89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0" name="Forme libre : forme 228">
              <a:extLst>
                <a:ext uri="{FF2B5EF4-FFF2-40B4-BE49-F238E27FC236}">
                  <a16:creationId xmlns:a16="http://schemas.microsoft.com/office/drawing/2014/main" id="{BFB1FDB4-2252-67B7-C175-96A659961DAF}"/>
                </a:ext>
              </a:extLst>
            </p:cNvPr>
            <p:cNvSpPr/>
            <p:nvPr/>
          </p:nvSpPr>
          <p:spPr>
            <a:xfrm>
              <a:off x="8190168" y="4807870"/>
              <a:ext cx="53324" cy="12299"/>
            </a:xfrm>
            <a:custGeom>
              <a:avLst/>
              <a:gdLst>
                <a:gd name="csX0" fmla="*/ 3897 w 53324"/>
                <a:gd name="csY0" fmla="*/ 8950 h 12299"/>
                <a:gd name="csX1" fmla="*/ 24406 w 53324"/>
                <a:gd name="csY1" fmla="*/ 1774 h 12299"/>
                <a:gd name="csX2" fmla="*/ 54144 w 53324"/>
                <a:gd name="csY2" fmla="*/ 2800 h 12299"/>
                <a:gd name="csX3" fmla="*/ 57222 w 53324"/>
                <a:gd name="csY3" fmla="*/ 8950 h 12299"/>
                <a:gd name="csX4" fmla="*/ 53118 w 53324"/>
                <a:gd name="csY4" fmla="*/ 13048 h 12299"/>
                <a:gd name="csX5" fmla="*/ 8002 w 53324"/>
                <a:gd name="csY5" fmla="*/ 14074 h 12299"/>
                <a:gd name="csX6" fmla="*/ 3897 w 53324"/>
                <a:gd name="csY6" fmla="*/ 8950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3324" h="12299">
                  <a:moveTo>
                    <a:pt x="3897" y="8950"/>
                  </a:moveTo>
                  <a:lnTo>
                    <a:pt x="24406" y="1774"/>
                  </a:lnTo>
                  <a:lnTo>
                    <a:pt x="54144" y="2800"/>
                  </a:lnTo>
                  <a:lnTo>
                    <a:pt x="57222" y="8950"/>
                  </a:lnTo>
                  <a:lnTo>
                    <a:pt x="53118" y="13048"/>
                  </a:lnTo>
                  <a:lnTo>
                    <a:pt x="8002" y="14074"/>
                  </a:lnTo>
                  <a:lnTo>
                    <a:pt x="3897" y="8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1" name="Forme libre : forme 229">
              <a:extLst>
                <a:ext uri="{FF2B5EF4-FFF2-40B4-BE49-F238E27FC236}">
                  <a16:creationId xmlns:a16="http://schemas.microsoft.com/office/drawing/2014/main" id="{6F6EFB10-7249-7263-690C-BA9FB71420C3}"/>
                </a:ext>
              </a:extLst>
            </p:cNvPr>
            <p:cNvSpPr/>
            <p:nvPr/>
          </p:nvSpPr>
          <p:spPr>
            <a:xfrm>
              <a:off x="8174789" y="4828379"/>
              <a:ext cx="39991" cy="21521"/>
            </a:xfrm>
            <a:custGeom>
              <a:avLst/>
              <a:gdLst>
                <a:gd name="csX0" fmla="*/ 3885 w 39991"/>
                <a:gd name="csY0" fmla="*/ 5888 h 21521"/>
                <a:gd name="csX1" fmla="*/ 7989 w 39991"/>
                <a:gd name="csY1" fmla="*/ 1790 h 21521"/>
                <a:gd name="csX2" fmla="*/ 28498 w 39991"/>
                <a:gd name="csY2" fmla="*/ 5888 h 21521"/>
                <a:gd name="csX3" fmla="*/ 43877 w 39991"/>
                <a:gd name="csY3" fmla="*/ 20240 h 21521"/>
                <a:gd name="csX4" fmla="*/ 38753 w 39991"/>
                <a:gd name="csY4" fmla="*/ 23312 h 21521"/>
                <a:gd name="csX5" fmla="*/ 19270 w 39991"/>
                <a:gd name="csY5" fmla="*/ 17162 h 21521"/>
                <a:gd name="csX6" fmla="*/ 3885 w 39991"/>
                <a:gd name="csY6" fmla="*/ 5888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21521">
                  <a:moveTo>
                    <a:pt x="3885" y="5888"/>
                  </a:moveTo>
                  <a:lnTo>
                    <a:pt x="7989" y="1790"/>
                  </a:lnTo>
                  <a:lnTo>
                    <a:pt x="28498" y="5888"/>
                  </a:lnTo>
                  <a:lnTo>
                    <a:pt x="43877" y="20240"/>
                  </a:lnTo>
                  <a:lnTo>
                    <a:pt x="38753" y="23312"/>
                  </a:lnTo>
                  <a:lnTo>
                    <a:pt x="19270" y="17162"/>
                  </a:lnTo>
                  <a:lnTo>
                    <a:pt x="3885" y="5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2" name="Forme libre : forme 230">
              <a:extLst>
                <a:ext uri="{FF2B5EF4-FFF2-40B4-BE49-F238E27FC236}">
                  <a16:creationId xmlns:a16="http://schemas.microsoft.com/office/drawing/2014/main" id="{AC451521-7B9E-3836-12DC-E34B9FE32D12}"/>
                </a:ext>
              </a:extLst>
            </p:cNvPr>
            <p:cNvSpPr/>
            <p:nvPr/>
          </p:nvSpPr>
          <p:spPr>
            <a:xfrm>
              <a:off x="8274283" y="4807877"/>
              <a:ext cx="76912" cy="40997"/>
            </a:xfrm>
            <a:custGeom>
              <a:avLst/>
              <a:gdLst>
                <a:gd name="csX0" fmla="*/ 78825 w 76912"/>
                <a:gd name="csY0" fmla="*/ 1786 h 40997"/>
                <a:gd name="csX1" fmla="*/ 80877 w 76912"/>
                <a:gd name="csY1" fmla="*/ 7936 h 40997"/>
                <a:gd name="csX2" fmla="*/ 75747 w 76912"/>
                <a:gd name="csY2" fmla="*/ 14086 h 40997"/>
                <a:gd name="csX3" fmla="*/ 56264 w 76912"/>
                <a:gd name="csY3" fmla="*/ 20236 h 40997"/>
                <a:gd name="csX4" fmla="*/ 42931 w 76912"/>
                <a:gd name="csY4" fmla="*/ 23307 h 40997"/>
                <a:gd name="csX5" fmla="*/ 34729 w 76912"/>
                <a:gd name="csY5" fmla="*/ 34581 h 40997"/>
                <a:gd name="csX6" fmla="*/ 16272 w 76912"/>
                <a:gd name="csY6" fmla="*/ 42783 h 40997"/>
                <a:gd name="csX7" fmla="*/ 4991 w 76912"/>
                <a:gd name="csY7" fmla="*/ 41757 h 40997"/>
                <a:gd name="csX8" fmla="*/ 3965 w 76912"/>
                <a:gd name="csY8" fmla="*/ 34581 h 40997"/>
                <a:gd name="csX9" fmla="*/ 14219 w 76912"/>
                <a:gd name="csY9" fmla="*/ 24333 h 40997"/>
                <a:gd name="csX10" fmla="*/ 22422 w 76912"/>
                <a:gd name="csY10" fmla="*/ 20236 h 40997"/>
                <a:gd name="csX11" fmla="*/ 39859 w 76912"/>
                <a:gd name="csY11" fmla="*/ 7936 h 40997"/>
                <a:gd name="csX12" fmla="*/ 78825 w 76912"/>
                <a:gd name="csY12" fmla="*/ 1786 h 4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6912" h="40997">
                  <a:moveTo>
                    <a:pt x="78825" y="1786"/>
                  </a:moveTo>
                  <a:lnTo>
                    <a:pt x="80877" y="7936"/>
                  </a:lnTo>
                  <a:lnTo>
                    <a:pt x="75747" y="14086"/>
                  </a:lnTo>
                  <a:lnTo>
                    <a:pt x="56264" y="20236"/>
                  </a:lnTo>
                  <a:lnTo>
                    <a:pt x="42931" y="23307"/>
                  </a:lnTo>
                  <a:lnTo>
                    <a:pt x="34729" y="34581"/>
                  </a:lnTo>
                  <a:lnTo>
                    <a:pt x="16272" y="42783"/>
                  </a:lnTo>
                  <a:lnTo>
                    <a:pt x="4991" y="41757"/>
                  </a:lnTo>
                  <a:lnTo>
                    <a:pt x="3965" y="34581"/>
                  </a:lnTo>
                  <a:lnTo>
                    <a:pt x="14219" y="24333"/>
                  </a:lnTo>
                  <a:lnTo>
                    <a:pt x="22422" y="20236"/>
                  </a:lnTo>
                  <a:lnTo>
                    <a:pt x="39859" y="7936"/>
                  </a:lnTo>
                  <a:lnTo>
                    <a:pt x="78825" y="1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3" name="Forme libre : forme 231">
              <a:extLst>
                <a:ext uri="{FF2B5EF4-FFF2-40B4-BE49-F238E27FC236}">
                  <a16:creationId xmlns:a16="http://schemas.microsoft.com/office/drawing/2014/main" id="{51342742-6878-BB82-98AA-58DA68DEFC23}"/>
                </a:ext>
              </a:extLst>
            </p:cNvPr>
            <p:cNvSpPr/>
            <p:nvPr/>
          </p:nvSpPr>
          <p:spPr>
            <a:xfrm>
              <a:off x="8284511" y="4802753"/>
              <a:ext cx="22561" cy="11273"/>
            </a:xfrm>
            <a:custGeom>
              <a:avLst/>
              <a:gdLst>
                <a:gd name="csX0" fmla="*/ 3948 w 22561"/>
                <a:gd name="csY0" fmla="*/ 13043 h 11273"/>
                <a:gd name="csX1" fmla="*/ 4974 w 22561"/>
                <a:gd name="csY1" fmla="*/ 7920 h 11273"/>
                <a:gd name="csX2" fmla="*/ 15228 w 22561"/>
                <a:gd name="csY2" fmla="*/ 3822 h 11273"/>
                <a:gd name="csX3" fmla="*/ 26509 w 22561"/>
                <a:gd name="csY3" fmla="*/ 1770 h 11273"/>
                <a:gd name="csX4" fmla="*/ 26509 w 22561"/>
                <a:gd name="csY4" fmla="*/ 6893 h 11273"/>
                <a:gd name="csX5" fmla="*/ 15228 w 22561"/>
                <a:gd name="csY5" fmla="*/ 12017 h 11273"/>
                <a:gd name="csX6" fmla="*/ 3948 w 22561"/>
                <a:gd name="csY6" fmla="*/ 13043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1273">
                  <a:moveTo>
                    <a:pt x="3948" y="13043"/>
                  </a:moveTo>
                  <a:lnTo>
                    <a:pt x="4974" y="7920"/>
                  </a:lnTo>
                  <a:lnTo>
                    <a:pt x="15228" y="3822"/>
                  </a:lnTo>
                  <a:lnTo>
                    <a:pt x="26509" y="1770"/>
                  </a:lnTo>
                  <a:lnTo>
                    <a:pt x="26509" y="6893"/>
                  </a:lnTo>
                  <a:lnTo>
                    <a:pt x="15228" y="12017"/>
                  </a:lnTo>
                  <a:lnTo>
                    <a:pt x="3948" y="130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4" name="Forme libre : forme 232">
              <a:extLst>
                <a:ext uri="{FF2B5EF4-FFF2-40B4-BE49-F238E27FC236}">
                  <a16:creationId xmlns:a16="http://schemas.microsoft.com/office/drawing/2014/main" id="{D578EB50-6BF2-2957-F844-602A43F52C5A}"/>
                </a:ext>
              </a:extLst>
            </p:cNvPr>
            <p:cNvSpPr/>
            <p:nvPr/>
          </p:nvSpPr>
          <p:spPr>
            <a:xfrm>
              <a:off x="8265028" y="4802753"/>
              <a:ext cx="14359" cy="11273"/>
            </a:xfrm>
            <a:custGeom>
              <a:avLst/>
              <a:gdLst>
                <a:gd name="csX0" fmla="*/ 3934 w 14359"/>
                <a:gd name="csY0" fmla="*/ 9966 h 11273"/>
                <a:gd name="csX1" fmla="*/ 9065 w 14359"/>
                <a:gd name="csY1" fmla="*/ 3816 h 11273"/>
                <a:gd name="csX2" fmla="*/ 18293 w 14359"/>
                <a:gd name="csY2" fmla="*/ 1770 h 11273"/>
                <a:gd name="csX3" fmla="*/ 18293 w 14359"/>
                <a:gd name="csY3" fmla="*/ 5868 h 11273"/>
                <a:gd name="csX4" fmla="*/ 7012 w 14359"/>
                <a:gd name="csY4" fmla="*/ 13044 h 11273"/>
                <a:gd name="csX5" fmla="*/ 3934 w 14359"/>
                <a:gd name="csY5" fmla="*/ 9966 h 11273"/>
              </a:gdLst>
              <a:ahLst/>
              <a:cxnLst>
                <a:cxn ang="0">
                  <a:pos x="csX0" y="csY0"/>
                </a:cxn>
                <a:cxn ang="0">
                  <a:pos x="csX1" y="csY1"/>
                </a:cxn>
                <a:cxn ang="0">
                  <a:pos x="csX2" y="csY2"/>
                </a:cxn>
                <a:cxn ang="0">
                  <a:pos x="csX3" y="csY3"/>
                </a:cxn>
                <a:cxn ang="0">
                  <a:pos x="csX4" y="csY4"/>
                </a:cxn>
                <a:cxn ang="0">
                  <a:pos x="csX5" y="csY5"/>
                </a:cxn>
              </a:cxnLst>
              <a:rect l="l" t="t" r="r" b="b"/>
              <a:pathLst>
                <a:path w="14359" h="11273">
                  <a:moveTo>
                    <a:pt x="3934" y="9966"/>
                  </a:moveTo>
                  <a:lnTo>
                    <a:pt x="9065" y="3816"/>
                  </a:lnTo>
                  <a:lnTo>
                    <a:pt x="18293" y="1770"/>
                  </a:lnTo>
                  <a:lnTo>
                    <a:pt x="18293" y="5868"/>
                  </a:lnTo>
                  <a:lnTo>
                    <a:pt x="7012" y="13044"/>
                  </a:lnTo>
                  <a:lnTo>
                    <a:pt x="3934" y="9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5" name="Forme libre : forme 233">
              <a:extLst>
                <a:ext uri="{FF2B5EF4-FFF2-40B4-BE49-F238E27FC236}">
                  <a16:creationId xmlns:a16="http://schemas.microsoft.com/office/drawing/2014/main" id="{F8757AD0-0B7C-89A6-096C-F7677A879958}"/>
                </a:ext>
              </a:extLst>
            </p:cNvPr>
            <p:cNvSpPr/>
            <p:nvPr/>
          </p:nvSpPr>
          <p:spPr>
            <a:xfrm rot="-2698957" flipV="1">
              <a:off x="8247606" y="4804762"/>
              <a:ext cx="17403" cy="7244"/>
            </a:xfrm>
            <a:custGeom>
              <a:avLst/>
              <a:gdLst>
                <a:gd name="csX0" fmla="*/ 3924 w 17403"/>
                <a:gd name="csY0" fmla="*/ 9014 h 7244"/>
                <a:gd name="csX1" fmla="*/ 19877 w 17403"/>
                <a:gd name="csY1" fmla="*/ 9014 h 7244"/>
                <a:gd name="csX2" fmla="*/ 21327 w 17403"/>
                <a:gd name="csY2" fmla="*/ 1770 h 7244"/>
                <a:gd name="csX3" fmla="*/ 6825 w 17403"/>
                <a:gd name="csY3" fmla="*/ 3213 h 7244"/>
                <a:gd name="csX4" fmla="*/ 3924 w 17403"/>
                <a:gd name="csY4" fmla="*/ 9014 h 7244"/>
              </a:gdLst>
              <a:ahLst/>
              <a:cxnLst>
                <a:cxn ang="0">
                  <a:pos x="csX0" y="csY0"/>
                </a:cxn>
                <a:cxn ang="0">
                  <a:pos x="csX1" y="csY1"/>
                </a:cxn>
                <a:cxn ang="0">
                  <a:pos x="csX2" y="csY2"/>
                </a:cxn>
                <a:cxn ang="0">
                  <a:pos x="csX3" y="csY3"/>
                </a:cxn>
                <a:cxn ang="0">
                  <a:pos x="csX4" y="csY4"/>
                </a:cxn>
              </a:cxnLst>
              <a:rect l="l" t="t" r="r" b="b"/>
              <a:pathLst>
                <a:path w="17403" h="7244">
                  <a:moveTo>
                    <a:pt x="3924" y="9014"/>
                  </a:moveTo>
                  <a:lnTo>
                    <a:pt x="19877" y="9014"/>
                  </a:lnTo>
                  <a:lnTo>
                    <a:pt x="21327" y="1770"/>
                  </a:lnTo>
                  <a:lnTo>
                    <a:pt x="6825" y="3213"/>
                  </a:lnTo>
                  <a:lnTo>
                    <a:pt x="3924" y="90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6" name="Forme libre : forme 234">
              <a:extLst>
                <a:ext uri="{FF2B5EF4-FFF2-40B4-BE49-F238E27FC236}">
                  <a16:creationId xmlns:a16="http://schemas.microsoft.com/office/drawing/2014/main" id="{37BBDC75-AEC3-E4DD-B558-24310BC83D0A}"/>
                </a:ext>
              </a:extLst>
            </p:cNvPr>
            <p:cNvSpPr/>
            <p:nvPr/>
          </p:nvSpPr>
          <p:spPr>
            <a:xfrm>
              <a:off x="8324503" y="4789427"/>
              <a:ext cx="18456" cy="11273"/>
            </a:xfrm>
            <a:custGeom>
              <a:avLst/>
              <a:gdLst>
                <a:gd name="csX0" fmla="*/ 3971 w 18456"/>
                <a:gd name="csY0" fmla="*/ 7912 h 11273"/>
                <a:gd name="csX1" fmla="*/ 20382 w 18456"/>
                <a:gd name="csY1" fmla="*/ 1762 h 11273"/>
                <a:gd name="csX2" fmla="*/ 22428 w 18456"/>
                <a:gd name="csY2" fmla="*/ 4841 h 11273"/>
                <a:gd name="csX3" fmla="*/ 18330 w 18456"/>
                <a:gd name="csY3" fmla="*/ 9965 h 11273"/>
                <a:gd name="csX4" fmla="*/ 4997 w 18456"/>
                <a:gd name="csY4" fmla="*/ 13036 h 11273"/>
                <a:gd name="csX5" fmla="*/ 3971 w 18456"/>
                <a:gd name="csY5" fmla="*/ 7912 h 11273"/>
              </a:gdLst>
              <a:ahLst/>
              <a:cxnLst>
                <a:cxn ang="0">
                  <a:pos x="csX0" y="csY0"/>
                </a:cxn>
                <a:cxn ang="0">
                  <a:pos x="csX1" y="csY1"/>
                </a:cxn>
                <a:cxn ang="0">
                  <a:pos x="csX2" y="csY2"/>
                </a:cxn>
                <a:cxn ang="0">
                  <a:pos x="csX3" y="csY3"/>
                </a:cxn>
                <a:cxn ang="0">
                  <a:pos x="csX4" y="csY4"/>
                </a:cxn>
                <a:cxn ang="0">
                  <a:pos x="csX5" y="csY5"/>
                </a:cxn>
              </a:cxnLst>
              <a:rect l="l" t="t" r="r" b="b"/>
              <a:pathLst>
                <a:path w="18456" h="11273">
                  <a:moveTo>
                    <a:pt x="3971" y="7912"/>
                  </a:moveTo>
                  <a:lnTo>
                    <a:pt x="20382" y="1762"/>
                  </a:lnTo>
                  <a:lnTo>
                    <a:pt x="22428" y="4841"/>
                  </a:lnTo>
                  <a:lnTo>
                    <a:pt x="18330" y="9965"/>
                  </a:lnTo>
                  <a:lnTo>
                    <a:pt x="4997" y="13036"/>
                  </a:lnTo>
                  <a:lnTo>
                    <a:pt x="3971" y="79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7" name="Forme libre : forme 235">
              <a:extLst>
                <a:ext uri="{FF2B5EF4-FFF2-40B4-BE49-F238E27FC236}">
                  <a16:creationId xmlns:a16="http://schemas.microsoft.com/office/drawing/2014/main" id="{42F0467F-DAA0-F859-B5C7-824C111CF764}"/>
                </a:ext>
              </a:extLst>
            </p:cNvPr>
            <p:cNvSpPr/>
            <p:nvPr/>
          </p:nvSpPr>
          <p:spPr>
            <a:xfrm>
              <a:off x="8172737" y="4592641"/>
              <a:ext cx="133308" cy="157840"/>
            </a:xfrm>
            <a:custGeom>
              <a:avLst/>
              <a:gdLst>
                <a:gd name="csX0" fmla="*/ 126978 w 133308"/>
                <a:gd name="csY0" fmla="*/ 1699 h 157840"/>
                <a:gd name="csX1" fmla="*/ 120828 w 133308"/>
                <a:gd name="csY1" fmla="*/ 13999 h 157840"/>
                <a:gd name="csX2" fmla="*/ 105442 w 133308"/>
                <a:gd name="csY2" fmla="*/ 18096 h 157840"/>
                <a:gd name="csX3" fmla="*/ 78783 w 133308"/>
                <a:gd name="csY3" fmla="*/ 19122 h 157840"/>
                <a:gd name="csX4" fmla="*/ 55196 w 133308"/>
                <a:gd name="csY4" fmla="*/ 8875 h 157840"/>
                <a:gd name="csX5" fmla="*/ 49046 w 133308"/>
                <a:gd name="csY5" fmla="*/ 8875 h 157840"/>
                <a:gd name="csX6" fmla="*/ 41863 w 133308"/>
                <a:gd name="csY6" fmla="*/ 20142 h 157840"/>
                <a:gd name="csX7" fmla="*/ 35713 w 133308"/>
                <a:gd name="csY7" fmla="*/ 19122 h 157840"/>
                <a:gd name="csX8" fmla="*/ 28530 w 133308"/>
                <a:gd name="csY8" fmla="*/ 22194 h 157840"/>
                <a:gd name="csX9" fmla="*/ 23406 w 133308"/>
                <a:gd name="csY9" fmla="*/ 40644 h 157840"/>
                <a:gd name="csX10" fmla="*/ 17256 w 133308"/>
                <a:gd name="csY10" fmla="*/ 51918 h 157840"/>
                <a:gd name="csX11" fmla="*/ 14178 w 133308"/>
                <a:gd name="csY11" fmla="*/ 63192 h 157840"/>
                <a:gd name="csX12" fmla="*/ 16223 w 133308"/>
                <a:gd name="csY12" fmla="*/ 80615 h 157840"/>
                <a:gd name="csX13" fmla="*/ 11099 w 133308"/>
                <a:gd name="csY13" fmla="*/ 91889 h 157840"/>
                <a:gd name="csX14" fmla="*/ 6995 w 133308"/>
                <a:gd name="csY14" fmla="*/ 92915 h 157840"/>
                <a:gd name="csX15" fmla="*/ 3923 w 133308"/>
                <a:gd name="csY15" fmla="*/ 111365 h 157840"/>
                <a:gd name="csX16" fmla="*/ 16223 w 133308"/>
                <a:gd name="csY16" fmla="*/ 112391 h 157840"/>
                <a:gd name="csX17" fmla="*/ 21354 w 133308"/>
                <a:gd name="csY17" fmla="*/ 119561 h 157840"/>
                <a:gd name="csX18" fmla="*/ 23406 w 133308"/>
                <a:gd name="csY18" fmla="*/ 139037 h 157840"/>
                <a:gd name="csX19" fmla="*/ 16223 w 133308"/>
                <a:gd name="csY19" fmla="*/ 153389 h 157840"/>
                <a:gd name="csX20" fmla="*/ 16223 w 133308"/>
                <a:gd name="csY20" fmla="*/ 159539 h 157840"/>
                <a:gd name="csX21" fmla="*/ 26478 w 133308"/>
                <a:gd name="csY21" fmla="*/ 158513 h 157840"/>
                <a:gd name="csX22" fmla="*/ 32635 w 133308"/>
                <a:gd name="csY22" fmla="*/ 141089 h 157840"/>
                <a:gd name="csX23" fmla="*/ 34687 w 133308"/>
                <a:gd name="csY23" fmla="*/ 107261 h 157840"/>
                <a:gd name="csX24" fmla="*/ 29556 w 133308"/>
                <a:gd name="csY24" fmla="*/ 101118 h 157840"/>
                <a:gd name="csX25" fmla="*/ 33661 w 133308"/>
                <a:gd name="csY25" fmla="*/ 97013 h 157840"/>
                <a:gd name="csX26" fmla="*/ 40837 w 133308"/>
                <a:gd name="csY26" fmla="*/ 98039 h 157840"/>
                <a:gd name="csX27" fmla="*/ 42889 w 133308"/>
                <a:gd name="csY27" fmla="*/ 90870 h 157840"/>
                <a:gd name="csX28" fmla="*/ 52117 w 133308"/>
                <a:gd name="csY28" fmla="*/ 95994 h 157840"/>
                <a:gd name="csX29" fmla="*/ 51091 w 133308"/>
                <a:gd name="csY29" fmla="*/ 116489 h 157840"/>
                <a:gd name="csX30" fmla="*/ 62372 w 133308"/>
                <a:gd name="csY30" fmla="*/ 128789 h 157840"/>
                <a:gd name="csX31" fmla="*/ 60320 w 133308"/>
                <a:gd name="csY31" fmla="*/ 143141 h 157840"/>
                <a:gd name="csX32" fmla="*/ 69548 w 133308"/>
                <a:gd name="csY32" fmla="*/ 145187 h 157840"/>
                <a:gd name="csX33" fmla="*/ 74679 w 133308"/>
                <a:gd name="csY33" fmla="*/ 129815 h 157840"/>
                <a:gd name="csX34" fmla="*/ 82881 w 133308"/>
                <a:gd name="csY34" fmla="*/ 128789 h 157840"/>
                <a:gd name="csX35" fmla="*/ 81855 w 133308"/>
                <a:gd name="csY35" fmla="*/ 122639 h 157840"/>
                <a:gd name="csX36" fmla="*/ 75705 w 133308"/>
                <a:gd name="csY36" fmla="*/ 109313 h 157840"/>
                <a:gd name="csX37" fmla="*/ 75705 w 133308"/>
                <a:gd name="csY37" fmla="*/ 90870 h 157840"/>
                <a:gd name="csX38" fmla="*/ 58267 w 133308"/>
                <a:gd name="csY38" fmla="*/ 84713 h 157840"/>
                <a:gd name="csX39" fmla="*/ 55196 w 133308"/>
                <a:gd name="csY39" fmla="*/ 77544 h 157840"/>
                <a:gd name="csX40" fmla="*/ 59300 w 133308"/>
                <a:gd name="csY40" fmla="*/ 74465 h 157840"/>
                <a:gd name="csX41" fmla="*/ 71600 w 133308"/>
                <a:gd name="csY41" fmla="*/ 76518 h 157840"/>
                <a:gd name="csX42" fmla="*/ 86986 w 133308"/>
                <a:gd name="csY42" fmla="*/ 61146 h 157840"/>
                <a:gd name="csX43" fmla="*/ 100319 w 133308"/>
                <a:gd name="csY43" fmla="*/ 60120 h 157840"/>
                <a:gd name="csX44" fmla="*/ 106468 w 133308"/>
                <a:gd name="csY44" fmla="*/ 54996 h 157840"/>
                <a:gd name="csX45" fmla="*/ 95188 w 133308"/>
                <a:gd name="csY45" fmla="*/ 48846 h 157840"/>
                <a:gd name="csX46" fmla="*/ 75705 w 133308"/>
                <a:gd name="csY46" fmla="*/ 50892 h 157840"/>
                <a:gd name="csX47" fmla="*/ 56222 w 133308"/>
                <a:gd name="csY47" fmla="*/ 58068 h 157840"/>
                <a:gd name="csX48" fmla="*/ 48013 w 133308"/>
                <a:gd name="csY48" fmla="*/ 68315 h 157840"/>
                <a:gd name="csX49" fmla="*/ 28530 w 133308"/>
                <a:gd name="csY49" fmla="*/ 50892 h 157840"/>
                <a:gd name="csX50" fmla="*/ 30582 w 133308"/>
                <a:gd name="csY50" fmla="*/ 38592 h 157840"/>
                <a:gd name="csX51" fmla="*/ 38784 w 133308"/>
                <a:gd name="csY51" fmla="*/ 29370 h 157840"/>
                <a:gd name="csX52" fmla="*/ 95188 w 133308"/>
                <a:gd name="csY52" fmla="*/ 29370 h 157840"/>
                <a:gd name="csX53" fmla="*/ 108521 w 133308"/>
                <a:gd name="csY53" fmla="*/ 33475 h 157840"/>
                <a:gd name="csX54" fmla="*/ 128004 w 133308"/>
                <a:gd name="csY54" fmla="*/ 25272 h 157840"/>
                <a:gd name="csX55" fmla="*/ 137232 w 133308"/>
                <a:gd name="csY55" fmla="*/ 1699 h 157840"/>
                <a:gd name="csX56" fmla="*/ 126978 w 133308"/>
                <a:gd name="csY56" fmla="*/ 1699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33308" h="157840">
                  <a:moveTo>
                    <a:pt x="126978" y="1699"/>
                  </a:moveTo>
                  <a:lnTo>
                    <a:pt x="120828" y="13999"/>
                  </a:lnTo>
                  <a:lnTo>
                    <a:pt x="105442" y="18096"/>
                  </a:lnTo>
                  <a:lnTo>
                    <a:pt x="78783" y="19122"/>
                  </a:lnTo>
                  <a:lnTo>
                    <a:pt x="55196" y="8875"/>
                  </a:lnTo>
                  <a:lnTo>
                    <a:pt x="49046" y="8875"/>
                  </a:lnTo>
                  <a:lnTo>
                    <a:pt x="41863" y="20142"/>
                  </a:lnTo>
                  <a:lnTo>
                    <a:pt x="35713" y="19122"/>
                  </a:lnTo>
                  <a:lnTo>
                    <a:pt x="28530" y="22194"/>
                  </a:lnTo>
                  <a:lnTo>
                    <a:pt x="23406" y="40644"/>
                  </a:lnTo>
                  <a:lnTo>
                    <a:pt x="17256" y="51918"/>
                  </a:lnTo>
                  <a:lnTo>
                    <a:pt x="14178" y="63192"/>
                  </a:lnTo>
                  <a:lnTo>
                    <a:pt x="16223" y="80615"/>
                  </a:lnTo>
                  <a:lnTo>
                    <a:pt x="11099" y="91889"/>
                  </a:lnTo>
                  <a:lnTo>
                    <a:pt x="6995" y="92915"/>
                  </a:lnTo>
                  <a:lnTo>
                    <a:pt x="3923" y="111365"/>
                  </a:lnTo>
                  <a:lnTo>
                    <a:pt x="16223" y="112391"/>
                  </a:lnTo>
                  <a:lnTo>
                    <a:pt x="21354" y="119561"/>
                  </a:lnTo>
                  <a:lnTo>
                    <a:pt x="23406" y="139037"/>
                  </a:lnTo>
                  <a:lnTo>
                    <a:pt x="16223" y="153389"/>
                  </a:lnTo>
                  <a:lnTo>
                    <a:pt x="16223" y="159539"/>
                  </a:lnTo>
                  <a:lnTo>
                    <a:pt x="26478" y="158513"/>
                  </a:lnTo>
                  <a:lnTo>
                    <a:pt x="32635" y="141089"/>
                  </a:lnTo>
                  <a:lnTo>
                    <a:pt x="34687" y="107261"/>
                  </a:lnTo>
                  <a:lnTo>
                    <a:pt x="29556" y="101118"/>
                  </a:lnTo>
                  <a:lnTo>
                    <a:pt x="33661" y="97013"/>
                  </a:lnTo>
                  <a:lnTo>
                    <a:pt x="40837" y="98039"/>
                  </a:lnTo>
                  <a:lnTo>
                    <a:pt x="42889" y="90870"/>
                  </a:lnTo>
                  <a:lnTo>
                    <a:pt x="52117" y="95994"/>
                  </a:lnTo>
                  <a:lnTo>
                    <a:pt x="51091" y="116489"/>
                  </a:lnTo>
                  <a:lnTo>
                    <a:pt x="62372" y="128789"/>
                  </a:lnTo>
                  <a:lnTo>
                    <a:pt x="60320" y="143141"/>
                  </a:lnTo>
                  <a:lnTo>
                    <a:pt x="69548" y="145187"/>
                  </a:lnTo>
                  <a:lnTo>
                    <a:pt x="74679" y="129815"/>
                  </a:lnTo>
                  <a:lnTo>
                    <a:pt x="82881" y="128789"/>
                  </a:lnTo>
                  <a:lnTo>
                    <a:pt x="81855" y="122639"/>
                  </a:lnTo>
                  <a:lnTo>
                    <a:pt x="75705" y="109313"/>
                  </a:lnTo>
                  <a:lnTo>
                    <a:pt x="75705" y="90870"/>
                  </a:lnTo>
                  <a:lnTo>
                    <a:pt x="58267" y="84713"/>
                  </a:lnTo>
                  <a:lnTo>
                    <a:pt x="55196" y="77544"/>
                  </a:lnTo>
                  <a:lnTo>
                    <a:pt x="59300" y="74465"/>
                  </a:lnTo>
                  <a:lnTo>
                    <a:pt x="71600" y="76518"/>
                  </a:lnTo>
                  <a:lnTo>
                    <a:pt x="86986" y="61146"/>
                  </a:lnTo>
                  <a:lnTo>
                    <a:pt x="100319" y="60120"/>
                  </a:lnTo>
                  <a:lnTo>
                    <a:pt x="106468" y="54996"/>
                  </a:lnTo>
                  <a:lnTo>
                    <a:pt x="95188" y="48846"/>
                  </a:lnTo>
                  <a:lnTo>
                    <a:pt x="75705" y="50892"/>
                  </a:lnTo>
                  <a:lnTo>
                    <a:pt x="56222" y="58068"/>
                  </a:lnTo>
                  <a:lnTo>
                    <a:pt x="48013" y="68315"/>
                  </a:lnTo>
                  <a:lnTo>
                    <a:pt x="28530" y="50892"/>
                  </a:lnTo>
                  <a:lnTo>
                    <a:pt x="30582" y="38592"/>
                  </a:lnTo>
                  <a:lnTo>
                    <a:pt x="38784" y="29370"/>
                  </a:lnTo>
                  <a:lnTo>
                    <a:pt x="95188" y="29370"/>
                  </a:lnTo>
                  <a:lnTo>
                    <a:pt x="108521" y="33475"/>
                  </a:lnTo>
                  <a:lnTo>
                    <a:pt x="128004" y="25272"/>
                  </a:lnTo>
                  <a:lnTo>
                    <a:pt x="137232" y="1699"/>
                  </a:lnTo>
                  <a:lnTo>
                    <a:pt x="126978" y="16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8" name="Forme libre : forme 236">
              <a:extLst>
                <a:ext uri="{FF2B5EF4-FFF2-40B4-BE49-F238E27FC236}">
                  <a16:creationId xmlns:a16="http://schemas.microsoft.com/office/drawing/2014/main" id="{969B1799-08CF-EC07-808D-7B95709D1041}"/>
                </a:ext>
              </a:extLst>
            </p:cNvPr>
            <p:cNvSpPr/>
            <p:nvPr/>
          </p:nvSpPr>
          <p:spPr>
            <a:xfrm>
              <a:off x="8192227" y="4222644"/>
              <a:ext cx="60501" cy="112738"/>
            </a:xfrm>
            <a:custGeom>
              <a:avLst/>
              <a:gdLst>
                <a:gd name="csX0" fmla="*/ 31589 w 60501"/>
                <a:gd name="csY0" fmla="*/ 4527 h 112738"/>
                <a:gd name="csX1" fmla="*/ 41844 w 60501"/>
                <a:gd name="csY1" fmla="*/ 9651 h 112738"/>
                <a:gd name="csX2" fmla="*/ 54151 w 60501"/>
                <a:gd name="csY2" fmla="*/ 1456 h 112738"/>
                <a:gd name="csX3" fmla="*/ 60301 w 60501"/>
                <a:gd name="csY3" fmla="*/ 5554 h 112738"/>
                <a:gd name="csX4" fmla="*/ 57229 w 60501"/>
                <a:gd name="csY4" fmla="*/ 27075 h 112738"/>
                <a:gd name="csX5" fmla="*/ 64405 w 60501"/>
                <a:gd name="csY5" fmla="*/ 35277 h 112738"/>
                <a:gd name="csX6" fmla="*/ 63379 w 60501"/>
                <a:gd name="csY6" fmla="*/ 48603 h 112738"/>
                <a:gd name="csX7" fmla="*/ 42870 w 60501"/>
                <a:gd name="csY7" fmla="*/ 65001 h 112738"/>
                <a:gd name="csX8" fmla="*/ 39792 w 60501"/>
                <a:gd name="csY8" fmla="*/ 74223 h 112738"/>
                <a:gd name="csX9" fmla="*/ 45949 w 60501"/>
                <a:gd name="csY9" fmla="*/ 92673 h 112738"/>
                <a:gd name="csX10" fmla="*/ 49027 w 60501"/>
                <a:gd name="csY10" fmla="*/ 98823 h 112738"/>
                <a:gd name="csX11" fmla="*/ 44922 w 60501"/>
                <a:gd name="csY11" fmla="*/ 109070 h 112738"/>
                <a:gd name="csX12" fmla="*/ 40818 w 60501"/>
                <a:gd name="csY12" fmla="*/ 114194 h 112738"/>
                <a:gd name="csX13" fmla="*/ 27492 w 60501"/>
                <a:gd name="csY13" fmla="*/ 105999 h 112738"/>
                <a:gd name="csX14" fmla="*/ 26466 w 60501"/>
                <a:gd name="csY14" fmla="*/ 88575 h 112738"/>
                <a:gd name="csX15" fmla="*/ 13133 w 60501"/>
                <a:gd name="csY15" fmla="*/ 82425 h 112738"/>
                <a:gd name="csX16" fmla="*/ 3904 w 60501"/>
                <a:gd name="csY16" fmla="*/ 59870 h 112738"/>
                <a:gd name="csX17" fmla="*/ 6983 w 60501"/>
                <a:gd name="csY17" fmla="*/ 52701 h 112738"/>
                <a:gd name="csX18" fmla="*/ 14159 w 60501"/>
                <a:gd name="csY18" fmla="*/ 51675 h 112738"/>
                <a:gd name="csX19" fmla="*/ 19283 w 60501"/>
                <a:gd name="csY19" fmla="*/ 19899 h 112738"/>
                <a:gd name="csX20" fmla="*/ 24413 w 60501"/>
                <a:gd name="csY20" fmla="*/ 13749 h 112738"/>
                <a:gd name="csX21" fmla="*/ 24413 w 60501"/>
                <a:gd name="csY21" fmla="*/ 5554 h 112738"/>
                <a:gd name="csX22" fmla="*/ 31589 w 60501"/>
                <a:gd name="csY22" fmla="*/ 4527 h 112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0501" h="112738">
                  <a:moveTo>
                    <a:pt x="31589" y="4527"/>
                  </a:moveTo>
                  <a:lnTo>
                    <a:pt x="41844" y="9651"/>
                  </a:lnTo>
                  <a:lnTo>
                    <a:pt x="54151" y="1456"/>
                  </a:lnTo>
                  <a:lnTo>
                    <a:pt x="60301" y="5554"/>
                  </a:lnTo>
                  <a:lnTo>
                    <a:pt x="57229" y="27075"/>
                  </a:lnTo>
                  <a:lnTo>
                    <a:pt x="64405" y="35277"/>
                  </a:lnTo>
                  <a:lnTo>
                    <a:pt x="63379" y="48603"/>
                  </a:lnTo>
                  <a:lnTo>
                    <a:pt x="42870" y="65001"/>
                  </a:lnTo>
                  <a:lnTo>
                    <a:pt x="39792" y="74223"/>
                  </a:lnTo>
                  <a:lnTo>
                    <a:pt x="45949" y="92673"/>
                  </a:lnTo>
                  <a:lnTo>
                    <a:pt x="49027" y="98823"/>
                  </a:lnTo>
                  <a:lnTo>
                    <a:pt x="44922" y="109070"/>
                  </a:lnTo>
                  <a:lnTo>
                    <a:pt x="40818" y="114194"/>
                  </a:lnTo>
                  <a:lnTo>
                    <a:pt x="27492" y="105999"/>
                  </a:lnTo>
                  <a:lnTo>
                    <a:pt x="26466" y="88575"/>
                  </a:lnTo>
                  <a:lnTo>
                    <a:pt x="13133" y="82425"/>
                  </a:lnTo>
                  <a:lnTo>
                    <a:pt x="3904" y="59870"/>
                  </a:lnTo>
                  <a:lnTo>
                    <a:pt x="6983" y="52701"/>
                  </a:lnTo>
                  <a:lnTo>
                    <a:pt x="14159" y="51675"/>
                  </a:lnTo>
                  <a:lnTo>
                    <a:pt x="19283" y="19899"/>
                  </a:lnTo>
                  <a:lnTo>
                    <a:pt x="24413" y="13749"/>
                  </a:lnTo>
                  <a:lnTo>
                    <a:pt x="24413" y="5554"/>
                  </a:lnTo>
                  <a:lnTo>
                    <a:pt x="31589" y="45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59" name="Forme libre : forme 237">
              <a:extLst>
                <a:ext uri="{FF2B5EF4-FFF2-40B4-BE49-F238E27FC236}">
                  <a16:creationId xmlns:a16="http://schemas.microsoft.com/office/drawing/2014/main" id="{D8FB3D83-42C8-77CC-859B-503B37EBD415}"/>
                </a:ext>
              </a:extLst>
            </p:cNvPr>
            <p:cNvSpPr/>
            <p:nvPr/>
          </p:nvSpPr>
          <p:spPr>
            <a:xfrm>
              <a:off x="8203514" y="4334356"/>
              <a:ext cx="26659" cy="27671"/>
            </a:xfrm>
            <a:custGeom>
              <a:avLst/>
              <a:gdLst>
                <a:gd name="csX0" fmla="*/ 17227 w 26659"/>
                <a:gd name="csY0" fmla="*/ 2518 h 27671"/>
                <a:gd name="csX1" fmla="*/ 28508 w 26659"/>
                <a:gd name="csY1" fmla="*/ 11740 h 27671"/>
                <a:gd name="csX2" fmla="*/ 30560 w 26659"/>
                <a:gd name="csY2" fmla="*/ 24040 h 27671"/>
                <a:gd name="csX3" fmla="*/ 26456 w 26659"/>
                <a:gd name="csY3" fmla="*/ 29164 h 27671"/>
                <a:gd name="csX4" fmla="*/ 17227 w 26659"/>
                <a:gd name="csY4" fmla="*/ 27118 h 27671"/>
                <a:gd name="csX5" fmla="*/ 13130 w 26659"/>
                <a:gd name="csY5" fmla="*/ 12766 h 27671"/>
                <a:gd name="csX6" fmla="*/ 3901 w 26659"/>
                <a:gd name="csY6" fmla="*/ 5590 h 27671"/>
                <a:gd name="csX7" fmla="*/ 6973 w 26659"/>
                <a:gd name="csY7" fmla="*/ 1492 h 27671"/>
                <a:gd name="csX8" fmla="*/ 17227 w 26659"/>
                <a:gd name="csY8" fmla="*/ 2518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659" h="27671">
                  <a:moveTo>
                    <a:pt x="17227" y="2518"/>
                  </a:moveTo>
                  <a:lnTo>
                    <a:pt x="28508" y="11740"/>
                  </a:lnTo>
                  <a:lnTo>
                    <a:pt x="30560" y="24040"/>
                  </a:lnTo>
                  <a:lnTo>
                    <a:pt x="26456" y="29164"/>
                  </a:lnTo>
                  <a:lnTo>
                    <a:pt x="17227" y="27118"/>
                  </a:lnTo>
                  <a:lnTo>
                    <a:pt x="13130" y="12766"/>
                  </a:lnTo>
                  <a:lnTo>
                    <a:pt x="3901" y="5590"/>
                  </a:lnTo>
                  <a:lnTo>
                    <a:pt x="6973" y="1492"/>
                  </a:lnTo>
                  <a:lnTo>
                    <a:pt x="17227" y="2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0" name="Forme libre : forme 238">
              <a:extLst>
                <a:ext uri="{FF2B5EF4-FFF2-40B4-BE49-F238E27FC236}">
                  <a16:creationId xmlns:a16="http://schemas.microsoft.com/office/drawing/2014/main" id="{A726D86B-EFF0-A4E5-EA15-99B459CFC35B}"/>
                </a:ext>
              </a:extLst>
            </p:cNvPr>
            <p:cNvSpPr/>
            <p:nvPr/>
          </p:nvSpPr>
          <p:spPr>
            <a:xfrm>
              <a:off x="8239402" y="4320003"/>
              <a:ext cx="49220" cy="34847"/>
            </a:xfrm>
            <a:custGeom>
              <a:avLst/>
              <a:gdLst>
                <a:gd name="csX0" fmla="*/ 3926 w 49220"/>
                <a:gd name="csY0" fmla="*/ 8661 h 34847"/>
                <a:gd name="csX1" fmla="*/ 12129 w 49220"/>
                <a:gd name="csY1" fmla="*/ 1485 h 34847"/>
                <a:gd name="csX2" fmla="*/ 20331 w 49220"/>
                <a:gd name="csY2" fmla="*/ 1485 h 34847"/>
                <a:gd name="csX3" fmla="*/ 27514 w 49220"/>
                <a:gd name="csY3" fmla="*/ 9687 h 34847"/>
                <a:gd name="csX4" fmla="*/ 35716 w 49220"/>
                <a:gd name="csY4" fmla="*/ 4564 h 34847"/>
                <a:gd name="csX5" fmla="*/ 42892 w 49220"/>
                <a:gd name="csY5" fmla="*/ 13785 h 34847"/>
                <a:gd name="csX6" fmla="*/ 45971 w 49220"/>
                <a:gd name="csY6" fmla="*/ 27111 h 34847"/>
                <a:gd name="csX7" fmla="*/ 53147 w 49220"/>
                <a:gd name="csY7" fmla="*/ 30183 h 34847"/>
                <a:gd name="csX8" fmla="*/ 50075 w 49220"/>
                <a:gd name="csY8" fmla="*/ 36333 h 34847"/>
                <a:gd name="csX9" fmla="*/ 30585 w 49220"/>
                <a:gd name="csY9" fmla="*/ 26085 h 34847"/>
                <a:gd name="csX10" fmla="*/ 19305 w 49220"/>
                <a:gd name="csY10" fmla="*/ 15837 h 34847"/>
                <a:gd name="csX11" fmla="*/ 15207 w 49220"/>
                <a:gd name="csY11" fmla="*/ 21987 h 34847"/>
                <a:gd name="csX12" fmla="*/ 3926 w 49220"/>
                <a:gd name="csY12" fmla="*/ 8661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9220" h="34847">
                  <a:moveTo>
                    <a:pt x="3926" y="8661"/>
                  </a:moveTo>
                  <a:lnTo>
                    <a:pt x="12129" y="1485"/>
                  </a:lnTo>
                  <a:lnTo>
                    <a:pt x="20331" y="1485"/>
                  </a:lnTo>
                  <a:lnTo>
                    <a:pt x="27514" y="9687"/>
                  </a:lnTo>
                  <a:lnTo>
                    <a:pt x="35716" y="4564"/>
                  </a:lnTo>
                  <a:lnTo>
                    <a:pt x="42892" y="13785"/>
                  </a:lnTo>
                  <a:lnTo>
                    <a:pt x="45971" y="27111"/>
                  </a:lnTo>
                  <a:lnTo>
                    <a:pt x="53147" y="30183"/>
                  </a:lnTo>
                  <a:lnTo>
                    <a:pt x="50075" y="36333"/>
                  </a:lnTo>
                  <a:lnTo>
                    <a:pt x="30585" y="26085"/>
                  </a:lnTo>
                  <a:lnTo>
                    <a:pt x="19305" y="15837"/>
                  </a:lnTo>
                  <a:lnTo>
                    <a:pt x="15207" y="21987"/>
                  </a:lnTo>
                  <a:lnTo>
                    <a:pt x="3926" y="86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1" name="Forme libre : forme 239">
              <a:extLst>
                <a:ext uri="{FF2B5EF4-FFF2-40B4-BE49-F238E27FC236}">
                  <a16:creationId xmlns:a16="http://schemas.microsoft.com/office/drawing/2014/main" id="{DE3687A4-8248-3FFE-FA58-099584D8EBEF}"/>
                </a:ext>
              </a:extLst>
            </p:cNvPr>
            <p:cNvSpPr/>
            <p:nvPr/>
          </p:nvSpPr>
          <p:spPr>
            <a:xfrm>
              <a:off x="8293746" y="4358956"/>
              <a:ext cx="23587" cy="28697"/>
            </a:xfrm>
            <a:custGeom>
              <a:avLst/>
              <a:gdLst>
                <a:gd name="csX0" fmla="*/ 3954 w 23587"/>
                <a:gd name="csY0" fmla="*/ 3560 h 28697"/>
                <a:gd name="csX1" fmla="*/ 11130 w 23587"/>
                <a:gd name="csY1" fmla="*/ 1507 h 28697"/>
                <a:gd name="csX2" fmla="*/ 21384 w 23587"/>
                <a:gd name="csY2" fmla="*/ 4586 h 28697"/>
                <a:gd name="csX3" fmla="*/ 27541 w 23587"/>
                <a:gd name="csY3" fmla="*/ 13807 h 28697"/>
                <a:gd name="csX4" fmla="*/ 25489 w 23587"/>
                <a:gd name="csY4" fmla="*/ 30205 h 28697"/>
                <a:gd name="csX5" fmla="*/ 16260 w 23587"/>
                <a:gd name="csY5" fmla="*/ 25081 h 28697"/>
                <a:gd name="csX6" fmla="*/ 12156 w 23587"/>
                <a:gd name="csY6" fmla="*/ 14833 h 28697"/>
                <a:gd name="csX7" fmla="*/ 3954 w 23587"/>
                <a:gd name="csY7" fmla="*/ 7657 h 28697"/>
                <a:gd name="csX8" fmla="*/ 3954 w 23587"/>
                <a:gd name="csY8" fmla="*/ 3560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7" h="28697">
                  <a:moveTo>
                    <a:pt x="3954" y="3560"/>
                  </a:moveTo>
                  <a:lnTo>
                    <a:pt x="11130" y="1507"/>
                  </a:lnTo>
                  <a:lnTo>
                    <a:pt x="21384" y="4586"/>
                  </a:lnTo>
                  <a:lnTo>
                    <a:pt x="27541" y="13807"/>
                  </a:lnTo>
                  <a:lnTo>
                    <a:pt x="25489" y="30205"/>
                  </a:lnTo>
                  <a:lnTo>
                    <a:pt x="16260" y="25081"/>
                  </a:lnTo>
                  <a:lnTo>
                    <a:pt x="12156" y="14833"/>
                  </a:lnTo>
                  <a:lnTo>
                    <a:pt x="3954" y="7657"/>
                  </a:lnTo>
                  <a:lnTo>
                    <a:pt x="3954" y="35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2" name="Forme libre : forme 240">
              <a:extLst>
                <a:ext uri="{FF2B5EF4-FFF2-40B4-BE49-F238E27FC236}">
                  <a16:creationId xmlns:a16="http://schemas.microsoft.com/office/drawing/2014/main" id="{E24505B1-2DF6-58DA-02CC-71C92BDDD846}"/>
                </a:ext>
              </a:extLst>
            </p:cNvPr>
            <p:cNvSpPr/>
            <p:nvPr/>
          </p:nvSpPr>
          <p:spPr>
            <a:xfrm>
              <a:off x="8283491" y="4323089"/>
              <a:ext cx="9228" cy="9221"/>
            </a:xfrm>
            <a:custGeom>
              <a:avLst/>
              <a:gdLst>
                <a:gd name="csX0" fmla="*/ 5997 w 9228"/>
                <a:gd name="csY0" fmla="*/ 10699 h 9221"/>
                <a:gd name="csX1" fmla="*/ 3944 w 9228"/>
                <a:gd name="csY1" fmla="*/ 7627 h 9221"/>
                <a:gd name="csX2" fmla="*/ 5997 w 9228"/>
                <a:gd name="csY2" fmla="*/ 1477 h 9221"/>
                <a:gd name="csX3" fmla="*/ 13173 w 9228"/>
                <a:gd name="csY3" fmla="*/ 3522 h 9221"/>
                <a:gd name="csX4" fmla="*/ 13173 w 9228"/>
                <a:gd name="csY4" fmla="*/ 9672 h 9221"/>
                <a:gd name="csX5" fmla="*/ 5997 w 9228"/>
                <a:gd name="csY5" fmla="*/ 10699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5997" y="10699"/>
                  </a:moveTo>
                  <a:lnTo>
                    <a:pt x="3944" y="7627"/>
                  </a:lnTo>
                  <a:lnTo>
                    <a:pt x="5997" y="1477"/>
                  </a:lnTo>
                  <a:lnTo>
                    <a:pt x="13173" y="3522"/>
                  </a:lnTo>
                  <a:lnTo>
                    <a:pt x="13173" y="9672"/>
                  </a:lnTo>
                  <a:lnTo>
                    <a:pt x="5997" y="106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3" name="Forme libre : forme 241">
              <a:extLst>
                <a:ext uri="{FF2B5EF4-FFF2-40B4-BE49-F238E27FC236}">
                  <a16:creationId xmlns:a16="http://schemas.microsoft.com/office/drawing/2014/main" id="{301C331F-149A-362B-2707-A6736E01180D}"/>
                </a:ext>
              </a:extLst>
            </p:cNvPr>
            <p:cNvSpPr/>
            <p:nvPr/>
          </p:nvSpPr>
          <p:spPr>
            <a:xfrm>
              <a:off x="8266061" y="4361008"/>
              <a:ext cx="15385" cy="11273"/>
            </a:xfrm>
            <a:custGeom>
              <a:avLst/>
              <a:gdLst>
                <a:gd name="csX0" fmla="*/ 3935 w 15385"/>
                <a:gd name="csY0" fmla="*/ 12774 h 11273"/>
                <a:gd name="csX1" fmla="*/ 4961 w 15385"/>
                <a:gd name="csY1" fmla="*/ 1501 h 11273"/>
                <a:gd name="csX2" fmla="*/ 11111 w 15385"/>
                <a:gd name="csY2" fmla="*/ 2527 h 11273"/>
                <a:gd name="csX3" fmla="*/ 19320 w 15385"/>
                <a:gd name="csY3" fmla="*/ 7651 h 11273"/>
                <a:gd name="csX4" fmla="*/ 19320 w 15385"/>
                <a:gd name="csY4" fmla="*/ 11748 h 11273"/>
                <a:gd name="csX5" fmla="*/ 10085 w 15385"/>
                <a:gd name="csY5" fmla="*/ 7651 h 11273"/>
                <a:gd name="csX6" fmla="*/ 3935 w 15385"/>
                <a:gd name="csY6" fmla="*/ 12774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3935" y="12774"/>
                  </a:moveTo>
                  <a:lnTo>
                    <a:pt x="4961" y="1501"/>
                  </a:lnTo>
                  <a:lnTo>
                    <a:pt x="11111" y="2527"/>
                  </a:lnTo>
                  <a:lnTo>
                    <a:pt x="19320" y="7651"/>
                  </a:lnTo>
                  <a:lnTo>
                    <a:pt x="19320" y="11748"/>
                  </a:lnTo>
                  <a:lnTo>
                    <a:pt x="10085" y="7651"/>
                  </a:lnTo>
                  <a:lnTo>
                    <a:pt x="3935" y="12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4" name="Forme libre : forme 242">
              <a:extLst>
                <a:ext uri="{FF2B5EF4-FFF2-40B4-BE49-F238E27FC236}">
                  <a16:creationId xmlns:a16="http://schemas.microsoft.com/office/drawing/2014/main" id="{3F5DEC07-8E1F-119A-3ED1-BE513E7E2FD9}"/>
                </a:ext>
              </a:extLst>
            </p:cNvPr>
            <p:cNvSpPr/>
            <p:nvPr/>
          </p:nvSpPr>
          <p:spPr>
            <a:xfrm>
              <a:off x="8243499" y="4380477"/>
              <a:ext cx="18456" cy="22547"/>
            </a:xfrm>
            <a:custGeom>
              <a:avLst/>
              <a:gdLst>
                <a:gd name="csX0" fmla="*/ 5974 w 18456"/>
                <a:gd name="csY0" fmla="*/ 1518 h 22547"/>
                <a:gd name="csX1" fmla="*/ 3922 w 18456"/>
                <a:gd name="csY1" fmla="*/ 24066 h 22547"/>
                <a:gd name="csX2" fmla="*/ 19307 w 18456"/>
                <a:gd name="csY2" fmla="*/ 14844 h 22547"/>
                <a:gd name="csX3" fmla="*/ 22379 w 18456"/>
                <a:gd name="csY3" fmla="*/ 4590 h 22547"/>
                <a:gd name="csX4" fmla="*/ 15203 w 18456"/>
                <a:gd name="csY4" fmla="*/ 1518 h 22547"/>
                <a:gd name="csX5" fmla="*/ 5974 w 18456"/>
                <a:gd name="csY5" fmla="*/ 1518 h 22547"/>
              </a:gdLst>
              <a:ahLst/>
              <a:cxnLst>
                <a:cxn ang="0">
                  <a:pos x="csX0" y="csY0"/>
                </a:cxn>
                <a:cxn ang="0">
                  <a:pos x="csX1" y="csY1"/>
                </a:cxn>
                <a:cxn ang="0">
                  <a:pos x="csX2" y="csY2"/>
                </a:cxn>
                <a:cxn ang="0">
                  <a:pos x="csX3" y="csY3"/>
                </a:cxn>
                <a:cxn ang="0">
                  <a:pos x="csX4" y="csY4"/>
                </a:cxn>
                <a:cxn ang="0">
                  <a:pos x="csX5" y="csY5"/>
                </a:cxn>
              </a:cxnLst>
              <a:rect l="l" t="t" r="r" b="b"/>
              <a:pathLst>
                <a:path w="18456" h="22547">
                  <a:moveTo>
                    <a:pt x="5974" y="1518"/>
                  </a:moveTo>
                  <a:lnTo>
                    <a:pt x="3922" y="24066"/>
                  </a:lnTo>
                  <a:lnTo>
                    <a:pt x="19307" y="14844"/>
                  </a:lnTo>
                  <a:lnTo>
                    <a:pt x="22379" y="4590"/>
                  </a:lnTo>
                  <a:lnTo>
                    <a:pt x="15203" y="1518"/>
                  </a:lnTo>
                  <a:lnTo>
                    <a:pt x="5974" y="15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5" name="Forme libre : forme 243">
              <a:extLst>
                <a:ext uri="{FF2B5EF4-FFF2-40B4-BE49-F238E27FC236}">
                  <a16:creationId xmlns:a16="http://schemas.microsoft.com/office/drawing/2014/main" id="{11CE2ED3-6998-90A1-B20F-E3981B6F5651}"/>
                </a:ext>
              </a:extLst>
            </p:cNvPr>
            <p:cNvSpPr/>
            <p:nvPr/>
          </p:nvSpPr>
          <p:spPr>
            <a:xfrm>
              <a:off x="8248623" y="4394829"/>
              <a:ext cx="26665" cy="34847"/>
            </a:xfrm>
            <a:custGeom>
              <a:avLst/>
              <a:gdLst>
                <a:gd name="csX0" fmla="*/ 30597 w 26665"/>
                <a:gd name="csY0" fmla="*/ 4603 h 34847"/>
                <a:gd name="csX1" fmla="*/ 28544 w 26665"/>
                <a:gd name="csY1" fmla="*/ 22027 h 34847"/>
                <a:gd name="csX2" fmla="*/ 22394 w 26665"/>
                <a:gd name="csY2" fmla="*/ 32274 h 34847"/>
                <a:gd name="csX3" fmla="*/ 15211 w 26665"/>
                <a:gd name="csY3" fmla="*/ 36379 h 34847"/>
                <a:gd name="csX4" fmla="*/ 3931 w 26665"/>
                <a:gd name="csY4" fmla="*/ 29203 h 34847"/>
                <a:gd name="csX5" fmla="*/ 5983 w 26665"/>
                <a:gd name="csY5" fmla="*/ 21001 h 34847"/>
                <a:gd name="csX6" fmla="*/ 21368 w 26665"/>
                <a:gd name="csY6" fmla="*/ 16903 h 34847"/>
                <a:gd name="csX7" fmla="*/ 16237 w 26665"/>
                <a:gd name="csY7" fmla="*/ 11779 h 34847"/>
                <a:gd name="csX8" fmla="*/ 19316 w 26665"/>
                <a:gd name="csY8" fmla="*/ 1531 h 34847"/>
                <a:gd name="csX9" fmla="*/ 30597 w 26665"/>
                <a:gd name="csY9" fmla="*/ 4603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6665" h="34847">
                  <a:moveTo>
                    <a:pt x="30597" y="4603"/>
                  </a:moveTo>
                  <a:lnTo>
                    <a:pt x="28544" y="22027"/>
                  </a:lnTo>
                  <a:lnTo>
                    <a:pt x="22394" y="32274"/>
                  </a:lnTo>
                  <a:lnTo>
                    <a:pt x="15211" y="36379"/>
                  </a:lnTo>
                  <a:lnTo>
                    <a:pt x="3931" y="29203"/>
                  </a:lnTo>
                  <a:lnTo>
                    <a:pt x="5983" y="21001"/>
                  </a:lnTo>
                  <a:lnTo>
                    <a:pt x="21368" y="16903"/>
                  </a:lnTo>
                  <a:lnTo>
                    <a:pt x="16237" y="11779"/>
                  </a:lnTo>
                  <a:lnTo>
                    <a:pt x="19316" y="1531"/>
                  </a:lnTo>
                  <a:lnTo>
                    <a:pt x="30597" y="4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6" name="Forme libre : forme 244">
              <a:extLst>
                <a:ext uri="{FF2B5EF4-FFF2-40B4-BE49-F238E27FC236}">
                  <a16:creationId xmlns:a16="http://schemas.microsoft.com/office/drawing/2014/main" id="{894F9EAA-FA10-6DA4-B502-85297AFD71C2}"/>
                </a:ext>
              </a:extLst>
            </p:cNvPr>
            <p:cNvSpPr/>
            <p:nvPr/>
          </p:nvSpPr>
          <p:spPr>
            <a:xfrm rot="5871735" flipV="1">
              <a:off x="8267723" y="4403709"/>
              <a:ext cx="30004" cy="6731"/>
            </a:xfrm>
            <a:custGeom>
              <a:avLst/>
              <a:gdLst>
                <a:gd name="csX0" fmla="*/ 3941 w 30004"/>
                <a:gd name="csY0" fmla="*/ 1528 h 6731"/>
                <a:gd name="csX1" fmla="*/ 33946 w 30004"/>
                <a:gd name="csY1" fmla="*/ 1528 h 6731"/>
                <a:gd name="csX2" fmla="*/ 31209 w 30004"/>
                <a:gd name="csY2" fmla="*/ 6330 h 6731"/>
                <a:gd name="csX3" fmla="*/ 22672 w 30004"/>
                <a:gd name="csY3" fmla="*/ 8259 h 6731"/>
                <a:gd name="csX4" fmla="*/ 3941 w 30004"/>
                <a:gd name="csY4" fmla="*/ 1528 h 6731"/>
              </a:gdLst>
              <a:ahLst/>
              <a:cxnLst>
                <a:cxn ang="0">
                  <a:pos x="csX0" y="csY0"/>
                </a:cxn>
                <a:cxn ang="0">
                  <a:pos x="csX1" y="csY1"/>
                </a:cxn>
                <a:cxn ang="0">
                  <a:pos x="csX2" y="csY2"/>
                </a:cxn>
                <a:cxn ang="0">
                  <a:pos x="csX3" y="csY3"/>
                </a:cxn>
                <a:cxn ang="0">
                  <a:pos x="csX4" y="csY4"/>
                </a:cxn>
              </a:cxnLst>
              <a:rect l="l" t="t" r="r" b="b"/>
              <a:pathLst>
                <a:path w="30004" h="6731">
                  <a:moveTo>
                    <a:pt x="3941" y="1528"/>
                  </a:moveTo>
                  <a:lnTo>
                    <a:pt x="33946" y="1528"/>
                  </a:lnTo>
                  <a:lnTo>
                    <a:pt x="31209" y="6330"/>
                  </a:lnTo>
                  <a:lnTo>
                    <a:pt x="22672" y="8259"/>
                  </a:lnTo>
                  <a:lnTo>
                    <a:pt x="3941" y="15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7" name="Forme libre : forme 245">
              <a:extLst>
                <a:ext uri="{FF2B5EF4-FFF2-40B4-BE49-F238E27FC236}">
                  <a16:creationId xmlns:a16="http://schemas.microsoft.com/office/drawing/2014/main" id="{7B483C20-D76E-3190-9F60-A8E80299134B}"/>
                </a:ext>
              </a:extLst>
            </p:cNvPr>
            <p:cNvSpPr/>
            <p:nvPr/>
          </p:nvSpPr>
          <p:spPr>
            <a:xfrm>
              <a:off x="8288622" y="4387653"/>
              <a:ext cx="21535" cy="20495"/>
            </a:xfrm>
            <a:custGeom>
              <a:avLst/>
              <a:gdLst>
                <a:gd name="csX0" fmla="*/ 3950 w 21535"/>
                <a:gd name="csY0" fmla="*/ 1522 h 20495"/>
                <a:gd name="csX1" fmla="*/ 15231 w 21535"/>
                <a:gd name="csY1" fmla="*/ 1522 h 20495"/>
                <a:gd name="csX2" fmla="*/ 22407 w 21535"/>
                <a:gd name="csY2" fmla="*/ 11770 h 20495"/>
                <a:gd name="csX3" fmla="*/ 25485 w 21535"/>
                <a:gd name="csY3" fmla="*/ 20998 h 20495"/>
                <a:gd name="csX4" fmla="*/ 15231 w 21535"/>
                <a:gd name="csY4" fmla="*/ 22017 h 20495"/>
                <a:gd name="csX5" fmla="*/ 14204 w 21535"/>
                <a:gd name="csY5" fmla="*/ 11770 h 20495"/>
                <a:gd name="csX6" fmla="*/ 3950 w 21535"/>
                <a:gd name="csY6" fmla="*/ 1522 h 204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20495">
                  <a:moveTo>
                    <a:pt x="3950" y="1522"/>
                  </a:moveTo>
                  <a:lnTo>
                    <a:pt x="15231" y="1522"/>
                  </a:lnTo>
                  <a:lnTo>
                    <a:pt x="22407" y="11770"/>
                  </a:lnTo>
                  <a:lnTo>
                    <a:pt x="25485" y="20998"/>
                  </a:lnTo>
                  <a:lnTo>
                    <a:pt x="15231" y="22017"/>
                  </a:lnTo>
                  <a:lnTo>
                    <a:pt x="14204" y="11770"/>
                  </a:lnTo>
                  <a:lnTo>
                    <a:pt x="3950" y="15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8" name="Forme libre : forme 246">
              <a:extLst>
                <a:ext uri="{FF2B5EF4-FFF2-40B4-BE49-F238E27FC236}">
                  <a16:creationId xmlns:a16="http://schemas.microsoft.com/office/drawing/2014/main" id="{00DECE12-7CF1-58E5-6D09-8C58AFD0561C}"/>
                </a:ext>
              </a:extLst>
            </p:cNvPr>
            <p:cNvSpPr/>
            <p:nvPr/>
          </p:nvSpPr>
          <p:spPr>
            <a:xfrm>
              <a:off x="8286570" y="4411227"/>
              <a:ext cx="15385" cy="11273"/>
            </a:xfrm>
            <a:custGeom>
              <a:avLst/>
              <a:gdLst>
                <a:gd name="csX0" fmla="*/ 3947 w 15385"/>
                <a:gd name="csY0" fmla="*/ 11779 h 11273"/>
                <a:gd name="csX1" fmla="*/ 10097 w 15385"/>
                <a:gd name="csY1" fmla="*/ 2557 h 11273"/>
                <a:gd name="csX2" fmla="*/ 13176 w 15385"/>
                <a:gd name="csY2" fmla="*/ 1531 h 11273"/>
                <a:gd name="csX3" fmla="*/ 19332 w 15385"/>
                <a:gd name="csY3" fmla="*/ 2557 h 11273"/>
                <a:gd name="csX4" fmla="*/ 12149 w 15385"/>
                <a:gd name="csY4" fmla="*/ 12805 h 11273"/>
                <a:gd name="csX5" fmla="*/ 3947 w 15385"/>
                <a:gd name="csY5" fmla="*/ 11779 h 11273"/>
              </a:gdLst>
              <a:ahLst/>
              <a:cxnLst>
                <a:cxn ang="0">
                  <a:pos x="csX0" y="csY0"/>
                </a:cxn>
                <a:cxn ang="0">
                  <a:pos x="csX1" y="csY1"/>
                </a:cxn>
                <a:cxn ang="0">
                  <a:pos x="csX2" y="csY2"/>
                </a:cxn>
                <a:cxn ang="0">
                  <a:pos x="csX3" y="csY3"/>
                </a:cxn>
                <a:cxn ang="0">
                  <a:pos x="csX4" y="csY4"/>
                </a:cxn>
                <a:cxn ang="0">
                  <a:pos x="csX5" y="csY5"/>
                </a:cxn>
              </a:cxnLst>
              <a:rect l="l" t="t" r="r" b="b"/>
              <a:pathLst>
                <a:path w="15385" h="11273">
                  <a:moveTo>
                    <a:pt x="3947" y="11779"/>
                  </a:moveTo>
                  <a:lnTo>
                    <a:pt x="10097" y="2557"/>
                  </a:lnTo>
                  <a:lnTo>
                    <a:pt x="13176" y="1531"/>
                  </a:lnTo>
                  <a:lnTo>
                    <a:pt x="19332" y="2557"/>
                  </a:lnTo>
                  <a:lnTo>
                    <a:pt x="12149" y="12805"/>
                  </a:lnTo>
                  <a:lnTo>
                    <a:pt x="3947" y="117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69" name="Forme libre : forme 247">
              <a:extLst>
                <a:ext uri="{FF2B5EF4-FFF2-40B4-BE49-F238E27FC236}">
                  <a16:creationId xmlns:a16="http://schemas.microsoft.com/office/drawing/2014/main" id="{2F004BCE-90C5-62F0-9A32-750421114A64}"/>
                </a:ext>
              </a:extLst>
            </p:cNvPr>
            <p:cNvSpPr/>
            <p:nvPr/>
          </p:nvSpPr>
          <p:spPr>
            <a:xfrm>
              <a:off x="8241447" y="4423527"/>
              <a:ext cx="97421" cy="86092"/>
            </a:xfrm>
            <a:custGeom>
              <a:avLst/>
              <a:gdLst>
                <a:gd name="csX0" fmla="*/ 44963 w 97421"/>
                <a:gd name="csY0" fmla="*/ 44605 h 86092"/>
                <a:gd name="csX1" fmla="*/ 53165 w 97421"/>
                <a:gd name="csY1" fmla="*/ 50755 h 86092"/>
                <a:gd name="csX2" fmla="*/ 48041 w 97421"/>
                <a:gd name="csY2" fmla="*/ 62029 h 86092"/>
                <a:gd name="csX3" fmla="*/ 48041 w 97421"/>
                <a:gd name="csY3" fmla="*/ 68179 h 86092"/>
                <a:gd name="csX4" fmla="*/ 64446 w 97421"/>
                <a:gd name="csY4" fmla="*/ 82531 h 86092"/>
                <a:gd name="csX5" fmla="*/ 70596 w 97421"/>
                <a:gd name="csY5" fmla="*/ 78427 h 86092"/>
                <a:gd name="csX6" fmla="*/ 74700 w 97421"/>
                <a:gd name="csY6" fmla="*/ 76381 h 86092"/>
                <a:gd name="csX7" fmla="*/ 73674 w 97421"/>
                <a:gd name="csY7" fmla="*/ 83551 h 86092"/>
                <a:gd name="csX8" fmla="*/ 78805 w 97421"/>
                <a:gd name="csY8" fmla="*/ 87655 h 86092"/>
                <a:gd name="csX9" fmla="*/ 81876 w 97421"/>
                <a:gd name="csY9" fmla="*/ 84577 h 86092"/>
                <a:gd name="csX10" fmla="*/ 81876 w 97421"/>
                <a:gd name="csY10" fmla="*/ 71257 h 86092"/>
                <a:gd name="csX11" fmla="*/ 76753 w 97421"/>
                <a:gd name="csY11" fmla="*/ 65108 h 86092"/>
                <a:gd name="csX12" fmla="*/ 77779 w 97421"/>
                <a:gd name="csY12" fmla="*/ 57931 h 86092"/>
                <a:gd name="csX13" fmla="*/ 82903 w 97421"/>
                <a:gd name="csY13" fmla="*/ 55879 h 86092"/>
                <a:gd name="csX14" fmla="*/ 93157 w 97421"/>
                <a:gd name="csY14" fmla="*/ 63055 h 86092"/>
                <a:gd name="csX15" fmla="*/ 99314 w 97421"/>
                <a:gd name="csY15" fmla="*/ 55879 h 86092"/>
                <a:gd name="csX16" fmla="*/ 101366 w 97421"/>
                <a:gd name="csY16" fmla="*/ 42560 h 86092"/>
                <a:gd name="csX17" fmla="*/ 95209 w 97421"/>
                <a:gd name="csY17" fmla="*/ 33331 h 86092"/>
                <a:gd name="csX18" fmla="*/ 96236 w 97421"/>
                <a:gd name="csY18" fmla="*/ 23084 h 86092"/>
                <a:gd name="csX19" fmla="*/ 92138 w 97421"/>
                <a:gd name="csY19" fmla="*/ 10784 h 86092"/>
                <a:gd name="csX20" fmla="*/ 76753 w 97421"/>
                <a:gd name="csY20" fmla="*/ 1562 h 86092"/>
                <a:gd name="csX21" fmla="*/ 80857 w 97421"/>
                <a:gd name="csY21" fmla="*/ 10784 h 86092"/>
                <a:gd name="csX22" fmla="*/ 76753 w 97421"/>
                <a:gd name="csY22" fmla="*/ 16934 h 86092"/>
                <a:gd name="csX23" fmla="*/ 73674 w 97421"/>
                <a:gd name="csY23" fmla="*/ 13855 h 86092"/>
                <a:gd name="csX24" fmla="*/ 67524 w 97421"/>
                <a:gd name="csY24" fmla="*/ 13855 h 86092"/>
                <a:gd name="csX25" fmla="*/ 64446 w 97421"/>
                <a:gd name="csY25" fmla="*/ 22058 h 86092"/>
                <a:gd name="csX26" fmla="*/ 57270 w 97421"/>
                <a:gd name="csY26" fmla="*/ 23084 h 86092"/>
                <a:gd name="csX27" fmla="*/ 55217 w 97421"/>
                <a:gd name="csY27" fmla="*/ 33331 h 86092"/>
                <a:gd name="csX28" fmla="*/ 48041 w 97421"/>
                <a:gd name="csY28" fmla="*/ 35384 h 86092"/>
                <a:gd name="csX29" fmla="*/ 44963 w 97421"/>
                <a:gd name="csY29" fmla="*/ 26155 h 86092"/>
                <a:gd name="csX30" fmla="*/ 33682 w 97421"/>
                <a:gd name="csY30" fmla="*/ 18986 h 86092"/>
                <a:gd name="csX31" fmla="*/ 17278 w 97421"/>
                <a:gd name="csY31" fmla="*/ 36410 h 86092"/>
                <a:gd name="csX32" fmla="*/ 10095 w 97421"/>
                <a:gd name="csY32" fmla="*/ 38455 h 86092"/>
                <a:gd name="csX33" fmla="*/ 3945 w 97421"/>
                <a:gd name="csY33" fmla="*/ 48703 h 86092"/>
                <a:gd name="csX34" fmla="*/ 3945 w 97421"/>
                <a:gd name="csY34" fmla="*/ 55879 h 86092"/>
                <a:gd name="csX35" fmla="*/ 9069 w 97421"/>
                <a:gd name="csY35" fmla="*/ 53827 h 86092"/>
                <a:gd name="csX36" fmla="*/ 13173 w 97421"/>
                <a:gd name="csY36" fmla="*/ 50755 h 86092"/>
                <a:gd name="csX37" fmla="*/ 13173 w 97421"/>
                <a:gd name="csY37" fmla="*/ 45631 h 86092"/>
                <a:gd name="csX38" fmla="*/ 20349 w 97421"/>
                <a:gd name="csY38" fmla="*/ 40508 h 86092"/>
                <a:gd name="csX39" fmla="*/ 26506 w 97421"/>
                <a:gd name="csY39" fmla="*/ 48703 h 86092"/>
                <a:gd name="csX40" fmla="*/ 32656 w 97421"/>
                <a:gd name="csY40" fmla="*/ 44605 h 86092"/>
                <a:gd name="csX41" fmla="*/ 44963 w 97421"/>
                <a:gd name="csY41" fmla="*/ 44605 h 86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97421" h="86092">
                  <a:moveTo>
                    <a:pt x="44963" y="44605"/>
                  </a:moveTo>
                  <a:lnTo>
                    <a:pt x="53165" y="50755"/>
                  </a:lnTo>
                  <a:lnTo>
                    <a:pt x="48041" y="62029"/>
                  </a:lnTo>
                  <a:lnTo>
                    <a:pt x="48041" y="68179"/>
                  </a:lnTo>
                  <a:lnTo>
                    <a:pt x="64446" y="82531"/>
                  </a:lnTo>
                  <a:lnTo>
                    <a:pt x="70596" y="78427"/>
                  </a:lnTo>
                  <a:lnTo>
                    <a:pt x="74700" y="76381"/>
                  </a:lnTo>
                  <a:lnTo>
                    <a:pt x="73674" y="83551"/>
                  </a:lnTo>
                  <a:lnTo>
                    <a:pt x="78805" y="87655"/>
                  </a:lnTo>
                  <a:lnTo>
                    <a:pt x="81876" y="84577"/>
                  </a:lnTo>
                  <a:lnTo>
                    <a:pt x="81876" y="71257"/>
                  </a:lnTo>
                  <a:lnTo>
                    <a:pt x="76753" y="65108"/>
                  </a:lnTo>
                  <a:lnTo>
                    <a:pt x="77779" y="57931"/>
                  </a:lnTo>
                  <a:lnTo>
                    <a:pt x="82903" y="55879"/>
                  </a:lnTo>
                  <a:lnTo>
                    <a:pt x="93157" y="63055"/>
                  </a:lnTo>
                  <a:lnTo>
                    <a:pt x="99314" y="55879"/>
                  </a:lnTo>
                  <a:lnTo>
                    <a:pt x="101366" y="42560"/>
                  </a:lnTo>
                  <a:lnTo>
                    <a:pt x="95209" y="33331"/>
                  </a:lnTo>
                  <a:lnTo>
                    <a:pt x="96236" y="23084"/>
                  </a:lnTo>
                  <a:lnTo>
                    <a:pt x="92138" y="10784"/>
                  </a:lnTo>
                  <a:lnTo>
                    <a:pt x="76753" y="1562"/>
                  </a:lnTo>
                  <a:lnTo>
                    <a:pt x="80857" y="10784"/>
                  </a:lnTo>
                  <a:lnTo>
                    <a:pt x="76753" y="16934"/>
                  </a:lnTo>
                  <a:lnTo>
                    <a:pt x="73674" y="13855"/>
                  </a:lnTo>
                  <a:lnTo>
                    <a:pt x="67524" y="13855"/>
                  </a:lnTo>
                  <a:lnTo>
                    <a:pt x="64446" y="22058"/>
                  </a:lnTo>
                  <a:lnTo>
                    <a:pt x="57270" y="23084"/>
                  </a:lnTo>
                  <a:lnTo>
                    <a:pt x="55217" y="33331"/>
                  </a:lnTo>
                  <a:lnTo>
                    <a:pt x="48041" y="35384"/>
                  </a:lnTo>
                  <a:lnTo>
                    <a:pt x="44963" y="26155"/>
                  </a:lnTo>
                  <a:lnTo>
                    <a:pt x="33682" y="18986"/>
                  </a:lnTo>
                  <a:lnTo>
                    <a:pt x="17278" y="36410"/>
                  </a:lnTo>
                  <a:lnTo>
                    <a:pt x="10095" y="38455"/>
                  </a:lnTo>
                  <a:lnTo>
                    <a:pt x="3945" y="48703"/>
                  </a:lnTo>
                  <a:lnTo>
                    <a:pt x="3945" y="55879"/>
                  </a:lnTo>
                  <a:lnTo>
                    <a:pt x="9069" y="53827"/>
                  </a:lnTo>
                  <a:lnTo>
                    <a:pt x="13173" y="50755"/>
                  </a:lnTo>
                  <a:lnTo>
                    <a:pt x="13173" y="45631"/>
                  </a:lnTo>
                  <a:lnTo>
                    <a:pt x="20349" y="40508"/>
                  </a:lnTo>
                  <a:lnTo>
                    <a:pt x="26506" y="48703"/>
                  </a:lnTo>
                  <a:lnTo>
                    <a:pt x="32656" y="44605"/>
                  </a:lnTo>
                  <a:lnTo>
                    <a:pt x="44963" y="446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0" name="Forme libre : forme 248">
              <a:extLst>
                <a:ext uri="{FF2B5EF4-FFF2-40B4-BE49-F238E27FC236}">
                  <a16:creationId xmlns:a16="http://schemas.microsoft.com/office/drawing/2014/main" id="{84187B37-124E-5C98-D9A9-69FD71F9D309}"/>
                </a:ext>
              </a:extLst>
            </p:cNvPr>
            <p:cNvSpPr/>
            <p:nvPr/>
          </p:nvSpPr>
          <p:spPr>
            <a:xfrm>
              <a:off x="8314262" y="4402005"/>
              <a:ext cx="10254" cy="11273"/>
            </a:xfrm>
            <a:custGeom>
              <a:avLst/>
              <a:gdLst>
                <a:gd name="csX0" fmla="*/ 13193 w 10254"/>
                <a:gd name="csY0" fmla="*/ 10747 h 11273"/>
                <a:gd name="csX1" fmla="*/ 9088 w 10254"/>
                <a:gd name="csY1" fmla="*/ 12800 h 11273"/>
                <a:gd name="csX2" fmla="*/ 3964 w 10254"/>
                <a:gd name="csY2" fmla="*/ 9721 h 11273"/>
                <a:gd name="csX3" fmla="*/ 4990 w 10254"/>
                <a:gd name="csY3" fmla="*/ 2545 h 11273"/>
                <a:gd name="csX4" fmla="*/ 14219 w 10254"/>
                <a:gd name="csY4" fmla="*/ 1526 h 11273"/>
                <a:gd name="csX5" fmla="*/ 13193 w 10254"/>
                <a:gd name="csY5" fmla="*/ 10747 h 11273"/>
              </a:gdLst>
              <a:ahLst/>
              <a:cxnLst>
                <a:cxn ang="0">
                  <a:pos x="csX0" y="csY0"/>
                </a:cxn>
                <a:cxn ang="0">
                  <a:pos x="csX1" y="csY1"/>
                </a:cxn>
                <a:cxn ang="0">
                  <a:pos x="csX2" y="csY2"/>
                </a:cxn>
                <a:cxn ang="0">
                  <a:pos x="csX3" y="csY3"/>
                </a:cxn>
                <a:cxn ang="0">
                  <a:pos x="csX4" y="csY4"/>
                </a:cxn>
                <a:cxn ang="0">
                  <a:pos x="csX5" y="csY5"/>
                </a:cxn>
              </a:cxnLst>
              <a:rect l="l" t="t" r="r" b="b"/>
              <a:pathLst>
                <a:path w="10254" h="11273">
                  <a:moveTo>
                    <a:pt x="13193" y="10747"/>
                  </a:moveTo>
                  <a:lnTo>
                    <a:pt x="9088" y="12800"/>
                  </a:lnTo>
                  <a:lnTo>
                    <a:pt x="3964" y="9721"/>
                  </a:lnTo>
                  <a:lnTo>
                    <a:pt x="4990" y="2545"/>
                  </a:lnTo>
                  <a:lnTo>
                    <a:pt x="14219" y="1526"/>
                  </a:lnTo>
                  <a:lnTo>
                    <a:pt x="13193" y="107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1" name="Forme libre : forme 249">
              <a:extLst>
                <a:ext uri="{FF2B5EF4-FFF2-40B4-BE49-F238E27FC236}">
                  <a16:creationId xmlns:a16="http://schemas.microsoft.com/office/drawing/2014/main" id="{605D489E-EF65-12A0-B141-56ADC6B5B93D}"/>
                </a:ext>
              </a:extLst>
            </p:cNvPr>
            <p:cNvSpPr/>
            <p:nvPr/>
          </p:nvSpPr>
          <p:spPr>
            <a:xfrm>
              <a:off x="8362483" y="4597765"/>
              <a:ext cx="28711" cy="39971"/>
            </a:xfrm>
            <a:custGeom>
              <a:avLst/>
              <a:gdLst>
                <a:gd name="csX0" fmla="*/ 3997 w 28711"/>
                <a:gd name="csY0" fmla="*/ 18053 h 39971"/>
                <a:gd name="csX1" fmla="*/ 7075 w 28711"/>
                <a:gd name="csY1" fmla="*/ 31379 h 39971"/>
                <a:gd name="csX2" fmla="*/ 13225 w 28711"/>
                <a:gd name="csY2" fmla="*/ 41626 h 39971"/>
                <a:gd name="csX3" fmla="*/ 19375 w 28711"/>
                <a:gd name="csY3" fmla="*/ 41626 h 39971"/>
                <a:gd name="csX4" fmla="*/ 14251 w 28711"/>
                <a:gd name="csY4" fmla="*/ 31379 h 39971"/>
                <a:gd name="csX5" fmla="*/ 12199 w 28711"/>
                <a:gd name="csY5" fmla="*/ 22150 h 39971"/>
                <a:gd name="csX6" fmla="*/ 31682 w 28711"/>
                <a:gd name="csY6" fmla="*/ 22150 h 39971"/>
                <a:gd name="csX7" fmla="*/ 26558 w 28711"/>
                <a:gd name="csY7" fmla="*/ 14981 h 39971"/>
                <a:gd name="csX8" fmla="*/ 19375 w 28711"/>
                <a:gd name="csY8" fmla="*/ 14981 h 39971"/>
                <a:gd name="csX9" fmla="*/ 21427 w 28711"/>
                <a:gd name="csY9" fmla="*/ 10876 h 39971"/>
                <a:gd name="csX10" fmla="*/ 31682 w 28711"/>
                <a:gd name="csY10" fmla="*/ 7805 h 39971"/>
                <a:gd name="csX11" fmla="*/ 32708 w 28711"/>
                <a:gd name="csY11" fmla="*/ 1655 h 39971"/>
                <a:gd name="csX12" fmla="*/ 22453 w 28711"/>
                <a:gd name="csY12" fmla="*/ 1655 h 39971"/>
                <a:gd name="csX13" fmla="*/ 13225 w 28711"/>
                <a:gd name="csY13" fmla="*/ 9857 h 39971"/>
                <a:gd name="csX14" fmla="*/ 3997 w 28711"/>
                <a:gd name="csY14" fmla="*/ 180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711" h="39971">
                  <a:moveTo>
                    <a:pt x="3997" y="18053"/>
                  </a:moveTo>
                  <a:lnTo>
                    <a:pt x="7075" y="31379"/>
                  </a:lnTo>
                  <a:lnTo>
                    <a:pt x="13225" y="41626"/>
                  </a:lnTo>
                  <a:lnTo>
                    <a:pt x="19375" y="41626"/>
                  </a:lnTo>
                  <a:lnTo>
                    <a:pt x="14251" y="31379"/>
                  </a:lnTo>
                  <a:lnTo>
                    <a:pt x="12199" y="22150"/>
                  </a:lnTo>
                  <a:lnTo>
                    <a:pt x="31682" y="22150"/>
                  </a:lnTo>
                  <a:lnTo>
                    <a:pt x="26558" y="14981"/>
                  </a:lnTo>
                  <a:lnTo>
                    <a:pt x="19375" y="14981"/>
                  </a:lnTo>
                  <a:lnTo>
                    <a:pt x="21427" y="10876"/>
                  </a:lnTo>
                  <a:lnTo>
                    <a:pt x="31682" y="7805"/>
                  </a:lnTo>
                  <a:lnTo>
                    <a:pt x="32708" y="1655"/>
                  </a:lnTo>
                  <a:lnTo>
                    <a:pt x="22453" y="1655"/>
                  </a:lnTo>
                  <a:lnTo>
                    <a:pt x="13225" y="9857"/>
                  </a:lnTo>
                  <a:lnTo>
                    <a:pt x="3997" y="180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2" name="Forme libre : forme 250">
              <a:extLst>
                <a:ext uri="{FF2B5EF4-FFF2-40B4-BE49-F238E27FC236}">
                  <a16:creationId xmlns:a16="http://schemas.microsoft.com/office/drawing/2014/main" id="{64AA5860-D494-0035-1089-133F63F78D80}"/>
                </a:ext>
              </a:extLst>
            </p:cNvPr>
            <p:cNvSpPr/>
            <p:nvPr/>
          </p:nvSpPr>
          <p:spPr>
            <a:xfrm rot="-3266189" flipV="1">
              <a:off x="8354583" y="4590611"/>
              <a:ext cx="15966" cy="11205"/>
            </a:xfrm>
            <a:custGeom>
              <a:avLst/>
              <a:gdLst>
                <a:gd name="csX0" fmla="*/ 3990 w 15966"/>
                <a:gd name="csY0" fmla="*/ 1640 h 11205"/>
                <a:gd name="csX1" fmla="*/ 12815 w 15966"/>
                <a:gd name="csY1" fmla="*/ 1640 h 11205"/>
                <a:gd name="csX2" fmla="*/ 19956 w 15966"/>
                <a:gd name="csY2" fmla="*/ 9267 h 11205"/>
                <a:gd name="csX3" fmla="*/ 16139 w 15966"/>
                <a:gd name="csY3" fmla="*/ 12845 h 11205"/>
                <a:gd name="csX4" fmla="*/ 3990 w 15966"/>
                <a:gd name="csY4" fmla="*/ 1640 h 11205"/>
              </a:gdLst>
              <a:ahLst/>
              <a:cxnLst>
                <a:cxn ang="0">
                  <a:pos x="csX0" y="csY0"/>
                </a:cxn>
                <a:cxn ang="0">
                  <a:pos x="csX1" y="csY1"/>
                </a:cxn>
                <a:cxn ang="0">
                  <a:pos x="csX2" y="csY2"/>
                </a:cxn>
                <a:cxn ang="0">
                  <a:pos x="csX3" y="csY3"/>
                </a:cxn>
                <a:cxn ang="0">
                  <a:pos x="csX4" y="csY4"/>
                </a:cxn>
              </a:cxnLst>
              <a:rect l="l" t="t" r="r" b="b"/>
              <a:pathLst>
                <a:path w="15966" h="11205">
                  <a:moveTo>
                    <a:pt x="3990" y="1640"/>
                  </a:moveTo>
                  <a:lnTo>
                    <a:pt x="12815" y="1640"/>
                  </a:lnTo>
                  <a:lnTo>
                    <a:pt x="19956" y="9267"/>
                  </a:lnTo>
                  <a:lnTo>
                    <a:pt x="16139" y="12845"/>
                  </a:lnTo>
                  <a:lnTo>
                    <a:pt x="3990" y="16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3" name="Forme libre : forme 251">
              <a:extLst>
                <a:ext uri="{FF2B5EF4-FFF2-40B4-BE49-F238E27FC236}">
                  <a16:creationId xmlns:a16="http://schemas.microsoft.com/office/drawing/2014/main" id="{7E50417A-8205-ED68-5896-94F4038F0ADD}"/>
                </a:ext>
              </a:extLst>
            </p:cNvPr>
            <p:cNvSpPr/>
            <p:nvPr/>
          </p:nvSpPr>
          <p:spPr>
            <a:xfrm rot="-3379478" flipV="1">
              <a:off x="8377621" y="4576511"/>
              <a:ext cx="9378" cy="7114"/>
            </a:xfrm>
            <a:custGeom>
              <a:avLst/>
              <a:gdLst>
                <a:gd name="csX0" fmla="*/ 5992 w 9378"/>
                <a:gd name="csY0" fmla="*/ 8746 h 7114"/>
                <a:gd name="csX1" fmla="*/ 13380 w 9378"/>
                <a:gd name="csY1" fmla="*/ 8746 h 7114"/>
                <a:gd name="csX2" fmla="*/ 11964 w 9378"/>
                <a:gd name="csY2" fmla="*/ 1631 h 7114"/>
                <a:gd name="csX3" fmla="*/ 4001 w 9378"/>
                <a:gd name="csY3" fmla="*/ 2493 h 7114"/>
                <a:gd name="csX4" fmla="*/ 5992 w 9378"/>
                <a:gd name="csY4" fmla="*/ 8746 h 7114"/>
              </a:gdLst>
              <a:ahLst/>
              <a:cxnLst>
                <a:cxn ang="0">
                  <a:pos x="csX0" y="csY0"/>
                </a:cxn>
                <a:cxn ang="0">
                  <a:pos x="csX1" y="csY1"/>
                </a:cxn>
                <a:cxn ang="0">
                  <a:pos x="csX2" y="csY2"/>
                </a:cxn>
                <a:cxn ang="0">
                  <a:pos x="csX3" y="csY3"/>
                </a:cxn>
                <a:cxn ang="0">
                  <a:pos x="csX4" y="csY4"/>
                </a:cxn>
              </a:cxnLst>
              <a:rect l="l" t="t" r="r" b="b"/>
              <a:pathLst>
                <a:path w="9378" h="7114">
                  <a:moveTo>
                    <a:pt x="5992" y="8746"/>
                  </a:moveTo>
                  <a:lnTo>
                    <a:pt x="13380" y="8746"/>
                  </a:lnTo>
                  <a:lnTo>
                    <a:pt x="11964" y="1631"/>
                  </a:lnTo>
                  <a:lnTo>
                    <a:pt x="4001" y="2493"/>
                  </a:lnTo>
                  <a:lnTo>
                    <a:pt x="5992" y="87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4" name="Forme libre : forme 252">
              <a:extLst>
                <a:ext uri="{FF2B5EF4-FFF2-40B4-BE49-F238E27FC236}">
                  <a16:creationId xmlns:a16="http://schemas.microsoft.com/office/drawing/2014/main" id="{98604E72-92F5-0671-CAE8-6BB65FB4DEEC}"/>
                </a:ext>
              </a:extLst>
            </p:cNvPr>
            <p:cNvSpPr/>
            <p:nvPr/>
          </p:nvSpPr>
          <p:spPr>
            <a:xfrm>
              <a:off x="8340934" y="4526024"/>
              <a:ext cx="9228" cy="13319"/>
            </a:xfrm>
            <a:custGeom>
              <a:avLst/>
              <a:gdLst>
                <a:gd name="csX0" fmla="*/ 3979 w 9228"/>
                <a:gd name="csY0" fmla="*/ 11850 h 13319"/>
                <a:gd name="csX1" fmla="*/ 10129 w 9228"/>
                <a:gd name="csY1" fmla="*/ 1602 h 13319"/>
                <a:gd name="csX2" fmla="*/ 13207 w 9228"/>
                <a:gd name="csY2" fmla="*/ 5700 h 13319"/>
                <a:gd name="csX3" fmla="*/ 10129 w 9228"/>
                <a:gd name="csY3" fmla="*/ 12876 h 13319"/>
                <a:gd name="csX4" fmla="*/ 7057 w 9228"/>
                <a:gd name="csY4" fmla="*/ 14921 h 13319"/>
                <a:gd name="csX5" fmla="*/ 3979 w 9228"/>
                <a:gd name="csY5" fmla="*/ 11850 h 13319"/>
              </a:gdLst>
              <a:ahLst/>
              <a:cxnLst>
                <a:cxn ang="0">
                  <a:pos x="csX0" y="csY0"/>
                </a:cxn>
                <a:cxn ang="0">
                  <a:pos x="csX1" y="csY1"/>
                </a:cxn>
                <a:cxn ang="0">
                  <a:pos x="csX2" y="csY2"/>
                </a:cxn>
                <a:cxn ang="0">
                  <a:pos x="csX3" y="csY3"/>
                </a:cxn>
                <a:cxn ang="0">
                  <a:pos x="csX4" y="csY4"/>
                </a:cxn>
                <a:cxn ang="0">
                  <a:pos x="csX5" y="csY5"/>
                </a:cxn>
              </a:cxnLst>
              <a:rect l="l" t="t" r="r" b="b"/>
              <a:pathLst>
                <a:path w="9228" h="13319">
                  <a:moveTo>
                    <a:pt x="3979" y="11850"/>
                  </a:moveTo>
                  <a:lnTo>
                    <a:pt x="10129" y="1602"/>
                  </a:lnTo>
                  <a:lnTo>
                    <a:pt x="13207" y="5700"/>
                  </a:lnTo>
                  <a:lnTo>
                    <a:pt x="10129" y="12876"/>
                  </a:lnTo>
                  <a:lnTo>
                    <a:pt x="7057" y="14921"/>
                  </a:lnTo>
                  <a:lnTo>
                    <a:pt x="3979" y="11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5" name="Forme libre : forme 253">
              <a:extLst>
                <a:ext uri="{FF2B5EF4-FFF2-40B4-BE49-F238E27FC236}">
                  <a16:creationId xmlns:a16="http://schemas.microsoft.com/office/drawing/2014/main" id="{E77A5220-C027-3858-B037-F527B2109565}"/>
                </a:ext>
              </a:extLst>
            </p:cNvPr>
            <p:cNvSpPr/>
            <p:nvPr/>
          </p:nvSpPr>
          <p:spPr>
            <a:xfrm>
              <a:off x="8356326" y="4632613"/>
              <a:ext cx="11280" cy="12299"/>
            </a:xfrm>
            <a:custGeom>
              <a:avLst/>
              <a:gdLst>
                <a:gd name="csX0" fmla="*/ 8094 w 11280"/>
                <a:gd name="csY0" fmla="*/ 1668 h 12299"/>
                <a:gd name="csX1" fmla="*/ 12198 w 11280"/>
                <a:gd name="csY1" fmla="*/ 6792 h 12299"/>
                <a:gd name="csX2" fmla="*/ 15270 w 11280"/>
                <a:gd name="csY2" fmla="*/ 9870 h 12299"/>
                <a:gd name="csX3" fmla="*/ 12198 w 11280"/>
                <a:gd name="csY3" fmla="*/ 13968 h 12299"/>
                <a:gd name="csX4" fmla="*/ 6042 w 11280"/>
                <a:gd name="csY4" fmla="*/ 9870 h 12299"/>
                <a:gd name="csX5" fmla="*/ 3989 w 11280"/>
                <a:gd name="csY5" fmla="*/ 4740 h 12299"/>
                <a:gd name="csX6" fmla="*/ 8094 w 11280"/>
                <a:gd name="csY6" fmla="*/ 1668 h 122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2299">
                  <a:moveTo>
                    <a:pt x="8094" y="1668"/>
                  </a:moveTo>
                  <a:lnTo>
                    <a:pt x="12198" y="6792"/>
                  </a:lnTo>
                  <a:lnTo>
                    <a:pt x="15270" y="9870"/>
                  </a:lnTo>
                  <a:lnTo>
                    <a:pt x="12198" y="13968"/>
                  </a:lnTo>
                  <a:lnTo>
                    <a:pt x="6042" y="9870"/>
                  </a:lnTo>
                  <a:lnTo>
                    <a:pt x="3989" y="4740"/>
                  </a:lnTo>
                  <a:lnTo>
                    <a:pt x="8094" y="16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6" name="Forme libre : forme 254">
              <a:extLst>
                <a:ext uri="{FF2B5EF4-FFF2-40B4-BE49-F238E27FC236}">
                  <a16:creationId xmlns:a16="http://schemas.microsoft.com/office/drawing/2014/main" id="{345A7702-89B5-CCB9-DBBD-3C86CE3A5372}"/>
                </a:ext>
              </a:extLst>
            </p:cNvPr>
            <p:cNvSpPr/>
            <p:nvPr/>
          </p:nvSpPr>
          <p:spPr>
            <a:xfrm>
              <a:off x="8333738" y="4688982"/>
              <a:ext cx="21535" cy="14352"/>
            </a:xfrm>
            <a:custGeom>
              <a:avLst/>
              <a:gdLst>
                <a:gd name="csX0" fmla="*/ 3977 w 21535"/>
                <a:gd name="csY0" fmla="*/ 8878 h 14352"/>
                <a:gd name="csX1" fmla="*/ 7056 w 21535"/>
                <a:gd name="csY1" fmla="*/ 1702 h 14352"/>
                <a:gd name="csX2" fmla="*/ 20389 w 21535"/>
                <a:gd name="csY2" fmla="*/ 2728 h 14352"/>
                <a:gd name="csX3" fmla="*/ 25513 w 21535"/>
                <a:gd name="csY3" fmla="*/ 9904 h 14352"/>
                <a:gd name="csX4" fmla="*/ 22441 w 21535"/>
                <a:gd name="csY4" fmla="*/ 16054 h 14352"/>
                <a:gd name="csX5" fmla="*/ 11160 w 21535"/>
                <a:gd name="csY5" fmla="*/ 15028 h 14352"/>
                <a:gd name="csX6" fmla="*/ 3977 w 21535"/>
                <a:gd name="csY6" fmla="*/ 8878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4352">
                  <a:moveTo>
                    <a:pt x="3977" y="8878"/>
                  </a:moveTo>
                  <a:lnTo>
                    <a:pt x="7056" y="1702"/>
                  </a:lnTo>
                  <a:lnTo>
                    <a:pt x="20389" y="2728"/>
                  </a:lnTo>
                  <a:lnTo>
                    <a:pt x="25513" y="9904"/>
                  </a:lnTo>
                  <a:lnTo>
                    <a:pt x="22441" y="16054"/>
                  </a:lnTo>
                  <a:lnTo>
                    <a:pt x="11160" y="15028"/>
                  </a:lnTo>
                  <a:lnTo>
                    <a:pt x="3977" y="88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7" name="Forme libre : forme 255">
              <a:extLst>
                <a:ext uri="{FF2B5EF4-FFF2-40B4-BE49-F238E27FC236}">
                  <a16:creationId xmlns:a16="http://schemas.microsoft.com/office/drawing/2014/main" id="{F31CA7A0-D180-5D8B-FE8D-3C86ABD8DF25}"/>
                </a:ext>
              </a:extLst>
            </p:cNvPr>
            <p:cNvSpPr/>
            <p:nvPr/>
          </p:nvSpPr>
          <p:spPr>
            <a:xfrm>
              <a:off x="8370624" y="4686929"/>
              <a:ext cx="66651" cy="24599"/>
            </a:xfrm>
            <a:custGeom>
              <a:avLst/>
              <a:gdLst>
                <a:gd name="csX0" fmla="*/ 4010 w 66651"/>
                <a:gd name="csY0" fmla="*/ 9907 h 24599"/>
                <a:gd name="csX1" fmla="*/ 21441 w 66651"/>
                <a:gd name="csY1" fmla="*/ 2731 h 24599"/>
                <a:gd name="csX2" fmla="*/ 45028 w 66651"/>
                <a:gd name="csY2" fmla="*/ 1705 h 24599"/>
                <a:gd name="csX3" fmla="*/ 54257 w 66651"/>
                <a:gd name="csY3" fmla="*/ 7855 h 24599"/>
                <a:gd name="csX4" fmla="*/ 64511 w 66651"/>
                <a:gd name="csY4" fmla="*/ 8881 h 24599"/>
                <a:gd name="csX5" fmla="*/ 70661 w 66651"/>
                <a:gd name="csY5" fmla="*/ 14005 h 24599"/>
                <a:gd name="csX6" fmla="*/ 70661 w 66651"/>
                <a:gd name="csY6" fmla="*/ 24259 h 24599"/>
                <a:gd name="csX7" fmla="*/ 66564 w 66651"/>
                <a:gd name="csY7" fmla="*/ 26305 h 24599"/>
                <a:gd name="csX8" fmla="*/ 48107 w 66651"/>
                <a:gd name="csY8" fmla="*/ 14005 h 24599"/>
                <a:gd name="csX9" fmla="*/ 31695 w 66651"/>
                <a:gd name="csY9" fmla="*/ 11959 h 24599"/>
                <a:gd name="csX10" fmla="*/ 17343 w 66651"/>
                <a:gd name="csY10" fmla="*/ 12985 h 24599"/>
                <a:gd name="csX11" fmla="*/ 9134 w 66651"/>
                <a:gd name="csY11" fmla="*/ 18102 h 24599"/>
                <a:gd name="csX12" fmla="*/ 4010 w 66651"/>
                <a:gd name="csY12" fmla="*/ 9907 h 24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651" h="24599">
                  <a:moveTo>
                    <a:pt x="4010" y="9907"/>
                  </a:moveTo>
                  <a:lnTo>
                    <a:pt x="21441" y="2731"/>
                  </a:lnTo>
                  <a:lnTo>
                    <a:pt x="45028" y="1705"/>
                  </a:lnTo>
                  <a:lnTo>
                    <a:pt x="54257" y="7855"/>
                  </a:lnTo>
                  <a:lnTo>
                    <a:pt x="64511" y="8881"/>
                  </a:lnTo>
                  <a:lnTo>
                    <a:pt x="70661" y="14005"/>
                  </a:lnTo>
                  <a:lnTo>
                    <a:pt x="70661" y="24259"/>
                  </a:lnTo>
                  <a:lnTo>
                    <a:pt x="66564" y="26305"/>
                  </a:lnTo>
                  <a:lnTo>
                    <a:pt x="48107" y="14005"/>
                  </a:lnTo>
                  <a:lnTo>
                    <a:pt x="31695" y="11959"/>
                  </a:lnTo>
                  <a:lnTo>
                    <a:pt x="17343" y="12985"/>
                  </a:lnTo>
                  <a:lnTo>
                    <a:pt x="9134" y="18102"/>
                  </a:lnTo>
                  <a:lnTo>
                    <a:pt x="4010" y="99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8" name="Forme libre : forme 256">
              <a:extLst>
                <a:ext uri="{FF2B5EF4-FFF2-40B4-BE49-F238E27FC236}">
                  <a16:creationId xmlns:a16="http://schemas.microsoft.com/office/drawing/2014/main" id="{9808311E-3681-F01F-DDA7-C407758C3FAC}"/>
                </a:ext>
              </a:extLst>
            </p:cNvPr>
            <p:cNvSpPr/>
            <p:nvPr/>
          </p:nvSpPr>
          <p:spPr>
            <a:xfrm>
              <a:off x="8290667" y="4660291"/>
              <a:ext cx="35887" cy="10247"/>
            </a:xfrm>
            <a:custGeom>
              <a:avLst/>
              <a:gdLst>
                <a:gd name="csX0" fmla="*/ 11132 w 35887"/>
                <a:gd name="csY0" fmla="*/ 11930 h 10247"/>
                <a:gd name="csX1" fmla="*/ 3956 w 35887"/>
                <a:gd name="csY1" fmla="*/ 7833 h 10247"/>
                <a:gd name="csX2" fmla="*/ 3956 w 35887"/>
                <a:gd name="csY2" fmla="*/ 3728 h 10247"/>
                <a:gd name="csX3" fmla="*/ 12158 w 35887"/>
                <a:gd name="csY3" fmla="*/ 1683 h 10247"/>
                <a:gd name="csX4" fmla="*/ 18308 w 35887"/>
                <a:gd name="csY4" fmla="*/ 4754 h 10247"/>
                <a:gd name="csX5" fmla="*/ 24465 w 35887"/>
                <a:gd name="csY5" fmla="*/ 6806 h 10247"/>
                <a:gd name="csX6" fmla="*/ 39843 w 35887"/>
                <a:gd name="csY6" fmla="*/ 6806 h 10247"/>
                <a:gd name="csX7" fmla="*/ 38817 w 35887"/>
                <a:gd name="csY7" fmla="*/ 10904 h 10247"/>
                <a:gd name="csX8" fmla="*/ 11132 w 35887"/>
                <a:gd name="csY8" fmla="*/ 11930 h 102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887" h="10247">
                  <a:moveTo>
                    <a:pt x="11132" y="11930"/>
                  </a:moveTo>
                  <a:lnTo>
                    <a:pt x="3956" y="7833"/>
                  </a:lnTo>
                  <a:lnTo>
                    <a:pt x="3956" y="3728"/>
                  </a:lnTo>
                  <a:lnTo>
                    <a:pt x="12158" y="1683"/>
                  </a:lnTo>
                  <a:lnTo>
                    <a:pt x="18308" y="4754"/>
                  </a:lnTo>
                  <a:lnTo>
                    <a:pt x="24465" y="6806"/>
                  </a:lnTo>
                  <a:lnTo>
                    <a:pt x="39843" y="6806"/>
                  </a:lnTo>
                  <a:lnTo>
                    <a:pt x="38817" y="10904"/>
                  </a:lnTo>
                  <a:lnTo>
                    <a:pt x="11132" y="11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79" name="Forme libre : forme 257">
              <a:extLst>
                <a:ext uri="{FF2B5EF4-FFF2-40B4-BE49-F238E27FC236}">
                  <a16:creationId xmlns:a16="http://schemas.microsoft.com/office/drawing/2014/main" id="{498EADAE-CA18-B2A8-913B-DD62FA792C69}"/>
                </a:ext>
              </a:extLst>
            </p:cNvPr>
            <p:cNvSpPr/>
            <p:nvPr/>
          </p:nvSpPr>
          <p:spPr>
            <a:xfrm>
              <a:off x="8251695" y="4721784"/>
              <a:ext cx="14359" cy="28697"/>
            </a:xfrm>
            <a:custGeom>
              <a:avLst/>
              <a:gdLst>
                <a:gd name="csX0" fmla="*/ 18287 w 14359"/>
                <a:gd name="csY0" fmla="*/ 6852 h 28697"/>
                <a:gd name="csX1" fmla="*/ 14182 w 14359"/>
                <a:gd name="csY1" fmla="*/ 1728 h 28697"/>
                <a:gd name="csX2" fmla="*/ 9059 w 14359"/>
                <a:gd name="csY2" fmla="*/ 5826 h 28697"/>
                <a:gd name="csX3" fmla="*/ 13156 w 14359"/>
                <a:gd name="csY3" fmla="*/ 13002 h 28697"/>
                <a:gd name="csX4" fmla="*/ 8032 w 14359"/>
                <a:gd name="csY4" fmla="*/ 23249 h 28697"/>
                <a:gd name="csX5" fmla="*/ 3928 w 14359"/>
                <a:gd name="csY5" fmla="*/ 28373 h 28697"/>
                <a:gd name="csX6" fmla="*/ 8032 w 14359"/>
                <a:gd name="csY6" fmla="*/ 30425 h 28697"/>
                <a:gd name="csX7" fmla="*/ 15209 w 14359"/>
                <a:gd name="csY7" fmla="*/ 22223 h 28697"/>
                <a:gd name="csX8" fmla="*/ 18287 w 14359"/>
                <a:gd name="csY8" fmla="*/ 6852 h 28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359" h="28697">
                  <a:moveTo>
                    <a:pt x="18287" y="6852"/>
                  </a:moveTo>
                  <a:lnTo>
                    <a:pt x="14182" y="1728"/>
                  </a:lnTo>
                  <a:lnTo>
                    <a:pt x="9059" y="5826"/>
                  </a:lnTo>
                  <a:lnTo>
                    <a:pt x="13156" y="13002"/>
                  </a:lnTo>
                  <a:lnTo>
                    <a:pt x="8032" y="23249"/>
                  </a:lnTo>
                  <a:lnTo>
                    <a:pt x="3928" y="28373"/>
                  </a:lnTo>
                  <a:lnTo>
                    <a:pt x="8032" y="30425"/>
                  </a:lnTo>
                  <a:lnTo>
                    <a:pt x="15209" y="22223"/>
                  </a:lnTo>
                  <a:lnTo>
                    <a:pt x="18287" y="68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0" name="Forme libre : forme 258">
              <a:extLst>
                <a:ext uri="{FF2B5EF4-FFF2-40B4-BE49-F238E27FC236}">
                  <a16:creationId xmlns:a16="http://schemas.microsoft.com/office/drawing/2014/main" id="{F048959E-6DBA-FEBA-A4A6-F2C2B9069EB3}"/>
                </a:ext>
              </a:extLst>
            </p:cNvPr>
            <p:cNvSpPr/>
            <p:nvPr/>
          </p:nvSpPr>
          <p:spPr>
            <a:xfrm>
              <a:off x="8244519" y="4729979"/>
              <a:ext cx="11280" cy="10247"/>
            </a:xfrm>
            <a:custGeom>
              <a:avLst/>
              <a:gdLst>
                <a:gd name="csX0" fmla="*/ 15203 w 11280"/>
                <a:gd name="csY0" fmla="*/ 6850 h 10247"/>
                <a:gd name="csX1" fmla="*/ 9053 w 11280"/>
                <a:gd name="csY1" fmla="*/ 8902 h 10247"/>
                <a:gd name="csX2" fmla="*/ 9053 w 11280"/>
                <a:gd name="csY2" fmla="*/ 11974 h 10247"/>
                <a:gd name="csX3" fmla="*/ 3922 w 11280"/>
                <a:gd name="csY3" fmla="*/ 11974 h 10247"/>
                <a:gd name="csX4" fmla="*/ 7001 w 11280"/>
                <a:gd name="csY4" fmla="*/ 2752 h 10247"/>
                <a:gd name="csX5" fmla="*/ 12125 w 11280"/>
                <a:gd name="csY5" fmla="*/ 1726 h 10247"/>
                <a:gd name="csX6" fmla="*/ 15203 w 11280"/>
                <a:gd name="csY6" fmla="*/ 6850 h 102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10247">
                  <a:moveTo>
                    <a:pt x="15203" y="6850"/>
                  </a:moveTo>
                  <a:lnTo>
                    <a:pt x="9053" y="8902"/>
                  </a:lnTo>
                  <a:lnTo>
                    <a:pt x="9053" y="11974"/>
                  </a:lnTo>
                  <a:lnTo>
                    <a:pt x="3922" y="11974"/>
                  </a:lnTo>
                  <a:lnTo>
                    <a:pt x="7001" y="2752"/>
                  </a:lnTo>
                  <a:lnTo>
                    <a:pt x="12125" y="1726"/>
                  </a:lnTo>
                  <a:lnTo>
                    <a:pt x="15203" y="68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1" name="Forme libre : forme 259">
              <a:extLst>
                <a:ext uri="{FF2B5EF4-FFF2-40B4-BE49-F238E27FC236}">
                  <a16:creationId xmlns:a16="http://schemas.microsoft.com/office/drawing/2014/main" id="{8FE675E3-B57F-4F71-BCF7-400B1ADA3515}"/>
                </a:ext>
              </a:extLst>
            </p:cNvPr>
            <p:cNvSpPr/>
            <p:nvPr/>
          </p:nvSpPr>
          <p:spPr>
            <a:xfrm>
              <a:off x="8467019" y="4746384"/>
              <a:ext cx="15378" cy="10247"/>
            </a:xfrm>
            <a:custGeom>
              <a:avLst/>
              <a:gdLst>
                <a:gd name="csX0" fmla="*/ 9182 w 15378"/>
                <a:gd name="csY0" fmla="*/ 11983 h 10247"/>
                <a:gd name="csX1" fmla="*/ 4058 w 15378"/>
                <a:gd name="csY1" fmla="*/ 3781 h 10247"/>
                <a:gd name="csX2" fmla="*/ 9182 w 15378"/>
                <a:gd name="csY2" fmla="*/ 1735 h 10247"/>
                <a:gd name="csX3" fmla="*/ 16358 w 15378"/>
                <a:gd name="csY3" fmla="*/ 2761 h 10247"/>
                <a:gd name="csX4" fmla="*/ 19436 w 15378"/>
                <a:gd name="csY4" fmla="*/ 7885 h 10247"/>
                <a:gd name="csX5" fmla="*/ 9182 w 15378"/>
                <a:gd name="csY5" fmla="*/ 11983 h 10247"/>
              </a:gdLst>
              <a:ahLst/>
              <a:cxnLst>
                <a:cxn ang="0">
                  <a:pos x="csX0" y="csY0"/>
                </a:cxn>
                <a:cxn ang="0">
                  <a:pos x="csX1" y="csY1"/>
                </a:cxn>
                <a:cxn ang="0">
                  <a:pos x="csX2" y="csY2"/>
                </a:cxn>
                <a:cxn ang="0">
                  <a:pos x="csX3" y="csY3"/>
                </a:cxn>
                <a:cxn ang="0">
                  <a:pos x="csX4" y="csY4"/>
                </a:cxn>
                <a:cxn ang="0">
                  <a:pos x="csX5" y="csY5"/>
                </a:cxn>
              </a:cxnLst>
              <a:rect l="l" t="t" r="r" b="b"/>
              <a:pathLst>
                <a:path w="15378" h="10247">
                  <a:moveTo>
                    <a:pt x="9182" y="11983"/>
                  </a:moveTo>
                  <a:lnTo>
                    <a:pt x="4058" y="3781"/>
                  </a:lnTo>
                  <a:lnTo>
                    <a:pt x="9182" y="1735"/>
                  </a:lnTo>
                  <a:lnTo>
                    <a:pt x="16358" y="2761"/>
                  </a:lnTo>
                  <a:lnTo>
                    <a:pt x="19436" y="7885"/>
                  </a:lnTo>
                  <a:lnTo>
                    <a:pt x="9182" y="119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2" name="Forme libre : forme 260">
              <a:extLst>
                <a:ext uri="{FF2B5EF4-FFF2-40B4-BE49-F238E27FC236}">
                  <a16:creationId xmlns:a16="http://schemas.microsoft.com/office/drawing/2014/main" id="{7D89BD73-D968-2252-45D2-289E5A3C5D20}"/>
                </a:ext>
              </a:extLst>
            </p:cNvPr>
            <p:cNvSpPr/>
            <p:nvPr/>
          </p:nvSpPr>
          <p:spPr>
            <a:xfrm>
              <a:off x="8437323" y="4783284"/>
              <a:ext cx="13332" cy="17423"/>
            </a:xfrm>
            <a:custGeom>
              <a:avLst/>
              <a:gdLst>
                <a:gd name="csX0" fmla="*/ 4039 w 13332"/>
                <a:gd name="csY0" fmla="*/ 19183 h 17423"/>
                <a:gd name="csX1" fmla="*/ 4039 w 13332"/>
                <a:gd name="csY1" fmla="*/ 13033 h 17423"/>
                <a:gd name="csX2" fmla="*/ 15319 w 13332"/>
                <a:gd name="csY2" fmla="*/ 1759 h 17423"/>
                <a:gd name="csX3" fmla="*/ 17372 w 13332"/>
                <a:gd name="csY3" fmla="*/ 7909 h 17423"/>
                <a:gd name="csX4" fmla="*/ 14293 w 13332"/>
                <a:gd name="csY4" fmla="*/ 16111 h 17423"/>
                <a:gd name="csX5" fmla="*/ 4039 w 13332"/>
                <a:gd name="csY5" fmla="*/ 19183 h 17423"/>
              </a:gdLst>
              <a:ahLst/>
              <a:cxnLst>
                <a:cxn ang="0">
                  <a:pos x="csX0" y="csY0"/>
                </a:cxn>
                <a:cxn ang="0">
                  <a:pos x="csX1" y="csY1"/>
                </a:cxn>
                <a:cxn ang="0">
                  <a:pos x="csX2" y="csY2"/>
                </a:cxn>
                <a:cxn ang="0">
                  <a:pos x="csX3" y="csY3"/>
                </a:cxn>
                <a:cxn ang="0">
                  <a:pos x="csX4" y="csY4"/>
                </a:cxn>
                <a:cxn ang="0">
                  <a:pos x="csX5" y="csY5"/>
                </a:cxn>
              </a:cxnLst>
              <a:rect l="l" t="t" r="r" b="b"/>
              <a:pathLst>
                <a:path w="13332" h="17423">
                  <a:moveTo>
                    <a:pt x="4039" y="19183"/>
                  </a:moveTo>
                  <a:lnTo>
                    <a:pt x="4039" y="13033"/>
                  </a:lnTo>
                  <a:lnTo>
                    <a:pt x="15319" y="1759"/>
                  </a:lnTo>
                  <a:lnTo>
                    <a:pt x="17372" y="7909"/>
                  </a:lnTo>
                  <a:lnTo>
                    <a:pt x="14293" y="16111"/>
                  </a:lnTo>
                  <a:lnTo>
                    <a:pt x="4039" y="191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3" name="Forme libre : forme 261">
              <a:extLst>
                <a:ext uri="{FF2B5EF4-FFF2-40B4-BE49-F238E27FC236}">
                  <a16:creationId xmlns:a16="http://schemas.microsoft.com/office/drawing/2014/main" id="{6200A959-60EE-6968-C414-8AE72E4FFC18}"/>
                </a:ext>
              </a:extLst>
            </p:cNvPr>
            <p:cNvSpPr/>
            <p:nvPr/>
          </p:nvSpPr>
          <p:spPr>
            <a:xfrm>
              <a:off x="8405513" y="4794557"/>
              <a:ext cx="9228" cy="9221"/>
            </a:xfrm>
            <a:custGeom>
              <a:avLst/>
              <a:gdLst>
                <a:gd name="csX0" fmla="*/ 5045 w 9228"/>
                <a:gd name="csY0" fmla="*/ 5863 h 9221"/>
                <a:gd name="csX1" fmla="*/ 4018 w 9228"/>
                <a:gd name="csY1" fmla="*/ 1765 h 9221"/>
                <a:gd name="csX2" fmla="*/ 13247 w 9228"/>
                <a:gd name="csY2" fmla="*/ 1765 h 9221"/>
                <a:gd name="csX3" fmla="*/ 13247 w 9228"/>
                <a:gd name="csY3" fmla="*/ 9960 h 9221"/>
                <a:gd name="csX4" fmla="*/ 8123 w 9228"/>
                <a:gd name="csY4" fmla="*/ 10986 h 9221"/>
                <a:gd name="csX5" fmla="*/ 5045 w 9228"/>
                <a:gd name="csY5" fmla="*/ 5863 h 9221"/>
              </a:gdLst>
              <a:ahLst/>
              <a:cxnLst>
                <a:cxn ang="0">
                  <a:pos x="csX0" y="csY0"/>
                </a:cxn>
                <a:cxn ang="0">
                  <a:pos x="csX1" y="csY1"/>
                </a:cxn>
                <a:cxn ang="0">
                  <a:pos x="csX2" y="csY2"/>
                </a:cxn>
                <a:cxn ang="0">
                  <a:pos x="csX3" y="csY3"/>
                </a:cxn>
                <a:cxn ang="0">
                  <a:pos x="csX4" y="csY4"/>
                </a:cxn>
                <a:cxn ang="0">
                  <a:pos x="csX5" y="csY5"/>
                </a:cxn>
              </a:cxnLst>
              <a:rect l="l" t="t" r="r" b="b"/>
              <a:pathLst>
                <a:path w="9228" h="9221">
                  <a:moveTo>
                    <a:pt x="5045" y="5863"/>
                  </a:moveTo>
                  <a:lnTo>
                    <a:pt x="4018" y="1765"/>
                  </a:lnTo>
                  <a:lnTo>
                    <a:pt x="13247" y="1765"/>
                  </a:lnTo>
                  <a:lnTo>
                    <a:pt x="13247" y="9960"/>
                  </a:lnTo>
                  <a:lnTo>
                    <a:pt x="8123" y="10986"/>
                  </a:lnTo>
                  <a:lnTo>
                    <a:pt x="5045" y="58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4" name="Forme libre : forme 262">
              <a:extLst>
                <a:ext uri="{FF2B5EF4-FFF2-40B4-BE49-F238E27FC236}">
                  <a16:creationId xmlns:a16="http://schemas.microsoft.com/office/drawing/2014/main" id="{AD52EB82-C710-8C6D-337B-3885514E19B0}"/>
                </a:ext>
              </a:extLst>
            </p:cNvPr>
            <p:cNvSpPr/>
            <p:nvPr/>
          </p:nvSpPr>
          <p:spPr>
            <a:xfrm rot="-5780970" flipV="1">
              <a:off x="8502251" y="4761890"/>
              <a:ext cx="10747" cy="8599"/>
            </a:xfrm>
            <a:custGeom>
              <a:avLst/>
              <a:gdLst>
                <a:gd name="csX0" fmla="*/ 4078 w 10747"/>
                <a:gd name="csY0" fmla="*/ 10343 h 8599"/>
                <a:gd name="csX1" fmla="*/ 13354 w 10747"/>
                <a:gd name="csY1" fmla="*/ 10343 h 8599"/>
                <a:gd name="csX2" fmla="*/ 14825 w 10747"/>
                <a:gd name="csY2" fmla="*/ 5021 h 8599"/>
                <a:gd name="csX3" fmla="*/ 7238 w 10747"/>
                <a:gd name="csY3" fmla="*/ 1744 h 8599"/>
                <a:gd name="csX4" fmla="*/ 4078 w 10747"/>
                <a:gd name="csY4" fmla="*/ 10343 h 8599"/>
              </a:gdLst>
              <a:ahLst/>
              <a:cxnLst>
                <a:cxn ang="0">
                  <a:pos x="csX0" y="csY0"/>
                </a:cxn>
                <a:cxn ang="0">
                  <a:pos x="csX1" y="csY1"/>
                </a:cxn>
                <a:cxn ang="0">
                  <a:pos x="csX2" y="csY2"/>
                </a:cxn>
                <a:cxn ang="0">
                  <a:pos x="csX3" y="csY3"/>
                </a:cxn>
                <a:cxn ang="0">
                  <a:pos x="csX4" y="csY4"/>
                </a:cxn>
              </a:cxnLst>
              <a:rect l="l" t="t" r="r" b="b"/>
              <a:pathLst>
                <a:path w="10747" h="8599">
                  <a:moveTo>
                    <a:pt x="4078" y="10343"/>
                  </a:moveTo>
                  <a:lnTo>
                    <a:pt x="13354" y="10343"/>
                  </a:lnTo>
                  <a:lnTo>
                    <a:pt x="14825" y="5021"/>
                  </a:lnTo>
                  <a:lnTo>
                    <a:pt x="7238" y="1744"/>
                  </a:lnTo>
                  <a:lnTo>
                    <a:pt x="4078" y="103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5" name="Forme libre : forme 263">
              <a:extLst>
                <a:ext uri="{FF2B5EF4-FFF2-40B4-BE49-F238E27FC236}">
                  <a16:creationId xmlns:a16="http://schemas.microsoft.com/office/drawing/2014/main" id="{3896EF20-EAB5-BD60-AAE0-F55498D7A7C6}"/>
                </a:ext>
              </a:extLst>
            </p:cNvPr>
            <p:cNvSpPr/>
            <p:nvPr/>
          </p:nvSpPr>
          <p:spPr>
            <a:xfrm rot="-4831640" flipV="1">
              <a:off x="8508303" y="4745865"/>
              <a:ext cx="11964" cy="10110"/>
            </a:xfrm>
            <a:custGeom>
              <a:avLst/>
              <a:gdLst>
                <a:gd name="csX0" fmla="*/ 8624 w 11964"/>
                <a:gd name="csY0" fmla="*/ 11846 h 10110"/>
                <a:gd name="csX1" fmla="*/ 14863 w 11964"/>
                <a:gd name="csY1" fmla="*/ 11846 h 10110"/>
                <a:gd name="csX2" fmla="*/ 16046 w 11964"/>
                <a:gd name="csY2" fmla="*/ 4773 h 10110"/>
                <a:gd name="csX3" fmla="*/ 4082 w 11964"/>
                <a:gd name="csY3" fmla="*/ 1736 h 10110"/>
                <a:gd name="csX4" fmla="*/ 8624 w 11964"/>
                <a:gd name="csY4" fmla="*/ 11846 h 10110"/>
              </a:gdLst>
              <a:ahLst/>
              <a:cxnLst>
                <a:cxn ang="0">
                  <a:pos x="csX0" y="csY0"/>
                </a:cxn>
                <a:cxn ang="0">
                  <a:pos x="csX1" y="csY1"/>
                </a:cxn>
                <a:cxn ang="0">
                  <a:pos x="csX2" y="csY2"/>
                </a:cxn>
                <a:cxn ang="0">
                  <a:pos x="csX3" y="csY3"/>
                </a:cxn>
                <a:cxn ang="0">
                  <a:pos x="csX4" y="csY4"/>
                </a:cxn>
              </a:cxnLst>
              <a:rect l="l" t="t" r="r" b="b"/>
              <a:pathLst>
                <a:path w="11964" h="10110">
                  <a:moveTo>
                    <a:pt x="8624" y="11846"/>
                  </a:moveTo>
                  <a:lnTo>
                    <a:pt x="14863" y="11846"/>
                  </a:lnTo>
                  <a:lnTo>
                    <a:pt x="16046" y="4773"/>
                  </a:lnTo>
                  <a:lnTo>
                    <a:pt x="4082" y="1736"/>
                  </a:lnTo>
                  <a:lnTo>
                    <a:pt x="8624" y="118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6" name="Forme libre : forme 264">
              <a:extLst>
                <a:ext uri="{FF2B5EF4-FFF2-40B4-BE49-F238E27FC236}">
                  <a16:creationId xmlns:a16="http://schemas.microsoft.com/office/drawing/2014/main" id="{5FCC4832-8E68-BAE9-97A5-EDCC7791A044}"/>
                </a:ext>
              </a:extLst>
            </p:cNvPr>
            <p:cNvSpPr/>
            <p:nvPr/>
          </p:nvSpPr>
          <p:spPr>
            <a:xfrm>
              <a:off x="8647530" y="4682414"/>
              <a:ext cx="214325" cy="174668"/>
            </a:xfrm>
            <a:custGeom>
              <a:avLst/>
              <a:gdLst>
                <a:gd name="csX0" fmla="*/ 7579 w 214325"/>
                <a:gd name="csY0" fmla="*/ 1760 h 174668"/>
                <a:gd name="csX1" fmla="*/ 28827 w 214325"/>
                <a:gd name="csY1" fmla="*/ 11412 h 174668"/>
                <a:gd name="csX2" fmla="*/ 62669 w 214325"/>
                <a:gd name="csY2" fmla="*/ 21660 h 174668"/>
                <a:gd name="csX3" fmla="*/ 75995 w 214325"/>
                <a:gd name="csY3" fmla="*/ 26784 h 174668"/>
                <a:gd name="csX4" fmla="*/ 94459 w 214325"/>
                <a:gd name="csY4" fmla="*/ 41136 h 174668"/>
                <a:gd name="csX5" fmla="*/ 108811 w 214325"/>
                <a:gd name="csY5" fmla="*/ 47286 h 174668"/>
                <a:gd name="csX6" fmla="*/ 111890 w 214325"/>
                <a:gd name="csY6" fmla="*/ 65736 h 174668"/>
                <a:gd name="csX7" fmla="*/ 146758 w 214325"/>
                <a:gd name="csY7" fmla="*/ 79062 h 174668"/>
                <a:gd name="csX8" fmla="*/ 153934 w 214325"/>
                <a:gd name="csY8" fmla="*/ 84186 h 174668"/>
                <a:gd name="csX9" fmla="*/ 151882 w 214325"/>
                <a:gd name="csY9" fmla="*/ 92381 h 174668"/>
                <a:gd name="csX10" fmla="*/ 138549 w 214325"/>
                <a:gd name="csY10" fmla="*/ 95460 h 174668"/>
                <a:gd name="csX11" fmla="*/ 138549 w 214325"/>
                <a:gd name="csY11" fmla="*/ 100584 h 174668"/>
                <a:gd name="csX12" fmla="*/ 149829 w 214325"/>
                <a:gd name="csY12" fmla="*/ 115955 h 174668"/>
                <a:gd name="csX13" fmla="*/ 163162 w 214325"/>
                <a:gd name="csY13" fmla="*/ 116981 h 174668"/>
                <a:gd name="csX14" fmla="*/ 162136 w 214325"/>
                <a:gd name="csY14" fmla="*/ 128255 h 174668"/>
                <a:gd name="csX15" fmla="*/ 172391 w 214325"/>
                <a:gd name="csY15" fmla="*/ 143633 h 174668"/>
                <a:gd name="csX16" fmla="*/ 188795 w 214325"/>
                <a:gd name="csY16" fmla="*/ 149783 h 174668"/>
                <a:gd name="csX17" fmla="*/ 215461 w 214325"/>
                <a:gd name="csY17" fmla="*/ 165155 h 174668"/>
                <a:gd name="csX18" fmla="*/ 218539 w 214325"/>
                <a:gd name="csY18" fmla="*/ 175403 h 174668"/>
                <a:gd name="csX19" fmla="*/ 212383 w 214325"/>
                <a:gd name="csY19" fmla="*/ 176429 h 174668"/>
                <a:gd name="csX20" fmla="*/ 194952 w 214325"/>
                <a:gd name="csY20" fmla="*/ 171305 h 174668"/>
                <a:gd name="csX21" fmla="*/ 176495 w 214325"/>
                <a:gd name="csY21" fmla="*/ 165155 h 174668"/>
                <a:gd name="csX22" fmla="*/ 157012 w 214325"/>
                <a:gd name="csY22" fmla="*/ 165155 h 174668"/>
                <a:gd name="csX23" fmla="*/ 143679 w 214325"/>
                <a:gd name="csY23" fmla="*/ 157979 h 174668"/>
                <a:gd name="csX24" fmla="*/ 138549 w 214325"/>
                <a:gd name="csY24" fmla="*/ 143627 h 174668"/>
                <a:gd name="csX25" fmla="*/ 128294 w 214325"/>
                <a:gd name="csY25" fmla="*/ 138503 h 174668"/>
                <a:gd name="csX26" fmla="*/ 120092 w 214325"/>
                <a:gd name="csY26" fmla="*/ 123131 h 174668"/>
                <a:gd name="csX27" fmla="*/ 108811 w 214325"/>
                <a:gd name="csY27" fmla="*/ 121079 h 174668"/>
                <a:gd name="csX28" fmla="*/ 86250 w 214325"/>
                <a:gd name="csY28" fmla="*/ 110831 h 174668"/>
                <a:gd name="csX29" fmla="*/ 71898 w 214325"/>
                <a:gd name="csY29" fmla="*/ 112883 h 174668"/>
                <a:gd name="csX30" fmla="*/ 74969 w 214325"/>
                <a:gd name="csY30" fmla="*/ 124157 h 174668"/>
                <a:gd name="csX31" fmla="*/ 55486 w 214325"/>
                <a:gd name="csY31" fmla="*/ 124157 h 174668"/>
                <a:gd name="csX32" fmla="*/ 52408 w 214325"/>
                <a:gd name="csY32" fmla="*/ 130300 h 174668"/>
                <a:gd name="csX33" fmla="*/ 63689 w 214325"/>
                <a:gd name="csY33" fmla="*/ 139529 h 174668"/>
                <a:gd name="csX34" fmla="*/ 54460 w 214325"/>
                <a:gd name="csY34" fmla="*/ 145679 h 174668"/>
                <a:gd name="csX35" fmla="*/ 14468 w 214325"/>
                <a:gd name="csY35" fmla="*/ 145679 h 174668"/>
                <a:gd name="csX36" fmla="*/ 11390 w 214325"/>
                <a:gd name="csY36" fmla="*/ 101603 h 174668"/>
                <a:gd name="csX37" fmla="*/ 5240 w 214325"/>
                <a:gd name="csY37" fmla="*/ 92381 h 174668"/>
                <a:gd name="csX38" fmla="*/ 4214 w 214325"/>
                <a:gd name="csY38" fmla="*/ 84179 h 174668"/>
                <a:gd name="csX39" fmla="*/ 11390 w 214325"/>
                <a:gd name="csY39" fmla="*/ 74957 h 174668"/>
                <a:gd name="csX40" fmla="*/ 7579 w 214325"/>
                <a:gd name="csY40" fmla="*/ 1760 h 174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14325" h="174668">
                  <a:moveTo>
                    <a:pt x="7579" y="1760"/>
                  </a:moveTo>
                  <a:lnTo>
                    <a:pt x="28827" y="11412"/>
                  </a:lnTo>
                  <a:lnTo>
                    <a:pt x="62669" y="21660"/>
                  </a:lnTo>
                  <a:lnTo>
                    <a:pt x="75995" y="26784"/>
                  </a:lnTo>
                  <a:lnTo>
                    <a:pt x="94459" y="41136"/>
                  </a:lnTo>
                  <a:lnTo>
                    <a:pt x="108811" y="47286"/>
                  </a:lnTo>
                  <a:lnTo>
                    <a:pt x="111890" y="65736"/>
                  </a:lnTo>
                  <a:lnTo>
                    <a:pt x="146758" y="79062"/>
                  </a:lnTo>
                  <a:lnTo>
                    <a:pt x="153934" y="84186"/>
                  </a:lnTo>
                  <a:lnTo>
                    <a:pt x="151882" y="92381"/>
                  </a:lnTo>
                  <a:lnTo>
                    <a:pt x="138549" y="95460"/>
                  </a:lnTo>
                  <a:lnTo>
                    <a:pt x="138549" y="100584"/>
                  </a:lnTo>
                  <a:lnTo>
                    <a:pt x="149829" y="115955"/>
                  </a:lnTo>
                  <a:lnTo>
                    <a:pt x="163162" y="116981"/>
                  </a:lnTo>
                  <a:lnTo>
                    <a:pt x="162136" y="128255"/>
                  </a:lnTo>
                  <a:lnTo>
                    <a:pt x="172391" y="143633"/>
                  </a:lnTo>
                  <a:lnTo>
                    <a:pt x="188795" y="149783"/>
                  </a:lnTo>
                  <a:lnTo>
                    <a:pt x="215461" y="165155"/>
                  </a:lnTo>
                  <a:lnTo>
                    <a:pt x="218539" y="175403"/>
                  </a:lnTo>
                  <a:lnTo>
                    <a:pt x="212383" y="176429"/>
                  </a:lnTo>
                  <a:lnTo>
                    <a:pt x="194952" y="171305"/>
                  </a:lnTo>
                  <a:lnTo>
                    <a:pt x="176495" y="165155"/>
                  </a:lnTo>
                  <a:lnTo>
                    <a:pt x="157012" y="165155"/>
                  </a:lnTo>
                  <a:lnTo>
                    <a:pt x="143679" y="157979"/>
                  </a:lnTo>
                  <a:lnTo>
                    <a:pt x="138549" y="143627"/>
                  </a:lnTo>
                  <a:lnTo>
                    <a:pt x="128294" y="138503"/>
                  </a:lnTo>
                  <a:lnTo>
                    <a:pt x="120092" y="123131"/>
                  </a:lnTo>
                  <a:lnTo>
                    <a:pt x="108811" y="121079"/>
                  </a:lnTo>
                  <a:lnTo>
                    <a:pt x="86250" y="110831"/>
                  </a:lnTo>
                  <a:lnTo>
                    <a:pt x="71898" y="112883"/>
                  </a:lnTo>
                  <a:lnTo>
                    <a:pt x="74969" y="124157"/>
                  </a:lnTo>
                  <a:lnTo>
                    <a:pt x="55486" y="124157"/>
                  </a:lnTo>
                  <a:lnTo>
                    <a:pt x="52408" y="130300"/>
                  </a:lnTo>
                  <a:lnTo>
                    <a:pt x="63689" y="139529"/>
                  </a:lnTo>
                  <a:lnTo>
                    <a:pt x="54460" y="145679"/>
                  </a:lnTo>
                  <a:lnTo>
                    <a:pt x="14468" y="145679"/>
                  </a:lnTo>
                  <a:lnTo>
                    <a:pt x="11390" y="101603"/>
                  </a:lnTo>
                  <a:lnTo>
                    <a:pt x="5240" y="92381"/>
                  </a:lnTo>
                  <a:lnTo>
                    <a:pt x="4214" y="84179"/>
                  </a:lnTo>
                  <a:lnTo>
                    <a:pt x="11390" y="74957"/>
                  </a:lnTo>
                  <a:lnTo>
                    <a:pt x="7579" y="176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7" name="Forme libre : forme 265">
              <a:extLst>
                <a:ext uri="{FF2B5EF4-FFF2-40B4-BE49-F238E27FC236}">
                  <a16:creationId xmlns:a16="http://schemas.microsoft.com/office/drawing/2014/main" id="{0F755B83-0B41-A9E2-CC54-7FB50F36F196}"/>
                </a:ext>
              </a:extLst>
            </p:cNvPr>
            <p:cNvSpPr/>
            <p:nvPr/>
          </p:nvSpPr>
          <p:spPr>
            <a:xfrm>
              <a:off x="8580859" y="4783284"/>
              <a:ext cx="25639" cy="24599"/>
            </a:xfrm>
            <a:custGeom>
              <a:avLst/>
              <a:gdLst>
                <a:gd name="csX0" fmla="*/ 24641 w 25639"/>
                <a:gd name="csY0" fmla="*/ 1764 h 24599"/>
                <a:gd name="csX1" fmla="*/ 28745 w 25639"/>
                <a:gd name="csY1" fmla="*/ 9967 h 24599"/>
                <a:gd name="csX2" fmla="*/ 29772 w 25639"/>
                <a:gd name="csY2" fmla="*/ 24312 h 24599"/>
                <a:gd name="csX3" fmla="*/ 5151 w 25639"/>
                <a:gd name="csY3" fmla="*/ 26364 h 24599"/>
                <a:gd name="csX4" fmla="*/ 4132 w 25639"/>
                <a:gd name="csY4" fmla="*/ 20214 h 24599"/>
                <a:gd name="csX5" fmla="*/ 13360 w 25639"/>
                <a:gd name="csY5" fmla="*/ 3817 h 24599"/>
                <a:gd name="csX6" fmla="*/ 24641 w 25639"/>
                <a:gd name="csY6" fmla="*/ 1764 h 245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639" h="24599">
                  <a:moveTo>
                    <a:pt x="24641" y="1764"/>
                  </a:moveTo>
                  <a:lnTo>
                    <a:pt x="28745" y="9967"/>
                  </a:lnTo>
                  <a:lnTo>
                    <a:pt x="29772" y="24312"/>
                  </a:lnTo>
                  <a:lnTo>
                    <a:pt x="5151" y="26364"/>
                  </a:lnTo>
                  <a:lnTo>
                    <a:pt x="4132" y="20214"/>
                  </a:lnTo>
                  <a:lnTo>
                    <a:pt x="13360" y="3817"/>
                  </a:lnTo>
                  <a:lnTo>
                    <a:pt x="24641" y="1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8" name="Forme libre : forme 266">
              <a:extLst>
                <a:ext uri="{FF2B5EF4-FFF2-40B4-BE49-F238E27FC236}">
                  <a16:creationId xmlns:a16="http://schemas.microsoft.com/office/drawing/2014/main" id="{9024C4F2-466C-D205-4981-AD58C56A198C}"/>
                </a:ext>
              </a:extLst>
            </p:cNvPr>
            <p:cNvSpPr/>
            <p:nvPr/>
          </p:nvSpPr>
          <p:spPr>
            <a:xfrm>
              <a:off x="8358379" y="4656186"/>
              <a:ext cx="13332" cy="6149"/>
            </a:xfrm>
            <a:custGeom>
              <a:avLst/>
              <a:gdLst>
                <a:gd name="csX0" fmla="*/ 8096 w 13332"/>
                <a:gd name="csY0" fmla="*/ 6803 h 6149"/>
                <a:gd name="csX1" fmla="*/ 16298 w 13332"/>
                <a:gd name="csY1" fmla="*/ 7829 h 6149"/>
                <a:gd name="csX2" fmla="*/ 17324 w 13332"/>
                <a:gd name="csY2" fmla="*/ 2705 h 6149"/>
                <a:gd name="csX3" fmla="*/ 8096 w 13332"/>
                <a:gd name="csY3" fmla="*/ 1679 h 6149"/>
                <a:gd name="csX4" fmla="*/ 3991 w 13332"/>
                <a:gd name="csY4" fmla="*/ 4751 h 6149"/>
                <a:gd name="csX5" fmla="*/ 8096 w 13332"/>
                <a:gd name="csY5" fmla="*/ 6803 h 6149"/>
              </a:gdLst>
              <a:ahLst/>
              <a:cxnLst>
                <a:cxn ang="0">
                  <a:pos x="csX0" y="csY0"/>
                </a:cxn>
                <a:cxn ang="0">
                  <a:pos x="csX1" y="csY1"/>
                </a:cxn>
                <a:cxn ang="0">
                  <a:pos x="csX2" y="csY2"/>
                </a:cxn>
                <a:cxn ang="0">
                  <a:pos x="csX3" y="csY3"/>
                </a:cxn>
                <a:cxn ang="0">
                  <a:pos x="csX4" y="csY4"/>
                </a:cxn>
                <a:cxn ang="0">
                  <a:pos x="csX5" y="csY5"/>
                </a:cxn>
              </a:cxnLst>
              <a:rect l="l" t="t" r="r" b="b"/>
              <a:pathLst>
                <a:path w="13332" h="6149">
                  <a:moveTo>
                    <a:pt x="8096" y="6803"/>
                  </a:moveTo>
                  <a:lnTo>
                    <a:pt x="16298" y="7829"/>
                  </a:lnTo>
                  <a:lnTo>
                    <a:pt x="17324" y="2705"/>
                  </a:lnTo>
                  <a:lnTo>
                    <a:pt x="8096" y="1679"/>
                  </a:lnTo>
                  <a:lnTo>
                    <a:pt x="3991" y="4751"/>
                  </a:lnTo>
                  <a:lnTo>
                    <a:pt x="8096" y="68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89" name="Forme libre : forme 267">
              <a:extLst>
                <a:ext uri="{FF2B5EF4-FFF2-40B4-BE49-F238E27FC236}">
                  <a16:creationId xmlns:a16="http://schemas.microsoft.com/office/drawing/2014/main" id="{4C5A7120-385E-606E-1A66-D935EDD90E43}"/>
                </a:ext>
              </a:extLst>
            </p:cNvPr>
            <p:cNvSpPr/>
            <p:nvPr/>
          </p:nvSpPr>
          <p:spPr>
            <a:xfrm>
              <a:off x="8411669" y="4657212"/>
              <a:ext cx="15385" cy="11273"/>
            </a:xfrm>
            <a:custGeom>
              <a:avLst/>
              <a:gdLst>
                <a:gd name="csX0" fmla="*/ 5050 w 15385"/>
                <a:gd name="csY0" fmla="*/ 11929 h 11273"/>
                <a:gd name="csX1" fmla="*/ 4024 w 15385"/>
                <a:gd name="csY1" fmla="*/ 7831 h 11273"/>
                <a:gd name="csX2" fmla="*/ 7102 w 15385"/>
                <a:gd name="csY2" fmla="*/ 1681 h 11273"/>
                <a:gd name="csX3" fmla="*/ 19409 w 15385"/>
                <a:gd name="csY3" fmla="*/ 2707 h 11273"/>
                <a:gd name="csX4" fmla="*/ 19409 w 15385"/>
                <a:gd name="csY4" fmla="*/ 7831 h 11273"/>
                <a:gd name="csX5" fmla="*/ 13252 w 15385"/>
                <a:gd name="csY5" fmla="*/ 12955 h 11273"/>
                <a:gd name="csX6" fmla="*/ 5050 w 15385"/>
                <a:gd name="csY6" fmla="*/ 11929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1273">
                  <a:moveTo>
                    <a:pt x="5050" y="11929"/>
                  </a:moveTo>
                  <a:lnTo>
                    <a:pt x="4024" y="7831"/>
                  </a:lnTo>
                  <a:lnTo>
                    <a:pt x="7102" y="1681"/>
                  </a:lnTo>
                  <a:lnTo>
                    <a:pt x="19409" y="2707"/>
                  </a:lnTo>
                  <a:lnTo>
                    <a:pt x="19409" y="7831"/>
                  </a:lnTo>
                  <a:lnTo>
                    <a:pt x="13252" y="12955"/>
                  </a:lnTo>
                  <a:lnTo>
                    <a:pt x="5050" y="119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0" name="Forme libre : forme 268">
              <a:extLst>
                <a:ext uri="{FF2B5EF4-FFF2-40B4-BE49-F238E27FC236}">
                  <a16:creationId xmlns:a16="http://schemas.microsoft.com/office/drawing/2014/main" id="{1F74AF41-C930-2C2B-94DF-D33A1C6F2BEA}"/>
                </a:ext>
              </a:extLst>
            </p:cNvPr>
            <p:cNvSpPr/>
            <p:nvPr/>
          </p:nvSpPr>
          <p:spPr>
            <a:xfrm rot="2595058" flipV="1">
              <a:off x="8527983" y="4640260"/>
              <a:ext cx="27842" cy="9310"/>
            </a:xfrm>
            <a:custGeom>
              <a:avLst/>
              <a:gdLst>
                <a:gd name="csX0" fmla="*/ 4097 w 27842"/>
                <a:gd name="csY0" fmla="*/ 1672 h 9310"/>
                <a:gd name="csX1" fmla="*/ 28027 w 27842"/>
                <a:gd name="csY1" fmla="*/ 1672 h 9310"/>
                <a:gd name="csX2" fmla="*/ 31940 w 27842"/>
                <a:gd name="csY2" fmla="*/ 10982 h 9310"/>
                <a:gd name="csX3" fmla="*/ 14509 w 27842"/>
                <a:gd name="csY3" fmla="*/ 10059 h 9310"/>
                <a:gd name="csX4" fmla="*/ 4097 w 27842"/>
                <a:gd name="csY4" fmla="*/ 1672 h 9310"/>
              </a:gdLst>
              <a:ahLst/>
              <a:cxnLst>
                <a:cxn ang="0">
                  <a:pos x="csX0" y="csY0"/>
                </a:cxn>
                <a:cxn ang="0">
                  <a:pos x="csX1" y="csY1"/>
                </a:cxn>
                <a:cxn ang="0">
                  <a:pos x="csX2" y="csY2"/>
                </a:cxn>
                <a:cxn ang="0">
                  <a:pos x="csX3" y="csY3"/>
                </a:cxn>
                <a:cxn ang="0">
                  <a:pos x="csX4" y="csY4"/>
                </a:cxn>
              </a:cxnLst>
              <a:rect l="l" t="t" r="r" b="b"/>
              <a:pathLst>
                <a:path w="27842" h="9310">
                  <a:moveTo>
                    <a:pt x="4097" y="1672"/>
                  </a:moveTo>
                  <a:lnTo>
                    <a:pt x="28027" y="1672"/>
                  </a:lnTo>
                  <a:lnTo>
                    <a:pt x="31940" y="10982"/>
                  </a:lnTo>
                  <a:lnTo>
                    <a:pt x="14509" y="10059"/>
                  </a:lnTo>
                  <a:lnTo>
                    <a:pt x="4097" y="16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1" name="Forme libre : forme 269">
              <a:extLst>
                <a:ext uri="{FF2B5EF4-FFF2-40B4-BE49-F238E27FC236}">
                  <a16:creationId xmlns:a16="http://schemas.microsoft.com/office/drawing/2014/main" id="{2FC72F61-47D7-8064-C006-FD6E3C8EBD11}"/>
                </a:ext>
              </a:extLst>
            </p:cNvPr>
            <p:cNvSpPr/>
            <p:nvPr/>
          </p:nvSpPr>
          <p:spPr>
            <a:xfrm>
              <a:off x="8807533" y="4712569"/>
              <a:ext cx="88193" cy="47147"/>
            </a:xfrm>
            <a:custGeom>
              <a:avLst/>
              <a:gdLst>
                <a:gd name="csX0" fmla="*/ 79152 w 88193"/>
                <a:gd name="csY0" fmla="*/ 6853 h 47147"/>
                <a:gd name="csX1" fmla="*/ 77100 w 88193"/>
                <a:gd name="csY1" fmla="*/ 17101 h 47147"/>
                <a:gd name="csX2" fmla="*/ 56591 w 88193"/>
                <a:gd name="csY2" fmla="*/ 34524 h 47147"/>
                <a:gd name="csX3" fmla="*/ 36082 w 88193"/>
                <a:gd name="csY3" fmla="*/ 34524 h 47147"/>
                <a:gd name="csX4" fmla="*/ 19678 w 88193"/>
                <a:gd name="csY4" fmla="*/ 31453 h 47147"/>
                <a:gd name="csX5" fmla="*/ 4292 w 88193"/>
                <a:gd name="csY5" fmla="*/ 30427 h 47147"/>
                <a:gd name="csX6" fmla="*/ 8397 w 88193"/>
                <a:gd name="csY6" fmla="*/ 39648 h 47147"/>
                <a:gd name="csX7" fmla="*/ 23775 w 88193"/>
                <a:gd name="csY7" fmla="*/ 48877 h 47147"/>
                <a:gd name="csX8" fmla="*/ 47363 w 88193"/>
                <a:gd name="csY8" fmla="*/ 47851 h 47147"/>
                <a:gd name="csX9" fmla="*/ 85302 w 88193"/>
                <a:gd name="csY9" fmla="*/ 33498 h 47147"/>
                <a:gd name="csX10" fmla="*/ 90433 w 88193"/>
                <a:gd name="csY10" fmla="*/ 34524 h 47147"/>
                <a:gd name="csX11" fmla="*/ 89407 w 88193"/>
                <a:gd name="csY11" fmla="*/ 16075 h 47147"/>
                <a:gd name="csX12" fmla="*/ 92485 w 88193"/>
                <a:gd name="csY12" fmla="*/ 9925 h 47147"/>
                <a:gd name="csX13" fmla="*/ 84276 w 88193"/>
                <a:gd name="csY13" fmla="*/ 1729 h 47147"/>
                <a:gd name="csX14" fmla="*/ 79152 w 88193"/>
                <a:gd name="csY14" fmla="*/ 6853 h 4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193" h="47147">
                  <a:moveTo>
                    <a:pt x="79152" y="6853"/>
                  </a:moveTo>
                  <a:lnTo>
                    <a:pt x="77100" y="17101"/>
                  </a:lnTo>
                  <a:lnTo>
                    <a:pt x="56591" y="34524"/>
                  </a:lnTo>
                  <a:lnTo>
                    <a:pt x="36082" y="34524"/>
                  </a:lnTo>
                  <a:cubicBezTo>
                    <a:pt x="36082" y="34524"/>
                    <a:pt x="25828" y="33498"/>
                    <a:pt x="19678" y="31453"/>
                  </a:cubicBezTo>
                  <a:cubicBezTo>
                    <a:pt x="13521" y="29401"/>
                    <a:pt x="4292" y="30427"/>
                    <a:pt x="4292" y="30427"/>
                  </a:cubicBezTo>
                  <a:lnTo>
                    <a:pt x="8397" y="39648"/>
                  </a:lnTo>
                  <a:lnTo>
                    <a:pt x="23775" y="48877"/>
                  </a:lnTo>
                  <a:lnTo>
                    <a:pt x="47363" y="47851"/>
                  </a:lnTo>
                  <a:lnTo>
                    <a:pt x="85302" y="33498"/>
                  </a:lnTo>
                  <a:lnTo>
                    <a:pt x="90433" y="34524"/>
                  </a:lnTo>
                  <a:lnTo>
                    <a:pt x="89407" y="16075"/>
                  </a:lnTo>
                  <a:lnTo>
                    <a:pt x="92485" y="9925"/>
                  </a:lnTo>
                  <a:lnTo>
                    <a:pt x="84276" y="1729"/>
                  </a:lnTo>
                  <a:lnTo>
                    <a:pt x="79152" y="68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2" name="Forme libre : forme 270">
              <a:extLst>
                <a:ext uri="{FF2B5EF4-FFF2-40B4-BE49-F238E27FC236}">
                  <a16:creationId xmlns:a16="http://schemas.microsoft.com/office/drawing/2014/main" id="{825B6DE8-0F79-E766-AD57-2C84063C836F}"/>
                </a:ext>
              </a:extLst>
            </p:cNvPr>
            <p:cNvSpPr/>
            <p:nvPr/>
          </p:nvSpPr>
          <p:spPr>
            <a:xfrm>
              <a:off x="8845452" y="4676695"/>
              <a:ext cx="66657" cy="50225"/>
            </a:xfrm>
            <a:custGeom>
              <a:avLst/>
              <a:gdLst>
                <a:gd name="csX0" fmla="*/ 12510 w 66657"/>
                <a:gd name="csY0" fmla="*/ 1709 h 50225"/>
                <a:gd name="csX1" fmla="*/ 21738 w 66657"/>
                <a:gd name="csY1" fmla="*/ 5807 h 50225"/>
                <a:gd name="csX2" fmla="*/ 34045 w 66657"/>
                <a:gd name="csY2" fmla="*/ 7859 h 50225"/>
                <a:gd name="csX3" fmla="*/ 47378 w 66657"/>
                <a:gd name="csY3" fmla="*/ 16061 h 50225"/>
                <a:gd name="csX4" fmla="*/ 58652 w 66657"/>
                <a:gd name="csY4" fmla="*/ 28361 h 50225"/>
                <a:gd name="csX5" fmla="*/ 68906 w 66657"/>
                <a:gd name="csY5" fmla="*/ 34511 h 50225"/>
                <a:gd name="csX6" fmla="*/ 70959 w 66657"/>
                <a:gd name="csY6" fmla="*/ 47831 h 50225"/>
                <a:gd name="csX7" fmla="*/ 63782 w 66657"/>
                <a:gd name="csY7" fmla="*/ 51935 h 50225"/>
                <a:gd name="csX8" fmla="*/ 54554 w 66657"/>
                <a:gd name="csY8" fmla="*/ 31433 h 50225"/>
                <a:gd name="csX9" fmla="*/ 47378 w 66657"/>
                <a:gd name="csY9" fmla="*/ 29388 h 50225"/>
                <a:gd name="csX10" fmla="*/ 39169 w 66657"/>
                <a:gd name="csY10" fmla="*/ 18107 h 50225"/>
                <a:gd name="csX11" fmla="*/ 21738 w 66657"/>
                <a:gd name="csY11" fmla="*/ 12983 h 50225"/>
                <a:gd name="csX12" fmla="*/ 5327 w 66657"/>
                <a:gd name="csY12" fmla="*/ 7859 h 50225"/>
                <a:gd name="csX13" fmla="*/ 4301 w 66657"/>
                <a:gd name="csY13" fmla="*/ 1709 h 50225"/>
                <a:gd name="csX14" fmla="*/ 12510 w 66657"/>
                <a:gd name="csY14" fmla="*/ 1709 h 502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6657" h="50225">
                  <a:moveTo>
                    <a:pt x="12510" y="1709"/>
                  </a:moveTo>
                  <a:lnTo>
                    <a:pt x="21738" y="5807"/>
                  </a:lnTo>
                  <a:lnTo>
                    <a:pt x="34045" y="7859"/>
                  </a:lnTo>
                  <a:lnTo>
                    <a:pt x="47378" y="16061"/>
                  </a:lnTo>
                  <a:lnTo>
                    <a:pt x="58652" y="28361"/>
                  </a:lnTo>
                  <a:lnTo>
                    <a:pt x="68906" y="34511"/>
                  </a:lnTo>
                  <a:lnTo>
                    <a:pt x="70959" y="47831"/>
                  </a:lnTo>
                  <a:lnTo>
                    <a:pt x="63782" y="51935"/>
                  </a:lnTo>
                  <a:lnTo>
                    <a:pt x="54554" y="31433"/>
                  </a:lnTo>
                  <a:lnTo>
                    <a:pt x="47378" y="29388"/>
                  </a:lnTo>
                  <a:lnTo>
                    <a:pt x="39169" y="18107"/>
                  </a:lnTo>
                  <a:lnTo>
                    <a:pt x="21738" y="12983"/>
                  </a:lnTo>
                  <a:lnTo>
                    <a:pt x="5327" y="7859"/>
                  </a:lnTo>
                  <a:lnTo>
                    <a:pt x="4301" y="1709"/>
                  </a:lnTo>
                  <a:lnTo>
                    <a:pt x="12510" y="17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3" name="Forme libre : forme 271">
              <a:extLst>
                <a:ext uri="{FF2B5EF4-FFF2-40B4-BE49-F238E27FC236}">
                  <a16:creationId xmlns:a16="http://schemas.microsoft.com/office/drawing/2014/main" id="{FE8FCDC3-9D23-271A-496E-4E242ACF327E}"/>
                </a:ext>
              </a:extLst>
            </p:cNvPr>
            <p:cNvSpPr/>
            <p:nvPr/>
          </p:nvSpPr>
          <p:spPr>
            <a:xfrm>
              <a:off x="8947997" y="4743319"/>
              <a:ext cx="21535" cy="31769"/>
            </a:xfrm>
            <a:custGeom>
              <a:avLst/>
              <a:gdLst>
                <a:gd name="csX0" fmla="*/ 4352 w 21535"/>
                <a:gd name="csY0" fmla="*/ 7892 h 31769"/>
                <a:gd name="csX1" fmla="*/ 5378 w 21535"/>
                <a:gd name="csY1" fmla="*/ 1742 h 31769"/>
                <a:gd name="csX2" fmla="*/ 23834 w 21535"/>
                <a:gd name="csY2" fmla="*/ 18140 h 31769"/>
                <a:gd name="csX3" fmla="*/ 25887 w 21535"/>
                <a:gd name="csY3" fmla="*/ 23263 h 31769"/>
                <a:gd name="csX4" fmla="*/ 25887 w 21535"/>
                <a:gd name="csY4" fmla="*/ 33511 h 31769"/>
                <a:gd name="csX5" fmla="*/ 14606 w 21535"/>
                <a:gd name="csY5" fmla="*/ 24290 h 31769"/>
                <a:gd name="csX6" fmla="*/ 4352 w 21535"/>
                <a:gd name="csY6" fmla="*/ 7892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31769">
                  <a:moveTo>
                    <a:pt x="4352" y="7892"/>
                  </a:moveTo>
                  <a:lnTo>
                    <a:pt x="5378" y="1742"/>
                  </a:lnTo>
                  <a:lnTo>
                    <a:pt x="23834" y="18140"/>
                  </a:lnTo>
                  <a:lnTo>
                    <a:pt x="25887" y="23263"/>
                  </a:lnTo>
                  <a:lnTo>
                    <a:pt x="25887" y="33511"/>
                  </a:lnTo>
                  <a:cubicBezTo>
                    <a:pt x="25887" y="33511"/>
                    <a:pt x="17678" y="25316"/>
                    <a:pt x="14606" y="24290"/>
                  </a:cubicBezTo>
                  <a:cubicBezTo>
                    <a:pt x="11528" y="23263"/>
                    <a:pt x="4352" y="7892"/>
                    <a:pt x="4352" y="7892"/>
                  </a:cubicBez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4" name="Forme libre : forme 272">
              <a:extLst>
                <a:ext uri="{FF2B5EF4-FFF2-40B4-BE49-F238E27FC236}">
                  <a16:creationId xmlns:a16="http://schemas.microsoft.com/office/drawing/2014/main" id="{CE8CD174-F4CB-1835-55E3-6F87799747B9}"/>
                </a:ext>
              </a:extLst>
            </p:cNvPr>
            <p:cNvSpPr/>
            <p:nvPr/>
          </p:nvSpPr>
          <p:spPr>
            <a:xfrm>
              <a:off x="8984938" y="4765867"/>
              <a:ext cx="20509" cy="17423"/>
            </a:xfrm>
            <a:custGeom>
              <a:avLst/>
              <a:gdLst>
                <a:gd name="csX0" fmla="*/ 4374 w 20509"/>
                <a:gd name="csY0" fmla="*/ 8926 h 17423"/>
                <a:gd name="csX1" fmla="*/ 6426 w 20509"/>
                <a:gd name="csY1" fmla="*/ 1750 h 17423"/>
                <a:gd name="csX2" fmla="*/ 16681 w 20509"/>
                <a:gd name="csY2" fmla="*/ 4829 h 17423"/>
                <a:gd name="csX3" fmla="*/ 24883 w 20509"/>
                <a:gd name="csY3" fmla="*/ 15076 h 17423"/>
                <a:gd name="csX4" fmla="*/ 18733 w 20509"/>
                <a:gd name="csY4" fmla="*/ 19174 h 17423"/>
                <a:gd name="csX5" fmla="*/ 4374 w 20509"/>
                <a:gd name="csY5" fmla="*/ 8926 h 17423"/>
              </a:gdLst>
              <a:ahLst/>
              <a:cxnLst>
                <a:cxn ang="0">
                  <a:pos x="csX0" y="csY0"/>
                </a:cxn>
                <a:cxn ang="0">
                  <a:pos x="csX1" y="csY1"/>
                </a:cxn>
                <a:cxn ang="0">
                  <a:pos x="csX2" y="csY2"/>
                </a:cxn>
                <a:cxn ang="0">
                  <a:pos x="csX3" y="csY3"/>
                </a:cxn>
                <a:cxn ang="0">
                  <a:pos x="csX4" y="csY4"/>
                </a:cxn>
                <a:cxn ang="0">
                  <a:pos x="csX5" y="csY5"/>
                </a:cxn>
              </a:cxnLst>
              <a:rect l="l" t="t" r="r" b="b"/>
              <a:pathLst>
                <a:path w="20509" h="17423">
                  <a:moveTo>
                    <a:pt x="4374" y="8926"/>
                  </a:moveTo>
                  <a:lnTo>
                    <a:pt x="6426" y="1750"/>
                  </a:lnTo>
                  <a:lnTo>
                    <a:pt x="16681" y="4829"/>
                  </a:lnTo>
                  <a:lnTo>
                    <a:pt x="24883" y="15076"/>
                  </a:lnTo>
                  <a:lnTo>
                    <a:pt x="18733" y="19174"/>
                  </a:lnTo>
                  <a:lnTo>
                    <a:pt x="4374" y="89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5" name="Forme libre : forme 273">
              <a:extLst>
                <a:ext uri="{FF2B5EF4-FFF2-40B4-BE49-F238E27FC236}">
                  <a16:creationId xmlns:a16="http://schemas.microsoft.com/office/drawing/2014/main" id="{15D6A544-846E-2183-B781-0A49C5C319A3}"/>
                </a:ext>
              </a:extLst>
            </p:cNvPr>
            <p:cNvSpPr/>
            <p:nvPr/>
          </p:nvSpPr>
          <p:spPr>
            <a:xfrm>
              <a:off x="9025915" y="4785343"/>
              <a:ext cx="34868" cy="21521"/>
            </a:xfrm>
            <a:custGeom>
              <a:avLst/>
              <a:gdLst>
                <a:gd name="csX0" fmla="*/ 6455 w 34868"/>
                <a:gd name="csY0" fmla="*/ 12011 h 21521"/>
                <a:gd name="csX1" fmla="*/ 4402 w 34868"/>
                <a:gd name="csY1" fmla="*/ 4835 h 21521"/>
                <a:gd name="csX2" fmla="*/ 10559 w 34868"/>
                <a:gd name="csY2" fmla="*/ 1763 h 21521"/>
                <a:gd name="csX3" fmla="*/ 30042 w 34868"/>
                <a:gd name="csY3" fmla="*/ 10985 h 21521"/>
                <a:gd name="csX4" fmla="*/ 39271 w 34868"/>
                <a:gd name="csY4" fmla="*/ 23285 h 21521"/>
                <a:gd name="csX5" fmla="*/ 32094 w 34868"/>
                <a:gd name="csY5" fmla="*/ 23285 h 21521"/>
                <a:gd name="csX6" fmla="*/ 6455 w 34868"/>
                <a:gd name="csY6" fmla="*/ 12011 h 2152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868" h="21521">
                  <a:moveTo>
                    <a:pt x="6455" y="12011"/>
                  </a:moveTo>
                  <a:lnTo>
                    <a:pt x="4402" y="4835"/>
                  </a:lnTo>
                  <a:lnTo>
                    <a:pt x="10559" y="1763"/>
                  </a:lnTo>
                  <a:lnTo>
                    <a:pt x="30042" y="10985"/>
                  </a:lnTo>
                  <a:lnTo>
                    <a:pt x="39271" y="23285"/>
                  </a:lnTo>
                  <a:lnTo>
                    <a:pt x="32094" y="23285"/>
                  </a:lnTo>
                  <a:lnTo>
                    <a:pt x="6455" y="120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6" name="Forme libre : forme 274">
              <a:extLst>
                <a:ext uri="{FF2B5EF4-FFF2-40B4-BE49-F238E27FC236}">
                  <a16:creationId xmlns:a16="http://schemas.microsoft.com/office/drawing/2014/main" id="{09546AE4-9EB5-9694-4C06-0E37C8F3154F}"/>
                </a:ext>
              </a:extLst>
            </p:cNvPr>
            <p:cNvSpPr/>
            <p:nvPr/>
          </p:nvSpPr>
          <p:spPr>
            <a:xfrm>
              <a:off x="9073117" y="4807890"/>
              <a:ext cx="25639" cy="27671"/>
            </a:xfrm>
            <a:custGeom>
              <a:avLst/>
              <a:gdLst>
                <a:gd name="csX0" fmla="*/ 8534 w 25639"/>
                <a:gd name="csY0" fmla="*/ 14079 h 27671"/>
                <a:gd name="csX1" fmla="*/ 4429 w 25639"/>
                <a:gd name="csY1" fmla="*/ 6903 h 27671"/>
                <a:gd name="csX2" fmla="*/ 8534 w 25639"/>
                <a:gd name="csY2" fmla="*/ 1779 h 27671"/>
                <a:gd name="csX3" fmla="*/ 15710 w 25639"/>
                <a:gd name="csY3" fmla="*/ 3831 h 27671"/>
                <a:gd name="csX4" fmla="*/ 30069 w 25639"/>
                <a:gd name="csY4" fmla="*/ 24326 h 27671"/>
                <a:gd name="csX5" fmla="*/ 29043 w 25639"/>
                <a:gd name="csY5" fmla="*/ 29450 h 27671"/>
                <a:gd name="csX6" fmla="*/ 21867 w 25639"/>
                <a:gd name="csY6" fmla="*/ 27405 h 27671"/>
                <a:gd name="csX7" fmla="*/ 8534 w 25639"/>
                <a:gd name="csY7" fmla="*/ 14079 h 276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639" h="27671">
                  <a:moveTo>
                    <a:pt x="8534" y="14079"/>
                  </a:moveTo>
                  <a:lnTo>
                    <a:pt x="4429" y="6903"/>
                  </a:lnTo>
                  <a:lnTo>
                    <a:pt x="8534" y="1779"/>
                  </a:lnTo>
                  <a:lnTo>
                    <a:pt x="15710" y="3831"/>
                  </a:lnTo>
                  <a:lnTo>
                    <a:pt x="30069" y="24326"/>
                  </a:lnTo>
                  <a:lnTo>
                    <a:pt x="29043" y="29450"/>
                  </a:lnTo>
                  <a:lnTo>
                    <a:pt x="21867" y="27405"/>
                  </a:lnTo>
                  <a:lnTo>
                    <a:pt x="8534" y="140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7" name="Forme libre : forme 275">
              <a:extLst>
                <a:ext uri="{FF2B5EF4-FFF2-40B4-BE49-F238E27FC236}">
                  <a16:creationId xmlns:a16="http://schemas.microsoft.com/office/drawing/2014/main" id="{6B88ED8A-59AD-68C5-B343-E9A9ED7880F3}"/>
                </a:ext>
              </a:extLst>
            </p:cNvPr>
            <p:cNvSpPr/>
            <p:nvPr/>
          </p:nvSpPr>
          <p:spPr>
            <a:xfrm>
              <a:off x="9092552" y="4846836"/>
              <a:ext cx="18463" cy="14352"/>
            </a:xfrm>
            <a:custGeom>
              <a:avLst/>
              <a:gdLst>
                <a:gd name="csX0" fmla="*/ 17774 w 18463"/>
                <a:gd name="csY0" fmla="*/ 16149 h 14352"/>
                <a:gd name="csX1" fmla="*/ 6493 w 18463"/>
                <a:gd name="csY1" fmla="*/ 7947 h 14352"/>
                <a:gd name="csX2" fmla="*/ 4441 w 18463"/>
                <a:gd name="csY2" fmla="*/ 1797 h 14352"/>
                <a:gd name="csX3" fmla="*/ 13676 w 18463"/>
                <a:gd name="csY3" fmla="*/ 1797 h 14352"/>
                <a:gd name="csX4" fmla="*/ 21871 w 18463"/>
                <a:gd name="csY4" fmla="*/ 5902 h 14352"/>
                <a:gd name="csX5" fmla="*/ 22904 w 18463"/>
                <a:gd name="csY5" fmla="*/ 15123 h 14352"/>
                <a:gd name="csX6" fmla="*/ 17774 w 18463"/>
                <a:gd name="csY6" fmla="*/ 16149 h 143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8463" h="14352">
                  <a:moveTo>
                    <a:pt x="17774" y="16149"/>
                  </a:moveTo>
                  <a:lnTo>
                    <a:pt x="6493" y="7947"/>
                  </a:lnTo>
                  <a:lnTo>
                    <a:pt x="4441" y="1797"/>
                  </a:lnTo>
                  <a:lnTo>
                    <a:pt x="13676" y="1797"/>
                  </a:lnTo>
                  <a:lnTo>
                    <a:pt x="21871" y="5902"/>
                  </a:lnTo>
                  <a:lnTo>
                    <a:pt x="22904" y="15123"/>
                  </a:lnTo>
                  <a:lnTo>
                    <a:pt x="17774" y="161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8" name="Forme libre : forme 276">
              <a:extLst>
                <a:ext uri="{FF2B5EF4-FFF2-40B4-BE49-F238E27FC236}">
                  <a16:creationId xmlns:a16="http://schemas.microsoft.com/office/drawing/2014/main" id="{282BEF89-09FC-3596-7594-03C48D3C307F}"/>
                </a:ext>
              </a:extLst>
            </p:cNvPr>
            <p:cNvSpPr/>
            <p:nvPr/>
          </p:nvSpPr>
          <p:spPr>
            <a:xfrm>
              <a:off x="9060804" y="4869383"/>
              <a:ext cx="13332" cy="10247"/>
            </a:xfrm>
            <a:custGeom>
              <a:avLst/>
              <a:gdLst>
                <a:gd name="csX0" fmla="*/ 7497 w 13332"/>
                <a:gd name="csY0" fmla="*/ 12058 h 10247"/>
                <a:gd name="csX1" fmla="*/ 4419 w 13332"/>
                <a:gd name="csY1" fmla="*/ 8986 h 10247"/>
                <a:gd name="csX2" fmla="*/ 4419 w 13332"/>
                <a:gd name="csY2" fmla="*/ 3862 h 10247"/>
                <a:gd name="csX3" fmla="*/ 10576 w 13332"/>
                <a:gd name="csY3" fmla="*/ 1810 h 10247"/>
                <a:gd name="csX4" fmla="*/ 17752 w 13332"/>
                <a:gd name="csY4" fmla="*/ 10012 h 10247"/>
                <a:gd name="csX5" fmla="*/ 7497 w 13332"/>
                <a:gd name="csY5" fmla="*/ 12058 h 10247"/>
              </a:gdLst>
              <a:ahLst/>
              <a:cxnLst>
                <a:cxn ang="0">
                  <a:pos x="csX0" y="csY0"/>
                </a:cxn>
                <a:cxn ang="0">
                  <a:pos x="csX1" y="csY1"/>
                </a:cxn>
                <a:cxn ang="0">
                  <a:pos x="csX2" y="csY2"/>
                </a:cxn>
                <a:cxn ang="0">
                  <a:pos x="csX3" y="csY3"/>
                </a:cxn>
                <a:cxn ang="0">
                  <a:pos x="csX4" y="csY4"/>
                </a:cxn>
                <a:cxn ang="0">
                  <a:pos x="csX5" y="csY5"/>
                </a:cxn>
              </a:cxnLst>
              <a:rect l="l" t="t" r="r" b="b"/>
              <a:pathLst>
                <a:path w="13332" h="10247">
                  <a:moveTo>
                    <a:pt x="7497" y="12058"/>
                  </a:moveTo>
                  <a:lnTo>
                    <a:pt x="4419" y="8986"/>
                  </a:lnTo>
                  <a:lnTo>
                    <a:pt x="4419" y="3862"/>
                  </a:lnTo>
                  <a:lnTo>
                    <a:pt x="10576" y="1810"/>
                  </a:lnTo>
                  <a:lnTo>
                    <a:pt x="17752" y="10012"/>
                  </a:lnTo>
                  <a:lnTo>
                    <a:pt x="7497" y="120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899" name="Forme libre : forme 277">
              <a:extLst>
                <a:ext uri="{FF2B5EF4-FFF2-40B4-BE49-F238E27FC236}">
                  <a16:creationId xmlns:a16="http://schemas.microsoft.com/office/drawing/2014/main" id="{FA342394-3EA9-C384-CBFE-734FEAF64896}"/>
                </a:ext>
              </a:extLst>
            </p:cNvPr>
            <p:cNvSpPr/>
            <p:nvPr/>
          </p:nvSpPr>
          <p:spPr>
            <a:xfrm>
              <a:off x="9056706" y="4825314"/>
              <a:ext cx="19482" cy="10247"/>
            </a:xfrm>
            <a:custGeom>
              <a:avLst/>
              <a:gdLst>
                <a:gd name="csX0" fmla="*/ 14673 w 19482"/>
                <a:gd name="csY0" fmla="*/ 12031 h 10247"/>
                <a:gd name="csX1" fmla="*/ 4419 w 19482"/>
                <a:gd name="csY1" fmla="*/ 4855 h 10247"/>
                <a:gd name="csX2" fmla="*/ 4419 w 19482"/>
                <a:gd name="csY2" fmla="*/ 1783 h 10247"/>
                <a:gd name="csX3" fmla="*/ 14673 w 19482"/>
                <a:gd name="csY3" fmla="*/ 1783 h 10247"/>
                <a:gd name="csX4" fmla="*/ 23902 w 19482"/>
                <a:gd name="csY4" fmla="*/ 7933 h 10247"/>
                <a:gd name="csX5" fmla="*/ 14673 w 19482"/>
                <a:gd name="csY5" fmla="*/ 12031 h 10247"/>
              </a:gdLst>
              <a:ahLst/>
              <a:cxnLst>
                <a:cxn ang="0">
                  <a:pos x="csX0" y="csY0"/>
                </a:cxn>
                <a:cxn ang="0">
                  <a:pos x="csX1" y="csY1"/>
                </a:cxn>
                <a:cxn ang="0">
                  <a:pos x="csX2" y="csY2"/>
                </a:cxn>
                <a:cxn ang="0">
                  <a:pos x="csX3" y="csY3"/>
                </a:cxn>
                <a:cxn ang="0">
                  <a:pos x="csX4" y="csY4"/>
                </a:cxn>
                <a:cxn ang="0">
                  <a:pos x="csX5" y="csY5"/>
                </a:cxn>
              </a:cxnLst>
              <a:rect l="l" t="t" r="r" b="b"/>
              <a:pathLst>
                <a:path w="19482" h="10247">
                  <a:moveTo>
                    <a:pt x="14673" y="12031"/>
                  </a:moveTo>
                  <a:lnTo>
                    <a:pt x="4419" y="4855"/>
                  </a:lnTo>
                  <a:lnTo>
                    <a:pt x="4419" y="1783"/>
                  </a:lnTo>
                  <a:lnTo>
                    <a:pt x="14673" y="1783"/>
                  </a:lnTo>
                  <a:lnTo>
                    <a:pt x="23902" y="7933"/>
                  </a:lnTo>
                  <a:lnTo>
                    <a:pt x="14673" y="120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0" name="Forme libre : forme 278">
              <a:extLst>
                <a:ext uri="{FF2B5EF4-FFF2-40B4-BE49-F238E27FC236}">
                  <a16:creationId xmlns:a16="http://schemas.microsoft.com/office/drawing/2014/main" id="{D6DC6E58-0BEC-E1BE-FCA9-A78EE156A7A2}"/>
                </a:ext>
              </a:extLst>
            </p:cNvPr>
            <p:cNvSpPr/>
            <p:nvPr/>
          </p:nvSpPr>
          <p:spPr>
            <a:xfrm>
              <a:off x="8861870" y="4835562"/>
              <a:ext cx="10254" cy="15371"/>
            </a:xfrm>
            <a:custGeom>
              <a:avLst/>
              <a:gdLst>
                <a:gd name="csX0" fmla="*/ 4296 w 10254"/>
                <a:gd name="csY0" fmla="*/ 5890 h 15371"/>
                <a:gd name="csX1" fmla="*/ 8401 w 10254"/>
                <a:gd name="csY1" fmla="*/ 9988 h 15371"/>
                <a:gd name="csX2" fmla="*/ 9427 w 10254"/>
                <a:gd name="csY2" fmla="*/ 17164 h 15371"/>
                <a:gd name="csX3" fmla="*/ 14551 w 10254"/>
                <a:gd name="csY3" fmla="*/ 17164 h 15371"/>
                <a:gd name="csX4" fmla="*/ 13525 w 10254"/>
                <a:gd name="csY4" fmla="*/ 9988 h 15371"/>
                <a:gd name="csX5" fmla="*/ 8401 w 10254"/>
                <a:gd name="csY5" fmla="*/ 1792 h 15371"/>
                <a:gd name="csX6" fmla="*/ 4296 w 10254"/>
                <a:gd name="csY6" fmla="*/ 5890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254" h="15371">
                  <a:moveTo>
                    <a:pt x="4296" y="5890"/>
                  </a:moveTo>
                  <a:lnTo>
                    <a:pt x="8401" y="9988"/>
                  </a:lnTo>
                  <a:lnTo>
                    <a:pt x="9427" y="17164"/>
                  </a:lnTo>
                  <a:lnTo>
                    <a:pt x="14551" y="17164"/>
                  </a:lnTo>
                  <a:lnTo>
                    <a:pt x="13525" y="9988"/>
                  </a:lnTo>
                  <a:lnTo>
                    <a:pt x="8401" y="1792"/>
                  </a:lnTo>
                  <a:lnTo>
                    <a:pt x="4296" y="58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1" name="Forme libre : forme 279">
              <a:extLst>
                <a:ext uri="{FF2B5EF4-FFF2-40B4-BE49-F238E27FC236}">
                  <a16:creationId xmlns:a16="http://schemas.microsoft.com/office/drawing/2014/main" id="{0E18687B-BF22-9AFF-B066-F741C76960C4}"/>
                </a:ext>
              </a:extLst>
            </p:cNvPr>
            <p:cNvSpPr/>
            <p:nvPr/>
          </p:nvSpPr>
          <p:spPr>
            <a:xfrm>
              <a:off x="8899769" y="4854005"/>
              <a:ext cx="12306" cy="8202"/>
            </a:xfrm>
            <a:custGeom>
              <a:avLst/>
              <a:gdLst>
                <a:gd name="csX0" fmla="*/ 4320 w 12306"/>
                <a:gd name="csY0" fmla="*/ 6924 h 8202"/>
                <a:gd name="csX1" fmla="*/ 4320 w 12306"/>
                <a:gd name="csY1" fmla="*/ 2827 h 8202"/>
                <a:gd name="csX2" fmla="*/ 12522 w 12306"/>
                <a:gd name="csY2" fmla="*/ 1801 h 8202"/>
                <a:gd name="csX3" fmla="*/ 16627 w 12306"/>
                <a:gd name="csY3" fmla="*/ 6924 h 8202"/>
                <a:gd name="csX4" fmla="*/ 11503 w 12306"/>
                <a:gd name="csY4" fmla="*/ 10003 h 8202"/>
                <a:gd name="csX5" fmla="*/ 4320 w 12306"/>
                <a:gd name="csY5" fmla="*/ 6924 h 8202"/>
              </a:gdLst>
              <a:ahLst/>
              <a:cxnLst>
                <a:cxn ang="0">
                  <a:pos x="csX0" y="csY0"/>
                </a:cxn>
                <a:cxn ang="0">
                  <a:pos x="csX1" y="csY1"/>
                </a:cxn>
                <a:cxn ang="0">
                  <a:pos x="csX2" y="csY2"/>
                </a:cxn>
                <a:cxn ang="0">
                  <a:pos x="csX3" y="csY3"/>
                </a:cxn>
                <a:cxn ang="0">
                  <a:pos x="csX4" y="csY4"/>
                </a:cxn>
                <a:cxn ang="0">
                  <a:pos x="csX5" y="csY5"/>
                </a:cxn>
              </a:cxnLst>
              <a:rect l="l" t="t" r="r" b="b"/>
              <a:pathLst>
                <a:path w="12306" h="8202">
                  <a:moveTo>
                    <a:pt x="4320" y="6924"/>
                  </a:moveTo>
                  <a:lnTo>
                    <a:pt x="4320" y="2827"/>
                  </a:lnTo>
                  <a:lnTo>
                    <a:pt x="12522" y="1801"/>
                  </a:lnTo>
                  <a:lnTo>
                    <a:pt x="16627" y="6924"/>
                  </a:lnTo>
                  <a:lnTo>
                    <a:pt x="11503" y="10003"/>
                  </a:lnTo>
                  <a:lnTo>
                    <a:pt x="4320" y="69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2" name="Forme libre : forme 280">
              <a:extLst>
                <a:ext uri="{FF2B5EF4-FFF2-40B4-BE49-F238E27FC236}">
                  <a16:creationId xmlns:a16="http://schemas.microsoft.com/office/drawing/2014/main" id="{E065036A-665D-120F-7D90-AF163903FC9B}"/>
                </a:ext>
              </a:extLst>
            </p:cNvPr>
            <p:cNvSpPr/>
            <p:nvPr/>
          </p:nvSpPr>
          <p:spPr>
            <a:xfrm>
              <a:off x="9206378" y="4949326"/>
              <a:ext cx="11280" cy="20502"/>
            </a:xfrm>
            <a:custGeom>
              <a:avLst/>
              <a:gdLst>
                <a:gd name="csX0" fmla="*/ 9638 w 11280"/>
                <a:gd name="csY0" fmla="*/ 22363 h 20502"/>
                <a:gd name="csX1" fmla="*/ 15788 w 11280"/>
                <a:gd name="csY1" fmla="*/ 16213 h 20502"/>
                <a:gd name="csX2" fmla="*/ 15788 w 11280"/>
                <a:gd name="csY2" fmla="*/ 5966 h 20502"/>
                <a:gd name="csX3" fmla="*/ 6560 w 11280"/>
                <a:gd name="csY3" fmla="*/ 1861 h 20502"/>
                <a:gd name="csX4" fmla="*/ 4507 w 11280"/>
                <a:gd name="csY4" fmla="*/ 9037 h 20502"/>
                <a:gd name="csX5" fmla="*/ 4507 w 11280"/>
                <a:gd name="csY5" fmla="*/ 17239 h 20502"/>
                <a:gd name="csX6" fmla="*/ 9638 w 11280"/>
                <a:gd name="csY6" fmla="*/ 22363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9638" y="22363"/>
                  </a:moveTo>
                  <a:lnTo>
                    <a:pt x="15788" y="16213"/>
                  </a:lnTo>
                  <a:lnTo>
                    <a:pt x="15788" y="5966"/>
                  </a:lnTo>
                  <a:lnTo>
                    <a:pt x="6560" y="1861"/>
                  </a:lnTo>
                  <a:lnTo>
                    <a:pt x="4507" y="9037"/>
                  </a:lnTo>
                  <a:lnTo>
                    <a:pt x="4507" y="17239"/>
                  </a:lnTo>
                  <a:lnTo>
                    <a:pt x="9638" y="22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3" name="Forme libre : forme 281">
              <a:extLst>
                <a:ext uri="{FF2B5EF4-FFF2-40B4-BE49-F238E27FC236}">
                  <a16:creationId xmlns:a16="http://schemas.microsoft.com/office/drawing/2014/main" id="{18BF5FD3-2A4D-BDB6-8A59-E61A53782A4A}"/>
                </a:ext>
              </a:extLst>
            </p:cNvPr>
            <p:cNvSpPr/>
            <p:nvPr/>
          </p:nvSpPr>
          <p:spPr>
            <a:xfrm rot="-3375063" flipV="1">
              <a:off x="9221888" y="4970000"/>
              <a:ext cx="4001" cy="14790"/>
            </a:xfrm>
            <a:custGeom>
              <a:avLst/>
              <a:gdLst>
                <a:gd name="csX0" fmla="*/ 4514 w 4001"/>
                <a:gd name="csY0" fmla="*/ 16664 h 14790"/>
                <a:gd name="csX1" fmla="*/ 8208 w 4001"/>
                <a:gd name="csY1" fmla="*/ 16664 h 14790"/>
                <a:gd name="csX2" fmla="*/ 8515 w 4001"/>
                <a:gd name="csY2" fmla="*/ 3297 h 14790"/>
                <a:gd name="csX3" fmla="*/ 4527 w 4001"/>
                <a:gd name="csY3" fmla="*/ 1874 h 14790"/>
                <a:gd name="csX4" fmla="*/ 4514 w 4001"/>
                <a:gd name="csY4" fmla="*/ 16664 h 14790"/>
              </a:gdLst>
              <a:ahLst/>
              <a:cxnLst>
                <a:cxn ang="0">
                  <a:pos x="csX0" y="csY0"/>
                </a:cxn>
                <a:cxn ang="0">
                  <a:pos x="csX1" y="csY1"/>
                </a:cxn>
                <a:cxn ang="0">
                  <a:pos x="csX2" y="csY2"/>
                </a:cxn>
                <a:cxn ang="0">
                  <a:pos x="csX3" y="csY3"/>
                </a:cxn>
                <a:cxn ang="0">
                  <a:pos x="csX4" y="csY4"/>
                </a:cxn>
              </a:cxnLst>
              <a:rect l="l" t="t" r="r" b="b"/>
              <a:pathLst>
                <a:path w="4001" h="14790">
                  <a:moveTo>
                    <a:pt x="4514" y="16664"/>
                  </a:moveTo>
                  <a:lnTo>
                    <a:pt x="8208" y="16664"/>
                  </a:lnTo>
                  <a:lnTo>
                    <a:pt x="8515" y="3297"/>
                  </a:lnTo>
                  <a:lnTo>
                    <a:pt x="4527" y="1874"/>
                  </a:lnTo>
                  <a:lnTo>
                    <a:pt x="4514" y="16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4" name="Forme libre : forme 282">
              <a:extLst>
                <a:ext uri="{FF2B5EF4-FFF2-40B4-BE49-F238E27FC236}">
                  <a16:creationId xmlns:a16="http://schemas.microsoft.com/office/drawing/2014/main" id="{7C03F338-D870-8D69-BE2B-5AD0470B737B}"/>
                </a:ext>
              </a:extLst>
            </p:cNvPr>
            <p:cNvSpPr/>
            <p:nvPr/>
          </p:nvSpPr>
          <p:spPr>
            <a:xfrm>
              <a:off x="9253581" y="5029276"/>
              <a:ext cx="11280" cy="11273"/>
            </a:xfrm>
            <a:custGeom>
              <a:avLst/>
              <a:gdLst>
                <a:gd name="csX0" fmla="*/ 5562 w 11280"/>
                <a:gd name="csY0" fmla="*/ 9084 h 11273"/>
                <a:gd name="csX1" fmla="*/ 4535 w 11280"/>
                <a:gd name="csY1" fmla="*/ 3960 h 11273"/>
                <a:gd name="csX2" fmla="*/ 10692 w 11280"/>
                <a:gd name="csY2" fmla="*/ 1908 h 11273"/>
                <a:gd name="csX3" fmla="*/ 15816 w 11280"/>
                <a:gd name="csY3" fmla="*/ 11137 h 11273"/>
                <a:gd name="csX4" fmla="*/ 10692 w 11280"/>
                <a:gd name="csY4" fmla="*/ 13182 h 11273"/>
                <a:gd name="csX5" fmla="*/ 5562 w 11280"/>
                <a:gd name="csY5" fmla="*/ 9084 h 11273"/>
              </a:gdLst>
              <a:ahLst/>
              <a:cxnLst>
                <a:cxn ang="0">
                  <a:pos x="csX0" y="csY0"/>
                </a:cxn>
                <a:cxn ang="0">
                  <a:pos x="csX1" y="csY1"/>
                </a:cxn>
                <a:cxn ang="0">
                  <a:pos x="csX2" y="csY2"/>
                </a:cxn>
                <a:cxn ang="0">
                  <a:pos x="csX3" y="csY3"/>
                </a:cxn>
                <a:cxn ang="0">
                  <a:pos x="csX4" y="csY4"/>
                </a:cxn>
                <a:cxn ang="0">
                  <a:pos x="csX5" y="csY5"/>
                </a:cxn>
              </a:cxnLst>
              <a:rect l="l" t="t" r="r" b="b"/>
              <a:pathLst>
                <a:path w="11280" h="11273">
                  <a:moveTo>
                    <a:pt x="5562" y="9084"/>
                  </a:moveTo>
                  <a:lnTo>
                    <a:pt x="4535" y="3960"/>
                  </a:lnTo>
                  <a:lnTo>
                    <a:pt x="10692" y="1908"/>
                  </a:lnTo>
                  <a:lnTo>
                    <a:pt x="15816" y="11137"/>
                  </a:lnTo>
                  <a:lnTo>
                    <a:pt x="10692" y="13182"/>
                  </a:lnTo>
                  <a:lnTo>
                    <a:pt x="5562" y="9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5" name="Forme libre : forme 283">
              <a:extLst>
                <a:ext uri="{FF2B5EF4-FFF2-40B4-BE49-F238E27FC236}">
                  <a16:creationId xmlns:a16="http://schemas.microsoft.com/office/drawing/2014/main" id="{0D01ABB8-4AC2-3168-C1ED-74475921E814}"/>
                </a:ext>
              </a:extLst>
            </p:cNvPr>
            <p:cNvSpPr/>
            <p:nvPr/>
          </p:nvSpPr>
          <p:spPr>
            <a:xfrm rot="-5400000" flipV="1">
              <a:off x="9258718" y="5048738"/>
              <a:ext cx="7176" cy="5137"/>
            </a:xfrm>
            <a:custGeom>
              <a:avLst/>
              <a:gdLst>
                <a:gd name="csX0" fmla="*/ 4538 w 7176"/>
                <a:gd name="csY0" fmla="*/ 7055 h 5137"/>
                <a:gd name="csX1" fmla="*/ 11714 w 7176"/>
                <a:gd name="csY1" fmla="*/ 7055 h 5137"/>
                <a:gd name="csX2" fmla="*/ 11714 w 7176"/>
                <a:gd name="csY2" fmla="*/ 1918 h 5137"/>
                <a:gd name="csX3" fmla="*/ 6583 w 7176"/>
                <a:gd name="csY3" fmla="*/ 1925 h 5137"/>
                <a:gd name="csX4" fmla="*/ 4538 w 7176"/>
                <a:gd name="csY4" fmla="*/ 7055 h 5137"/>
              </a:gdLst>
              <a:ahLst/>
              <a:cxnLst>
                <a:cxn ang="0">
                  <a:pos x="csX0" y="csY0"/>
                </a:cxn>
                <a:cxn ang="0">
                  <a:pos x="csX1" y="csY1"/>
                </a:cxn>
                <a:cxn ang="0">
                  <a:pos x="csX2" y="csY2"/>
                </a:cxn>
                <a:cxn ang="0">
                  <a:pos x="csX3" y="csY3"/>
                </a:cxn>
                <a:cxn ang="0">
                  <a:pos x="csX4" y="csY4"/>
                </a:cxn>
              </a:cxnLst>
              <a:rect l="l" t="t" r="r" b="b"/>
              <a:pathLst>
                <a:path w="7176" h="5137">
                  <a:moveTo>
                    <a:pt x="4538" y="7055"/>
                  </a:moveTo>
                  <a:lnTo>
                    <a:pt x="11714" y="7055"/>
                  </a:lnTo>
                  <a:lnTo>
                    <a:pt x="11714" y="1918"/>
                  </a:lnTo>
                  <a:lnTo>
                    <a:pt x="6583" y="1925"/>
                  </a:lnTo>
                  <a:lnTo>
                    <a:pt x="4538" y="70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6" name="Forme libre : forme 284">
              <a:extLst>
                <a:ext uri="{FF2B5EF4-FFF2-40B4-BE49-F238E27FC236}">
                  <a16:creationId xmlns:a16="http://schemas.microsoft.com/office/drawing/2014/main" id="{5FAC3334-871C-063C-5B0F-F6EAE157B2D4}"/>
                </a:ext>
              </a:extLst>
            </p:cNvPr>
            <p:cNvSpPr/>
            <p:nvPr/>
          </p:nvSpPr>
          <p:spPr>
            <a:xfrm>
              <a:off x="9215614" y="5079495"/>
              <a:ext cx="8202" cy="8202"/>
            </a:xfrm>
            <a:custGeom>
              <a:avLst/>
              <a:gdLst>
                <a:gd name="csX0" fmla="*/ 4511 w 8202"/>
                <a:gd name="csY0" fmla="*/ 9114 h 8202"/>
                <a:gd name="csX1" fmla="*/ 5538 w 8202"/>
                <a:gd name="csY1" fmla="*/ 3990 h 8202"/>
                <a:gd name="csX2" fmla="*/ 8616 w 8202"/>
                <a:gd name="csY2" fmla="*/ 1938 h 8202"/>
                <a:gd name="csX3" fmla="*/ 12714 w 8202"/>
                <a:gd name="csY3" fmla="*/ 6042 h 8202"/>
                <a:gd name="csX4" fmla="*/ 9642 w 8202"/>
                <a:gd name="csY4" fmla="*/ 1014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5538" y="3990"/>
                  </a:lnTo>
                  <a:lnTo>
                    <a:pt x="8616" y="1938"/>
                  </a:lnTo>
                  <a:lnTo>
                    <a:pt x="12714" y="6042"/>
                  </a:lnTo>
                  <a:lnTo>
                    <a:pt x="9642" y="1014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7" name="Forme libre : forme 285">
              <a:extLst>
                <a:ext uri="{FF2B5EF4-FFF2-40B4-BE49-F238E27FC236}">
                  <a16:creationId xmlns:a16="http://schemas.microsoft.com/office/drawing/2014/main" id="{D9914105-6E94-D999-B8AE-1CCA3C371EB6}"/>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8" name="Forme libre : forme 286">
              <a:extLst>
                <a:ext uri="{FF2B5EF4-FFF2-40B4-BE49-F238E27FC236}">
                  <a16:creationId xmlns:a16="http://schemas.microsoft.com/office/drawing/2014/main" id="{DE5DDD79-0A77-6635-A187-34B12B04790D}"/>
                </a:ext>
              </a:extLst>
            </p:cNvPr>
            <p:cNvSpPr/>
            <p:nvPr/>
          </p:nvSpPr>
          <p:spPr>
            <a:xfrm>
              <a:off x="9152061" y="5069247"/>
              <a:ext cx="58455" cy="45102"/>
            </a:xfrm>
            <a:custGeom>
              <a:avLst/>
              <a:gdLst>
                <a:gd name="csX0" fmla="*/ 9616 w 58455"/>
                <a:gd name="csY0" fmla="*/ 3998 h 45102"/>
                <a:gd name="csX1" fmla="*/ 15766 w 58455"/>
                <a:gd name="csY1" fmla="*/ 9122 h 45102"/>
                <a:gd name="csX2" fmla="*/ 21923 w 58455"/>
                <a:gd name="csY2" fmla="*/ 10148 h 45102"/>
                <a:gd name="csX3" fmla="*/ 36275 w 58455"/>
                <a:gd name="csY3" fmla="*/ 21422 h 45102"/>
                <a:gd name="csX4" fmla="*/ 42432 w 58455"/>
                <a:gd name="csY4" fmla="*/ 25527 h 45102"/>
                <a:gd name="csX5" fmla="*/ 60888 w 58455"/>
                <a:gd name="csY5" fmla="*/ 37820 h 45102"/>
                <a:gd name="csX6" fmla="*/ 62941 w 58455"/>
                <a:gd name="csY6" fmla="*/ 43970 h 45102"/>
                <a:gd name="csX7" fmla="*/ 58836 w 58455"/>
                <a:gd name="csY7" fmla="*/ 47048 h 45102"/>
                <a:gd name="csX8" fmla="*/ 46529 w 58455"/>
                <a:gd name="csY8" fmla="*/ 42951 h 45102"/>
                <a:gd name="csX9" fmla="*/ 22949 w 58455"/>
                <a:gd name="csY9" fmla="*/ 29624 h 45102"/>
                <a:gd name="csX10" fmla="*/ 16792 w 58455"/>
                <a:gd name="csY10" fmla="*/ 26546 h 45102"/>
                <a:gd name="csX11" fmla="*/ 5511 w 58455"/>
                <a:gd name="csY11" fmla="*/ 15272 h 45102"/>
                <a:gd name="csX12" fmla="*/ 4485 w 58455"/>
                <a:gd name="csY12" fmla="*/ 10148 h 45102"/>
                <a:gd name="csX13" fmla="*/ 4485 w 58455"/>
                <a:gd name="csY13" fmla="*/ 1946 h 45102"/>
                <a:gd name="csX14" fmla="*/ 9616 w 58455"/>
                <a:gd name="csY14" fmla="*/ 3998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55" h="45102">
                  <a:moveTo>
                    <a:pt x="9616" y="3998"/>
                  </a:moveTo>
                  <a:lnTo>
                    <a:pt x="15766" y="9122"/>
                  </a:lnTo>
                  <a:lnTo>
                    <a:pt x="21923" y="10148"/>
                  </a:lnTo>
                  <a:lnTo>
                    <a:pt x="36275" y="21422"/>
                  </a:lnTo>
                  <a:lnTo>
                    <a:pt x="42432" y="25527"/>
                  </a:lnTo>
                  <a:lnTo>
                    <a:pt x="60888" y="37820"/>
                  </a:lnTo>
                  <a:lnTo>
                    <a:pt x="62941" y="43970"/>
                  </a:lnTo>
                  <a:lnTo>
                    <a:pt x="58836" y="47048"/>
                  </a:lnTo>
                  <a:lnTo>
                    <a:pt x="46529" y="42951"/>
                  </a:lnTo>
                  <a:lnTo>
                    <a:pt x="22949" y="29624"/>
                  </a:lnTo>
                  <a:lnTo>
                    <a:pt x="16792" y="26546"/>
                  </a:lnTo>
                  <a:lnTo>
                    <a:pt x="5511" y="15272"/>
                  </a:lnTo>
                  <a:lnTo>
                    <a:pt x="4485" y="10148"/>
                  </a:lnTo>
                  <a:lnTo>
                    <a:pt x="4485" y="1946"/>
                  </a:lnTo>
                  <a:lnTo>
                    <a:pt x="9616" y="3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09" name="Forme libre : forme 287">
              <a:extLst>
                <a:ext uri="{FF2B5EF4-FFF2-40B4-BE49-F238E27FC236}">
                  <a16:creationId xmlns:a16="http://schemas.microsoft.com/office/drawing/2014/main" id="{CAEFEC14-BBBB-4F18-E68F-3DBBDFDA48F0}"/>
                </a:ext>
              </a:extLst>
            </p:cNvPr>
            <p:cNvSpPr/>
            <p:nvPr/>
          </p:nvSpPr>
          <p:spPr>
            <a:xfrm>
              <a:off x="9436103" y="5005189"/>
              <a:ext cx="24613" cy="18449"/>
            </a:xfrm>
            <a:custGeom>
              <a:avLst/>
              <a:gdLst>
                <a:gd name="csX0" fmla="*/ 13879 w 24613"/>
                <a:gd name="csY0" fmla="*/ 20345 h 18449"/>
                <a:gd name="csX1" fmla="*/ 29264 w 24613"/>
                <a:gd name="csY1" fmla="*/ 18812 h 18449"/>
                <a:gd name="csX2" fmla="*/ 29264 w 24613"/>
                <a:gd name="csY2" fmla="*/ 9584 h 18449"/>
                <a:gd name="csX3" fmla="*/ 24647 w 24613"/>
                <a:gd name="csY3" fmla="*/ 1895 h 18449"/>
                <a:gd name="csX4" fmla="*/ 6190 w 24613"/>
                <a:gd name="csY4" fmla="*/ 3434 h 18449"/>
                <a:gd name="csX5" fmla="*/ 4651 w 24613"/>
                <a:gd name="csY5" fmla="*/ 14195 h 18449"/>
                <a:gd name="csX6" fmla="*/ 13879 w 24613"/>
                <a:gd name="csY6" fmla="*/ 2034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13879" y="20345"/>
                  </a:moveTo>
                  <a:lnTo>
                    <a:pt x="29264" y="18812"/>
                  </a:lnTo>
                  <a:lnTo>
                    <a:pt x="29264" y="9584"/>
                  </a:lnTo>
                  <a:lnTo>
                    <a:pt x="24647" y="1895"/>
                  </a:lnTo>
                  <a:lnTo>
                    <a:pt x="6190" y="3434"/>
                  </a:lnTo>
                  <a:lnTo>
                    <a:pt x="4651" y="14195"/>
                  </a:lnTo>
                  <a:lnTo>
                    <a:pt x="13879" y="203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0" name="Forme libre : forme 288">
              <a:extLst>
                <a:ext uri="{FF2B5EF4-FFF2-40B4-BE49-F238E27FC236}">
                  <a16:creationId xmlns:a16="http://schemas.microsoft.com/office/drawing/2014/main" id="{CD40C5B3-A568-CA43-0A36-B9EE6B50C55A}"/>
                </a:ext>
              </a:extLst>
            </p:cNvPr>
            <p:cNvSpPr/>
            <p:nvPr/>
          </p:nvSpPr>
          <p:spPr>
            <a:xfrm>
              <a:off x="9459157" y="4974446"/>
              <a:ext cx="32302" cy="16910"/>
            </a:xfrm>
            <a:custGeom>
              <a:avLst/>
              <a:gdLst>
                <a:gd name="csX0" fmla="*/ 13895 w 32302"/>
                <a:gd name="csY0" fmla="*/ 18786 h 16910"/>
                <a:gd name="csX1" fmla="*/ 36970 w 32302"/>
                <a:gd name="csY1" fmla="*/ 6486 h 16910"/>
                <a:gd name="csX2" fmla="*/ 30813 w 32302"/>
                <a:gd name="csY2" fmla="*/ 1876 h 16910"/>
                <a:gd name="csX3" fmla="*/ 23123 w 32302"/>
                <a:gd name="csY3" fmla="*/ 4947 h 16910"/>
                <a:gd name="csX4" fmla="*/ 4667 w 32302"/>
                <a:gd name="csY4" fmla="*/ 15715 h 16910"/>
                <a:gd name="csX5" fmla="*/ 13895 w 32302"/>
                <a:gd name="csY5" fmla="*/ 18786 h 16910"/>
              </a:gdLst>
              <a:ahLst/>
              <a:cxnLst>
                <a:cxn ang="0">
                  <a:pos x="csX0" y="csY0"/>
                </a:cxn>
                <a:cxn ang="0">
                  <a:pos x="csX1" y="csY1"/>
                </a:cxn>
                <a:cxn ang="0">
                  <a:pos x="csX2" y="csY2"/>
                </a:cxn>
                <a:cxn ang="0">
                  <a:pos x="csX3" y="csY3"/>
                </a:cxn>
                <a:cxn ang="0">
                  <a:pos x="csX4" y="csY4"/>
                </a:cxn>
                <a:cxn ang="0">
                  <a:pos x="csX5" y="csY5"/>
                </a:cxn>
              </a:cxnLst>
              <a:rect l="l" t="t" r="r" b="b"/>
              <a:pathLst>
                <a:path w="32302" h="16910">
                  <a:moveTo>
                    <a:pt x="13895" y="18786"/>
                  </a:moveTo>
                  <a:lnTo>
                    <a:pt x="36970" y="6486"/>
                  </a:lnTo>
                  <a:lnTo>
                    <a:pt x="30813" y="1876"/>
                  </a:lnTo>
                  <a:lnTo>
                    <a:pt x="23123" y="4947"/>
                  </a:lnTo>
                  <a:lnTo>
                    <a:pt x="4667" y="15715"/>
                  </a:lnTo>
                  <a:lnTo>
                    <a:pt x="13895" y="18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1" name="Forme libre : forme 289">
              <a:extLst>
                <a:ext uri="{FF2B5EF4-FFF2-40B4-BE49-F238E27FC236}">
                  <a16:creationId xmlns:a16="http://schemas.microsoft.com/office/drawing/2014/main" id="{87616C66-9420-70A3-038D-42DA8FE5CD06}"/>
                </a:ext>
              </a:extLst>
            </p:cNvPr>
            <p:cNvSpPr/>
            <p:nvPr/>
          </p:nvSpPr>
          <p:spPr>
            <a:xfrm>
              <a:off x="9339201" y="5407989"/>
              <a:ext cx="123054" cy="190642"/>
            </a:xfrm>
            <a:custGeom>
              <a:avLst/>
              <a:gdLst>
                <a:gd name="csX0" fmla="*/ 12304 w 123054"/>
                <a:gd name="csY0" fmla="*/ 22194 h 190642"/>
                <a:gd name="csX1" fmla="*/ 4614 w 123054"/>
                <a:gd name="csY1" fmla="*/ 12972 h 190642"/>
                <a:gd name="csX2" fmla="*/ 4614 w 123054"/>
                <a:gd name="csY2" fmla="*/ 2205 h 190642"/>
                <a:gd name="csX3" fmla="*/ 27682 w 123054"/>
                <a:gd name="csY3" fmla="*/ 22194 h 190642"/>
                <a:gd name="csX4" fmla="*/ 33839 w 123054"/>
                <a:gd name="csY4" fmla="*/ 22194 h 190642"/>
                <a:gd name="csX5" fmla="*/ 44606 w 123054"/>
                <a:gd name="csY5" fmla="*/ 32955 h 190642"/>
                <a:gd name="csX6" fmla="*/ 44606 w 123054"/>
                <a:gd name="csY6" fmla="*/ 43715 h 190642"/>
                <a:gd name="csX7" fmla="*/ 53835 w 123054"/>
                <a:gd name="csY7" fmla="*/ 63705 h 190642"/>
                <a:gd name="csX8" fmla="*/ 61524 w 123054"/>
                <a:gd name="csY8" fmla="*/ 71387 h 190642"/>
                <a:gd name="csX9" fmla="*/ 64602 w 123054"/>
                <a:gd name="csY9" fmla="*/ 66776 h 190642"/>
                <a:gd name="csX10" fmla="*/ 63063 w 123054"/>
                <a:gd name="csY10" fmla="*/ 56015 h 190642"/>
                <a:gd name="csX11" fmla="*/ 72292 w 123054"/>
                <a:gd name="csY11" fmla="*/ 66776 h 190642"/>
                <a:gd name="csX12" fmla="*/ 76909 w 123054"/>
                <a:gd name="csY12" fmla="*/ 85226 h 190642"/>
                <a:gd name="csX13" fmla="*/ 92288 w 123054"/>
                <a:gd name="csY13" fmla="*/ 94454 h 190642"/>
                <a:gd name="csX14" fmla="*/ 109212 w 123054"/>
                <a:gd name="csY14" fmla="*/ 91376 h 190642"/>
                <a:gd name="csX15" fmla="*/ 115362 w 123054"/>
                <a:gd name="csY15" fmla="*/ 80615 h 190642"/>
                <a:gd name="csX16" fmla="*/ 127669 w 123054"/>
                <a:gd name="csY16" fmla="*/ 77544 h 190642"/>
                <a:gd name="csX17" fmla="*/ 127669 w 123054"/>
                <a:gd name="csY17" fmla="*/ 94454 h 190642"/>
                <a:gd name="csX18" fmla="*/ 121512 w 123054"/>
                <a:gd name="csY18" fmla="*/ 103676 h 190642"/>
                <a:gd name="csX19" fmla="*/ 118440 w 123054"/>
                <a:gd name="csY19" fmla="*/ 129815 h 190642"/>
                <a:gd name="csX20" fmla="*/ 107673 w 123054"/>
                <a:gd name="csY20" fmla="*/ 125204 h 190642"/>
                <a:gd name="csX21" fmla="*/ 93827 w 123054"/>
                <a:gd name="csY21" fmla="*/ 125204 h 190642"/>
                <a:gd name="csX22" fmla="*/ 92288 w 123054"/>
                <a:gd name="csY22" fmla="*/ 131347 h 190642"/>
                <a:gd name="csX23" fmla="*/ 96905 w 123054"/>
                <a:gd name="csY23" fmla="*/ 140576 h 190642"/>
                <a:gd name="csX24" fmla="*/ 89209 w 123054"/>
                <a:gd name="csY24" fmla="*/ 149797 h 190642"/>
                <a:gd name="csX25" fmla="*/ 70752 w 123054"/>
                <a:gd name="csY25" fmla="*/ 188236 h 190642"/>
                <a:gd name="csX26" fmla="*/ 56906 w 123054"/>
                <a:gd name="csY26" fmla="*/ 192847 h 190642"/>
                <a:gd name="csX27" fmla="*/ 43067 w 123054"/>
                <a:gd name="csY27" fmla="*/ 186697 h 190642"/>
                <a:gd name="csX28" fmla="*/ 55374 w 123054"/>
                <a:gd name="csY28" fmla="*/ 174397 h 190642"/>
                <a:gd name="csX29" fmla="*/ 56913 w 123054"/>
                <a:gd name="csY29" fmla="*/ 157487 h 190642"/>
                <a:gd name="csX30" fmla="*/ 43067 w 123054"/>
                <a:gd name="csY30" fmla="*/ 142115 h 190642"/>
                <a:gd name="csX31" fmla="*/ 27682 w 123054"/>
                <a:gd name="csY31" fmla="*/ 137497 h 190642"/>
                <a:gd name="csX32" fmla="*/ 27682 w 123054"/>
                <a:gd name="csY32" fmla="*/ 126737 h 190642"/>
                <a:gd name="csX33" fmla="*/ 46146 w 123054"/>
                <a:gd name="csY33" fmla="*/ 122126 h 190642"/>
                <a:gd name="csX34" fmla="*/ 50756 w 123054"/>
                <a:gd name="csY34" fmla="*/ 103676 h 190642"/>
                <a:gd name="csX35" fmla="*/ 43067 w 123054"/>
                <a:gd name="csY35" fmla="*/ 72926 h 190642"/>
                <a:gd name="csX36" fmla="*/ 33839 w 123054"/>
                <a:gd name="csY36" fmla="*/ 54476 h 190642"/>
                <a:gd name="csX37" fmla="*/ 12304 w 123054"/>
                <a:gd name="csY37" fmla="*/ 22194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2304" y="22194"/>
                  </a:moveTo>
                  <a:lnTo>
                    <a:pt x="4614" y="12972"/>
                  </a:lnTo>
                  <a:lnTo>
                    <a:pt x="4614" y="2205"/>
                  </a:lnTo>
                  <a:lnTo>
                    <a:pt x="27682" y="22194"/>
                  </a:lnTo>
                  <a:lnTo>
                    <a:pt x="33839" y="22194"/>
                  </a:lnTo>
                  <a:lnTo>
                    <a:pt x="44606" y="32955"/>
                  </a:lnTo>
                  <a:lnTo>
                    <a:pt x="44606" y="43715"/>
                  </a:lnTo>
                  <a:lnTo>
                    <a:pt x="53835" y="63705"/>
                  </a:lnTo>
                  <a:lnTo>
                    <a:pt x="61524" y="71387"/>
                  </a:lnTo>
                  <a:lnTo>
                    <a:pt x="64602" y="66776"/>
                  </a:lnTo>
                  <a:lnTo>
                    <a:pt x="63063" y="56015"/>
                  </a:lnTo>
                  <a:lnTo>
                    <a:pt x="72292" y="66776"/>
                  </a:lnTo>
                  <a:lnTo>
                    <a:pt x="76909" y="85226"/>
                  </a:lnTo>
                  <a:lnTo>
                    <a:pt x="92288" y="94454"/>
                  </a:lnTo>
                  <a:lnTo>
                    <a:pt x="109212" y="91376"/>
                  </a:lnTo>
                  <a:lnTo>
                    <a:pt x="115362" y="80615"/>
                  </a:lnTo>
                  <a:lnTo>
                    <a:pt x="127669" y="77544"/>
                  </a:lnTo>
                  <a:lnTo>
                    <a:pt x="127669" y="94454"/>
                  </a:lnTo>
                  <a:lnTo>
                    <a:pt x="121512" y="103676"/>
                  </a:lnTo>
                  <a:lnTo>
                    <a:pt x="118440" y="129815"/>
                  </a:lnTo>
                  <a:lnTo>
                    <a:pt x="107673" y="125204"/>
                  </a:lnTo>
                  <a:lnTo>
                    <a:pt x="93827" y="125204"/>
                  </a:lnTo>
                  <a:lnTo>
                    <a:pt x="92288" y="131347"/>
                  </a:lnTo>
                  <a:lnTo>
                    <a:pt x="96905" y="140576"/>
                  </a:lnTo>
                  <a:lnTo>
                    <a:pt x="89209" y="149797"/>
                  </a:lnTo>
                  <a:lnTo>
                    <a:pt x="70752" y="188236"/>
                  </a:lnTo>
                  <a:lnTo>
                    <a:pt x="56906" y="192847"/>
                  </a:lnTo>
                  <a:lnTo>
                    <a:pt x="43067" y="186697"/>
                  </a:lnTo>
                  <a:lnTo>
                    <a:pt x="55374" y="174397"/>
                  </a:lnTo>
                  <a:lnTo>
                    <a:pt x="56913" y="157487"/>
                  </a:lnTo>
                  <a:lnTo>
                    <a:pt x="43067" y="142115"/>
                  </a:lnTo>
                  <a:lnTo>
                    <a:pt x="27682" y="137497"/>
                  </a:lnTo>
                  <a:lnTo>
                    <a:pt x="27682" y="126737"/>
                  </a:lnTo>
                  <a:lnTo>
                    <a:pt x="46146" y="122126"/>
                  </a:lnTo>
                  <a:lnTo>
                    <a:pt x="50756" y="103676"/>
                  </a:lnTo>
                  <a:lnTo>
                    <a:pt x="43067" y="72926"/>
                  </a:lnTo>
                  <a:lnTo>
                    <a:pt x="33839" y="54476"/>
                  </a:lnTo>
                  <a:lnTo>
                    <a:pt x="12304" y="22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2" name="Forme libre : forme 290">
              <a:extLst>
                <a:ext uri="{FF2B5EF4-FFF2-40B4-BE49-F238E27FC236}">
                  <a16:creationId xmlns:a16="http://schemas.microsoft.com/office/drawing/2014/main" id="{C3965996-2992-AE2D-5C09-516ED310810D}"/>
                </a:ext>
              </a:extLst>
            </p:cNvPr>
            <p:cNvSpPr/>
            <p:nvPr/>
          </p:nvSpPr>
          <p:spPr>
            <a:xfrm>
              <a:off x="9206912" y="5574025"/>
              <a:ext cx="159974" cy="174662"/>
            </a:xfrm>
            <a:custGeom>
              <a:avLst/>
              <a:gdLst>
                <a:gd name="csX0" fmla="*/ 141462 w 159974"/>
                <a:gd name="csY0" fmla="*/ 9991 h 174662"/>
                <a:gd name="csX1" fmla="*/ 141462 w 159974"/>
                <a:gd name="csY1" fmla="*/ 22291 h 174662"/>
                <a:gd name="csX2" fmla="*/ 149151 w 159974"/>
                <a:gd name="csY2" fmla="*/ 22291 h 174662"/>
                <a:gd name="csX3" fmla="*/ 153768 w 159974"/>
                <a:gd name="csY3" fmla="*/ 14602 h 174662"/>
                <a:gd name="csX4" fmla="*/ 164536 w 159974"/>
                <a:gd name="csY4" fmla="*/ 16141 h 174662"/>
                <a:gd name="csX5" fmla="*/ 161458 w 159974"/>
                <a:gd name="csY5" fmla="*/ 48430 h 174662"/>
                <a:gd name="csX6" fmla="*/ 149151 w 159974"/>
                <a:gd name="csY6" fmla="*/ 66873 h 174662"/>
                <a:gd name="csX7" fmla="*/ 141462 w 159974"/>
                <a:gd name="csY7" fmla="*/ 77641 h 174662"/>
                <a:gd name="csX8" fmla="*/ 136844 w 159974"/>
                <a:gd name="csY8" fmla="*/ 93012 h 174662"/>
                <a:gd name="csX9" fmla="*/ 116848 w 159974"/>
                <a:gd name="csY9" fmla="*/ 99162 h 174662"/>
                <a:gd name="csX10" fmla="*/ 106080 w 159974"/>
                <a:gd name="csY10" fmla="*/ 112994 h 174662"/>
                <a:gd name="csX11" fmla="*/ 89163 w 159974"/>
                <a:gd name="csY11" fmla="*/ 149518 h 174662"/>
                <a:gd name="csX12" fmla="*/ 59932 w 159974"/>
                <a:gd name="csY12" fmla="*/ 176964 h 174662"/>
                <a:gd name="csX13" fmla="*/ 24557 w 159974"/>
                <a:gd name="csY13" fmla="*/ 165204 h 174662"/>
                <a:gd name="csX14" fmla="*/ 7633 w 159974"/>
                <a:gd name="csY14" fmla="*/ 165204 h 174662"/>
                <a:gd name="csX15" fmla="*/ 4561 w 159974"/>
                <a:gd name="csY15" fmla="*/ 153438 h 174662"/>
                <a:gd name="csX16" fmla="*/ 16861 w 159974"/>
                <a:gd name="csY16" fmla="*/ 126834 h 174662"/>
                <a:gd name="csX17" fmla="*/ 30707 w 159974"/>
                <a:gd name="csY17" fmla="*/ 111455 h 174662"/>
                <a:gd name="csX18" fmla="*/ 55321 w 159974"/>
                <a:gd name="csY18" fmla="*/ 97623 h 174662"/>
                <a:gd name="csX19" fmla="*/ 73778 w 159974"/>
                <a:gd name="csY19" fmla="*/ 79173 h 174662"/>
                <a:gd name="csX20" fmla="*/ 99930 w 159974"/>
                <a:gd name="csY20" fmla="*/ 63801 h 174662"/>
                <a:gd name="csX21" fmla="*/ 107620 w 159974"/>
                <a:gd name="csY21" fmla="*/ 49962 h 174662"/>
                <a:gd name="csX22" fmla="*/ 107620 w 159974"/>
                <a:gd name="csY22" fmla="*/ 39202 h 174662"/>
                <a:gd name="csX23" fmla="*/ 121466 w 159974"/>
                <a:gd name="csY23" fmla="*/ 20752 h 174662"/>
                <a:gd name="csX24" fmla="*/ 123005 w 159974"/>
                <a:gd name="csY24" fmla="*/ 6919 h 174662"/>
                <a:gd name="csX25" fmla="*/ 135305 w 159974"/>
                <a:gd name="csY25" fmla="*/ 2302 h 174662"/>
                <a:gd name="csX26" fmla="*/ 141462 w 159974"/>
                <a:gd name="csY26" fmla="*/ 9991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1462" y="9991"/>
                  </a:moveTo>
                  <a:lnTo>
                    <a:pt x="141462" y="22291"/>
                  </a:lnTo>
                  <a:lnTo>
                    <a:pt x="149151" y="22291"/>
                  </a:lnTo>
                  <a:lnTo>
                    <a:pt x="153768" y="14602"/>
                  </a:lnTo>
                  <a:lnTo>
                    <a:pt x="164536" y="16141"/>
                  </a:lnTo>
                  <a:lnTo>
                    <a:pt x="161458" y="48430"/>
                  </a:lnTo>
                  <a:lnTo>
                    <a:pt x="149151" y="66873"/>
                  </a:lnTo>
                  <a:lnTo>
                    <a:pt x="141462" y="77641"/>
                  </a:lnTo>
                  <a:lnTo>
                    <a:pt x="136844" y="93012"/>
                  </a:lnTo>
                  <a:lnTo>
                    <a:pt x="116848" y="99162"/>
                  </a:lnTo>
                  <a:lnTo>
                    <a:pt x="106080" y="112994"/>
                  </a:lnTo>
                  <a:lnTo>
                    <a:pt x="89163" y="149518"/>
                  </a:lnTo>
                  <a:lnTo>
                    <a:pt x="59932" y="176964"/>
                  </a:lnTo>
                  <a:lnTo>
                    <a:pt x="24557" y="165204"/>
                  </a:lnTo>
                  <a:lnTo>
                    <a:pt x="7633" y="165204"/>
                  </a:lnTo>
                  <a:lnTo>
                    <a:pt x="4561" y="153438"/>
                  </a:lnTo>
                  <a:lnTo>
                    <a:pt x="16861" y="126834"/>
                  </a:lnTo>
                  <a:lnTo>
                    <a:pt x="30707" y="111455"/>
                  </a:lnTo>
                  <a:lnTo>
                    <a:pt x="55321" y="97623"/>
                  </a:lnTo>
                  <a:lnTo>
                    <a:pt x="73778" y="79173"/>
                  </a:lnTo>
                  <a:lnTo>
                    <a:pt x="99930" y="63801"/>
                  </a:lnTo>
                  <a:lnTo>
                    <a:pt x="107620" y="49962"/>
                  </a:lnTo>
                  <a:lnTo>
                    <a:pt x="107620" y="39202"/>
                  </a:lnTo>
                  <a:lnTo>
                    <a:pt x="121466" y="20752"/>
                  </a:lnTo>
                  <a:lnTo>
                    <a:pt x="123005" y="6919"/>
                  </a:lnTo>
                  <a:lnTo>
                    <a:pt x="135305" y="2302"/>
                  </a:lnTo>
                  <a:lnTo>
                    <a:pt x="141462" y="9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3" name="Forme libre : forme 291">
              <a:extLst>
                <a:ext uri="{FF2B5EF4-FFF2-40B4-BE49-F238E27FC236}">
                  <a16:creationId xmlns:a16="http://schemas.microsoft.com/office/drawing/2014/main" id="{C818E6FC-E5E6-B584-9455-EAF0ACE93AAA}"/>
                </a:ext>
              </a:extLst>
            </p:cNvPr>
            <p:cNvSpPr/>
            <p:nvPr/>
          </p:nvSpPr>
          <p:spPr>
            <a:xfrm rot="5400000" flipV="1">
              <a:off x="9226501" y="5754525"/>
              <a:ext cx="13066" cy="9228"/>
            </a:xfrm>
            <a:custGeom>
              <a:avLst/>
              <a:gdLst>
                <a:gd name="csX0" fmla="*/ 5834 w 13066"/>
                <a:gd name="csY0" fmla="*/ 11579 h 9228"/>
                <a:gd name="csX1" fmla="*/ 14981 w 13066"/>
                <a:gd name="csY1" fmla="*/ 11579 h 9228"/>
                <a:gd name="csX2" fmla="*/ 17587 w 13066"/>
                <a:gd name="csY2" fmla="*/ 2350 h 9228"/>
                <a:gd name="csX3" fmla="*/ 4521 w 13066"/>
                <a:gd name="csY3" fmla="*/ 5429 h 9228"/>
                <a:gd name="csX4" fmla="*/ 5834 w 13066"/>
                <a:gd name="csY4" fmla="*/ 11579 h 9228"/>
              </a:gdLst>
              <a:ahLst/>
              <a:cxnLst>
                <a:cxn ang="0">
                  <a:pos x="csX0" y="csY0"/>
                </a:cxn>
                <a:cxn ang="0">
                  <a:pos x="csX1" y="csY1"/>
                </a:cxn>
                <a:cxn ang="0">
                  <a:pos x="csX2" y="csY2"/>
                </a:cxn>
                <a:cxn ang="0">
                  <a:pos x="csX3" y="csY3"/>
                </a:cxn>
                <a:cxn ang="0">
                  <a:pos x="csX4" y="csY4"/>
                </a:cxn>
              </a:cxnLst>
              <a:rect l="l" t="t" r="r" b="b"/>
              <a:pathLst>
                <a:path w="13066" h="9228">
                  <a:moveTo>
                    <a:pt x="5834" y="11579"/>
                  </a:moveTo>
                  <a:lnTo>
                    <a:pt x="14981" y="11579"/>
                  </a:lnTo>
                  <a:lnTo>
                    <a:pt x="17587" y="2350"/>
                  </a:lnTo>
                  <a:lnTo>
                    <a:pt x="4521" y="5429"/>
                  </a:lnTo>
                  <a:lnTo>
                    <a:pt x="5834" y="115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4" name="Forme libre : forme 292">
              <a:extLst>
                <a:ext uri="{FF2B5EF4-FFF2-40B4-BE49-F238E27FC236}">
                  <a16:creationId xmlns:a16="http://schemas.microsoft.com/office/drawing/2014/main" id="{9BB3F537-B95F-06B1-F6E0-A7FE46E1CC70}"/>
                </a:ext>
              </a:extLst>
            </p:cNvPr>
            <p:cNvSpPr/>
            <p:nvPr/>
          </p:nvSpPr>
          <p:spPr>
            <a:xfrm rot="-8588417" flipV="1">
              <a:off x="9581034" y="5640570"/>
              <a:ext cx="7689" cy="8920"/>
            </a:xfrm>
            <a:custGeom>
              <a:avLst/>
              <a:gdLst>
                <a:gd name="csX0" fmla="*/ 4735 w 7689"/>
                <a:gd name="csY0" fmla="*/ 11200 h 8920"/>
                <a:gd name="csX1" fmla="*/ 12424 w 7689"/>
                <a:gd name="csY1" fmla="*/ 11200 h 8920"/>
                <a:gd name="csX2" fmla="*/ 10269 w 7689"/>
                <a:gd name="csY2" fmla="*/ 3826 h 8920"/>
                <a:gd name="csX3" fmla="*/ 5651 w 7689"/>
                <a:gd name="csY3" fmla="*/ 2280 h 8920"/>
                <a:gd name="csX4" fmla="*/ 4735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4735" y="11200"/>
                  </a:moveTo>
                  <a:lnTo>
                    <a:pt x="12424" y="11200"/>
                  </a:lnTo>
                  <a:lnTo>
                    <a:pt x="10269" y="3826"/>
                  </a:lnTo>
                  <a:lnTo>
                    <a:pt x="5651" y="2280"/>
                  </a:lnTo>
                  <a:lnTo>
                    <a:pt x="4735"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5" name="Forme libre : forme 293">
              <a:extLst>
                <a:ext uri="{FF2B5EF4-FFF2-40B4-BE49-F238E27FC236}">
                  <a16:creationId xmlns:a16="http://schemas.microsoft.com/office/drawing/2014/main" id="{1B9DDC7F-2A91-48DA-2CCB-AA9701EE56DC}"/>
                </a:ext>
              </a:extLst>
            </p:cNvPr>
            <p:cNvSpPr/>
            <p:nvPr/>
          </p:nvSpPr>
          <p:spPr>
            <a:xfrm>
              <a:off x="8042479" y="4857077"/>
              <a:ext cx="882929" cy="683632"/>
            </a:xfrm>
            <a:custGeom>
              <a:avLst/>
              <a:gdLst>
                <a:gd name="csX0" fmla="*/ 751670 w 882929"/>
                <a:gd name="csY0" fmla="*/ 662021 h 683632"/>
                <a:gd name="csX1" fmla="*/ 759872 w 882929"/>
                <a:gd name="csY1" fmla="*/ 651773 h 683632"/>
                <a:gd name="csX2" fmla="*/ 773205 w 882929"/>
                <a:gd name="csY2" fmla="*/ 648695 h 683632"/>
                <a:gd name="csX3" fmla="*/ 808073 w 882929"/>
                <a:gd name="csY3" fmla="*/ 639473 h 683632"/>
                <a:gd name="csX4" fmla="*/ 809099 w 882929"/>
                <a:gd name="csY4" fmla="*/ 628199 h 683632"/>
                <a:gd name="csX5" fmla="*/ 808073 w 882929"/>
                <a:gd name="csY5" fmla="*/ 607697 h 683632"/>
                <a:gd name="csX6" fmla="*/ 825504 w 882929"/>
                <a:gd name="csY6" fmla="*/ 573876 h 683632"/>
                <a:gd name="csX7" fmla="*/ 823459 w 882929"/>
                <a:gd name="csY7" fmla="*/ 565680 h 683632"/>
                <a:gd name="csX8" fmla="*/ 838837 w 882929"/>
                <a:gd name="csY8" fmla="*/ 542107 h 683632"/>
                <a:gd name="csX9" fmla="*/ 838837 w 882929"/>
                <a:gd name="csY9" fmla="*/ 532878 h 683632"/>
                <a:gd name="csX10" fmla="*/ 861398 w 882929"/>
                <a:gd name="csY10" fmla="*/ 505207 h 683632"/>
                <a:gd name="csX11" fmla="*/ 868574 w 882929"/>
                <a:gd name="csY11" fmla="*/ 494959 h 683632"/>
                <a:gd name="csX12" fmla="*/ 868574 w 882929"/>
                <a:gd name="csY12" fmla="*/ 486757 h 683632"/>
                <a:gd name="csX13" fmla="*/ 877803 w 882929"/>
                <a:gd name="csY13" fmla="*/ 474457 h 683632"/>
                <a:gd name="csX14" fmla="*/ 877803 w 882929"/>
                <a:gd name="csY14" fmla="*/ 468314 h 683632"/>
                <a:gd name="csX15" fmla="*/ 875757 w 882929"/>
                <a:gd name="csY15" fmla="*/ 452935 h 683632"/>
                <a:gd name="csX16" fmla="*/ 881907 w 882929"/>
                <a:gd name="csY16" fmla="*/ 434485 h 683632"/>
                <a:gd name="csX17" fmla="*/ 881907 w 882929"/>
                <a:gd name="csY17" fmla="*/ 406814 h 683632"/>
                <a:gd name="csX18" fmla="*/ 887038 w 882929"/>
                <a:gd name="csY18" fmla="*/ 392462 h 683632"/>
                <a:gd name="csX19" fmla="*/ 876783 w 882929"/>
                <a:gd name="csY19" fmla="*/ 380168 h 683632"/>
                <a:gd name="csX20" fmla="*/ 873705 w 882929"/>
                <a:gd name="csY20" fmla="*/ 366842 h 683632"/>
                <a:gd name="csX21" fmla="*/ 877810 w 882929"/>
                <a:gd name="csY21" fmla="*/ 334040 h 683632"/>
                <a:gd name="csX22" fmla="*/ 875757 w 882929"/>
                <a:gd name="csY22" fmla="*/ 329942 h 683632"/>
                <a:gd name="csX23" fmla="*/ 869607 w 882929"/>
                <a:gd name="csY23" fmla="*/ 338145 h 683632"/>
                <a:gd name="csX24" fmla="*/ 859346 w 882929"/>
                <a:gd name="csY24" fmla="*/ 322773 h 683632"/>
                <a:gd name="csX25" fmla="*/ 848072 w 882929"/>
                <a:gd name="csY25" fmla="*/ 303297 h 683632"/>
                <a:gd name="csX26" fmla="*/ 837818 w 882929"/>
                <a:gd name="csY26" fmla="*/ 297147 h 683632"/>
                <a:gd name="csX27" fmla="*/ 823459 w 882929"/>
                <a:gd name="csY27" fmla="*/ 282795 h 683632"/>
                <a:gd name="csX28" fmla="*/ 821406 w 882929"/>
                <a:gd name="csY28" fmla="*/ 268450 h 683632"/>
                <a:gd name="csX29" fmla="*/ 814230 w 882929"/>
                <a:gd name="csY29" fmla="*/ 269469 h 683632"/>
                <a:gd name="csX30" fmla="*/ 805002 w 882929"/>
                <a:gd name="csY30" fmla="*/ 271521 h 683632"/>
                <a:gd name="csX31" fmla="*/ 791669 w 882929"/>
                <a:gd name="csY31" fmla="*/ 259221 h 683632"/>
                <a:gd name="csX32" fmla="*/ 792695 w 882929"/>
                <a:gd name="csY32" fmla="*/ 238726 h 683632"/>
                <a:gd name="csX33" fmla="*/ 782440 w 882929"/>
                <a:gd name="csY33" fmla="*/ 225400 h 683632"/>
                <a:gd name="csX34" fmla="*/ 780388 w 882929"/>
                <a:gd name="csY34" fmla="*/ 214126 h 683632"/>
                <a:gd name="csX35" fmla="*/ 776290 w 882929"/>
                <a:gd name="csY35" fmla="*/ 207976 h 683632"/>
                <a:gd name="csX36" fmla="*/ 760905 w 882929"/>
                <a:gd name="csY36" fmla="*/ 205924 h 683632"/>
                <a:gd name="csX37" fmla="*/ 751677 w 882929"/>
                <a:gd name="csY37" fmla="*/ 193624 h 683632"/>
                <a:gd name="csX38" fmla="*/ 734246 w 882929"/>
                <a:gd name="csY38" fmla="*/ 191578 h 683632"/>
                <a:gd name="csX39" fmla="*/ 731168 w 882929"/>
                <a:gd name="csY39" fmla="*/ 175174 h 683632"/>
                <a:gd name="csX40" fmla="*/ 726044 w 882929"/>
                <a:gd name="csY40" fmla="*/ 165952 h 683632"/>
                <a:gd name="csX41" fmla="*/ 720913 w 882929"/>
                <a:gd name="csY41" fmla="*/ 139307 h 683632"/>
                <a:gd name="csX42" fmla="*/ 709633 w 882929"/>
                <a:gd name="csY42" fmla="*/ 127007 h 683632"/>
                <a:gd name="csX43" fmla="*/ 707587 w 882929"/>
                <a:gd name="csY43" fmla="*/ 89081 h 683632"/>
                <a:gd name="csX44" fmla="*/ 699378 w 882929"/>
                <a:gd name="csY44" fmla="*/ 86009 h 683632"/>
                <a:gd name="csX45" fmla="*/ 689124 w 882929"/>
                <a:gd name="csY45" fmla="*/ 78833 h 683632"/>
                <a:gd name="csX46" fmla="*/ 682974 w 882929"/>
                <a:gd name="csY46" fmla="*/ 77807 h 683632"/>
                <a:gd name="csX47" fmla="*/ 678869 w 882929"/>
                <a:gd name="csY47" fmla="*/ 84983 h 683632"/>
                <a:gd name="csX48" fmla="*/ 674771 w 882929"/>
                <a:gd name="csY48" fmla="*/ 65507 h 683632"/>
                <a:gd name="csX49" fmla="*/ 663491 w 882929"/>
                <a:gd name="csY49" fmla="*/ 43986 h 683632"/>
                <a:gd name="csX50" fmla="*/ 662464 w 882929"/>
                <a:gd name="csY50" fmla="*/ 30659 h 683632"/>
                <a:gd name="csX51" fmla="*/ 655288 w 882929"/>
                <a:gd name="csY51" fmla="*/ 22464 h 683632"/>
                <a:gd name="csX52" fmla="*/ 654262 w 882929"/>
                <a:gd name="csY52" fmla="*/ 8112 h 683632"/>
                <a:gd name="csX53" fmla="*/ 647086 w 882929"/>
                <a:gd name="csY53" fmla="*/ 1962 h 683632"/>
                <a:gd name="csX54" fmla="*/ 642982 w 882929"/>
                <a:gd name="csY54" fmla="*/ 5033 h 683632"/>
                <a:gd name="csX55" fmla="*/ 639903 w 882929"/>
                <a:gd name="csY55" fmla="*/ 19386 h 683632"/>
                <a:gd name="csX56" fmla="*/ 636832 w 882929"/>
                <a:gd name="csY56" fmla="*/ 27588 h 683632"/>
                <a:gd name="csX57" fmla="*/ 629649 w 882929"/>
                <a:gd name="csY57" fmla="*/ 32712 h 683632"/>
                <a:gd name="csX58" fmla="*/ 626570 w 882929"/>
                <a:gd name="csY58" fmla="*/ 40907 h 683632"/>
                <a:gd name="csX59" fmla="*/ 633746 w 882929"/>
                <a:gd name="csY59" fmla="*/ 49109 h 683632"/>
                <a:gd name="csX60" fmla="*/ 629649 w 882929"/>
                <a:gd name="csY60" fmla="*/ 53207 h 683632"/>
                <a:gd name="csX61" fmla="*/ 624518 w 882929"/>
                <a:gd name="csY61" fmla="*/ 59357 h 683632"/>
                <a:gd name="csX62" fmla="*/ 624518 w 882929"/>
                <a:gd name="csY62" fmla="*/ 71657 h 683632"/>
                <a:gd name="csX63" fmla="*/ 630675 w 882929"/>
                <a:gd name="csY63" fmla="*/ 79859 h 683632"/>
                <a:gd name="csX64" fmla="*/ 628622 w 882929"/>
                <a:gd name="csY64" fmla="*/ 89081 h 683632"/>
                <a:gd name="csX65" fmla="*/ 622472 w 882929"/>
                <a:gd name="csY65" fmla="*/ 111628 h 683632"/>
                <a:gd name="csX66" fmla="*/ 616316 w 882929"/>
                <a:gd name="csY66" fmla="*/ 145450 h 683632"/>
                <a:gd name="csX67" fmla="*/ 604009 w 882929"/>
                <a:gd name="csY67" fmla="*/ 156724 h 683632"/>
                <a:gd name="csX68" fmla="*/ 585552 w 882929"/>
                <a:gd name="csY68" fmla="*/ 155698 h 683632"/>
                <a:gd name="csX69" fmla="*/ 573245 w 882929"/>
                <a:gd name="csY69" fmla="*/ 145450 h 683632"/>
                <a:gd name="csX70" fmla="*/ 566069 w 882929"/>
                <a:gd name="csY70" fmla="*/ 139300 h 683632"/>
                <a:gd name="csX71" fmla="*/ 548632 w 882929"/>
                <a:gd name="csY71" fmla="*/ 133150 h 683632"/>
                <a:gd name="csX72" fmla="*/ 532227 w 882929"/>
                <a:gd name="csY72" fmla="*/ 119831 h 683632"/>
                <a:gd name="csX73" fmla="*/ 530175 w 882929"/>
                <a:gd name="csY73" fmla="*/ 114700 h 683632"/>
                <a:gd name="csX74" fmla="*/ 516849 w 882929"/>
                <a:gd name="csY74" fmla="*/ 113681 h 683632"/>
                <a:gd name="csX75" fmla="*/ 513770 w 882929"/>
                <a:gd name="csY75" fmla="*/ 108550 h 683632"/>
                <a:gd name="csX76" fmla="*/ 503516 w 882929"/>
                <a:gd name="csY76" fmla="*/ 102407 h 683632"/>
                <a:gd name="csX77" fmla="*/ 495314 w 882929"/>
                <a:gd name="csY77" fmla="*/ 98302 h 683632"/>
                <a:gd name="csX78" fmla="*/ 498385 w 882929"/>
                <a:gd name="csY78" fmla="*/ 89081 h 683632"/>
                <a:gd name="csX79" fmla="*/ 504542 w 882929"/>
                <a:gd name="csY79" fmla="*/ 83957 h 683632"/>
                <a:gd name="csX80" fmla="*/ 504542 w 882929"/>
                <a:gd name="csY80" fmla="*/ 65507 h 683632"/>
                <a:gd name="csX81" fmla="*/ 516849 w 882929"/>
                <a:gd name="csY81" fmla="*/ 60383 h 683632"/>
                <a:gd name="csX82" fmla="*/ 521973 w 882929"/>
                <a:gd name="csY82" fmla="*/ 55253 h 683632"/>
                <a:gd name="csX83" fmla="*/ 522999 w 882929"/>
                <a:gd name="csY83" fmla="*/ 45005 h 683632"/>
                <a:gd name="csX84" fmla="*/ 522999 w 882929"/>
                <a:gd name="csY84" fmla="*/ 34757 h 683632"/>
                <a:gd name="csX85" fmla="*/ 516849 w 882929"/>
                <a:gd name="csY85" fmla="*/ 33731 h 683632"/>
                <a:gd name="csX86" fmla="*/ 508647 w 882929"/>
                <a:gd name="csY86" fmla="*/ 36809 h 683632"/>
                <a:gd name="csX87" fmla="*/ 503516 w 882929"/>
                <a:gd name="csY87" fmla="*/ 32712 h 683632"/>
                <a:gd name="csX88" fmla="*/ 484033 w 882929"/>
                <a:gd name="csY88" fmla="*/ 32705 h 683632"/>
                <a:gd name="csX89" fmla="*/ 471726 w 882929"/>
                <a:gd name="csY89" fmla="*/ 26555 h 683632"/>
                <a:gd name="csX90" fmla="*/ 449165 w 882929"/>
                <a:gd name="csY90" fmla="*/ 25536 h 683632"/>
                <a:gd name="csX91" fmla="*/ 437884 w 882929"/>
                <a:gd name="csY91" fmla="*/ 17333 h 683632"/>
                <a:gd name="csX92" fmla="*/ 417375 w 882929"/>
                <a:gd name="csY92" fmla="*/ 16307 h 683632"/>
                <a:gd name="csX93" fmla="*/ 417375 w 882929"/>
                <a:gd name="csY93" fmla="*/ 21431 h 683632"/>
                <a:gd name="csX94" fmla="*/ 433786 w 882929"/>
                <a:gd name="csY94" fmla="*/ 30659 h 683632"/>
                <a:gd name="csX95" fmla="*/ 430708 w 882929"/>
                <a:gd name="csY95" fmla="*/ 39881 h 683632"/>
                <a:gd name="csX96" fmla="*/ 403023 w 882929"/>
                <a:gd name="csY96" fmla="*/ 38855 h 683632"/>
                <a:gd name="csX97" fmla="*/ 390716 w 882929"/>
                <a:gd name="csY97" fmla="*/ 39881 h 683632"/>
                <a:gd name="csX98" fmla="*/ 379435 w 882929"/>
                <a:gd name="csY98" fmla="*/ 52181 h 683632"/>
                <a:gd name="csX99" fmla="*/ 379435 w 882929"/>
                <a:gd name="csY99" fmla="*/ 60376 h 683632"/>
                <a:gd name="csX100" fmla="*/ 373279 w 882929"/>
                <a:gd name="csY100" fmla="*/ 63455 h 683632"/>
                <a:gd name="csX101" fmla="*/ 364050 w 882929"/>
                <a:gd name="csY101" fmla="*/ 86002 h 683632"/>
                <a:gd name="csX102" fmla="*/ 375331 w 882929"/>
                <a:gd name="csY102" fmla="*/ 97276 h 683632"/>
                <a:gd name="csX103" fmla="*/ 376357 w 882929"/>
                <a:gd name="csY103" fmla="*/ 106498 h 683632"/>
                <a:gd name="csX104" fmla="*/ 373279 w 882929"/>
                <a:gd name="csY104" fmla="*/ 110602 h 683632"/>
                <a:gd name="csX105" fmla="*/ 368155 w 882929"/>
                <a:gd name="csY105" fmla="*/ 102400 h 683632"/>
                <a:gd name="csX106" fmla="*/ 358926 w 882929"/>
                <a:gd name="csY106" fmla="*/ 103426 h 683632"/>
                <a:gd name="csX107" fmla="*/ 353796 w 882929"/>
                <a:gd name="csY107" fmla="*/ 103426 h 683632"/>
                <a:gd name="csX108" fmla="*/ 352769 w 882929"/>
                <a:gd name="csY108" fmla="*/ 96250 h 683632"/>
                <a:gd name="csX109" fmla="*/ 347646 w 882929"/>
                <a:gd name="csY109" fmla="*/ 96250 h 683632"/>
                <a:gd name="csX110" fmla="*/ 340470 w 882929"/>
                <a:gd name="csY110" fmla="*/ 103426 h 683632"/>
                <a:gd name="csX111" fmla="*/ 325084 w 882929"/>
                <a:gd name="csY111" fmla="*/ 70631 h 683632"/>
                <a:gd name="csX112" fmla="*/ 315856 w 882929"/>
                <a:gd name="csY112" fmla="*/ 72676 h 683632"/>
                <a:gd name="csX113" fmla="*/ 308673 w 882929"/>
                <a:gd name="csY113" fmla="*/ 77800 h 683632"/>
                <a:gd name="csX114" fmla="*/ 300471 w 882929"/>
                <a:gd name="csY114" fmla="*/ 77800 h 683632"/>
                <a:gd name="csX115" fmla="*/ 292268 w 882929"/>
                <a:gd name="csY115" fmla="*/ 87029 h 683632"/>
                <a:gd name="csX116" fmla="*/ 284066 w 882929"/>
                <a:gd name="csY116" fmla="*/ 84976 h 683632"/>
                <a:gd name="csX117" fmla="*/ 272786 w 882929"/>
                <a:gd name="csY117" fmla="*/ 94198 h 683632"/>
                <a:gd name="csX118" fmla="*/ 272786 w 882929"/>
                <a:gd name="csY118" fmla="*/ 105478 h 683632"/>
                <a:gd name="csX119" fmla="*/ 259453 w 882929"/>
                <a:gd name="csY119" fmla="*/ 106498 h 683632"/>
                <a:gd name="csX120" fmla="*/ 255348 w 882929"/>
                <a:gd name="csY120" fmla="*/ 131098 h 683632"/>
                <a:gd name="csX121" fmla="*/ 247146 w 882929"/>
                <a:gd name="csY121" fmla="*/ 131098 h 683632"/>
                <a:gd name="csX122" fmla="*/ 239970 w 882929"/>
                <a:gd name="csY122" fmla="*/ 132124 h 683632"/>
                <a:gd name="csX123" fmla="*/ 237917 w 882929"/>
                <a:gd name="csY123" fmla="*/ 136222 h 683632"/>
                <a:gd name="csX124" fmla="*/ 243048 w 882929"/>
                <a:gd name="csY124" fmla="*/ 142372 h 683632"/>
                <a:gd name="csX125" fmla="*/ 231767 w 882929"/>
                <a:gd name="csY125" fmla="*/ 143398 h 683632"/>
                <a:gd name="csX126" fmla="*/ 219461 w 882929"/>
                <a:gd name="csY126" fmla="*/ 131098 h 683632"/>
                <a:gd name="csX127" fmla="*/ 212284 w 882929"/>
                <a:gd name="csY127" fmla="*/ 140319 h 683632"/>
                <a:gd name="csX128" fmla="*/ 207154 w 882929"/>
                <a:gd name="csY128" fmla="*/ 154671 h 683632"/>
                <a:gd name="csX129" fmla="*/ 204075 w 882929"/>
                <a:gd name="csY129" fmla="*/ 165945 h 683632"/>
                <a:gd name="csX130" fmla="*/ 211251 w 882929"/>
                <a:gd name="csY130" fmla="*/ 170043 h 683632"/>
                <a:gd name="csX131" fmla="*/ 197925 w 882929"/>
                <a:gd name="csY131" fmla="*/ 186441 h 683632"/>
                <a:gd name="csX132" fmla="*/ 192795 w 882929"/>
                <a:gd name="csY132" fmla="*/ 192591 h 683632"/>
                <a:gd name="csX133" fmla="*/ 172286 w 882929"/>
                <a:gd name="csY133" fmla="*/ 205917 h 683632"/>
                <a:gd name="csX134" fmla="*/ 166136 w 882929"/>
                <a:gd name="csY134" fmla="*/ 210014 h 683632"/>
                <a:gd name="csX135" fmla="*/ 143574 w 882929"/>
                <a:gd name="csY135" fmla="*/ 211041 h 683632"/>
                <a:gd name="csX136" fmla="*/ 137424 w 882929"/>
                <a:gd name="csY136" fmla="*/ 218217 h 683632"/>
                <a:gd name="csX137" fmla="*/ 124091 w 882929"/>
                <a:gd name="csY137" fmla="*/ 220262 h 683632"/>
                <a:gd name="csX138" fmla="*/ 111785 w 882929"/>
                <a:gd name="csY138" fmla="*/ 231536 h 683632"/>
                <a:gd name="csX139" fmla="*/ 101530 w 882929"/>
                <a:gd name="csY139" fmla="*/ 232562 h 683632"/>
                <a:gd name="csX140" fmla="*/ 95373 w 882929"/>
                <a:gd name="csY140" fmla="*/ 227438 h 683632"/>
                <a:gd name="csX141" fmla="*/ 85126 w 882929"/>
                <a:gd name="csY141" fmla="*/ 229491 h 683632"/>
                <a:gd name="csX142" fmla="*/ 67688 w 882929"/>
                <a:gd name="csY142" fmla="*/ 245888 h 683632"/>
                <a:gd name="csX143" fmla="*/ 63590 w 882929"/>
                <a:gd name="csY143" fmla="*/ 247934 h 683632"/>
                <a:gd name="csX144" fmla="*/ 50257 w 882929"/>
                <a:gd name="csY144" fmla="*/ 253064 h 683632"/>
                <a:gd name="csX145" fmla="*/ 40003 w 882929"/>
                <a:gd name="csY145" fmla="*/ 266384 h 683632"/>
                <a:gd name="csX146" fmla="*/ 36924 w 882929"/>
                <a:gd name="csY146" fmla="*/ 259207 h 683632"/>
                <a:gd name="csX147" fmla="*/ 32820 w 882929"/>
                <a:gd name="csY147" fmla="*/ 256136 h 683632"/>
                <a:gd name="csX148" fmla="*/ 29748 w 882929"/>
                <a:gd name="csY148" fmla="*/ 261260 h 683632"/>
                <a:gd name="csX149" fmla="*/ 19494 w 882929"/>
                <a:gd name="csY149" fmla="*/ 310460 h 683632"/>
                <a:gd name="csX150" fmla="*/ 24618 w 882929"/>
                <a:gd name="csY150" fmla="*/ 326857 h 683632"/>
                <a:gd name="csX151" fmla="*/ 34872 w 882929"/>
                <a:gd name="csY151" fmla="*/ 352476 h 683632"/>
                <a:gd name="csX152" fmla="*/ 33846 w 882929"/>
                <a:gd name="csY152" fmla="*/ 360679 h 683632"/>
                <a:gd name="csX153" fmla="*/ 30768 w 882929"/>
                <a:gd name="csY153" fmla="*/ 361705 h 683632"/>
                <a:gd name="csX154" fmla="*/ 23592 w 882929"/>
                <a:gd name="csY154" fmla="*/ 349405 h 683632"/>
                <a:gd name="csX155" fmla="*/ 19487 w 882929"/>
                <a:gd name="csY155" fmla="*/ 349405 h 683632"/>
                <a:gd name="csX156" fmla="*/ 21539 w 882929"/>
                <a:gd name="csY156" fmla="*/ 355555 h 683632"/>
                <a:gd name="csX157" fmla="*/ 27689 w 882929"/>
                <a:gd name="csY157" fmla="*/ 367855 h 683632"/>
                <a:gd name="csX158" fmla="*/ 23592 w 882929"/>
                <a:gd name="csY158" fmla="*/ 370926 h 683632"/>
                <a:gd name="csX159" fmla="*/ 8213 w 882929"/>
                <a:gd name="csY159" fmla="*/ 346333 h 683632"/>
                <a:gd name="csX160" fmla="*/ 4109 w 882929"/>
                <a:gd name="csY160" fmla="*/ 345307 h 683632"/>
                <a:gd name="csX161" fmla="*/ 4109 w 882929"/>
                <a:gd name="csY161" fmla="*/ 349405 h 683632"/>
                <a:gd name="csX162" fmla="*/ 23592 w 882929"/>
                <a:gd name="csY162" fmla="*/ 380155 h 683632"/>
                <a:gd name="csX163" fmla="*/ 25644 w 882929"/>
                <a:gd name="csY163" fmla="*/ 389376 h 683632"/>
                <a:gd name="csX164" fmla="*/ 32820 w 882929"/>
                <a:gd name="csY164" fmla="*/ 400650 h 683632"/>
                <a:gd name="csX165" fmla="*/ 33846 w 882929"/>
                <a:gd name="csY165" fmla="*/ 407826 h 683632"/>
                <a:gd name="csX166" fmla="*/ 47179 w 882929"/>
                <a:gd name="csY166" fmla="*/ 424224 h 683632"/>
                <a:gd name="csX167" fmla="*/ 48205 w 882929"/>
                <a:gd name="csY167" fmla="*/ 431400 h 683632"/>
                <a:gd name="csX168" fmla="*/ 49224 w 882929"/>
                <a:gd name="csY168" fmla="*/ 467274 h 683632"/>
                <a:gd name="csX169" fmla="*/ 59479 w 882929"/>
                <a:gd name="csY169" fmla="*/ 480593 h 683632"/>
                <a:gd name="csX170" fmla="*/ 62557 w 882929"/>
                <a:gd name="csY170" fmla="*/ 491874 h 683632"/>
                <a:gd name="csX171" fmla="*/ 67688 w 882929"/>
                <a:gd name="csY171" fmla="*/ 510317 h 683632"/>
                <a:gd name="csX172" fmla="*/ 63584 w 882929"/>
                <a:gd name="csY172" fmla="*/ 518519 h 683632"/>
                <a:gd name="csX173" fmla="*/ 60505 w 882929"/>
                <a:gd name="csY173" fmla="*/ 543119 h 683632"/>
                <a:gd name="csX174" fmla="*/ 52303 w 882929"/>
                <a:gd name="csY174" fmla="*/ 545164 h 683632"/>
                <a:gd name="csX175" fmla="*/ 49224 w 882929"/>
                <a:gd name="csY175" fmla="*/ 555419 h 683632"/>
                <a:gd name="csX176" fmla="*/ 53329 w 882929"/>
                <a:gd name="csY176" fmla="*/ 566693 h 683632"/>
                <a:gd name="csX177" fmla="*/ 72812 w 882929"/>
                <a:gd name="csY177" fmla="*/ 571817 h 683632"/>
                <a:gd name="csX178" fmla="*/ 81014 w 882929"/>
                <a:gd name="csY178" fmla="*/ 581038 h 683632"/>
                <a:gd name="csX179" fmla="*/ 101523 w 882929"/>
                <a:gd name="csY179" fmla="*/ 584117 h 683632"/>
                <a:gd name="csX180" fmla="*/ 125111 w 882929"/>
                <a:gd name="csY180" fmla="*/ 584117 h 683632"/>
                <a:gd name="csX181" fmla="*/ 129208 w 882929"/>
                <a:gd name="csY181" fmla="*/ 581038 h 683632"/>
                <a:gd name="csX182" fmla="*/ 130235 w 882929"/>
                <a:gd name="csY182" fmla="*/ 570790 h 683632"/>
                <a:gd name="csX183" fmla="*/ 144594 w 882929"/>
                <a:gd name="csY183" fmla="*/ 567719 h 683632"/>
                <a:gd name="csX184" fmla="*/ 151770 w 882929"/>
                <a:gd name="csY184" fmla="*/ 560543 h 683632"/>
                <a:gd name="csX185" fmla="*/ 172279 w 882929"/>
                <a:gd name="csY185" fmla="*/ 554393 h 683632"/>
                <a:gd name="csX186" fmla="*/ 178436 w 882929"/>
                <a:gd name="csY186" fmla="*/ 549269 h 683632"/>
                <a:gd name="csX187" fmla="*/ 212278 w 882929"/>
                <a:gd name="csY187" fmla="*/ 550295 h 683632"/>
                <a:gd name="csX188" fmla="*/ 217401 w 882929"/>
                <a:gd name="csY188" fmla="*/ 553367 h 683632"/>
                <a:gd name="csX189" fmla="*/ 232787 w 882929"/>
                <a:gd name="csY189" fmla="*/ 553367 h 683632"/>
                <a:gd name="csX190" fmla="*/ 244067 w 882929"/>
                <a:gd name="csY190" fmla="*/ 545171 h 683632"/>
                <a:gd name="csX191" fmla="*/ 244067 w 882929"/>
                <a:gd name="csY191" fmla="*/ 537995 h 683632"/>
                <a:gd name="csX192" fmla="*/ 262524 w 882929"/>
                <a:gd name="csY192" fmla="*/ 525695 h 683632"/>
                <a:gd name="csX193" fmla="*/ 275850 w 882929"/>
                <a:gd name="csY193" fmla="*/ 526721 h 683632"/>
                <a:gd name="csX194" fmla="*/ 293288 w 882929"/>
                <a:gd name="csY194" fmla="*/ 511350 h 683632"/>
                <a:gd name="csX195" fmla="*/ 323025 w 882929"/>
                <a:gd name="csY195" fmla="*/ 509298 h 683632"/>
                <a:gd name="csX196" fmla="*/ 353796 w 882929"/>
                <a:gd name="csY196" fmla="*/ 496998 h 683632"/>
                <a:gd name="csX197" fmla="*/ 400964 w 882929"/>
                <a:gd name="csY197" fmla="*/ 492900 h 683632"/>
                <a:gd name="csX198" fmla="*/ 425570 w 882929"/>
                <a:gd name="csY198" fmla="*/ 510324 h 683632"/>
                <a:gd name="csX199" fmla="*/ 437877 w 882929"/>
                <a:gd name="csY199" fmla="*/ 506226 h 683632"/>
                <a:gd name="csX200" fmla="*/ 459412 w 882929"/>
                <a:gd name="csY200" fmla="*/ 513402 h 683632"/>
                <a:gd name="csX201" fmla="*/ 470693 w 882929"/>
                <a:gd name="csY201" fmla="*/ 534924 h 683632"/>
                <a:gd name="csX202" fmla="*/ 483000 w 882929"/>
                <a:gd name="csY202" fmla="*/ 546197 h 683632"/>
                <a:gd name="csX203" fmla="*/ 485052 w 882929"/>
                <a:gd name="csY203" fmla="*/ 560550 h 683632"/>
                <a:gd name="csX204" fmla="*/ 479922 w 882929"/>
                <a:gd name="csY204" fmla="*/ 566700 h 683632"/>
                <a:gd name="csX205" fmla="*/ 485052 w 882929"/>
                <a:gd name="csY205" fmla="*/ 572850 h 683632"/>
                <a:gd name="csX206" fmla="*/ 501457 w 882929"/>
                <a:gd name="csY206" fmla="*/ 580019 h 683632"/>
                <a:gd name="csX207" fmla="*/ 512737 w 882929"/>
                <a:gd name="csY207" fmla="*/ 571823 h 683632"/>
                <a:gd name="csX208" fmla="*/ 510685 w 882929"/>
                <a:gd name="csY208" fmla="*/ 561576 h 683632"/>
                <a:gd name="csX209" fmla="*/ 529149 w 882929"/>
                <a:gd name="csY209" fmla="*/ 540047 h 683632"/>
                <a:gd name="csX210" fmla="*/ 536325 w 882929"/>
                <a:gd name="csY210" fmla="*/ 534924 h 683632"/>
                <a:gd name="csX211" fmla="*/ 537351 w 882929"/>
                <a:gd name="csY211" fmla="*/ 526728 h 683632"/>
                <a:gd name="csX212" fmla="*/ 548632 w 882929"/>
                <a:gd name="csY212" fmla="*/ 527747 h 683632"/>
                <a:gd name="csX213" fmla="*/ 547606 w 882929"/>
                <a:gd name="csY213" fmla="*/ 543126 h 683632"/>
                <a:gd name="csX214" fmla="*/ 538377 w 882929"/>
                <a:gd name="csY214" fmla="*/ 555426 h 683632"/>
                <a:gd name="csX215" fmla="*/ 536325 w 882929"/>
                <a:gd name="csY215" fmla="*/ 570797 h 683632"/>
                <a:gd name="csX216" fmla="*/ 529149 w 882929"/>
                <a:gd name="csY216" fmla="*/ 576947 h 683632"/>
                <a:gd name="csX217" fmla="*/ 524018 w 882929"/>
                <a:gd name="csY217" fmla="*/ 581045 h 683632"/>
                <a:gd name="csX218" fmla="*/ 524018 w 882929"/>
                <a:gd name="csY218" fmla="*/ 590273 h 683632"/>
                <a:gd name="csX219" fmla="*/ 536325 w 882929"/>
                <a:gd name="csY219" fmla="*/ 590273 h 683632"/>
                <a:gd name="csX220" fmla="*/ 546579 w 882929"/>
                <a:gd name="csY220" fmla="*/ 580019 h 683632"/>
                <a:gd name="csX221" fmla="*/ 546579 w 882929"/>
                <a:gd name="csY221" fmla="*/ 570797 h 683632"/>
                <a:gd name="csX222" fmla="*/ 557860 w 882929"/>
                <a:gd name="csY222" fmla="*/ 571823 h 683632"/>
                <a:gd name="csX223" fmla="*/ 564010 w 882929"/>
                <a:gd name="csY223" fmla="*/ 582071 h 683632"/>
                <a:gd name="csX224" fmla="*/ 550677 w 882929"/>
                <a:gd name="csY224" fmla="*/ 588221 h 683632"/>
                <a:gd name="csX225" fmla="*/ 554782 w 882929"/>
                <a:gd name="csY225" fmla="*/ 597449 h 683632"/>
                <a:gd name="csX226" fmla="*/ 574265 w 882929"/>
                <a:gd name="csY226" fmla="*/ 602573 h 683632"/>
                <a:gd name="csX227" fmla="*/ 578369 w 882929"/>
                <a:gd name="csY227" fmla="*/ 611795 h 683632"/>
                <a:gd name="csX228" fmla="*/ 586571 w 882929"/>
                <a:gd name="csY228" fmla="*/ 621023 h 683632"/>
                <a:gd name="csX229" fmla="*/ 582467 w 882929"/>
                <a:gd name="csY229" fmla="*/ 635369 h 683632"/>
                <a:gd name="csX230" fmla="*/ 592721 w 882929"/>
                <a:gd name="csY230" fmla="*/ 643571 h 683632"/>
                <a:gd name="csX231" fmla="*/ 596826 w 882929"/>
                <a:gd name="csY231" fmla="*/ 655871 h 683632"/>
                <a:gd name="csX232" fmla="*/ 607080 w 882929"/>
                <a:gd name="csY232" fmla="*/ 662021 h 683632"/>
                <a:gd name="csX233" fmla="*/ 619387 w 882929"/>
                <a:gd name="csY233" fmla="*/ 665092 h 683632"/>
                <a:gd name="csX234" fmla="*/ 625537 w 882929"/>
                <a:gd name="csY234" fmla="*/ 671242 h 683632"/>
                <a:gd name="csX235" fmla="*/ 633739 w 882929"/>
                <a:gd name="csY235" fmla="*/ 670216 h 683632"/>
                <a:gd name="csX236" fmla="*/ 673731 w 882929"/>
                <a:gd name="csY236" fmla="*/ 685595 h 683632"/>
                <a:gd name="csX237" fmla="*/ 672712 w 882929"/>
                <a:gd name="csY237" fmla="*/ 673295 h 683632"/>
                <a:gd name="csX238" fmla="*/ 683986 w 882929"/>
                <a:gd name="csY238" fmla="*/ 667145 h 683632"/>
                <a:gd name="csX239" fmla="*/ 691169 w 882929"/>
                <a:gd name="csY239" fmla="*/ 652792 h 683632"/>
                <a:gd name="csX240" fmla="*/ 709626 w 882929"/>
                <a:gd name="csY240" fmla="*/ 655871 h 683632"/>
                <a:gd name="csX241" fmla="*/ 707573 w 882929"/>
                <a:gd name="csY241" fmla="*/ 669197 h 683632"/>
                <a:gd name="csX242" fmla="*/ 717828 w 882929"/>
                <a:gd name="csY242" fmla="*/ 679445 h 683632"/>
                <a:gd name="csX243" fmla="*/ 735265 w 882929"/>
                <a:gd name="csY243" fmla="*/ 677392 h 683632"/>
                <a:gd name="csX244" fmla="*/ 749618 w 882929"/>
                <a:gd name="csY244" fmla="*/ 671242 h 683632"/>
                <a:gd name="csX245" fmla="*/ 751670 w 882929"/>
                <a:gd name="csY245" fmla="*/ 662021 h 6836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Lst>
              <a:rect l="l" t="t" r="r" b="b"/>
              <a:pathLst>
                <a:path w="882929" h="683632">
                  <a:moveTo>
                    <a:pt x="751670" y="662021"/>
                  </a:moveTo>
                  <a:lnTo>
                    <a:pt x="759872" y="651773"/>
                  </a:lnTo>
                  <a:lnTo>
                    <a:pt x="773205" y="648695"/>
                  </a:lnTo>
                  <a:lnTo>
                    <a:pt x="808073" y="639473"/>
                  </a:lnTo>
                  <a:lnTo>
                    <a:pt x="809099" y="628199"/>
                  </a:lnTo>
                  <a:lnTo>
                    <a:pt x="808073" y="607697"/>
                  </a:lnTo>
                  <a:lnTo>
                    <a:pt x="825504" y="573876"/>
                  </a:lnTo>
                  <a:lnTo>
                    <a:pt x="823459" y="565680"/>
                  </a:lnTo>
                  <a:lnTo>
                    <a:pt x="838837" y="542107"/>
                  </a:lnTo>
                  <a:lnTo>
                    <a:pt x="838837" y="532878"/>
                  </a:lnTo>
                  <a:lnTo>
                    <a:pt x="861398" y="505207"/>
                  </a:lnTo>
                  <a:lnTo>
                    <a:pt x="868574" y="494959"/>
                  </a:lnTo>
                  <a:lnTo>
                    <a:pt x="868574" y="486757"/>
                  </a:lnTo>
                  <a:lnTo>
                    <a:pt x="877803" y="474457"/>
                  </a:lnTo>
                  <a:lnTo>
                    <a:pt x="877803" y="468314"/>
                  </a:lnTo>
                  <a:lnTo>
                    <a:pt x="875757" y="452935"/>
                  </a:lnTo>
                  <a:lnTo>
                    <a:pt x="881907" y="434485"/>
                  </a:lnTo>
                  <a:lnTo>
                    <a:pt x="881907" y="406814"/>
                  </a:lnTo>
                  <a:lnTo>
                    <a:pt x="887038" y="392462"/>
                  </a:lnTo>
                  <a:lnTo>
                    <a:pt x="876783" y="380168"/>
                  </a:lnTo>
                  <a:lnTo>
                    <a:pt x="873705" y="366842"/>
                  </a:lnTo>
                  <a:lnTo>
                    <a:pt x="877810" y="334040"/>
                  </a:lnTo>
                  <a:lnTo>
                    <a:pt x="875757" y="329942"/>
                  </a:lnTo>
                  <a:lnTo>
                    <a:pt x="869607" y="338145"/>
                  </a:lnTo>
                  <a:lnTo>
                    <a:pt x="859346" y="322773"/>
                  </a:lnTo>
                  <a:lnTo>
                    <a:pt x="848072" y="303297"/>
                  </a:lnTo>
                  <a:lnTo>
                    <a:pt x="837818" y="297147"/>
                  </a:lnTo>
                  <a:lnTo>
                    <a:pt x="823459" y="282795"/>
                  </a:lnTo>
                  <a:lnTo>
                    <a:pt x="821406" y="268450"/>
                  </a:lnTo>
                  <a:lnTo>
                    <a:pt x="814230" y="269469"/>
                  </a:lnTo>
                  <a:lnTo>
                    <a:pt x="805002" y="271521"/>
                  </a:lnTo>
                  <a:lnTo>
                    <a:pt x="791669" y="259221"/>
                  </a:lnTo>
                  <a:lnTo>
                    <a:pt x="792695" y="238726"/>
                  </a:lnTo>
                  <a:lnTo>
                    <a:pt x="782440" y="225400"/>
                  </a:lnTo>
                  <a:lnTo>
                    <a:pt x="780388" y="214126"/>
                  </a:lnTo>
                  <a:lnTo>
                    <a:pt x="776290" y="207976"/>
                  </a:lnTo>
                  <a:lnTo>
                    <a:pt x="760905" y="205924"/>
                  </a:lnTo>
                  <a:lnTo>
                    <a:pt x="751677" y="193624"/>
                  </a:lnTo>
                  <a:lnTo>
                    <a:pt x="734246" y="191578"/>
                  </a:lnTo>
                  <a:lnTo>
                    <a:pt x="731168" y="175174"/>
                  </a:lnTo>
                  <a:lnTo>
                    <a:pt x="726044" y="165952"/>
                  </a:lnTo>
                  <a:lnTo>
                    <a:pt x="720913" y="139307"/>
                  </a:lnTo>
                  <a:lnTo>
                    <a:pt x="709633" y="127007"/>
                  </a:lnTo>
                  <a:lnTo>
                    <a:pt x="707587" y="89081"/>
                  </a:lnTo>
                  <a:lnTo>
                    <a:pt x="699378" y="86009"/>
                  </a:lnTo>
                  <a:lnTo>
                    <a:pt x="689124" y="78833"/>
                  </a:lnTo>
                  <a:lnTo>
                    <a:pt x="682974" y="77807"/>
                  </a:lnTo>
                  <a:lnTo>
                    <a:pt x="678869" y="84983"/>
                  </a:lnTo>
                  <a:lnTo>
                    <a:pt x="674771" y="65507"/>
                  </a:lnTo>
                  <a:lnTo>
                    <a:pt x="663491" y="43986"/>
                  </a:lnTo>
                  <a:lnTo>
                    <a:pt x="662464" y="30659"/>
                  </a:lnTo>
                  <a:lnTo>
                    <a:pt x="655288" y="22464"/>
                  </a:lnTo>
                  <a:lnTo>
                    <a:pt x="654262" y="8112"/>
                  </a:lnTo>
                  <a:lnTo>
                    <a:pt x="647086" y="1962"/>
                  </a:lnTo>
                  <a:lnTo>
                    <a:pt x="642982" y="5033"/>
                  </a:lnTo>
                  <a:lnTo>
                    <a:pt x="639903" y="19386"/>
                  </a:lnTo>
                  <a:lnTo>
                    <a:pt x="636832" y="27588"/>
                  </a:lnTo>
                  <a:lnTo>
                    <a:pt x="629649" y="32712"/>
                  </a:lnTo>
                  <a:lnTo>
                    <a:pt x="626570" y="40907"/>
                  </a:lnTo>
                  <a:lnTo>
                    <a:pt x="633746" y="49109"/>
                  </a:lnTo>
                  <a:lnTo>
                    <a:pt x="629649" y="53207"/>
                  </a:lnTo>
                  <a:lnTo>
                    <a:pt x="624518" y="59357"/>
                  </a:lnTo>
                  <a:lnTo>
                    <a:pt x="624518" y="71657"/>
                  </a:lnTo>
                  <a:lnTo>
                    <a:pt x="630675" y="79859"/>
                  </a:lnTo>
                  <a:lnTo>
                    <a:pt x="628622" y="89081"/>
                  </a:lnTo>
                  <a:lnTo>
                    <a:pt x="622472" y="111628"/>
                  </a:lnTo>
                  <a:lnTo>
                    <a:pt x="616316" y="145450"/>
                  </a:lnTo>
                  <a:lnTo>
                    <a:pt x="604009" y="156724"/>
                  </a:lnTo>
                  <a:lnTo>
                    <a:pt x="585552" y="155698"/>
                  </a:lnTo>
                  <a:lnTo>
                    <a:pt x="573245" y="145450"/>
                  </a:lnTo>
                  <a:lnTo>
                    <a:pt x="566069" y="139300"/>
                  </a:lnTo>
                  <a:lnTo>
                    <a:pt x="548632" y="133150"/>
                  </a:lnTo>
                  <a:lnTo>
                    <a:pt x="532227" y="119831"/>
                  </a:lnTo>
                  <a:lnTo>
                    <a:pt x="530175" y="114700"/>
                  </a:lnTo>
                  <a:lnTo>
                    <a:pt x="516849" y="113681"/>
                  </a:lnTo>
                  <a:lnTo>
                    <a:pt x="513770" y="108550"/>
                  </a:lnTo>
                  <a:lnTo>
                    <a:pt x="503516" y="102407"/>
                  </a:lnTo>
                  <a:lnTo>
                    <a:pt x="495314" y="98302"/>
                  </a:lnTo>
                  <a:lnTo>
                    <a:pt x="498385" y="89081"/>
                  </a:lnTo>
                  <a:lnTo>
                    <a:pt x="504542" y="83957"/>
                  </a:lnTo>
                  <a:lnTo>
                    <a:pt x="504542" y="65507"/>
                  </a:lnTo>
                  <a:lnTo>
                    <a:pt x="516849" y="60383"/>
                  </a:lnTo>
                  <a:lnTo>
                    <a:pt x="521973" y="55253"/>
                  </a:lnTo>
                  <a:lnTo>
                    <a:pt x="522999" y="45005"/>
                  </a:lnTo>
                  <a:lnTo>
                    <a:pt x="522999" y="34757"/>
                  </a:lnTo>
                  <a:lnTo>
                    <a:pt x="516849" y="33731"/>
                  </a:lnTo>
                  <a:lnTo>
                    <a:pt x="508647" y="36809"/>
                  </a:lnTo>
                  <a:lnTo>
                    <a:pt x="503516" y="32712"/>
                  </a:lnTo>
                  <a:lnTo>
                    <a:pt x="484033" y="32705"/>
                  </a:lnTo>
                  <a:lnTo>
                    <a:pt x="471726" y="26555"/>
                  </a:lnTo>
                  <a:lnTo>
                    <a:pt x="449165" y="25536"/>
                  </a:lnTo>
                  <a:lnTo>
                    <a:pt x="437884" y="17333"/>
                  </a:lnTo>
                  <a:lnTo>
                    <a:pt x="417375" y="16307"/>
                  </a:lnTo>
                  <a:lnTo>
                    <a:pt x="417375" y="21431"/>
                  </a:lnTo>
                  <a:lnTo>
                    <a:pt x="433786" y="30659"/>
                  </a:lnTo>
                  <a:lnTo>
                    <a:pt x="430708" y="39881"/>
                  </a:lnTo>
                  <a:lnTo>
                    <a:pt x="403023" y="38855"/>
                  </a:lnTo>
                  <a:lnTo>
                    <a:pt x="390716" y="39881"/>
                  </a:lnTo>
                  <a:lnTo>
                    <a:pt x="379435" y="52181"/>
                  </a:lnTo>
                  <a:lnTo>
                    <a:pt x="379435" y="60376"/>
                  </a:lnTo>
                  <a:lnTo>
                    <a:pt x="373279" y="63455"/>
                  </a:lnTo>
                  <a:lnTo>
                    <a:pt x="364050" y="86002"/>
                  </a:lnTo>
                  <a:lnTo>
                    <a:pt x="375331" y="97276"/>
                  </a:lnTo>
                  <a:lnTo>
                    <a:pt x="376357" y="106498"/>
                  </a:lnTo>
                  <a:lnTo>
                    <a:pt x="373279" y="110602"/>
                  </a:lnTo>
                  <a:lnTo>
                    <a:pt x="368155" y="102400"/>
                  </a:lnTo>
                  <a:lnTo>
                    <a:pt x="358926" y="103426"/>
                  </a:lnTo>
                  <a:lnTo>
                    <a:pt x="353796" y="103426"/>
                  </a:lnTo>
                  <a:lnTo>
                    <a:pt x="352769" y="96250"/>
                  </a:lnTo>
                  <a:lnTo>
                    <a:pt x="347646" y="96250"/>
                  </a:lnTo>
                  <a:lnTo>
                    <a:pt x="340470" y="103426"/>
                  </a:lnTo>
                  <a:lnTo>
                    <a:pt x="325084" y="70631"/>
                  </a:lnTo>
                  <a:lnTo>
                    <a:pt x="315856" y="72676"/>
                  </a:lnTo>
                  <a:lnTo>
                    <a:pt x="308673" y="77800"/>
                  </a:lnTo>
                  <a:lnTo>
                    <a:pt x="300471" y="77800"/>
                  </a:lnTo>
                  <a:lnTo>
                    <a:pt x="292268" y="87029"/>
                  </a:lnTo>
                  <a:lnTo>
                    <a:pt x="284066" y="84976"/>
                  </a:lnTo>
                  <a:lnTo>
                    <a:pt x="272786" y="94198"/>
                  </a:lnTo>
                  <a:lnTo>
                    <a:pt x="272786" y="105478"/>
                  </a:lnTo>
                  <a:lnTo>
                    <a:pt x="259453" y="106498"/>
                  </a:lnTo>
                  <a:lnTo>
                    <a:pt x="255348" y="131098"/>
                  </a:lnTo>
                  <a:lnTo>
                    <a:pt x="247146" y="131098"/>
                  </a:lnTo>
                  <a:lnTo>
                    <a:pt x="239970" y="132124"/>
                  </a:lnTo>
                  <a:lnTo>
                    <a:pt x="237917" y="136222"/>
                  </a:lnTo>
                  <a:lnTo>
                    <a:pt x="243048" y="142372"/>
                  </a:lnTo>
                  <a:lnTo>
                    <a:pt x="231767" y="143398"/>
                  </a:lnTo>
                  <a:lnTo>
                    <a:pt x="219461" y="131098"/>
                  </a:lnTo>
                  <a:lnTo>
                    <a:pt x="212284" y="140319"/>
                  </a:lnTo>
                  <a:lnTo>
                    <a:pt x="207154" y="154671"/>
                  </a:lnTo>
                  <a:lnTo>
                    <a:pt x="204075" y="165945"/>
                  </a:lnTo>
                  <a:lnTo>
                    <a:pt x="211251" y="170043"/>
                  </a:lnTo>
                  <a:lnTo>
                    <a:pt x="197925" y="186441"/>
                  </a:lnTo>
                  <a:lnTo>
                    <a:pt x="192795" y="192591"/>
                  </a:lnTo>
                  <a:lnTo>
                    <a:pt x="172286" y="205917"/>
                  </a:lnTo>
                  <a:lnTo>
                    <a:pt x="166136" y="210014"/>
                  </a:lnTo>
                  <a:lnTo>
                    <a:pt x="143574" y="211041"/>
                  </a:lnTo>
                  <a:lnTo>
                    <a:pt x="137424" y="218217"/>
                  </a:lnTo>
                  <a:lnTo>
                    <a:pt x="124091" y="220262"/>
                  </a:lnTo>
                  <a:lnTo>
                    <a:pt x="111785" y="231536"/>
                  </a:lnTo>
                  <a:lnTo>
                    <a:pt x="101530" y="232562"/>
                  </a:lnTo>
                  <a:lnTo>
                    <a:pt x="95373" y="227438"/>
                  </a:lnTo>
                  <a:lnTo>
                    <a:pt x="85126" y="229491"/>
                  </a:lnTo>
                  <a:lnTo>
                    <a:pt x="67688" y="245888"/>
                  </a:lnTo>
                  <a:lnTo>
                    <a:pt x="63590" y="247934"/>
                  </a:lnTo>
                  <a:lnTo>
                    <a:pt x="50257" y="253064"/>
                  </a:lnTo>
                  <a:lnTo>
                    <a:pt x="40003" y="266384"/>
                  </a:lnTo>
                  <a:lnTo>
                    <a:pt x="36924" y="259207"/>
                  </a:lnTo>
                  <a:lnTo>
                    <a:pt x="32820" y="256136"/>
                  </a:lnTo>
                  <a:lnTo>
                    <a:pt x="29748" y="261260"/>
                  </a:lnTo>
                  <a:lnTo>
                    <a:pt x="19494" y="310460"/>
                  </a:lnTo>
                  <a:lnTo>
                    <a:pt x="24618" y="326857"/>
                  </a:lnTo>
                  <a:lnTo>
                    <a:pt x="34872" y="352476"/>
                  </a:lnTo>
                  <a:lnTo>
                    <a:pt x="33846" y="360679"/>
                  </a:lnTo>
                  <a:lnTo>
                    <a:pt x="30768" y="361705"/>
                  </a:lnTo>
                  <a:lnTo>
                    <a:pt x="23592" y="349405"/>
                  </a:lnTo>
                  <a:lnTo>
                    <a:pt x="19487" y="349405"/>
                  </a:lnTo>
                  <a:lnTo>
                    <a:pt x="21539" y="355555"/>
                  </a:lnTo>
                  <a:lnTo>
                    <a:pt x="27689" y="367855"/>
                  </a:lnTo>
                  <a:lnTo>
                    <a:pt x="23592" y="370926"/>
                  </a:lnTo>
                  <a:lnTo>
                    <a:pt x="8213" y="346333"/>
                  </a:lnTo>
                  <a:lnTo>
                    <a:pt x="4109" y="345307"/>
                  </a:lnTo>
                  <a:lnTo>
                    <a:pt x="4109" y="349405"/>
                  </a:lnTo>
                  <a:lnTo>
                    <a:pt x="23592" y="380155"/>
                  </a:lnTo>
                  <a:lnTo>
                    <a:pt x="25644" y="389376"/>
                  </a:lnTo>
                  <a:lnTo>
                    <a:pt x="32820" y="400650"/>
                  </a:lnTo>
                  <a:lnTo>
                    <a:pt x="33846" y="407826"/>
                  </a:lnTo>
                  <a:lnTo>
                    <a:pt x="47179" y="424224"/>
                  </a:lnTo>
                  <a:lnTo>
                    <a:pt x="48205" y="431400"/>
                  </a:lnTo>
                  <a:lnTo>
                    <a:pt x="49224" y="467274"/>
                  </a:lnTo>
                  <a:lnTo>
                    <a:pt x="59479" y="480593"/>
                  </a:lnTo>
                  <a:lnTo>
                    <a:pt x="62557" y="491874"/>
                  </a:lnTo>
                  <a:lnTo>
                    <a:pt x="67688" y="510317"/>
                  </a:lnTo>
                  <a:lnTo>
                    <a:pt x="63584" y="518519"/>
                  </a:lnTo>
                  <a:lnTo>
                    <a:pt x="60505" y="543119"/>
                  </a:lnTo>
                  <a:lnTo>
                    <a:pt x="52303" y="545164"/>
                  </a:lnTo>
                  <a:lnTo>
                    <a:pt x="49224" y="555419"/>
                  </a:lnTo>
                  <a:lnTo>
                    <a:pt x="53329" y="566693"/>
                  </a:lnTo>
                  <a:lnTo>
                    <a:pt x="72812" y="571817"/>
                  </a:lnTo>
                  <a:lnTo>
                    <a:pt x="81014" y="581038"/>
                  </a:lnTo>
                  <a:lnTo>
                    <a:pt x="101523" y="584117"/>
                  </a:lnTo>
                  <a:lnTo>
                    <a:pt x="125111" y="584117"/>
                  </a:lnTo>
                  <a:lnTo>
                    <a:pt x="129208" y="581038"/>
                  </a:lnTo>
                  <a:lnTo>
                    <a:pt x="130235" y="570790"/>
                  </a:lnTo>
                  <a:lnTo>
                    <a:pt x="144594" y="567719"/>
                  </a:lnTo>
                  <a:lnTo>
                    <a:pt x="151770" y="560543"/>
                  </a:lnTo>
                  <a:lnTo>
                    <a:pt x="172279" y="554393"/>
                  </a:lnTo>
                  <a:lnTo>
                    <a:pt x="178436" y="549269"/>
                  </a:lnTo>
                  <a:lnTo>
                    <a:pt x="212278" y="550295"/>
                  </a:lnTo>
                  <a:lnTo>
                    <a:pt x="217401" y="553367"/>
                  </a:lnTo>
                  <a:lnTo>
                    <a:pt x="232787" y="553367"/>
                  </a:lnTo>
                  <a:lnTo>
                    <a:pt x="244067" y="545171"/>
                  </a:lnTo>
                  <a:lnTo>
                    <a:pt x="244067" y="537995"/>
                  </a:lnTo>
                  <a:lnTo>
                    <a:pt x="262524" y="525695"/>
                  </a:lnTo>
                  <a:lnTo>
                    <a:pt x="275850" y="526721"/>
                  </a:lnTo>
                  <a:lnTo>
                    <a:pt x="293288" y="511350"/>
                  </a:lnTo>
                  <a:lnTo>
                    <a:pt x="323025" y="509298"/>
                  </a:lnTo>
                  <a:lnTo>
                    <a:pt x="353796" y="496998"/>
                  </a:lnTo>
                  <a:lnTo>
                    <a:pt x="400964" y="492900"/>
                  </a:lnTo>
                  <a:lnTo>
                    <a:pt x="425570" y="510324"/>
                  </a:lnTo>
                  <a:lnTo>
                    <a:pt x="437877" y="506226"/>
                  </a:lnTo>
                  <a:lnTo>
                    <a:pt x="459412" y="513402"/>
                  </a:lnTo>
                  <a:lnTo>
                    <a:pt x="470693" y="534924"/>
                  </a:lnTo>
                  <a:lnTo>
                    <a:pt x="483000" y="546197"/>
                  </a:lnTo>
                  <a:lnTo>
                    <a:pt x="485052" y="560550"/>
                  </a:lnTo>
                  <a:lnTo>
                    <a:pt x="479922" y="566700"/>
                  </a:lnTo>
                  <a:lnTo>
                    <a:pt x="485052" y="572850"/>
                  </a:lnTo>
                  <a:lnTo>
                    <a:pt x="501457" y="580019"/>
                  </a:lnTo>
                  <a:lnTo>
                    <a:pt x="512737" y="571823"/>
                  </a:lnTo>
                  <a:lnTo>
                    <a:pt x="510685" y="561576"/>
                  </a:lnTo>
                  <a:lnTo>
                    <a:pt x="529149" y="540047"/>
                  </a:lnTo>
                  <a:lnTo>
                    <a:pt x="536325" y="534924"/>
                  </a:lnTo>
                  <a:lnTo>
                    <a:pt x="537351" y="526728"/>
                  </a:lnTo>
                  <a:lnTo>
                    <a:pt x="548632" y="527747"/>
                  </a:lnTo>
                  <a:lnTo>
                    <a:pt x="547606" y="543126"/>
                  </a:lnTo>
                  <a:lnTo>
                    <a:pt x="538377" y="555426"/>
                  </a:lnTo>
                  <a:lnTo>
                    <a:pt x="536325" y="570797"/>
                  </a:lnTo>
                  <a:lnTo>
                    <a:pt x="529149" y="576947"/>
                  </a:lnTo>
                  <a:lnTo>
                    <a:pt x="524018" y="581045"/>
                  </a:lnTo>
                  <a:lnTo>
                    <a:pt x="524018" y="590273"/>
                  </a:lnTo>
                  <a:lnTo>
                    <a:pt x="536325" y="590273"/>
                  </a:lnTo>
                  <a:lnTo>
                    <a:pt x="546579" y="580019"/>
                  </a:lnTo>
                  <a:lnTo>
                    <a:pt x="546579" y="570797"/>
                  </a:lnTo>
                  <a:lnTo>
                    <a:pt x="557860" y="571823"/>
                  </a:lnTo>
                  <a:lnTo>
                    <a:pt x="564010" y="582071"/>
                  </a:lnTo>
                  <a:lnTo>
                    <a:pt x="550677" y="588221"/>
                  </a:lnTo>
                  <a:lnTo>
                    <a:pt x="554782" y="597449"/>
                  </a:lnTo>
                  <a:lnTo>
                    <a:pt x="574265" y="602573"/>
                  </a:lnTo>
                  <a:lnTo>
                    <a:pt x="578369" y="611795"/>
                  </a:lnTo>
                  <a:lnTo>
                    <a:pt x="586571" y="621023"/>
                  </a:lnTo>
                  <a:lnTo>
                    <a:pt x="582467" y="635369"/>
                  </a:lnTo>
                  <a:lnTo>
                    <a:pt x="592721" y="643571"/>
                  </a:lnTo>
                  <a:lnTo>
                    <a:pt x="596826" y="655871"/>
                  </a:lnTo>
                  <a:lnTo>
                    <a:pt x="607080" y="662021"/>
                  </a:lnTo>
                  <a:lnTo>
                    <a:pt x="619387" y="665092"/>
                  </a:lnTo>
                  <a:lnTo>
                    <a:pt x="625537" y="671242"/>
                  </a:lnTo>
                  <a:cubicBezTo>
                    <a:pt x="625537" y="671242"/>
                    <a:pt x="630668" y="669190"/>
                    <a:pt x="633739" y="670216"/>
                  </a:cubicBezTo>
                  <a:cubicBezTo>
                    <a:pt x="636818" y="671242"/>
                    <a:pt x="673731" y="685595"/>
                    <a:pt x="673731" y="685595"/>
                  </a:cubicBezTo>
                  <a:lnTo>
                    <a:pt x="672712" y="673295"/>
                  </a:lnTo>
                  <a:lnTo>
                    <a:pt x="683986" y="667145"/>
                  </a:lnTo>
                  <a:lnTo>
                    <a:pt x="691169" y="652792"/>
                  </a:lnTo>
                  <a:lnTo>
                    <a:pt x="709626" y="655871"/>
                  </a:lnTo>
                  <a:lnTo>
                    <a:pt x="707573" y="669197"/>
                  </a:lnTo>
                  <a:lnTo>
                    <a:pt x="717828" y="679445"/>
                  </a:lnTo>
                  <a:lnTo>
                    <a:pt x="735265" y="677392"/>
                  </a:lnTo>
                  <a:lnTo>
                    <a:pt x="749618" y="671242"/>
                  </a:lnTo>
                  <a:lnTo>
                    <a:pt x="751670" y="6620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6" name="Forme libre : forme 294">
              <a:extLst>
                <a:ext uri="{FF2B5EF4-FFF2-40B4-BE49-F238E27FC236}">
                  <a16:creationId xmlns:a16="http://schemas.microsoft.com/office/drawing/2014/main" id="{F52691AA-39D9-B879-B54D-D3B103EFEC2C}"/>
                </a:ext>
              </a:extLst>
            </p:cNvPr>
            <p:cNvSpPr/>
            <p:nvPr/>
          </p:nvSpPr>
          <p:spPr>
            <a:xfrm>
              <a:off x="8712396" y="5557107"/>
              <a:ext cx="6156" cy="10760"/>
            </a:xfrm>
            <a:custGeom>
              <a:avLst/>
              <a:gdLst>
                <a:gd name="csX0" fmla="*/ 4204 w 6156"/>
                <a:gd name="csY0" fmla="*/ 7614 h 10760"/>
                <a:gd name="csX1" fmla="*/ 4204 w 6156"/>
                <a:gd name="csY1" fmla="*/ 3769 h 10760"/>
                <a:gd name="csX2" fmla="*/ 6510 w 6156"/>
                <a:gd name="csY2" fmla="*/ 2230 h 10760"/>
                <a:gd name="csX3" fmla="*/ 10361 w 6156"/>
                <a:gd name="csY3" fmla="*/ 6847 h 10760"/>
                <a:gd name="csX4" fmla="*/ 6510 w 6156"/>
                <a:gd name="csY4" fmla="*/ 12991 h 10760"/>
                <a:gd name="csX5" fmla="*/ 4204 w 6156"/>
                <a:gd name="csY5" fmla="*/ 7614 h 10760"/>
              </a:gdLst>
              <a:ahLst/>
              <a:cxnLst>
                <a:cxn ang="0">
                  <a:pos x="csX0" y="csY0"/>
                </a:cxn>
                <a:cxn ang="0">
                  <a:pos x="csX1" y="csY1"/>
                </a:cxn>
                <a:cxn ang="0">
                  <a:pos x="csX2" y="csY2"/>
                </a:cxn>
                <a:cxn ang="0">
                  <a:pos x="csX3" y="csY3"/>
                </a:cxn>
                <a:cxn ang="0">
                  <a:pos x="csX4" y="csY4"/>
                </a:cxn>
                <a:cxn ang="0">
                  <a:pos x="csX5" y="csY5"/>
                </a:cxn>
              </a:cxnLst>
              <a:rect l="l" t="t" r="r" b="b"/>
              <a:pathLst>
                <a:path w="6156" h="10760">
                  <a:moveTo>
                    <a:pt x="4204" y="7614"/>
                  </a:moveTo>
                  <a:lnTo>
                    <a:pt x="4204" y="3769"/>
                  </a:lnTo>
                  <a:lnTo>
                    <a:pt x="6510" y="2230"/>
                  </a:lnTo>
                  <a:lnTo>
                    <a:pt x="10361" y="6847"/>
                  </a:lnTo>
                  <a:lnTo>
                    <a:pt x="6510" y="12991"/>
                  </a:lnTo>
                  <a:lnTo>
                    <a:pt x="4204" y="76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7" name="Forme libre : forme 295">
              <a:extLst>
                <a:ext uri="{FF2B5EF4-FFF2-40B4-BE49-F238E27FC236}">
                  <a16:creationId xmlns:a16="http://schemas.microsoft.com/office/drawing/2014/main" id="{E248F3B3-C49C-6FE2-BA82-61B77C210DA4}"/>
                </a:ext>
              </a:extLst>
            </p:cNvPr>
            <p:cNvSpPr/>
            <p:nvPr/>
          </p:nvSpPr>
          <p:spPr>
            <a:xfrm>
              <a:off x="8801601" y="5558646"/>
              <a:ext cx="10001" cy="13072"/>
            </a:xfrm>
            <a:custGeom>
              <a:avLst/>
              <a:gdLst>
                <a:gd name="csX0" fmla="*/ 4260 w 10001"/>
                <a:gd name="csY0" fmla="*/ 7615 h 13072"/>
                <a:gd name="csX1" fmla="*/ 6565 w 10001"/>
                <a:gd name="csY1" fmla="*/ 2232 h 13072"/>
                <a:gd name="csX2" fmla="*/ 11183 w 10001"/>
                <a:gd name="csY2" fmla="*/ 3005 h 13072"/>
                <a:gd name="csX3" fmla="*/ 14261 w 10001"/>
                <a:gd name="csY3" fmla="*/ 13765 h 13072"/>
                <a:gd name="csX4" fmla="*/ 8104 w 10001"/>
                <a:gd name="csY4" fmla="*/ 15305 h 13072"/>
                <a:gd name="csX5" fmla="*/ 4260 w 10001"/>
                <a:gd name="csY5" fmla="*/ 9921 h 13072"/>
                <a:gd name="csX6" fmla="*/ 4260 w 10001"/>
                <a:gd name="csY6" fmla="*/ 7615 h 130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001" h="13072">
                  <a:moveTo>
                    <a:pt x="4260" y="7615"/>
                  </a:moveTo>
                  <a:lnTo>
                    <a:pt x="6565" y="2232"/>
                  </a:lnTo>
                  <a:lnTo>
                    <a:pt x="11183" y="3005"/>
                  </a:lnTo>
                  <a:lnTo>
                    <a:pt x="14261" y="13765"/>
                  </a:lnTo>
                  <a:lnTo>
                    <a:pt x="8104" y="15305"/>
                  </a:lnTo>
                  <a:lnTo>
                    <a:pt x="4260" y="9921"/>
                  </a:lnTo>
                  <a:lnTo>
                    <a:pt x="4260" y="76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8" name="Forme libre : forme 296">
              <a:extLst>
                <a:ext uri="{FF2B5EF4-FFF2-40B4-BE49-F238E27FC236}">
                  <a16:creationId xmlns:a16="http://schemas.microsoft.com/office/drawing/2014/main" id="{47691F70-0066-DDA2-EDEF-B1F364F4F6B0}"/>
                </a:ext>
              </a:extLst>
            </p:cNvPr>
            <p:cNvSpPr/>
            <p:nvPr/>
          </p:nvSpPr>
          <p:spPr>
            <a:xfrm>
              <a:off x="8727740" y="5585551"/>
              <a:ext cx="84601" cy="84560"/>
            </a:xfrm>
            <a:custGeom>
              <a:avLst/>
              <a:gdLst>
                <a:gd name="csX0" fmla="*/ 88846 w 84601"/>
                <a:gd name="csY0" fmla="*/ 6120 h 84560"/>
                <a:gd name="csX1" fmla="*/ 81157 w 84601"/>
                <a:gd name="csY1" fmla="*/ 3814 h 84560"/>
                <a:gd name="csX2" fmla="*/ 74234 w 84601"/>
                <a:gd name="csY2" fmla="*/ 4581 h 84560"/>
                <a:gd name="csX3" fmla="*/ 61927 w 84601"/>
                <a:gd name="csY3" fmla="*/ 14575 h 84560"/>
                <a:gd name="csX4" fmla="*/ 49620 w 84601"/>
                <a:gd name="csY4" fmla="*/ 18420 h 84560"/>
                <a:gd name="csX5" fmla="*/ 31163 w 84601"/>
                <a:gd name="csY5" fmla="*/ 11497 h 84560"/>
                <a:gd name="csX6" fmla="*/ 15778 w 84601"/>
                <a:gd name="csY6" fmla="*/ 3041 h 84560"/>
                <a:gd name="csX7" fmla="*/ 8855 w 84601"/>
                <a:gd name="csY7" fmla="*/ 2275 h 84560"/>
                <a:gd name="csX8" fmla="*/ 4244 w 84601"/>
                <a:gd name="csY8" fmla="*/ 8425 h 84560"/>
                <a:gd name="csX9" fmla="*/ 9628 w 84601"/>
                <a:gd name="csY9" fmla="*/ 22257 h 84560"/>
                <a:gd name="csX10" fmla="*/ 17317 w 84601"/>
                <a:gd name="csY10" fmla="*/ 30720 h 84560"/>
                <a:gd name="csX11" fmla="*/ 18857 w 84601"/>
                <a:gd name="csY11" fmla="*/ 54547 h 84560"/>
                <a:gd name="csX12" fmla="*/ 28085 w 84601"/>
                <a:gd name="csY12" fmla="*/ 66074 h 84560"/>
                <a:gd name="csX13" fmla="*/ 35008 w 84601"/>
                <a:gd name="csY13" fmla="*/ 80686 h 84560"/>
                <a:gd name="csX14" fmla="*/ 40392 w 84601"/>
                <a:gd name="csY14" fmla="*/ 86836 h 84560"/>
                <a:gd name="csX15" fmla="*/ 60388 w 84601"/>
                <a:gd name="csY15" fmla="*/ 84523 h 84560"/>
                <a:gd name="csX16" fmla="*/ 65005 w 84601"/>
                <a:gd name="csY16" fmla="*/ 73763 h 84560"/>
                <a:gd name="csX17" fmla="*/ 73461 w 84601"/>
                <a:gd name="csY17" fmla="*/ 73763 h 84560"/>
                <a:gd name="csX18" fmla="*/ 78078 w 84601"/>
                <a:gd name="csY18" fmla="*/ 59157 h 84560"/>
                <a:gd name="csX19" fmla="*/ 85768 w 84601"/>
                <a:gd name="csY19" fmla="*/ 49936 h 84560"/>
                <a:gd name="csX20" fmla="*/ 88846 w 84601"/>
                <a:gd name="csY20" fmla="*/ 26875 h 84560"/>
                <a:gd name="csX21" fmla="*/ 88846 w 84601"/>
                <a:gd name="csY21" fmla="*/ 6120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84601" h="84560">
                  <a:moveTo>
                    <a:pt x="88846" y="6120"/>
                  </a:moveTo>
                  <a:lnTo>
                    <a:pt x="81157" y="3814"/>
                  </a:lnTo>
                  <a:lnTo>
                    <a:pt x="74234" y="4581"/>
                  </a:lnTo>
                  <a:lnTo>
                    <a:pt x="61927" y="14575"/>
                  </a:lnTo>
                  <a:lnTo>
                    <a:pt x="49620" y="18420"/>
                  </a:lnTo>
                  <a:lnTo>
                    <a:pt x="31163" y="11497"/>
                  </a:lnTo>
                  <a:lnTo>
                    <a:pt x="15778" y="3041"/>
                  </a:lnTo>
                  <a:lnTo>
                    <a:pt x="8855" y="2275"/>
                  </a:lnTo>
                  <a:lnTo>
                    <a:pt x="4244" y="8425"/>
                  </a:lnTo>
                  <a:lnTo>
                    <a:pt x="9628" y="22257"/>
                  </a:lnTo>
                  <a:lnTo>
                    <a:pt x="17317" y="30720"/>
                  </a:lnTo>
                  <a:lnTo>
                    <a:pt x="18857" y="54547"/>
                  </a:lnTo>
                  <a:lnTo>
                    <a:pt x="28085" y="66074"/>
                  </a:lnTo>
                  <a:lnTo>
                    <a:pt x="35008" y="80686"/>
                  </a:lnTo>
                  <a:lnTo>
                    <a:pt x="40392" y="86836"/>
                  </a:lnTo>
                  <a:lnTo>
                    <a:pt x="60388" y="84523"/>
                  </a:lnTo>
                  <a:lnTo>
                    <a:pt x="65005" y="73763"/>
                  </a:lnTo>
                  <a:lnTo>
                    <a:pt x="73461" y="73763"/>
                  </a:lnTo>
                  <a:lnTo>
                    <a:pt x="78078" y="59157"/>
                  </a:lnTo>
                  <a:lnTo>
                    <a:pt x="85768" y="49936"/>
                  </a:lnTo>
                  <a:lnTo>
                    <a:pt x="88846" y="26875"/>
                  </a:lnTo>
                  <a:lnTo>
                    <a:pt x="88846" y="61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19" name="Forme libre : forme 297">
              <a:extLst>
                <a:ext uri="{FF2B5EF4-FFF2-40B4-BE49-F238E27FC236}">
                  <a16:creationId xmlns:a16="http://schemas.microsoft.com/office/drawing/2014/main" id="{C8FE2B5D-8BE0-4D92-E060-66C25151C1EE}"/>
                </a:ext>
              </a:extLst>
            </p:cNvPr>
            <p:cNvSpPr/>
            <p:nvPr/>
          </p:nvSpPr>
          <p:spPr>
            <a:xfrm rot="-843076" flipV="1">
              <a:off x="5577885" y="3375840"/>
              <a:ext cx="9324" cy="3919"/>
            </a:xfrm>
            <a:custGeom>
              <a:avLst/>
              <a:gdLst>
                <a:gd name="csX0" fmla="*/ 2296 w 9324"/>
                <a:gd name="csY0" fmla="*/ 4819 h 3919"/>
                <a:gd name="csX1" fmla="*/ 8638 w 9324"/>
                <a:gd name="csY1" fmla="*/ 4819 h 3919"/>
                <a:gd name="csX2" fmla="*/ 11620 w 9324"/>
                <a:gd name="csY2" fmla="*/ 899 h 3919"/>
                <a:gd name="csX3" fmla="*/ 6209 w 9324"/>
                <a:gd name="csY3" fmla="*/ 1460 h 3919"/>
                <a:gd name="csX4" fmla="*/ 2296 w 9324"/>
                <a:gd name="csY4" fmla="*/ 4819 h 3919"/>
              </a:gdLst>
              <a:ahLst/>
              <a:cxnLst>
                <a:cxn ang="0">
                  <a:pos x="csX0" y="csY0"/>
                </a:cxn>
                <a:cxn ang="0">
                  <a:pos x="csX1" y="csY1"/>
                </a:cxn>
                <a:cxn ang="0">
                  <a:pos x="csX2" y="csY2"/>
                </a:cxn>
                <a:cxn ang="0">
                  <a:pos x="csX3" y="csY3"/>
                </a:cxn>
                <a:cxn ang="0">
                  <a:pos x="csX4" y="csY4"/>
                </a:cxn>
              </a:cxnLst>
              <a:rect l="l" t="t" r="r" b="b"/>
              <a:pathLst>
                <a:path w="9324" h="3919">
                  <a:moveTo>
                    <a:pt x="2296" y="4819"/>
                  </a:moveTo>
                  <a:lnTo>
                    <a:pt x="8638" y="4819"/>
                  </a:lnTo>
                  <a:lnTo>
                    <a:pt x="11620" y="899"/>
                  </a:lnTo>
                  <a:lnTo>
                    <a:pt x="6209" y="1460"/>
                  </a:lnTo>
                  <a:lnTo>
                    <a:pt x="2296" y="4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0" name="Forme libre : forme 298">
              <a:extLst>
                <a:ext uri="{FF2B5EF4-FFF2-40B4-BE49-F238E27FC236}">
                  <a16:creationId xmlns:a16="http://schemas.microsoft.com/office/drawing/2014/main" id="{49061087-30BD-DCEA-B51F-2C2AF7482B91}"/>
                </a:ext>
              </a:extLst>
            </p:cNvPr>
            <p:cNvSpPr/>
            <p:nvPr/>
          </p:nvSpPr>
          <p:spPr>
            <a:xfrm>
              <a:off x="9133112" y="3040397"/>
              <a:ext cx="26918" cy="29976"/>
            </a:xfrm>
            <a:custGeom>
              <a:avLst/>
              <a:gdLst>
                <a:gd name="csX0" fmla="*/ 4466 w 26918"/>
                <a:gd name="csY0" fmla="*/ 29911 h 29976"/>
                <a:gd name="csX1" fmla="*/ 5239 w 26918"/>
                <a:gd name="csY1" fmla="*/ 23761 h 29976"/>
                <a:gd name="csX2" fmla="*/ 11389 w 26918"/>
                <a:gd name="csY2" fmla="*/ 19151 h 29976"/>
                <a:gd name="csX3" fmla="*/ 12928 w 26918"/>
                <a:gd name="csY3" fmla="*/ 9156 h 29976"/>
                <a:gd name="csX4" fmla="*/ 29845 w 26918"/>
                <a:gd name="csY4" fmla="*/ 701 h 29976"/>
                <a:gd name="csX5" fmla="*/ 31385 w 26918"/>
                <a:gd name="csY5" fmla="*/ 17611 h 29976"/>
                <a:gd name="csX6" fmla="*/ 12928 w 26918"/>
                <a:gd name="csY6" fmla="*/ 30678 h 29976"/>
                <a:gd name="csX7" fmla="*/ 4466 w 26918"/>
                <a:gd name="csY7" fmla="*/ 29911 h 299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918" h="29976">
                  <a:moveTo>
                    <a:pt x="4466" y="29911"/>
                  </a:moveTo>
                  <a:lnTo>
                    <a:pt x="5239" y="23761"/>
                  </a:lnTo>
                  <a:lnTo>
                    <a:pt x="11389" y="19151"/>
                  </a:lnTo>
                  <a:lnTo>
                    <a:pt x="12928" y="9156"/>
                  </a:lnTo>
                  <a:lnTo>
                    <a:pt x="29845" y="701"/>
                  </a:lnTo>
                  <a:lnTo>
                    <a:pt x="31385" y="17611"/>
                  </a:lnTo>
                  <a:lnTo>
                    <a:pt x="12928" y="30678"/>
                  </a:lnTo>
                  <a:lnTo>
                    <a:pt x="4466" y="299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1" name="Forme libre : forme 299">
              <a:extLst>
                <a:ext uri="{FF2B5EF4-FFF2-40B4-BE49-F238E27FC236}">
                  <a16:creationId xmlns:a16="http://schemas.microsoft.com/office/drawing/2014/main" id="{7C2F84D1-8166-7268-097A-B728F4A6C619}"/>
                </a:ext>
              </a:extLst>
            </p:cNvPr>
            <p:cNvSpPr/>
            <p:nvPr/>
          </p:nvSpPr>
          <p:spPr>
            <a:xfrm>
              <a:off x="9182367" y="3192601"/>
              <a:ext cx="26918" cy="29976"/>
            </a:xfrm>
            <a:custGeom>
              <a:avLst/>
              <a:gdLst>
                <a:gd name="csX0" fmla="*/ 4496 w 26918"/>
                <a:gd name="csY0" fmla="*/ 9252 h 29976"/>
                <a:gd name="csX1" fmla="*/ 8340 w 26918"/>
                <a:gd name="csY1" fmla="*/ 796 h 29976"/>
                <a:gd name="csX2" fmla="*/ 17569 w 26918"/>
                <a:gd name="csY2" fmla="*/ 6180 h 29976"/>
                <a:gd name="csX3" fmla="*/ 30641 w 26918"/>
                <a:gd name="csY3" fmla="*/ 25396 h 29976"/>
                <a:gd name="csX4" fmla="*/ 31415 w 26918"/>
                <a:gd name="csY4" fmla="*/ 30773 h 29976"/>
                <a:gd name="csX5" fmla="*/ 16802 w 26918"/>
                <a:gd name="csY5" fmla="*/ 25396 h 29976"/>
                <a:gd name="csX6" fmla="*/ 4496 w 26918"/>
                <a:gd name="csY6" fmla="*/ 9252 h 2997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918" h="29976">
                  <a:moveTo>
                    <a:pt x="4496" y="9252"/>
                  </a:moveTo>
                  <a:lnTo>
                    <a:pt x="8340" y="796"/>
                  </a:lnTo>
                  <a:lnTo>
                    <a:pt x="17569" y="6180"/>
                  </a:lnTo>
                  <a:lnTo>
                    <a:pt x="30641" y="25396"/>
                  </a:lnTo>
                  <a:lnTo>
                    <a:pt x="31415" y="30773"/>
                  </a:lnTo>
                  <a:lnTo>
                    <a:pt x="16802" y="25396"/>
                  </a:lnTo>
                  <a:lnTo>
                    <a:pt x="4496" y="92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2" name="Forme libre : forme 300">
              <a:extLst>
                <a:ext uri="{FF2B5EF4-FFF2-40B4-BE49-F238E27FC236}">
                  <a16:creationId xmlns:a16="http://schemas.microsoft.com/office/drawing/2014/main" id="{EFAF3F90-898C-0C44-F2BD-CF03B930B044}"/>
                </a:ext>
              </a:extLst>
            </p:cNvPr>
            <p:cNvSpPr/>
            <p:nvPr/>
          </p:nvSpPr>
          <p:spPr>
            <a:xfrm>
              <a:off x="9217734" y="3208745"/>
              <a:ext cx="22301" cy="19216"/>
            </a:xfrm>
            <a:custGeom>
              <a:avLst/>
              <a:gdLst>
                <a:gd name="csX0" fmla="*/ 4516 w 22301"/>
                <a:gd name="csY0" fmla="*/ 3108 h 19216"/>
                <a:gd name="csX1" fmla="*/ 13744 w 22301"/>
                <a:gd name="csY1" fmla="*/ 803 h 19216"/>
                <a:gd name="csX2" fmla="*/ 26817 w 22301"/>
                <a:gd name="csY2" fmla="*/ 16175 h 19216"/>
                <a:gd name="csX3" fmla="*/ 17589 w 22301"/>
                <a:gd name="csY3" fmla="*/ 20019 h 19216"/>
                <a:gd name="csX4" fmla="*/ 6821 w 22301"/>
                <a:gd name="csY4" fmla="*/ 10798 h 19216"/>
                <a:gd name="csX5" fmla="*/ 4516 w 22301"/>
                <a:gd name="csY5" fmla="*/ 3108 h 19216"/>
              </a:gdLst>
              <a:ahLst/>
              <a:cxnLst>
                <a:cxn ang="0">
                  <a:pos x="csX0" y="csY0"/>
                </a:cxn>
                <a:cxn ang="0">
                  <a:pos x="csX1" y="csY1"/>
                </a:cxn>
                <a:cxn ang="0">
                  <a:pos x="csX2" y="csY2"/>
                </a:cxn>
                <a:cxn ang="0">
                  <a:pos x="csX3" y="csY3"/>
                </a:cxn>
                <a:cxn ang="0">
                  <a:pos x="csX4" y="csY4"/>
                </a:cxn>
                <a:cxn ang="0">
                  <a:pos x="csX5" y="csY5"/>
                </a:cxn>
              </a:cxnLst>
              <a:rect l="l" t="t" r="r" b="b"/>
              <a:pathLst>
                <a:path w="22301" h="19216">
                  <a:moveTo>
                    <a:pt x="4516" y="3108"/>
                  </a:moveTo>
                  <a:lnTo>
                    <a:pt x="13744" y="803"/>
                  </a:lnTo>
                  <a:lnTo>
                    <a:pt x="26817" y="16175"/>
                  </a:lnTo>
                  <a:lnTo>
                    <a:pt x="17589" y="20019"/>
                  </a:lnTo>
                  <a:lnTo>
                    <a:pt x="6821" y="10798"/>
                  </a:lnTo>
                  <a:lnTo>
                    <a:pt x="4516" y="31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3" name="Forme libre : forme 301">
              <a:extLst>
                <a:ext uri="{FF2B5EF4-FFF2-40B4-BE49-F238E27FC236}">
                  <a16:creationId xmlns:a16="http://schemas.microsoft.com/office/drawing/2014/main" id="{C318A09E-54E6-56D6-02E6-41CF7D5D39AF}"/>
                </a:ext>
              </a:extLst>
            </p:cNvPr>
            <p:cNvSpPr/>
            <p:nvPr/>
          </p:nvSpPr>
          <p:spPr>
            <a:xfrm rot="5400000" flipV="1">
              <a:off x="6804773" y="4035052"/>
              <a:ext cx="10254" cy="14359"/>
            </a:xfrm>
            <a:custGeom>
              <a:avLst/>
              <a:gdLst>
                <a:gd name="csX0" fmla="*/ 10219 w 10254"/>
                <a:gd name="csY0" fmla="*/ 1304 h 14359"/>
                <a:gd name="csX1" fmla="*/ 13298 w 10254"/>
                <a:gd name="csY1" fmla="*/ 1304 h 14359"/>
                <a:gd name="csX2" fmla="*/ 6122 w 10254"/>
                <a:gd name="csY2" fmla="*/ 15663 h 14359"/>
                <a:gd name="csX3" fmla="*/ 3043 w 10254"/>
                <a:gd name="csY3" fmla="*/ 13610 h 14359"/>
                <a:gd name="csX4" fmla="*/ 10219 w 10254"/>
                <a:gd name="csY4" fmla="*/ 1304 h 14359"/>
              </a:gdLst>
              <a:ahLst/>
              <a:cxnLst>
                <a:cxn ang="0">
                  <a:pos x="csX0" y="csY0"/>
                </a:cxn>
                <a:cxn ang="0">
                  <a:pos x="csX1" y="csY1"/>
                </a:cxn>
                <a:cxn ang="0">
                  <a:pos x="csX2" y="csY2"/>
                </a:cxn>
                <a:cxn ang="0">
                  <a:pos x="csX3" y="csY3"/>
                </a:cxn>
                <a:cxn ang="0">
                  <a:pos x="csX4" y="csY4"/>
                </a:cxn>
              </a:cxnLst>
              <a:rect l="l" t="t" r="r" b="b"/>
              <a:pathLst>
                <a:path w="10254" h="14359">
                  <a:moveTo>
                    <a:pt x="10219" y="1304"/>
                  </a:moveTo>
                  <a:lnTo>
                    <a:pt x="13298" y="1304"/>
                  </a:lnTo>
                  <a:lnTo>
                    <a:pt x="6122" y="15663"/>
                  </a:lnTo>
                  <a:lnTo>
                    <a:pt x="3043" y="13610"/>
                  </a:lnTo>
                  <a:lnTo>
                    <a:pt x="10219" y="13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4" name="Forme libre : forme 302">
              <a:extLst>
                <a:ext uri="{FF2B5EF4-FFF2-40B4-BE49-F238E27FC236}">
                  <a16:creationId xmlns:a16="http://schemas.microsoft.com/office/drawing/2014/main" id="{D45F57C7-8585-A0E0-45DF-4125A3D989CA}"/>
                </a:ext>
              </a:extLst>
            </p:cNvPr>
            <p:cNvSpPr/>
            <p:nvPr/>
          </p:nvSpPr>
          <p:spPr>
            <a:xfrm rot="-1592372" flipV="1">
              <a:off x="6683744" y="4041659"/>
              <a:ext cx="10090" cy="6881"/>
            </a:xfrm>
            <a:custGeom>
              <a:avLst/>
              <a:gdLst>
                <a:gd name="csX0" fmla="*/ 2970 w 10090"/>
                <a:gd name="csY0" fmla="*/ 8188 h 6881"/>
                <a:gd name="csX1" fmla="*/ 9845 w 10090"/>
                <a:gd name="csY1" fmla="*/ 8188 h 6881"/>
                <a:gd name="csX2" fmla="*/ 13060 w 10090"/>
                <a:gd name="csY2" fmla="*/ 3146 h 6881"/>
                <a:gd name="csX3" fmla="*/ 5268 w 10090"/>
                <a:gd name="csY3" fmla="*/ 1306 h 6881"/>
                <a:gd name="csX4" fmla="*/ 2970 w 10090"/>
                <a:gd name="csY4" fmla="*/ 8188 h 6881"/>
              </a:gdLst>
              <a:ahLst/>
              <a:cxnLst>
                <a:cxn ang="0">
                  <a:pos x="csX0" y="csY0"/>
                </a:cxn>
                <a:cxn ang="0">
                  <a:pos x="csX1" y="csY1"/>
                </a:cxn>
                <a:cxn ang="0">
                  <a:pos x="csX2" y="csY2"/>
                </a:cxn>
                <a:cxn ang="0">
                  <a:pos x="csX3" y="csY3"/>
                </a:cxn>
                <a:cxn ang="0">
                  <a:pos x="csX4" y="csY4"/>
                </a:cxn>
              </a:cxnLst>
              <a:rect l="l" t="t" r="r" b="b"/>
              <a:pathLst>
                <a:path w="10090" h="6881">
                  <a:moveTo>
                    <a:pt x="2970" y="8188"/>
                  </a:moveTo>
                  <a:lnTo>
                    <a:pt x="9845" y="8188"/>
                  </a:lnTo>
                  <a:lnTo>
                    <a:pt x="13060" y="3146"/>
                  </a:lnTo>
                  <a:lnTo>
                    <a:pt x="5268" y="1306"/>
                  </a:lnTo>
                  <a:lnTo>
                    <a:pt x="2970" y="81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5" name="Forme libre : forme 303">
              <a:extLst>
                <a:ext uri="{FF2B5EF4-FFF2-40B4-BE49-F238E27FC236}">
                  <a16:creationId xmlns:a16="http://schemas.microsoft.com/office/drawing/2014/main" id="{053DFF3E-CA2F-B984-439C-E05469072EB2}"/>
                </a:ext>
              </a:extLst>
            </p:cNvPr>
            <p:cNvSpPr/>
            <p:nvPr/>
          </p:nvSpPr>
          <p:spPr>
            <a:xfrm>
              <a:off x="9206378" y="4949326"/>
              <a:ext cx="11280" cy="20502"/>
            </a:xfrm>
            <a:custGeom>
              <a:avLst/>
              <a:gdLst>
                <a:gd name="csX0" fmla="*/ 9638 w 11280"/>
                <a:gd name="csY0" fmla="*/ 22363 h 20502"/>
                <a:gd name="csX1" fmla="*/ 15788 w 11280"/>
                <a:gd name="csY1" fmla="*/ 16213 h 20502"/>
                <a:gd name="csX2" fmla="*/ 15788 w 11280"/>
                <a:gd name="csY2" fmla="*/ 5966 h 20502"/>
                <a:gd name="csX3" fmla="*/ 6560 w 11280"/>
                <a:gd name="csY3" fmla="*/ 1861 h 20502"/>
                <a:gd name="csX4" fmla="*/ 4507 w 11280"/>
                <a:gd name="csY4" fmla="*/ 9037 h 20502"/>
                <a:gd name="csX5" fmla="*/ 4507 w 11280"/>
                <a:gd name="csY5" fmla="*/ 17239 h 20502"/>
                <a:gd name="csX6" fmla="*/ 9638 w 11280"/>
                <a:gd name="csY6" fmla="*/ 22363 h 2050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280" h="20502">
                  <a:moveTo>
                    <a:pt x="9638" y="22363"/>
                  </a:moveTo>
                  <a:lnTo>
                    <a:pt x="15788" y="16213"/>
                  </a:lnTo>
                  <a:lnTo>
                    <a:pt x="15788" y="5966"/>
                  </a:lnTo>
                  <a:lnTo>
                    <a:pt x="6560" y="1861"/>
                  </a:lnTo>
                  <a:lnTo>
                    <a:pt x="4507" y="9037"/>
                  </a:lnTo>
                  <a:lnTo>
                    <a:pt x="4507" y="17239"/>
                  </a:lnTo>
                  <a:lnTo>
                    <a:pt x="9638" y="22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6" name="Forme libre : forme 304">
              <a:extLst>
                <a:ext uri="{FF2B5EF4-FFF2-40B4-BE49-F238E27FC236}">
                  <a16:creationId xmlns:a16="http://schemas.microsoft.com/office/drawing/2014/main" id="{81012C28-9FAE-718B-918D-E74EAA5A05AA}"/>
                </a:ext>
              </a:extLst>
            </p:cNvPr>
            <p:cNvSpPr/>
            <p:nvPr/>
          </p:nvSpPr>
          <p:spPr>
            <a:xfrm rot="-3375063" flipV="1">
              <a:off x="9221888" y="4970000"/>
              <a:ext cx="4001" cy="14790"/>
            </a:xfrm>
            <a:custGeom>
              <a:avLst/>
              <a:gdLst>
                <a:gd name="csX0" fmla="*/ 4514 w 4001"/>
                <a:gd name="csY0" fmla="*/ 16664 h 14790"/>
                <a:gd name="csX1" fmla="*/ 8208 w 4001"/>
                <a:gd name="csY1" fmla="*/ 16664 h 14790"/>
                <a:gd name="csX2" fmla="*/ 8515 w 4001"/>
                <a:gd name="csY2" fmla="*/ 3297 h 14790"/>
                <a:gd name="csX3" fmla="*/ 4527 w 4001"/>
                <a:gd name="csY3" fmla="*/ 1874 h 14790"/>
                <a:gd name="csX4" fmla="*/ 4514 w 4001"/>
                <a:gd name="csY4" fmla="*/ 16664 h 14790"/>
              </a:gdLst>
              <a:ahLst/>
              <a:cxnLst>
                <a:cxn ang="0">
                  <a:pos x="csX0" y="csY0"/>
                </a:cxn>
                <a:cxn ang="0">
                  <a:pos x="csX1" y="csY1"/>
                </a:cxn>
                <a:cxn ang="0">
                  <a:pos x="csX2" y="csY2"/>
                </a:cxn>
                <a:cxn ang="0">
                  <a:pos x="csX3" y="csY3"/>
                </a:cxn>
                <a:cxn ang="0">
                  <a:pos x="csX4" y="csY4"/>
                </a:cxn>
              </a:cxnLst>
              <a:rect l="l" t="t" r="r" b="b"/>
              <a:pathLst>
                <a:path w="4001" h="14790">
                  <a:moveTo>
                    <a:pt x="4514" y="16664"/>
                  </a:moveTo>
                  <a:lnTo>
                    <a:pt x="8208" y="16664"/>
                  </a:lnTo>
                  <a:lnTo>
                    <a:pt x="8515" y="3297"/>
                  </a:lnTo>
                  <a:lnTo>
                    <a:pt x="4527" y="1874"/>
                  </a:lnTo>
                  <a:lnTo>
                    <a:pt x="4514" y="166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7" name="Forme libre : forme 305">
              <a:extLst>
                <a:ext uri="{FF2B5EF4-FFF2-40B4-BE49-F238E27FC236}">
                  <a16:creationId xmlns:a16="http://schemas.microsoft.com/office/drawing/2014/main" id="{EEFFA816-1F61-65A3-38C7-8C59B37B6932}"/>
                </a:ext>
              </a:extLst>
            </p:cNvPr>
            <p:cNvSpPr/>
            <p:nvPr/>
          </p:nvSpPr>
          <p:spPr>
            <a:xfrm>
              <a:off x="9253581" y="5029276"/>
              <a:ext cx="11280" cy="11273"/>
            </a:xfrm>
            <a:custGeom>
              <a:avLst/>
              <a:gdLst>
                <a:gd name="csX0" fmla="*/ 5562 w 11280"/>
                <a:gd name="csY0" fmla="*/ 9084 h 11273"/>
                <a:gd name="csX1" fmla="*/ 4535 w 11280"/>
                <a:gd name="csY1" fmla="*/ 3960 h 11273"/>
                <a:gd name="csX2" fmla="*/ 10692 w 11280"/>
                <a:gd name="csY2" fmla="*/ 1908 h 11273"/>
                <a:gd name="csX3" fmla="*/ 15816 w 11280"/>
                <a:gd name="csY3" fmla="*/ 11137 h 11273"/>
                <a:gd name="csX4" fmla="*/ 10692 w 11280"/>
                <a:gd name="csY4" fmla="*/ 13182 h 11273"/>
                <a:gd name="csX5" fmla="*/ 5562 w 11280"/>
                <a:gd name="csY5" fmla="*/ 9084 h 11273"/>
              </a:gdLst>
              <a:ahLst/>
              <a:cxnLst>
                <a:cxn ang="0">
                  <a:pos x="csX0" y="csY0"/>
                </a:cxn>
                <a:cxn ang="0">
                  <a:pos x="csX1" y="csY1"/>
                </a:cxn>
                <a:cxn ang="0">
                  <a:pos x="csX2" y="csY2"/>
                </a:cxn>
                <a:cxn ang="0">
                  <a:pos x="csX3" y="csY3"/>
                </a:cxn>
                <a:cxn ang="0">
                  <a:pos x="csX4" y="csY4"/>
                </a:cxn>
                <a:cxn ang="0">
                  <a:pos x="csX5" y="csY5"/>
                </a:cxn>
              </a:cxnLst>
              <a:rect l="l" t="t" r="r" b="b"/>
              <a:pathLst>
                <a:path w="11280" h="11273">
                  <a:moveTo>
                    <a:pt x="5562" y="9084"/>
                  </a:moveTo>
                  <a:lnTo>
                    <a:pt x="4535" y="3960"/>
                  </a:lnTo>
                  <a:lnTo>
                    <a:pt x="10692" y="1908"/>
                  </a:lnTo>
                  <a:lnTo>
                    <a:pt x="15816" y="11137"/>
                  </a:lnTo>
                  <a:lnTo>
                    <a:pt x="10692" y="13182"/>
                  </a:lnTo>
                  <a:lnTo>
                    <a:pt x="5562" y="9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8" name="Forme libre : forme 306">
              <a:extLst>
                <a:ext uri="{FF2B5EF4-FFF2-40B4-BE49-F238E27FC236}">
                  <a16:creationId xmlns:a16="http://schemas.microsoft.com/office/drawing/2014/main" id="{63A232C5-602A-6EC4-6A90-03AE280B2AC6}"/>
                </a:ext>
              </a:extLst>
            </p:cNvPr>
            <p:cNvSpPr/>
            <p:nvPr/>
          </p:nvSpPr>
          <p:spPr>
            <a:xfrm rot="-5400000" flipV="1">
              <a:off x="9258718" y="5048738"/>
              <a:ext cx="7176" cy="5137"/>
            </a:xfrm>
            <a:custGeom>
              <a:avLst/>
              <a:gdLst>
                <a:gd name="csX0" fmla="*/ 4538 w 7176"/>
                <a:gd name="csY0" fmla="*/ 7055 h 5137"/>
                <a:gd name="csX1" fmla="*/ 11714 w 7176"/>
                <a:gd name="csY1" fmla="*/ 7055 h 5137"/>
                <a:gd name="csX2" fmla="*/ 11714 w 7176"/>
                <a:gd name="csY2" fmla="*/ 1918 h 5137"/>
                <a:gd name="csX3" fmla="*/ 6583 w 7176"/>
                <a:gd name="csY3" fmla="*/ 1925 h 5137"/>
                <a:gd name="csX4" fmla="*/ 4538 w 7176"/>
                <a:gd name="csY4" fmla="*/ 7055 h 5137"/>
              </a:gdLst>
              <a:ahLst/>
              <a:cxnLst>
                <a:cxn ang="0">
                  <a:pos x="csX0" y="csY0"/>
                </a:cxn>
                <a:cxn ang="0">
                  <a:pos x="csX1" y="csY1"/>
                </a:cxn>
                <a:cxn ang="0">
                  <a:pos x="csX2" y="csY2"/>
                </a:cxn>
                <a:cxn ang="0">
                  <a:pos x="csX3" y="csY3"/>
                </a:cxn>
                <a:cxn ang="0">
                  <a:pos x="csX4" y="csY4"/>
                </a:cxn>
              </a:cxnLst>
              <a:rect l="l" t="t" r="r" b="b"/>
              <a:pathLst>
                <a:path w="7176" h="5137">
                  <a:moveTo>
                    <a:pt x="4538" y="7055"/>
                  </a:moveTo>
                  <a:lnTo>
                    <a:pt x="11714" y="7055"/>
                  </a:lnTo>
                  <a:lnTo>
                    <a:pt x="11714" y="1918"/>
                  </a:lnTo>
                  <a:lnTo>
                    <a:pt x="6583" y="1925"/>
                  </a:lnTo>
                  <a:lnTo>
                    <a:pt x="4538" y="70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29" name="Forme libre : forme 307">
              <a:extLst>
                <a:ext uri="{FF2B5EF4-FFF2-40B4-BE49-F238E27FC236}">
                  <a16:creationId xmlns:a16="http://schemas.microsoft.com/office/drawing/2014/main" id="{DD0F1475-AFA6-4A56-2309-C79E2147FB99}"/>
                </a:ext>
              </a:extLst>
            </p:cNvPr>
            <p:cNvSpPr/>
            <p:nvPr/>
          </p:nvSpPr>
          <p:spPr>
            <a:xfrm>
              <a:off x="9215614" y="5079495"/>
              <a:ext cx="8202" cy="8202"/>
            </a:xfrm>
            <a:custGeom>
              <a:avLst/>
              <a:gdLst>
                <a:gd name="csX0" fmla="*/ 4511 w 8202"/>
                <a:gd name="csY0" fmla="*/ 9114 h 8202"/>
                <a:gd name="csX1" fmla="*/ 5538 w 8202"/>
                <a:gd name="csY1" fmla="*/ 3990 h 8202"/>
                <a:gd name="csX2" fmla="*/ 8616 w 8202"/>
                <a:gd name="csY2" fmla="*/ 1938 h 8202"/>
                <a:gd name="csX3" fmla="*/ 12714 w 8202"/>
                <a:gd name="csY3" fmla="*/ 6042 h 8202"/>
                <a:gd name="csX4" fmla="*/ 9642 w 8202"/>
                <a:gd name="csY4" fmla="*/ 10140 h 8202"/>
                <a:gd name="csX5" fmla="*/ 4511 w 8202"/>
                <a:gd name="csY5" fmla="*/ 9114 h 8202"/>
              </a:gdLst>
              <a:ahLst/>
              <a:cxnLst>
                <a:cxn ang="0">
                  <a:pos x="csX0" y="csY0"/>
                </a:cxn>
                <a:cxn ang="0">
                  <a:pos x="csX1" y="csY1"/>
                </a:cxn>
                <a:cxn ang="0">
                  <a:pos x="csX2" y="csY2"/>
                </a:cxn>
                <a:cxn ang="0">
                  <a:pos x="csX3" y="csY3"/>
                </a:cxn>
                <a:cxn ang="0">
                  <a:pos x="csX4" y="csY4"/>
                </a:cxn>
                <a:cxn ang="0">
                  <a:pos x="csX5" y="csY5"/>
                </a:cxn>
              </a:cxnLst>
              <a:rect l="l" t="t" r="r" b="b"/>
              <a:pathLst>
                <a:path w="8202" h="8202">
                  <a:moveTo>
                    <a:pt x="4511" y="9114"/>
                  </a:moveTo>
                  <a:lnTo>
                    <a:pt x="5538" y="3990"/>
                  </a:lnTo>
                  <a:lnTo>
                    <a:pt x="8616" y="1938"/>
                  </a:lnTo>
                  <a:lnTo>
                    <a:pt x="12714" y="6042"/>
                  </a:lnTo>
                  <a:lnTo>
                    <a:pt x="9642" y="10140"/>
                  </a:lnTo>
                  <a:lnTo>
                    <a:pt x="4511" y="91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0" name="Forme libre : forme 308">
              <a:extLst>
                <a:ext uri="{FF2B5EF4-FFF2-40B4-BE49-F238E27FC236}">
                  <a16:creationId xmlns:a16="http://schemas.microsoft.com/office/drawing/2014/main" id="{2428801C-C8D0-040B-F3A9-D759B3A28DC8}"/>
                </a:ext>
              </a:extLst>
            </p:cNvPr>
            <p:cNvSpPr/>
            <p:nvPr/>
          </p:nvSpPr>
          <p:spPr>
            <a:xfrm rot="-5400000" flipV="1">
              <a:off x="9200772" y="5073855"/>
              <a:ext cx="5130" cy="4111"/>
            </a:xfrm>
            <a:custGeom>
              <a:avLst/>
              <a:gdLst>
                <a:gd name="csX0" fmla="*/ 5529 w 5130"/>
                <a:gd name="csY0" fmla="*/ 1933 h 4111"/>
                <a:gd name="csX1" fmla="*/ 9633 w 5130"/>
                <a:gd name="csY1" fmla="*/ 1933 h 4111"/>
                <a:gd name="csX2" fmla="*/ 8607 w 5130"/>
                <a:gd name="csY2" fmla="*/ 6045 h 4111"/>
                <a:gd name="csX3" fmla="*/ 4502 w 5130"/>
                <a:gd name="csY3" fmla="*/ 6045 h 4111"/>
                <a:gd name="csX4" fmla="*/ 5529 w 5130"/>
                <a:gd name="csY4" fmla="*/ 1933 h 4111"/>
              </a:gdLst>
              <a:ahLst/>
              <a:cxnLst>
                <a:cxn ang="0">
                  <a:pos x="csX0" y="csY0"/>
                </a:cxn>
                <a:cxn ang="0">
                  <a:pos x="csX1" y="csY1"/>
                </a:cxn>
                <a:cxn ang="0">
                  <a:pos x="csX2" y="csY2"/>
                </a:cxn>
                <a:cxn ang="0">
                  <a:pos x="csX3" y="csY3"/>
                </a:cxn>
                <a:cxn ang="0">
                  <a:pos x="csX4" y="csY4"/>
                </a:cxn>
              </a:cxnLst>
              <a:rect l="l" t="t" r="r" b="b"/>
              <a:pathLst>
                <a:path w="5130" h="4111">
                  <a:moveTo>
                    <a:pt x="5529" y="1933"/>
                  </a:moveTo>
                  <a:lnTo>
                    <a:pt x="9633" y="1933"/>
                  </a:lnTo>
                  <a:lnTo>
                    <a:pt x="8607" y="6045"/>
                  </a:lnTo>
                  <a:lnTo>
                    <a:pt x="4502" y="6045"/>
                  </a:lnTo>
                  <a:lnTo>
                    <a:pt x="5529" y="19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1" name="Forme libre : forme 309">
              <a:extLst>
                <a:ext uri="{FF2B5EF4-FFF2-40B4-BE49-F238E27FC236}">
                  <a16:creationId xmlns:a16="http://schemas.microsoft.com/office/drawing/2014/main" id="{F70685C4-24C4-C3BE-4033-CE1CB6A1A8DE}"/>
                </a:ext>
              </a:extLst>
            </p:cNvPr>
            <p:cNvSpPr/>
            <p:nvPr/>
          </p:nvSpPr>
          <p:spPr>
            <a:xfrm>
              <a:off x="9152061" y="5069247"/>
              <a:ext cx="58455" cy="45102"/>
            </a:xfrm>
            <a:custGeom>
              <a:avLst/>
              <a:gdLst>
                <a:gd name="csX0" fmla="*/ 9616 w 58455"/>
                <a:gd name="csY0" fmla="*/ 3998 h 45102"/>
                <a:gd name="csX1" fmla="*/ 15766 w 58455"/>
                <a:gd name="csY1" fmla="*/ 9122 h 45102"/>
                <a:gd name="csX2" fmla="*/ 21923 w 58455"/>
                <a:gd name="csY2" fmla="*/ 10148 h 45102"/>
                <a:gd name="csX3" fmla="*/ 36275 w 58455"/>
                <a:gd name="csY3" fmla="*/ 21422 h 45102"/>
                <a:gd name="csX4" fmla="*/ 42432 w 58455"/>
                <a:gd name="csY4" fmla="*/ 25527 h 45102"/>
                <a:gd name="csX5" fmla="*/ 60888 w 58455"/>
                <a:gd name="csY5" fmla="*/ 37820 h 45102"/>
                <a:gd name="csX6" fmla="*/ 62941 w 58455"/>
                <a:gd name="csY6" fmla="*/ 43970 h 45102"/>
                <a:gd name="csX7" fmla="*/ 58836 w 58455"/>
                <a:gd name="csY7" fmla="*/ 47048 h 45102"/>
                <a:gd name="csX8" fmla="*/ 46529 w 58455"/>
                <a:gd name="csY8" fmla="*/ 42951 h 45102"/>
                <a:gd name="csX9" fmla="*/ 22949 w 58455"/>
                <a:gd name="csY9" fmla="*/ 29624 h 45102"/>
                <a:gd name="csX10" fmla="*/ 16792 w 58455"/>
                <a:gd name="csY10" fmla="*/ 26546 h 45102"/>
                <a:gd name="csX11" fmla="*/ 5511 w 58455"/>
                <a:gd name="csY11" fmla="*/ 15272 h 45102"/>
                <a:gd name="csX12" fmla="*/ 4485 w 58455"/>
                <a:gd name="csY12" fmla="*/ 10148 h 45102"/>
                <a:gd name="csX13" fmla="*/ 4485 w 58455"/>
                <a:gd name="csY13" fmla="*/ 1946 h 45102"/>
                <a:gd name="csX14" fmla="*/ 9616 w 58455"/>
                <a:gd name="csY14" fmla="*/ 3998 h 451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55" h="45102">
                  <a:moveTo>
                    <a:pt x="9616" y="3998"/>
                  </a:moveTo>
                  <a:lnTo>
                    <a:pt x="15766" y="9122"/>
                  </a:lnTo>
                  <a:lnTo>
                    <a:pt x="21923" y="10148"/>
                  </a:lnTo>
                  <a:lnTo>
                    <a:pt x="36275" y="21422"/>
                  </a:lnTo>
                  <a:lnTo>
                    <a:pt x="42432" y="25527"/>
                  </a:lnTo>
                  <a:lnTo>
                    <a:pt x="60888" y="37820"/>
                  </a:lnTo>
                  <a:lnTo>
                    <a:pt x="62941" y="43970"/>
                  </a:lnTo>
                  <a:lnTo>
                    <a:pt x="58836" y="47048"/>
                  </a:lnTo>
                  <a:lnTo>
                    <a:pt x="46529" y="42951"/>
                  </a:lnTo>
                  <a:lnTo>
                    <a:pt x="22949" y="29624"/>
                  </a:lnTo>
                  <a:lnTo>
                    <a:pt x="16792" y="26546"/>
                  </a:lnTo>
                  <a:lnTo>
                    <a:pt x="5511" y="15272"/>
                  </a:lnTo>
                  <a:lnTo>
                    <a:pt x="4485" y="10148"/>
                  </a:lnTo>
                  <a:lnTo>
                    <a:pt x="4485" y="1946"/>
                  </a:lnTo>
                  <a:lnTo>
                    <a:pt x="9616" y="3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2" name="Forme libre : forme 310">
              <a:extLst>
                <a:ext uri="{FF2B5EF4-FFF2-40B4-BE49-F238E27FC236}">
                  <a16:creationId xmlns:a16="http://schemas.microsoft.com/office/drawing/2014/main" id="{E74FD5BA-E811-D7AB-F47C-D69D1DC91A70}"/>
                </a:ext>
              </a:extLst>
            </p:cNvPr>
            <p:cNvSpPr/>
            <p:nvPr/>
          </p:nvSpPr>
          <p:spPr>
            <a:xfrm>
              <a:off x="9436103" y="5005189"/>
              <a:ext cx="24613" cy="18449"/>
            </a:xfrm>
            <a:custGeom>
              <a:avLst/>
              <a:gdLst>
                <a:gd name="csX0" fmla="*/ 13879 w 24613"/>
                <a:gd name="csY0" fmla="*/ 20345 h 18449"/>
                <a:gd name="csX1" fmla="*/ 29264 w 24613"/>
                <a:gd name="csY1" fmla="*/ 18812 h 18449"/>
                <a:gd name="csX2" fmla="*/ 29264 w 24613"/>
                <a:gd name="csY2" fmla="*/ 9584 h 18449"/>
                <a:gd name="csX3" fmla="*/ 24647 w 24613"/>
                <a:gd name="csY3" fmla="*/ 1895 h 18449"/>
                <a:gd name="csX4" fmla="*/ 6190 w 24613"/>
                <a:gd name="csY4" fmla="*/ 3434 h 18449"/>
                <a:gd name="csX5" fmla="*/ 4651 w 24613"/>
                <a:gd name="csY5" fmla="*/ 14195 h 18449"/>
                <a:gd name="csX6" fmla="*/ 13879 w 24613"/>
                <a:gd name="csY6" fmla="*/ 20345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613" h="18449">
                  <a:moveTo>
                    <a:pt x="13879" y="20345"/>
                  </a:moveTo>
                  <a:lnTo>
                    <a:pt x="29264" y="18812"/>
                  </a:lnTo>
                  <a:lnTo>
                    <a:pt x="29264" y="9584"/>
                  </a:lnTo>
                  <a:lnTo>
                    <a:pt x="24647" y="1895"/>
                  </a:lnTo>
                  <a:lnTo>
                    <a:pt x="6190" y="3434"/>
                  </a:lnTo>
                  <a:lnTo>
                    <a:pt x="4651" y="14195"/>
                  </a:lnTo>
                  <a:lnTo>
                    <a:pt x="13879" y="203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3" name="Forme libre : forme 311">
              <a:extLst>
                <a:ext uri="{FF2B5EF4-FFF2-40B4-BE49-F238E27FC236}">
                  <a16:creationId xmlns:a16="http://schemas.microsoft.com/office/drawing/2014/main" id="{1A66817E-1CDB-2111-333E-742219A169EC}"/>
                </a:ext>
              </a:extLst>
            </p:cNvPr>
            <p:cNvSpPr/>
            <p:nvPr/>
          </p:nvSpPr>
          <p:spPr>
            <a:xfrm>
              <a:off x="9459157" y="4974446"/>
              <a:ext cx="32302" cy="16910"/>
            </a:xfrm>
            <a:custGeom>
              <a:avLst/>
              <a:gdLst>
                <a:gd name="csX0" fmla="*/ 13895 w 32302"/>
                <a:gd name="csY0" fmla="*/ 18786 h 16910"/>
                <a:gd name="csX1" fmla="*/ 36970 w 32302"/>
                <a:gd name="csY1" fmla="*/ 6486 h 16910"/>
                <a:gd name="csX2" fmla="*/ 30813 w 32302"/>
                <a:gd name="csY2" fmla="*/ 1876 h 16910"/>
                <a:gd name="csX3" fmla="*/ 23123 w 32302"/>
                <a:gd name="csY3" fmla="*/ 4947 h 16910"/>
                <a:gd name="csX4" fmla="*/ 4667 w 32302"/>
                <a:gd name="csY4" fmla="*/ 15715 h 16910"/>
                <a:gd name="csX5" fmla="*/ 13895 w 32302"/>
                <a:gd name="csY5" fmla="*/ 18786 h 16910"/>
              </a:gdLst>
              <a:ahLst/>
              <a:cxnLst>
                <a:cxn ang="0">
                  <a:pos x="csX0" y="csY0"/>
                </a:cxn>
                <a:cxn ang="0">
                  <a:pos x="csX1" y="csY1"/>
                </a:cxn>
                <a:cxn ang="0">
                  <a:pos x="csX2" y="csY2"/>
                </a:cxn>
                <a:cxn ang="0">
                  <a:pos x="csX3" y="csY3"/>
                </a:cxn>
                <a:cxn ang="0">
                  <a:pos x="csX4" y="csY4"/>
                </a:cxn>
                <a:cxn ang="0">
                  <a:pos x="csX5" y="csY5"/>
                </a:cxn>
              </a:cxnLst>
              <a:rect l="l" t="t" r="r" b="b"/>
              <a:pathLst>
                <a:path w="32302" h="16910">
                  <a:moveTo>
                    <a:pt x="13895" y="18786"/>
                  </a:moveTo>
                  <a:lnTo>
                    <a:pt x="36970" y="6486"/>
                  </a:lnTo>
                  <a:lnTo>
                    <a:pt x="30813" y="1876"/>
                  </a:lnTo>
                  <a:lnTo>
                    <a:pt x="23123" y="4947"/>
                  </a:lnTo>
                  <a:lnTo>
                    <a:pt x="4667" y="15715"/>
                  </a:lnTo>
                  <a:lnTo>
                    <a:pt x="13895" y="18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4" name="Forme libre : forme 312">
              <a:extLst>
                <a:ext uri="{FF2B5EF4-FFF2-40B4-BE49-F238E27FC236}">
                  <a16:creationId xmlns:a16="http://schemas.microsoft.com/office/drawing/2014/main" id="{2C9BD67F-613E-A519-84D7-EA8E47BA4418}"/>
                </a:ext>
              </a:extLst>
            </p:cNvPr>
            <p:cNvSpPr/>
            <p:nvPr/>
          </p:nvSpPr>
          <p:spPr>
            <a:xfrm>
              <a:off x="9339201" y="5407989"/>
              <a:ext cx="123054" cy="190642"/>
            </a:xfrm>
            <a:custGeom>
              <a:avLst/>
              <a:gdLst>
                <a:gd name="csX0" fmla="*/ 12304 w 123054"/>
                <a:gd name="csY0" fmla="*/ 22194 h 190642"/>
                <a:gd name="csX1" fmla="*/ 4614 w 123054"/>
                <a:gd name="csY1" fmla="*/ 12972 h 190642"/>
                <a:gd name="csX2" fmla="*/ 4614 w 123054"/>
                <a:gd name="csY2" fmla="*/ 2205 h 190642"/>
                <a:gd name="csX3" fmla="*/ 27682 w 123054"/>
                <a:gd name="csY3" fmla="*/ 22194 h 190642"/>
                <a:gd name="csX4" fmla="*/ 33839 w 123054"/>
                <a:gd name="csY4" fmla="*/ 22194 h 190642"/>
                <a:gd name="csX5" fmla="*/ 44606 w 123054"/>
                <a:gd name="csY5" fmla="*/ 32955 h 190642"/>
                <a:gd name="csX6" fmla="*/ 44606 w 123054"/>
                <a:gd name="csY6" fmla="*/ 43715 h 190642"/>
                <a:gd name="csX7" fmla="*/ 53835 w 123054"/>
                <a:gd name="csY7" fmla="*/ 63705 h 190642"/>
                <a:gd name="csX8" fmla="*/ 61524 w 123054"/>
                <a:gd name="csY8" fmla="*/ 71387 h 190642"/>
                <a:gd name="csX9" fmla="*/ 64602 w 123054"/>
                <a:gd name="csY9" fmla="*/ 66776 h 190642"/>
                <a:gd name="csX10" fmla="*/ 63063 w 123054"/>
                <a:gd name="csY10" fmla="*/ 56015 h 190642"/>
                <a:gd name="csX11" fmla="*/ 72292 w 123054"/>
                <a:gd name="csY11" fmla="*/ 66776 h 190642"/>
                <a:gd name="csX12" fmla="*/ 76909 w 123054"/>
                <a:gd name="csY12" fmla="*/ 85226 h 190642"/>
                <a:gd name="csX13" fmla="*/ 92288 w 123054"/>
                <a:gd name="csY13" fmla="*/ 94454 h 190642"/>
                <a:gd name="csX14" fmla="*/ 109212 w 123054"/>
                <a:gd name="csY14" fmla="*/ 91376 h 190642"/>
                <a:gd name="csX15" fmla="*/ 115362 w 123054"/>
                <a:gd name="csY15" fmla="*/ 80615 h 190642"/>
                <a:gd name="csX16" fmla="*/ 127669 w 123054"/>
                <a:gd name="csY16" fmla="*/ 77544 h 190642"/>
                <a:gd name="csX17" fmla="*/ 127669 w 123054"/>
                <a:gd name="csY17" fmla="*/ 94454 h 190642"/>
                <a:gd name="csX18" fmla="*/ 121512 w 123054"/>
                <a:gd name="csY18" fmla="*/ 103676 h 190642"/>
                <a:gd name="csX19" fmla="*/ 118440 w 123054"/>
                <a:gd name="csY19" fmla="*/ 129815 h 190642"/>
                <a:gd name="csX20" fmla="*/ 107673 w 123054"/>
                <a:gd name="csY20" fmla="*/ 125204 h 190642"/>
                <a:gd name="csX21" fmla="*/ 93827 w 123054"/>
                <a:gd name="csY21" fmla="*/ 125204 h 190642"/>
                <a:gd name="csX22" fmla="*/ 92288 w 123054"/>
                <a:gd name="csY22" fmla="*/ 131347 h 190642"/>
                <a:gd name="csX23" fmla="*/ 96905 w 123054"/>
                <a:gd name="csY23" fmla="*/ 140576 h 190642"/>
                <a:gd name="csX24" fmla="*/ 89209 w 123054"/>
                <a:gd name="csY24" fmla="*/ 149797 h 190642"/>
                <a:gd name="csX25" fmla="*/ 70752 w 123054"/>
                <a:gd name="csY25" fmla="*/ 188236 h 190642"/>
                <a:gd name="csX26" fmla="*/ 56906 w 123054"/>
                <a:gd name="csY26" fmla="*/ 192847 h 190642"/>
                <a:gd name="csX27" fmla="*/ 43067 w 123054"/>
                <a:gd name="csY27" fmla="*/ 186697 h 190642"/>
                <a:gd name="csX28" fmla="*/ 55374 w 123054"/>
                <a:gd name="csY28" fmla="*/ 174397 h 190642"/>
                <a:gd name="csX29" fmla="*/ 56913 w 123054"/>
                <a:gd name="csY29" fmla="*/ 157487 h 190642"/>
                <a:gd name="csX30" fmla="*/ 43067 w 123054"/>
                <a:gd name="csY30" fmla="*/ 142115 h 190642"/>
                <a:gd name="csX31" fmla="*/ 27682 w 123054"/>
                <a:gd name="csY31" fmla="*/ 137497 h 190642"/>
                <a:gd name="csX32" fmla="*/ 27682 w 123054"/>
                <a:gd name="csY32" fmla="*/ 126737 h 190642"/>
                <a:gd name="csX33" fmla="*/ 46146 w 123054"/>
                <a:gd name="csY33" fmla="*/ 122126 h 190642"/>
                <a:gd name="csX34" fmla="*/ 50756 w 123054"/>
                <a:gd name="csY34" fmla="*/ 103676 h 190642"/>
                <a:gd name="csX35" fmla="*/ 43067 w 123054"/>
                <a:gd name="csY35" fmla="*/ 72926 h 190642"/>
                <a:gd name="csX36" fmla="*/ 33839 w 123054"/>
                <a:gd name="csY36" fmla="*/ 54476 h 190642"/>
                <a:gd name="csX37" fmla="*/ 12304 w 123054"/>
                <a:gd name="csY37" fmla="*/ 22194 h 19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23054" h="190642">
                  <a:moveTo>
                    <a:pt x="12304" y="22194"/>
                  </a:moveTo>
                  <a:lnTo>
                    <a:pt x="4614" y="12972"/>
                  </a:lnTo>
                  <a:lnTo>
                    <a:pt x="4614" y="2205"/>
                  </a:lnTo>
                  <a:lnTo>
                    <a:pt x="27682" y="22194"/>
                  </a:lnTo>
                  <a:lnTo>
                    <a:pt x="33839" y="22194"/>
                  </a:lnTo>
                  <a:lnTo>
                    <a:pt x="44606" y="32955"/>
                  </a:lnTo>
                  <a:lnTo>
                    <a:pt x="44606" y="43715"/>
                  </a:lnTo>
                  <a:lnTo>
                    <a:pt x="53835" y="63705"/>
                  </a:lnTo>
                  <a:lnTo>
                    <a:pt x="61524" y="71387"/>
                  </a:lnTo>
                  <a:lnTo>
                    <a:pt x="64602" y="66776"/>
                  </a:lnTo>
                  <a:lnTo>
                    <a:pt x="63063" y="56015"/>
                  </a:lnTo>
                  <a:lnTo>
                    <a:pt x="72292" y="66776"/>
                  </a:lnTo>
                  <a:lnTo>
                    <a:pt x="76909" y="85226"/>
                  </a:lnTo>
                  <a:lnTo>
                    <a:pt x="92288" y="94454"/>
                  </a:lnTo>
                  <a:lnTo>
                    <a:pt x="109212" y="91376"/>
                  </a:lnTo>
                  <a:lnTo>
                    <a:pt x="115362" y="80615"/>
                  </a:lnTo>
                  <a:lnTo>
                    <a:pt x="127669" y="77544"/>
                  </a:lnTo>
                  <a:lnTo>
                    <a:pt x="127669" y="94454"/>
                  </a:lnTo>
                  <a:lnTo>
                    <a:pt x="121512" y="103676"/>
                  </a:lnTo>
                  <a:lnTo>
                    <a:pt x="118440" y="129815"/>
                  </a:lnTo>
                  <a:lnTo>
                    <a:pt x="107673" y="125204"/>
                  </a:lnTo>
                  <a:lnTo>
                    <a:pt x="93827" y="125204"/>
                  </a:lnTo>
                  <a:lnTo>
                    <a:pt x="92288" y="131347"/>
                  </a:lnTo>
                  <a:lnTo>
                    <a:pt x="96905" y="140576"/>
                  </a:lnTo>
                  <a:lnTo>
                    <a:pt x="89209" y="149797"/>
                  </a:lnTo>
                  <a:lnTo>
                    <a:pt x="70752" y="188236"/>
                  </a:lnTo>
                  <a:lnTo>
                    <a:pt x="56906" y="192847"/>
                  </a:lnTo>
                  <a:lnTo>
                    <a:pt x="43067" y="186697"/>
                  </a:lnTo>
                  <a:lnTo>
                    <a:pt x="55374" y="174397"/>
                  </a:lnTo>
                  <a:lnTo>
                    <a:pt x="56913" y="157487"/>
                  </a:lnTo>
                  <a:lnTo>
                    <a:pt x="43067" y="142115"/>
                  </a:lnTo>
                  <a:lnTo>
                    <a:pt x="27682" y="137497"/>
                  </a:lnTo>
                  <a:lnTo>
                    <a:pt x="27682" y="126737"/>
                  </a:lnTo>
                  <a:lnTo>
                    <a:pt x="46146" y="122126"/>
                  </a:lnTo>
                  <a:lnTo>
                    <a:pt x="50756" y="103676"/>
                  </a:lnTo>
                  <a:lnTo>
                    <a:pt x="43067" y="72926"/>
                  </a:lnTo>
                  <a:lnTo>
                    <a:pt x="33839" y="54476"/>
                  </a:lnTo>
                  <a:lnTo>
                    <a:pt x="12304" y="22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5" name="Forme libre : forme 313">
              <a:extLst>
                <a:ext uri="{FF2B5EF4-FFF2-40B4-BE49-F238E27FC236}">
                  <a16:creationId xmlns:a16="http://schemas.microsoft.com/office/drawing/2014/main" id="{E20C7884-ECE4-1F36-5D77-CD848AE1A960}"/>
                </a:ext>
              </a:extLst>
            </p:cNvPr>
            <p:cNvSpPr/>
            <p:nvPr/>
          </p:nvSpPr>
          <p:spPr>
            <a:xfrm>
              <a:off x="9206912" y="5574025"/>
              <a:ext cx="159974" cy="174662"/>
            </a:xfrm>
            <a:custGeom>
              <a:avLst/>
              <a:gdLst>
                <a:gd name="csX0" fmla="*/ 141462 w 159974"/>
                <a:gd name="csY0" fmla="*/ 9991 h 174662"/>
                <a:gd name="csX1" fmla="*/ 141462 w 159974"/>
                <a:gd name="csY1" fmla="*/ 22291 h 174662"/>
                <a:gd name="csX2" fmla="*/ 149151 w 159974"/>
                <a:gd name="csY2" fmla="*/ 22291 h 174662"/>
                <a:gd name="csX3" fmla="*/ 153768 w 159974"/>
                <a:gd name="csY3" fmla="*/ 14602 h 174662"/>
                <a:gd name="csX4" fmla="*/ 164536 w 159974"/>
                <a:gd name="csY4" fmla="*/ 16141 h 174662"/>
                <a:gd name="csX5" fmla="*/ 161458 w 159974"/>
                <a:gd name="csY5" fmla="*/ 48430 h 174662"/>
                <a:gd name="csX6" fmla="*/ 149151 w 159974"/>
                <a:gd name="csY6" fmla="*/ 66873 h 174662"/>
                <a:gd name="csX7" fmla="*/ 141462 w 159974"/>
                <a:gd name="csY7" fmla="*/ 77641 h 174662"/>
                <a:gd name="csX8" fmla="*/ 136844 w 159974"/>
                <a:gd name="csY8" fmla="*/ 93012 h 174662"/>
                <a:gd name="csX9" fmla="*/ 116848 w 159974"/>
                <a:gd name="csY9" fmla="*/ 99162 h 174662"/>
                <a:gd name="csX10" fmla="*/ 106080 w 159974"/>
                <a:gd name="csY10" fmla="*/ 112994 h 174662"/>
                <a:gd name="csX11" fmla="*/ 89163 w 159974"/>
                <a:gd name="csY11" fmla="*/ 149518 h 174662"/>
                <a:gd name="csX12" fmla="*/ 59932 w 159974"/>
                <a:gd name="csY12" fmla="*/ 176964 h 174662"/>
                <a:gd name="csX13" fmla="*/ 24557 w 159974"/>
                <a:gd name="csY13" fmla="*/ 165204 h 174662"/>
                <a:gd name="csX14" fmla="*/ 7633 w 159974"/>
                <a:gd name="csY14" fmla="*/ 165204 h 174662"/>
                <a:gd name="csX15" fmla="*/ 4561 w 159974"/>
                <a:gd name="csY15" fmla="*/ 153438 h 174662"/>
                <a:gd name="csX16" fmla="*/ 16861 w 159974"/>
                <a:gd name="csY16" fmla="*/ 126834 h 174662"/>
                <a:gd name="csX17" fmla="*/ 30707 w 159974"/>
                <a:gd name="csY17" fmla="*/ 111455 h 174662"/>
                <a:gd name="csX18" fmla="*/ 55321 w 159974"/>
                <a:gd name="csY18" fmla="*/ 97623 h 174662"/>
                <a:gd name="csX19" fmla="*/ 73778 w 159974"/>
                <a:gd name="csY19" fmla="*/ 79173 h 174662"/>
                <a:gd name="csX20" fmla="*/ 99930 w 159974"/>
                <a:gd name="csY20" fmla="*/ 63801 h 174662"/>
                <a:gd name="csX21" fmla="*/ 107620 w 159974"/>
                <a:gd name="csY21" fmla="*/ 49962 h 174662"/>
                <a:gd name="csX22" fmla="*/ 107620 w 159974"/>
                <a:gd name="csY22" fmla="*/ 39202 h 174662"/>
                <a:gd name="csX23" fmla="*/ 121466 w 159974"/>
                <a:gd name="csY23" fmla="*/ 20752 h 174662"/>
                <a:gd name="csX24" fmla="*/ 123005 w 159974"/>
                <a:gd name="csY24" fmla="*/ 6919 h 174662"/>
                <a:gd name="csX25" fmla="*/ 135305 w 159974"/>
                <a:gd name="csY25" fmla="*/ 2302 h 174662"/>
                <a:gd name="csX26" fmla="*/ 141462 w 159974"/>
                <a:gd name="csY26" fmla="*/ 9991 h 174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9974" h="174662">
                  <a:moveTo>
                    <a:pt x="141462" y="9991"/>
                  </a:moveTo>
                  <a:lnTo>
                    <a:pt x="141462" y="22291"/>
                  </a:lnTo>
                  <a:lnTo>
                    <a:pt x="149151" y="22291"/>
                  </a:lnTo>
                  <a:lnTo>
                    <a:pt x="153768" y="14602"/>
                  </a:lnTo>
                  <a:lnTo>
                    <a:pt x="164536" y="16141"/>
                  </a:lnTo>
                  <a:lnTo>
                    <a:pt x="161458" y="48430"/>
                  </a:lnTo>
                  <a:lnTo>
                    <a:pt x="149151" y="66873"/>
                  </a:lnTo>
                  <a:lnTo>
                    <a:pt x="141462" y="77641"/>
                  </a:lnTo>
                  <a:lnTo>
                    <a:pt x="136844" y="93012"/>
                  </a:lnTo>
                  <a:lnTo>
                    <a:pt x="116848" y="99162"/>
                  </a:lnTo>
                  <a:lnTo>
                    <a:pt x="106080" y="112994"/>
                  </a:lnTo>
                  <a:lnTo>
                    <a:pt x="89163" y="149518"/>
                  </a:lnTo>
                  <a:lnTo>
                    <a:pt x="59932" y="176964"/>
                  </a:lnTo>
                  <a:lnTo>
                    <a:pt x="24557" y="165204"/>
                  </a:lnTo>
                  <a:lnTo>
                    <a:pt x="7633" y="165204"/>
                  </a:lnTo>
                  <a:lnTo>
                    <a:pt x="4561" y="153438"/>
                  </a:lnTo>
                  <a:lnTo>
                    <a:pt x="16861" y="126834"/>
                  </a:lnTo>
                  <a:lnTo>
                    <a:pt x="30707" y="111455"/>
                  </a:lnTo>
                  <a:lnTo>
                    <a:pt x="55321" y="97623"/>
                  </a:lnTo>
                  <a:lnTo>
                    <a:pt x="73778" y="79173"/>
                  </a:lnTo>
                  <a:lnTo>
                    <a:pt x="99930" y="63801"/>
                  </a:lnTo>
                  <a:lnTo>
                    <a:pt x="107620" y="49962"/>
                  </a:lnTo>
                  <a:lnTo>
                    <a:pt x="107620" y="39202"/>
                  </a:lnTo>
                  <a:lnTo>
                    <a:pt x="121466" y="20752"/>
                  </a:lnTo>
                  <a:lnTo>
                    <a:pt x="123005" y="6919"/>
                  </a:lnTo>
                  <a:lnTo>
                    <a:pt x="135305" y="2302"/>
                  </a:lnTo>
                  <a:lnTo>
                    <a:pt x="141462" y="9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6" name="Forme libre : forme 314">
              <a:extLst>
                <a:ext uri="{FF2B5EF4-FFF2-40B4-BE49-F238E27FC236}">
                  <a16:creationId xmlns:a16="http://schemas.microsoft.com/office/drawing/2014/main" id="{2585E684-D5B1-0BF3-AA89-EFB8164E3062}"/>
                </a:ext>
              </a:extLst>
            </p:cNvPr>
            <p:cNvSpPr/>
            <p:nvPr/>
          </p:nvSpPr>
          <p:spPr>
            <a:xfrm rot="5400000" flipV="1">
              <a:off x="9226501" y="5754525"/>
              <a:ext cx="13066" cy="9228"/>
            </a:xfrm>
            <a:custGeom>
              <a:avLst/>
              <a:gdLst>
                <a:gd name="csX0" fmla="*/ 5834 w 13066"/>
                <a:gd name="csY0" fmla="*/ 11579 h 9228"/>
                <a:gd name="csX1" fmla="*/ 14981 w 13066"/>
                <a:gd name="csY1" fmla="*/ 11579 h 9228"/>
                <a:gd name="csX2" fmla="*/ 17587 w 13066"/>
                <a:gd name="csY2" fmla="*/ 2350 h 9228"/>
                <a:gd name="csX3" fmla="*/ 4521 w 13066"/>
                <a:gd name="csY3" fmla="*/ 5429 h 9228"/>
                <a:gd name="csX4" fmla="*/ 5834 w 13066"/>
                <a:gd name="csY4" fmla="*/ 11579 h 9228"/>
              </a:gdLst>
              <a:ahLst/>
              <a:cxnLst>
                <a:cxn ang="0">
                  <a:pos x="csX0" y="csY0"/>
                </a:cxn>
                <a:cxn ang="0">
                  <a:pos x="csX1" y="csY1"/>
                </a:cxn>
                <a:cxn ang="0">
                  <a:pos x="csX2" y="csY2"/>
                </a:cxn>
                <a:cxn ang="0">
                  <a:pos x="csX3" y="csY3"/>
                </a:cxn>
                <a:cxn ang="0">
                  <a:pos x="csX4" y="csY4"/>
                </a:cxn>
              </a:cxnLst>
              <a:rect l="l" t="t" r="r" b="b"/>
              <a:pathLst>
                <a:path w="13066" h="9228">
                  <a:moveTo>
                    <a:pt x="5834" y="11579"/>
                  </a:moveTo>
                  <a:lnTo>
                    <a:pt x="14981" y="11579"/>
                  </a:lnTo>
                  <a:lnTo>
                    <a:pt x="17587" y="2350"/>
                  </a:lnTo>
                  <a:lnTo>
                    <a:pt x="4521" y="5429"/>
                  </a:lnTo>
                  <a:lnTo>
                    <a:pt x="5834" y="115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7" name="Forme libre : forme 315">
              <a:extLst>
                <a:ext uri="{FF2B5EF4-FFF2-40B4-BE49-F238E27FC236}">
                  <a16:creationId xmlns:a16="http://schemas.microsoft.com/office/drawing/2014/main" id="{35B4FA03-C532-9D0B-2C1F-619E13F685BF}"/>
                </a:ext>
              </a:extLst>
            </p:cNvPr>
            <p:cNvSpPr/>
            <p:nvPr/>
          </p:nvSpPr>
          <p:spPr>
            <a:xfrm rot="-8588417" flipV="1">
              <a:off x="9581034" y="5640570"/>
              <a:ext cx="7689" cy="8920"/>
            </a:xfrm>
            <a:custGeom>
              <a:avLst/>
              <a:gdLst>
                <a:gd name="csX0" fmla="*/ 4735 w 7689"/>
                <a:gd name="csY0" fmla="*/ 11200 h 8920"/>
                <a:gd name="csX1" fmla="*/ 12424 w 7689"/>
                <a:gd name="csY1" fmla="*/ 11200 h 8920"/>
                <a:gd name="csX2" fmla="*/ 10269 w 7689"/>
                <a:gd name="csY2" fmla="*/ 3826 h 8920"/>
                <a:gd name="csX3" fmla="*/ 5651 w 7689"/>
                <a:gd name="csY3" fmla="*/ 2280 h 8920"/>
                <a:gd name="csX4" fmla="*/ 4735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4735" y="11200"/>
                  </a:moveTo>
                  <a:lnTo>
                    <a:pt x="12424" y="11200"/>
                  </a:lnTo>
                  <a:lnTo>
                    <a:pt x="10269" y="3826"/>
                  </a:lnTo>
                  <a:lnTo>
                    <a:pt x="5651" y="2280"/>
                  </a:lnTo>
                  <a:lnTo>
                    <a:pt x="4735"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8" name="Forme libre : forme 316">
              <a:extLst>
                <a:ext uri="{FF2B5EF4-FFF2-40B4-BE49-F238E27FC236}">
                  <a16:creationId xmlns:a16="http://schemas.microsoft.com/office/drawing/2014/main" id="{E683234C-09BE-3B7F-32F8-46E1BDF6DBA6}"/>
                </a:ext>
              </a:extLst>
            </p:cNvPr>
            <p:cNvSpPr/>
            <p:nvPr/>
          </p:nvSpPr>
          <p:spPr>
            <a:xfrm>
              <a:off x="7087686" y="5812054"/>
              <a:ext cx="41784" cy="26358"/>
            </a:xfrm>
            <a:custGeom>
              <a:avLst/>
              <a:gdLst>
                <a:gd name="csX0" fmla="*/ 7068 w 41784"/>
                <a:gd name="csY0" fmla="*/ 13500 h 26358"/>
                <a:gd name="csX1" fmla="*/ 5016 w 41784"/>
                <a:gd name="csY1" fmla="*/ 9580 h 26358"/>
                <a:gd name="csX2" fmla="*/ 5529 w 41784"/>
                <a:gd name="csY2" fmla="*/ 2390 h 26358"/>
                <a:gd name="csX3" fmla="*/ 9121 w 41784"/>
                <a:gd name="csY3" fmla="*/ 2390 h 26358"/>
                <a:gd name="csX4" fmla="*/ 11173 w 41784"/>
                <a:gd name="csY4" fmla="*/ 7186 h 26358"/>
                <a:gd name="csX5" fmla="*/ 14504 w 41784"/>
                <a:gd name="csY5" fmla="*/ 8054 h 26358"/>
                <a:gd name="csX6" fmla="*/ 13991 w 41784"/>
                <a:gd name="csY6" fmla="*/ 3485 h 26358"/>
                <a:gd name="csX7" fmla="*/ 17323 w 41784"/>
                <a:gd name="csY7" fmla="*/ 3916 h 26358"/>
                <a:gd name="csX8" fmla="*/ 17583 w 41784"/>
                <a:gd name="csY8" fmla="*/ 9361 h 26358"/>
                <a:gd name="csX9" fmla="*/ 22707 w 41784"/>
                <a:gd name="csY9" fmla="*/ 7835 h 26358"/>
                <a:gd name="csX10" fmla="*/ 24759 w 41784"/>
                <a:gd name="csY10" fmla="*/ 9361 h 26358"/>
                <a:gd name="csX11" fmla="*/ 23220 w 41784"/>
                <a:gd name="csY11" fmla="*/ 13062 h 26358"/>
                <a:gd name="csX12" fmla="*/ 37832 w 41784"/>
                <a:gd name="csY12" fmla="*/ 13062 h 26358"/>
                <a:gd name="csX13" fmla="*/ 40650 w 41784"/>
                <a:gd name="csY13" fmla="*/ 9799 h 26358"/>
                <a:gd name="csX14" fmla="*/ 45008 w 41784"/>
                <a:gd name="csY14" fmla="*/ 11974 h 26358"/>
                <a:gd name="csX15" fmla="*/ 43216 w 41784"/>
                <a:gd name="csY15" fmla="*/ 21777 h 26358"/>
                <a:gd name="csX16" fmla="*/ 29117 w 41784"/>
                <a:gd name="csY16" fmla="*/ 20690 h 26358"/>
                <a:gd name="csX17" fmla="*/ 27324 w 41784"/>
                <a:gd name="csY17" fmla="*/ 23303 h 26358"/>
                <a:gd name="csX18" fmla="*/ 28603 w 41784"/>
                <a:gd name="csY18" fmla="*/ 25478 h 26358"/>
                <a:gd name="csX19" fmla="*/ 23733 w 41784"/>
                <a:gd name="csY19" fmla="*/ 26566 h 26358"/>
                <a:gd name="csX20" fmla="*/ 23733 w 41784"/>
                <a:gd name="csY20" fmla="*/ 28748 h 26358"/>
                <a:gd name="csX21" fmla="*/ 18609 w 41784"/>
                <a:gd name="csY21" fmla="*/ 28310 h 26358"/>
                <a:gd name="csX22" fmla="*/ 11686 w 41784"/>
                <a:gd name="csY22" fmla="*/ 26135 h 26358"/>
                <a:gd name="csX23" fmla="*/ 3224 w 41784"/>
                <a:gd name="csY23" fmla="*/ 28529 h 26358"/>
                <a:gd name="csX24" fmla="*/ 4503 w 41784"/>
                <a:gd name="csY24" fmla="*/ 24172 h 26358"/>
                <a:gd name="csX25" fmla="*/ 10400 w 41784"/>
                <a:gd name="csY25" fmla="*/ 21558 h 26358"/>
                <a:gd name="csX26" fmla="*/ 10147 w 41784"/>
                <a:gd name="csY26" fmla="*/ 14587 h 26358"/>
                <a:gd name="csX27" fmla="*/ 7068 w 41784"/>
                <a:gd name="csY27" fmla="*/ 13500 h 263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41784" h="26358">
                  <a:moveTo>
                    <a:pt x="7068" y="13500"/>
                  </a:moveTo>
                  <a:lnTo>
                    <a:pt x="5016" y="9580"/>
                  </a:lnTo>
                  <a:lnTo>
                    <a:pt x="5529" y="2390"/>
                  </a:lnTo>
                  <a:lnTo>
                    <a:pt x="9121" y="2390"/>
                  </a:lnTo>
                  <a:lnTo>
                    <a:pt x="11173" y="7186"/>
                  </a:lnTo>
                  <a:lnTo>
                    <a:pt x="14504" y="8054"/>
                  </a:lnTo>
                  <a:lnTo>
                    <a:pt x="13991" y="3485"/>
                  </a:lnTo>
                  <a:lnTo>
                    <a:pt x="17323" y="3916"/>
                  </a:lnTo>
                  <a:lnTo>
                    <a:pt x="17583" y="9361"/>
                  </a:lnTo>
                  <a:lnTo>
                    <a:pt x="22707" y="7835"/>
                  </a:lnTo>
                  <a:lnTo>
                    <a:pt x="24759" y="9361"/>
                  </a:lnTo>
                  <a:lnTo>
                    <a:pt x="23220" y="13062"/>
                  </a:lnTo>
                  <a:lnTo>
                    <a:pt x="37832" y="13062"/>
                  </a:lnTo>
                  <a:lnTo>
                    <a:pt x="40650" y="9799"/>
                  </a:lnTo>
                  <a:lnTo>
                    <a:pt x="45008" y="11974"/>
                  </a:lnTo>
                  <a:lnTo>
                    <a:pt x="43216" y="21777"/>
                  </a:lnTo>
                  <a:lnTo>
                    <a:pt x="29117" y="20690"/>
                  </a:lnTo>
                  <a:lnTo>
                    <a:pt x="27324" y="23303"/>
                  </a:lnTo>
                  <a:lnTo>
                    <a:pt x="28603" y="25478"/>
                  </a:lnTo>
                  <a:lnTo>
                    <a:pt x="23733" y="26566"/>
                  </a:lnTo>
                  <a:lnTo>
                    <a:pt x="23733" y="28748"/>
                  </a:lnTo>
                  <a:lnTo>
                    <a:pt x="18609" y="28310"/>
                  </a:lnTo>
                  <a:lnTo>
                    <a:pt x="11686" y="26135"/>
                  </a:lnTo>
                  <a:lnTo>
                    <a:pt x="3224" y="28529"/>
                  </a:lnTo>
                  <a:lnTo>
                    <a:pt x="4503" y="24172"/>
                  </a:lnTo>
                  <a:lnTo>
                    <a:pt x="10400" y="21558"/>
                  </a:lnTo>
                  <a:lnTo>
                    <a:pt x="10147" y="14587"/>
                  </a:lnTo>
                  <a:lnTo>
                    <a:pt x="7068" y="135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39" name="Forme libre : forme 317">
              <a:extLst>
                <a:ext uri="{FF2B5EF4-FFF2-40B4-BE49-F238E27FC236}">
                  <a16:creationId xmlns:a16="http://schemas.microsoft.com/office/drawing/2014/main" id="{F23BDA6B-1496-AE0D-F1BD-3275A7A32F49}"/>
                </a:ext>
              </a:extLst>
            </p:cNvPr>
            <p:cNvSpPr/>
            <p:nvPr/>
          </p:nvSpPr>
          <p:spPr>
            <a:xfrm>
              <a:off x="6317132" y="6549552"/>
              <a:ext cx="76659" cy="31899"/>
            </a:xfrm>
            <a:custGeom>
              <a:avLst/>
              <a:gdLst>
                <a:gd name="csX0" fmla="*/ 4835 w 76659"/>
                <a:gd name="csY0" fmla="*/ 34738 h 31899"/>
                <a:gd name="csX1" fmla="*/ 11053 w 76659"/>
                <a:gd name="csY1" fmla="*/ 30996 h 31899"/>
                <a:gd name="csX2" fmla="*/ 4835 w 76659"/>
                <a:gd name="csY2" fmla="*/ 18675 h 31899"/>
                <a:gd name="csX3" fmla="*/ 2762 w 76659"/>
                <a:gd name="csY3" fmla="*/ 11636 h 31899"/>
                <a:gd name="csX4" fmla="*/ 11053 w 76659"/>
                <a:gd name="csY4" fmla="*/ 2838 h 31899"/>
                <a:gd name="csX5" fmla="*/ 27629 w 76659"/>
                <a:gd name="csY5" fmla="*/ 2838 h 31899"/>
                <a:gd name="csX6" fmla="*/ 37986 w 76659"/>
                <a:gd name="csY6" fmla="*/ 13394 h 31899"/>
                <a:gd name="csX7" fmla="*/ 54562 w 76659"/>
                <a:gd name="csY7" fmla="*/ 15159 h 31899"/>
                <a:gd name="csX8" fmla="*/ 62846 w 76659"/>
                <a:gd name="csY8" fmla="*/ 23956 h 31899"/>
                <a:gd name="csX9" fmla="*/ 64919 w 76659"/>
                <a:gd name="csY9" fmla="*/ 32761 h 31899"/>
                <a:gd name="csX10" fmla="*/ 79421 w 76659"/>
                <a:gd name="csY10" fmla="*/ 34738 h 31899"/>
                <a:gd name="csX11" fmla="*/ 4835 w 76659"/>
                <a:gd name="csY11" fmla="*/ 34738 h 31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6659" h="31899">
                  <a:moveTo>
                    <a:pt x="4835" y="34738"/>
                  </a:moveTo>
                  <a:lnTo>
                    <a:pt x="11053" y="30996"/>
                  </a:lnTo>
                  <a:lnTo>
                    <a:pt x="4835" y="18675"/>
                  </a:lnTo>
                  <a:lnTo>
                    <a:pt x="2762" y="11636"/>
                  </a:lnTo>
                  <a:lnTo>
                    <a:pt x="11053" y="2838"/>
                  </a:lnTo>
                  <a:lnTo>
                    <a:pt x="27629" y="2838"/>
                  </a:lnTo>
                  <a:lnTo>
                    <a:pt x="37986" y="13394"/>
                  </a:lnTo>
                  <a:lnTo>
                    <a:pt x="54562" y="15159"/>
                  </a:lnTo>
                  <a:lnTo>
                    <a:pt x="62846" y="23956"/>
                  </a:lnTo>
                  <a:lnTo>
                    <a:pt x="64919" y="32761"/>
                  </a:lnTo>
                  <a:lnTo>
                    <a:pt x="79421" y="34738"/>
                  </a:lnTo>
                  <a:lnTo>
                    <a:pt x="4835" y="347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0" name="Forme libre : forme 318">
              <a:extLst>
                <a:ext uri="{FF2B5EF4-FFF2-40B4-BE49-F238E27FC236}">
                  <a16:creationId xmlns:a16="http://schemas.microsoft.com/office/drawing/2014/main" id="{DA1D4E0E-5D84-82B2-1040-4C85A654D75B}"/>
                </a:ext>
              </a:extLst>
            </p:cNvPr>
            <p:cNvSpPr/>
            <p:nvPr/>
          </p:nvSpPr>
          <p:spPr>
            <a:xfrm>
              <a:off x="6454915" y="6407412"/>
              <a:ext cx="671298" cy="174039"/>
            </a:xfrm>
            <a:custGeom>
              <a:avLst/>
              <a:gdLst>
                <a:gd name="csX0" fmla="*/ 2983 w 671298"/>
                <a:gd name="csY0" fmla="*/ 176824 h 174039"/>
                <a:gd name="csX1" fmla="*/ 6089 w 671298"/>
                <a:gd name="csY1" fmla="*/ 169121 h 174039"/>
                <a:gd name="csX2" fmla="*/ 13860 w 671298"/>
                <a:gd name="csY2" fmla="*/ 154605 h 174039"/>
                <a:gd name="csX3" fmla="*/ 16966 w 671298"/>
                <a:gd name="csY3" fmla="*/ 145363 h 174039"/>
                <a:gd name="csX4" fmla="*/ 30956 w 671298"/>
                <a:gd name="csY4" fmla="*/ 145363 h 174039"/>
                <a:gd name="csX5" fmla="*/ 37167 w 671298"/>
                <a:gd name="csY5" fmla="*/ 140082 h 174039"/>
                <a:gd name="csX6" fmla="*/ 37167 w 671298"/>
                <a:gd name="csY6" fmla="*/ 134801 h 174039"/>
                <a:gd name="csX7" fmla="*/ 43386 w 671298"/>
                <a:gd name="csY7" fmla="*/ 130840 h 174039"/>
                <a:gd name="csX8" fmla="*/ 60481 w 671298"/>
                <a:gd name="csY8" fmla="*/ 130840 h 174039"/>
                <a:gd name="csX9" fmla="*/ 66693 w 671298"/>
                <a:gd name="csY9" fmla="*/ 128199 h 174039"/>
                <a:gd name="csX10" fmla="*/ 62034 w 671298"/>
                <a:gd name="csY10" fmla="*/ 120277 h 174039"/>
                <a:gd name="csX11" fmla="*/ 77570 w 671298"/>
                <a:gd name="csY11" fmla="*/ 114996 h 174039"/>
                <a:gd name="csX12" fmla="*/ 85341 w 671298"/>
                <a:gd name="csY12" fmla="*/ 117637 h 174039"/>
                <a:gd name="csX13" fmla="*/ 99324 w 671298"/>
                <a:gd name="csY13" fmla="*/ 107074 h 174039"/>
                <a:gd name="csX14" fmla="*/ 124191 w 671298"/>
                <a:gd name="csY14" fmla="*/ 97832 h 174039"/>
                <a:gd name="csX15" fmla="*/ 147498 w 671298"/>
                <a:gd name="csY15" fmla="*/ 96512 h 174039"/>
                <a:gd name="csX16" fmla="*/ 153716 w 671298"/>
                <a:gd name="csY16" fmla="*/ 80675 h 174039"/>
                <a:gd name="csX17" fmla="*/ 166146 w 671298"/>
                <a:gd name="csY17" fmla="*/ 70113 h 174039"/>
                <a:gd name="csX18" fmla="*/ 184794 w 671298"/>
                <a:gd name="csY18" fmla="*/ 83316 h 174039"/>
                <a:gd name="csX19" fmla="*/ 181682 w 671298"/>
                <a:gd name="csY19" fmla="*/ 99153 h 174039"/>
                <a:gd name="csX20" fmla="*/ 211207 w 671298"/>
                <a:gd name="csY20" fmla="*/ 96512 h 174039"/>
                <a:gd name="csX21" fmla="*/ 212767 w 671298"/>
                <a:gd name="csY21" fmla="*/ 79355 h 174039"/>
                <a:gd name="csX22" fmla="*/ 195671 w 671298"/>
                <a:gd name="csY22" fmla="*/ 68793 h 174039"/>
                <a:gd name="csX23" fmla="*/ 218978 w 671298"/>
                <a:gd name="csY23" fmla="*/ 58230 h 174039"/>
                <a:gd name="csX24" fmla="*/ 232968 w 671298"/>
                <a:gd name="csY24" fmla="*/ 71433 h 174039"/>
                <a:gd name="csX25" fmla="*/ 250057 w 671298"/>
                <a:gd name="csY25" fmla="*/ 79355 h 174039"/>
                <a:gd name="csX26" fmla="*/ 253169 w 671298"/>
                <a:gd name="csY26" fmla="*/ 63511 h 174039"/>
                <a:gd name="csX27" fmla="*/ 246951 w 671298"/>
                <a:gd name="csY27" fmla="*/ 50309 h 174039"/>
                <a:gd name="csX28" fmla="*/ 245398 w 671298"/>
                <a:gd name="csY28" fmla="*/ 31831 h 174039"/>
                <a:gd name="csX29" fmla="*/ 256275 w 671298"/>
                <a:gd name="csY29" fmla="*/ 31831 h 174039"/>
                <a:gd name="csX30" fmla="*/ 267152 w 671298"/>
                <a:gd name="csY30" fmla="*/ 17308 h 174039"/>
                <a:gd name="csX31" fmla="*/ 296678 w 671298"/>
                <a:gd name="csY31" fmla="*/ 9386 h 174039"/>
                <a:gd name="csX32" fmla="*/ 310660 w 671298"/>
                <a:gd name="csY32" fmla="*/ 9386 h 174039"/>
                <a:gd name="csX33" fmla="*/ 324650 w 671298"/>
                <a:gd name="csY33" fmla="*/ 2785 h 174039"/>
                <a:gd name="csX34" fmla="*/ 357281 w 671298"/>
                <a:gd name="csY34" fmla="*/ 12027 h 174039"/>
                <a:gd name="csX35" fmla="*/ 380588 w 671298"/>
                <a:gd name="csY35" fmla="*/ 23909 h 174039"/>
                <a:gd name="csX36" fmla="*/ 394571 w 671298"/>
                <a:gd name="csY36" fmla="*/ 31831 h 174039"/>
                <a:gd name="csX37" fmla="*/ 403895 w 671298"/>
                <a:gd name="csY37" fmla="*/ 31831 h 174039"/>
                <a:gd name="csX38" fmla="*/ 400789 w 671298"/>
                <a:gd name="csY38" fmla="*/ 42387 h 174039"/>
                <a:gd name="csX39" fmla="*/ 380588 w 671298"/>
                <a:gd name="csY39" fmla="*/ 46348 h 174039"/>
                <a:gd name="csX40" fmla="*/ 383694 w 671298"/>
                <a:gd name="csY40" fmla="*/ 54269 h 174039"/>
                <a:gd name="csX41" fmla="*/ 397684 w 671298"/>
                <a:gd name="csY41" fmla="*/ 62191 h 174039"/>
                <a:gd name="csX42" fmla="*/ 413219 w 671298"/>
                <a:gd name="csY42" fmla="*/ 66152 h 174039"/>
                <a:gd name="csX43" fmla="*/ 428762 w 671298"/>
                <a:gd name="csY43" fmla="*/ 72754 h 174039"/>
                <a:gd name="csX44" fmla="*/ 441192 w 671298"/>
                <a:gd name="csY44" fmla="*/ 83316 h 174039"/>
                <a:gd name="csX45" fmla="*/ 467611 w 671298"/>
                <a:gd name="csY45" fmla="*/ 80675 h 174039"/>
                <a:gd name="csX46" fmla="*/ 489366 w 671298"/>
                <a:gd name="csY46" fmla="*/ 95199 h 174039"/>
                <a:gd name="csX47" fmla="*/ 525102 w 671298"/>
                <a:gd name="csY47" fmla="*/ 83316 h 174039"/>
                <a:gd name="csX48" fmla="*/ 549969 w 671298"/>
                <a:gd name="csY48" fmla="*/ 85956 h 174039"/>
                <a:gd name="csX49" fmla="*/ 576382 w 671298"/>
                <a:gd name="csY49" fmla="*/ 88597 h 174039"/>
                <a:gd name="csX50" fmla="*/ 596583 w 671298"/>
                <a:gd name="csY50" fmla="*/ 97832 h 174039"/>
                <a:gd name="csX51" fmla="*/ 630774 w 671298"/>
                <a:gd name="csY51" fmla="*/ 97832 h 174039"/>
                <a:gd name="csX52" fmla="*/ 641651 w 671298"/>
                <a:gd name="csY52" fmla="*/ 101800 h 174039"/>
                <a:gd name="csX53" fmla="*/ 660299 w 671298"/>
                <a:gd name="csY53" fmla="*/ 96512 h 174039"/>
                <a:gd name="csX54" fmla="*/ 660299 w 671298"/>
                <a:gd name="csY54" fmla="*/ 108395 h 174039"/>
                <a:gd name="csX55" fmla="*/ 674282 w 671298"/>
                <a:gd name="csY55" fmla="*/ 117637 h 174039"/>
                <a:gd name="csX56" fmla="*/ 661852 w 671298"/>
                <a:gd name="csY56" fmla="*/ 128199 h 174039"/>
                <a:gd name="csX57" fmla="*/ 652528 w 671298"/>
                <a:gd name="csY57" fmla="*/ 129519 h 174039"/>
                <a:gd name="csX58" fmla="*/ 654081 w 671298"/>
                <a:gd name="csY58" fmla="*/ 137441 h 174039"/>
                <a:gd name="csX59" fmla="*/ 644757 w 671298"/>
                <a:gd name="csY59" fmla="*/ 148004 h 174039"/>
                <a:gd name="csX60" fmla="*/ 633880 w 671298"/>
                <a:gd name="csY60" fmla="*/ 153285 h 174039"/>
                <a:gd name="csX61" fmla="*/ 643204 w 671298"/>
                <a:gd name="csY61" fmla="*/ 162527 h 174039"/>
                <a:gd name="csX62" fmla="*/ 635433 w 671298"/>
                <a:gd name="csY62" fmla="*/ 170442 h 174039"/>
                <a:gd name="csX63" fmla="*/ 623003 w 671298"/>
                <a:gd name="csY63" fmla="*/ 175723 h 174039"/>
                <a:gd name="csX64" fmla="*/ 626109 w 671298"/>
                <a:gd name="csY64" fmla="*/ 176824 h 174039"/>
                <a:gd name="csX65" fmla="*/ 2983 w 671298"/>
                <a:gd name="csY65" fmla="*/ 176824 h 1740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Lst>
              <a:rect l="l" t="t" r="r" b="b"/>
              <a:pathLst>
                <a:path w="671298" h="174039">
                  <a:moveTo>
                    <a:pt x="2983" y="176824"/>
                  </a:moveTo>
                  <a:lnTo>
                    <a:pt x="6089" y="169121"/>
                  </a:lnTo>
                  <a:lnTo>
                    <a:pt x="13860" y="154605"/>
                  </a:lnTo>
                  <a:lnTo>
                    <a:pt x="16966" y="145363"/>
                  </a:lnTo>
                  <a:lnTo>
                    <a:pt x="30956" y="145363"/>
                  </a:lnTo>
                  <a:lnTo>
                    <a:pt x="37167" y="140082"/>
                  </a:lnTo>
                  <a:lnTo>
                    <a:pt x="37167" y="134801"/>
                  </a:lnTo>
                  <a:lnTo>
                    <a:pt x="43386" y="130840"/>
                  </a:lnTo>
                  <a:lnTo>
                    <a:pt x="60481" y="130840"/>
                  </a:lnTo>
                  <a:lnTo>
                    <a:pt x="66693" y="128199"/>
                  </a:lnTo>
                  <a:lnTo>
                    <a:pt x="62034" y="120277"/>
                  </a:lnTo>
                  <a:lnTo>
                    <a:pt x="77570" y="114996"/>
                  </a:lnTo>
                  <a:lnTo>
                    <a:pt x="85341" y="117637"/>
                  </a:lnTo>
                  <a:lnTo>
                    <a:pt x="99324" y="107074"/>
                  </a:lnTo>
                  <a:lnTo>
                    <a:pt x="124191" y="97832"/>
                  </a:lnTo>
                  <a:lnTo>
                    <a:pt x="147498" y="96512"/>
                  </a:lnTo>
                  <a:lnTo>
                    <a:pt x="153716" y="80675"/>
                  </a:lnTo>
                  <a:lnTo>
                    <a:pt x="166146" y="70113"/>
                  </a:lnTo>
                  <a:lnTo>
                    <a:pt x="184794" y="83316"/>
                  </a:lnTo>
                  <a:lnTo>
                    <a:pt x="181682" y="99153"/>
                  </a:lnTo>
                  <a:lnTo>
                    <a:pt x="211207" y="96512"/>
                  </a:lnTo>
                  <a:lnTo>
                    <a:pt x="212767" y="79355"/>
                  </a:lnTo>
                  <a:lnTo>
                    <a:pt x="195671" y="68793"/>
                  </a:lnTo>
                  <a:lnTo>
                    <a:pt x="218978" y="58230"/>
                  </a:lnTo>
                  <a:lnTo>
                    <a:pt x="232968" y="71433"/>
                  </a:lnTo>
                  <a:lnTo>
                    <a:pt x="250057" y="79355"/>
                  </a:lnTo>
                  <a:lnTo>
                    <a:pt x="253169" y="63511"/>
                  </a:lnTo>
                  <a:lnTo>
                    <a:pt x="246951" y="50309"/>
                  </a:lnTo>
                  <a:lnTo>
                    <a:pt x="245398" y="31831"/>
                  </a:lnTo>
                  <a:lnTo>
                    <a:pt x="256275" y="31831"/>
                  </a:lnTo>
                  <a:lnTo>
                    <a:pt x="267152" y="17308"/>
                  </a:lnTo>
                  <a:lnTo>
                    <a:pt x="296678" y="9386"/>
                  </a:lnTo>
                  <a:lnTo>
                    <a:pt x="310660" y="9386"/>
                  </a:lnTo>
                  <a:lnTo>
                    <a:pt x="324650" y="2785"/>
                  </a:lnTo>
                  <a:lnTo>
                    <a:pt x="357281" y="12027"/>
                  </a:lnTo>
                  <a:lnTo>
                    <a:pt x="380588" y="23909"/>
                  </a:lnTo>
                  <a:lnTo>
                    <a:pt x="394571" y="31831"/>
                  </a:lnTo>
                  <a:lnTo>
                    <a:pt x="403895" y="31831"/>
                  </a:lnTo>
                  <a:lnTo>
                    <a:pt x="400789" y="42387"/>
                  </a:lnTo>
                  <a:lnTo>
                    <a:pt x="380588" y="46348"/>
                  </a:lnTo>
                  <a:lnTo>
                    <a:pt x="383694" y="54269"/>
                  </a:lnTo>
                  <a:lnTo>
                    <a:pt x="397684" y="62191"/>
                  </a:lnTo>
                  <a:lnTo>
                    <a:pt x="413219" y="66152"/>
                  </a:lnTo>
                  <a:lnTo>
                    <a:pt x="428762" y="72754"/>
                  </a:lnTo>
                  <a:lnTo>
                    <a:pt x="441192" y="83316"/>
                  </a:lnTo>
                  <a:lnTo>
                    <a:pt x="467611" y="80675"/>
                  </a:lnTo>
                  <a:lnTo>
                    <a:pt x="489366" y="95199"/>
                  </a:lnTo>
                  <a:lnTo>
                    <a:pt x="525102" y="83316"/>
                  </a:lnTo>
                  <a:lnTo>
                    <a:pt x="549969" y="85956"/>
                  </a:lnTo>
                  <a:lnTo>
                    <a:pt x="576382" y="88597"/>
                  </a:lnTo>
                  <a:lnTo>
                    <a:pt x="596583" y="97832"/>
                  </a:lnTo>
                  <a:lnTo>
                    <a:pt x="630774" y="97832"/>
                  </a:lnTo>
                  <a:lnTo>
                    <a:pt x="641651" y="101800"/>
                  </a:lnTo>
                  <a:lnTo>
                    <a:pt x="660299" y="96512"/>
                  </a:lnTo>
                  <a:lnTo>
                    <a:pt x="660299" y="108395"/>
                  </a:lnTo>
                  <a:lnTo>
                    <a:pt x="674282" y="117637"/>
                  </a:lnTo>
                  <a:lnTo>
                    <a:pt x="661852" y="128199"/>
                  </a:lnTo>
                  <a:lnTo>
                    <a:pt x="652528" y="129519"/>
                  </a:lnTo>
                  <a:lnTo>
                    <a:pt x="654081" y="137441"/>
                  </a:lnTo>
                  <a:lnTo>
                    <a:pt x="644757" y="148004"/>
                  </a:lnTo>
                  <a:lnTo>
                    <a:pt x="633880" y="153285"/>
                  </a:lnTo>
                  <a:lnTo>
                    <a:pt x="643204" y="162527"/>
                  </a:lnTo>
                  <a:lnTo>
                    <a:pt x="635433" y="170442"/>
                  </a:lnTo>
                  <a:lnTo>
                    <a:pt x="623003" y="175723"/>
                  </a:lnTo>
                  <a:lnTo>
                    <a:pt x="626109" y="176824"/>
                  </a:lnTo>
                  <a:lnTo>
                    <a:pt x="2983" y="1768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1" name="Forme libre : forme 319">
              <a:extLst>
                <a:ext uri="{FF2B5EF4-FFF2-40B4-BE49-F238E27FC236}">
                  <a16:creationId xmlns:a16="http://schemas.microsoft.com/office/drawing/2014/main" id="{B7B1611F-299B-3101-D8C5-EE2425A11FDF}"/>
                </a:ext>
              </a:extLst>
            </p:cNvPr>
            <p:cNvSpPr/>
            <p:nvPr/>
          </p:nvSpPr>
          <p:spPr>
            <a:xfrm>
              <a:off x="7247668" y="6400810"/>
              <a:ext cx="1824033" cy="183521"/>
            </a:xfrm>
            <a:custGeom>
              <a:avLst/>
              <a:gdLst>
                <a:gd name="csX0" fmla="*/ 3733 w 1824033"/>
                <a:gd name="csY0" fmla="*/ 186304 h 183521"/>
                <a:gd name="csX1" fmla="*/ 16922 w 1824033"/>
                <a:gd name="csY1" fmla="*/ 183636 h 183521"/>
                <a:gd name="csX2" fmla="*/ 48548 w 1824033"/>
                <a:gd name="csY2" fmla="*/ 170440 h 183521"/>
                <a:gd name="csX3" fmla="*/ 51654 w 1824033"/>
                <a:gd name="csY3" fmla="*/ 149315 h 183521"/>
                <a:gd name="csX4" fmla="*/ 64090 w 1824033"/>
                <a:gd name="csY4" fmla="*/ 144034 h 183521"/>
                <a:gd name="csX5" fmla="*/ 68749 w 1824033"/>
                <a:gd name="csY5" fmla="*/ 126877 h 183521"/>
                <a:gd name="csX6" fmla="*/ 107599 w 1824033"/>
                <a:gd name="csY6" fmla="*/ 114994 h 183521"/>
                <a:gd name="csX7" fmla="*/ 140230 w 1824033"/>
                <a:gd name="csY7" fmla="*/ 99151 h 183521"/>
                <a:gd name="csX8" fmla="*/ 140230 w 1824033"/>
                <a:gd name="csY8" fmla="*/ 87268 h 183521"/>
                <a:gd name="csX9" fmla="*/ 161984 w 1824033"/>
                <a:gd name="csY9" fmla="*/ 80667 h 183521"/>
                <a:gd name="csX10" fmla="*/ 172861 w 1824033"/>
                <a:gd name="csY10" fmla="*/ 88588 h 183521"/>
                <a:gd name="csX11" fmla="*/ 183745 w 1824033"/>
                <a:gd name="csY11" fmla="*/ 97830 h 183521"/>
                <a:gd name="csX12" fmla="*/ 194622 w 1824033"/>
                <a:gd name="csY12" fmla="*/ 81987 h 183521"/>
                <a:gd name="csX13" fmla="*/ 217929 w 1824033"/>
                <a:gd name="csY13" fmla="*/ 79346 h 183521"/>
                <a:gd name="csX14" fmla="*/ 222588 w 1824033"/>
                <a:gd name="csY14" fmla="*/ 89909 h 183521"/>
                <a:gd name="csX15" fmla="*/ 236577 w 1824033"/>
                <a:gd name="csY15" fmla="*/ 80667 h 183521"/>
                <a:gd name="csX16" fmla="*/ 245901 w 1824033"/>
                <a:gd name="csY16" fmla="*/ 71431 h 183521"/>
                <a:gd name="csX17" fmla="*/ 289410 w 1824033"/>
                <a:gd name="csY17" fmla="*/ 56908 h 183521"/>
                <a:gd name="csX18" fmla="*/ 290963 w 1824033"/>
                <a:gd name="csY18" fmla="*/ 64830 h 183521"/>
                <a:gd name="csX19" fmla="*/ 315822 w 1824033"/>
                <a:gd name="csY19" fmla="*/ 62189 h 183521"/>
                <a:gd name="csX20" fmla="*/ 334471 w 1824033"/>
                <a:gd name="csY20" fmla="*/ 52947 h 183521"/>
                <a:gd name="csX21" fmla="*/ 354672 w 1824033"/>
                <a:gd name="csY21" fmla="*/ 50307 h 183521"/>
                <a:gd name="csX22" fmla="*/ 368662 w 1824033"/>
                <a:gd name="csY22" fmla="*/ 46346 h 183521"/>
                <a:gd name="csX23" fmla="*/ 388863 w 1824033"/>
                <a:gd name="csY23" fmla="*/ 51627 h 183521"/>
                <a:gd name="csX24" fmla="*/ 399740 w 1824033"/>
                <a:gd name="csY24" fmla="*/ 46346 h 183521"/>
                <a:gd name="csX25" fmla="*/ 423047 w 1824033"/>
                <a:gd name="csY25" fmla="*/ 45025 h 183521"/>
                <a:gd name="csX26" fmla="*/ 449466 w 1824033"/>
                <a:gd name="csY26" fmla="*/ 46346 h 183521"/>
                <a:gd name="csX27" fmla="*/ 475879 w 1824033"/>
                <a:gd name="csY27" fmla="*/ 50307 h 183521"/>
                <a:gd name="csX28" fmla="*/ 491422 w 1824033"/>
                <a:gd name="csY28" fmla="*/ 47666 h 183521"/>
                <a:gd name="csX29" fmla="*/ 522500 w 1824033"/>
                <a:gd name="csY29" fmla="*/ 55588 h 183521"/>
                <a:gd name="csX30" fmla="*/ 536483 w 1824033"/>
                <a:gd name="csY30" fmla="*/ 43705 h 183521"/>
                <a:gd name="csX31" fmla="*/ 538036 w 1824033"/>
                <a:gd name="csY31" fmla="*/ 27862 h 183521"/>
                <a:gd name="csX32" fmla="*/ 555131 w 1824033"/>
                <a:gd name="csY32" fmla="*/ 18620 h 183521"/>
                <a:gd name="csX33" fmla="*/ 592428 w 1824033"/>
                <a:gd name="csY33" fmla="*/ 19940 h 183521"/>
                <a:gd name="csX34" fmla="*/ 607964 w 1824033"/>
                <a:gd name="csY34" fmla="*/ 30502 h 183521"/>
                <a:gd name="csX35" fmla="*/ 629718 w 1824033"/>
                <a:gd name="csY35" fmla="*/ 21260 h 183521"/>
                <a:gd name="csX36" fmla="*/ 667014 w 1824033"/>
                <a:gd name="csY36" fmla="*/ 30502 h 183521"/>
                <a:gd name="csX37" fmla="*/ 671673 w 1824033"/>
                <a:gd name="csY37" fmla="*/ 38424 h 183521"/>
                <a:gd name="csX38" fmla="*/ 690321 w 1824033"/>
                <a:gd name="csY38" fmla="*/ 45025 h 183521"/>
                <a:gd name="csX39" fmla="*/ 707417 w 1824033"/>
                <a:gd name="csY39" fmla="*/ 46346 h 183521"/>
                <a:gd name="csX40" fmla="*/ 718294 w 1824033"/>
                <a:gd name="csY40" fmla="*/ 60869 h 183521"/>
                <a:gd name="csX41" fmla="*/ 750925 w 1824033"/>
                <a:gd name="csY41" fmla="*/ 67471 h 183521"/>
                <a:gd name="csX42" fmla="*/ 778898 w 1824033"/>
                <a:gd name="csY42" fmla="*/ 63510 h 183521"/>
                <a:gd name="csX43" fmla="*/ 777345 w 1824033"/>
                <a:gd name="csY43" fmla="*/ 45025 h 183521"/>
                <a:gd name="csX44" fmla="*/ 769573 w 1824033"/>
                <a:gd name="csY44" fmla="*/ 33143 h 183521"/>
                <a:gd name="csX45" fmla="*/ 782003 w 1824033"/>
                <a:gd name="csY45" fmla="*/ 18620 h 183521"/>
                <a:gd name="csX46" fmla="*/ 827071 w 1824033"/>
                <a:gd name="csY46" fmla="*/ 10698 h 183521"/>
                <a:gd name="csX47" fmla="*/ 844160 w 1824033"/>
                <a:gd name="csY47" fmla="*/ 25221 h 183521"/>
                <a:gd name="csX48" fmla="*/ 842607 w 1824033"/>
                <a:gd name="csY48" fmla="*/ 41065 h 183521"/>
                <a:gd name="csX49" fmla="*/ 881456 w 1824033"/>
                <a:gd name="csY49" fmla="*/ 45025 h 183521"/>
                <a:gd name="csX50" fmla="*/ 896999 w 1824033"/>
                <a:gd name="csY50" fmla="*/ 52947 h 183521"/>
                <a:gd name="csX51" fmla="*/ 926518 w 1824033"/>
                <a:gd name="csY51" fmla="*/ 64830 h 183521"/>
                <a:gd name="csX52" fmla="*/ 957603 w 1824033"/>
                <a:gd name="csY52" fmla="*/ 63510 h 183521"/>
                <a:gd name="csX53" fmla="*/ 985568 w 1824033"/>
                <a:gd name="csY53" fmla="*/ 60869 h 183521"/>
                <a:gd name="csX54" fmla="*/ 999558 w 1824033"/>
                <a:gd name="csY54" fmla="*/ 70111 h 183521"/>
                <a:gd name="csX55" fmla="*/ 1010435 w 1824033"/>
                <a:gd name="csY55" fmla="*/ 58228 h 183521"/>
                <a:gd name="csX56" fmla="*/ 1041513 w 1824033"/>
                <a:gd name="csY56" fmla="*/ 46346 h 183521"/>
                <a:gd name="csX57" fmla="*/ 1078803 w 1824033"/>
                <a:gd name="csY57" fmla="*/ 52947 h 183521"/>
                <a:gd name="csX58" fmla="*/ 1099004 w 1824033"/>
                <a:gd name="csY58" fmla="*/ 48986 h 183521"/>
                <a:gd name="csX59" fmla="*/ 1100557 w 1824033"/>
                <a:gd name="csY59" fmla="*/ 17299 h 183521"/>
                <a:gd name="csX60" fmla="*/ 1114547 w 1824033"/>
                <a:gd name="csY60" fmla="*/ 2783 h 183521"/>
                <a:gd name="csX61" fmla="*/ 1123871 w 1824033"/>
                <a:gd name="csY61" fmla="*/ 30502 h 183521"/>
                <a:gd name="csX62" fmla="*/ 1130083 w 1824033"/>
                <a:gd name="csY62" fmla="*/ 56908 h 183521"/>
                <a:gd name="csX63" fmla="*/ 1144072 w 1824033"/>
                <a:gd name="csY63" fmla="*/ 74072 h 183521"/>
                <a:gd name="csX64" fmla="*/ 1175151 w 1824033"/>
                <a:gd name="csY64" fmla="*/ 66150 h 183521"/>
                <a:gd name="csX65" fmla="*/ 1200010 w 1824033"/>
                <a:gd name="csY65" fmla="*/ 26541 h 183521"/>
                <a:gd name="csX66" fmla="*/ 1260614 w 1824033"/>
                <a:gd name="csY66" fmla="*/ 27862 h 183521"/>
                <a:gd name="csX67" fmla="*/ 1263727 w 1824033"/>
                <a:gd name="csY67" fmla="*/ 19940 h 183521"/>
                <a:gd name="csX68" fmla="*/ 1283928 w 1824033"/>
                <a:gd name="csY68" fmla="*/ 26541 h 183521"/>
                <a:gd name="csX69" fmla="*/ 1290140 w 1824033"/>
                <a:gd name="csY69" fmla="*/ 12025 h 183521"/>
                <a:gd name="csX70" fmla="*/ 1330542 w 1824033"/>
                <a:gd name="csY70" fmla="*/ 39744 h 183521"/>
                <a:gd name="csX71" fmla="*/ 1346084 w 1824033"/>
                <a:gd name="csY71" fmla="*/ 37104 h 183521"/>
                <a:gd name="csX72" fmla="*/ 1364733 w 1824033"/>
                <a:gd name="csY72" fmla="*/ 41065 h 183521"/>
                <a:gd name="csX73" fmla="*/ 1397364 w 1824033"/>
                <a:gd name="csY73" fmla="*/ 38424 h 183521"/>
                <a:gd name="csX74" fmla="*/ 1419118 w 1824033"/>
                <a:gd name="csY74" fmla="*/ 52947 h 183521"/>
                <a:gd name="csX75" fmla="*/ 1447091 w 1824033"/>
                <a:gd name="csY75" fmla="*/ 56908 h 183521"/>
                <a:gd name="csX76" fmla="*/ 1456415 w 1824033"/>
                <a:gd name="csY76" fmla="*/ 62189 h 183521"/>
                <a:gd name="csX77" fmla="*/ 1485933 w 1824033"/>
                <a:gd name="csY77" fmla="*/ 60869 h 183521"/>
                <a:gd name="csX78" fmla="*/ 1498370 w 1824033"/>
                <a:gd name="csY78" fmla="*/ 66150 h 183521"/>
                <a:gd name="csX79" fmla="*/ 1523230 w 1824033"/>
                <a:gd name="csY79" fmla="*/ 51627 h 183521"/>
                <a:gd name="csX80" fmla="*/ 1548097 w 1824033"/>
                <a:gd name="csY80" fmla="*/ 46346 h 183521"/>
                <a:gd name="csX81" fmla="*/ 1548097 w 1824033"/>
                <a:gd name="csY81" fmla="*/ 62189 h 183521"/>
                <a:gd name="csX82" fmla="*/ 1529448 w 1824033"/>
                <a:gd name="csY82" fmla="*/ 72752 h 183521"/>
                <a:gd name="csX83" fmla="*/ 1529448 w 1824033"/>
                <a:gd name="csY83" fmla="*/ 91229 h 183521"/>
                <a:gd name="csX84" fmla="*/ 1557421 w 1824033"/>
                <a:gd name="csY84" fmla="*/ 113674 h 183521"/>
                <a:gd name="csX85" fmla="*/ 1557421 w 1824033"/>
                <a:gd name="csY85" fmla="*/ 126877 h 183521"/>
                <a:gd name="csX86" fmla="*/ 1571404 w 1824033"/>
                <a:gd name="csY86" fmla="*/ 140073 h 183521"/>
                <a:gd name="csX87" fmla="*/ 1599369 w 1824033"/>
                <a:gd name="csY87" fmla="*/ 133478 h 183521"/>
                <a:gd name="csX88" fmla="*/ 1635113 w 1824033"/>
                <a:gd name="csY88" fmla="*/ 133478 h 183521"/>
                <a:gd name="csX89" fmla="*/ 1655314 w 1824033"/>
                <a:gd name="csY89" fmla="*/ 140073 h 183521"/>
                <a:gd name="csX90" fmla="*/ 1670857 w 1824033"/>
                <a:gd name="csY90" fmla="*/ 151956 h 183521"/>
                <a:gd name="csX91" fmla="*/ 1706594 w 1824033"/>
                <a:gd name="csY91" fmla="*/ 146675 h 183521"/>
                <a:gd name="csX92" fmla="*/ 1731460 w 1824033"/>
                <a:gd name="csY92" fmla="*/ 153276 h 183521"/>
                <a:gd name="csX93" fmla="*/ 1742338 w 1824033"/>
                <a:gd name="csY93" fmla="*/ 167799 h 183521"/>
                <a:gd name="csX94" fmla="*/ 1774969 w 1824033"/>
                <a:gd name="csY94" fmla="*/ 178362 h 183521"/>
                <a:gd name="csX95" fmla="*/ 1807600 w 1824033"/>
                <a:gd name="csY95" fmla="*/ 171760 h 183521"/>
                <a:gd name="csX96" fmla="*/ 1827767 w 1824033"/>
                <a:gd name="csY96" fmla="*/ 183670 h 183521"/>
                <a:gd name="csX97" fmla="*/ 3733 w 1824033"/>
                <a:gd name="csY97" fmla="*/ 186304 h 18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Lst>
              <a:rect l="l" t="t" r="r" b="b"/>
              <a:pathLst>
                <a:path w="1824033" h="183521">
                  <a:moveTo>
                    <a:pt x="3733" y="186304"/>
                  </a:moveTo>
                  <a:lnTo>
                    <a:pt x="16922" y="183636"/>
                  </a:lnTo>
                  <a:lnTo>
                    <a:pt x="48548" y="170440"/>
                  </a:lnTo>
                  <a:lnTo>
                    <a:pt x="51654" y="149315"/>
                  </a:lnTo>
                  <a:lnTo>
                    <a:pt x="64090" y="144034"/>
                  </a:lnTo>
                  <a:lnTo>
                    <a:pt x="68749" y="126877"/>
                  </a:lnTo>
                  <a:lnTo>
                    <a:pt x="107599" y="114994"/>
                  </a:lnTo>
                  <a:lnTo>
                    <a:pt x="140230" y="99151"/>
                  </a:lnTo>
                  <a:lnTo>
                    <a:pt x="140230" y="87268"/>
                  </a:lnTo>
                  <a:lnTo>
                    <a:pt x="161984" y="80667"/>
                  </a:lnTo>
                  <a:lnTo>
                    <a:pt x="172861" y="88588"/>
                  </a:lnTo>
                  <a:lnTo>
                    <a:pt x="183745" y="97830"/>
                  </a:lnTo>
                  <a:lnTo>
                    <a:pt x="194622" y="81987"/>
                  </a:lnTo>
                  <a:lnTo>
                    <a:pt x="217929" y="79346"/>
                  </a:lnTo>
                  <a:lnTo>
                    <a:pt x="222588" y="89909"/>
                  </a:lnTo>
                  <a:lnTo>
                    <a:pt x="236577" y="80667"/>
                  </a:lnTo>
                  <a:lnTo>
                    <a:pt x="245901" y="71431"/>
                  </a:lnTo>
                  <a:lnTo>
                    <a:pt x="289410" y="56908"/>
                  </a:lnTo>
                  <a:lnTo>
                    <a:pt x="290963" y="64830"/>
                  </a:lnTo>
                  <a:lnTo>
                    <a:pt x="315822" y="62189"/>
                  </a:lnTo>
                  <a:lnTo>
                    <a:pt x="334471" y="52947"/>
                  </a:lnTo>
                  <a:lnTo>
                    <a:pt x="354672" y="50307"/>
                  </a:lnTo>
                  <a:lnTo>
                    <a:pt x="368662" y="46346"/>
                  </a:lnTo>
                  <a:lnTo>
                    <a:pt x="388863" y="51627"/>
                  </a:lnTo>
                  <a:lnTo>
                    <a:pt x="399740" y="46346"/>
                  </a:lnTo>
                  <a:lnTo>
                    <a:pt x="423047" y="45025"/>
                  </a:lnTo>
                  <a:lnTo>
                    <a:pt x="449466" y="46346"/>
                  </a:lnTo>
                  <a:lnTo>
                    <a:pt x="475879" y="50307"/>
                  </a:lnTo>
                  <a:lnTo>
                    <a:pt x="491422" y="47666"/>
                  </a:lnTo>
                  <a:lnTo>
                    <a:pt x="522500" y="55588"/>
                  </a:lnTo>
                  <a:lnTo>
                    <a:pt x="536483" y="43705"/>
                  </a:lnTo>
                  <a:lnTo>
                    <a:pt x="538036" y="27862"/>
                  </a:lnTo>
                  <a:lnTo>
                    <a:pt x="555131" y="18620"/>
                  </a:lnTo>
                  <a:lnTo>
                    <a:pt x="592428" y="19940"/>
                  </a:lnTo>
                  <a:lnTo>
                    <a:pt x="607964" y="30502"/>
                  </a:lnTo>
                  <a:lnTo>
                    <a:pt x="629718" y="21260"/>
                  </a:lnTo>
                  <a:lnTo>
                    <a:pt x="667014" y="30502"/>
                  </a:lnTo>
                  <a:lnTo>
                    <a:pt x="671673" y="38424"/>
                  </a:lnTo>
                  <a:lnTo>
                    <a:pt x="690321" y="45025"/>
                  </a:lnTo>
                  <a:lnTo>
                    <a:pt x="707417" y="46346"/>
                  </a:lnTo>
                  <a:lnTo>
                    <a:pt x="718294" y="60869"/>
                  </a:lnTo>
                  <a:lnTo>
                    <a:pt x="750925" y="67471"/>
                  </a:lnTo>
                  <a:lnTo>
                    <a:pt x="778898" y="63510"/>
                  </a:lnTo>
                  <a:lnTo>
                    <a:pt x="777345" y="45025"/>
                  </a:lnTo>
                  <a:lnTo>
                    <a:pt x="769573" y="33143"/>
                  </a:lnTo>
                  <a:lnTo>
                    <a:pt x="782003" y="18620"/>
                  </a:lnTo>
                  <a:lnTo>
                    <a:pt x="827071" y="10698"/>
                  </a:lnTo>
                  <a:lnTo>
                    <a:pt x="844160" y="25221"/>
                  </a:lnTo>
                  <a:lnTo>
                    <a:pt x="842607" y="41065"/>
                  </a:lnTo>
                  <a:lnTo>
                    <a:pt x="881456" y="45025"/>
                  </a:lnTo>
                  <a:lnTo>
                    <a:pt x="896999" y="52947"/>
                  </a:lnTo>
                  <a:lnTo>
                    <a:pt x="926518" y="64830"/>
                  </a:lnTo>
                  <a:lnTo>
                    <a:pt x="957603" y="63510"/>
                  </a:lnTo>
                  <a:lnTo>
                    <a:pt x="985568" y="60869"/>
                  </a:lnTo>
                  <a:lnTo>
                    <a:pt x="999558" y="70111"/>
                  </a:lnTo>
                  <a:lnTo>
                    <a:pt x="1010435" y="58228"/>
                  </a:lnTo>
                  <a:lnTo>
                    <a:pt x="1041513" y="46346"/>
                  </a:lnTo>
                  <a:lnTo>
                    <a:pt x="1078803" y="52947"/>
                  </a:lnTo>
                  <a:lnTo>
                    <a:pt x="1099004" y="48986"/>
                  </a:lnTo>
                  <a:lnTo>
                    <a:pt x="1100557" y="17299"/>
                  </a:lnTo>
                  <a:lnTo>
                    <a:pt x="1114547" y="2783"/>
                  </a:lnTo>
                  <a:lnTo>
                    <a:pt x="1123871" y="30502"/>
                  </a:lnTo>
                  <a:lnTo>
                    <a:pt x="1130083" y="56908"/>
                  </a:lnTo>
                  <a:lnTo>
                    <a:pt x="1144072" y="74072"/>
                  </a:lnTo>
                  <a:lnTo>
                    <a:pt x="1175151" y="66150"/>
                  </a:lnTo>
                  <a:lnTo>
                    <a:pt x="1200010" y="26541"/>
                  </a:lnTo>
                  <a:lnTo>
                    <a:pt x="1260614" y="27862"/>
                  </a:lnTo>
                  <a:lnTo>
                    <a:pt x="1263727" y="19940"/>
                  </a:lnTo>
                  <a:lnTo>
                    <a:pt x="1283928" y="26541"/>
                  </a:lnTo>
                  <a:lnTo>
                    <a:pt x="1290140" y="12025"/>
                  </a:lnTo>
                  <a:lnTo>
                    <a:pt x="1330542" y="39744"/>
                  </a:lnTo>
                  <a:lnTo>
                    <a:pt x="1346084" y="37104"/>
                  </a:lnTo>
                  <a:lnTo>
                    <a:pt x="1364733" y="41065"/>
                  </a:lnTo>
                  <a:lnTo>
                    <a:pt x="1397364" y="38424"/>
                  </a:lnTo>
                  <a:lnTo>
                    <a:pt x="1419118" y="52947"/>
                  </a:lnTo>
                  <a:lnTo>
                    <a:pt x="1447091" y="56908"/>
                  </a:lnTo>
                  <a:lnTo>
                    <a:pt x="1456415" y="62189"/>
                  </a:lnTo>
                  <a:lnTo>
                    <a:pt x="1485933" y="60869"/>
                  </a:lnTo>
                  <a:lnTo>
                    <a:pt x="1498370" y="66150"/>
                  </a:lnTo>
                  <a:lnTo>
                    <a:pt x="1523230" y="51627"/>
                  </a:lnTo>
                  <a:lnTo>
                    <a:pt x="1548097" y="46346"/>
                  </a:lnTo>
                  <a:lnTo>
                    <a:pt x="1548097" y="62189"/>
                  </a:lnTo>
                  <a:lnTo>
                    <a:pt x="1529448" y="72752"/>
                  </a:lnTo>
                  <a:lnTo>
                    <a:pt x="1529448" y="91229"/>
                  </a:lnTo>
                  <a:lnTo>
                    <a:pt x="1557421" y="113674"/>
                  </a:lnTo>
                  <a:lnTo>
                    <a:pt x="1557421" y="126877"/>
                  </a:lnTo>
                  <a:lnTo>
                    <a:pt x="1571404" y="140073"/>
                  </a:lnTo>
                  <a:lnTo>
                    <a:pt x="1599369" y="133478"/>
                  </a:lnTo>
                  <a:lnTo>
                    <a:pt x="1635113" y="133478"/>
                  </a:lnTo>
                  <a:lnTo>
                    <a:pt x="1655314" y="140073"/>
                  </a:lnTo>
                  <a:lnTo>
                    <a:pt x="1670857" y="151956"/>
                  </a:lnTo>
                  <a:lnTo>
                    <a:pt x="1706594" y="146675"/>
                  </a:lnTo>
                  <a:lnTo>
                    <a:pt x="1731460" y="153276"/>
                  </a:lnTo>
                  <a:lnTo>
                    <a:pt x="1742338" y="167799"/>
                  </a:lnTo>
                  <a:lnTo>
                    <a:pt x="1774969" y="178362"/>
                  </a:lnTo>
                  <a:lnTo>
                    <a:pt x="1807600" y="171760"/>
                  </a:lnTo>
                  <a:lnTo>
                    <a:pt x="1827767" y="183670"/>
                  </a:lnTo>
                  <a:lnTo>
                    <a:pt x="3733" y="1863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2" name="Forme libre : forme 320">
              <a:extLst>
                <a:ext uri="{FF2B5EF4-FFF2-40B4-BE49-F238E27FC236}">
                  <a16:creationId xmlns:a16="http://schemas.microsoft.com/office/drawing/2014/main" id="{048066AD-5210-E955-F324-42E838684250}"/>
                </a:ext>
              </a:extLst>
            </p:cNvPr>
            <p:cNvSpPr/>
            <p:nvPr/>
          </p:nvSpPr>
          <p:spPr>
            <a:xfrm rot="-1126029" flipV="1">
              <a:off x="9178779" y="6472975"/>
              <a:ext cx="17232" cy="11499"/>
            </a:xfrm>
            <a:custGeom>
              <a:avLst/>
              <a:gdLst>
                <a:gd name="csX0" fmla="*/ 4491 w 17232"/>
                <a:gd name="csY0" fmla="*/ 14288 h 11499"/>
                <a:gd name="csX1" fmla="*/ 12693 w 17232"/>
                <a:gd name="csY1" fmla="*/ 14288 h 11499"/>
                <a:gd name="csX2" fmla="*/ 21723 w 17232"/>
                <a:gd name="csY2" fmla="*/ 7036 h 11499"/>
                <a:gd name="csX3" fmla="*/ 13706 w 17232"/>
                <a:gd name="csY3" fmla="*/ 2788 h 11499"/>
                <a:gd name="csX4" fmla="*/ 4491 w 17232"/>
                <a:gd name="csY4" fmla="*/ 14288 h 11499"/>
              </a:gdLst>
              <a:ahLst/>
              <a:cxnLst>
                <a:cxn ang="0">
                  <a:pos x="csX0" y="csY0"/>
                </a:cxn>
                <a:cxn ang="0">
                  <a:pos x="csX1" y="csY1"/>
                </a:cxn>
                <a:cxn ang="0">
                  <a:pos x="csX2" y="csY2"/>
                </a:cxn>
                <a:cxn ang="0">
                  <a:pos x="csX3" y="csY3"/>
                </a:cxn>
                <a:cxn ang="0">
                  <a:pos x="csX4" y="csY4"/>
                </a:cxn>
              </a:cxnLst>
              <a:rect l="l" t="t" r="r" b="b"/>
              <a:pathLst>
                <a:path w="17232" h="11499">
                  <a:moveTo>
                    <a:pt x="4491" y="14288"/>
                  </a:moveTo>
                  <a:lnTo>
                    <a:pt x="12693" y="14288"/>
                  </a:lnTo>
                  <a:lnTo>
                    <a:pt x="21723" y="7036"/>
                  </a:lnTo>
                  <a:lnTo>
                    <a:pt x="13706" y="2788"/>
                  </a:lnTo>
                  <a:lnTo>
                    <a:pt x="4491" y="142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3" name="Forme libre : forme 321">
              <a:extLst>
                <a:ext uri="{FF2B5EF4-FFF2-40B4-BE49-F238E27FC236}">
                  <a16:creationId xmlns:a16="http://schemas.microsoft.com/office/drawing/2014/main" id="{79DA0664-D6A0-F1AB-299B-8D76557DD8F2}"/>
                </a:ext>
              </a:extLst>
            </p:cNvPr>
            <p:cNvSpPr/>
            <p:nvPr/>
          </p:nvSpPr>
          <p:spPr>
            <a:xfrm rot="-1380941" flipV="1">
              <a:off x="9141497" y="6445349"/>
              <a:ext cx="13264" cy="9720"/>
            </a:xfrm>
            <a:custGeom>
              <a:avLst/>
              <a:gdLst>
                <a:gd name="csX0" fmla="*/ 4467 w 13264"/>
                <a:gd name="csY0" fmla="*/ 12492 h 9720"/>
                <a:gd name="csX1" fmla="*/ 14599 w 13264"/>
                <a:gd name="csY1" fmla="*/ 12492 h 9720"/>
                <a:gd name="csX2" fmla="*/ 17732 w 13264"/>
                <a:gd name="csY2" fmla="*/ 3982 h 9720"/>
                <a:gd name="csX3" fmla="*/ 10467 w 13264"/>
                <a:gd name="csY3" fmla="*/ 2771 h 9720"/>
                <a:gd name="csX4" fmla="*/ 4467 w 13264"/>
                <a:gd name="csY4" fmla="*/ 12492 h 9720"/>
              </a:gdLst>
              <a:ahLst/>
              <a:cxnLst>
                <a:cxn ang="0">
                  <a:pos x="csX0" y="csY0"/>
                </a:cxn>
                <a:cxn ang="0">
                  <a:pos x="csX1" y="csY1"/>
                </a:cxn>
                <a:cxn ang="0">
                  <a:pos x="csX2" y="csY2"/>
                </a:cxn>
                <a:cxn ang="0">
                  <a:pos x="csX3" y="csY3"/>
                </a:cxn>
                <a:cxn ang="0">
                  <a:pos x="csX4" y="csY4"/>
                </a:cxn>
              </a:cxnLst>
              <a:rect l="l" t="t" r="r" b="b"/>
              <a:pathLst>
                <a:path w="13264" h="9720">
                  <a:moveTo>
                    <a:pt x="4467" y="12492"/>
                  </a:moveTo>
                  <a:lnTo>
                    <a:pt x="14599" y="12492"/>
                  </a:lnTo>
                  <a:lnTo>
                    <a:pt x="17732" y="3982"/>
                  </a:lnTo>
                  <a:lnTo>
                    <a:pt x="10467" y="2771"/>
                  </a:lnTo>
                  <a:lnTo>
                    <a:pt x="4467" y="124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4" name="Forme libre : forme 322">
              <a:extLst>
                <a:ext uri="{FF2B5EF4-FFF2-40B4-BE49-F238E27FC236}">
                  <a16:creationId xmlns:a16="http://schemas.microsoft.com/office/drawing/2014/main" id="{FF1542E5-51B1-0615-3BAA-B34FC921780F}"/>
                </a:ext>
              </a:extLst>
            </p:cNvPr>
            <p:cNvSpPr/>
            <p:nvPr/>
          </p:nvSpPr>
          <p:spPr>
            <a:xfrm rot="-2051949" flipV="1">
              <a:off x="9132961" y="6424968"/>
              <a:ext cx="9392" cy="10699"/>
            </a:xfrm>
            <a:custGeom>
              <a:avLst/>
              <a:gdLst>
                <a:gd name="csX0" fmla="*/ 4461 w 9392"/>
                <a:gd name="csY0" fmla="*/ 13458 h 10699"/>
                <a:gd name="csX1" fmla="*/ 13854 w 9392"/>
                <a:gd name="csY1" fmla="*/ 13458 h 10699"/>
                <a:gd name="csX2" fmla="*/ 12711 w 9392"/>
                <a:gd name="csY2" fmla="*/ 6254 h 10699"/>
                <a:gd name="csX3" fmla="*/ 8463 w 9392"/>
                <a:gd name="csY3" fmla="*/ 2759 h 10699"/>
                <a:gd name="csX4" fmla="*/ 4461 w 9392"/>
                <a:gd name="csY4" fmla="*/ 13458 h 10699"/>
              </a:gdLst>
              <a:ahLst/>
              <a:cxnLst>
                <a:cxn ang="0">
                  <a:pos x="csX0" y="csY0"/>
                </a:cxn>
                <a:cxn ang="0">
                  <a:pos x="csX1" y="csY1"/>
                </a:cxn>
                <a:cxn ang="0">
                  <a:pos x="csX2" y="csY2"/>
                </a:cxn>
                <a:cxn ang="0">
                  <a:pos x="csX3" y="csY3"/>
                </a:cxn>
                <a:cxn ang="0">
                  <a:pos x="csX4" y="csY4"/>
                </a:cxn>
              </a:cxnLst>
              <a:rect l="l" t="t" r="r" b="b"/>
              <a:pathLst>
                <a:path w="9392" h="10699">
                  <a:moveTo>
                    <a:pt x="4461" y="13458"/>
                  </a:moveTo>
                  <a:lnTo>
                    <a:pt x="13854" y="13458"/>
                  </a:lnTo>
                  <a:lnTo>
                    <a:pt x="12711" y="6254"/>
                  </a:lnTo>
                  <a:lnTo>
                    <a:pt x="8463" y="2759"/>
                  </a:lnTo>
                  <a:lnTo>
                    <a:pt x="4461" y="13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5" name="Forme libre : forme 323">
              <a:extLst>
                <a:ext uri="{FF2B5EF4-FFF2-40B4-BE49-F238E27FC236}">
                  <a16:creationId xmlns:a16="http://schemas.microsoft.com/office/drawing/2014/main" id="{B966A782-8662-05CE-62EC-10B2FE2C201E}"/>
                </a:ext>
              </a:extLst>
            </p:cNvPr>
            <p:cNvSpPr/>
            <p:nvPr/>
          </p:nvSpPr>
          <p:spPr>
            <a:xfrm>
              <a:off x="9988165" y="4207942"/>
              <a:ext cx="22301" cy="28444"/>
            </a:xfrm>
            <a:custGeom>
              <a:avLst/>
              <a:gdLst>
                <a:gd name="csX0" fmla="*/ 11136 w 22301"/>
                <a:gd name="csY0" fmla="*/ 29856 h 28444"/>
                <a:gd name="csX1" fmla="*/ 27288 w 22301"/>
                <a:gd name="csY1" fmla="*/ 18322 h 28444"/>
                <a:gd name="csX2" fmla="*/ 26515 w 22301"/>
                <a:gd name="csY2" fmla="*/ 12945 h 28444"/>
                <a:gd name="csX3" fmla="*/ 21904 w 22301"/>
                <a:gd name="csY3" fmla="*/ 11406 h 28444"/>
                <a:gd name="csX4" fmla="*/ 13442 w 22301"/>
                <a:gd name="csY4" fmla="*/ 1411 h 28444"/>
                <a:gd name="csX5" fmla="*/ 9597 w 22301"/>
                <a:gd name="csY5" fmla="*/ 1411 h 28444"/>
                <a:gd name="csX6" fmla="*/ 4986 w 22301"/>
                <a:gd name="csY6" fmla="*/ 8334 h 28444"/>
                <a:gd name="csX7" fmla="*/ 6525 w 22301"/>
                <a:gd name="csY7" fmla="*/ 22167 h 28444"/>
                <a:gd name="csX8" fmla="*/ 11136 w 22301"/>
                <a:gd name="csY8" fmla="*/ 29856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11136" y="29856"/>
                  </a:moveTo>
                  <a:lnTo>
                    <a:pt x="27288" y="18322"/>
                  </a:lnTo>
                  <a:lnTo>
                    <a:pt x="26515" y="12945"/>
                  </a:lnTo>
                  <a:lnTo>
                    <a:pt x="21904" y="11406"/>
                  </a:lnTo>
                  <a:lnTo>
                    <a:pt x="13442" y="1411"/>
                  </a:lnTo>
                  <a:lnTo>
                    <a:pt x="9597" y="1411"/>
                  </a:lnTo>
                  <a:lnTo>
                    <a:pt x="4986" y="8334"/>
                  </a:lnTo>
                  <a:lnTo>
                    <a:pt x="6525" y="22167"/>
                  </a:lnTo>
                  <a:lnTo>
                    <a:pt x="11136" y="29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6" name="Forme libre : forme 324">
              <a:extLst>
                <a:ext uri="{FF2B5EF4-FFF2-40B4-BE49-F238E27FC236}">
                  <a16:creationId xmlns:a16="http://schemas.microsoft.com/office/drawing/2014/main" id="{70B2CC37-BAC4-9013-AD20-A73016E82A1A}"/>
                </a:ext>
              </a:extLst>
            </p:cNvPr>
            <p:cNvSpPr/>
            <p:nvPr/>
          </p:nvSpPr>
          <p:spPr>
            <a:xfrm>
              <a:off x="9976672" y="4191798"/>
              <a:ext cx="9994" cy="5383"/>
            </a:xfrm>
            <a:custGeom>
              <a:avLst/>
              <a:gdLst>
                <a:gd name="csX0" fmla="*/ 11126 w 9994"/>
                <a:gd name="csY0" fmla="*/ 6780 h 5383"/>
                <a:gd name="csX1" fmla="*/ 14971 w 9994"/>
                <a:gd name="csY1" fmla="*/ 6780 h 5383"/>
                <a:gd name="csX2" fmla="*/ 14205 w 9994"/>
                <a:gd name="csY2" fmla="*/ 2935 h 5383"/>
                <a:gd name="csX3" fmla="*/ 10360 w 9994"/>
                <a:gd name="csY3" fmla="*/ 1396 h 5383"/>
                <a:gd name="csX4" fmla="*/ 4976 w 9994"/>
                <a:gd name="csY4" fmla="*/ 2169 h 5383"/>
                <a:gd name="csX5" fmla="*/ 11126 w 9994"/>
                <a:gd name="csY5" fmla="*/ 6780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11126" y="6780"/>
                  </a:moveTo>
                  <a:lnTo>
                    <a:pt x="14971" y="6780"/>
                  </a:lnTo>
                  <a:lnTo>
                    <a:pt x="14205" y="2935"/>
                  </a:lnTo>
                  <a:lnTo>
                    <a:pt x="10360" y="1396"/>
                  </a:lnTo>
                  <a:lnTo>
                    <a:pt x="4976" y="2169"/>
                  </a:lnTo>
                  <a:lnTo>
                    <a:pt x="11126" y="67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7" name="Forme libre : forme 325">
              <a:extLst>
                <a:ext uri="{FF2B5EF4-FFF2-40B4-BE49-F238E27FC236}">
                  <a16:creationId xmlns:a16="http://schemas.microsoft.com/office/drawing/2014/main" id="{360D44DF-7672-EDE0-7EC7-1972CCCD7012}"/>
                </a:ext>
              </a:extLst>
            </p:cNvPr>
            <p:cNvSpPr/>
            <p:nvPr/>
          </p:nvSpPr>
          <p:spPr>
            <a:xfrm rot="-2023759" flipV="1">
              <a:off x="9964264" y="4183888"/>
              <a:ext cx="5110" cy="4049"/>
            </a:xfrm>
            <a:custGeom>
              <a:avLst/>
              <a:gdLst>
                <a:gd name="csX0" fmla="*/ 4967 w 5110"/>
                <a:gd name="csY0" fmla="*/ 5441 h 4049"/>
                <a:gd name="csX1" fmla="*/ 7737 w 5110"/>
                <a:gd name="csY1" fmla="*/ 5441 h 4049"/>
                <a:gd name="csX2" fmla="*/ 10077 w 5110"/>
                <a:gd name="csY2" fmla="*/ 2028 h 4049"/>
                <a:gd name="csX3" fmla="*/ 6882 w 5110"/>
                <a:gd name="csY3" fmla="*/ 1391 h 4049"/>
                <a:gd name="csX4" fmla="*/ 4967 w 5110"/>
                <a:gd name="csY4" fmla="*/ 5441 h 4049"/>
              </a:gdLst>
              <a:ahLst/>
              <a:cxnLst>
                <a:cxn ang="0">
                  <a:pos x="csX0" y="csY0"/>
                </a:cxn>
                <a:cxn ang="0">
                  <a:pos x="csX1" y="csY1"/>
                </a:cxn>
                <a:cxn ang="0">
                  <a:pos x="csX2" y="csY2"/>
                </a:cxn>
                <a:cxn ang="0">
                  <a:pos x="csX3" y="csY3"/>
                </a:cxn>
                <a:cxn ang="0">
                  <a:pos x="csX4" y="csY4"/>
                </a:cxn>
              </a:cxnLst>
              <a:rect l="l" t="t" r="r" b="b"/>
              <a:pathLst>
                <a:path w="5110" h="4049">
                  <a:moveTo>
                    <a:pt x="4967" y="5441"/>
                  </a:moveTo>
                  <a:lnTo>
                    <a:pt x="7737" y="5441"/>
                  </a:lnTo>
                  <a:lnTo>
                    <a:pt x="10077" y="2028"/>
                  </a:lnTo>
                  <a:lnTo>
                    <a:pt x="6882" y="1391"/>
                  </a:lnTo>
                  <a:lnTo>
                    <a:pt x="4967" y="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8" name="Forme libre : forme 326">
              <a:extLst>
                <a:ext uri="{FF2B5EF4-FFF2-40B4-BE49-F238E27FC236}">
                  <a16:creationId xmlns:a16="http://schemas.microsoft.com/office/drawing/2014/main" id="{24FB078B-6D16-748F-6E1A-105AB2EEB12A}"/>
                </a:ext>
              </a:extLst>
            </p:cNvPr>
            <p:cNvSpPr/>
            <p:nvPr/>
          </p:nvSpPr>
          <p:spPr>
            <a:xfrm rot="-2023759" flipV="1">
              <a:off x="9941597" y="4178258"/>
              <a:ext cx="5541" cy="5554"/>
            </a:xfrm>
            <a:custGeom>
              <a:avLst/>
              <a:gdLst>
                <a:gd name="csX0" fmla="*/ 4953 w 5541"/>
                <a:gd name="csY0" fmla="*/ 6943 h 5554"/>
                <a:gd name="csX1" fmla="*/ 7723 w 5541"/>
                <a:gd name="csY1" fmla="*/ 6943 h 5554"/>
                <a:gd name="csX2" fmla="*/ 10494 w 5541"/>
                <a:gd name="csY2" fmla="*/ 1388 h 5554"/>
                <a:gd name="csX3" fmla="*/ 6232 w 5541"/>
                <a:gd name="csY3" fmla="*/ 3311 h 5554"/>
                <a:gd name="csX4" fmla="*/ 4953 w 5541"/>
                <a:gd name="csY4" fmla="*/ 6943 h 5554"/>
              </a:gdLst>
              <a:ahLst/>
              <a:cxnLst>
                <a:cxn ang="0">
                  <a:pos x="csX0" y="csY0"/>
                </a:cxn>
                <a:cxn ang="0">
                  <a:pos x="csX1" y="csY1"/>
                </a:cxn>
                <a:cxn ang="0">
                  <a:pos x="csX2" y="csY2"/>
                </a:cxn>
                <a:cxn ang="0">
                  <a:pos x="csX3" y="csY3"/>
                </a:cxn>
                <a:cxn ang="0">
                  <a:pos x="csX4" y="csY4"/>
                </a:cxn>
              </a:cxnLst>
              <a:rect l="l" t="t" r="r" b="b"/>
              <a:pathLst>
                <a:path w="5541" h="5554">
                  <a:moveTo>
                    <a:pt x="4953" y="6943"/>
                  </a:moveTo>
                  <a:lnTo>
                    <a:pt x="7723" y="6943"/>
                  </a:lnTo>
                  <a:lnTo>
                    <a:pt x="10494" y="1388"/>
                  </a:lnTo>
                  <a:lnTo>
                    <a:pt x="6232" y="3311"/>
                  </a:lnTo>
                  <a:lnTo>
                    <a:pt x="4953" y="6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49" name="Forme libre : forme 327">
              <a:extLst>
                <a:ext uri="{FF2B5EF4-FFF2-40B4-BE49-F238E27FC236}">
                  <a16:creationId xmlns:a16="http://schemas.microsoft.com/office/drawing/2014/main" id="{8617C84B-A76F-DD9F-8767-5B6A1B01B6D4}"/>
                </a:ext>
              </a:extLst>
            </p:cNvPr>
            <p:cNvSpPr/>
            <p:nvPr/>
          </p:nvSpPr>
          <p:spPr>
            <a:xfrm rot="-1595431" flipV="1">
              <a:off x="9907877" y="4163001"/>
              <a:ext cx="7559" cy="3789"/>
            </a:xfrm>
            <a:custGeom>
              <a:avLst/>
              <a:gdLst>
                <a:gd name="csX0" fmla="*/ 4933 w 7559"/>
                <a:gd name="csY0" fmla="*/ 5168 h 3789"/>
                <a:gd name="csX1" fmla="*/ 11808 w 7559"/>
                <a:gd name="csY1" fmla="*/ 5168 h 3789"/>
                <a:gd name="csX2" fmla="*/ 12492 w 7559"/>
                <a:gd name="csY2" fmla="*/ 1379 h 3789"/>
                <a:gd name="csX3" fmla="*/ 5275 w 7559"/>
                <a:gd name="csY3" fmla="*/ 2418 h 3789"/>
                <a:gd name="csX4" fmla="*/ 4933 w 7559"/>
                <a:gd name="csY4" fmla="*/ 5168 h 3789"/>
              </a:gdLst>
              <a:ahLst/>
              <a:cxnLst>
                <a:cxn ang="0">
                  <a:pos x="csX0" y="csY0"/>
                </a:cxn>
                <a:cxn ang="0">
                  <a:pos x="csX1" y="csY1"/>
                </a:cxn>
                <a:cxn ang="0">
                  <a:pos x="csX2" y="csY2"/>
                </a:cxn>
                <a:cxn ang="0">
                  <a:pos x="csX3" y="csY3"/>
                </a:cxn>
                <a:cxn ang="0">
                  <a:pos x="csX4" y="csY4"/>
                </a:cxn>
              </a:cxnLst>
              <a:rect l="l" t="t" r="r" b="b"/>
              <a:pathLst>
                <a:path w="7559" h="3789">
                  <a:moveTo>
                    <a:pt x="4933" y="5168"/>
                  </a:moveTo>
                  <a:lnTo>
                    <a:pt x="11808" y="5168"/>
                  </a:lnTo>
                  <a:lnTo>
                    <a:pt x="12492" y="1379"/>
                  </a:lnTo>
                  <a:lnTo>
                    <a:pt x="5275" y="2418"/>
                  </a:lnTo>
                  <a:lnTo>
                    <a:pt x="4933" y="5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0" name="Forme libre : forme 328">
              <a:extLst>
                <a:ext uri="{FF2B5EF4-FFF2-40B4-BE49-F238E27FC236}">
                  <a16:creationId xmlns:a16="http://schemas.microsoft.com/office/drawing/2014/main" id="{FB463BAF-6004-D4F1-E2CD-0416ADFF2E21}"/>
                </a:ext>
              </a:extLst>
            </p:cNvPr>
            <p:cNvSpPr/>
            <p:nvPr/>
          </p:nvSpPr>
          <p:spPr>
            <a:xfrm rot="-2209748" flipV="1">
              <a:off x="9722723" y="4093697"/>
              <a:ext cx="6929" cy="7073"/>
            </a:xfrm>
            <a:custGeom>
              <a:avLst/>
              <a:gdLst>
                <a:gd name="csX0" fmla="*/ 4820 w 6929"/>
                <a:gd name="csY0" fmla="*/ 8411 h 7073"/>
                <a:gd name="csX1" fmla="*/ 8671 w 6929"/>
                <a:gd name="csY1" fmla="*/ 8411 h 7073"/>
                <a:gd name="csX2" fmla="*/ 11750 w 6929"/>
                <a:gd name="csY2" fmla="*/ 2268 h 7073"/>
                <a:gd name="csX3" fmla="*/ 5292 w 6929"/>
                <a:gd name="csY3" fmla="*/ 1337 h 7073"/>
                <a:gd name="csX4" fmla="*/ 4820 w 6929"/>
                <a:gd name="csY4" fmla="*/ 8411 h 7073"/>
              </a:gdLst>
              <a:ahLst/>
              <a:cxnLst>
                <a:cxn ang="0">
                  <a:pos x="csX0" y="csY0"/>
                </a:cxn>
                <a:cxn ang="0">
                  <a:pos x="csX1" y="csY1"/>
                </a:cxn>
                <a:cxn ang="0">
                  <a:pos x="csX2" y="csY2"/>
                </a:cxn>
                <a:cxn ang="0">
                  <a:pos x="csX3" y="csY3"/>
                </a:cxn>
                <a:cxn ang="0">
                  <a:pos x="csX4" y="csY4"/>
                </a:cxn>
              </a:cxnLst>
              <a:rect l="l" t="t" r="r" b="b"/>
              <a:pathLst>
                <a:path w="6929" h="7073">
                  <a:moveTo>
                    <a:pt x="4820" y="8411"/>
                  </a:moveTo>
                  <a:lnTo>
                    <a:pt x="8671" y="8411"/>
                  </a:lnTo>
                  <a:lnTo>
                    <a:pt x="11750" y="2268"/>
                  </a:lnTo>
                  <a:lnTo>
                    <a:pt x="5292" y="1337"/>
                  </a:lnTo>
                  <a:lnTo>
                    <a:pt x="4820" y="84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1" name="Forme libre : forme 329">
              <a:extLst>
                <a:ext uri="{FF2B5EF4-FFF2-40B4-BE49-F238E27FC236}">
                  <a16:creationId xmlns:a16="http://schemas.microsoft.com/office/drawing/2014/main" id="{7FD5C60E-7513-5703-8EDD-53E7636B4615}"/>
                </a:ext>
              </a:extLst>
            </p:cNvPr>
            <p:cNvSpPr/>
            <p:nvPr/>
          </p:nvSpPr>
          <p:spPr>
            <a:xfrm>
              <a:off x="9842864" y="2706670"/>
              <a:ext cx="13846" cy="13839"/>
            </a:xfrm>
            <a:custGeom>
              <a:avLst/>
              <a:gdLst>
                <a:gd name="csX0" fmla="*/ 14125 w 13846"/>
                <a:gd name="csY0" fmla="*/ 496 h 13839"/>
                <a:gd name="csX1" fmla="*/ 14125 w 13846"/>
                <a:gd name="csY1" fmla="*/ 5106 h 13839"/>
                <a:gd name="csX2" fmla="*/ 18742 w 13846"/>
                <a:gd name="csY2" fmla="*/ 9724 h 13839"/>
                <a:gd name="csX3" fmla="*/ 15664 w 13846"/>
                <a:gd name="csY3" fmla="*/ 14335 h 13839"/>
                <a:gd name="csX4" fmla="*/ 4896 w 13846"/>
                <a:gd name="csY4" fmla="*/ 2035 h 13839"/>
                <a:gd name="csX5" fmla="*/ 14125 w 13846"/>
                <a:gd name="csY5" fmla="*/ 496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14125" y="496"/>
                  </a:moveTo>
                  <a:lnTo>
                    <a:pt x="14125" y="5106"/>
                  </a:lnTo>
                  <a:lnTo>
                    <a:pt x="18742" y="9724"/>
                  </a:lnTo>
                  <a:lnTo>
                    <a:pt x="15664" y="14335"/>
                  </a:lnTo>
                  <a:lnTo>
                    <a:pt x="4896" y="2035"/>
                  </a:lnTo>
                  <a:lnTo>
                    <a:pt x="14125" y="4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2" name="Forme libre : forme 330">
              <a:extLst>
                <a:ext uri="{FF2B5EF4-FFF2-40B4-BE49-F238E27FC236}">
                  <a16:creationId xmlns:a16="http://schemas.microsoft.com/office/drawing/2014/main" id="{14B808CE-786F-17B0-F4F9-3A984895AE80}"/>
                </a:ext>
              </a:extLst>
            </p:cNvPr>
            <p:cNvSpPr/>
            <p:nvPr/>
          </p:nvSpPr>
          <p:spPr>
            <a:xfrm>
              <a:off x="9742856" y="3274486"/>
              <a:ext cx="22561" cy="17423"/>
            </a:xfrm>
            <a:custGeom>
              <a:avLst/>
              <a:gdLst>
                <a:gd name="csX0" fmla="*/ 27401 w 22561"/>
                <a:gd name="csY0" fmla="*/ 5966 h 17423"/>
                <a:gd name="csX1" fmla="*/ 26374 w 22561"/>
                <a:gd name="csY1" fmla="*/ 1868 h 17423"/>
                <a:gd name="csX2" fmla="*/ 22270 w 22561"/>
                <a:gd name="csY2" fmla="*/ 842 h 17423"/>
                <a:gd name="csX3" fmla="*/ 5865 w 22561"/>
                <a:gd name="csY3" fmla="*/ 14168 h 17423"/>
                <a:gd name="csX4" fmla="*/ 4839 w 22561"/>
                <a:gd name="csY4" fmla="*/ 18266 h 17423"/>
                <a:gd name="csX5" fmla="*/ 12015 w 22561"/>
                <a:gd name="csY5" fmla="*/ 17240 h 17423"/>
                <a:gd name="csX6" fmla="*/ 27401 w 22561"/>
                <a:gd name="csY6" fmla="*/ 596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7401" y="5966"/>
                  </a:moveTo>
                  <a:lnTo>
                    <a:pt x="26374" y="1868"/>
                  </a:lnTo>
                  <a:lnTo>
                    <a:pt x="22270" y="842"/>
                  </a:lnTo>
                  <a:lnTo>
                    <a:pt x="5865" y="14168"/>
                  </a:lnTo>
                  <a:lnTo>
                    <a:pt x="4839" y="18266"/>
                  </a:lnTo>
                  <a:lnTo>
                    <a:pt x="12015" y="17240"/>
                  </a:lnTo>
                  <a:lnTo>
                    <a:pt x="27401" y="5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3" name="Forme libre : forme 331">
              <a:extLst>
                <a:ext uri="{FF2B5EF4-FFF2-40B4-BE49-F238E27FC236}">
                  <a16:creationId xmlns:a16="http://schemas.microsoft.com/office/drawing/2014/main" id="{0AF1FF4B-5D30-1370-C502-C415FC8EFE96}"/>
                </a:ext>
              </a:extLst>
            </p:cNvPr>
            <p:cNvSpPr/>
            <p:nvPr/>
          </p:nvSpPr>
          <p:spPr>
            <a:xfrm>
              <a:off x="9710020" y="3286780"/>
              <a:ext cx="23587" cy="22547"/>
            </a:xfrm>
            <a:custGeom>
              <a:avLst/>
              <a:gdLst>
                <a:gd name="csX0" fmla="*/ 28407 w 23587"/>
                <a:gd name="csY0" fmla="*/ 3930 h 22547"/>
                <a:gd name="csX1" fmla="*/ 7898 w 23587"/>
                <a:gd name="csY1" fmla="*/ 23399 h 22547"/>
                <a:gd name="csX2" fmla="*/ 4820 w 23587"/>
                <a:gd name="csY2" fmla="*/ 20328 h 22547"/>
                <a:gd name="csX3" fmla="*/ 10976 w 23587"/>
                <a:gd name="csY3" fmla="*/ 11106 h 22547"/>
                <a:gd name="csX4" fmla="*/ 12003 w 23587"/>
                <a:gd name="csY4" fmla="*/ 3930 h 22547"/>
                <a:gd name="csX5" fmla="*/ 21231 w 23587"/>
                <a:gd name="csY5" fmla="*/ 852 h 22547"/>
                <a:gd name="csX6" fmla="*/ 28407 w 23587"/>
                <a:gd name="csY6" fmla="*/ 3930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7" h="22547">
                  <a:moveTo>
                    <a:pt x="28407" y="3930"/>
                  </a:moveTo>
                  <a:lnTo>
                    <a:pt x="7898" y="23399"/>
                  </a:lnTo>
                  <a:lnTo>
                    <a:pt x="4820" y="20328"/>
                  </a:lnTo>
                  <a:lnTo>
                    <a:pt x="10976" y="11106"/>
                  </a:lnTo>
                  <a:lnTo>
                    <a:pt x="12003" y="3930"/>
                  </a:lnTo>
                  <a:lnTo>
                    <a:pt x="21231" y="852"/>
                  </a:lnTo>
                  <a:lnTo>
                    <a:pt x="28407" y="3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4" name="Forme libre : forme 332">
              <a:extLst>
                <a:ext uri="{FF2B5EF4-FFF2-40B4-BE49-F238E27FC236}">
                  <a16:creationId xmlns:a16="http://schemas.microsoft.com/office/drawing/2014/main" id="{BBCF749C-E400-D58D-038A-0289B0D493C4}"/>
                </a:ext>
              </a:extLst>
            </p:cNvPr>
            <p:cNvSpPr/>
            <p:nvPr/>
          </p:nvSpPr>
          <p:spPr>
            <a:xfrm>
              <a:off x="9572654" y="3327777"/>
              <a:ext cx="24613" cy="16397"/>
            </a:xfrm>
            <a:custGeom>
              <a:avLst/>
              <a:gdLst>
                <a:gd name="csX0" fmla="*/ 29350 w 24613"/>
                <a:gd name="csY0" fmla="*/ 1901 h 16397"/>
                <a:gd name="csX1" fmla="*/ 27298 w 24613"/>
                <a:gd name="csY1" fmla="*/ 8051 h 16397"/>
                <a:gd name="csX2" fmla="*/ 12945 w 24613"/>
                <a:gd name="csY2" fmla="*/ 17272 h 16397"/>
                <a:gd name="csX3" fmla="*/ 4736 w 24613"/>
                <a:gd name="csY3" fmla="*/ 15227 h 16397"/>
                <a:gd name="csX4" fmla="*/ 6789 w 24613"/>
                <a:gd name="csY4" fmla="*/ 11122 h 16397"/>
                <a:gd name="csX5" fmla="*/ 21148 w 24613"/>
                <a:gd name="csY5" fmla="*/ 3953 h 16397"/>
                <a:gd name="csX6" fmla="*/ 23193 w 24613"/>
                <a:gd name="csY6" fmla="*/ 875 h 16397"/>
                <a:gd name="csX7" fmla="*/ 29350 w 24613"/>
                <a:gd name="csY7" fmla="*/ 1901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9350" y="1901"/>
                  </a:moveTo>
                  <a:lnTo>
                    <a:pt x="27298" y="8051"/>
                  </a:lnTo>
                  <a:lnTo>
                    <a:pt x="12945" y="17272"/>
                  </a:lnTo>
                  <a:lnTo>
                    <a:pt x="4736" y="15227"/>
                  </a:lnTo>
                  <a:lnTo>
                    <a:pt x="6789" y="11122"/>
                  </a:lnTo>
                  <a:lnTo>
                    <a:pt x="21148" y="3953"/>
                  </a:lnTo>
                  <a:lnTo>
                    <a:pt x="23193" y="875"/>
                  </a:lnTo>
                  <a:lnTo>
                    <a:pt x="29350" y="19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5" name="Forme libre : forme 333">
              <a:extLst>
                <a:ext uri="{FF2B5EF4-FFF2-40B4-BE49-F238E27FC236}">
                  <a16:creationId xmlns:a16="http://schemas.microsoft.com/office/drawing/2014/main" id="{45535C20-E004-130C-9DAD-1DD0922693DF}"/>
                </a:ext>
              </a:extLst>
            </p:cNvPr>
            <p:cNvSpPr/>
            <p:nvPr/>
          </p:nvSpPr>
          <p:spPr>
            <a:xfrm rot="-3078174" flipV="1">
              <a:off x="9597822" y="3334104"/>
              <a:ext cx="16185" cy="14564"/>
            </a:xfrm>
            <a:custGeom>
              <a:avLst/>
              <a:gdLst>
                <a:gd name="csX0" fmla="*/ 4746 w 16185"/>
                <a:gd name="csY0" fmla="*/ 15441 h 14564"/>
                <a:gd name="csX1" fmla="*/ 11313 w 16185"/>
                <a:gd name="csY1" fmla="*/ 15441 h 14564"/>
                <a:gd name="csX2" fmla="*/ 20931 w 16185"/>
                <a:gd name="csY2" fmla="*/ 3435 h 14564"/>
                <a:gd name="csX3" fmla="*/ 17730 w 16185"/>
                <a:gd name="csY3" fmla="*/ 877 h 14564"/>
                <a:gd name="csX4" fmla="*/ 4746 w 16185"/>
                <a:gd name="csY4" fmla="*/ 15441 h 14564"/>
              </a:gdLst>
              <a:ahLst/>
              <a:cxnLst>
                <a:cxn ang="0">
                  <a:pos x="csX0" y="csY0"/>
                </a:cxn>
                <a:cxn ang="0">
                  <a:pos x="csX1" y="csY1"/>
                </a:cxn>
                <a:cxn ang="0">
                  <a:pos x="csX2" y="csY2"/>
                </a:cxn>
                <a:cxn ang="0">
                  <a:pos x="csX3" y="csY3"/>
                </a:cxn>
                <a:cxn ang="0">
                  <a:pos x="csX4" y="csY4"/>
                </a:cxn>
              </a:cxnLst>
              <a:rect l="l" t="t" r="r" b="b"/>
              <a:pathLst>
                <a:path w="16185" h="14564">
                  <a:moveTo>
                    <a:pt x="4746" y="15441"/>
                  </a:moveTo>
                  <a:lnTo>
                    <a:pt x="11313" y="15441"/>
                  </a:lnTo>
                  <a:lnTo>
                    <a:pt x="20931" y="3435"/>
                  </a:lnTo>
                  <a:lnTo>
                    <a:pt x="17730" y="877"/>
                  </a:lnTo>
                  <a:lnTo>
                    <a:pt x="4746" y="1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6" name="Forme libre : forme 334">
              <a:extLst>
                <a:ext uri="{FF2B5EF4-FFF2-40B4-BE49-F238E27FC236}">
                  <a16:creationId xmlns:a16="http://schemas.microsoft.com/office/drawing/2014/main" id="{D249EED8-9006-83A0-BAB2-7E5D1CB768D0}"/>
                </a:ext>
              </a:extLst>
            </p:cNvPr>
            <p:cNvSpPr/>
            <p:nvPr/>
          </p:nvSpPr>
          <p:spPr>
            <a:xfrm>
              <a:off x="9506010" y="3345201"/>
              <a:ext cx="21535" cy="10247"/>
            </a:xfrm>
            <a:custGeom>
              <a:avLst/>
              <a:gdLst>
                <a:gd name="csX0" fmla="*/ 7770 w 21535"/>
                <a:gd name="csY0" fmla="*/ 1909 h 10247"/>
                <a:gd name="csX1" fmla="*/ 14946 w 21535"/>
                <a:gd name="csY1" fmla="*/ 883 h 10247"/>
                <a:gd name="csX2" fmla="*/ 26227 w 21535"/>
                <a:gd name="csY2" fmla="*/ 3961 h 10247"/>
                <a:gd name="csX3" fmla="*/ 26227 w 21535"/>
                <a:gd name="csY3" fmla="*/ 11131 h 10247"/>
                <a:gd name="csX4" fmla="*/ 4692 w 21535"/>
                <a:gd name="csY4" fmla="*/ 9085 h 10247"/>
                <a:gd name="csX5" fmla="*/ 7770 w 21535"/>
                <a:gd name="csY5" fmla="*/ 1909 h 10247"/>
              </a:gdLst>
              <a:ahLst/>
              <a:cxnLst>
                <a:cxn ang="0">
                  <a:pos x="csX0" y="csY0"/>
                </a:cxn>
                <a:cxn ang="0">
                  <a:pos x="csX1" y="csY1"/>
                </a:cxn>
                <a:cxn ang="0">
                  <a:pos x="csX2" y="csY2"/>
                </a:cxn>
                <a:cxn ang="0">
                  <a:pos x="csX3" y="csY3"/>
                </a:cxn>
                <a:cxn ang="0">
                  <a:pos x="csX4" y="csY4"/>
                </a:cxn>
                <a:cxn ang="0">
                  <a:pos x="csX5" y="csY5"/>
                </a:cxn>
              </a:cxnLst>
              <a:rect l="l" t="t" r="r" b="b"/>
              <a:pathLst>
                <a:path w="21535" h="10247">
                  <a:moveTo>
                    <a:pt x="7770" y="1909"/>
                  </a:moveTo>
                  <a:lnTo>
                    <a:pt x="14946" y="883"/>
                  </a:lnTo>
                  <a:lnTo>
                    <a:pt x="26227" y="3961"/>
                  </a:lnTo>
                  <a:lnTo>
                    <a:pt x="26227" y="11131"/>
                  </a:lnTo>
                  <a:lnTo>
                    <a:pt x="4692" y="9085"/>
                  </a:lnTo>
                  <a:lnTo>
                    <a:pt x="7770" y="19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7" name="Forme libre : forme 335">
              <a:extLst>
                <a:ext uri="{FF2B5EF4-FFF2-40B4-BE49-F238E27FC236}">
                  <a16:creationId xmlns:a16="http://schemas.microsoft.com/office/drawing/2014/main" id="{DB34D8CE-FFC4-FEB6-3436-172204E8AECA}"/>
                </a:ext>
              </a:extLst>
            </p:cNvPr>
            <p:cNvSpPr/>
            <p:nvPr/>
          </p:nvSpPr>
          <p:spPr>
            <a:xfrm>
              <a:off x="9531602" y="3345201"/>
              <a:ext cx="13326" cy="14345"/>
            </a:xfrm>
            <a:custGeom>
              <a:avLst/>
              <a:gdLst>
                <a:gd name="csX0" fmla="*/ 11882 w 13326"/>
                <a:gd name="csY0" fmla="*/ 885 h 14345"/>
                <a:gd name="csX1" fmla="*/ 8804 w 13326"/>
                <a:gd name="csY1" fmla="*/ 8061 h 14345"/>
                <a:gd name="csX2" fmla="*/ 4706 w 13326"/>
                <a:gd name="csY2" fmla="*/ 13185 h 14345"/>
                <a:gd name="csX3" fmla="*/ 7778 w 13326"/>
                <a:gd name="csY3" fmla="*/ 15230 h 14345"/>
                <a:gd name="csX4" fmla="*/ 18032 w 13326"/>
                <a:gd name="csY4" fmla="*/ 6009 h 14345"/>
                <a:gd name="csX5" fmla="*/ 18032 w 13326"/>
                <a:gd name="csY5" fmla="*/ 2930 h 14345"/>
                <a:gd name="csX6" fmla="*/ 11882 w 13326"/>
                <a:gd name="csY6" fmla="*/ 885 h 143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26" h="14345">
                  <a:moveTo>
                    <a:pt x="11882" y="885"/>
                  </a:moveTo>
                  <a:lnTo>
                    <a:pt x="8804" y="8061"/>
                  </a:lnTo>
                  <a:lnTo>
                    <a:pt x="4706" y="13185"/>
                  </a:lnTo>
                  <a:lnTo>
                    <a:pt x="7778" y="15230"/>
                  </a:lnTo>
                  <a:lnTo>
                    <a:pt x="18032" y="6009"/>
                  </a:lnTo>
                  <a:lnTo>
                    <a:pt x="18032" y="2930"/>
                  </a:lnTo>
                  <a:lnTo>
                    <a:pt x="11882" y="8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8" name="Forme libre : forme 336">
              <a:extLst>
                <a:ext uri="{FF2B5EF4-FFF2-40B4-BE49-F238E27FC236}">
                  <a16:creationId xmlns:a16="http://schemas.microsoft.com/office/drawing/2014/main" id="{8E7EE21E-2474-3AEA-53AC-E7DB95F8E7B5}"/>
                </a:ext>
              </a:extLst>
            </p:cNvPr>
            <p:cNvSpPr/>
            <p:nvPr/>
          </p:nvSpPr>
          <p:spPr>
            <a:xfrm>
              <a:off x="9440344" y="3350325"/>
              <a:ext cx="17430" cy="12299"/>
            </a:xfrm>
            <a:custGeom>
              <a:avLst/>
              <a:gdLst>
                <a:gd name="csX0" fmla="*/ 11828 w 17430"/>
                <a:gd name="csY0" fmla="*/ 887 h 12299"/>
                <a:gd name="csX1" fmla="*/ 22082 w 17430"/>
                <a:gd name="csY1" fmla="*/ 10109 h 12299"/>
                <a:gd name="csX2" fmla="*/ 14906 w 17430"/>
                <a:gd name="csY2" fmla="*/ 13187 h 12299"/>
                <a:gd name="csX3" fmla="*/ 5678 w 17430"/>
                <a:gd name="csY3" fmla="*/ 4985 h 12299"/>
                <a:gd name="csX4" fmla="*/ 4652 w 17430"/>
                <a:gd name="csY4" fmla="*/ 887 h 12299"/>
                <a:gd name="csX5" fmla="*/ 11828 w 17430"/>
                <a:gd name="csY5" fmla="*/ 887 h 12299"/>
              </a:gdLst>
              <a:ahLst/>
              <a:cxnLst>
                <a:cxn ang="0">
                  <a:pos x="csX0" y="csY0"/>
                </a:cxn>
                <a:cxn ang="0">
                  <a:pos x="csX1" y="csY1"/>
                </a:cxn>
                <a:cxn ang="0">
                  <a:pos x="csX2" y="csY2"/>
                </a:cxn>
                <a:cxn ang="0">
                  <a:pos x="csX3" y="csY3"/>
                </a:cxn>
                <a:cxn ang="0">
                  <a:pos x="csX4" y="csY4"/>
                </a:cxn>
                <a:cxn ang="0">
                  <a:pos x="csX5" y="csY5"/>
                </a:cxn>
              </a:cxnLst>
              <a:rect l="l" t="t" r="r" b="b"/>
              <a:pathLst>
                <a:path w="17430" h="12299">
                  <a:moveTo>
                    <a:pt x="11828" y="887"/>
                  </a:moveTo>
                  <a:lnTo>
                    <a:pt x="22082" y="10109"/>
                  </a:lnTo>
                  <a:lnTo>
                    <a:pt x="14906" y="13187"/>
                  </a:lnTo>
                  <a:lnTo>
                    <a:pt x="5678" y="4985"/>
                  </a:lnTo>
                  <a:lnTo>
                    <a:pt x="4652" y="887"/>
                  </a:lnTo>
                  <a:lnTo>
                    <a:pt x="11828" y="8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59" name="Forme libre : forme 337">
              <a:extLst>
                <a:ext uri="{FF2B5EF4-FFF2-40B4-BE49-F238E27FC236}">
                  <a16:creationId xmlns:a16="http://schemas.microsoft.com/office/drawing/2014/main" id="{80B04473-39E0-991D-D0E3-D55A5F1E1912}"/>
                </a:ext>
              </a:extLst>
            </p:cNvPr>
            <p:cNvSpPr/>
            <p:nvPr/>
          </p:nvSpPr>
          <p:spPr>
            <a:xfrm>
              <a:off x="9407508" y="3331875"/>
              <a:ext cx="15378" cy="11273"/>
            </a:xfrm>
            <a:custGeom>
              <a:avLst/>
              <a:gdLst>
                <a:gd name="csX0" fmla="*/ 13860 w 15378"/>
                <a:gd name="csY0" fmla="*/ 875 h 11273"/>
                <a:gd name="csX1" fmla="*/ 20010 w 15378"/>
                <a:gd name="csY1" fmla="*/ 1902 h 11273"/>
                <a:gd name="csX2" fmla="*/ 17957 w 15378"/>
                <a:gd name="csY2" fmla="*/ 9078 h 11273"/>
                <a:gd name="csX3" fmla="*/ 11807 w 15378"/>
                <a:gd name="csY3" fmla="*/ 12149 h 11273"/>
                <a:gd name="csX4" fmla="*/ 4631 w 15378"/>
                <a:gd name="csY4" fmla="*/ 10097 h 11273"/>
                <a:gd name="csX5" fmla="*/ 9755 w 15378"/>
                <a:gd name="csY5" fmla="*/ 5999 h 11273"/>
                <a:gd name="csX6" fmla="*/ 13860 w 15378"/>
                <a:gd name="csY6" fmla="*/ 875 h 1127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11273">
                  <a:moveTo>
                    <a:pt x="13860" y="875"/>
                  </a:moveTo>
                  <a:lnTo>
                    <a:pt x="20010" y="1902"/>
                  </a:lnTo>
                  <a:lnTo>
                    <a:pt x="17957" y="9078"/>
                  </a:lnTo>
                  <a:lnTo>
                    <a:pt x="11807" y="12149"/>
                  </a:lnTo>
                  <a:lnTo>
                    <a:pt x="4631" y="10097"/>
                  </a:lnTo>
                  <a:lnTo>
                    <a:pt x="9755" y="5999"/>
                  </a:lnTo>
                  <a:lnTo>
                    <a:pt x="13860" y="8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0" name="Forme libre : forme 338">
              <a:extLst>
                <a:ext uri="{FF2B5EF4-FFF2-40B4-BE49-F238E27FC236}">
                  <a16:creationId xmlns:a16="http://schemas.microsoft.com/office/drawing/2014/main" id="{4CEA08E4-64C6-5372-6A4E-355D2F4F900E}"/>
                </a:ext>
              </a:extLst>
            </p:cNvPr>
            <p:cNvSpPr/>
            <p:nvPr/>
          </p:nvSpPr>
          <p:spPr>
            <a:xfrm>
              <a:off x="9304956" y="3302151"/>
              <a:ext cx="20509" cy="11273"/>
            </a:xfrm>
            <a:custGeom>
              <a:avLst/>
              <a:gdLst>
                <a:gd name="csX0" fmla="*/ 5595 w 20509"/>
                <a:gd name="csY0" fmla="*/ 857 h 11273"/>
                <a:gd name="csX1" fmla="*/ 18928 w 20509"/>
                <a:gd name="csY1" fmla="*/ 3929 h 11273"/>
                <a:gd name="csX2" fmla="*/ 25078 w 20509"/>
                <a:gd name="csY2" fmla="*/ 10079 h 11273"/>
                <a:gd name="csX3" fmla="*/ 16876 w 20509"/>
                <a:gd name="csY3" fmla="*/ 12131 h 11273"/>
                <a:gd name="csX4" fmla="*/ 4569 w 20509"/>
                <a:gd name="csY4" fmla="*/ 5981 h 11273"/>
                <a:gd name="csX5" fmla="*/ 5595 w 20509"/>
                <a:gd name="csY5" fmla="*/ 857 h 11273"/>
              </a:gdLst>
              <a:ahLst/>
              <a:cxnLst>
                <a:cxn ang="0">
                  <a:pos x="csX0" y="csY0"/>
                </a:cxn>
                <a:cxn ang="0">
                  <a:pos x="csX1" y="csY1"/>
                </a:cxn>
                <a:cxn ang="0">
                  <a:pos x="csX2" y="csY2"/>
                </a:cxn>
                <a:cxn ang="0">
                  <a:pos x="csX3" y="csY3"/>
                </a:cxn>
                <a:cxn ang="0">
                  <a:pos x="csX4" y="csY4"/>
                </a:cxn>
                <a:cxn ang="0">
                  <a:pos x="csX5" y="csY5"/>
                </a:cxn>
              </a:cxnLst>
              <a:rect l="l" t="t" r="r" b="b"/>
              <a:pathLst>
                <a:path w="20509" h="11273">
                  <a:moveTo>
                    <a:pt x="5595" y="857"/>
                  </a:moveTo>
                  <a:lnTo>
                    <a:pt x="18928" y="3929"/>
                  </a:lnTo>
                  <a:lnTo>
                    <a:pt x="25078" y="10079"/>
                  </a:lnTo>
                  <a:lnTo>
                    <a:pt x="16876" y="12131"/>
                  </a:lnTo>
                  <a:lnTo>
                    <a:pt x="4569" y="5981"/>
                  </a:lnTo>
                  <a:lnTo>
                    <a:pt x="5595" y="8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1" name="Forme libre : forme 339">
              <a:extLst>
                <a:ext uri="{FF2B5EF4-FFF2-40B4-BE49-F238E27FC236}">
                  <a16:creationId xmlns:a16="http://schemas.microsoft.com/office/drawing/2014/main" id="{A507150E-5D2B-18E6-2D92-489C6D88B23F}"/>
                </a:ext>
              </a:extLst>
            </p:cNvPr>
            <p:cNvSpPr/>
            <p:nvPr/>
          </p:nvSpPr>
          <p:spPr>
            <a:xfrm rot="311854" flipV="1">
              <a:off x="9320085" y="3322383"/>
              <a:ext cx="16903" cy="5657"/>
            </a:xfrm>
            <a:custGeom>
              <a:avLst/>
              <a:gdLst>
                <a:gd name="csX0" fmla="*/ 4577 w 16903"/>
                <a:gd name="csY0" fmla="*/ 6525 h 5657"/>
                <a:gd name="csX1" fmla="*/ 15906 w 16903"/>
                <a:gd name="csY1" fmla="*/ 6525 h 5657"/>
                <a:gd name="csX2" fmla="*/ 21481 w 16903"/>
                <a:gd name="csY2" fmla="*/ 1894 h 5657"/>
                <a:gd name="csX3" fmla="*/ 10248 w 16903"/>
                <a:gd name="csY3" fmla="*/ 868 h 5657"/>
                <a:gd name="csX4" fmla="*/ 4577 w 16903"/>
                <a:gd name="csY4" fmla="*/ 6525 h 5657"/>
              </a:gdLst>
              <a:ahLst/>
              <a:cxnLst>
                <a:cxn ang="0">
                  <a:pos x="csX0" y="csY0"/>
                </a:cxn>
                <a:cxn ang="0">
                  <a:pos x="csX1" y="csY1"/>
                </a:cxn>
                <a:cxn ang="0">
                  <a:pos x="csX2" y="csY2"/>
                </a:cxn>
                <a:cxn ang="0">
                  <a:pos x="csX3" y="csY3"/>
                </a:cxn>
                <a:cxn ang="0">
                  <a:pos x="csX4" y="csY4"/>
                </a:cxn>
              </a:cxnLst>
              <a:rect l="l" t="t" r="r" b="b"/>
              <a:pathLst>
                <a:path w="16903" h="5657">
                  <a:moveTo>
                    <a:pt x="4577" y="6525"/>
                  </a:moveTo>
                  <a:lnTo>
                    <a:pt x="15906" y="6525"/>
                  </a:lnTo>
                  <a:lnTo>
                    <a:pt x="21481" y="1894"/>
                  </a:lnTo>
                  <a:lnTo>
                    <a:pt x="10248" y="868"/>
                  </a:lnTo>
                  <a:lnTo>
                    <a:pt x="4577" y="6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2" name="Forme libre : forme 340">
              <a:extLst>
                <a:ext uri="{FF2B5EF4-FFF2-40B4-BE49-F238E27FC236}">
                  <a16:creationId xmlns:a16="http://schemas.microsoft.com/office/drawing/2014/main" id="{DDFFC185-F0CC-B760-5A77-C01C3DE7F832}"/>
                </a:ext>
              </a:extLst>
            </p:cNvPr>
            <p:cNvSpPr/>
            <p:nvPr/>
          </p:nvSpPr>
          <p:spPr>
            <a:xfrm>
              <a:off x="9739778" y="3015175"/>
              <a:ext cx="37946" cy="29723"/>
            </a:xfrm>
            <a:custGeom>
              <a:avLst/>
              <a:gdLst>
                <a:gd name="csX0" fmla="*/ 28429 w 37946"/>
                <a:gd name="csY0" fmla="*/ 689 h 29723"/>
                <a:gd name="csX1" fmla="*/ 41761 w 37946"/>
                <a:gd name="csY1" fmla="*/ 7866 h 29723"/>
                <a:gd name="csX2" fmla="*/ 42788 w 37946"/>
                <a:gd name="csY2" fmla="*/ 22211 h 29723"/>
                <a:gd name="csX3" fmla="*/ 34578 w 37946"/>
                <a:gd name="csY3" fmla="*/ 25289 h 29723"/>
                <a:gd name="csX4" fmla="*/ 26376 w 37946"/>
                <a:gd name="csY4" fmla="*/ 30413 h 29723"/>
                <a:gd name="csX5" fmla="*/ 14069 w 37946"/>
                <a:gd name="csY5" fmla="*/ 19139 h 29723"/>
                <a:gd name="csX6" fmla="*/ 5867 w 37946"/>
                <a:gd name="csY6" fmla="*/ 17087 h 29723"/>
                <a:gd name="csX7" fmla="*/ 4841 w 37946"/>
                <a:gd name="csY7" fmla="*/ 8885 h 29723"/>
                <a:gd name="csX8" fmla="*/ 18174 w 37946"/>
                <a:gd name="csY8" fmla="*/ 5813 h 29723"/>
                <a:gd name="csX9" fmla="*/ 28429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8429" y="689"/>
                  </a:moveTo>
                  <a:lnTo>
                    <a:pt x="41761" y="7866"/>
                  </a:lnTo>
                  <a:lnTo>
                    <a:pt x="42788" y="22211"/>
                  </a:lnTo>
                  <a:lnTo>
                    <a:pt x="34578" y="25289"/>
                  </a:lnTo>
                  <a:lnTo>
                    <a:pt x="26376" y="30413"/>
                  </a:lnTo>
                  <a:lnTo>
                    <a:pt x="14069" y="19139"/>
                  </a:lnTo>
                  <a:lnTo>
                    <a:pt x="5867" y="17087"/>
                  </a:lnTo>
                  <a:lnTo>
                    <a:pt x="4841" y="8885"/>
                  </a:lnTo>
                  <a:lnTo>
                    <a:pt x="18174" y="5813"/>
                  </a:lnTo>
                  <a:lnTo>
                    <a:pt x="28429"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3" name="Forme libre : forme 341">
              <a:extLst>
                <a:ext uri="{FF2B5EF4-FFF2-40B4-BE49-F238E27FC236}">
                  <a16:creationId xmlns:a16="http://schemas.microsoft.com/office/drawing/2014/main" id="{B5527B9E-7A91-CC96-5FFF-30D691A22E52}"/>
                </a:ext>
              </a:extLst>
            </p:cNvPr>
            <p:cNvSpPr/>
            <p:nvPr/>
          </p:nvSpPr>
          <p:spPr>
            <a:xfrm>
              <a:off x="9638245" y="2866556"/>
              <a:ext cx="74860" cy="29723"/>
            </a:xfrm>
            <a:custGeom>
              <a:avLst/>
              <a:gdLst>
                <a:gd name="csX0" fmla="*/ 7863 w 74860"/>
                <a:gd name="csY0" fmla="*/ 599 h 29723"/>
                <a:gd name="csX1" fmla="*/ 24268 w 74860"/>
                <a:gd name="csY1" fmla="*/ 2651 h 29723"/>
                <a:gd name="csX2" fmla="*/ 46829 w 74860"/>
                <a:gd name="csY2" fmla="*/ 2651 h 29723"/>
                <a:gd name="csX3" fmla="*/ 66312 w 74860"/>
                <a:gd name="csY3" fmla="*/ 14951 h 29723"/>
                <a:gd name="csX4" fmla="*/ 79645 w 74860"/>
                <a:gd name="csY4" fmla="*/ 16997 h 29723"/>
                <a:gd name="csX5" fmla="*/ 77593 w 74860"/>
                <a:gd name="csY5" fmla="*/ 22120 h 29723"/>
                <a:gd name="csX6" fmla="*/ 63240 w 74860"/>
                <a:gd name="csY6" fmla="*/ 26225 h 29723"/>
                <a:gd name="csX7" fmla="*/ 54005 w 74860"/>
                <a:gd name="csY7" fmla="*/ 30323 h 29723"/>
                <a:gd name="csX8" fmla="*/ 30424 w 74860"/>
                <a:gd name="csY8" fmla="*/ 15970 h 29723"/>
                <a:gd name="csX9" fmla="*/ 10935 w 74860"/>
                <a:gd name="csY9" fmla="*/ 21101 h 29723"/>
                <a:gd name="csX10" fmla="*/ 4785 w 74860"/>
                <a:gd name="csY10" fmla="*/ 10847 h 29723"/>
                <a:gd name="csX11" fmla="*/ 7863 w 74860"/>
                <a:gd name="csY11" fmla="*/ 59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7863" y="599"/>
                  </a:moveTo>
                  <a:lnTo>
                    <a:pt x="24268" y="2651"/>
                  </a:lnTo>
                  <a:lnTo>
                    <a:pt x="46829" y="2651"/>
                  </a:lnTo>
                  <a:lnTo>
                    <a:pt x="66312" y="14951"/>
                  </a:lnTo>
                  <a:lnTo>
                    <a:pt x="79645" y="16997"/>
                  </a:lnTo>
                  <a:lnTo>
                    <a:pt x="77593" y="22120"/>
                  </a:lnTo>
                  <a:lnTo>
                    <a:pt x="63240" y="26225"/>
                  </a:lnTo>
                  <a:lnTo>
                    <a:pt x="54005" y="30323"/>
                  </a:lnTo>
                  <a:lnTo>
                    <a:pt x="30424" y="15970"/>
                  </a:lnTo>
                  <a:lnTo>
                    <a:pt x="10935" y="21101"/>
                  </a:lnTo>
                  <a:lnTo>
                    <a:pt x="4785" y="10847"/>
                  </a:lnTo>
                  <a:lnTo>
                    <a:pt x="7863" y="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4" name="Forme libre : forme 342">
              <a:extLst>
                <a:ext uri="{FF2B5EF4-FFF2-40B4-BE49-F238E27FC236}">
                  <a16:creationId xmlns:a16="http://schemas.microsoft.com/office/drawing/2014/main" id="{59604309-0AFF-26C5-7301-4593560FEC65}"/>
                </a:ext>
              </a:extLst>
            </p:cNvPr>
            <p:cNvSpPr/>
            <p:nvPr/>
          </p:nvSpPr>
          <p:spPr>
            <a:xfrm>
              <a:off x="10045861" y="3097177"/>
              <a:ext cx="29997" cy="13066"/>
            </a:xfrm>
            <a:custGeom>
              <a:avLst/>
              <a:gdLst>
                <a:gd name="csX0" fmla="*/ 6562 w 29997"/>
                <a:gd name="csY0" fmla="*/ 13797 h 13066"/>
                <a:gd name="csX1" fmla="*/ 32708 w 29997"/>
                <a:gd name="csY1" fmla="*/ 11492 h 13066"/>
                <a:gd name="csX2" fmla="*/ 35020 w 29997"/>
                <a:gd name="csY2" fmla="*/ 6881 h 13066"/>
                <a:gd name="csX3" fmla="*/ 25791 w 29997"/>
                <a:gd name="csY3" fmla="*/ 731 h 13066"/>
                <a:gd name="csX4" fmla="*/ 8101 w 29997"/>
                <a:gd name="csY4" fmla="*/ 2264 h 13066"/>
                <a:gd name="csX5" fmla="*/ 5022 w 29997"/>
                <a:gd name="csY5" fmla="*/ 6108 h 13066"/>
                <a:gd name="csX6" fmla="*/ 6562 w 29997"/>
                <a:gd name="csY6" fmla="*/ 13797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6562" y="13797"/>
                  </a:moveTo>
                  <a:lnTo>
                    <a:pt x="32708" y="11492"/>
                  </a:lnTo>
                  <a:lnTo>
                    <a:pt x="35020" y="6881"/>
                  </a:lnTo>
                  <a:lnTo>
                    <a:pt x="25791" y="731"/>
                  </a:lnTo>
                  <a:lnTo>
                    <a:pt x="8101" y="2264"/>
                  </a:lnTo>
                  <a:lnTo>
                    <a:pt x="5022" y="6108"/>
                  </a:lnTo>
                  <a:lnTo>
                    <a:pt x="6562" y="137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5" name="Forme libre : forme 343">
              <a:extLst>
                <a:ext uri="{FF2B5EF4-FFF2-40B4-BE49-F238E27FC236}">
                  <a16:creationId xmlns:a16="http://schemas.microsoft.com/office/drawing/2014/main" id="{BCB59EC8-F32C-C02D-F1F2-E21B2955BC75}"/>
                </a:ext>
              </a:extLst>
            </p:cNvPr>
            <p:cNvSpPr/>
            <p:nvPr/>
          </p:nvSpPr>
          <p:spPr>
            <a:xfrm>
              <a:off x="10014379" y="3120238"/>
              <a:ext cx="56916" cy="35360"/>
            </a:xfrm>
            <a:custGeom>
              <a:avLst/>
              <a:gdLst>
                <a:gd name="csX0" fmla="*/ 10394 w 56916"/>
                <a:gd name="csY0" fmla="*/ 9210 h 35360"/>
                <a:gd name="csX1" fmla="*/ 22701 w 56916"/>
                <a:gd name="csY1" fmla="*/ 7671 h 35360"/>
                <a:gd name="csX2" fmla="*/ 33468 w 56916"/>
                <a:gd name="csY2" fmla="*/ 1521 h 35360"/>
                <a:gd name="csX3" fmla="*/ 58848 w 56916"/>
                <a:gd name="csY3" fmla="*/ 754 h 35360"/>
                <a:gd name="csX4" fmla="*/ 61926 w 56916"/>
                <a:gd name="csY4" fmla="*/ 6904 h 35360"/>
                <a:gd name="csX5" fmla="*/ 57309 w 56916"/>
                <a:gd name="csY5" fmla="*/ 13821 h 35360"/>
                <a:gd name="csX6" fmla="*/ 41157 w 56916"/>
                <a:gd name="csY6" fmla="*/ 23815 h 35360"/>
                <a:gd name="csX7" fmla="*/ 41157 w 56916"/>
                <a:gd name="csY7" fmla="*/ 29199 h 35360"/>
                <a:gd name="csX8" fmla="*/ 27311 w 56916"/>
                <a:gd name="csY8" fmla="*/ 30731 h 35360"/>
                <a:gd name="csX9" fmla="*/ 22701 w 56916"/>
                <a:gd name="csY9" fmla="*/ 36115 h 35360"/>
                <a:gd name="csX10" fmla="*/ 14238 w 56916"/>
                <a:gd name="csY10" fmla="*/ 32270 h 35360"/>
                <a:gd name="csX11" fmla="*/ 14238 w 56916"/>
                <a:gd name="csY11" fmla="*/ 26887 h 35360"/>
                <a:gd name="csX12" fmla="*/ 5776 w 56916"/>
                <a:gd name="csY12" fmla="*/ 21510 h 35360"/>
                <a:gd name="csX13" fmla="*/ 5010 w 56916"/>
                <a:gd name="csY13" fmla="*/ 11515 h 35360"/>
                <a:gd name="csX14" fmla="*/ 10394 w 56916"/>
                <a:gd name="csY14" fmla="*/ 921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10394" y="9210"/>
                  </a:moveTo>
                  <a:lnTo>
                    <a:pt x="22701" y="7671"/>
                  </a:lnTo>
                  <a:lnTo>
                    <a:pt x="33468" y="1521"/>
                  </a:lnTo>
                  <a:lnTo>
                    <a:pt x="58848" y="754"/>
                  </a:lnTo>
                  <a:lnTo>
                    <a:pt x="61926" y="6904"/>
                  </a:lnTo>
                  <a:lnTo>
                    <a:pt x="57309" y="13821"/>
                  </a:lnTo>
                  <a:lnTo>
                    <a:pt x="41157" y="23815"/>
                  </a:lnTo>
                  <a:lnTo>
                    <a:pt x="41157" y="29199"/>
                  </a:lnTo>
                  <a:lnTo>
                    <a:pt x="27311" y="30731"/>
                  </a:lnTo>
                  <a:lnTo>
                    <a:pt x="22701" y="36115"/>
                  </a:lnTo>
                  <a:lnTo>
                    <a:pt x="14238" y="32270"/>
                  </a:lnTo>
                  <a:lnTo>
                    <a:pt x="14238" y="26887"/>
                  </a:lnTo>
                  <a:lnTo>
                    <a:pt x="5776" y="21510"/>
                  </a:lnTo>
                  <a:lnTo>
                    <a:pt x="5010" y="11515"/>
                  </a:lnTo>
                  <a:lnTo>
                    <a:pt x="10394" y="9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6" name="Forme libre : forme 344">
              <a:extLst>
                <a:ext uri="{FF2B5EF4-FFF2-40B4-BE49-F238E27FC236}">
                  <a16:creationId xmlns:a16="http://schemas.microsoft.com/office/drawing/2014/main" id="{D031EB40-D04B-6896-AB80-8D3ED4D28DA8}"/>
                </a:ext>
              </a:extLst>
            </p:cNvPr>
            <p:cNvSpPr/>
            <p:nvPr/>
          </p:nvSpPr>
          <p:spPr>
            <a:xfrm rot="-2435808" flipV="1">
              <a:off x="9880251" y="3219906"/>
              <a:ext cx="9447" cy="6115"/>
            </a:xfrm>
            <a:custGeom>
              <a:avLst/>
              <a:gdLst>
                <a:gd name="csX0" fmla="*/ 4917 w 9447"/>
                <a:gd name="csY0" fmla="*/ 804 h 6115"/>
                <a:gd name="csX1" fmla="*/ 14364 w 9447"/>
                <a:gd name="csY1" fmla="*/ 804 h 6115"/>
                <a:gd name="csX2" fmla="*/ 14029 w 9447"/>
                <a:gd name="csY2" fmla="*/ 5134 h 6115"/>
                <a:gd name="csX3" fmla="*/ 8803 w 9447"/>
                <a:gd name="csY3" fmla="*/ 6920 h 6115"/>
                <a:gd name="csX4" fmla="*/ 4917 w 9447"/>
                <a:gd name="csY4" fmla="*/ 804 h 6115"/>
              </a:gdLst>
              <a:ahLst/>
              <a:cxnLst>
                <a:cxn ang="0">
                  <a:pos x="csX0" y="csY0"/>
                </a:cxn>
                <a:cxn ang="0">
                  <a:pos x="csX1" y="csY1"/>
                </a:cxn>
                <a:cxn ang="0">
                  <a:pos x="csX2" y="csY2"/>
                </a:cxn>
                <a:cxn ang="0">
                  <a:pos x="csX3" y="csY3"/>
                </a:cxn>
                <a:cxn ang="0">
                  <a:pos x="csX4" y="csY4"/>
                </a:cxn>
              </a:cxnLst>
              <a:rect l="l" t="t" r="r" b="b"/>
              <a:pathLst>
                <a:path w="9447" h="6115">
                  <a:moveTo>
                    <a:pt x="4917" y="804"/>
                  </a:moveTo>
                  <a:lnTo>
                    <a:pt x="14364" y="804"/>
                  </a:lnTo>
                  <a:lnTo>
                    <a:pt x="14029" y="5134"/>
                  </a:lnTo>
                  <a:lnTo>
                    <a:pt x="8803" y="6920"/>
                  </a:lnTo>
                  <a:lnTo>
                    <a:pt x="4917" y="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7" name="Forme libre : forme 345">
              <a:extLst>
                <a:ext uri="{FF2B5EF4-FFF2-40B4-BE49-F238E27FC236}">
                  <a16:creationId xmlns:a16="http://schemas.microsoft.com/office/drawing/2014/main" id="{096E4C87-4A07-E03B-708B-103B51DD7F28}"/>
                </a:ext>
              </a:extLst>
            </p:cNvPr>
            <p:cNvSpPr/>
            <p:nvPr/>
          </p:nvSpPr>
          <p:spPr>
            <a:xfrm rot="-2020522" flipV="1">
              <a:off x="9896042" y="3226608"/>
              <a:ext cx="9666" cy="6827"/>
            </a:xfrm>
            <a:custGeom>
              <a:avLst/>
              <a:gdLst>
                <a:gd name="csX0" fmla="*/ 5774 w 9666"/>
                <a:gd name="csY0" fmla="*/ 7637 h 6827"/>
                <a:gd name="csX1" fmla="*/ 13169 w 9666"/>
                <a:gd name="csY1" fmla="*/ 7637 h 6827"/>
                <a:gd name="csX2" fmla="*/ 14592 w 9666"/>
                <a:gd name="csY2" fmla="*/ 4223 h 6827"/>
                <a:gd name="csX3" fmla="*/ 4926 w 9666"/>
                <a:gd name="csY3" fmla="*/ 809 h 6827"/>
                <a:gd name="csX4" fmla="*/ 5774 w 9666"/>
                <a:gd name="csY4" fmla="*/ 7637 h 6827"/>
              </a:gdLst>
              <a:ahLst/>
              <a:cxnLst>
                <a:cxn ang="0">
                  <a:pos x="csX0" y="csY0"/>
                </a:cxn>
                <a:cxn ang="0">
                  <a:pos x="csX1" y="csY1"/>
                </a:cxn>
                <a:cxn ang="0">
                  <a:pos x="csX2" y="csY2"/>
                </a:cxn>
                <a:cxn ang="0">
                  <a:pos x="csX3" y="csY3"/>
                </a:cxn>
                <a:cxn ang="0">
                  <a:pos x="csX4" y="csY4"/>
                </a:cxn>
              </a:cxnLst>
              <a:rect l="l" t="t" r="r" b="b"/>
              <a:pathLst>
                <a:path w="9666" h="6827">
                  <a:moveTo>
                    <a:pt x="5774" y="7637"/>
                  </a:moveTo>
                  <a:lnTo>
                    <a:pt x="13169" y="7637"/>
                  </a:lnTo>
                  <a:lnTo>
                    <a:pt x="14592" y="4223"/>
                  </a:lnTo>
                  <a:lnTo>
                    <a:pt x="4926" y="809"/>
                  </a:lnTo>
                  <a:lnTo>
                    <a:pt x="5774" y="76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8" name="Forme libre : forme 346">
              <a:extLst>
                <a:ext uri="{FF2B5EF4-FFF2-40B4-BE49-F238E27FC236}">
                  <a16:creationId xmlns:a16="http://schemas.microsoft.com/office/drawing/2014/main" id="{273A9F12-C2D5-25B5-174A-14F9FDF69761}"/>
                </a:ext>
              </a:extLst>
            </p:cNvPr>
            <p:cNvSpPr/>
            <p:nvPr/>
          </p:nvSpPr>
          <p:spPr>
            <a:xfrm>
              <a:off x="5079946" y="2706711"/>
              <a:ext cx="235347" cy="158353"/>
            </a:xfrm>
            <a:custGeom>
              <a:avLst/>
              <a:gdLst>
                <a:gd name="csX0" fmla="*/ 174352 w 235347"/>
                <a:gd name="csY0" fmla="*/ 20536 h 158353"/>
                <a:gd name="csX1" fmla="*/ 172813 w 235347"/>
                <a:gd name="csY1" fmla="*/ 547 h 158353"/>
                <a:gd name="csX2" fmla="*/ 191269 w 235347"/>
                <a:gd name="csY2" fmla="*/ 554 h 158353"/>
                <a:gd name="csX3" fmla="*/ 195887 w 235347"/>
                <a:gd name="csY3" fmla="*/ 9776 h 158353"/>
                <a:gd name="csX4" fmla="*/ 208194 w 235347"/>
                <a:gd name="csY4" fmla="*/ 9776 h 158353"/>
                <a:gd name="csX5" fmla="*/ 215883 w 235347"/>
                <a:gd name="csY5" fmla="*/ 6704 h 158353"/>
                <a:gd name="csX6" fmla="*/ 217422 w 235347"/>
                <a:gd name="csY6" fmla="*/ 12854 h 158353"/>
                <a:gd name="csX7" fmla="*/ 208194 w 235347"/>
                <a:gd name="csY7" fmla="*/ 19004 h 158353"/>
                <a:gd name="csX8" fmla="*/ 212805 w 235347"/>
                <a:gd name="csY8" fmla="*/ 28226 h 158353"/>
                <a:gd name="csX9" fmla="*/ 211265 w 235347"/>
                <a:gd name="csY9" fmla="*/ 43597 h 158353"/>
                <a:gd name="csX10" fmla="*/ 218961 w 235347"/>
                <a:gd name="csY10" fmla="*/ 45136 h 158353"/>
                <a:gd name="csX11" fmla="*/ 223572 w 235347"/>
                <a:gd name="csY11" fmla="*/ 54365 h 158353"/>
                <a:gd name="csX12" fmla="*/ 232801 w 235347"/>
                <a:gd name="csY12" fmla="*/ 54365 h 158353"/>
                <a:gd name="csX13" fmla="*/ 237418 w 235347"/>
                <a:gd name="csY13" fmla="*/ 69736 h 158353"/>
                <a:gd name="csX14" fmla="*/ 226651 w 235347"/>
                <a:gd name="csY14" fmla="*/ 92797 h 158353"/>
                <a:gd name="csX15" fmla="*/ 209726 w 235347"/>
                <a:gd name="csY15" fmla="*/ 105097 h 158353"/>
                <a:gd name="csX16" fmla="*/ 203576 w 235347"/>
                <a:gd name="csY16" fmla="*/ 120468 h 158353"/>
                <a:gd name="csX17" fmla="*/ 183580 w 235347"/>
                <a:gd name="csY17" fmla="*/ 122008 h 158353"/>
                <a:gd name="csX18" fmla="*/ 169734 w 235347"/>
                <a:gd name="csY18" fmla="*/ 137379 h 158353"/>
                <a:gd name="csX19" fmla="*/ 152817 w 235347"/>
                <a:gd name="csY19" fmla="*/ 140458 h 158353"/>
                <a:gd name="csX20" fmla="*/ 137431 w 235347"/>
                <a:gd name="csY20" fmla="*/ 157368 h 158353"/>
                <a:gd name="csX21" fmla="*/ 97439 w 235347"/>
                <a:gd name="csY21" fmla="*/ 158901 h 158353"/>
                <a:gd name="csX22" fmla="*/ 72826 w 235347"/>
                <a:gd name="csY22" fmla="*/ 141990 h 158353"/>
                <a:gd name="csX23" fmla="*/ 49758 w 235347"/>
                <a:gd name="csY23" fmla="*/ 138918 h 158353"/>
                <a:gd name="csX24" fmla="*/ 37451 w 235347"/>
                <a:gd name="csY24" fmla="*/ 134301 h 158353"/>
                <a:gd name="csX25" fmla="*/ 38991 w 235347"/>
                <a:gd name="csY25" fmla="*/ 126618 h 158353"/>
                <a:gd name="csX26" fmla="*/ 54369 w 235347"/>
                <a:gd name="csY26" fmla="*/ 126618 h 158353"/>
                <a:gd name="csX27" fmla="*/ 55908 w 235347"/>
                <a:gd name="csY27" fmla="*/ 114318 h 158353"/>
                <a:gd name="csX28" fmla="*/ 46680 w 235347"/>
                <a:gd name="csY28" fmla="*/ 102018 h 158353"/>
                <a:gd name="csX29" fmla="*/ 46680 w 235347"/>
                <a:gd name="csY29" fmla="*/ 94329 h 158353"/>
                <a:gd name="csX30" fmla="*/ 37451 w 235347"/>
                <a:gd name="csY30" fmla="*/ 91258 h 158353"/>
                <a:gd name="csX31" fmla="*/ 12838 w 235347"/>
                <a:gd name="csY31" fmla="*/ 94329 h 158353"/>
                <a:gd name="csX32" fmla="*/ 14377 w 235347"/>
                <a:gd name="csY32" fmla="*/ 85108 h 158353"/>
                <a:gd name="csX33" fmla="*/ 28223 w 235347"/>
                <a:gd name="csY33" fmla="*/ 82029 h 158353"/>
                <a:gd name="csX34" fmla="*/ 45141 w 235347"/>
                <a:gd name="csY34" fmla="*/ 80497 h 158353"/>
                <a:gd name="csX35" fmla="*/ 57447 w 235347"/>
                <a:gd name="csY35" fmla="*/ 82029 h 158353"/>
                <a:gd name="csX36" fmla="*/ 62065 w 235347"/>
                <a:gd name="csY36" fmla="*/ 77419 h 158353"/>
                <a:gd name="csX37" fmla="*/ 42062 w 235347"/>
                <a:gd name="csY37" fmla="*/ 68197 h 158353"/>
                <a:gd name="csX38" fmla="*/ 51297 w 235347"/>
                <a:gd name="csY38" fmla="*/ 62047 h 158353"/>
                <a:gd name="csX39" fmla="*/ 46680 w 235347"/>
                <a:gd name="csY39" fmla="*/ 54358 h 158353"/>
                <a:gd name="csX40" fmla="*/ 17455 w 235347"/>
                <a:gd name="csY40" fmla="*/ 54358 h 158353"/>
                <a:gd name="csX41" fmla="*/ 3609 w 235347"/>
                <a:gd name="csY41" fmla="*/ 55897 h 158353"/>
                <a:gd name="csX42" fmla="*/ 2070 w 235347"/>
                <a:gd name="csY42" fmla="*/ 48208 h 158353"/>
                <a:gd name="csX43" fmla="*/ 22066 w 235347"/>
                <a:gd name="csY43" fmla="*/ 23608 h 158353"/>
                <a:gd name="csX44" fmla="*/ 26684 w 235347"/>
                <a:gd name="csY44" fmla="*/ 26686 h 158353"/>
                <a:gd name="csX45" fmla="*/ 29762 w 235347"/>
                <a:gd name="csY45" fmla="*/ 32836 h 158353"/>
                <a:gd name="csX46" fmla="*/ 40530 w 235347"/>
                <a:gd name="csY46" fmla="*/ 29758 h 158353"/>
                <a:gd name="csX47" fmla="*/ 32834 w 235347"/>
                <a:gd name="csY47" fmla="*/ 18997 h 158353"/>
                <a:gd name="csX48" fmla="*/ 26684 w 235347"/>
                <a:gd name="csY48" fmla="*/ 5165 h 158353"/>
                <a:gd name="csX49" fmla="*/ 42062 w 235347"/>
                <a:gd name="csY49" fmla="*/ 5165 h 158353"/>
                <a:gd name="csX50" fmla="*/ 62065 w 235347"/>
                <a:gd name="csY50" fmla="*/ 22076 h 158353"/>
                <a:gd name="csX51" fmla="*/ 58987 w 235347"/>
                <a:gd name="csY51" fmla="*/ 37447 h 158353"/>
                <a:gd name="csX52" fmla="*/ 65137 w 235347"/>
                <a:gd name="csY52" fmla="*/ 57429 h 158353"/>
                <a:gd name="csX53" fmla="*/ 72833 w 235347"/>
                <a:gd name="csY53" fmla="*/ 62047 h 158353"/>
                <a:gd name="csX54" fmla="*/ 77443 w 235347"/>
                <a:gd name="csY54" fmla="*/ 57429 h 158353"/>
                <a:gd name="csX55" fmla="*/ 74365 w 235347"/>
                <a:gd name="csY55" fmla="*/ 51286 h 158353"/>
                <a:gd name="csX56" fmla="*/ 86672 w 235347"/>
                <a:gd name="csY56" fmla="*/ 48208 h 158353"/>
                <a:gd name="csX57" fmla="*/ 91289 w 235347"/>
                <a:gd name="csY57" fmla="*/ 40526 h 158353"/>
                <a:gd name="csX58" fmla="*/ 82061 w 235347"/>
                <a:gd name="csY58" fmla="*/ 34376 h 158353"/>
                <a:gd name="csX59" fmla="*/ 88211 w 235347"/>
                <a:gd name="csY59" fmla="*/ 29758 h 158353"/>
                <a:gd name="csX60" fmla="*/ 95900 w 235347"/>
                <a:gd name="csY60" fmla="*/ 31297 h 158353"/>
                <a:gd name="csX61" fmla="*/ 105129 w 235347"/>
                <a:gd name="csY61" fmla="*/ 42058 h 158353"/>
                <a:gd name="csX62" fmla="*/ 105135 w 235347"/>
                <a:gd name="csY62" fmla="*/ 28226 h 158353"/>
                <a:gd name="csX63" fmla="*/ 123592 w 235347"/>
                <a:gd name="csY63" fmla="*/ 23615 h 158353"/>
                <a:gd name="csX64" fmla="*/ 129742 w 235347"/>
                <a:gd name="csY64" fmla="*/ 35908 h 158353"/>
                <a:gd name="csX65" fmla="*/ 135899 w 235347"/>
                <a:gd name="csY65" fmla="*/ 32836 h 158353"/>
                <a:gd name="csX66" fmla="*/ 132821 w 235347"/>
                <a:gd name="csY66" fmla="*/ 23615 h 158353"/>
                <a:gd name="csX67" fmla="*/ 145127 w 235347"/>
                <a:gd name="csY67" fmla="*/ 20536 h 158353"/>
                <a:gd name="csX68" fmla="*/ 155895 w 235347"/>
                <a:gd name="csY68" fmla="*/ 28226 h 158353"/>
                <a:gd name="csX69" fmla="*/ 174352 w 235347"/>
                <a:gd name="csY69" fmla="*/ 20536 h 158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Lst>
              <a:rect l="l" t="t" r="r" b="b"/>
              <a:pathLst>
                <a:path w="235347" h="158353">
                  <a:moveTo>
                    <a:pt x="174352" y="20536"/>
                  </a:moveTo>
                  <a:lnTo>
                    <a:pt x="172813" y="547"/>
                  </a:lnTo>
                  <a:lnTo>
                    <a:pt x="191269" y="554"/>
                  </a:lnTo>
                  <a:lnTo>
                    <a:pt x="195887" y="9776"/>
                  </a:lnTo>
                  <a:lnTo>
                    <a:pt x="208194" y="9776"/>
                  </a:lnTo>
                  <a:lnTo>
                    <a:pt x="215883" y="6704"/>
                  </a:lnTo>
                  <a:lnTo>
                    <a:pt x="217422" y="12854"/>
                  </a:lnTo>
                  <a:lnTo>
                    <a:pt x="208194" y="19004"/>
                  </a:lnTo>
                  <a:lnTo>
                    <a:pt x="212805" y="28226"/>
                  </a:lnTo>
                  <a:lnTo>
                    <a:pt x="211265" y="43597"/>
                  </a:lnTo>
                  <a:lnTo>
                    <a:pt x="218961" y="45136"/>
                  </a:lnTo>
                  <a:lnTo>
                    <a:pt x="223572" y="54365"/>
                  </a:lnTo>
                  <a:lnTo>
                    <a:pt x="232801" y="54365"/>
                  </a:lnTo>
                  <a:lnTo>
                    <a:pt x="237418" y="69736"/>
                  </a:lnTo>
                  <a:lnTo>
                    <a:pt x="226651" y="92797"/>
                  </a:lnTo>
                  <a:lnTo>
                    <a:pt x="209726" y="105097"/>
                  </a:lnTo>
                  <a:lnTo>
                    <a:pt x="203576" y="120468"/>
                  </a:lnTo>
                  <a:lnTo>
                    <a:pt x="183580" y="122008"/>
                  </a:lnTo>
                  <a:lnTo>
                    <a:pt x="169734" y="137379"/>
                  </a:lnTo>
                  <a:lnTo>
                    <a:pt x="152817" y="140458"/>
                  </a:lnTo>
                  <a:lnTo>
                    <a:pt x="137431" y="157368"/>
                  </a:lnTo>
                  <a:lnTo>
                    <a:pt x="97439" y="158901"/>
                  </a:lnTo>
                  <a:lnTo>
                    <a:pt x="72826" y="141990"/>
                  </a:lnTo>
                  <a:lnTo>
                    <a:pt x="49758" y="138918"/>
                  </a:lnTo>
                  <a:lnTo>
                    <a:pt x="37451" y="134301"/>
                  </a:lnTo>
                  <a:lnTo>
                    <a:pt x="38991" y="126618"/>
                  </a:lnTo>
                  <a:lnTo>
                    <a:pt x="54369" y="126618"/>
                  </a:lnTo>
                  <a:lnTo>
                    <a:pt x="55908" y="114318"/>
                  </a:lnTo>
                  <a:lnTo>
                    <a:pt x="46680" y="102018"/>
                  </a:lnTo>
                  <a:lnTo>
                    <a:pt x="46680" y="94329"/>
                  </a:lnTo>
                  <a:lnTo>
                    <a:pt x="37451" y="91258"/>
                  </a:lnTo>
                  <a:lnTo>
                    <a:pt x="12838" y="94329"/>
                  </a:lnTo>
                  <a:lnTo>
                    <a:pt x="14377" y="85108"/>
                  </a:lnTo>
                  <a:lnTo>
                    <a:pt x="28223" y="82029"/>
                  </a:lnTo>
                  <a:lnTo>
                    <a:pt x="45141" y="80497"/>
                  </a:lnTo>
                  <a:lnTo>
                    <a:pt x="57447" y="82029"/>
                  </a:lnTo>
                  <a:lnTo>
                    <a:pt x="62065" y="77419"/>
                  </a:lnTo>
                  <a:lnTo>
                    <a:pt x="42062" y="68197"/>
                  </a:lnTo>
                  <a:lnTo>
                    <a:pt x="51297" y="62047"/>
                  </a:lnTo>
                  <a:lnTo>
                    <a:pt x="46680" y="54358"/>
                  </a:lnTo>
                  <a:lnTo>
                    <a:pt x="17455" y="54358"/>
                  </a:lnTo>
                  <a:lnTo>
                    <a:pt x="3609" y="55897"/>
                  </a:lnTo>
                  <a:lnTo>
                    <a:pt x="2070" y="48208"/>
                  </a:lnTo>
                  <a:lnTo>
                    <a:pt x="22066" y="23608"/>
                  </a:lnTo>
                  <a:lnTo>
                    <a:pt x="26684" y="26686"/>
                  </a:lnTo>
                  <a:lnTo>
                    <a:pt x="29762" y="32836"/>
                  </a:lnTo>
                  <a:lnTo>
                    <a:pt x="40530" y="29758"/>
                  </a:lnTo>
                  <a:lnTo>
                    <a:pt x="32834" y="18997"/>
                  </a:lnTo>
                  <a:lnTo>
                    <a:pt x="26684" y="5165"/>
                  </a:lnTo>
                  <a:lnTo>
                    <a:pt x="42062" y="5165"/>
                  </a:lnTo>
                  <a:lnTo>
                    <a:pt x="62065" y="22076"/>
                  </a:lnTo>
                  <a:lnTo>
                    <a:pt x="58987" y="37447"/>
                  </a:lnTo>
                  <a:lnTo>
                    <a:pt x="65137" y="57429"/>
                  </a:lnTo>
                  <a:lnTo>
                    <a:pt x="72833" y="62047"/>
                  </a:lnTo>
                  <a:lnTo>
                    <a:pt x="77443" y="57429"/>
                  </a:lnTo>
                  <a:lnTo>
                    <a:pt x="74365" y="51286"/>
                  </a:lnTo>
                  <a:lnTo>
                    <a:pt x="86672" y="48208"/>
                  </a:lnTo>
                  <a:lnTo>
                    <a:pt x="91289" y="40526"/>
                  </a:lnTo>
                  <a:lnTo>
                    <a:pt x="82061" y="34376"/>
                  </a:lnTo>
                  <a:lnTo>
                    <a:pt x="88211" y="29758"/>
                  </a:lnTo>
                  <a:lnTo>
                    <a:pt x="95900" y="31297"/>
                  </a:lnTo>
                  <a:lnTo>
                    <a:pt x="105129" y="42058"/>
                  </a:lnTo>
                  <a:lnTo>
                    <a:pt x="105135" y="28226"/>
                  </a:lnTo>
                  <a:lnTo>
                    <a:pt x="123592" y="23615"/>
                  </a:lnTo>
                  <a:lnTo>
                    <a:pt x="129742" y="35908"/>
                  </a:lnTo>
                  <a:lnTo>
                    <a:pt x="135899" y="32836"/>
                  </a:lnTo>
                  <a:lnTo>
                    <a:pt x="132821" y="23615"/>
                  </a:lnTo>
                  <a:lnTo>
                    <a:pt x="145127" y="20536"/>
                  </a:lnTo>
                  <a:lnTo>
                    <a:pt x="155895" y="28226"/>
                  </a:lnTo>
                  <a:lnTo>
                    <a:pt x="174352" y="205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69" name="Forme libre : forme 347">
              <a:extLst>
                <a:ext uri="{FF2B5EF4-FFF2-40B4-BE49-F238E27FC236}">
                  <a16:creationId xmlns:a16="http://schemas.microsoft.com/office/drawing/2014/main" id="{19A88905-B9D9-A07B-36ED-EF8EFDB29FD8}"/>
                </a:ext>
              </a:extLst>
            </p:cNvPr>
            <p:cNvSpPr/>
            <p:nvPr/>
          </p:nvSpPr>
          <p:spPr>
            <a:xfrm>
              <a:off x="6522770" y="3653781"/>
              <a:ext cx="86140" cy="67738"/>
            </a:xfrm>
            <a:custGeom>
              <a:avLst/>
              <a:gdLst>
                <a:gd name="csX0" fmla="*/ 89043 w 86140"/>
                <a:gd name="csY0" fmla="*/ 65655 h 67738"/>
                <a:gd name="csX1" fmla="*/ 67508 w 86140"/>
                <a:gd name="csY1" fmla="*/ 44126 h 67738"/>
                <a:gd name="csX2" fmla="*/ 59818 w 86140"/>
                <a:gd name="csY2" fmla="*/ 30294 h 67738"/>
                <a:gd name="csX3" fmla="*/ 52129 w 86140"/>
                <a:gd name="csY3" fmla="*/ 17994 h 67738"/>
                <a:gd name="csX4" fmla="*/ 29055 w 86140"/>
                <a:gd name="csY4" fmla="*/ 10305 h 67738"/>
                <a:gd name="csX5" fmla="*/ 2902 w 86140"/>
                <a:gd name="csY5" fmla="*/ 1083 h 67738"/>
                <a:gd name="csX6" fmla="*/ 18287 w 86140"/>
                <a:gd name="csY6" fmla="*/ 22605 h 67738"/>
                <a:gd name="csX7" fmla="*/ 21366 w 86140"/>
                <a:gd name="csY7" fmla="*/ 39516 h 67738"/>
                <a:gd name="csX8" fmla="*/ 33666 w 86140"/>
                <a:gd name="csY8" fmla="*/ 47205 h 67738"/>
                <a:gd name="csX9" fmla="*/ 38283 w 86140"/>
                <a:gd name="csY9" fmla="*/ 54894 h 67738"/>
                <a:gd name="csX10" fmla="*/ 50590 w 86140"/>
                <a:gd name="csY10" fmla="*/ 53355 h 67738"/>
                <a:gd name="csX11" fmla="*/ 76373 w 86140"/>
                <a:gd name="csY11" fmla="*/ 68822 h 67738"/>
                <a:gd name="csX12" fmla="*/ 89043 w 86140"/>
                <a:gd name="csY12" fmla="*/ 65655 h 677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6140" h="67738">
                  <a:moveTo>
                    <a:pt x="89043" y="65655"/>
                  </a:moveTo>
                  <a:lnTo>
                    <a:pt x="67508" y="44126"/>
                  </a:lnTo>
                  <a:lnTo>
                    <a:pt x="59818" y="30294"/>
                  </a:lnTo>
                  <a:lnTo>
                    <a:pt x="52129" y="17994"/>
                  </a:lnTo>
                  <a:lnTo>
                    <a:pt x="29055" y="10305"/>
                  </a:lnTo>
                  <a:lnTo>
                    <a:pt x="2902" y="1083"/>
                  </a:lnTo>
                  <a:lnTo>
                    <a:pt x="18287" y="22605"/>
                  </a:lnTo>
                  <a:lnTo>
                    <a:pt x="21366" y="39516"/>
                  </a:lnTo>
                  <a:lnTo>
                    <a:pt x="33666" y="47205"/>
                  </a:lnTo>
                  <a:lnTo>
                    <a:pt x="38283" y="54894"/>
                  </a:lnTo>
                  <a:lnTo>
                    <a:pt x="50590" y="53355"/>
                  </a:lnTo>
                  <a:lnTo>
                    <a:pt x="76373" y="68822"/>
                  </a:lnTo>
                  <a:lnTo>
                    <a:pt x="89043" y="656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0" name="Forme libre : forme 348">
              <a:extLst>
                <a:ext uri="{FF2B5EF4-FFF2-40B4-BE49-F238E27FC236}">
                  <a16:creationId xmlns:a16="http://schemas.microsoft.com/office/drawing/2014/main" id="{B8EEB28D-15CD-4D4B-4EF1-1CD959C2F716}"/>
                </a:ext>
              </a:extLst>
            </p:cNvPr>
            <p:cNvSpPr/>
            <p:nvPr/>
          </p:nvSpPr>
          <p:spPr>
            <a:xfrm>
              <a:off x="6431499" y="3766519"/>
              <a:ext cx="126645" cy="114277"/>
            </a:xfrm>
            <a:custGeom>
              <a:avLst/>
              <a:gdLst>
                <a:gd name="csX0" fmla="*/ 2843 w 126645"/>
                <a:gd name="csY0" fmla="*/ 115440 h 114277"/>
                <a:gd name="csX1" fmla="*/ 6948 w 126645"/>
                <a:gd name="csY1" fmla="*/ 105705 h 114277"/>
                <a:gd name="csX2" fmla="*/ 52070 w 126645"/>
                <a:gd name="csY2" fmla="*/ 75981 h 114277"/>
                <a:gd name="csX3" fmla="*/ 60273 w 126645"/>
                <a:gd name="csY3" fmla="*/ 50355 h 114277"/>
                <a:gd name="csX4" fmla="*/ 50018 w 126645"/>
                <a:gd name="csY4" fmla="*/ 29860 h 114277"/>
                <a:gd name="csX5" fmla="*/ 75733 w 126645"/>
                <a:gd name="csY5" fmla="*/ 11814 h 114277"/>
                <a:gd name="csX6" fmla="*/ 91036 w 126645"/>
                <a:gd name="csY6" fmla="*/ 1162 h 114277"/>
                <a:gd name="csX7" fmla="*/ 107441 w 126645"/>
                <a:gd name="csY7" fmla="*/ 4234 h 114277"/>
                <a:gd name="csX8" fmla="*/ 115650 w 126645"/>
                <a:gd name="csY8" fmla="*/ 14482 h 114277"/>
                <a:gd name="csX9" fmla="*/ 129489 w 126645"/>
                <a:gd name="csY9" fmla="*/ 11410 h 1142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6645" h="114277">
                  <a:moveTo>
                    <a:pt x="2843" y="115440"/>
                  </a:moveTo>
                  <a:lnTo>
                    <a:pt x="6948" y="105705"/>
                  </a:lnTo>
                  <a:lnTo>
                    <a:pt x="52070" y="75981"/>
                  </a:lnTo>
                  <a:lnTo>
                    <a:pt x="60273" y="50355"/>
                  </a:lnTo>
                  <a:lnTo>
                    <a:pt x="50018" y="29860"/>
                  </a:lnTo>
                  <a:lnTo>
                    <a:pt x="75733" y="11814"/>
                  </a:lnTo>
                  <a:lnTo>
                    <a:pt x="91036" y="1162"/>
                  </a:lnTo>
                  <a:lnTo>
                    <a:pt x="107441" y="4234"/>
                  </a:lnTo>
                  <a:lnTo>
                    <a:pt x="115650" y="14482"/>
                  </a:lnTo>
                  <a:lnTo>
                    <a:pt x="129489" y="1141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1" name="Forme libre : forme 349">
              <a:extLst>
                <a:ext uri="{FF2B5EF4-FFF2-40B4-BE49-F238E27FC236}">
                  <a16:creationId xmlns:a16="http://schemas.microsoft.com/office/drawing/2014/main" id="{A15C6896-F61C-820B-8059-EA4E75BD8704}"/>
                </a:ext>
              </a:extLst>
            </p:cNvPr>
            <p:cNvSpPr/>
            <p:nvPr/>
          </p:nvSpPr>
          <p:spPr>
            <a:xfrm>
              <a:off x="6383243" y="3770617"/>
              <a:ext cx="121145" cy="32986"/>
            </a:xfrm>
            <a:custGeom>
              <a:avLst/>
              <a:gdLst>
                <a:gd name="csX0" fmla="*/ 2812 w 121145"/>
                <a:gd name="csY0" fmla="*/ 34133 h 32986"/>
                <a:gd name="csX1" fmla="*/ 3900 w 121145"/>
                <a:gd name="csY1" fmla="*/ 21641 h 32986"/>
                <a:gd name="csX2" fmla="*/ 35690 w 121145"/>
                <a:gd name="csY2" fmla="*/ 14465 h 32986"/>
                <a:gd name="csX3" fmla="*/ 46971 w 121145"/>
                <a:gd name="csY3" fmla="*/ 17544 h 32986"/>
                <a:gd name="csX4" fmla="*/ 72610 w 121145"/>
                <a:gd name="csY4" fmla="*/ 13446 h 32986"/>
                <a:gd name="csX5" fmla="*/ 99269 w 121145"/>
                <a:gd name="csY5" fmla="*/ 4218 h 32986"/>
                <a:gd name="csX6" fmla="*/ 118759 w 121145"/>
                <a:gd name="csY6" fmla="*/ 1146 h 32986"/>
                <a:gd name="csX7" fmla="*/ 123958 w 121145"/>
                <a:gd name="csY7" fmla="*/ 7700 h 329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145" h="32986">
                  <a:moveTo>
                    <a:pt x="2812" y="34133"/>
                  </a:moveTo>
                  <a:lnTo>
                    <a:pt x="3900" y="21641"/>
                  </a:lnTo>
                  <a:lnTo>
                    <a:pt x="35690" y="14465"/>
                  </a:lnTo>
                  <a:lnTo>
                    <a:pt x="46971" y="17544"/>
                  </a:lnTo>
                  <a:lnTo>
                    <a:pt x="72610" y="13446"/>
                  </a:lnTo>
                  <a:lnTo>
                    <a:pt x="99269" y="4218"/>
                  </a:lnTo>
                  <a:lnTo>
                    <a:pt x="118759" y="1146"/>
                  </a:lnTo>
                  <a:lnTo>
                    <a:pt x="123958" y="77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2" name="Forme libre : forme 350">
              <a:extLst>
                <a:ext uri="{FF2B5EF4-FFF2-40B4-BE49-F238E27FC236}">
                  <a16:creationId xmlns:a16="http://schemas.microsoft.com/office/drawing/2014/main" id="{BE2827D9-6BFA-49B1-D577-5AC1BC859653}"/>
                </a:ext>
              </a:extLst>
            </p:cNvPr>
            <p:cNvSpPr/>
            <p:nvPr/>
          </p:nvSpPr>
          <p:spPr>
            <a:xfrm>
              <a:off x="6793499" y="3529249"/>
              <a:ext cx="367117" cy="242400"/>
            </a:xfrm>
            <a:custGeom>
              <a:avLst/>
              <a:gdLst>
                <a:gd name="csX0" fmla="*/ 271829 w 367117"/>
                <a:gd name="csY0" fmla="*/ 243448 h 242400"/>
                <a:gd name="csX1" fmla="*/ 272855 w 367117"/>
                <a:gd name="csY1" fmla="*/ 224998 h 242400"/>
                <a:gd name="csX2" fmla="*/ 277979 w 367117"/>
                <a:gd name="csY2" fmla="*/ 208601 h 242400"/>
                <a:gd name="csX3" fmla="*/ 270802 w 367117"/>
                <a:gd name="csY3" fmla="*/ 198353 h 242400"/>
                <a:gd name="csX4" fmla="*/ 263626 w 367117"/>
                <a:gd name="csY4" fmla="*/ 173753 h 242400"/>
                <a:gd name="csX5" fmla="*/ 280031 w 367117"/>
                <a:gd name="csY5" fmla="*/ 169655 h 242400"/>
                <a:gd name="csX6" fmla="*/ 298494 w 367117"/>
                <a:gd name="csY6" fmla="*/ 165551 h 242400"/>
                <a:gd name="csX7" fmla="*/ 299521 w 367117"/>
                <a:gd name="csY7" fmla="*/ 145056 h 242400"/>
                <a:gd name="csX8" fmla="*/ 324127 w 367117"/>
                <a:gd name="csY8" fmla="*/ 137879 h 242400"/>
                <a:gd name="csX9" fmla="*/ 338486 w 367117"/>
                <a:gd name="csY9" fmla="*/ 143003 h 242400"/>
                <a:gd name="csX10" fmla="*/ 329258 w 367117"/>
                <a:gd name="csY10" fmla="*/ 152232 h 242400"/>
                <a:gd name="csX11" fmla="*/ 327206 w 367117"/>
                <a:gd name="csY11" fmla="*/ 164532 h 242400"/>
                <a:gd name="csX12" fmla="*/ 348741 w 367117"/>
                <a:gd name="csY12" fmla="*/ 160427 h 242400"/>
                <a:gd name="csX13" fmla="*/ 370276 w 367117"/>
                <a:gd name="csY13" fmla="*/ 147108 h 242400"/>
                <a:gd name="csX14" fmla="*/ 370276 w 367117"/>
                <a:gd name="csY14" fmla="*/ 135834 h 242400"/>
                <a:gd name="csX15" fmla="*/ 352839 w 367117"/>
                <a:gd name="csY15" fmla="*/ 134808 h 242400"/>
                <a:gd name="csX16" fmla="*/ 347715 w 367117"/>
                <a:gd name="csY16" fmla="*/ 121482 h 242400"/>
                <a:gd name="csX17" fmla="*/ 326180 w 367117"/>
                <a:gd name="csY17" fmla="*/ 120456 h 242400"/>
                <a:gd name="csX18" fmla="*/ 310124 w 367117"/>
                <a:gd name="csY18" fmla="*/ 117343 h 242400"/>
                <a:gd name="csX19" fmla="*/ 319352 w 367117"/>
                <a:gd name="csY19" fmla="*/ 108888 h 242400"/>
                <a:gd name="csX20" fmla="*/ 331659 w 367117"/>
                <a:gd name="csY20" fmla="*/ 108121 h 242400"/>
                <a:gd name="csX21" fmla="*/ 337460 w 367117"/>
                <a:gd name="csY21" fmla="*/ 95863 h 242400"/>
                <a:gd name="csX22" fmla="*/ 309775 w 367117"/>
                <a:gd name="csY22" fmla="*/ 102006 h 242400"/>
                <a:gd name="csX23" fmla="*/ 295416 w 367117"/>
                <a:gd name="csY23" fmla="*/ 116358 h 242400"/>
                <a:gd name="csX24" fmla="*/ 292488 w 367117"/>
                <a:gd name="csY24" fmla="*/ 128268 h 242400"/>
                <a:gd name="csX25" fmla="*/ 282083 w 367117"/>
                <a:gd name="csY25" fmla="*/ 131729 h 242400"/>
                <a:gd name="csX26" fmla="*/ 271829 w 367117"/>
                <a:gd name="csY26" fmla="*/ 139932 h 242400"/>
                <a:gd name="csX27" fmla="*/ 263626 w 367117"/>
                <a:gd name="csY27" fmla="*/ 140958 h 242400"/>
                <a:gd name="csX28" fmla="*/ 251319 w 367117"/>
                <a:gd name="csY28" fmla="*/ 127632 h 242400"/>
                <a:gd name="csX29" fmla="*/ 243117 w 367117"/>
                <a:gd name="csY29" fmla="*/ 126606 h 242400"/>
                <a:gd name="csX30" fmla="*/ 228758 w 367117"/>
                <a:gd name="csY30" fmla="*/ 89706 h 242400"/>
                <a:gd name="csX31" fmla="*/ 215432 w 367117"/>
                <a:gd name="csY31" fmla="*/ 93810 h 242400"/>
                <a:gd name="csX32" fmla="*/ 205178 w 367117"/>
                <a:gd name="csY32" fmla="*/ 71256 h 242400"/>
                <a:gd name="csX33" fmla="*/ 187740 w 367117"/>
                <a:gd name="csY33" fmla="*/ 59982 h 242400"/>
                <a:gd name="csX34" fmla="*/ 177486 w 367117"/>
                <a:gd name="csY34" fmla="*/ 61008 h 242400"/>
                <a:gd name="csX35" fmla="*/ 155950 w 367117"/>
                <a:gd name="csY35" fmla="*/ 58963 h 242400"/>
                <a:gd name="csX36" fmla="*/ 141598 w 367117"/>
                <a:gd name="csY36" fmla="*/ 61008 h 242400"/>
                <a:gd name="csX37" fmla="*/ 125447 w 367117"/>
                <a:gd name="csY37" fmla="*/ 41792 h 242400"/>
                <a:gd name="csX38" fmla="*/ 65459 w 367117"/>
                <a:gd name="csY38" fmla="*/ 1047 h 242400"/>
                <a:gd name="csX39" fmla="*/ 3159 w 367117"/>
                <a:gd name="csY39" fmla="*/ 34356 h 242400"/>
                <a:gd name="csX40" fmla="*/ 7263 w 367117"/>
                <a:gd name="csY40" fmla="*/ 114306 h 242400"/>
                <a:gd name="csX41" fmla="*/ 42767 w 367117"/>
                <a:gd name="csY41" fmla="*/ 122569 h 242400"/>
                <a:gd name="csX42" fmla="*/ 48917 w 367117"/>
                <a:gd name="csY42" fmla="*/ 100015 h 242400"/>
                <a:gd name="csX43" fmla="*/ 62250 w 367117"/>
                <a:gd name="csY43" fmla="*/ 92846 h 242400"/>
                <a:gd name="csX44" fmla="*/ 68400 w 367117"/>
                <a:gd name="csY44" fmla="*/ 93872 h 242400"/>
                <a:gd name="csX45" fmla="*/ 70453 w 367117"/>
                <a:gd name="csY45" fmla="*/ 88741 h 242400"/>
                <a:gd name="csX46" fmla="*/ 77629 w 367117"/>
                <a:gd name="csY46" fmla="*/ 88741 h 242400"/>
                <a:gd name="csX47" fmla="*/ 89935 w 367117"/>
                <a:gd name="csY47" fmla="*/ 94898 h 242400"/>
                <a:gd name="csX48" fmla="*/ 96092 w 367117"/>
                <a:gd name="csY48" fmla="*/ 102067 h 242400"/>
                <a:gd name="csX49" fmla="*/ 98528 w 367117"/>
                <a:gd name="csY49" fmla="*/ 113279 h 242400"/>
                <a:gd name="csX50" fmla="*/ 95449 w 367117"/>
                <a:gd name="csY50" fmla="*/ 122501 h 242400"/>
                <a:gd name="csX51" fmla="*/ 125187 w 367117"/>
                <a:gd name="csY51" fmla="*/ 134801 h 242400"/>
                <a:gd name="csX52" fmla="*/ 140572 w 367117"/>
                <a:gd name="csY52" fmla="*/ 138906 h 242400"/>
                <a:gd name="csX53" fmla="*/ 152879 w 367117"/>
                <a:gd name="csY53" fmla="*/ 154277 h 242400"/>
                <a:gd name="csX54" fmla="*/ 161081 w 367117"/>
                <a:gd name="csY54" fmla="*/ 182975 h 242400"/>
                <a:gd name="csX55" fmla="*/ 178512 w 367117"/>
                <a:gd name="csY55" fmla="*/ 203470 h 242400"/>
                <a:gd name="csX56" fmla="*/ 197995 w 367117"/>
                <a:gd name="csY56" fmla="*/ 211672 h 242400"/>
                <a:gd name="csX57" fmla="*/ 217477 w 367117"/>
                <a:gd name="csY57" fmla="*/ 221920 h 242400"/>
                <a:gd name="csX58" fmla="*/ 231837 w 367117"/>
                <a:gd name="csY58" fmla="*/ 224998 h 242400"/>
                <a:gd name="csX59" fmla="*/ 240039 w 367117"/>
                <a:gd name="csY59" fmla="*/ 237298 h 242400"/>
                <a:gd name="csX60" fmla="*/ 271829 w 367117"/>
                <a:gd name="csY60" fmla="*/ 243448 h 2424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367117" h="242400">
                  <a:moveTo>
                    <a:pt x="271829" y="243448"/>
                  </a:moveTo>
                  <a:lnTo>
                    <a:pt x="272855" y="224998"/>
                  </a:lnTo>
                  <a:lnTo>
                    <a:pt x="277979" y="208601"/>
                  </a:lnTo>
                  <a:lnTo>
                    <a:pt x="270802" y="198353"/>
                  </a:lnTo>
                  <a:lnTo>
                    <a:pt x="263626" y="173753"/>
                  </a:lnTo>
                  <a:lnTo>
                    <a:pt x="280031" y="169655"/>
                  </a:lnTo>
                  <a:lnTo>
                    <a:pt x="298494" y="165551"/>
                  </a:lnTo>
                  <a:lnTo>
                    <a:pt x="299521" y="145056"/>
                  </a:lnTo>
                  <a:lnTo>
                    <a:pt x="324127" y="137879"/>
                  </a:lnTo>
                  <a:lnTo>
                    <a:pt x="338486" y="143003"/>
                  </a:lnTo>
                  <a:lnTo>
                    <a:pt x="329258" y="152232"/>
                  </a:lnTo>
                  <a:lnTo>
                    <a:pt x="327206" y="164532"/>
                  </a:lnTo>
                  <a:lnTo>
                    <a:pt x="348741" y="160427"/>
                  </a:lnTo>
                  <a:lnTo>
                    <a:pt x="370276" y="147108"/>
                  </a:lnTo>
                  <a:lnTo>
                    <a:pt x="370276" y="135834"/>
                  </a:lnTo>
                  <a:lnTo>
                    <a:pt x="352839" y="134808"/>
                  </a:lnTo>
                  <a:lnTo>
                    <a:pt x="347715" y="121482"/>
                  </a:lnTo>
                  <a:lnTo>
                    <a:pt x="326180" y="120456"/>
                  </a:lnTo>
                  <a:lnTo>
                    <a:pt x="310124" y="117343"/>
                  </a:lnTo>
                  <a:lnTo>
                    <a:pt x="319352" y="108888"/>
                  </a:lnTo>
                  <a:lnTo>
                    <a:pt x="331659" y="108121"/>
                  </a:lnTo>
                  <a:lnTo>
                    <a:pt x="337460" y="95863"/>
                  </a:lnTo>
                  <a:lnTo>
                    <a:pt x="309775" y="102006"/>
                  </a:lnTo>
                  <a:lnTo>
                    <a:pt x="295416" y="116358"/>
                  </a:lnTo>
                  <a:lnTo>
                    <a:pt x="292488" y="128268"/>
                  </a:lnTo>
                  <a:lnTo>
                    <a:pt x="282083" y="131729"/>
                  </a:lnTo>
                  <a:lnTo>
                    <a:pt x="271829" y="139932"/>
                  </a:lnTo>
                  <a:lnTo>
                    <a:pt x="263626" y="140958"/>
                  </a:lnTo>
                  <a:lnTo>
                    <a:pt x="251319" y="127632"/>
                  </a:lnTo>
                  <a:lnTo>
                    <a:pt x="243117" y="126606"/>
                  </a:lnTo>
                  <a:lnTo>
                    <a:pt x="228758" y="89706"/>
                  </a:lnTo>
                  <a:lnTo>
                    <a:pt x="215432" y="93810"/>
                  </a:lnTo>
                  <a:lnTo>
                    <a:pt x="205178" y="71256"/>
                  </a:lnTo>
                  <a:lnTo>
                    <a:pt x="187740" y="59982"/>
                  </a:lnTo>
                  <a:lnTo>
                    <a:pt x="177486" y="61008"/>
                  </a:lnTo>
                  <a:lnTo>
                    <a:pt x="155950" y="58963"/>
                  </a:lnTo>
                  <a:lnTo>
                    <a:pt x="141598" y="61008"/>
                  </a:lnTo>
                  <a:lnTo>
                    <a:pt x="125447" y="41792"/>
                  </a:lnTo>
                  <a:lnTo>
                    <a:pt x="65459" y="1047"/>
                  </a:lnTo>
                  <a:lnTo>
                    <a:pt x="3159" y="34356"/>
                  </a:lnTo>
                  <a:lnTo>
                    <a:pt x="7263" y="114306"/>
                  </a:lnTo>
                  <a:lnTo>
                    <a:pt x="42767" y="122569"/>
                  </a:lnTo>
                  <a:lnTo>
                    <a:pt x="48917" y="100015"/>
                  </a:lnTo>
                  <a:lnTo>
                    <a:pt x="62250" y="92846"/>
                  </a:lnTo>
                  <a:lnTo>
                    <a:pt x="68400" y="93872"/>
                  </a:lnTo>
                  <a:lnTo>
                    <a:pt x="70453" y="88741"/>
                  </a:lnTo>
                  <a:lnTo>
                    <a:pt x="77629" y="88741"/>
                  </a:lnTo>
                  <a:lnTo>
                    <a:pt x="89935" y="94898"/>
                  </a:lnTo>
                  <a:lnTo>
                    <a:pt x="96092" y="102067"/>
                  </a:lnTo>
                  <a:lnTo>
                    <a:pt x="98528" y="113279"/>
                  </a:lnTo>
                  <a:lnTo>
                    <a:pt x="95449" y="122501"/>
                  </a:lnTo>
                  <a:lnTo>
                    <a:pt x="125187" y="134801"/>
                  </a:lnTo>
                  <a:lnTo>
                    <a:pt x="140572" y="138906"/>
                  </a:lnTo>
                  <a:lnTo>
                    <a:pt x="152879" y="154277"/>
                  </a:lnTo>
                  <a:lnTo>
                    <a:pt x="161081" y="182975"/>
                  </a:lnTo>
                  <a:lnTo>
                    <a:pt x="178512" y="203470"/>
                  </a:lnTo>
                  <a:lnTo>
                    <a:pt x="197995" y="211672"/>
                  </a:lnTo>
                  <a:lnTo>
                    <a:pt x="217477" y="221920"/>
                  </a:lnTo>
                  <a:lnTo>
                    <a:pt x="231837" y="224998"/>
                  </a:lnTo>
                  <a:lnTo>
                    <a:pt x="240039" y="237298"/>
                  </a:lnTo>
                  <a:lnTo>
                    <a:pt x="271829" y="2434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3" name="Forme libre : forme 351">
              <a:extLst>
                <a:ext uri="{FF2B5EF4-FFF2-40B4-BE49-F238E27FC236}">
                  <a16:creationId xmlns:a16="http://schemas.microsoft.com/office/drawing/2014/main" id="{77A66D48-1864-239B-9C44-0C0CD24350B8}"/>
                </a:ext>
              </a:extLst>
            </p:cNvPr>
            <p:cNvSpPr/>
            <p:nvPr/>
          </p:nvSpPr>
          <p:spPr>
            <a:xfrm>
              <a:off x="6055166" y="3163335"/>
              <a:ext cx="116904" cy="92249"/>
            </a:xfrm>
            <a:custGeom>
              <a:avLst/>
              <a:gdLst>
                <a:gd name="csX0" fmla="*/ 8763 w 116904"/>
                <a:gd name="csY0" fmla="*/ 49483 h 92249"/>
                <a:gd name="csX1" fmla="*/ 24148 w 116904"/>
                <a:gd name="csY1" fmla="*/ 54607 h 92249"/>
                <a:gd name="csX2" fmla="*/ 34915 w 116904"/>
                <a:gd name="csY2" fmla="*/ 60757 h 92249"/>
                <a:gd name="csX3" fmla="*/ 42379 w 116904"/>
                <a:gd name="csY3" fmla="*/ 78270 h 92249"/>
                <a:gd name="csX4" fmla="*/ 50294 w 116904"/>
                <a:gd name="csY4" fmla="*/ 77668 h 92249"/>
                <a:gd name="csX5" fmla="*/ 54911 w 116904"/>
                <a:gd name="csY5" fmla="*/ 85357 h 92249"/>
                <a:gd name="csX6" fmla="*/ 70290 w 116904"/>
                <a:gd name="csY6" fmla="*/ 93046 h 92249"/>
                <a:gd name="csX7" fmla="*/ 77979 w 116904"/>
                <a:gd name="csY7" fmla="*/ 85357 h 92249"/>
                <a:gd name="csX8" fmla="*/ 79518 w 116904"/>
                <a:gd name="csY8" fmla="*/ 77668 h 92249"/>
                <a:gd name="csX9" fmla="*/ 97982 w 116904"/>
                <a:gd name="csY9" fmla="*/ 69985 h 92249"/>
                <a:gd name="csX10" fmla="*/ 107210 w 116904"/>
                <a:gd name="csY10" fmla="*/ 53074 h 92249"/>
                <a:gd name="csX11" fmla="*/ 119517 w 116904"/>
                <a:gd name="csY11" fmla="*/ 33085 h 92249"/>
                <a:gd name="csX12" fmla="*/ 99514 w 116904"/>
                <a:gd name="csY12" fmla="*/ 8485 h 92249"/>
                <a:gd name="csX13" fmla="*/ 61061 w 116904"/>
                <a:gd name="csY13" fmla="*/ 796 h 92249"/>
                <a:gd name="csX14" fmla="*/ 13380 w 116904"/>
                <a:gd name="csY14" fmla="*/ 796 h 92249"/>
                <a:gd name="csX15" fmla="*/ 2613 w 116904"/>
                <a:gd name="csY15" fmla="*/ 11564 h 92249"/>
                <a:gd name="csX16" fmla="*/ 8763 w 116904"/>
                <a:gd name="csY16" fmla="*/ 49483 h 922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6904" h="92249">
                  <a:moveTo>
                    <a:pt x="8763" y="49483"/>
                  </a:moveTo>
                  <a:lnTo>
                    <a:pt x="24148" y="54607"/>
                  </a:lnTo>
                  <a:lnTo>
                    <a:pt x="34915" y="60757"/>
                  </a:lnTo>
                  <a:lnTo>
                    <a:pt x="42379" y="78270"/>
                  </a:lnTo>
                  <a:lnTo>
                    <a:pt x="50294" y="77668"/>
                  </a:lnTo>
                  <a:lnTo>
                    <a:pt x="54911" y="85357"/>
                  </a:lnTo>
                  <a:lnTo>
                    <a:pt x="70290" y="93046"/>
                  </a:lnTo>
                  <a:lnTo>
                    <a:pt x="77979" y="85357"/>
                  </a:lnTo>
                  <a:lnTo>
                    <a:pt x="79518" y="77668"/>
                  </a:lnTo>
                  <a:lnTo>
                    <a:pt x="97982" y="69985"/>
                  </a:lnTo>
                  <a:lnTo>
                    <a:pt x="107210" y="53074"/>
                  </a:lnTo>
                  <a:lnTo>
                    <a:pt x="119517" y="33085"/>
                  </a:lnTo>
                  <a:lnTo>
                    <a:pt x="99514" y="8485"/>
                  </a:lnTo>
                  <a:lnTo>
                    <a:pt x="61061" y="796"/>
                  </a:lnTo>
                  <a:lnTo>
                    <a:pt x="13380" y="796"/>
                  </a:lnTo>
                  <a:lnTo>
                    <a:pt x="2613" y="11564"/>
                  </a:lnTo>
                  <a:lnTo>
                    <a:pt x="8763" y="494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4" name="Forme libre : forme 352">
              <a:extLst>
                <a:ext uri="{FF2B5EF4-FFF2-40B4-BE49-F238E27FC236}">
                  <a16:creationId xmlns:a16="http://schemas.microsoft.com/office/drawing/2014/main" id="{7E8C0662-9BD7-CABE-89CE-3123F99BCE51}"/>
                </a:ext>
              </a:extLst>
            </p:cNvPr>
            <p:cNvSpPr/>
            <p:nvPr/>
          </p:nvSpPr>
          <p:spPr>
            <a:xfrm>
              <a:off x="6102848" y="3174103"/>
              <a:ext cx="195349" cy="172185"/>
            </a:xfrm>
            <a:custGeom>
              <a:avLst/>
              <a:gdLst>
                <a:gd name="csX0" fmla="*/ 181116 w 195349"/>
                <a:gd name="csY0" fmla="*/ 146872 h 172185"/>
                <a:gd name="csX1" fmla="*/ 159581 w 195349"/>
                <a:gd name="csY1" fmla="*/ 151483 h 172185"/>
                <a:gd name="csX2" fmla="*/ 154964 w 195349"/>
                <a:gd name="csY2" fmla="*/ 165322 h 172185"/>
                <a:gd name="csX3" fmla="*/ 142657 w 195349"/>
                <a:gd name="csY3" fmla="*/ 168394 h 172185"/>
                <a:gd name="csX4" fmla="*/ 108822 w 195349"/>
                <a:gd name="csY4" fmla="*/ 157633 h 172185"/>
                <a:gd name="csX5" fmla="*/ 99593 w 195349"/>
                <a:gd name="csY5" fmla="*/ 160711 h 172185"/>
                <a:gd name="csX6" fmla="*/ 84208 w 195349"/>
                <a:gd name="csY6" fmla="*/ 156094 h 172185"/>
                <a:gd name="csX7" fmla="*/ 71901 w 195349"/>
                <a:gd name="csY7" fmla="*/ 157633 h 172185"/>
                <a:gd name="csX8" fmla="*/ 58055 w 195349"/>
                <a:gd name="csY8" fmla="*/ 149944 h 172185"/>
                <a:gd name="csX9" fmla="*/ 42677 w 195349"/>
                <a:gd name="csY9" fmla="*/ 151483 h 172185"/>
                <a:gd name="csX10" fmla="*/ 21142 w 195349"/>
                <a:gd name="csY10" fmla="*/ 173004 h 172185"/>
                <a:gd name="csX11" fmla="*/ 18063 w 195349"/>
                <a:gd name="csY11" fmla="*/ 154555 h 172185"/>
                <a:gd name="csX12" fmla="*/ 2685 w 195349"/>
                <a:gd name="csY12" fmla="*/ 137644 h 172185"/>
                <a:gd name="csX13" fmla="*/ 18063 w 195349"/>
                <a:gd name="csY13" fmla="*/ 120733 h 172185"/>
                <a:gd name="csX14" fmla="*/ 7296 w 195349"/>
                <a:gd name="csY14" fmla="*/ 97672 h 172185"/>
                <a:gd name="csX15" fmla="*/ 7296 w 195349"/>
                <a:gd name="csY15" fmla="*/ 74612 h 172185"/>
                <a:gd name="csX16" fmla="*/ 22681 w 195349"/>
                <a:gd name="csY16" fmla="*/ 82301 h 172185"/>
                <a:gd name="csX17" fmla="*/ 30370 w 195349"/>
                <a:gd name="csY17" fmla="*/ 74612 h 172185"/>
                <a:gd name="csX18" fmla="*/ 31909 w 195349"/>
                <a:gd name="csY18" fmla="*/ 66922 h 172185"/>
                <a:gd name="csX19" fmla="*/ 50373 w 195349"/>
                <a:gd name="csY19" fmla="*/ 59240 h 172185"/>
                <a:gd name="csX20" fmla="*/ 59601 w 195349"/>
                <a:gd name="csY20" fmla="*/ 42329 h 172185"/>
                <a:gd name="csX21" fmla="*/ 71908 w 195349"/>
                <a:gd name="csY21" fmla="*/ 22340 h 172185"/>
                <a:gd name="csX22" fmla="*/ 82669 w 195349"/>
                <a:gd name="csY22" fmla="*/ 22340 h 172185"/>
                <a:gd name="csX23" fmla="*/ 101132 w 195349"/>
                <a:gd name="csY23" fmla="*/ 819 h 172185"/>
                <a:gd name="csX24" fmla="*/ 114972 w 195349"/>
                <a:gd name="csY24" fmla="*/ 2358 h 172185"/>
                <a:gd name="csX25" fmla="*/ 127278 w 195349"/>
                <a:gd name="csY25" fmla="*/ 13119 h 172185"/>
                <a:gd name="csX26" fmla="*/ 138046 w 195349"/>
                <a:gd name="csY26" fmla="*/ 10040 h 172185"/>
                <a:gd name="csX27" fmla="*/ 153431 w 195349"/>
                <a:gd name="csY27" fmla="*/ 11579 h 172185"/>
                <a:gd name="csX28" fmla="*/ 161120 w 195349"/>
                <a:gd name="csY28" fmla="*/ 23879 h 172185"/>
                <a:gd name="csX29" fmla="*/ 164199 w 195349"/>
                <a:gd name="csY29" fmla="*/ 57701 h 172185"/>
                <a:gd name="csX30" fmla="*/ 174966 w 195349"/>
                <a:gd name="csY30" fmla="*/ 77690 h 172185"/>
                <a:gd name="csX31" fmla="*/ 198034 w 195349"/>
                <a:gd name="csY31" fmla="*/ 99212 h 172185"/>
                <a:gd name="csX32" fmla="*/ 193423 w 195349"/>
                <a:gd name="csY32" fmla="*/ 114590 h 172185"/>
                <a:gd name="csX33" fmla="*/ 184195 w 195349"/>
                <a:gd name="csY33" fmla="*/ 114590 h 172185"/>
                <a:gd name="csX34" fmla="*/ 174966 w 195349"/>
                <a:gd name="csY34" fmla="*/ 108440 h 172185"/>
                <a:gd name="csX35" fmla="*/ 164199 w 195349"/>
                <a:gd name="csY35" fmla="*/ 108440 h 172185"/>
                <a:gd name="csX36" fmla="*/ 167270 w 195349"/>
                <a:gd name="csY36" fmla="*/ 122272 h 172185"/>
                <a:gd name="csX37" fmla="*/ 176499 w 195349"/>
                <a:gd name="csY37" fmla="*/ 131501 h 172185"/>
                <a:gd name="csX38" fmla="*/ 181116 w 195349"/>
                <a:gd name="csY38" fmla="*/ 146872 h 172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95349" h="172185">
                  <a:moveTo>
                    <a:pt x="181116" y="146872"/>
                  </a:moveTo>
                  <a:lnTo>
                    <a:pt x="159581" y="151483"/>
                  </a:lnTo>
                  <a:lnTo>
                    <a:pt x="154964" y="165322"/>
                  </a:lnTo>
                  <a:lnTo>
                    <a:pt x="142657" y="168394"/>
                  </a:lnTo>
                  <a:lnTo>
                    <a:pt x="108822" y="157633"/>
                  </a:lnTo>
                  <a:lnTo>
                    <a:pt x="99593" y="160711"/>
                  </a:lnTo>
                  <a:lnTo>
                    <a:pt x="84208" y="156094"/>
                  </a:lnTo>
                  <a:lnTo>
                    <a:pt x="71901" y="157633"/>
                  </a:lnTo>
                  <a:lnTo>
                    <a:pt x="58055" y="149944"/>
                  </a:lnTo>
                  <a:lnTo>
                    <a:pt x="42677" y="151483"/>
                  </a:lnTo>
                  <a:lnTo>
                    <a:pt x="21142" y="173004"/>
                  </a:lnTo>
                  <a:lnTo>
                    <a:pt x="18063" y="154555"/>
                  </a:lnTo>
                  <a:lnTo>
                    <a:pt x="2685" y="137644"/>
                  </a:lnTo>
                  <a:lnTo>
                    <a:pt x="18063" y="120733"/>
                  </a:lnTo>
                  <a:lnTo>
                    <a:pt x="7296" y="97672"/>
                  </a:lnTo>
                  <a:lnTo>
                    <a:pt x="7296" y="74612"/>
                  </a:lnTo>
                  <a:lnTo>
                    <a:pt x="22681" y="82301"/>
                  </a:lnTo>
                  <a:lnTo>
                    <a:pt x="30370" y="74612"/>
                  </a:lnTo>
                  <a:lnTo>
                    <a:pt x="31909" y="66922"/>
                  </a:lnTo>
                  <a:lnTo>
                    <a:pt x="50373" y="59240"/>
                  </a:lnTo>
                  <a:lnTo>
                    <a:pt x="59601" y="42329"/>
                  </a:lnTo>
                  <a:lnTo>
                    <a:pt x="71908" y="22340"/>
                  </a:lnTo>
                  <a:lnTo>
                    <a:pt x="82669" y="22340"/>
                  </a:lnTo>
                  <a:lnTo>
                    <a:pt x="101132" y="819"/>
                  </a:lnTo>
                  <a:lnTo>
                    <a:pt x="114972" y="2358"/>
                  </a:lnTo>
                  <a:lnTo>
                    <a:pt x="127278" y="13119"/>
                  </a:lnTo>
                  <a:lnTo>
                    <a:pt x="138046" y="10040"/>
                  </a:lnTo>
                  <a:lnTo>
                    <a:pt x="153431" y="11579"/>
                  </a:lnTo>
                  <a:lnTo>
                    <a:pt x="161120" y="23879"/>
                  </a:lnTo>
                  <a:lnTo>
                    <a:pt x="164199" y="57701"/>
                  </a:lnTo>
                  <a:lnTo>
                    <a:pt x="174966" y="77690"/>
                  </a:lnTo>
                  <a:lnTo>
                    <a:pt x="198034" y="99212"/>
                  </a:lnTo>
                  <a:lnTo>
                    <a:pt x="193423" y="114590"/>
                  </a:lnTo>
                  <a:lnTo>
                    <a:pt x="184195" y="114590"/>
                  </a:lnTo>
                  <a:lnTo>
                    <a:pt x="174966" y="108440"/>
                  </a:lnTo>
                  <a:lnTo>
                    <a:pt x="164199" y="108440"/>
                  </a:lnTo>
                  <a:lnTo>
                    <a:pt x="167270" y="122272"/>
                  </a:lnTo>
                  <a:lnTo>
                    <a:pt x="176499" y="131501"/>
                  </a:lnTo>
                  <a:lnTo>
                    <a:pt x="181116" y="146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5" name="Forme libre : forme 353">
              <a:extLst>
                <a:ext uri="{FF2B5EF4-FFF2-40B4-BE49-F238E27FC236}">
                  <a16:creationId xmlns:a16="http://schemas.microsoft.com/office/drawing/2014/main" id="{00F71F17-93C3-7C02-6698-A30AC4BE761E}"/>
                </a:ext>
              </a:extLst>
            </p:cNvPr>
            <p:cNvSpPr/>
            <p:nvPr/>
          </p:nvSpPr>
          <p:spPr>
            <a:xfrm>
              <a:off x="5809578" y="3430842"/>
              <a:ext cx="157908" cy="83021"/>
            </a:xfrm>
            <a:custGeom>
              <a:avLst/>
              <a:gdLst>
                <a:gd name="csX0" fmla="*/ 146555 w 157908"/>
                <a:gd name="csY0" fmla="*/ 65525 h 83021"/>
                <a:gd name="csX1" fmla="*/ 128099 w 157908"/>
                <a:gd name="csY1" fmla="*/ 70135 h 83021"/>
                <a:gd name="csX2" fmla="*/ 105024 w 157908"/>
                <a:gd name="csY2" fmla="*/ 83975 h 83021"/>
                <a:gd name="csX3" fmla="*/ 89639 w 157908"/>
                <a:gd name="csY3" fmla="*/ 77825 h 83021"/>
                <a:gd name="csX4" fmla="*/ 69643 w 157908"/>
                <a:gd name="csY4" fmla="*/ 71675 h 83021"/>
                <a:gd name="csX5" fmla="*/ 61954 w 157908"/>
                <a:gd name="csY5" fmla="*/ 71675 h 83021"/>
                <a:gd name="csX6" fmla="*/ 55804 w 157908"/>
                <a:gd name="csY6" fmla="*/ 67057 h 83021"/>
                <a:gd name="csX7" fmla="*/ 45036 w 157908"/>
                <a:gd name="csY7" fmla="*/ 67057 h 83021"/>
                <a:gd name="csX8" fmla="*/ 37340 w 157908"/>
                <a:gd name="csY8" fmla="*/ 73207 h 83021"/>
                <a:gd name="csX9" fmla="*/ 15812 w 157908"/>
                <a:gd name="csY9" fmla="*/ 73207 h 83021"/>
                <a:gd name="csX10" fmla="*/ 3505 w 157908"/>
                <a:gd name="csY10" fmla="*/ 68596 h 83021"/>
                <a:gd name="csX11" fmla="*/ 2493 w 157908"/>
                <a:gd name="csY11" fmla="*/ 56084 h 83021"/>
                <a:gd name="csX12" fmla="*/ 5044 w 157908"/>
                <a:gd name="csY12" fmla="*/ 53225 h 83021"/>
                <a:gd name="csX13" fmla="*/ 23501 w 157908"/>
                <a:gd name="csY13" fmla="*/ 54764 h 83021"/>
                <a:gd name="csX14" fmla="*/ 46569 w 157908"/>
                <a:gd name="csY14" fmla="*/ 50146 h 83021"/>
                <a:gd name="csX15" fmla="*/ 60415 w 157908"/>
                <a:gd name="csY15" fmla="*/ 42464 h 83021"/>
                <a:gd name="csX16" fmla="*/ 75800 w 157908"/>
                <a:gd name="csY16" fmla="*/ 45536 h 83021"/>
                <a:gd name="csX17" fmla="*/ 81950 w 157908"/>
                <a:gd name="csY17" fmla="*/ 37853 h 83021"/>
                <a:gd name="csX18" fmla="*/ 78878 w 157908"/>
                <a:gd name="csY18" fmla="*/ 24014 h 83021"/>
                <a:gd name="csX19" fmla="*/ 91178 w 157908"/>
                <a:gd name="csY19" fmla="*/ 14786 h 83021"/>
                <a:gd name="csX20" fmla="*/ 94257 w 157908"/>
                <a:gd name="csY20" fmla="*/ 5564 h 83021"/>
                <a:gd name="csX21" fmla="*/ 125020 w 157908"/>
                <a:gd name="csY21" fmla="*/ 953 h 83021"/>
                <a:gd name="csX22" fmla="*/ 145016 w 157908"/>
                <a:gd name="csY22" fmla="*/ 8643 h 83021"/>
                <a:gd name="csX23" fmla="*/ 149634 w 157908"/>
                <a:gd name="csY23" fmla="*/ 22475 h 83021"/>
                <a:gd name="csX24" fmla="*/ 158363 w 157908"/>
                <a:gd name="csY24" fmla="*/ 23111 h 83021"/>
                <a:gd name="csX25" fmla="*/ 160401 w 157908"/>
                <a:gd name="csY25" fmla="*/ 37853 h 83021"/>
                <a:gd name="csX26" fmla="*/ 149634 w 157908"/>
                <a:gd name="csY26" fmla="*/ 44003 h 83021"/>
                <a:gd name="csX27" fmla="*/ 151166 w 157908"/>
                <a:gd name="csY27" fmla="*/ 57836 h 83021"/>
                <a:gd name="csX28" fmla="*/ 146555 w 157908"/>
                <a:gd name="csY28" fmla="*/ 65525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57908" h="83021">
                  <a:moveTo>
                    <a:pt x="146555" y="65525"/>
                  </a:moveTo>
                  <a:lnTo>
                    <a:pt x="128099" y="70135"/>
                  </a:lnTo>
                  <a:lnTo>
                    <a:pt x="105024" y="83975"/>
                  </a:lnTo>
                  <a:lnTo>
                    <a:pt x="89639" y="77825"/>
                  </a:lnTo>
                  <a:lnTo>
                    <a:pt x="69643" y="71675"/>
                  </a:lnTo>
                  <a:lnTo>
                    <a:pt x="61954" y="71675"/>
                  </a:lnTo>
                  <a:lnTo>
                    <a:pt x="55804" y="67057"/>
                  </a:lnTo>
                  <a:lnTo>
                    <a:pt x="45036" y="67057"/>
                  </a:lnTo>
                  <a:lnTo>
                    <a:pt x="37340" y="73207"/>
                  </a:lnTo>
                  <a:lnTo>
                    <a:pt x="15812" y="73207"/>
                  </a:lnTo>
                  <a:lnTo>
                    <a:pt x="3505" y="68596"/>
                  </a:lnTo>
                  <a:lnTo>
                    <a:pt x="2493" y="56084"/>
                  </a:lnTo>
                  <a:lnTo>
                    <a:pt x="5044" y="53225"/>
                  </a:lnTo>
                  <a:lnTo>
                    <a:pt x="23501" y="54764"/>
                  </a:lnTo>
                  <a:lnTo>
                    <a:pt x="46569" y="50146"/>
                  </a:lnTo>
                  <a:lnTo>
                    <a:pt x="60415" y="42464"/>
                  </a:lnTo>
                  <a:lnTo>
                    <a:pt x="75800" y="45536"/>
                  </a:lnTo>
                  <a:lnTo>
                    <a:pt x="81950" y="37853"/>
                  </a:lnTo>
                  <a:lnTo>
                    <a:pt x="78878" y="24014"/>
                  </a:lnTo>
                  <a:lnTo>
                    <a:pt x="91178" y="14786"/>
                  </a:lnTo>
                  <a:lnTo>
                    <a:pt x="94257" y="5564"/>
                  </a:lnTo>
                  <a:lnTo>
                    <a:pt x="125020" y="953"/>
                  </a:lnTo>
                  <a:lnTo>
                    <a:pt x="145016" y="8643"/>
                  </a:lnTo>
                  <a:lnTo>
                    <a:pt x="149634" y="22475"/>
                  </a:lnTo>
                  <a:lnTo>
                    <a:pt x="158363" y="23111"/>
                  </a:lnTo>
                  <a:lnTo>
                    <a:pt x="160401" y="37853"/>
                  </a:lnTo>
                  <a:lnTo>
                    <a:pt x="149634" y="44003"/>
                  </a:lnTo>
                  <a:lnTo>
                    <a:pt x="151166" y="57836"/>
                  </a:lnTo>
                  <a:lnTo>
                    <a:pt x="146555" y="65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6" name="Forme libre : forme 354">
              <a:extLst>
                <a:ext uri="{FF2B5EF4-FFF2-40B4-BE49-F238E27FC236}">
                  <a16:creationId xmlns:a16="http://schemas.microsoft.com/office/drawing/2014/main" id="{344BE55B-F568-5C9B-3071-15C4A220AD3A}"/>
                </a:ext>
              </a:extLst>
            </p:cNvPr>
            <p:cNvSpPr/>
            <p:nvPr/>
          </p:nvSpPr>
          <p:spPr>
            <a:xfrm>
              <a:off x="5725982" y="3469281"/>
              <a:ext cx="96908" cy="61492"/>
            </a:xfrm>
            <a:custGeom>
              <a:avLst/>
              <a:gdLst>
                <a:gd name="csX0" fmla="*/ 20866 w 96908"/>
                <a:gd name="csY0" fmla="*/ 62462 h 61492"/>
                <a:gd name="csX1" fmla="*/ 23944 w 96908"/>
                <a:gd name="csY1" fmla="*/ 51701 h 61492"/>
                <a:gd name="csX2" fmla="*/ 14716 w 96908"/>
                <a:gd name="csY2" fmla="*/ 50162 h 61492"/>
                <a:gd name="csX3" fmla="*/ 7027 w 96908"/>
                <a:gd name="csY3" fmla="*/ 56312 h 61492"/>
                <a:gd name="csX4" fmla="*/ 2409 w 96908"/>
                <a:gd name="csY4" fmla="*/ 50162 h 61492"/>
                <a:gd name="csX5" fmla="*/ 10098 w 96908"/>
                <a:gd name="csY5" fmla="*/ 39401 h 61492"/>
                <a:gd name="csX6" fmla="*/ 14716 w 96908"/>
                <a:gd name="csY6" fmla="*/ 30180 h 61492"/>
                <a:gd name="csX7" fmla="*/ 22405 w 96908"/>
                <a:gd name="csY7" fmla="*/ 27101 h 61492"/>
                <a:gd name="csX8" fmla="*/ 22405 w 96908"/>
                <a:gd name="csY8" fmla="*/ 17880 h 61492"/>
                <a:gd name="csX9" fmla="*/ 27023 w 96908"/>
                <a:gd name="csY9" fmla="*/ 8651 h 61492"/>
                <a:gd name="csX10" fmla="*/ 39323 w 96908"/>
                <a:gd name="csY10" fmla="*/ 10191 h 61492"/>
                <a:gd name="csX11" fmla="*/ 48551 w 96908"/>
                <a:gd name="csY11" fmla="*/ 4041 h 61492"/>
                <a:gd name="csX12" fmla="*/ 62397 w 96908"/>
                <a:gd name="csY12" fmla="*/ 969 h 61492"/>
                <a:gd name="csX13" fmla="*/ 76243 w 96908"/>
                <a:gd name="csY13" fmla="*/ 11730 h 61492"/>
                <a:gd name="csX14" fmla="*/ 88550 w 96908"/>
                <a:gd name="csY14" fmla="*/ 14808 h 61492"/>
                <a:gd name="csX15" fmla="*/ 86005 w 96908"/>
                <a:gd name="csY15" fmla="*/ 17668 h 61492"/>
                <a:gd name="csX16" fmla="*/ 82393 w 96908"/>
                <a:gd name="csY16" fmla="*/ 21724 h 61492"/>
                <a:gd name="csX17" fmla="*/ 87011 w 96908"/>
                <a:gd name="csY17" fmla="*/ 30180 h 61492"/>
                <a:gd name="csX18" fmla="*/ 99318 w 96908"/>
                <a:gd name="csY18" fmla="*/ 34791 h 61492"/>
                <a:gd name="csX19" fmla="*/ 93161 w 96908"/>
                <a:gd name="csY19" fmla="*/ 47091 h 61492"/>
                <a:gd name="csX20" fmla="*/ 68554 w 96908"/>
                <a:gd name="csY20" fmla="*/ 44012 h 61492"/>
                <a:gd name="csX21" fmla="*/ 60858 w 96908"/>
                <a:gd name="csY21" fmla="*/ 37862 h 61492"/>
                <a:gd name="csX22" fmla="*/ 51630 w 96908"/>
                <a:gd name="csY22" fmla="*/ 40941 h 61492"/>
                <a:gd name="csX23" fmla="*/ 48551 w 96908"/>
                <a:gd name="csY23" fmla="*/ 59390 h 61492"/>
                <a:gd name="csX24" fmla="*/ 42401 w 96908"/>
                <a:gd name="csY24" fmla="*/ 62462 h 61492"/>
                <a:gd name="csX25" fmla="*/ 31634 w 96908"/>
                <a:gd name="csY25" fmla="*/ 60930 h 61492"/>
                <a:gd name="csX26" fmla="*/ 20866 w 96908"/>
                <a:gd name="csY26" fmla="*/ 62462 h 61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96908" h="61492">
                  <a:moveTo>
                    <a:pt x="20866" y="62462"/>
                  </a:moveTo>
                  <a:lnTo>
                    <a:pt x="23944" y="51701"/>
                  </a:lnTo>
                  <a:lnTo>
                    <a:pt x="14716" y="50162"/>
                  </a:lnTo>
                  <a:lnTo>
                    <a:pt x="7027" y="56312"/>
                  </a:lnTo>
                  <a:lnTo>
                    <a:pt x="2409" y="50162"/>
                  </a:lnTo>
                  <a:lnTo>
                    <a:pt x="10098" y="39401"/>
                  </a:lnTo>
                  <a:lnTo>
                    <a:pt x="14716" y="30180"/>
                  </a:lnTo>
                  <a:lnTo>
                    <a:pt x="22405" y="27101"/>
                  </a:lnTo>
                  <a:lnTo>
                    <a:pt x="22405" y="17880"/>
                  </a:lnTo>
                  <a:lnTo>
                    <a:pt x="27023" y="8651"/>
                  </a:lnTo>
                  <a:lnTo>
                    <a:pt x="39323" y="10191"/>
                  </a:lnTo>
                  <a:lnTo>
                    <a:pt x="48551" y="4041"/>
                  </a:lnTo>
                  <a:lnTo>
                    <a:pt x="62397" y="969"/>
                  </a:lnTo>
                  <a:lnTo>
                    <a:pt x="76243" y="11730"/>
                  </a:lnTo>
                  <a:lnTo>
                    <a:pt x="88550" y="14808"/>
                  </a:lnTo>
                  <a:lnTo>
                    <a:pt x="86005" y="17668"/>
                  </a:lnTo>
                  <a:lnTo>
                    <a:pt x="82393" y="21724"/>
                  </a:lnTo>
                  <a:lnTo>
                    <a:pt x="87011" y="30180"/>
                  </a:lnTo>
                  <a:lnTo>
                    <a:pt x="99318" y="34791"/>
                  </a:lnTo>
                  <a:lnTo>
                    <a:pt x="93161" y="47091"/>
                  </a:lnTo>
                  <a:lnTo>
                    <a:pt x="68554" y="44012"/>
                  </a:lnTo>
                  <a:lnTo>
                    <a:pt x="60858" y="37862"/>
                  </a:lnTo>
                  <a:lnTo>
                    <a:pt x="51630" y="40941"/>
                  </a:lnTo>
                  <a:lnTo>
                    <a:pt x="48551" y="59390"/>
                  </a:lnTo>
                  <a:lnTo>
                    <a:pt x="42401" y="62462"/>
                  </a:lnTo>
                  <a:lnTo>
                    <a:pt x="31634" y="60930"/>
                  </a:lnTo>
                  <a:lnTo>
                    <a:pt x="20866" y="624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7" name="Forme libre : forme 355">
              <a:extLst>
                <a:ext uri="{FF2B5EF4-FFF2-40B4-BE49-F238E27FC236}">
                  <a16:creationId xmlns:a16="http://schemas.microsoft.com/office/drawing/2014/main" id="{6FAA6BDB-0568-57E7-83E5-FA94E9A9F469}"/>
                </a:ext>
              </a:extLst>
            </p:cNvPr>
            <p:cNvSpPr/>
            <p:nvPr/>
          </p:nvSpPr>
          <p:spPr>
            <a:xfrm>
              <a:off x="5805972" y="3485973"/>
              <a:ext cx="4610" cy="12512"/>
            </a:xfrm>
            <a:custGeom>
              <a:avLst/>
              <a:gdLst>
                <a:gd name="csX0" fmla="*/ 7045 w 4610"/>
                <a:gd name="csY0" fmla="*/ 13480 h 12512"/>
                <a:gd name="csX1" fmla="*/ 6040 w 4610"/>
                <a:gd name="csY1" fmla="*/ 968 h 12512"/>
                <a:gd name="csX2" fmla="*/ 2435 w 4610"/>
                <a:gd name="csY2" fmla="*/ 5025 h 12512"/>
                <a:gd name="csX3" fmla="*/ 7045 w 4610"/>
                <a:gd name="csY3" fmla="*/ 13480 h 12512"/>
              </a:gdLst>
              <a:ahLst/>
              <a:cxnLst>
                <a:cxn ang="0">
                  <a:pos x="csX0" y="csY0"/>
                </a:cxn>
                <a:cxn ang="0">
                  <a:pos x="csX1" y="csY1"/>
                </a:cxn>
                <a:cxn ang="0">
                  <a:pos x="csX2" y="csY2"/>
                </a:cxn>
                <a:cxn ang="0">
                  <a:pos x="csX3" y="csY3"/>
                </a:cxn>
              </a:cxnLst>
              <a:rect l="l" t="t" r="r" b="b"/>
              <a:pathLst>
                <a:path w="4610" h="12512">
                  <a:moveTo>
                    <a:pt x="7045" y="13480"/>
                  </a:moveTo>
                  <a:lnTo>
                    <a:pt x="6040" y="968"/>
                  </a:lnTo>
                  <a:lnTo>
                    <a:pt x="2435" y="5025"/>
                  </a:lnTo>
                  <a:lnTo>
                    <a:pt x="7045" y="13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8" name="Forme libre : forme 356">
              <a:extLst>
                <a:ext uri="{FF2B5EF4-FFF2-40B4-BE49-F238E27FC236}">
                  <a16:creationId xmlns:a16="http://schemas.microsoft.com/office/drawing/2014/main" id="{CD172B73-7F64-C7F7-AC9F-17868CF5040C}"/>
                </a:ext>
              </a:extLst>
            </p:cNvPr>
            <p:cNvSpPr/>
            <p:nvPr/>
          </p:nvSpPr>
          <p:spPr>
            <a:xfrm>
              <a:off x="5627534" y="3617893"/>
              <a:ext cx="9228" cy="7176"/>
            </a:xfrm>
            <a:custGeom>
              <a:avLst/>
              <a:gdLst>
                <a:gd name="csX0" fmla="*/ 2326 w 9228"/>
                <a:gd name="csY0" fmla="*/ 6171 h 7176"/>
                <a:gd name="csX1" fmla="*/ 3352 w 9228"/>
                <a:gd name="csY1" fmla="*/ 2073 h 7176"/>
                <a:gd name="csX2" fmla="*/ 8476 w 9228"/>
                <a:gd name="csY2" fmla="*/ 1047 h 7176"/>
                <a:gd name="csX3" fmla="*/ 11555 w 9228"/>
                <a:gd name="csY3" fmla="*/ 4119 h 7176"/>
                <a:gd name="csX4" fmla="*/ 9502 w 9228"/>
                <a:gd name="csY4" fmla="*/ 8223 h 7176"/>
                <a:gd name="csX5" fmla="*/ 2326 w 9228"/>
                <a:gd name="csY5" fmla="*/ 6171 h 7176"/>
              </a:gdLst>
              <a:ahLst/>
              <a:cxnLst>
                <a:cxn ang="0">
                  <a:pos x="csX0" y="csY0"/>
                </a:cxn>
                <a:cxn ang="0">
                  <a:pos x="csX1" y="csY1"/>
                </a:cxn>
                <a:cxn ang="0">
                  <a:pos x="csX2" y="csY2"/>
                </a:cxn>
                <a:cxn ang="0">
                  <a:pos x="csX3" y="csY3"/>
                </a:cxn>
                <a:cxn ang="0">
                  <a:pos x="csX4" y="csY4"/>
                </a:cxn>
                <a:cxn ang="0">
                  <a:pos x="csX5" y="csY5"/>
                </a:cxn>
              </a:cxnLst>
              <a:rect l="l" t="t" r="r" b="b"/>
              <a:pathLst>
                <a:path w="9228" h="7176">
                  <a:moveTo>
                    <a:pt x="2326" y="6171"/>
                  </a:moveTo>
                  <a:lnTo>
                    <a:pt x="3352" y="2073"/>
                  </a:lnTo>
                  <a:lnTo>
                    <a:pt x="8476" y="1047"/>
                  </a:lnTo>
                  <a:lnTo>
                    <a:pt x="11555" y="4119"/>
                  </a:lnTo>
                  <a:lnTo>
                    <a:pt x="9502" y="8223"/>
                  </a:lnTo>
                  <a:lnTo>
                    <a:pt x="2326" y="61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79" name="Forme libre : forme 357">
              <a:extLst>
                <a:ext uri="{FF2B5EF4-FFF2-40B4-BE49-F238E27FC236}">
                  <a16:creationId xmlns:a16="http://schemas.microsoft.com/office/drawing/2014/main" id="{B2936254-4A41-CFC0-856C-CC815CEAB549}"/>
                </a:ext>
              </a:extLst>
            </p:cNvPr>
            <p:cNvSpPr/>
            <p:nvPr/>
          </p:nvSpPr>
          <p:spPr>
            <a:xfrm>
              <a:off x="5429886" y="3214834"/>
              <a:ext cx="58448" cy="46887"/>
            </a:xfrm>
            <a:custGeom>
              <a:avLst/>
              <a:gdLst>
                <a:gd name="csX0" fmla="*/ 15292 w 58448"/>
                <a:gd name="csY0" fmla="*/ 1584 h 46887"/>
                <a:gd name="csX1" fmla="*/ 15292 w 58448"/>
                <a:gd name="csY1" fmla="*/ 16955 h 46887"/>
                <a:gd name="csX2" fmla="*/ 2219 w 58448"/>
                <a:gd name="csY2" fmla="*/ 29255 h 46887"/>
                <a:gd name="csX3" fmla="*/ 2219 w 58448"/>
                <a:gd name="csY3" fmla="*/ 35405 h 46887"/>
                <a:gd name="csX4" fmla="*/ 12980 w 58448"/>
                <a:gd name="csY4" fmla="*/ 44634 h 46887"/>
                <a:gd name="csX5" fmla="*/ 22981 w 58448"/>
                <a:gd name="csY5" fmla="*/ 39250 h 46887"/>
                <a:gd name="csX6" fmla="*/ 34515 w 58448"/>
                <a:gd name="csY6" fmla="*/ 43094 h 46887"/>
                <a:gd name="csX7" fmla="*/ 42977 w 58448"/>
                <a:gd name="csY7" fmla="*/ 47705 h 46887"/>
                <a:gd name="csX8" fmla="*/ 55284 w 58448"/>
                <a:gd name="csY8" fmla="*/ 40023 h 46887"/>
                <a:gd name="csX9" fmla="*/ 60668 w 58448"/>
                <a:gd name="csY9" fmla="*/ 25417 h 46887"/>
                <a:gd name="csX10" fmla="*/ 54518 w 58448"/>
                <a:gd name="csY10" fmla="*/ 23105 h 46887"/>
                <a:gd name="csX11" fmla="*/ 44517 w 58448"/>
                <a:gd name="csY11" fmla="*/ 5428 h 46887"/>
                <a:gd name="csX12" fmla="*/ 29904 w 58448"/>
                <a:gd name="csY12" fmla="*/ 3889 h 46887"/>
                <a:gd name="csX13" fmla="*/ 27599 w 58448"/>
                <a:gd name="csY13" fmla="*/ 817 h 46887"/>
                <a:gd name="csX14" fmla="*/ 15292 w 58448"/>
                <a:gd name="csY14" fmla="*/ 1584 h 468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8448" h="46887">
                  <a:moveTo>
                    <a:pt x="15292" y="1584"/>
                  </a:moveTo>
                  <a:lnTo>
                    <a:pt x="15292" y="16955"/>
                  </a:lnTo>
                  <a:lnTo>
                    <a:pt x="2219" y="29255"/>
                  </a:lnTo>
                  <a:lnTo>
                    <a:pt x="2219" y="35405"/>
                  </a:lnTo>
                  <a:lnTo>
                    <a:pt x="12980" y="44634"/>
                  </a:lnTo>
                  <a:lnTo>
                    <a:pt x="22981" y="39250"/>
                  </a:lnTo>
                  <a:lnTo>
                    <a:pt x="34515" y="43094"/>
                  </a:lnTo>
                  <a:lnTo>
                    <a:pt x="42977" y="47705"/>
                  </a:lnTo>
                  <a:lnTo>
                    <a:pt x="55284" y="40023"/>
                  </a:lnTo>
                  <a:lnTo>
                    <a:pt x="60668" y="25417"/>
                  </a:lnTo>
                  <a:lnTo>
                    <a:pt x="54518" y="23105"/>
                  </a:lnTo>
                  <a:lnTo>
                    <a:pt x="44517" y="5428"/>
                  </a:lnTo>
                  <a:lnTo>
                    <a:pt x="29904" y="3889"/>
                  </a:lnTo>
                  <a:lnTo>
                    <a:pt x="27599" y="817"/>
                  </a:lnTo>
                  <a:lnTo>
                    <a:pt x="15292" y="15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0" name="Forme libre : forme 358">
              <a:extLst>
                <a:ext uri="{FF2B5EF4-FFF2-40B4-BE49-F238E27FC236}">
                  <a16:creationId xmlns:a16="http://schemas.microsoft.com/office/drawing/2014/main" id="{18E88CAE-2ADB-6747-7D7E-9BE976D5B1F3}"/>
                </a:ext>
              </a:extLst>
            </p:cNvPr>
            <p:cNvSpPr/>
            <p:nvPr/>
          </p:nvSpPr>
          <p:spPr>
            <a:xfrm>
              <a:off x="5379120" y="3215600"/>
              <a:ext cx="93056" cy="138364"/>
            </a:xfrm>
            <a:custGeom>
              <a:avLst/>
              <a:gdLst>
                <a:gd name="csX0" fmla="*/ 93732 w 93056"/>
                <a:gd name="csY0" fmla="*/ 46967 h 138364"/>
                <a:gd name="csX1" fmla="*/ 85270 w 93056"/>
                <a:gd name="csY1" fmla="*/ 42356 h 138364"/>
                <a:gd name="csX2" fmla="*/ 73736 w 93056"/>
                <a:gd name="csY2" fmla="*/ 38512 h 138364"/>
                <a:gd name="csX3" fmla="*/ 63735 w 93056"/>
                <a:gd name="csY3" fmla="*/ 43896 h 138364"/>
                <a:gd name="csX4" fmla="*/ 52967 w 93056"/>
                <a:gd name="csY4" fmla="*/ 34667 h 138364"/>
                <a:gd name="csX5" fmla="*/ 52967 w 93056"/>
                <a:gd name="csY5" fmla="*/ 28517 h 138364"/>
                <a:gd name="csX6" fmla="*/ 66047 w 93056"/>
                <a:gd name="csY6" fmla="*/ 16217 h 138364"/>
                <a:gd name="csX7" fmla="*/ 66047 w 93056"/>
                <a:gd name="csY7" fmla="*/ 846 h 138364"/>
                <a:gd name="csX8" fmla="*/ 48357 w 93056"/>
                <a:gd name="csY8" fmla="*/ 3151 h 138364"/>
                <a:gd name="csX9" fmla="*/ 43739 w 93056"/>
                <a:gd name="csY9" fmla="*/ 9301 h 138364"/>
                <a:gd name="csX10" fmla="*/ 39128 w 93056"/>
                <a:gd name="csY10" fmla="*/ 24673 h 138364"/>
                <a:gd name="csX11" fmla="*/ 43739 w 93056"/>
                <a:gd name="csY11" fmla="*/ 33128 h 138364"/>
                <a:gd name="csX12" fmla="*/ 32971 w 93056"/>
                <a:gd name="csY12" fmla="*/ 39278 h 138364"/>
                <a:gd name="csX13" fmla="*/ 22204 w 93056"/>
                <a:gd name="csY13" fmla="*/ 35433 h 138364"/>
                <a:gd name="csX14" fmla="*/ 12975 w 93056"/>
                <a:gd name="csY14" fmla="*/ 38512 h 138364"/>
                <a:gd name="csX15" fmla="*/ 7592 w 93056"/>
                <a:gd name="csY15" fmla="*/ 47733 h 138364"/>
                <a:gd name="csX16" fmla="*/ 16054 w 93056"/>
                <a:gd name="csY16" fmla="*/ 58494 h 138364"/>
                <a:gd name="csX17" fmla="*/ 15281 w 93056"/>
                <a:gd name="csY17" fmla="*/ 64644 h 138364"/>
                <a:gd name="csX18" fmla="*/ 9131 w 93056"/>
                <a:gd name="csY18" fmla="*/ 69262 h 138364"/>
                <a:gd name="csX19" fmla="*/ 13742 w 93056"/>
                <a:gd name="csY19" fmla="*/ 73873 h 138364"/>
                <a:gd name="csX20" fmla="*/ 22204 w 93056"/>
                <a:gd name="csY20" fmla="*/ 69262 h 138364"/>
                <a:gd name="csX21" fmla="*/ 28361 w 93056"/>
                <a:gd name="csY21" fmla="*/ 72333 h 138364"/>
                <a:gd name="csX22" fmla="*/ 22204 w 93056"/>
                <a:gd name="csY22" fmla="*/ 85400 h 138364"/>
                <a:gd name="csX23" fmla="*/ 21438 w 93056"/>
                <a:gd name="csY23" fmla="*/ 95394 h 138364"/>
                <a:gd name="csX24" fmla="*/ 27588 w 93056"/>
                <a:gd name="csY24" fmla="*/ 98472 h 138364"/>
                <a:gd name="csX25" fmla="*/ 28361 w 93056"/>
                <a:gd name="csY25" fmla="*/ 100778 h 138364"/>
                <a:gd name="csX26" fmla="*/ 9131 w 93056"/>
                <a:gd name="csY26" fmla="*/ 107694 h 138364"/>
                <a:gd name="csX27" fmla="*/ 2208 w 93056"/>
                <a:gd name="csY27" fmla="*/ 113844 h 138364"/>
                <a:gd name="csX28" fmla="*/ 4513 w 93056"/>
                <a:gd name="csY28" fmla="*/ 126910 h 138364"/>
                <a:gd name="csX29" fmla="*/ 11436 w 93056"/>
                <a:gd name="csY29" fmla="*/ 129989 h 138364"/>
                <a:gd name="csX30" fmla="*/ 13742 w 93056"/>
                <a:gd name="csY30" fmla="*/ 136139 h 138364"/>
                <a:gd name="csX31" fmla="*/ 22970 w 93056"/>
                <a:gd name="csY31" fmla="*/ 139210 h 138364"/>
                <a:gd name="csX32" fmla="*/ 34511 w 93056"/>
                <a:gd name="csY32" fmla="*/ 133060 h 138364"/>
                <a:gd name="csX33" fmla="*/ 52201 w 93056"/>
                <a:gd name="csY33" fmla="*/ 124605 h 138364"/>
                <a:gd name="csX34" fmla="*/ 72963 w 93056"/>
                <a:gd name="csY34" fmla="*/ 116149 h 138364"/>
                <a:gd name="csX35" fmla="*/ 86809 w 93056"/>
                <a:gd name="csY35" fmla="*/ 113078 h 138364"/>
                <a:gd name="csX36" fmla="*/ 92193 w 93056"/>
                <a:gd name="csY36" fmla="*/ 87705 h 138364"/>
                <a:gd name="csX37" fmla="*/ 95265 w 93056"/>
                <a:gd name="csY37" fmla="*/ 74639 h 138364"/>
                <a:gd name="csX38" fmla="*/ 93732 w 93056"/>
                <a:gd name="csY38" fmla="*/ 66183 h 138364"/>
                <a:gd name="csX39" fmla="*/ 93732 w 93056"/>
                <a:gd name="csY39" fmla="*/ 46967 h 138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93056" h="138364">
                  <a:moveTo>
                    <a:pt x="93732" y="46967"/>
                  </a:moveTo>
                  <a:lnTo>
                    <a:pt x="85270" y="42356"/>
                  </a:lnTo>
                  <a:lnTo>
                    <a:pt x="73736" y="38512"/>
                  </a:lnTo>
                  <a:lnTo>
                    <a:pt x="63735" y="43896"/>
                  </a:lnTo>
                  <a:lnTo>
                    <a:pt x="52967" y="34667"/>
                  </a:lnTo>
                  <a:lnTo>
                    <a:pt x="52967" y="28517"/>
                  </a:lnTo>
                  <a:lnTo>
                    <a:pt x="66047" y="16217"/>
                  </a:lnTo>
                  <a:lnTo>
                    <a:pt x="66047" y="846"/>
                  </a:lnTo>
                  <a:lnTo>
                    <a:pt x="48357" y="3151"/>
                  </a:lnTo>
                  <a:lnTo>
                    <a:pt x="43739" y="9301"/>
                  </a:lnTo>
                  <a:lnTo>
                    <a:pt x="39128" y="24673"/>
                  </a:lnTo>
                  <a:lnTo>
                    <a:pt x="43739" y="33128"/>
                  </a:lnTo>
                  <a:lnTo>
                    <a:pt x="32971" y="39278"/>
                  </a:lnTo>
                  <a:lnTo>
                    <a:pt x="22204" y="35433"/>
                  </a:lnTo>
                  <a:lnTo>
                    <a:pt x="12975" y="38512"/>
                  </a:lnTo>
                  <a:lnTo>
                    <a:pt x="7592" y="47733"/>
                  </a:lnTo>
                  <a:lnTo>
                    <a:pt x="16054" y="58494"/>
                  </a:lnTo>
                  <a:lnTo>
                    <a:pt x="15281" y="64644"/>
                  </a:lnTo>
                  <a:lnTo>
                    <a:pt x="9131" y="69262"/>
                  </a:lnTo>
                  <a:lnTo>
                    <a:pt x="13742" y="73873"/>
                  </a:lnTo>
                  <a:lnTo>
                    <a:pt x="22204" y="69262"/>
                  </a:lnTo>
                  <a:lnTo>
                    <a:pt x="28361" y="72333"/>
                  </a:lnTo>
                  <a:lnTo>
                    <a:pt x="22204" y="85400"/>
                  </a:lnTo>
                  <a:lnTo>
                    <a:pt x="21438" y="95394"/>
                  </a:lnTo>
                  <a:lnTo>
                    <a:pt x="27588" y="98472"/>
                  </a:lnTo>
                  <a:lnTo>
                    <a:pt x="28361" y="100778"/>
                  </a:lnTo>
                  <a:lnTo>
                    <a:pt x="9131" y="107694"/>
                  </a:lnTo>
                  <a:lnTo>
                    <a:pt x="2208" y="113844"/>
                  </a:lnTo>
                  <a:lnTo>
                    <a:pt x="4513" y="126910"/>
                  </a:lnTo>
                  <a:lnTo>
                    <a:pt x="11436" y="129989"/>
                  </a:lnTo>
                  <a:lnTo>
                    <a:pt x="13742" y="136139"/>
                  </a:lnTo>
                  <a:lnTo>
                    <a:pt x="22970" y="139210"/>
                  </a:lnTo>
                  <a:lnTo>
                    <a:pt x="34511" y="133060"/>
                  </a:lnTo>
                  <a:lnTo>
                    <a:pt x="52201" y="124605"/>
                  </a:lnTo>
                  <a:lnTo>
                    <a:pt x="72963" y="116149"/>
                  </a:lnTo>
                  <a:lnTo>
                    <a:pt x="86809" y="113078"/>
                  </a:lnTo>
                  <a:lnTo>
                    <a:pt x="92193" y="87705"/>
                  </a:lnTo>
                  <a:lnTo>
                    <a:pt x="95265" y="74639"/>
                  </a:lnTo>
                  <a:lnTo>
                    <a:pt x="93732" y="66183"/>
                  </a:lnTo>
                  <a:lnTo>
                    <a:pt x="93732" y="469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1" name="Forme libre : forme 359">
              <a:extLst>
                <a:ext uri="{FF2B5EF4-FFF2-40B4-BE49-F238E27FC236}">
                  <a16:creationId xmlns:a16="http://schemas.microsoft.com/office/drawing/2014/main" id="{D8D5F266-792D-4E7D-861C-F95DFD00334A}"/>
                </a:ext>
              </a:extLst>
            </p:cNvPr>
            <p:cNvSpPr/>
            <p:nvPr/>
          </p:nvSpPr>
          <p:spPr>
            <a:xfrm>
              <a:off x="7053960" y="3666088"/>
              <a:ext cx="164079" cy="115816"/>
            </a:xfrm>
            <a:custGeom>
              <a:avLst/>
              <a:gdLst>
                <a:gd name="csX0" fmla="*/ 156565 w 164079"/>
                <a:gd name="csY0" fmla="*/ 102575 h 115816"/>
                <a:gd name="csX1" fmla="*/ 167333 w 164079"/>
                <a:gd name="csY1" fmla="*/ 81053 h 115816"/>
                <a:gd name="csX2" fmla="*/ 162722 w 164079"/>
                <a:gd name="csY2" fmla="*/ 65675 h 115816"/>
                <a:gd name="csX3" fmla="*/ 142719 w 164079"/>
                <a:gd name="csY3" fmla="*/ 62603 h 115816"/>
                <a:gd name="csX4" fmla="*/ 138108 w 164079"/>
                <a:gd name="csY4" fmla="*/ 41075 h 115816"/>
                <a:gd name="csX5" fmla="*/ 118112 w 164079"/>
                <a:gd name="csY5" fmla="*/ 47225 h 115816"/>
                <a:gd name="csX6" fmla="*/ 99649 w 164079"/>
                <a:gd name="csY6" fmla="*/ 47225 h 115816"/>
                <a:gd name="csX7" fmla="*/ 98629 w 164079"/>
                <a:gd name="csY7" fmla="*/ 39030 h 115816"/>
                <a:gd name="csX8" fmla="*/ 79140 w 164079"/>
                <a:gd name="csY8" fmla="*/ 40049 h 115816"/>
                <a:gd name="csX9" fmla="*/ 72990 w 164079"/>
                <a:gd name="csY9" fmla="*/ 43127 h 115816"/>
                <a:gd name="csX10" fmla="*/ 60683 w 164079"/>
                <a:gd name="csY10" fmla="*/ 43127 h 115816"/>
                <a:gd name="csX11" fmla="*/ 49402 w 164079"/>
                <a:gd name="csY11" fmla="*/ 48251 h 115816"/>
                <a:gd name="csX12" fmla="*/ 45298 w 164079"/>
                <a:gd name="csY12" fmla="*/ 40049 h 115816"/>
                <a:gd name="csX13" fmla="*/ 66840 w 164079"/>
                <a:gd name="csY13" fmla="*/ 27749 h 115816"/>
                <a:gd name="csX14" fmla="*/ 68885 w 164079"/>
                <a:gd name="csY14" fmla="*/ 15449 h 115816"/>
                <a:gd name="csX15" fmla="*/ 78120 w 164079"/>
                <a:gd name="csY15" fmla="*/ 6227 h 115816"/>
                <a:gd name="csX16" fmla="*/ 63761 w 164079"/>
                <a:gd name="csY16" fmla="*/ 1104 h 115816"/>
                <a:gd name="csX17" fmla="*/ 39148 w 164079"/>
                <a:gd name="csY17" fmla="*/ 8280 h 115816"/>
                <a:gd name="csX18" fmla="*/ 38128 w 164079"/>
                <a:gd name="csY18" fmla="*/ 28775 h 115816"/>
                <a:gd name="csX19" fmla="*/ 19665 w 164079"/>
                <a:gd name="csY19" fmla="*/ 32880 h 115816"/>
                <a:gd name="csX20" fmla="*/ 3253 w 164079"/>
                <a:gd name="csY20" fmla="*/ 36977 h 115816"/>
                <a:gd name="csX21" fmla="*/ 10436 w 164079"/>
                <a:gd name="csY21" fmla="*/ 61577 h 115816"/>
                <a:gd name="csX22" fmla="*/ 17612 w 164079"/>
                <a:gd name="csY22" fmla="*/ 71825 h 115816"/>
                <a:gd name="csX23" fmla="*/ 12489 w 164079"/>
                <a:gd name="csY23" fmla="*/ 88223 h 115816"/>
                <a:gd name="csX24" fmla="*/ 11462 w 164079"/>
                <a:gd name="csY24" fmla="*/ 106673 h 115816"/>
                <a:gd name="csX25" fmla="*/ 26841 w 164079"/>
                <a:gd name="csY25" fmla="*/ 108725 h 115816"/>
                <a:gd name="csX26" fmla="*/ 58630 w 164079"/>
                <a:gd name="csY26" fmla="*/ 95399 h 115816"/>
                <a:gd name="csX27" fmla="*/ 67866 w 164079"/>
                <a:gd name="csY27" fmla="*/ 81047 h 115816"/>
                <a:gd name="csX28" fmla="*/ 80166 w 164079"/>
                <a:gd name="csY28" fmla="*/ 66701 h 115816"/>
                <a:gd name="csX29" fmla="*/ 90420 w 164079"/>
                <a:gd name="csY29" fmla="*/ 75923 h 115816"/>
                <a:gd name="csX30" fmla="*/ 93499 w 164079"/>
                <a:gd name="csY30" fmla="*/ 97451 h 115816"/>
                <a:gd name="csX31" fmla="*/ 90420 w 164079"/>
                <a:gd name="csY31" fmla="*/ 116920 h 115816"/>
                <a:gd name="csX32" fmla="*/ 116060 w 164079"/>
                <a:gd name="csY32" fmla="*/ 114875 h 115816"/>
                <a:gd name="csX33" fmla="*/ 136569 w 164079"/>
                <a:gd name="csY33" fmla="*/ 98477 h 115816"/>
                <a:gd name="csX34" fmla="*/ 148876 w 164079"/>
                <a:gd name="csY34" fmla="*/ 98477 h 115816"/>
                <a:gd name="csX35" fmla="*/ 156565 w 164079"/>
                <a:gd name="csY35" fmla="*/ 102575 h 115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4079" h="115816">
                  <a:moveTo>
                    <a:pt x="156565" y="102575"/>
                  </a:moveTo>
                  <a:lnTo>
                    <a:pt x="167333" y="81053"/>
                  </a:lnTo>
                  <a:lnTo>
                    <a:pt x="162722" y="65675"/>
                  </a:lnTo>
                  <a:lnTo>
                    <a:pt x="142719" y="62603"/>
                  </a:lnTo>
                  <a:lnTo>
                    <a:pt x="138108" y="41075"/>
                  </a:lnTo>
                  <a:lnTo>
                    <a:pt x="118112" y="47225"/>
                  </a:lnTo>
                  <a:lnTo>
                    <a:pt x="99649" y="47225"/>
                  </a:lnTo>
                  <a:lnTo>
                    <a:pt x="98629" y="39030"/>
                  </a:lnTo>
                  <a:lnTo>
                    <a:pt x="79140" y="40049"/>
                  </a:lnTo>
                  <a:lnTo>
                    <a:pt x="72990" y="43127"/>
                  </a:lnTo>
                  <a:lnTo>
                    <a:pt x="60683" y="43127"/>
                  </a:lnTo>
                  <a:lnTo>
                    <a:pt x="49402" y="48251"/>
                  </a:lnTo>
                  <a:lnTo>
                    <a:pt x="45298" y="40049"/>
                  </a:lnTo>
                  <a:lnTo>
                    <a:pt x="66840" y="27749"/>
                  </a:lnTo>
                  <a:lnTo>
                    <a:pt x="68885" y="15449"/>
                  </a:lnTo>
                  <a:lnTo>
                    <a:pt x="78120" y="6227"/>
                  </a:lnTo>
                  <a:lnTo>
                    <a:pt x="63761" y="1104"/>
                  </a:lnTo>
                  <a:lnTo>
                    <a:pt x="39148" y="8280"/>
                  </a:lnTo>
                  <a:lnTo>
                    <a:pt x="38128" y="28775"/>
                  </a:lnTo>
                  <a:lnTo>
                    <a:pt x="19665" y="32880"/>
                  </a:lnTo>
                  <a:lnTo>
                    <a:pt x="3253" y="36977"/>
                  </a:lnTo>
                  <a:lnTo>
                    <a:pt x="10436" y="61577"/>
                  </a:lnTo>
                  <a:lnTo>
                    <a:pt x="17612" y="71825"/>
                  </a:lnTo>
                  <a:lnTo>
                    <a:pt x="12489" y="88223"/>
                  </a:lnTo>
                  <a:lnTo>
                    <a:pt x="11462" y="106673"/>
                  </a:lnTo>
                  <a:lnTo>
                    <a:pt x="26841" y="108725"/>
                  </a:lnTo>
                  <a:lnTo>
                    <a:pt x="58630" y="95399"/>
                  </a:lnTo>
                  <a:lnTo>
                    <a:pt x="67866" y="81047"/>
                  </a:lnTo>
                  <a:lnTo>
                    <a:pt x="80166" y="66701"/>
                  </a:lnTo>
                  <a:lnTo>
                    <a:pt x="90420" y="75923"/>
                  </a:lnTo>
                  <a:lnTo>
                    <a:pt x="93499" y="97451"/>
                  </a:lnTo>
                  <a:lnTo>
                    <a:pt x="90420" y="116920"/>
                  </a:lnTo>
                  <a:lnTo>
                    <a:pt x="116060" y="114875"/>
                  </a:lnTo>
                  <a:lnTo>
                    <a:pt x="136569" y="98477"/>
                  </a:lnTo>
                  <a:lnTo>
                    <a:pt x="148876" y="98477"/>
                  </a:lnTo>
                  <a:lnTo>
                    <a:pt x="156565" y="1025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2" name="Forme libre : forme 360">
              <a:extLst>
                <a:ext uri="{FF2B5EF4-FFF2-40B4-BE49-F238E27FC236}">
                  <a16:creationId xmlns:a16="http://schemas.microsoft.com/office/drawing/2014/main" id="{E2433AC7-4B22-E7F3-9948-7EDDB6A3C4BA}"/>
                </a:ext>
              </a:extLst>
            </p:cNvPr>
            <p:cNvSpPr/>
            <p:nvPr/>
          </p:nvSpPr>
          <p:spPr>
            <a:xfrm>
              <a:off x="7096011" y="3593314"/>
              <a:ext cx="234321" cy="119914"/>
            </a:xfrm>
            <a:custGeom>
              <a:avLst/>
              <a:gdLst>
                <a:gd name="csX0" fmla="*/ 96090 w 234321"/>
                <a:gd name="csY0" fmla="*/ 113804 h 119914"/>
                <a:gd name="csX1" fmla="*/ 102240 w 234321"/>
                <a:gd name="csY1" fmla="*/ 99965 h 119914"/>
                <a:gd name="csX2" fmla="*/ 134543 w 234321"/>
                <a:gd name="csY2" fmla="*/ 81522 h 119914"/>
                <a:gd name="csX3" fmla="*/ 146850 w 234321"/>
                <a:gd name="csY3" fmla="*/ 92283 h 119914"/>
                <a:gd name="csX4" fmla="*/ 160696 w 234321"/>
                <a:gd name="csY4" fmla="*/ 90744 h 119914"/>
                <a:gd name="csX5" fmla="*/ 163774 w 234321"/>
                <a:gd name="csY5" fmla="*/ 72294 h 119914"/>
                <a:gd name="csX6" fmla="*/ 177613 w 234321"/>
                <a:gd name="csY6" fmla="*/ 70761 h 119914"/>
                <a:gd name="csX7" fmla="*/ 196077 w 234321"/>
                <a:gd name="csY7" fmla="*/ 56922 h 119914"/>
                <a:gd name="csX8" fmla="*/ 220684 w 234321"/>
                <a:gd name="csY8" fmla="*/ 52311 h 119914"/>
                <a:gd name="csX9" fmla="*/ 237608 w 234321"/>
                <a:gd name="csY9" fmla="*/ 32322 h 119914"/>
                <a:gd name="csX10" fmla="*/ 226841 w 234321"/>
                <a:gd name="csY10" fmla="*/ 23614 h 119914"/>
                <a:gd name="csX11" fmla="*/ 198122 w 234321"/>
                <a:gd name="csY11" fmla="*/ 15411 h 119914"/>
                <a:gd name="csX12" fmla="*/ 162235 w 234321"/>
                <a:gd name="csY12" fmla="*/ 9261 h 119914"/>
                <a:gd name="csX13" fmla="*/ 131471 w 234321"/>
                <a:gd name="csY13" fmla="*/ 19509 h 119914"/>
                <a:gd name="csX14" fmla="*/ 122243 w 234321"/>
                <a:gd name="csY14" fmla="*/ 6183 h 119914"/>
                <a:gd name="csX15" fmla="*/ 110962 w 234321"/>
                <a:gd name="csY15" fmla="*/ 1059 h 119914"/>
                <a:gd name="csX16" fmla="*/ 88401 w 234321"/>
                <a:gd name="csY16" fmla="*/ 14385 h 119914"/>
                <a:gd name="csX17" fmla="*/ 93525 w 234321"/>
                <a:gd name="csY17" fmla="*/ 27711 h 119914"/>
                <a:gd name="csX18" fmla="*/ 68918 w 234321"/>
                <a:gd name="csY18" fmla="*/ 30783 h 119914"/>
                <a:gd name="csX19" fmla="*/ 58664 w 234321"/>
                <a:gd name="csY19" fmla="*/ 21561 h 119914"/>
                <a:gd name="csX20" fmla="*/ 43278 w 234321"/>
                <a:gd name="csY20" fmla="*/ 21561 h 119914"/>
                <a:gd name="csX21" fmla="*/ 35076 w 234321"/>
                <a:gd name="csY21" fmla="*/ 31809 h 119914"/>
                <a:gd name="csX22" fmla="*/ 29275 w 234321"/>
                <a:gd name="csY22" fmla="*/ 44068 h 119914"/>
                <a:gd name="csX23" fmla="*/ 16968 w 234321"/>
                <a:gd name="csY23" fmla="*/ 44841 h 119914"/>
                <a:gd name="csX24" fmla="*/ 7740 w 234321"/>
                <a:gd name="csY24" fmla="*/ 53296 h 119914"/>
                <a:gd name="csX25" fmla="*/ 23795 w 234321"/>
                <a:gd name="csY25" fmla="*/ 56409 h 119914"/>
                <a:gd name="csX26" fmla="*/ 45331 w 234321"/>
                <a:gd name="csY26" fmla="*/ 57435 h 119914"/>
                <a:gd name="csX27" fmla="*/ 50454 w 234321"/>
                <a:gd name="csY27" fmla="*/ 70754 h 119914"/>
                <a:gd name="csX28" fmla="*/ 67892 w 234321"/>
                <a:gd name="csY28" fmla="*/ 71781 h 119914"/>
                <a:gd name="csX29" fmla="*/ 67892 w 234321"/>
                <a:gd name="csY29" fmla="*/ 83054 h 119914"/>
                <a:gd name="csX30" fmla="*/ 46357 w 234321"/>
                <a:gd name="csY30" fmla="*/ 96380 h 119914"/>
                <a:gd name="csX31" fmla="*/ 24822 w 234321"/>
                <a:gd name="csY31" fmla="*/ 100478 h 119914"/>
                <a:gd name="csX32" fmla="*/ 3286 w 234321"/>
                <a:gd name="csY32" fmla="*/ 112778 h 119914"/>
                <a:gd name="csX33" fmla="*/ 7384 w 234321"/>
                <a:gd name="csY33" fmla="*/ 120974 h 119914"/>
                <a:gd name="csX34" fmla="*/ 18665 w 234321"/>
                <a:gd name="csY34" fmla="*/ 115850 h 119914"/>
                <a:gd name="csX35" fmla="*/ 30972 w 234321"/>
                <a:gd name="csY35" fmla="*/ 115850 h 119914"/>
                <a:gd name="csX36" fmla="*/ 37121 w 234321"/>
                <a:gd name="csY36" fmla="*/ 112778 h 119914"/>
                <a:gd name="csX37" fmla="*/ 56611 w 234321"/>
                <a:gd name="csY37" fmla="*/ 111752 h 119914"/>
                <a:gd name="csX38" fmla="*/ 57637 w 234321"/>
                <a:gd name="csY38" fmla="*/ 119954 h 119914"/>
                <a:gd name="csX39" fmla="*/ 76094 w 234321"/>
                <a:gd name="csY39" fmla="*/ 119954 h 119914"/>
                <a:gd name="csX40" fmla="*/ 96090 w 234321"/>
                <a:gd name="csY40" fmla="*/ 113804 h 1199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34321" h="119914">
                  <a:moveTo>
                    <a:pt x="96090" y="113804"/>
                  </a:moveTo>
                  <a:lnTo>
                    <a:pt x="102240" y="99965"/>
                  </a:lnTo>
                  <a:lnTo>
                    <a:pt x="134543" y="81522"/>
                  </a:lnTo>
                  <a:lnTo>
                    <a:pt x="146850" y="92283"/>
                  </a:lnTo>
                  <a:lnTo>
                    <a:pt x="160696" y="90744"/>
                  </a:lnTo>
                  <a:lnTo>
                    <a:pt x="163774" y="72294"/>
                  </a:lnTo>
                  <a:lnTo>
                    <a:pt x="177613" y="70761"/>
                  </a:lnTo>
                  <a:lnTo>
                    <a:pt x="196077" y="56922"/>
                  </a:lnTo>
                  <a:lnTo>
                    <a:pt x="220684" y="52311"/>
                  </a:lnTo>
                  <a:lnTo>
                    <a:pt x="237608" y="32322"/>
                  </a:lnTo>
                  <a:lnTo>
                    <a:pt x="226841" y="23614"/>
                  </a:lnTo>
                  <a:lnTo>
                    <a:pt x="198122" y="15411"/>
                  </a:lnTo>
                  <a:lnTo>
                    <a:pt x="162235" y="9261"/>
                  </a:lnTo>
                  <a:lnTo>
                    <a:pt x="131471" y="19509"/>
                  </a:lnTo>
                  <a:lnTo>
                    <a:pt x="122243" y="6183"/>
                  </a:lnTo>
                  <a:lnTo>
                    <a:pt x="110962" y="1059"/>
                  </a:lnTo>
                  <a:lnTo>
                    <a:pt x="88401" y="14385"/>
                  </a:lnTo>
                  <a:lnTo>
                    <a:pt x="93525" y="27711"/>
                  </a:lnTo>
                  <a:lnTo>
                    <a:pt x="68918" y="30783"/>
                  </a:lnTo>
                  <a:lnTo>
                    <a:pt x="58664" y="21561"/>
                  </a:lnTo>
                  <a:lnTo>
                    <a:pt x="43278" y="21561"/>
                  </a:lnTo>
                  <a:lnTo>
                    <a:pt x="35076" y="31809"/>
                  </a:lnTo>
                  <a:lnTo>
                    <a:pt x="29275" y="44068"/>
                  </a:lnTo>
                  <a:lnTo>
                    <a:pt x="16968" y="44841"/>
                  </a:lnTo>
                  <a:lnTo>
                    <a:pt x="7740" y="53296"/>
                  </a:lnTo>
                  <a:lnTo>
                    <a:pt x="23795" y="56409"/>
                  </a:lnTo>
                  <a:lnTo>
                    <a:pt x="45331" y="57435"/>
                  </a:lnTo>
                  <a:lnTo>
                    <a:pt x="50454" y="70754"/>
                  </a:lnTo>
                  <a:lnTo>
                    <a:pt x="67892" y="71781"/>
                  </a:lnTo>
                  <a:lnTo>
                    <a:pt x="67892" y="83054"/>
                  </a:lnTo>
                  <a:lnTo>
                    <a:pt x="46357" y="96380"/>
                  </a:lnTo>
                  <a:lnTo>
                    <a:pt x="24822" y="100478"/>
                  </a:lnTo>
                  <a:lnTo>
                    <a:pt x="3286" y="112778"/>
                  </a:lnTo>
                  <a:lnTo>
                    <a:pt x="7384" y="120974"/>
                  </a:lnTo>
                  <a:lnTo>
                    <a:pt x="18665" y="115850"/>
                  </a:lnTo>
                  <a:lnTo>
                    <a:pt x="30972" y="115850"/>
                  </a:lnTo>
                  <a:lnTo>
                    <a:pt x="37121" y="112778"/>
                  </a:lnTo>
                  <a:lnTo>
                    <a:pt x="56611" y="111752"/>
                  </a:lnTo>
                  <a:lnTo>
                    <a:pt x="57637" y="119954"/>
                  </a:lnTo>
                  <a:lnTo>
                    <a:pt x="76094" y="119954"/>
                  </a:lnTo>
                  <a:lnTo>
                    <a:pt x="96090" y="113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3" name="Forme libre : forme 361">
              <a:extLst>
                <a:ext uri="{FF2B5EF4-FFF2-40B4-BE49-F238E27FC236}">
                  <a16:creationId xmlns:a16="http://schemas.microsoft.com/office/drawing/2014/main" id="{DAC4AA14-1664-EB29-6E66-8FDB2FE5E6FE}"/>
                </a:ext>
              </a:extLst>
            </p:cNvPr>
            <p:cNvSpPr/>
            <p:nvPr/>
          </p:nvSpPr>
          <p:spPr>
            <a:xfrm>
              <a:off x="6901168" y="3731678"/>
              <a:ext cx="310721" cy="240348"/>
            </a:xfrm>
            <a:custGeom>
              <a:avLst/>
              <a:gdLst>
                <a:gd name="csX0" fmla="*/ 12402 w 310721"/>
                <a:gd name="csY0" fmla="*/ 233831 h 240348"/>
                <a:gd name="csX1" fmla="*/ 40087 w 310721"/>
                <a:gd name="csY1" fmla="*/ 235370 h 240348"/>
                <a:gd name="csX2" fmla="*/ 50854 w 310721"/>
                <a:gd name="csY2" fmla="*/ 236902 h 240348"/>
                <a:gd name="csX3" fmla="*/ 97003 w 310721"/>
                <a:gd name="csY3" fmla="*/ 241520 h 240348"/>
                <a:gd name="csX4" fmla="*/ 127767 w 310721"/>
                <a:gd name="csY4" fmla="*/ 233831 h 240348"/>
                <a:gd name="csX5" fmla="*/ 127767 w 310721"/>
                <a:gd name="csY5" fmla="*/ 212309 h 240348"/>
                <a:gd name="csX6" fmla="*/ 130845 w 310721"/>
                <a:gd name="csY6" fmla="*/ 196938 h 240348"/>
                <a:gd name="csX7" fmla="*/ 149302 w 310721"/>
                <a:gd name="csY7" fmla="*/ 193859 h 240348"/>
                <a:gd name="csX8" fmla="*/ 164687 w 310721"/>
                <a:gd name="csY8" fmla="*/ 181559 h 240348"/>
                <a:gd name="csX9" fmla="*/ 190833 w 310721"/>
                <a:gd name="csY9" fmla="*/ 186177 h 240348"/>
                <a:gd name="csX10" fmla="*/ 190833 w 310721"/>
                <a:gd name="csY10" fmla="*/ 163109 h 240348"/>
                <a:gd name="csX11" fmla="*/ 210836 w 310721"/>
                <a:gd name="csY11" fmla="*/ 127749 h 240348"/>
                <a:gd name="csX12" fmla="*/ 229293 w 310721"/>
                <a:gd name="csY12" fmla="*/ 130827 h 240348"/>
                <a:gd name="csX13" fmla="*/ 247749 w 310721"/>
                <a:gd name="csY13" fmla="*/ 98545 h 240348"/>
                <a:gd name="csX14" fmla="*/ 240060 w 310721"/>
                <a:gd name="csY14" fmla="*/ 70867 h 240348"/>
                <a:gd name="csX15" fmla="*/ 290307 w 310721"/>
                <a:gd name="csY15" fmla="*/ 49345 h 240348"/>
                <a:gd name="csX16" fmla="*/ 305685 w 310721"/>
                <a:gd name="csY16" fmla="*/ 49345 h 240348"/>
                <a:gd name="csX17" fmla="*/ 313894 w 310721"/>
                <a:gd name="csY17" fmla="*/ 44734 h 240348"/>
                <a:gd name="csX18" fmla="*/ 309277 w 310721"/>
                <a:gd name="csY18" fmla="*/ 37045 h 240348"/>
                <a:gd name="csX19" fmla="*/ 301587 w 310721"/>
                <a:gd name="csY19" fmla="*/ 32947 h 240348"/>
                <a:gd name="csX20" fmla="*/ 289281 w 310721"/>
                <a:gd name="csY20" fmla="*/ 32947 h 240348"/>
                <a:gd name="csX21" fmla="*/ 268772 w 310721"/>
                <a:gd name="csY21" fmla="*/ 49345 h 240348"/>
                <a:gd name="csX22" fmla="*/ 243139 w 310721"/>
                <a:gd name="csY22" fmla="*/ 51397 h 240348"/>
                <a:gd name="csX23" fmla="*/ 246210 w 310721"/>
                <a:gd name="csY23" fmla="*/ 31921 h 240348"/>
                <a:gd name="csX24" fmla="*/ 243139 w 310721"/>
                <a:gd name="csY24" fmla="*/ 10400 h 240348"/>
                <a:gd name="csX25" fmla="*/ 232884 w 310721"/>
                <a:gd name="csY25" fmla="*/ 1171 h 240348"/>
                <a:gd name="csX26" fmla="*/ 220577 w 310721"/>
                <a:gd name="csY26" fmla="*/ 15524 h 240348"/>
                <a:gd name="csX27" fmla="*/ 211349 w 310721"/>
                <a:gd name="csY27" fmla="*/ 29869 h 240348"/>
                <a:gd name="csX28" fmla="*/ 179559 w 310721"/>
                <a:gd name="csY28" fmla="*/ 43195 h 240348"/>
                <a:gd name="csX29" fmla="*/ 164174 w 310721"/>
                <a:gd name="csY29" fmla="*/ 41143 h 240348"/>
                <a:gd name="csX30" fmla="*/ 132384 w 310721"/>
                <a:gd name="csY30" fmla="*/ 34993 h 240348"/>
                <a:gd name="csX31" fmla="*/ 106238 w 310721"/>
                <a:gd name="csY31" fmla="*/ 37045 h 240348"/>
                <a:gd name="csX32" fmla="*/ 97003 w 310721"/>
                <a:gd name="csY32" fmla="*/ 58567 h 240348"/>
                <a:gd name="csX33" fmla="*/ 55472 w 310721"/>
                <a:gd name="csY33" fmla="*/ 83167 h 240348"/>
                <a:gd name="csX34" fmla="*/ 50861 w 310721"/>
                <a:gd name="csY34" fmla="*/ 96999 h 240348"/>
                <a:gd name="csX35" fmla="*/ 38554 w 310721"/>
                <a:gd name="csY35" fmla="*/ 87777 h 240348"/>
                <a:gd name="csX36" fmla="*/ 20098 w 310721"/>
                <a:gd name="csY36" fmla="*/ 83167 h 240348"/>
                <a:gd name="csX37" fmla="*/ 20098 w 310721"/>
                <a:gd name="csY37" fmla="*/ 103149 h 240348"/>
                <a:gd name="csX38" fmla="*/ 3173 w 310721"/>
                <a:gd name="csY38" fmla="*/ 126210 h 240348"/>
                <a:gd name="csX39" fmla="*/ 9330 w 310721"/>
                <a:gd name="csY39" fmla="*/ 161570 h 240348"/>
                <a:gd name="csX40" fmla="*/ 7791 w 310721"/>
                <a:gd name="csY40" fmla="*/ 180020 h 240348"/>
                <a:gd name="csX41" fmla="*/ 13941 w 310721"/>
                <a:gd name="csY41" fmla="*/ 192320 h 240348"/>
                <a:gd name="csX42" fmla="*/ 23169 w 310721"/>
                <a:gd name="csY42" fmla="*/ 184631 h 240348"/>
                <a:gd name="csX43" fmla="*/ 32398 w 310721"/>
                <a:gd name="csY43" fmla="*/ 198470 h 240348"/>
                <a:gd name="csX44" fmla="*/ 20091 w 310721"/>
                <a:gd name="csY44" fmla="*/ 216920 h 240348"/>
                <a:gd name="csX45" fmla="*/ 12402 w 310721"/>
                <a:gd name="csY45" fmla="*/ 233831 h 240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310721" h="240348">
                  <a:moveTo>
                    <a:pt x="12402" y="233831"/>
                  </a:moveTo>
                  <a:lnTo>
                    <a:pt x="40087" y="235370"/>
                  </a:lnTo>
                  <a:lnTo>
                    <a:pt x="50854" y="236902"/>
                  </a:lnTo>
                  <a:lnTo>
                    <a:pt x="97003" y="241520"/>
                  </a:lnTo>
                  <a:lnTo>
                    <a:pt x="127767" y="233831"/>
                  </a:lnTo>
                  <a:lnTo>
                    <a:pt x="127767" y="212309"/>
                  </a:lnTo>
                  <a:lnTo>
                    <a:pt x="130845" y="196938"/>
                  </a:lnTo>
                  <a:lnTo>
                    <a:pt x="149302" y="193859"/>
                  </a:lnTo>
                  <a:lnTo>
                    <a:pt x="164687" y="181559"/>
                  </a:lnTo>
                  <a:lnTo>
                    <a:pt x="190833" y="186177"/>
                  </a:lnTo>
                  <a:lnTo>
                    <a:pt x="190833" y="163109"/>
                  </a:lnTo>
                  <a:lnTo>
                    <a:pt x="210836" y="127749"/>
                  </a:lnTo>
                  <a:lnTo>
                    <a:pt x="229293" y="130827"/>
                  </a:lnTo>
                  <a:lnTo>
                    <a:pt x="247749" y="98545"/>
                  </a:lnTo>
                  <a:lnTo>
                    <a:pt x="240060" y="70867"/>
                  </a:lnTo>
                  <a:lnTo>
                    <a:pt x="290307" y="49345"/>
                  </a:lnTo>
                  <a:lnTo>
                    <a:pt x="305685" y="49345"/>
                  </a:lnTo>
                  <a:lnTo>
                    <a:pt x="313894" y="44734"/>
                  </a:lnTo>
                  <a:lnTo>
                    <a:pt x="309277" y="37045"/>
                  </a:lnTo>
                  <a:lnTo>
                    <a:pt x="301587" y="32947"/>
                  </a:lnTo>
                  <a:lnTo>
                    <a:pt x="289281" y="32947"/>
                  </a:lnTo>
                  <a:lnTo>
                    <a:pt x="268772" y="49345"/>
                  </a:lnTo>
                  <a:lnTo>
                    <a:pt x="243139" y="51397"/>
                  </a:lnTo>
                  <a:lnTo>
                    <a:pt x="246210" y="31921"/>
                  </a:lnTo>
                  <a:lnTo>
                    <a:pt x="243139" y="10400"/>
                  </a:lnTo>
                  <a:lnTo>
                    <a:pt x="232884" y="1171"/>
                  </a:lnTo>
                  <a:lnTo>
                    <a:pt x="220577" y="15524"/>
                  </a:lnTo>
                  <a:lnTo>
                    <a:pt x="211349" y="29869"/>
                  </a:lnTo>
                  <a:lnTo>
                    <a:pt x="179559" y="43195"/>
                  </a:lnTo>
                  <a:lnTo>
                    <a:pt x="164174" y="41143"/>
                  </a:lnTo>
                  <a:lnTo>
                    <a:pt x="132384" y="34993"/>
                  </a:lnTo>
                  <a:lnTo>
                    <a:pt x="106238" y="37045"/>
                  </a:lnTo>
                  <a:lnTo>
                    <a:pt x="97003" y="58567"/>
                  </a:lnTo>
                  <a:lnTo>
                    <a:pt x="55472" y="83167"/>
                  </a:lnTo>
                  <a:lnTo>
                    <a:pt x="50861" y="96999"/>
                  </a:lnTo>
                  <a:lnTo>
                    <a:pt x="38554" y="87777"/>
                  </a:lnTo>
                  <a:lnTo>
                    <a:pt x="20098" y="83167"/>
                  </a:lnTo>
                  <a:lnTo>
                    <a:pt x="20098" y="103149"/>
                  </a:lnTo>
                  <a:lnTo>
                    <a:pt x="3173" y="126210"/>
                  </a:lnTo>
                  <a:lnTo>
                    <a:pt x="9330" y="161570"/>
                  </a:lnTo>
                  <a:lnTo>
                    <a:pt x="7791" y="180020"/>
                  </a:lnTo>
                  <a:lnTo>
                    <a:pt x="13941" y="192320"/>
                  </a:lnTo>
                  <a:lnTo>
                    <a:pt x="23169" y="184631"/>
                  </a:lnTo>
                  <a:lnTo>
                    <a:pt x="32398" y="198470"/>
                  </a:lnTo>
                  <a:lnTo>
                    <a:pt x="20091" y="216920"/>
                  </a:lnTo>
                  <a:lnTo>
                    <a:pt x="12402" y="2338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4" name="Forme libre : forme 362">
              <a:extLst>
                <a:ext uri="{FF2B5EF4-FFF2-40B4-BE49-F238E27FC236}">
                  <a16:creationId xmlns:a16="http://schemas.microsoft.com/office/drawing/2014/main" id="{59A04774-133E-47DE-3BB5-5B3403F638E2}"/>
                </a:ext>
              </a:extLst>
            </p:cNvPr>
            <p:cNvSpPr/>
            <p:nvPr/>
          </p:nvSpPr>
          <p:spPr>
            <a:xfrm>
              <a:off x="7266685" y="3822142"/>
              <a:ext cx="44602" cy="66493"/>
            </a:xfrm>
            <a:custGeom>
              <a:avLst/>
              <a:gdLst>
                <a:gd name="csX0" fmla="*/ 41791 w 44602"/>
                <a:gd name="csY0" fmla="*/ 67679 h 66493"/>
                <a:gd name="csX1" fmla="*/ 47941 w 44602"/>
                <a:gd name="csY1" fmla="*/ 64607 h 66493"/>
                <a:gd name="csX2" fmla="*/ 45636 w 44602"/>
                <a:gd name="csY2" fmla="*/ 57684 h 66493"/>
                <a:gd name="csX3" fmla="*/ 40252 w 44602"/>
                <a:gd name="csY3" fmla="*/ 43079 h 66493"/>
                <a:gd name="csX4" fmla="*/ 39486 w 44602"/>
                <a:gd name="csY4" fmla="*/ 34624 h 66493"/>
                <a:gd name="csX5" fmla="*/ 43714 w 44602"/>
                <a:gd name="csY5" fmla="*/ 21174 h 66493"/>
                <a:gd name="csX6" fmla="*/ 41408 w 44602"/>
                <a:gd name="csY6" fmla="*/ 8874 h 66493"/>
                <a:gd name="csX7" fmla="*/ 32563 w 44602"/>
                <a:gd name="csY7" fmla="*/ 1185 h 66493"/>
                <a:gd name="csX8" fmla="*/ 17951 w 44602"/>
                <a:gd name="csY8" fmla="*/ 1958 h 66493"/>
                <a:gd name="csX9" fmla="*/ 3338 w 44602"/>
                <a:gd name="csY9" fmla="*/ 13102 h 66493"/>
                <a:gd name="csX10" fmla="*/ 5452 w 44602"/>
                <a:gd name="csY10" fmla="*/ 14244 h 66493"/>
                <a:gd name="csX11" fmla="*/ 8722 w 44602"/>
                <a:gd name="csY11" fmla="*/ 16947 h 66493"/>
                <a:gd name="csX12" fmla="*/ 16411 w 44602"/>
                <a:gd name="csY12" fmla="*/ 24629 h 66493"/>
                <a:gd name="csX13" fmla="*/ 26413 w 44602"/>
                <a:gd name="csY13" fmla="*/ 30013 h 66493"/>
                <a:gd name="csX14" fmla="*/ 30257 w 44602"/>
                <a:gd name="csY14" fmla="*/ 46157 h 66493"/>
                <a:gd name="csX15" fmla="*/ 41025 w 44602"/>
                <a:gd name="csY15" fmla="*/ 60763 h 66493"/>
                <a:gd name="csX16" fmla="*/ 41791 w 44602"/>
                <a:gd name="csY16" fmla="*/ 67679 h 664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602" h="66493">
                  <a:moveTo>
                    <a:pt x="41791" y="67679"/>
                  </a:moveTo>
                  <a:lnTo>
                    <a:pt x="47941" y="64607"/>
                  </a:lnTo>
                  <a:lnTo>
                    <a:pt x="45636" y="57684"/>
                  </a:lnTo>
                  <a:lnTo>
                    <a:pt x="40252" y="43079"/>
                  </a:lnTo>
                  <a:lnTo>
                    <a:pt x="39486" y="34624"/>
                  </a:lnTo>
                  <a:lnTo>
                    <a:pt x="43714" y="21174"/>
                  </a:lnTo>
                  <a:lnTo>
                    <a:pt x="41408" y="8874"/>
                  </a:lnTo>
                  <a:lnTo>
                    <a:pt x="32563" y="1185"/>
                  </a:lnTo>
                  <a:lnTo>
                    <a:pt x="17951" y="1958"/>
                  </a:lnTo>
                  <a:lnTo>
                    <a:pt x="3338" y="13102"/>
                  </a:lnTo>
                  <a:lnTo>
                    <a:pt x="5452" y="14244"/>
                  </a:lnTo>
                  <a:lnTo>
                    <a:pt x="8722" y="16947"/>
                  </a:lnTo>
                  <a:lnTo>
                    <a:pt x="16411" y="24629"/>
                  </a:lnTo>
                  <a:lnTo>
                    <a:pt x="26413" y="30013"/>
                  </a:lnTo>
                  <a:lnTo>
                    <a:pt x="30257" y="46157"/>
                  </a:lnTo>
                  <a:lnTo>
                    <a:pt x="41025" y="60763"/>
                  </a:lnTo>
                  <a:lnTo>
                    <a:pt x="41791" y="6767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5" name="Forme libre : forme 363">
              <a:extLst>
                <a:ext uri="{FF2B5EF4-FFF2-40B4-BE49-F238E27FC236}">
                  <a16:creationId xmlns:a16="http://schemas.microsoft.com/office/drawing/2014/main" id="{4506DE07-3209-AB58-2D90-5FC5AFEEFE99}"/>
                </a:ext>
              </a:extLst>
            </p:cNvPr>
            <p:cNvSpPr/>
            <p:nvPr/>
          </p:nvSpPr>
          <p:spPr>
            <a:xfrm>
              <a:off x="7765634" y="4130387"/>
              <a:ext cx="159974" cy="194740"/>
            </a:xfrm>
            <a:custGeom>
              <a:avLst/>
              <a:gdLst>
                <a:gd name="csX0" fmla="*/ 26741 w 159974"/>
                <a:gd name="csY0" fmla="*/ 36787 h 194740"/>
                <a:gd name="csX1" fmla="*/ 39048 w 159974"/>
                <a:gd name="csY1" fmla="*/ 38326 h 194740"/>
                <a:gd name="csX2" fmla="*/ 34430 w 159974"/>
                <a:gd name="csY2" fmla="*/ 15265 h 194740"/>
                <a:gd name="csX3" fmla="*/ 40587 w 159974"/>
                <a:gd name="csY3" fmla="*/ 1426 h 194740"/>
                <a:gd name="csX4" fmla="*/ 52887 w 159974"/>
                <a:gd name="csY4" fmla="*/ 6037 h 194740"/>
                <a:gd name="csX5" fmla="*/ 55966 w 159974"/>
                <a:gd name="csY5" fmla="*/ 15778 h 194740"/>
                <a:gd name="csX6" fmla="*/ 64168 w 159974"/>
                <a:gd name="csY6" fmla="*/ 22947 h 194740"/>
                <a:gd name="csX7" fmla="*/ 65194 w 159974"/>
                <a:gd name="csY7" fmla="*/ 41397 h 194740"/>
                <a:gd name="csX8" fmla="*/ 87755 w 159974"/>
                <a:gd name="csY8" fmla="*/ 43450 h 194740"/>
                <a:gd name="csX9" fmla="*/ 106212 w 159974"/>
                <a:gd name="csY9" fmla="*/ 55750 h 194740"/>
                <a:gd name="csX10" fmla="*/ 104167 w 159974"/>
                <a:gd name="csY10" fmla="*/ 89571 h 194740"/>
                <a:gd name="csX11" fmla="*/ 119545 w 159974"/>
                <a:gd name="csY11" fmla="*/ 115197 h 194740"/>
                <a:gd name="csX12" fmla="*/ 146204 w 159974"/>
                <a:gd name="csY12" fmla="*/ 140816 h 194740"/>
                <a:gd name="csX13" fmla="*/ 149282 w 159974"/>
                <a:gd name="csY13" fmla="*/ 150045 h 194740"/>
                <a:gd name="csX14" fmla="*/ 163642 w 159974"/>
                <a:gd name="csY14" fmla="*/ 155169 h 194740"/>
                <a:gd name="csX15" fmla="*/ 162615 w 159974"/>
                <a:gd name="csY15" fmla="*/ 194114 h 194740"/>
                <a:gd name="csX16" fmla="*/ 154406 w 159974"/>
                <a:gd name="csY16" fmla="*/ 193088 h 194740"/>
                <a:gd name="csX17" fmla="*/ 144152 w 159974"/>
                <a:gd name="csY17" fmla="*/ 179768 h 194740"/>
                <a:gd name="csX18" fmla="*/ 135950 w 159974"/>
                <a:gd name="csY18" fmla="*/ 184892 h 194740"/>
                <a:gd name="csX19" fmla="*/ 132871 w 159974"/>
                <a:gd name="csY19" fmla="*/ 196166 h 194740"/>
                <a:gd name="csX20" fmla="*/ 110317 w 159974"/>
                <a:gd name="csY20" fmla="*/ 193088 h 194740"/>
                <a:gd name="csX21" fmla="*/ 118519 w 159974"/>
                <a:gd name="csY21" fmla="*/ 164390 h 194740"/>
                <a:gd name="csX22" fmla="*/ 115440 w 159974"/>
                <a:gd name="csY22" fmla="*/ 152090 h 194740"/>
                <a:gd name="csX23" fmla="*/ 94931 w 159974"/>
                <a:gd name="csY23" fmla="*/ 126471 h 194740"/>
                <a:gd name="csX24" fmla="*/ 88781 w 159974"/>
                <a:gd name="csY24" fmla="*/ 100845 h 194740"/>
                <a:gd name="csX25" fmla="*/ 77501 w 159974"/>
                <a:gd name="csY25" fmla="*/ 98793 h 194740"/>
                <a:gd name="csX26" fmla="*/ 67246 w 159974"/>
                <a:gd name="csY26" fmla="*/ 109047 h 194740"/>
                <a:gd name="csX27" fmla="*/ 56992 w 159974"/>
                <a:gd name="csY27" fmla="*/ 109047 h 194740"/>
                <a:gd name="csX28" fmla="*/ 49816 w 159974"/>
                <a:gd name="csY28" fmla="*/ 101871 h 194740"/>
                <a:gd name="csX29" fmla="*/ 38535 w 159974"/>
                <a:gd name="csY29" fmla="*/ 101871 h 194740"/>
                <a:gd name="csX30" fmla="*/ 23150 w 159974"/>
                <a:gd name="csY30" fmla="*/ 117243 h 194740"/>
                <a:gd name="csX31" fmla="*/ 15974 w 159974"/>
                <a:gd name="csY31" fmla="*/ 109047 h 194740"/>
                <a:gd name="csX32" fmla="*/ 18026 w 159974"/>
                <a:gd name="csY32" fmla="*/ 100845 h 194740"/>
                <a:gd name="csX33" fmla="*/ 22124 w 159974"/>
                <a:gd name="csY33" fmla="*/ 75219 h 194740"/>
                <a:gd name="csX34" fmla="*/ 7771 w 159974"/>
                <a:gd name="csY34" fmla="*/ 69069 h 194740"/>
                <a:gd name="csX35" fmla="*/ 3667 w 159974"/>
                <a:gd name="csY35" fmla="*/ 51645 h 194740"/>
                <a:gd name="csX36" fmla="*/ 17000 w 159974"/>
                <a:gd name="csY36" fmla="*/ 35247 h 194740"/>
                <a:gd name="csX37" fmla="*/ 24176 w 159974"/>
                <a:gd name="csY37" fmla="*/ 33202 h 194740"/>
                <a:gd name="csX38" fmla="*/ 26741 w 159974"/>
                <a:gd name="csY38" fmla="*/ 36787 h 1947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159974" h="194740">
                  <a:moveTo>
                    <a:pt x="26741" y="36787"/>
                  </a:moveTo>
                  <a:lnTo>
                    <a:pt x="39048" y="38326"/>
                  </a:lnTo>
                  <a:lnTo>
                    <a:pt x="34430" y="15265"/>
                  </a:lnTo>
                  <a:lnTo>
                    <a:pt x="40587" y="1426"/>
                  </a:lnTo>
                  <a:lnTo>
                    <a:pt x="52887" y="6037"/>
                  </a:lnTo>
                  <a:lnTo>
                    <a:pt x="55966" y="15778"/>
                  </a:lnTo>
                  <a:lnTo>
                    <a:pt x="64168" y="22947"/>
                  </a:lnTo>
                  <a:lnTo>
                    <a:pt x="65194" y="41397"/>
                  </a:lnTo>
                  <a:lnTo>
                    <a:pt x="87755" y="43450"/>
                  </a:lnTo>
                  <a:lnTo>
                    <a:pt x="106212" y="55750"/>
                  </a:lnTo>
                  <a:lnTo>
                    <a:pt x="104167" y="89571"/>
                  </a:lnTo>
                  <a:lnTo>
                    <a:pt x="119545" y="115197"/>
                  </a:lnTo>
                  <a:lnTo>
                    <a:pt x="146204" y="140816"/>
                  </a:lnTo>
                  <a:lnTo>
                    <a:pt x="149282" y="150045"/>
                  </a:lnTo>
                  <a:lnTo>
                    <a:pt x="163642" y="155169"/>
                  </a:lnTo>
                  <a:lnTo>
                    <a:pt x="162615" y="194114"/>
                  </a:lnTo>
                  <a:lnTo>
                    <a:pt x="154406" y="193088"/>
                  </a:lnTo>
                  <a:lnTo>
                    <a:pt x="144152" y="179768"/>
                  </a:lnTo>
                  <a:lnTo>
                    <a:pt x="135950" y="184892"/>
                  </a:lnTo>
                  <a:lnTo>
                    <a:pt x="132871" y="196166"/>
                  </a:lnTo>
                  <a:lnTo>
                    <a:pt x="110317" y="193088"/>
                  </a:lnTo>
                  <a:lnTo>
                    <a:pt x="118519" y="164390"/>
                  </a:lnTo>
                  <a:lnTo>
                    <a:pt x="115440" y="152090"/>
                  </a:lnTo>
                  <a:lnTo>
                    <a:pt x="94931" y="126471"/>
                  </a:lnTo>
                  <a:lnTo>
                    <a:pt x="88781" y="100845"/>
                  </a:lnTo>
                  <a:lnTo>
                    <a:pt x="77501" y="98793"/>
                  </a:lnTo>
                  <a:lnTo>
                    <a:pt x="67246" y="109047"/>
                  </a:lnTo>
                  <a:lnTo>
                    <a:pt x="56992" y="109047"/>
                  </a:lnTo>
                  <a:lnTo>
                    <a:pt x="49816" y="101871"/>
                  </a:lnTo>
                  <a:lnTo>
                    <a:pt x="38535" y="101871"/>
                  </a:lnTo>
                  <a:lnTo>
                    <a:pt x="23150" y="117243"/>
                  </a:lnTo>
                  <a:lnTo>
                    <a:pt x="15974" y="109047"/>
                  </a:lnTo>
                  <a:lnTo>
                    <a:pt x="18026" y="100845"/>
                  </a:lnTo>
                  <a:lnTo>
                    <a:pt x="22124" y="75219"/>
                  </a:lnTo>
                  <a:lnTo>
                    <a:pt x="7771" y="69069"/>
                  </a:lnTo>
                  <a:lnTo>
                    <a:pt x="3667" y="51645"/>
                  </a:lnTo>
                  <a:lnTo>
                    <a:pt x="17000" y="35247"/>
                  </a:lnTo>
                  <a:lnTo>
                    <a:pt x="24176" y="33202"/>
                  </a:lnTo>
                  <a:lnTo>
                    <a:pt x="26741" y="367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6" name="Forme libre : forme 364">
              <a:extLst>
                <a:ext uri="{FF2B5EF4-FFF2-40B4-BE49-F238E27FC236}">
                  <a16:creationId xmlns:a16="http://schemas.microsoft.com/office/drawing/2014/main" id="{6B617E18-3A20-53D0-12A0-D03BB3208E4D}"/>
                </a:ext>
              </a:extLst>
            </p:cNvPr>
            <p:cNvSpPr/>
            <p:nvPr/>
          </p:nvSpPr>
          <p:spPr>
            <a:xfrm>
              <a:off x="7330839" y="3945894"/>
              <a:ext cx="173307" cy="99418"/>
            </a:xfrm>
            <a:custGeom>
              <a:avLst/>
              <a:gdLst>
                <a:gd name="csX0" fmla="*/ 172116 w 173307"/>
                <a:gd name="csY0" fmla="*/ 62773 h 99418"/>
                <a:gd name="csX1" fmla="*/ 121357 w 173307"/>
                <a:gd name="csY1" fmla="*/ 52013 h 99418"/>
                <a:gd name="csX2" fmla="*/ 96743 w 173307"/>
                <a:gd name="csY2" fmla="*/ 33563 h 99418"/>
                <a:gd name="csX3" fmla="*/ 69058 w 173307"/>
                <a:gd name="csY3" fmla="*/ 22802 h 99418"/>
                <a:gd name="csX4" fmla="*/ 41373 w 173307"/>
                <a:gd name="csY4" fmla="*/ 1274 h 99418"/>
                <a:gd name="csX5" fmla="*/ 15220 w 173307"/>
                <a:gd name="csY5" fmla="*/ 4352 h 99418"/>
                <a:gd name="csX6" fmla="*/ 9583 w 173307"/>
                <a:gd name="csY6" fmla="*/ 19724 h 99418"/>
                <a:gd name="csX7" fmla="*/ 3426 w 173307"/>
                <a:gd name="csY7" fmla="*/ 34076 h 99418"/>
                <a:gd name="csX8" fmla="*/ 8550 w 173307"/>
                <a:gd name="csY8" fmla="*/ 50474 h 99418"/>
                <a:gd name="csX9" fmla="*/ 22909 w 173307"/>
                <a:gd name="csY9" fmla="*/ 56624 h 99418"/>
                <a:gd name="csX10" fmla="*/ 33164 w 173307"/>
                <a:gd name="csY10" fmla="*/ 62773 h 99418"/>
                <a:gd name="csX11" fmla="*/ 72130 w 173307"/>
                <a:gd name="csY11" fmla="*/ 70969 h 99418"/>
                <a:gd name="csX12" fmla="*/ 94691 w 173307"/>
                <a:gd name="csY12" fmla="*/ 73021 h 99418"/>
                <a:gd name="csX13" fmla="*/ 120331 w 173307"/>
                <a:gd name="csY13" fmla="*/ 92497 h 99418"/>
                <a:gd name="csX14" fmla="*/ 144944 w 173307"/>
                <a:gd name="csY14" fmla="*/ 100693 h 99418"/>
                <a:gd name="csX15" fmla="*/ 169551 w 173307"/>
                <a:gd name="csY15" fmla="*/ 96595 h 99418"/>
                <a:gd name="csX16" fmla="*/ 176734 w 173307"/>
                <a:gd name="csY16" fmla="*/ 80197 h 99418"/>
                <a:gd name="csX17" fmla="*/ 172116 w 173307"/>
                <a:gd name="csY17" fmla="*/ 62773 h 994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73307" h="99418">
                  <a:moveTo>
                    <a:pt x="172116" y="62773"/>
                  </a:moveTo>
                  <a:lnTo>
                    <a:pt x="121357" y="52013"/>
                  </a:lnTo>
                  <a:lnTo>
                    <a:pt x="96743" y="33563"/>
                  </a:lnTo>
                  <a:lnTo>
                    <a:pt x="69058" y="22802"/>
                  </a:lnTo>
                  <a:lnTo>
                    <a:pt x="41373" y="1274"/>
                  </a:lnTo>
                  <a:lnTo>
                    <a:pt x="15220" y="4352"/>
                  </a:lnTo>
                  <a:lnTo>
                    <a:pt x="9583" y="19724"/>
                  </a:lnTo>
                  <a:lnTo>
                    <a:pt x="3426" y="34076"/>
                  </a:lnTo>
                  <a:lnTo>
                    <a:pt x="8550" y="50474"/>
                  </a:lnTo>
                  <a:lnTo>
                    <a:pt x="22909" y="56624"/>
                  </a:lnTo>
                  <a:lnTo>
                    <a:pt x="33164" y="62773"/>
                  </a:lnTo>
                  <a:lnTo>
                    <a:pt x="72130" y="70969"/>
                  </a:lnTo>
                  <a:lnTo>
                    <a:pt x="94691" y="73021"/>
                  </a:lnTo>
                  <a:lnTo>
                    <a:pt x="120331" y="92497"/>
                  </a:lnTo>
                  <a:lnTo>
                    <a:pt x="144944" y="100693"/>
                  </a:lnTo>
                  <a:lnTo>
                    <a:pt x="169551" y="96595"/>
                  </a:lnTo>
                  <a:lnTo>
                    <a:pt x="176734" y="80197"/>
                  </a:lnTo>
                  <a:lnTo>
                    <a:pt x="172116" y="627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7" name="Forme libre : forme 365">
              <a:extLst>
                <a:ext uri="{FF2B5EF4-FFF2-40B4-BE49-F238E27FC236}">
                  <a16:creationId xmlns:a16="http://schemas.microsoft.com/office/drawing/2014/main" id="{C2C508D3-A479-0AF2-CB9A-928D367A3DB7}"/>
                </a:ext>
              </a:extLst>
            </p:cNvPr>
            <p:cNvSpPr/>
            <p:nvPr/>
          </p:nvSpPr>
          <p:spPr>
            <a:xfrm>
              <a:off x="7524136" y="3995094"/>
              <a:ext cx="67683" cy="39971"/>
            </a:xfrm>
            <a:custGeom>
              <a:avLst/>
              <a:gdLst>
                <a:gd name="csX0" fmla="*/ 71189 w 67683"/>
                <a:gd name="csY0" fmla="*/ 15127 h 39971"/>
                <a:gd name="csX1" fmla="*/ 60421 w 67683"/>
                <a:gd name="csY1" fmla="*/ 7438 h 39971"/>
                <a:gd name="csX2" fmla="*/ 41964 w 67683"/>
                <a:gd name="csY2" fmla="*/ 10517 h 39971"/>
                <a:gd name="csX3" fmla="*/ 32736 w 67683"/>
                <a:gd name="csY3" fmla="*/ 1288 h 39971"/>
                <a:gd name="csX4" fmla="*/ 18890 w 67683"/>
                <a:gd name="csY4" fmla="*/ 1288 h 39971"/>
                <a:gd name="csX5" fmla="*/ 3505 w 67683"/>
                <a:gd name="csY5" fmla="*/ 16667 h 39971"/>
                <a:gd name="csX6" fmla="*/ 3505 w 67683"/>
                <a:gd name="csY6" fmla="*/ 16660 h 39971"/>
                <a:gd name="csX7" fmla="*/ 7096 w 67683"/>
                <a:gd name="csY7" fmla="*/ 28960 h 39971"/>
                <a:gd name="csX8" fmla="*/ 16325 w 67683"/>
                <a:gd name="csY8" fmla="*/ 41260 h 39971"/>
                <a:gd name="csX9" fmla="*/ 70676 w 67683"/>
                <a:gd name="csY9" fmla="*/ 37162 h 39971"/>
                <a:gd name="csX10" fmla="*/ 71189 w 67683"/>
                <a:gd name="csY10" fmla="*/ 15127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7683" h="39971">
                  <a:moveTo>
                    <a:pt x="71189" y="15127"/>
                  </a:moveTo>
                  <a:lnTo>
                    <a:pt x="60421" y="7438"/>
                  </a:lnTo>
                  <a:lnTo>
                    <a:pt x="41964" y="10517"/>
                  </a:lnTo>
                  <a:lnTo>
                    <a:pt x="32736" y="1288"/>
                  </a:lnTo>
                  <a:lnTo>
                    <a:pt x="18890" y="1288"/>
                  </a:lnTo>
                  <a:lnTo>
                    <a:pt x="3505" y="16667"/>
                  </a:lnTo>
                  <a:lnTo>
                    <a:pt x="3505" y="16660"/>
                  </a:lnTo>
                  <a:lnTo>
                    <a:pt x="7096" y="28960"/>
                  </a:lnTo>
                  <a:lnTo>
                    <a:pt x="16325" y="41260"/>
                  </a:lnTo>
                  <a:lnTo>
                    <a:pt x="70676" y="37162"/>
                  </a:lnTo>
                  <a:lnTo>
                    <a:pt x="71189" y="1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8" name="Forme libre : forme 366">
              <a:extLst>
                <a:ext uri="{FF2B5EF4-FFF2-40B4-BE49-F238E27FC236}">
                  <a16:creationId xmlns:a16="http://schemas.microsoft.com/office/drawing/2014/main" id="{497D1BCD-6258-98F3-B2CD-CD6FA95E80AC}"/>
                </a:ext>
              </a:extLst>
            </p:cNvPr>
            <p:cNvSpPr/>
            <p:nvPr/>
          </p:nvSpPr>
          <p:spPr>
            <a:xfrm>
              <a:off x="5403980" y="3645565"/>
              <a:ext cx="62553" cy="144514"/>
            </a:xfrm>
            <a:custGeom>
              <a:avLst/>
              <a:gdLst>
                <a:gd name="csX0" fmla="*/ 15537 w 62553"/>
                <a:gd name="csY0" fmla="*/ 3162 h 144514"/>
                <a:gd name="csX1" fmla="*/ 11433 w 62553"/>
                <a:gd name="csY1" fmla="*/ 11364 h 144514"/>
                <a:gd name="csX2" fmla="*/ 14511 w 62553"/>
                <a:gd name="csY2" fmla="*/ 22638 h 144514"/>
                <a:gd name="csX3" fmla="*/ 18616 w 62553"/>
                <a:gd name="csY3" fmla="*/ 36983 h 144514"/>
                <a:gd name="csX4" fmla="*/ 15537 w 62553"/>
                <a:gd name="csY4" fmla="*/ 56459 h 144514"/>
                <a:gd name="csX5" fmla="*/ 10407 w 62553"/>
                <a:gd name="csY5" fmla="*/ 61583 h 144514"/>
                <a:gd name="csX6" fmla="*/ 8361 w 62553"/>
                <a:gd name="csY6" fmla="*/ 72857 h 144514"/>
                <a:gd name="csX7" fmla="*/ 2204 w 62553"/>
                <a:gd name="csY7" fmla="*/ 80033 h 144514"/>
                <a:gd name="csX8" fmla="*/ 3231 w 62553"/>
                <a:gd name="csY8" fmla="*/ 101555 h 144514"/>
                <a:gd name="csX9" fmla="*/ 10407 w 62553"/>
                <a:gd name="csY9" fmla="*/ 101555 h 144514"/>
                <a:gd name="csX10" fmla="*/ 12459 w 62553"/>
                <a:gd name="csY10" fmla="*/ 109757 h 144514"/>
                <a:gd name="csX11" fmla="*/ 11433 w 62553"/>
                <a:gd name="csY11" fmla="*/ 130252 h 144514"/>
                <a:gd name="csX12" fmla="*/ 9380 w 62553"/>
                <a:gd name="csY12" fmla="*/ 142552 h 144514"/>
                <a:gd name="csX13" fmla="*/ 21687 w 62553"/>
                <a:gd name="csY13" fmla="*/ 143578 h 144514"/>
                <a:gd name="csX14" fmla="*/ 31942 w 62553"/>
                <a:gd name="csY14" fmla="*/ 145631 h 144514"/>
                <a:gd name="csX15" fmla="*/ 42196 w 62553"/>
                <a:gd name="csY15" fmla="*/ 139481 h 144514"/>
                <a:gd name="csX16" fmla="*/ 43222 w 62553"/>
                <a:gd name="csY16" fmla="*/ 127181 h 144514"/>
                <a:gd name="csX17" fmla="*/ 50399 w 62553"/>
                <a:gd name="csY17" fmla="*/ 115907 h 144514"/>
                <a:gd name="csX18" fmla="*/ 54503 w 62553"/>
                <a:gd name="csY18" fmla="*/ 91307 h 144514"/>
                <a:gd name="csX19" fmla="*/ 48353 w 62553"/>
                <a:gd name="csY19" fmla="*/ 70805 h 144514"/>
                <a:gd name="csX20" fmla="*/ 54503 w 62553"/>
                <a:gd name="csY20" fmla="*/ 62609 h 144514"/>
                <a:gd name="csX21" fmla="*/ 55529 w 62553"/>
                <a:gd name="csY21" fmla="*/ 40062 h 144514"/>
                <a:gd name="csX22" fmla="*/ 61686 w 62553"/>
                <a:gd name="csY22" fmla="*/ 30833 h 144514"/>
                <a:gd name="csX23" fmla="*/ 64758 w 62553"/>
                <a:gd name="csY23" fmla="*/ 12390 h 144514"/>
                <a:gd name="csX24" fmla="*/ 56555 w 62553"/>
                <a:gd name="csY24" fmla="*/ 1116 h 144514"/>
                <a:gd name="csX25" fmla="*/ 47327 w 62553"/>
                <a:gd name="csY25" fmla="*/ 5214 h 144514"/>
                <a:gd name="csX26" fmla="*/ 26818 w 62553"/>
                <a:gd name="csY26" fmla="*/ 7260 h 144514"/>
                <a:gd name="csX27" fmla="*/ 15537 w 62553"/>
                <a:gd name="csY27" fmla="*/ 3162 h 144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62553" h="144514">
                  <a:moveTo>
                    <a:pt x="15537" y="3162"/>
                  </a:moveTo>
                  <a:lnTo>
                    <a:pt x="11433" y="11364"/>
                  </a:lnTo>
                  <a:lnTo>
                    <a:pt x="14511" y="22638"/>
                  </a:lnTo>
                  <a:lnTo>
                    <a:pt x="18616" y="36983"/>
                  </a:lnTo>
                  <a:lnTo>
                    <a:pt x="15537" y="56459"/>
                  </a:lnTo>
                  <a:lnTo>
                    <a:pt x="10407" y="61583"/>
                  </a:lnTo>
                  <a:lnTo>
                    <a:pt x="8361" y="72857"/>
                  </a:lnTo>
                  <a:lnTo>
                    <a:pt x="2204" y="80033"/>
                  </a:lnTo>
                  <a:lnTo>
                    <a:pt x="3231" y="101555"/>
                  </a:lnTo>
                  <a:lnTo>
                    <a:pt x="10407" y="101555"/>
                  </a:lnTo>
                  <a:lnTo>
                    <a:pt x="12459" y="109757"/>
                  </a:lnTo>
                  <a:lnTo>
                    <a:pt x="11433" y="130252"/>
                  </a:lnTo>
                  <a:lnTo>
                    <a:pt x="9380" y="142552"/>
                  </a:lnTo>
                  <a:lnTo>
                    <a:pt x="21687" y="143578"/>
                  </a:lnTo>
                  <a:lnTo>
                    <a:pt x="31942" y="145631"/>
                  </a:lnTo>
                  <a:lnTo>
                    <a:pt x="42196" y="139481"/>
                  </a:lnTo>
                  <a:lnTo>
                    <a:pt x="43222" y="127181"/>
                  </a:lnTo>
                  <a:lnTo>
                    <a:pt x="50399" y="115907"/>
                  </a:lnTo>
                  <a:lnTo>
                    <a:pt x="54503" y="91307"/>
                  </a:lnTo>
                  <a:lnTo>
                    <a:pt x="48353" y="70805"/>
                  </a:lnTo>
                  <a:lnTo>
                    <a:pt x="54503" y="62609"/>
                  </a:lnTo>
                  <a:lnTo>
                    <a:pt x="55529" y="40062"/>
                  </a:lnTo>
                  <a:lnTo>
                    <a:pt x="61686" y="30833"/>
                  </a:lnTo>
                  <a:lnTo>
                    <a:pt x="64758" y="12390"/>
                  </a:lnTo>
                  <a:lnTo>
                    <a:pt x="56555" y="1116"/>
                  </a:lnTo>
                  <a:lnTo>
                    <a:pt x="47327" y="5214"/>
                  </a:lnTo>
                  <a:lnTo>
                    <a:pt x="26818" y="7260"/>
                  </a:lnTo>
                  <a:lnTo>
                    <a:pt x="15537" y="31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89" name="Forme libre : forme 367">
              <a:extLst>
                <a:ext uri="{FF2B5EF4-FFF2-40B4-BE49-F238E27FC236}">
                  <a16:creationId xmlns:a16="http://schemas.microsoft.com/office/drawing/2014/main" id="{17D99FD8-7BD4-DE92-3E5D-99673EBA3FA8}"/>
                </a:ext>
              </a:extLst>
            </p:cNvPr>
            <p:cNvSpPr/>
            <p:nvPr/>
          </p:nvSpPr>
          <p:spPr>
            <a:xfrm rot="7854630" flipV="1">
              <a:off x="6330071" y="3929826"/>
              <a:ext cx="13148" cy="5972"/>
            </a:xfrm>
            <a:custGeom>
              <a:avLst/>
              <a:gdLst>
                <a:gd name="csX0" fmla="*/ 2756 w 13148"/>
                <a:gd name="csY0" fmla="*/ 1238 h 5972"/>
                <a:gd name="csX1" fmla="*/ 12929 w 13148"/>
                <a:gd name="csY1" fmla="*/ 1238 h 5972"/>
                <a:gd name="csX2" fmla="*/ 15905 w 13148"/>
                <a:gd name="csY2" fmla="*/ 7203 h 5972"/>
                <a:gd name="csX3" fmla="*/ 5725 w 13148"/>
                <a:gd name="csY3" fmla="*/ 7210 h 5972"/>
                <a:gd name="csX4" fmla="*/ 2756 w 13148"/>
                <a:gd name="csY4" fmla="*/ 1238 h 5972"/>
              </a:gdLst>
              <a:ahLst/>
              <a:cxnLst>
                <a:cxn ang="0">
                  <a:pos x="csX0" y="csY0"/>
                </a:cxn>
                <a:cxn ang="0">
                  <a:pos x="csX1" y="csY1"/>
                </a:cxn>
                <a:cxn ang="0">
                  <a:pos x="csX2" y="csY2"/>
                </a:cxn>
                <a:cxn ang="0">
                  <a:pos x="csX3" y="csY3"/>
                </a:cxn>
                <a:cxn ang="0">
                  <a:pos x="csX4" y="csY4"/>
                </a:cxn>
              </a:cxnLst>
              <a:rect l="l" t="t" r="r" b="b"/>
              <a:pathLst>
                <a:path w="13148" h="5972">
                  <a:moveTo>
                    <a:pt x="2756" y="1238"/>
                  </a:moveTo>
                  <a:lnTo>
                    <a:pt x="12929" y="1238"/>
                  </a:lnTo>
                  <a:lnTo>
                    <a:pt x="15905" y="7203"/>
                  </a:lnTo>
                  <a:lnTo>
                    <a:pt x="5725" y="7210"/>
                  </a:lnTo>
                  <a:lnTo>
                    <a:pt x="2756" y="12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0" name="Forme libre : forme 368">
              <a:extLst>
                <a:ext uri="{FF2B5EF4-FFF2-40B4-BE49-F238E27FC236}">
                  <a16:creationId xmlns:a16="http://schemas.microsoft.com/office/drawing/2014/main" id="{0D5B0A0C-07AE-321D-8A90-F43D0E6D91C3}"/>
                </a:ext>
              </a:extLst>
            </p:cNvPr>
            <p:cNvSpPr/>
            <p:nvPr/>
          </p:nvSpPr>
          <p:spPr>
            <a:xfrm rot="4041450" flipV="1">
              <a:off x="6329975" y="3936654"/>
              <a:ext cx="6669" cy="1641"/>
            </a:xfrm>
            <a:custGeom>
              <a:avLst/>
              <a:gdLst>
                <a:gd name="csX0" fmla="*/ 2754 w 6669"/>
                <a:gd name="csY0" fmla="*/ 1240 h 1641"/>
                <a:gd name="csX1" fmla="*/ 9424 w 6669"/>
                <a:gd name="csY1" fmla="*/ 1240 h 1641"/>
              </a:gdLst>
              <a:ahLst/>
              <a:cxnLst>
                <a:cxn ang="0">
                  <a:pos x="csX0" y="csY0"/>
                </a:cxn>
                <a:cxn ang="0">
                  <a:pos x="csX1" y="csY1"/>
                </a:cxn>
              </a:cxnLst>
              <a:rect l="l" t="t" r="r" b="b"/>
              <a:pathLst>
                <a:path w="6669" h="1641">
                  <a:moveTo>
                    <a:pt x="2754" y="1240"/>
                  </a:moveTo>
                  <a:lnTo>
                    <a:pt x="9424" y="124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1" name="Forme libre : forme 369">
              <a:extLst>
                <a:ext uri="{FF2B5EF4-FFF2-40B4-BE49-F238E27FC236}">
                  <a16:creationId xmlns:a16="http://schemas.microsoft.com/office/drawing/2014/main" id="{07537800-506D-B4E1-80C4-570FF6F621D4}"/>
                </a:ext>
              </a:extLst>
            </p:cNvPr>
            <p:cNvSpPr/>
            <p:nvPr/>
          </p:nvSpPr>
          <p:spPr>
            <a:xfrm>
              <a:off x="5341420" y="4091476"/>
              <a:ext cx="362281" cy="329444"/>
            </a:xfrm>
            <a:custGeom>
              <a:avLst/>
              <a:gdLst>
                <a:gd name="csX0" fmla="*/ 166768 w 362281"/>
                <a:gd name="csY0" fmla="*/ 1458 h 329444"/>
                <a:gd name="csX1" fmla="*/ 119162 w 362281"/>
                <a:gd name="csY1" fmla="*/ 2252 h 329444"/>
                <a:gd name="csX2" fmla="*/ 145308 w 362281"/>
                <a:gd name="csY2" fmla="*/ 209449 h 329444"/>
                <a:gd name="csX3" fmla="*/ 68403 w 362281"/>
                <a:gd name="csY3" fmla="*/ 210982 h 329444"/>
                <a:gd name="csX4" fmla="*/ 62246 w 362281"/>
                <a:gd name="csY4" fmla="*/ 206371 h 329444"/>
                <a:gd name="csX5" fmla="*/ 53017 w 362281"/>
                <a:gd name="csY5" fmla="*/ 212521 h 329444"/>
                <a:gd name="csX6" fmla="*/ 37632 w 362281"/>
                <a:gd name="csY6" fmla="*/ 210982 h 329444"/>
                <a:gd name="csX7" fmla="*/ 25332 w 362281"/>
                <a:gd name="csY7" fmla="*/ 220210 h 329444"/>
                <a:gd name="csX8" fmla="*/ 16104 w 362281"/>
                <a:gd name="csY8" fmla="*/ 209442 h 329444"/>
                <a:gd name="csX9" fmla="*/ 6875 w 362281"/>
                <a:gd name="csY9" fmla="*/ 210982 h 329444"/>
                <a:gd name="csX10" fmla="*/ 2258 w 362281"/>
                <a:gd name="csY10" fmla="*/ 226353 h 329444"/>
                <a:gd name="csX11" fmla="*/ 6875 w 362281"/>
                <a:gd name="csY11" fmla="*/ 260181 h 329444"/>
                <a:gd name="csX12" fmla="*/ 20715 w 362281"/>
                <a:gd name="csY12" fmla="*/ 270942 h 329444"/>
                <a:gd name="csX13" fmla="*/ 20715 w 362281"/>
                <a:gd name="csY13" fmla="*/ 286314 h 329444"/>
                <a:gd name="csX14" fmla="*/ 43789 w 362281"/>
                <a:gd name="csY14" fmla="*/ 297075 h 329444"/>
                <a:gd name="csX15" fmla="*/ 59167 w 362281"/>
                <a:gd name="csY15" fmla="*/ 295542 h 329444"/>
                <a:gd name="csX16" fmla="*/ 65324 w 362281"/>
                <a:gd name="csY16" fmla="*/ 287853 h 329444"/>
                <a:gd name="csX17" fmla="*/ 76092 w 362281"/>
                <a:gd name="csY17" fmla="*/ 298614 h 329444"/>
                <a:gd name="csX18" fmla="*/ 91470 w 362281"/>
                <a:gd name="csY18" fmla="*/ 330903 h 329444"/>
                <a:gd name="csX19" fmla="*/ 111466 w 362281"/>
                <a:gd name="csY19" fmla="*/ 327824 h 329444"/>
                <a:gd name="csX20" fmla="*/ 123773 w 362281"/>
                <a:gd name="csY20" fmla="*/ 315524 h 329444"/>
                <a:gd name="csX21" fmla="*/ 136080 w 362281"/>
                <a:gd name="csY21" fmla="*/ 326292 h 329444"/>
                <a:gd name="csX22" fmla="*/ 149926 w 362281"/>
                <a:gd name="csY22" fmla="*/ 327824 h 329444"/>
                <a:gd name="csX23" fmla="*/ 152997 w 362281"/>
                <a:gd name="csY23" fmla="*/ 301692 h 329444"/>
                <a:gd name="csX24" fmla="*/ 160693 w 362281"/>
                <a:gd name="csY24" fmla="*/ 297081 h 329444"/>
                <a:gd name="csX25" fmla="*/ 159154 w 362281"/>
                <a:gd name="csY25" fmla="*/ 286314 h 329444"/>
                <a:gd name="csX26" fmla="*/ 179150 w 362281"/>
                <a:gd name="csY26" fmla="*/ 267871 h 329444"/>
                <a:gd name="csX27" fmla="*/ 182228 w 362281"/>
                <a:gd name="csY27" fmla="*/ 258642 h 329444"/>
                <a:gd name="csX28" fmla="*/ 197607 w 362281"/>
                <a:gd name="csY28" fmla="*/ 261721 h 329444"/>
                <a:gd name="csX29" fmla="*/ 217610 w 362281"/>
                <a:gd name="csY29" fmla="*/ 235582 h 329444"/>
                <a:gd name="csX30" fmla="*/ 228370 w 362281"/>
                <a:gd name="csY30" fmla="*/ 235582 h 329444"/>
                <a:gd name="csX31" fmla="*/ 237606 w 362281"/>
                <a:gd name="csY31" fmla="*/ 221749 h 329444"/>
                <a:gd name="csX32" fmla="*/ 262212 w 362281"/>
                <a:gd name="csY32" fmla="*/ 220210 h 329444"/>
                <a:gd name="csX33" fmla="*/ 268369 w 362281"/>
                <a:gd name="csY33" fmla="*/ 226360 h 329444"/>
                <a:gd name="csX34" fmla="*/ 300665 w 362281"/>
                <a:gd name="csY34" fmla="*/ 224821 h 329444"/>
                <a:gd name="csX35" fmla="*/ 312972 w 362281"/>
                <a:gd name="csY35" fmla="*/ 218671 h 329444"/>
                <a:gd name="csX36" fmla="*/ 336046 w 362281"/>
                <a:gd name="csY36" fmla="*/ 215599 h 329444"/>
                <a:gd name="csX37" fmla="*/ 364539 w 362281"/>
                <a:gd name="csY37" fmla="*/ 128453 h 329444"/>
                <a:gd name="csX38" fmla="*/ 328357 w 362281"/>
                <a:gd name="csY38" fmla="*/ 131552 h 329444"/>
                <a:gd name="csX39" fmla="*/ 327331 w 362281"/>
                <a:gd name="csY39" fmla="*/ 121304 h 329444"/>
                <a:gd name="csX40" fmla="*/ 326305 w 362281"/>
                <a:gd name="csY40" fmla="*/ 109004 h 329444"/>
                <a:gd name="csX41" fmla="*/ 315031 w 362281"/>
                <a:gd name="csY41" fmla="*/ 105933 h 329444"/>
                <a:gd name="csX42" fmla="*/ 299646 w 362281"/>
                <a:gd name="csY42" fmla="*/ 106959 h 329444"/>
                <a:gd name="csX43" fmla="*/ 290418 w 362281"/>
                <a:gd name="csY43" fmla="*/ 90554 h 329444"/>
                <a:gd name="csX44" fmla="*/ 166768 w 362281"/>
                <a:gd name="csY44" fmla="*/ 1458 h 329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362281" h="329444">
                  <a:moveTo>
                    <a:pt x="166768" y="1458"/>
                  </a:moveTo>
                  <a:lnTo>
                    <a:pt x="119162" y="2252"/>
                  </a:lnTo>
                  <a:lnTo>
                    <a:pt x="145308" y="209449"/>
                  </a:lnTo>
                  <a:lnTo>
                    <a:pt x="68403" y="210982"/>
                  </a:lnTo>
                  <a:lnTo>
                    <a:pt x="62246" y="206371"/>
                  </a:lnTo>
                  <a:lnTo>
                    <a:pt x="53017" y="212521"/>
                  </a:lnTo>
                  <a:lnTo>
                    <a:pt x="37632" y="210982"/>
                  </a:lnTo>
                  <a:lnTo>
                    <a:pt x="25332" y="220210"/>
                  </a:lnTo>
                  <a:lnTo>
                    <a:pt x="16104" y="209442"/>
                  </a:lnTo>
                  <a:lnTo>
                    <a:pt x="6875" y="210982"/>
                  </a:lnTo>
                  <a:lnTo>
                    <a:pt x="2258" y="226353"/>
                  </a:lnTo>
                  <a:lnTo>
                    <a:pt x="6875" y="260181"/>
                  </a:lnTo>
                  <a:lnTo>
                    <a:pt x="20715" y="270942"/>
                  </a:lnTo>
                  <a:lnTo>
                    <a:pt x="20715" y="286314"/>
                  </a:lnTo>
                  <a:lnTo>
                    <a:pt x="43789" y="297075"/>
                  </a:lnTo>
                  <a:lnTo>
                    <a:pt x="59167" y="295542"/>
                  </a:lnTo>
                  <a:lnTo>
                    <a:pt x="65324" y="287853"/>
                  </a:lnTo>
                  <a:lnTo>
                    <a:pt x="76092" y="298614"/>
                  </a:lnTo>
                  <a:lnTo>
                    <a:pt x="91470" y="330903"/>
                  </a:lnTo>
                  <a:lnTo>
                    <a:pt x="111466" y="327824"/>
                  </a:lnTo>
                  <a:lnTo>
                    <a:pt x="123773" y="315524"/>
                  </a:lnTo>
                  <a:lnTo>
                    <a:pt x="136080" y="326292"/>
                  </a:lnTo>
                  <a:lnTo>
                    <a:pt x="149926" y="327824"/>
                  </a:lnTo>
                  <a:lnTo>
                    <a:pt x="152997" y="301692"/>
                  </a:lnTo>
                  <a:lnTo>
                    <a:pt x="160693" y="297081"/>
                  </a:lnTo>
                  <a:lnTo>
                    <a:pt x="159154" y="286314"/>
                  </a:lnTo>
                  <a:lnTo>
                    <a:pt x="179150" y="267871"/>
                  </a:lnTo>
                  <a:lnTo>
                    <a:pt x="182228" y="258642"/>
                  </a:lnTo>
                  <a:lnTo>
                    <a:pt x="197607" y="261721"/>
                  </a:lnTo>
                  <a:lnTo>
                    <a:pt x="217610" y="235582"/>
                  </a:lnTo>
                  <a:lnTo>
                    <a:pt x="228370" y="235582"/>
                  </a:lnTo>
                  <a:lnTo>
                    <a:pt x="237606" y="221749"/>
                  </a:lnTo>
                  <a:lnTo>
                    <a:pt x="262212" y="220210"/>
                  </a:lnTo>
                  <a:lnTo>
                    <a:pt x="268369" y="226360"/>
                  </a:lnTo>
                  <a:lnTo>
                    <a:pt x="300665" y="224821"/>
                  </a:lnTo>
                  <a:lnTo>
                    <a:pt x="312972" y="218671"/>
                  </a:lnTo>
                  <a:lnTo>
                    <a:pt x="336046" y="215599"/>
                  </a:lnTo>
                  <a:lnTo>
                    <a:pt x="364539" y="128453"/>
                  </a:lnTo>
                  <a:lnTo>
                    <a:pt x="328357" y="131552"/>
                  </a:lnTo>
                  <a:lnTo>
                    <a:pt x="327331" y="121304"/>
                  </a:lnTo>
                  <a:lnTo>
                    <a:pt x="326305" y="109004"/>
                  </a:lnTo>
                  <a:lnTo>
                    <a:pt x="315031" y="105933"/>
                  </a:lnTo>
                  <a:lnTo>
                    <a:pt x="299646" y="106959"/>
                  </a:lnTo>
                  <a:lnTo>
                    <a:pt x="290418" y="90554"/>
                  </a:lnTo>
                  <a:lnTo>
                    <a:pt x="166768" y="14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2" name="Forme libre : forme 370">
              <a:extLst>
                <a:ext uri="{FF2B5EF4-FFF2-40B4-BE49-F238E27FC236}">
                  <a16:creationId xmlns:a16="http://schemas.microsoft.com/office/drawing/2014/main" id="{287EFD8F-81C8-0191-8DF4-2458F6D68F56}"/>
                </a:ext>
              </a:extLst>
            </p:cNvPr>
            <p:cNvSpPr/>
            <p:nvPr/>
          </p:nvSpPr>
          <p:spPr>
            <a:xfrm>
              <a:off x="5489088" y="4310235"/>
              <a:ext cx="167663" cy="122992"/>
            </a:xfrm>
            <a:custGeom>
              <a:avLst/>
              <a:gdLst>
                <a:gd name="csX0" fmla="*/ 120739 w 167663"/>
                <a:gd name="csY0" fmla="*/ 7663 h 122992"/>
                <a:gd name="csX1" fmla="*/ 122279 w 167663"/>
                <a:gd name="csY1" fmla="*/ 23034 h 122992"/>
                <a:gd name="csX2" fmla="*/ 131507 w 167663"/>
                <a:gd name="csY2" fmla="*/ 33795 h 122992"/>
                <a:gd name="csX3" fmla="*/ 142275 w 167663"/>
                <a:gd name="csY3" fmla="*/ 33795 h 122992"/>
                <a:gd name="csX4" fmla="*/ 145353 w 167663"/>
                <a:gd name="csY4" fmla="*/ 49173 h 122992"/>
                <a:gd name="csX5" fmla="*/ 163810 w 167663"/>
                <a:gd name="csY5" fmla="*/ 63006 h 122992"/>
                <a:gd name="csX6" fmla="*/ 167593 w 167663"/>
                <a:gd name="csY6" fmla="*/ 71516 h 122992"/>
                <a:gd name="csX7" fmla="*/ 169960 w 167663"/>
                <a:gd name="csY7" fmla="*/ 76845 h 122992"/>
                <a:gd name="csX8" fmla="*/ 133046 w 167663"/>
                <a:gd name="csY8" fmla="*/ 96827 h 122992"/>
                <a:gd name="csX9" fmla="*/ 105354 w 167663"/>
                <a:gd name="csY9" fmla="*/ 87605 h 122992"/>
                <a:gd name="csX10" fmla="*/ 94587 w 167663"/>
                <a:gd name="csY10" fmla="*/ 89145 h 122992"/>
                <a:gd name="csX11" fmla="*/ 79208 w 167663"/>
                <a:gd name="csY11" fmla="*/ 82995 h 122992"/>
                <a:gd name="csX12" fmla="*/ 65362 w 167663"/>
                <a:gd name="csY12" fmla="*/ 86066 h 122992"/>
                <a:gd name="csX13" fmla="*/ 54595 w 167663"/>
                <a:gd name="csY13" fmla="*/ 115277 h 122992"/>
                <a:gd name="csX14" fmla="*/ 31520 w 167663"/>
                <a:gd name="csY14" fmla="*/ 115277 h 122992"/>
                <a:gd name="csX15" fmla="*/ 19213 w 167663"/>
                <a:gd name="csY15" fmla="*/ 124505 h 122992"/>
                <a:gd name="csX16" fmla="*/ 2296 w 167663"/>
                <a:gd name="csY16" fmla="*/ 109127 h 122992"/>
                <a:gd name="csX17" fmla="*/ 5374 w 167663"/>
                <a:gd name="csY17" fmla="*/ 82995 h 122992"/>
                <a:gd name="csX18" fmla="*/ 13064 w 167663"/>
                <a:gd name="csY18" fmla="*/ 78384 h 122992"/>
                <a:gd name="csX19" fmla="*/ 11524 w 167663"/>
                <a:gd name="csY19" fmla="*/ 67616 h 122992"/>
                <a:gd name="csX20" fmla="*/ 31520 w 167663"/>
                <a:gd name="csY20" fmla="*/ 49173 h 122992"/>
                <a:gd name="csX21" fmla="*/ 34599 w 167663"/>
                <a:gd name="csY21" fmla="*/ 39945 h 122992"/>
                <a:gd name="csX22" fmla="*/ 49984 w 167663"/>
                <a:gd name="csY22" fmla="*/ 43023 h 122992"/>
                <a:gd name="csX23" fmla="*/ 69980 w 167663"/>
                <a:gd name="csY23" fmla="*/ 16884 h 122992"/>
                <a:gd name="csX24" fmla="*/ 80747 w 167663"/>
                <a:gd name="csY24" fmla="*/ 16884 h 122992"/>
                <a:gd name="csX25" fmla="*/ 89976 w 167663"/>
                <a:gd name="csY25" fmla="*/ 3052 h 122992"/>
                <a:gd name="csX26" fmla="*/ 114589 w 167663"/>
                <a:gd name="csY26" fmla="*/ 1513 h 122992"/>
                <a:gd name="csX27" fmla="*/ 120739 w 167663"/>
                <a:gd name="csY27" fmla="*/ 7663 h 122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67663" h="122992">
                  <a:moveTo>
                    <a:pt x="120739" y="7663"/>
                  </a:moveTo>
                  <a:lnTo>
                    <a:pt x="122279" y="23034"/>
                  </a:lnTo>
                  <a:lnTo>
                    <a:pt x="131507" y="33795"/>
                  </a:lnTo>
                  <a:lnTo>
                    <a:pt x="142275" y="33795"/>
                  </a:lnTo>
                  <a:lnTo>
                    <a:pt x="145353" y="49173"/>
                  </a:lnTo>
                  <a:lnTo>
                    <a:pt x="163810" y="63006"/>
                  </a:lnTo>
                  <a:lnTo>
                    <a:pt x="167593" y="71516"/>
                  </a:lnTo>
                  <a:lnTo>
                    <a:pt x="169960" y="76845"/>
                  </a:lnTo>
                  <a:lnTo>
                    <a:pt x="133046" y="96827"/>
                  </a:lnTo>
                  <a:lnTo>
                    <a:pt x="105354" y="87605"/>
                  </a:lnTo>
                  <a:lnTo>
                    <a:pt x="94587" y="89145"/>
                  </a:lnTo>
                  <a:lnTo>
                    <a:pt x="79208" y="82995"/>
                  </a:lnTo>
                  <a:lnTo>
                    <a:pt x="65362" y="86066"/>
                  </a:lnTo>
                  <a:lnTo>
                    <a:pt x="54595" y="115277"/>
                  </a:lnTo>
                  <a:lnTo>
                    <a:pt x="31520" y="115277"/>
                  </a:lnTo>
                  <a:lnTo>
                    <a:pt x="19213" y="124505"/>
                  </a:lnTo>
                  <a:lnTo>
                    <a:pt x="2296" y="109127"/>
                  </a:lnTo>
                  <a:lnTo>
                    <a:pt x="5374" y="82995"/>
                  </a:lnTo>
                  <a:lnTo>
                    <a:pt x="13064" y="78384"/>
                  </a:lnTo>
                  <a:lnTo>
                    <a:pt x="11524" y="67616"/>
                  </a:lnTo>
                  <a:lnTo>
                    <a:pt x="31520" y="49173"/>
                  </a:lnTo>
                  <a:lnTo>
                    <a:pt x="34599" y="39945"/>
                  </a:lnTo>
                  <a:lnTo>
                    <a:pt x="49984" y="43023"/>
                  </a:lnTo>
                  <a:lnTo>
                    <a:pt x="69980" y="16884"/>
                  </a:lnTo>
                  <a:lnTo>
                    <a:pt x="80747" y="16884"/>
                  </a:lnTo>
                  <a:lnTo>
                    <a:pt x="89976" y="3052"/>
                  </a:lnTo>
                  <a:lnTo>
                    <a:pt x="114589" y="1513"/>
                  </a:lnTo>
                  <a:lnTo>
                    <a:pt x="120739" y="76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3" name="Forme libre : forme 371">
              <a:extLst>
                <a:ext uri="{FF2B5EF4-FFF2-40B4-BE49-F238E27FC236}">
                  <a16:creationId xmlns:a16="http://schemas.microsoft.com/office/drawing/2014/main" id="{8306C17C-82C9-E7E3-C08A-BBE4118B096F}"/>
                </a:ext>
              </a:extLst>
            </p:cNvPr>
            <p:cNvSpPr/>
            <p:nvPr/>
          </p:nvSpPr>
          <p:spPr>
            <a:xfrm>
              <a:off x="5856712" y="4740193"/>
              <a:ext cx="30250" cy="21268"/>
            </a:xfrm>
            <a:custGeom>
              <a:avLst/>
              <a:gdLst>
                <a:gd name="csX0" fmla="*/ 2471 w 30250"/>
                <a:gd name="csY0" fmla="*/ 13009 h 21268"/>
                <a:gd name="csX1" fmla="*/ 27597 w 30250"/>
                <a:gd name="csY1" fmla="*/ 1735 h 21268"/>
                <a:gd name="csX2" fmla="*/ 31695 w 30250"/>
                <a:gd name="csY2" fmla="*/ 2761 h 21268"/>
                <a:gd name="csX3" fmla="*/ 32721 w 30250"/>
                <a:gd name="csY3" fmla="*/ 9938 h 21268"/>
                <a:gd name="csX4" fmla="*/ 29643 w 30250"/>
                <a:gd name="csY4" fmla="*/ 17107 h 21268"/>
                <a:gd name="csX5" fmla="*/ 12465 w 30250"/>
                <a:gd name="csY5" fmla="*/ 23004 h 21268"/>
                <a:gd name="csX6" fmla="*/ 2471 w 30250"/>
                <a:gd name="csY6" fmla="*/ 13009 h 212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250" h="21268">
                  <a:moveTo>
                    <a:pt x="2471" y="13009"/>
                  </a:moveTo>
                  <a:lnTo>
                    <a:pt x="27597" y="1735"/>
                  </a:lnTo>
                  <a:lnTo>
                    <a:pt x="31695" y="2761"/>
                  </a:lnTo>
                  <a:lnTo>
                    <a:pt x="32721" y="9938"/>
                  </a:lnTo>
                  <a:lnTo>
                    <a:pt x="29643" y="17107"/>
                  </a:lnTo>
                  <a:lnTo>
                    <a:pt x="12465" y="23004"/>
                  </a:lnTo>
                  <a:lnTo>
                    <a:pt x="2471" y="130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4" name="Forme libre : forme 372">
              <a:extLst>
                <a:ext uri="{FF2B5EF4-FFF2-40B4-BE49-F238E27FC236}">
                  <a16:creationId xmlns:a16="http://schemas.microsoft.com/office/drawing/2014/main" id="{F373B668-5EA2-100D-CB74-07E27C998475}"/>
                </a:ext>
              </a:extLst>
            </p:cNvPr>
            <p:cNvSpPr/>
            <p:nvPr/>
          </p:nvSpPr>
          <p:spPr>
            <a:xfrm>
              <a:off x="6080779" y="4811947"/>
              <a:ext cx="236880" cy="217281"/>
            </a:xfrm>
            <a:custGeom>
              <a:avLst/>
              <a:gdLst>
                <a:gd name="csX0" fmla="*/ 20088 w 236880"/>
                <a:gd name="csY0" fmla="*/ 201683 h 217281"/>
                <a:gd name="csX1" fmla="*/ 33934 w 236880"/>
                <a:gd name="csY1" fmla="*/ 207320 h 217281"/>
                <a:gd name="csX2" fmla="*/ 58541 w 236880"/>
                <a:gd name="csY2" fmla="*/ 208859 h 217281"/>
                <a:gd name="csX3" fmla="*/ 72387 w 236880"/>
                <a:gd name="csY3" fmla="*/ 211930 h 217281"/>
                <a:gd name="csX4" fmla="*/ 79563 w 236880"/>
                <a:gd name="csY4" fmla="*/ 219107 h 217281"/>
                <a:gd name="csX5" fmla="*/ 100072 w 236880"/>
                <a:gd name="csY5" fmla="*/ 219107 h 217281"/>
                <a:gd name="csX6" fmla="*/ 111353 w 236880"/>
                <a:gd name="csY6" fmla="*/ 203735 h 217281"/>
                <a:gd name="csX7" fmla="*/ 123660 w 236880"/>
                <a:gd name="csY7" fmla="*/ 199637 h 217281"/>
                <a:gd name="csX8" fmla="*/ 139045 w 236880"/>
                <a:gd name="csY8" fmla="*/ 189383 h 217281"/>
                <a:gd name="csX9" fmla="*/ 141097 w 236880"/>
                <a:gd name="csY9" fmla="*/ 178109 h 217281"/>
                <a:gd name="csX10" fmla="*/ 148273 w 236880"/>
                <a:gd name="csY10" fmla="*/ 170933 h 217281"/>
                <a:gd name="csX11" fmla="*/ 168782 w 236880"/>
                <a:gd name="csY11" fmla="*/ 166835 h 217281"/>
                <a:gd name="csX12" fmla="*/ 171854 w 236880"/>
                <a:gd name="csY12" fmla="*/ 151464 h 217281"/>
                <a:gd name="csX13" fmla="*/ 182115 w 236880"/>
                <a:gd name="csY13" fmla="*/ 147366 h 217281"/>
                <a:gd name="csX14" fmla="*/ 197494 w 236880"/>
                <a:gd name="csY14" fmla="*/ 138137 h 217281"/>
                <a:gd name="csX15" fmla="*/ 211853 w 236880"/>
                <a:gd name="csY15" fmla="*/ 139164 h 217281"/>
                <a:gd name="csX16" fmla="*/ 229290 w 236880"/>
                <a:gd name="csY16" fmla="*/ 130968 h 217281"/>
                <a:gd name="csX17" fmla="*/ 233388 w 236880"/>
                <a:gd name="csY17" fmla="*/ 92016 h 217281"/>
                <a:gd name="csX18" fmla="*/ 239538 w 236880"/>
                <a:gd name="csY18" fmla="*/ 85866 h 217281"/>
                <a:gd name="csX19" fmla="*/ 237486 w 236880"/>
                <a:gd name="csY19" fmla="*/ 46921 h 217281"/>
                <a:gd name="csX20" fmla="*/ 224159 w 236880"/>
                <a:gd name="csY20" fmla="*/ 27445 h 217281"/>
                <a:gd name="csX21" fmla="*/ 202624 w 236880"/>
                <a:gd name="csY21" fmla="*/ 18223 h 217281"/>
                <a:gd name="csX22" fmla="*/ 184168 w 236880"/>
                <a:gd name="csY22" fmla="*/ 1825 h 217281"/>
                <a:gd name="csX23" fmla="*/ 161606 w 236880"/>
                <a:gd name="csY23" fmla="*/ 10021 h 217281"/>
                <a:gd name="csX24" fmla="*/ 149299 w 236880"/>
                <a:gd name="csY24" fmla="*/ 15145 h 217281"/>
                <a:gd name="csX25" fmla="*/ 140071 w 236880"/>
                <a:gd name="csY25" fmla="*/ 25392 h 217281"/>
                <a:gd name="csX26" fmla="*/ 129816 w 236880"/>
                <a:gd name="csY26" fmla="*/ 76645 h 217281"/>
                <a:gd name="csX27" fmla="*/ 141097 w 236880"/>
                <a:gd name="csY27" fmla="*/ 89964 h 217281"/>
                <a:gd name="csX28" fmla="*/ 150326 w 236880"/>
                <a:gd name="csY28" fmla="*/ 90990 h 217281"/>
                <a:gd name="csX29" fmla="*/ 157502 w 236880"/>
                <a:gd name="csY29" fmla="*/ 81768 h 217281"/>
                <a:gd name="csX30" fmla="*/ 164685 w 236880"/>
                <a:gd name="csY30" fmla="*/ 85866 h 217281"/>
                <a:gd name="csX31" fmla="*/ 163658 w 236880"/>
                <a:gd name="csY31" fmla="*/ 115590 h 217281"/>
                <a:gd name="csX32" fmla="*/ 153404 w 236880"/>
                <a:gd name="csY32" fmla="*/ 121740 h 217281"/>
                <a:gd name="csX33" fmla="*/ 103151 w 236880"/>
                <a:gd name="csY33" fmla="*/ 75618 h 217281"/>
                <a:gd name="csX34" fmla="*/ 93922 w 236880"/>
                <a:gd name="csY34" fmla="*/ 72540 h 217281"/>
                <a:gd name="csX35" fmla="*/ 90851 w 236880"/>
                <a:gd name="csY35" fmla="*/ 82795 h 217281"/>
                <a:gd name="csX36" fmla="*/ 81615 w 236880"/>
                <a:gd name="csY36" fmla="*/ 82795 h 217281"/>
                <a:gd name="csX37" fmla="*/ 76492 w 236880"/>
                <a:gd name="csY37" fmla="*/ 74592 h 217281"/>
                <a:gd name="csX38" fmla="*/ 67263 w 236880"/>
                <a:gd name="csY38" fmla="*/ 68442 h 217281"/>
                <a:gd name="csX39" fmla="*/ 62132 w 236880"/>
                <a:gd name="csY39" fmla="*/ 72540 h 217281"/>
                <a:gd name="csX40" fmla="*/ 53930 w 236880"/>
                <a:gd name="csY40" fmla="*/ 71514 h 217281"/>
                <a:gd name="csX41" fmla="*/ 46754 w 236880"/>
                <a:gd name="csY41" fmla="*/ 74592 h 217281"/>
                <a:gd name="csX42" fmla="*/ 42650 w 236880"/>
                <a:gd name="csY42" fmla="*/ 106361 h 217281"/>
                <a:gd name="csX43" fmla="*/ 2658 w 236880"/>
                <a:gd name="csY43" fmla="*/ 107388 h 217281"/>
                <a:gd name="csX44" fmla="*/ 4703 w 236880"/>
                <a:gd name="csY44" fmla="*/ 187330 h 217281"/>
                <a:gd name="csX45" fmla="*/ 20088 w 236880"/>
                <a:gd name="csY45" fmla="*/ 201683 h 2172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36880" h="217281">
                  <a:moveTo>
                    <a:pt x="20088" y="201683"/>
                  </a:moveTo>
                  <a:lnTo>
                    <a:pt x="33934" y="207320"/>
                  </a:lnTo>
                  <a:lnTo>
                    <a:pt x="58541" y="208859"/>
                  </a:lnTo>
                  <a:lnTo>
                    <a:pt x="72387" y="211930"/>
                  </a:lnTo>
                  <a:lnTo>
                    <a:pt x="79563" y="219107"/>
                  </a:lnTo>
                  <a:lnTo>
                    <a:pt x="100072" y="219107"/>
                  </a:lnTo>
                  <a:lnTo>
                    <a:pt x="111353" y="203735"/>
                  </a:lnTo>
                  <a:lnTo>
                    <a:pt x="123660" y="199637"/>
                  </a:lnTo>
                  <a:lnTo>
                    <a:pt x="139045" y="189383"/>
                  </a:lnTo>
                  <a:lnTo>
                    <a:pt x="141097" y="178109"/>
                  </a:lnTo>
                  <a:lnTo>
                    <a:pt x="148273" y="170933"/>
                  </a:lnTo>
                  <a:lnTo>
                    <a:pt x="168782" y="166835"/>
                  </a:lnTo>
                  <a:lnTo>
                    <a:pt x="171854" y="151464"/>
                  </a:lnTo>
                  <a:lnTo>
                    <a:pt x="182115" y="147366"/>
                  </a:lnTo>
                  <a:lnTo>
                    <a:pt x="197494" y="138137"/>
                  </a:lnTo>
                  <a:lnTo>
                    <a:pt x="211853" y="139164"/>
                  </a:lnTo>
                  <a:lnTo>
                    <a:pt x="229290" y="130968"/>
                  </a:lnTo>
                  <a:lnTo>
                    <a:pt x="233388" y="92016"/>
                  </a:lnTo>
                  <a:lnTo>
                    <a:pt x="239538" y="85866"/>
                  </a:lnTo>
                  <a:lnTo>
                    <a:pt x="237486" y="46921"/>
                  </a:lnTo>
                  <a:lnTo>
                    <a:pt x="224159" y="27445"/>
                  </a:lnTo>
                  <a:lnTo>
                    <a:pt x="202624" y="18223"/>
                  </a:lnTo>
                  <a:lnTo>
                    <a:pt x="184168" y="1825"/>
                  </a:lnTo>
                  <a:lnTo>
                    <a:pt x="161606" y="10021"/>
                  </a:lnTo>
                  <a:lnTo>
                    <a:pt x="149299" y="15145"/>
                  </a:lnTo>
                  <a:lnTo>
                    <a:pt x="140071" y="25392"/>
                  </a:lnTo>
                  <a:lnTo>
                    <a:pt x="129816" y="76645"/>
                  </a:lnTo>
                  <a:lnTo>
                    <a:pt x="141097" y="89964"/>
                  </a:lnTo>
                  <a:lnTo>
                    <a:pt x="150326" y="90990"/>
                  </a:lnTo>
                  <a:lnTo>
                    <a:pt x="157502" y="81768"/>
                  </a:lnTo>
                  <a:lnTo>
                    <a:pt x="164685" y="85866"/>
                  </a:lnTo>
                  <a:lnTo>
                    <a:pt x="163658" y="115590"/>
                  </a:lnTo>
                  <a:lnTo>
                    <a:pt x="153404" y="121740"/>
                  </a:lnTo>
                  <a:lnTo>
                    <a:pt x="103151" y="75618"/>
                  </a:lnTo>
                  <a:lnTo>
                    <a:pt x="93922" y="72540"/>
                  </a:lnTo>
                  <a:lnTo>
                    <a:pt x="90851" y="82795"/>
                  </a:lnTo>
                  <a:lnTo>
                    <a:pt x="81615" y="82795"/>
                  </a:lnTo>
                  <a:lnTo>
                    <a:pt x="76492" y="74592"/>
                  </a:lnTo>
                  <a:lnTo>
                    <a:pt x="67263" y="68442"/>
                  </a:lnTo>
                  <a:lnTo>
                    <a:pt x="62132" y="72540"/>
                  </a:lnTo>
                  <a:lnTo>
                    <a:pt x="53930" y="71514"/>
                  </a:lnTo>
                  <a:lnTo>
                    <a:pt x="46754" y="74592"/>
                  </a:lnTo>
                  <a:lnTo>
                    <a:pt x="42650" y="106361"/>
                  </a:lnTo>
                  <a:lnTo>
                    <a:pt x="2658" y="107388"/>
                  </a:lnTo>
                  <a:lnTo>
                    <a:pt x="4703" y="187330"/>
                  </a:lnTo>
                  <a:lnTo>
                    <a:pt x="20088" y="2016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5" name="Forme libre : forme 373">
              <a:extLst>
                <a:ext uri="{FF2B5EF4-FFF2-40B4-BE49-F238E27FC236}">
                  <a16:creationId xmlns:a16="http://schemas.microsoft.com/office/drawing/2014/main" id="{03016499-1A9F-EB92-08B5-0F83CBFA4ED7}"/>
                </a:ext>
              </a:extLst>
            </p:cNvPr>
            <p:cNvSpPr/>
            <p:nvPr/>
          </p:nvSpPr>
          <p:spPr>
            <a:xfrm>
              <a:off x="6228447" y="4654107"/>
              <a:ext cx="36920" cy="35873"/>
            </a:xfrm>
            <a:custGeom>
              <a:avLst/>
              <a:gdLst>
                <a:gd name="csX0" fmla="*/ 3725 w 36920"/>
                <a:gd name="csY0" fmla="*/ 11936 h 35873"/>
                <a:gd name="csX1" fmla="*/ 16032 w 36920"/>
                <a:gd name="csY1" fmla="*/ 7839 h 35873"/>
                <a:gd name="csX2" fmla="*/ 23208 w 36920"/>
                <a:gd name="csY2" fmla="*/ 1689 h 35873"/>
                <a:gd name="csX3" fmla="*/ 31410 w 36920"/>
                <a:gd name="csY3" fmla="*/ 3734 h 35873"/>
                <a:gd name="csX4" fmla="*/ 39619 w 36920"/>
                <a:gd name="csY4" fmla="*/ 12962 h 35873"/>
                <a:gd name="csX5" fmla="*/ 36541 w 36920"/>
                <a:gd name="csY5" fmla="*/ 21165 h 35873"/>
                <a:gd name="csX6" fmla="*/ 29365 w 36920"/>
                <a:gd name="csY6" fmla="*/ 24236 h 35873"/>
                <a:gd name="csX7" fmla="*/ 27312 w 36920"/>
                <a:gd name="csY7" fmla="*/ 34484 h 35873"/>
                <a:gd name="csX8" fmla="*/ 19110 w 36920"/>
                <a:gd name="csY8" fmla="*/ 34484 h 35873"/>
                <a:gd name="csX9" fmla="*/ 16032 w 36920"/>
                <a:gd name="csY9" fmla="*/ 37562 h 35873"/>
                <a:gd name="csX10" fmla="*/ 10901 w 36920"/>
                <a:gd name="csY10" fmla="*/ 37562 h 35873"/>
                <a:gd name="csX11" fmla="*/ 9875 w 36920"/>
                <a:gd name="csY11" fmla="*/ 32438 h 35873"/>
                <a:gd name="csX12" fmla="*/ 2699 w 36920"/>
                <a:gd name="csY12" fmla="*/ 32432 h 35873"/>
                <a:gd name="csX13" fmla="*/ 3725 w 36920"/>
                <a:gd name="csY13" fmla="*/ 11936 h 35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6920" h="35873">
                  <a:moveTo>
                    <a:pt x="3725" y="11936"/>
                  </a:moveTo>
                  <a:lnTo>
                    <a:pt x="16032" y="7839"/>
                  </a:lnTo>
                  <a:lnTo>
                    <a:pt x="23208" y="1689"/>
                  </a:lnTo>
                  <a:lnTo>
                    <a:pt x="31410" y="3734"/>
                  </a:lnTo>
                  <a:lnTo>
                    <a:pt x="39619" y="12962"/>
                  </a:lnTo>
                  <a:lnTo>
                    <a:pt x="36541" y="21165"/>
                  </a:lnTo>
                  <a:lnTo>
                    <a:pt x="29365" y="24236"/>
                  </a:lnTo>
                  <a:lnTo>
                    <a:pt x="27312" y="34484"/>
                  </a:lnTo>
                  <a:lnTo>
                    <a:pt x="19110" y="34484"/>
                  </a:lnTo>
                  <a:lnTo>
                    <a:pt x="16032" y="37562"/>
                  </a:lnTo>
                  <a:lnTo>
                    <a:pt x="10901" y="37562"/>
                  </a:lnTo>
                  <a:lnTo>
                    <a:pt x="9875" y="32438"/>
                  </a:lnTo>
                  <a:lnTo>
                    <a:pt x="2699" y="32432"/>
                  </a:lnTo>
                  <a:lnTo>
                    <a:pt x="3725" y="119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6" name="Forme libre : forme 374">
              <a:extLst>
                <a:ext uri="{FF2B5EF4-FFF2-40B4-BE49-F238E27FC236}">
                  <a16:creationId xmlns:a16="http://schemas.microsoft.com/office/drawing/2014/main" id="{DE941E10-E3F1-E4D6-1DD8-D9C1A3F99EA4}"/>
                </a:ext>
              </a:extLst>
            </p:cNvPr>
            <p:cNvSpPr/>
            <p:nvPr/>
          </p:nvSpPr>
          <p:spPr>
            <a:xfrm>
              <a:off x="6302281" y="4837566"/>
              <a:ext cx="62553" cy="173211"/>
            </a:xfrm>
            <a:custGeom>
              <a:avLst/>
              <a:gdLst>
                <a:gd name="csX0" fmla="*/ 2750 w 62553"/>
                <a:gd name="csY0" fmla="*/ 1854 h 173211"/>
                <a:gd name="csX1" fmla="*/ 16083 w 62553"/>
                <a:gd name="csY1" fmla="*/ 21330 h 173211"/>
                <a:gd name="csX2" fmla="*/ 18135 w 62553"/>
                <a:gd name="csY2" fmla="*/ 60275 h 173211"/>
                <a:gd name="csX3" fmla="*/ 11978 w 62553"/>
                <a:gd name="csY3" fmla="*/ 66425 h 173211"/>
                <a:gd name="csX4" fmla="*/ 7880 w 62553"/>
                <a:gd name="csY4" fmla="*/ 105370 h 173211"/>
                <a:gd name="csX5" fmla="*/ 18128 w 62553"/>
                <a:gd name="csY5" fmla="*/ 106396 h 173211"/>
                <a:gd name="csX6" fmla="*/ 25311 w 62553"/>
                <a:gd name="csY6" fmla="*/ 114599 h 173211"/>
                <a:gd name="csX7" fmla="*/ 37611 w 62553"/>
                <a:gd name="csY7" fmla="*/ 116644 h 173211"/>
                <a:gd name="csX8" fmla="*/ 38644 w 62553"/>
                <a:gd name="csY8" fmla="*/ 134068 h 173211"/>
                <a:gd name="csX9" fmla="*/ 38637 w 62553"/>
                <a:gd name="csY9" fmla="*/ 151492 h 173211"/>
                <a:gd name="csX10" fmla="*/ 40689 w 62553"/>
                <a:gd name="csY10" fmla="*/ 164818 h 173211"/>
                <a:gd name="csX11" fmla="*/ 55048 w 62553"/>
                <a:gd name="csY11" fmla="*/ 175066 h 173211"/>
                <a:gd name="csX12" fmla="*/ 60172 w 62553"/>
                <a:gd name="csY12" fmla="*/ 173020 h 173211"/>
                <a:gd name="csX13" fmla="*/ 56074 w 62553"/>
                <a:gd name="csY13" fmla="*/ 154570 h 173211"/>
                <a:gd name="csX14" fmla="*/ 65303 w 62553"/>
                <a:gd name="csY14" fmla="*/ 138172 h 173211"/>
                <a:gd name="csX15" fmla="*/ 65303 w 62553"/>
                <a:gd name="csY15" fmla="*/ 113573 h 173211"/>
                <a:gd name="csX16" fmla="*/ 57101 w 62553"/>
                <a:gd name="csY16" fmla="*/ 96149 h 173211"/>
                <a:gd name="csX17" fmla="*/ 43768 w 62553"/>
                <a:gd name="csY17" fmla="*/ 80777 h 173211"/>
                <a:gd name="csX18" fmla="*/ 46846 w 62553"/>
                <a:gd name="csY18" fmla="*/ 52073 h 173211"/>
                <a:gd name="csX19" fmla="*/ 43768 w 62553"/>
                <a:gd name="csY19" fmla="*/ 25427 h 173211"/>
                <a:gd name="csX20" fmla="*/ 34539 w 62553"/>
                <a:gd name="csY20" fmla="*/ 5951 h 173211"/>
                <a:gd name="csX21" fmla="*/ 20187 w 62553"/>
                <a:gd name="csY21" fmla="*/ 1854 h 173211"/>
                <a:gd name="csX22" fmla="*/ 2750 w 62553"/>
                <a:gd name="csY22" fmla="*/ 1854 h 1732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2553" h="173211">
                  <a:moveTo>
                    <a:pt x="2750" y="1854"/>
                  </a:moveTo>
                  <a:lnTo>
                    <a:pt x="16083" y="21330"/>
                  </a:lnTo>
                  <a:lnTo>
                    <a:pt x="18135" y="60275"/>
                  </a:lnTo>
                  <a:lnTo>
                    <a:pt x="11978" y="66425"/>
                  </a:lnTo>
                  <a:lnTo>
                    <a:pt x="7880" y="105370"/>
                  </a:lnTo>
                  <a:lnTo>
                    <a:pt x="18128" y="106396"/>
                  </a:lnTo>
                  <a:lnTo>
                    <a:pt x="25311" y="114599"/>
                  </a:lnTo>
                  <a:lnTo>
                    <a:pt x="37611" y="116644"/>
                  </a:lnTo>
                  <a:lnTo>
                    <a:pt x="38644" y="134068"/>
                  </a:lnTo>
                  <a:lnTo>
                    <a:pt x="38637" y="151492"/>
                  </a:lnTo>
                  <a:lnTo>
                    <a:pt x="40689" y="164818"/>
                  </a:lnTo>
                  <a:lnTo>
                    <a:pt x="55048" y="175066"/>
                  </a:lnTo>
                  <a:lnTo>
                    <a:pt x="60172" y="173020"/>
                  </a:lnTo>
                  <a:lnTo>
                    <a:pt x="56074" y="154570"/>
                  </a:lnTo>
                  <a:lnTo>
                    <a:pt x="65303" y="138172"/>
                  </a:lnTo>
                  <a:lnTo>
                    <a:pt x="65303" y="113573"/>
                  </a:lnTo>
                  <a:lnTo>
                    <a:pt x="57101" y="96149"/>
                  </a:lnTo>
                  <a:lnTo>
                    <a:pt x="43768" y="80777"/>
                  </a:lnTo>
                  <a:lnTo>
                    <a:pt x="46846" y="52073"/>
                  </a:lnTo>
                  <a:lnTo>
                    <a:pt x="43768" y="25427"/>
                  </a:lnTo>
                  <a:lnTo>
                    <a:pt x="34539" y="5951"/>
                  </a:lnTo>
                  <a:lnTo>
                    <a:pt x="20187" y="1854"/>
                  </a:lnTo>
                  <a:lnTo>
                    <a:pt x="2750" y="18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7" name="Forme libre : forme 375">
              <a:extLst>
                <a:ext uri="{FF2B5EF4-FFF2-40B4-BE49-F238E27FC236}">
                  <a16:creationId xmlns:a16="http://schemas.microsoft.com/office/drawing/2014/main" id="{D258578F-8915-A95E-772E-F5F17DC0FC11}"/>
                </a:ext>
              </a:extLst>
            </p:cNvPr>
            <p:cNvSpPr/>
            <p:nvPr/>
          </p:nvSpPr>
          <p:spPr>
            <a:xfrm>
              <a:off x="6256125" y="5202447"/>
              <a:ext cx="29737" cy="48173"/>
            </a:xfrm>
            <a:custGeom>
              <a:avLst/>
              <a:gdLst>
                <a:gd name="csX0" fmla="*/ 32456 w 29737"/>
                <a:gd name="csY0" fmla="*/ 32774 h 48173"/>
                <a:gd name="csX1" fmla="*/ 26299 w 29737"/>
                <a:gd name="csY1" fmla="*/ 50198 h 48173"/>
                <a:gd name="csX2" fmla="*/ 8868 w 29737"/>
                <a:gd name="csY2" fmla="*/ 50198 h 48173"/>
                <a:gd name="csX3" fmla="*/ 2718 w 29737"/>
                <a:gd name="csY3" fmla="*/ 38924 h 48173"/>
                <a:gd name="csX4" fmla="*/ 6823 w 29737"/>
                <a:gd name="csY4" fmla="*/ 4076 h 48173"/>
                <a:gd name="csX5" fmla="*/ 15025 w 29737"/>
                <a:gd name="csY5" fmla="*/ 2024 h 48173"/>
                <a:gd name="csX6" fmla="*/ 27325 w 29737"/>
                <a:gd name="csY6" fmla="*/ 4076 h 48173"/>
                <a:gd name="csX7" fmla="*/ 32456 w 29737"/>
                <a:gd name="csY7" fmla="*/ 32774 h 481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48173">
                  <a:moveTo>
                    <a:pt x="32456" y="32774"/>
                  </a:moveTo>
                  <a:lnTo>
                    <a:pt x="26299" y="50198"/>
                  </a:lnTo>
                  <a:lnTo>
                    <a:pt x="8868" y="50198"/>
                  </a:lnTo>
                  <a:lnTo>
                    <a:pt x="2718" y="38924"/>
                  </a:lnTo>
                  <a:lnTo>
                    <a:pt x="6823" y="4076"/>
                  </a:lnTo>
                  <a:lnTo>
                    <a:pt x="15025" y="2024"/>
                  </a:lnTo>
                  <a:lnTo>
                    <a:pt x="27325" y="4076"/>
                  </a:lnTo>
                  <a:lnTo>
                    <a:pt x="32456" y="32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8" name="Forme libre : forme 376">
              <a:extLst>
                <a:ext uri="{FF2B5EF4-FFF2-40B4-BE49-F238E27FC236}">
                  <a16:creationId xmlns:a16="http://schemas.microsoft.com/office/drawing/2014/main" id="{BF5B3DBD-9459-9661-D6BB-38F5EC61C265}"/>
                </a:ext>
              </a:extLst>
            </p:cNvPr>
            <p:cNvSpPr/>
            <p:nvPr/>
          </p:nvSpPr>
          <p:spPr>
            <a:xfrm>
              <a:off x="6180239" y="5278285"/>
              <a:ext cx="56403" cy="51252"/>
            </a:xfrm>
            <a:custGeom>
              <a:avLst/>
              <a:gdLst>
                <a:gd name="csX0" fmla="*/ 57033 w 56403"/>
                <a:gd name="csY0" fmla="*/ 5154 h 51252"/>
                <a:gd name="csX1" fmla="*/ 59085 w 56403"/>
                <a:gd name="csY1" fmla="*/ 23604 h 51252"/>
                <a:gd name="csX2" fmla="*/ 41648 w 56403"/>
                <a:gd name="csY2" fmla="*/ 37949 h 51252"/>
                <a:gd name="csX3" fmla="*/ 38576 w 56403"/>
                <a:gd name="csY3" fmla="*/ 46152 h 51252"/>
                <a:gd name="csX4" fmla="*/ 18067 w 56403"/>
                <a:gd name="csY4" fmla="*/ 53328 h 51252"/>
                <a:gd name="csX5" fmla="*/ 2682 w 56403"/>
                <a:gd name="csY5" fmla="*/ 34878 h 51252"/>
                <a:gd name="csX6" fmla="*/ 2682 w 56403"/>
                <a:gd name="csY6" fmla="*/ 24623 h 51252"/>
                <a:gd name="csX7" fmla="*/ 26269 w 56403"/>
                <a:gd name="csY7" fmla="*/ 2076 h 51252"/>
                <a:gd name="csX8" fmla="*/ 57033 w 56403"/>
                <a:gd name="csY8" fmla="*/ 5154 h 51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6403" h="51252">
                  <a:moveTo>
                    <a:pt x="57033" y="5154"/>
                  </a:moveTo>
                  <a:lnTo>
                    <a:pt x="59085" y="23604"/>
                  </a:lnTo>
                  <a:lnTo>
                    <a:pt x="41648" y="37949"/>
                  </a:lnTo>
                  <a:lnTo>
                    <a:pt x="38576" y="46152"/>
                  </a:lnTo>
                  <a:lnTo>
                    <a:pt x="18067" y="53328"/>
                  </a:lnTo>
                  <a:lnTo>
                    <a:pt x="2682" y="34878"/>
                  </a:lnTo>
                  <a:lnTo>
                    <a:pt x="2682" y="24623"/>
                  </a:lnTo>
                  <a:lnTo>
                    <a:pt x="26269" y="2076"/>
                  </a:lnTo>
                  <a:lnTo>
                    <a:pt x="57033" y="51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2999" name="Forme libre : forme 377">
              <a:extLst>
                <a:ext uri="{FF2B5EF4-FFF2-40B4-BE49-F238E27FC236}">
                  <a16:creationId xmlns:a16="http://schemas.microsoft.com/office/drawing/2014/main" id="{981B1423-53E5-8965-A635-99B238D0B127}"/>
                </a:ext>
              </a:extLst>
            </p:cNvPr>
            <p:cNvSpPr/>
            <p:nvPr/>
          </p:nvSpPr>
          <p:spPr>
            <a:xfrm>
              <a:off x="6246904" y="4859095"/>
              <a:ext cx="226625" cy="375121"/>
            </a:xfrm>
            <a:custGeom>
              <a:avLst/>
              <a:gdLst>
                <a:gd name="csX0" fmla="*/ 59159 w 226625"/>
                <a:gd name="csY0" fmla="*/ 377010 h 375121"/>
                <a:gd name="csX1" fmla="*/ 60185 w 226625"/>
                <a:gd name="csY1" fmla="*/ 366249 h 375121"/>
                <a:gd name="csX2" fmla="*/ 55567 w 226625"/>
                <a:gd name="csY2" fmla="*/ 358560 h 375121"/>
                <a:gd name="csX3" fmla="*/ 66335 w 226625"/>
                <a:gd name="csY3" fmla="*/ 343188 h 375121"/>
                <a:gd name="csX4" fmla="*/ 107866 w 226625"/>
                <a:gd name="csY4" fmla="*/ 330888 h 375121"/>
                <a:gd name="csX5" fmla="*/ 115562 w 226625"/>
                <a:gd name="csY5" fmla="*/ 301677 h 375121"/>
                <a:gd name="csX6" fmla="*/ 112483 w 226625"/>
                <a:gd name="csY6" fmla="*/ 258634 h 375121"/>
                <a:gd name="csX7" fmla="*/ 100177 w 226625"/>
                <a:gd name="csY7" fmla="*/ 221735 h 375121"/>
                <a:gd name="csX8" fmla="*/ 100177 w 226625"/>
                <a:gd name="csY8" fmla="*/ 207895 h 375121"/>
                <a:gd name="csX9" fmla="*/ 121712 w 226625"/>
                <a:gd name="csY9" fmla="*/ 192524 h 375121"/>
                <a:gd name="csX10" fmla="*/ 130940 w 226625"/>
                <a:gd name="csY10" fmla="*/ 188426 h 375121"/>
                <a:gd name="csX11" fmla="*/ 141708 w 226625"/>
                <a:gd name="csY11" fmla="*/ 175613 h 375121"/>
                <a:gd name="csX12" fmla="*/ 161711 w 226625"/>
                <a:gd name="csY12" fmla="*/ 158702 h 375121"/>
                <a:gd name="csX13" fmla="*/ 198624 w 226625"/>
                <a:gd name="csY13" fmla="*/ 146402 h 375121"/>
                <a:gd name="csX14" fmla="*/ 227849 w 226625"/>
                <a:gd name="csY14" fmla="*/ 107970 h 375121"/>
                <a:gd name="csX15" fmla="*/ 229388 w 226625"/>
                <a:gd name="csY15" fmla="*/ 61849 h 375121"/>
                <a:gd name="csX16" fmla="*/ 224777 w 226625"/>
                <a:gd name="csY16" fmla="*/ 40320 h 375121"/>
                <a:gd name="csX17" fmla="*/ 223238 w 226625"/>
                <a:gd name="csY17" fmla="*/ 1888 h 375121"/>
                <a:gd name="csX18" fmla="*/ 210931 w 226625"/>
                <a:gd name="csY18" fmla="*/ 7012 h 375121"/>
                <a:gd name="csX19" fmla="*/ 204781 w 226625"/>
                <a:gd name="csY19" fmla="*/ 15214 h 375121"/>
                <a:gd name="csX20" fmla="*/ 191448 w 226625"/>
                <a:gd name="csY20" fmla="*/ 21357 h 375121"/>
                <a:gd name="csX21" fmla="*/ 180167 w 226625"/>
                <a:gd name="csY21" fmla="*/ 30586 h 375121"/>
                <a:gd name="csX22" fmla="*/ 161711 w 226625"/>
                <a:gd name="csY22" fmla="*/ 33657 h 375121"/>
                <a:gd name="csX23" fmla="*/ 147352 w 226625"/>
                <a:gd name="csY23" fmla="*/ 37762 h 375121"/>
                <a:gd name="csX24" fmla="*/ 132993 w 226625"/>
                <a:gd name="csY24" fmla="*/ 32631 h 375121"/>
                <a:gd name="csX25" fmla="*/ 102229 w 226625"/>
                <a:gd name="csY25" fmla="*/ 30586 h 375121"/>
                <a:gd name="csX26" fmla="*/ 99157 w 226625"/>
                <a:gd name="csY26" fmla="*/ 59283 h 375121"/>
                <a:gd name="csX27" fmla="*/ 112483 w 226625"/>
                <a:gd name="csY27" fmla="*/ 74655 h 375121"/>
                <a:gd name="csX28" fmla="*/ 120693 w 226625"/>
                <a:gd name="csY28" fmla="*/ 92079 h 375121"/>
                <a:gd name="csX29" fmla="*/ 120686 w 226625"/>
                <a:gd name="csY29" fmla="*/ 116679 h 375121"/>
                <a:gd name="csX30" fmla="*/ 111457 w 226625"/>
                <a:gd name="csY30" fmla="*/ 133076 h 375121"/>
                <a:gd name="csX31" fmla="*/ 115562 w 226625"/>
                <a:gd name="csY31" fmla="*/ 151526 h 375121"/>
                <a:gd name="csX32" fmla="*/ 110438 w 226625"/>
                <a:gd name="csY32" fmla="*/ 153579 h 375121"/>
                <a:gd name="csX33" fmla="*/ 96079 w 226625"/>
                <a:gd name="csY33" fmla="*/ 143324 h 375121"/>
                <a:gd name="csX34" fmla="*/ 94027 w 226625"/>
                <a:gd name="csY34" fmla="*/ 130005 h 375121"/>
                <a:gd name="csX35" fmla="*/ 94027 w 226625"/>
                <a:gd name="csY35" fmla="*/ 112581 h 375121"/>
                <a:gd name="csX36" fmla="*/ 93001 w 226625"/>
                <a:gd name="csY36" fmla="*/ 95157 h 375121"/>
                <a:gd name="csX37" fmla="*/ 80694 w 226625"/>
                <a:gd name="csY37" fmla="*/ 93105 h 375121"/>
                <a:gd name="csX38" fmla="*/ 73518 w 226625"/>
                <a:gd name="csY38" fmla="*/ 84903 h 375121"/>
                <a:gd name="csX39" fmla="*/ 63263 w 226625"/>
                <a:gd name="csY39" fmla="*/ 83883 h 375121"/>
                <a:gd name="csX40" fmla="*/ 45832 w 226625"/>
                <a:gd name="csY40" fmla="*/ 92079 h 375121"/>
                <a:gd name="csX41" fmla="*/ 31473 w 226625"/>
                <a:gd name="csY41" fmla="*/ 91053 h 375121"/>
                <a:gd name="csX42" fmla="*/ 16095 w 226625"/>
                <a:gd name="csY42" fmla="*/ 100281 h 375121"/>
                <a:gd name="csX43" fmla="*/ 5834 w 226625"/>
                <a:gd name="csY43" fmla="*/ 104379 h 375121"/>
                <a:gd name="csX44" fmla="*/ 2762 w 226625"/>
                <a:gd name="csY44" fmla="*/ 119750 h 375121"/>
                <a:gd name="csX45" fmla="*/ 51982 w 226625"/>
                <a:gd name="csY45" fmla="*/ 137174 h 375121"/>
                <a:gd name="csX46" fmla="*/ 61211 w 226625"/>
                <a:gd name="csY46" fmla="*/ 148448 h 375121"/>
                <a:gd name="csX47" fmla="*/ 63263 w 226625"/>
                <a:gd name="csY47" fmla="*/ 180224 h 375121"/>
                <a:gd name="csX48" fmla="*/ 57113 w 226625"/>
                <a:gd name="csY48" fmla="*/ 186374 h 375121"/>
                <a:gd name="csX49" fmla="*/ 57113 w 226625"/>
                <a:gd name="csY49" fmla="*/ 199700 h 375121"/>
                <a:gd name="csX50" fmla="*/ 67361 w 226625"/>
                <a:gd name="csY50" fmla="*/ 214045 h 375121"/>
                <a:gd name="csX51" fmla="*/ 64289 w 226625"/>
                <a:gd name="csY51" fmla="*/ 221221 h 375121"/>
                <a:gd name="csX52" fmla="*/ 44806 w 226625"/>
                <a:gd name="csY52" fmla="*/ 234541 h 375121"/>
                <a:gd name="csX53" fmla="*/ 41728 w 226625"/>
                <a:gd name="csY53" fmla="*/ 259141 h 375121"/>
                <a:gd name="csX54" fmla="*/ 30447 w 226625"/>
                <a:gd name="csY54" fmla="*/ 269395 h 375121"/>
                <a:gd name="csX55" fmla="*/ 39676 w 226625"/>
                <a:gd name="csY55" fmla="*/ 323712 h 375121"/>
                <a:gd name="csX56" fmla="*/ 36597 w 226625"/>
                <a:gd name="csY56" fmla="*/ 347286 h 375121"/>
                <a:gd name="csX57" fmla="*/ 41728 w 226625"/>
                <a:gd name="csY57" fmla="*/ 375983 h 375121"/>
                <a:gd name="csX58" fmla="*/ 59159 w 226625"/>
                <a:gd name="csY58" fmla="*/ 377010 h 3751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226625" h="375121">
                  <a:moveTo>
                    <a:pt x="59159" y="377010"/>
                  </a:moveTo>
                  <a:lnTo>
                    <a:pt x="60185" y="366249"/>
                  </a:lnTo>
                  <a:lnTo>
                    <a:pt x="55567" y="358560"/>
                  </a:lnTo>
                  <a:lnTo>
                    <a:pt x="66335" y="343188"/>
                  </a:lnTo>
                  <a:lnTo>
                    <a:pt x="107866" y="330888"/>
                  </a:lnTo>
                  <a:lnTo>
                    <a:pt x="115562" y="301677"/>
                  </a:lnTo>
                  <a:lnTo>
                    <a:pt x="112483" y="258634"/>
                  </a:lnTo>
                  <a:lnTo>
                    <a:pt x="100177" y="221735"/>
                  </a:lnTo>
                  <a:lnTo>
                    <a:pt x="100177" y="207895"/>
                  </a:lnTo>
                  <a:lnTo>
                    <a:pt x="121712" y="192524"/>
                  </a:lnTo>
                  <a:lnTo>
                    <a:pt x="130940" y="188426"/>
                  </a:lnTo>
                  <a:lnTo>
                    <a:pt x="141708" y="175613"/>
                  </a:lnTo>
                  <a:lnTo>
                    <a:pt x="161711" y="158702"/>
                  </a:lnTo>
                  <a:lnTo>
                    <a:pt x="198624" y="146402"/>
                  </a:lnTo>
                  <a:lnTo>
                    <a:pt x="227849" y="107970"/>
                  </a:lnTo>
                  <a:lnTo>
                    <a:pt x="229388" y="61849"/>
                  </a:lnTo>
                  <a:lnTo>
                    <a:pt x="224777" y="40320"/>
                  </a:lnTo>
                  <a:lnTo>
                    <a:pt x="223238" y="1888"/>
                  </a:lnTo>
                  <a:lnTo>
                    <a:pt x="210931" y="7012"/>
                  </a:lnTo>
                  <a:lnTo>
                    <a:pt x="204781" y="15214"/>
                  </a:lnTo>
                  <a:lnTo>
                    <a:pt x="191448" y="21357"/>
                  </a:lnTo>
                  <a:lnTo>
                    <a:pt x="180167" y="30586"/>
                  </a:lnTo>
                  <a:lnTo>
                    <a:pt x="161711" y="33657"/>
                  </a:lnTo>
                  <a:lnTo>
                    <a:pt x="147352" y="37762"/>
                  </a:lnTo>
                  <a:lnTo>
                    <a:pt x="132993" y="32631"/>
                  </a:lnTo>
                  <a:lnTo>
                    <a:pt x="102229" y="30586"/>
                  </a:lnTo>
                  <a:lnTo>
                    <a:pt x="99157" y="59283"/>
                  </a:lnTo>
                  <a:lnTo>
                    <a:pt x="112483" y="74655"/>
                  </a:lnTo>
                  <a:lnTo>
                    <a:pt x="120693" y="92079"/>
                  </a:lnTo>
                  <a:lnTo>
                    <a:pt x="120686" y="116679"/>
                  </a:lnTo>
                  <a:lnTo>
                    <a:pt x="111457" y="133076"/>
                  </a:lnTo>
                  <a:lnTo>
                    <a:pt x="115562" y="151526"/>
                  </a:lnTo>
                  <a:lnTo>
                    <a:pt x="110438" y="153579"/>
                  </a:lnTo>
                  <a:lnTo>
                    <a:pt x="96079" y="143324"/>
                  </a:lnTo>
                  <a:lnTo>
                    <a:pt x="94027" y="130005"/>
                  </a:lnTo>
                  <a:lnTo>
                    <a:pt x="94027" y="112581"/>
                  </a:lnTo>
                  <a:lnTo>
                    <a:pt x="93001" y="95157"/>
                  </a:lnTo>
                  <a:lnTo>
                    <a:pt x="80694" y="93105"/>
                  </a:lnTo>
                  <a:lnTo>
                    <a:pt x="73518" y="84903"/>
                  </a:lnTo>
                  <a:lnTo>
                    <a:pt x="63263" y="83883"/>
                  </a:lnTo>
                  <a:lnTo>
                    <a:pt x="45832" y="92079"/>
                  </a:lnTo>
                  <a:lnTo>
                    <a:pt x="31473" y="91053"/>
                  </a:lnTo>
                  <a:lnTo>
                    <a:pt x="16095" y="100281"/>
                  </a:lnTo>
                  <a:lnTo>
                    <a:pt x="5834" y="104379"/>
                  </a:lnTo>
                  <a:lnTo>
                    <a:pt x="2762" y="119750"/>
                  </a:lnTo>
                  <a:lnTo>
                    <a:pt x="51982" y="137174"/>
                  </a:lnTo>
                  <a:lnTo>
                    <a:pt x="61211" y="148448"/>
                  </a:lnTo>
                  <a:lnTo>
                    <a:pt x="63263" y="180224"/>
                  </a:lnTo>
                  <a:lnTo>
                    <a:pt x="57113" y="186374"/>
                  </a:lnTo>
                  <a:lnTo>
                    <a:pt x="57113" y="199700"/>
                  </a:lnTo>
                  <a:lnTo>
                    <a:pt x="67361" y="214045"/>
                  </a:lnTo>
                  <a:lnTo>
                    <a:pt x="64289" y="221221"/>
                  </a:lnTo>
                  <a:lnTo>
                    <a:pt x="44806" y="234541"/>
                  </a:lnTo>
                  <a:lnTo>
                    <a:pt x="41728" y="259141"/>
                  </a:lnTo>
                  <a:lnTo>
                    <a:pt x="30447" y="269395"/>
                  </a:lnTo>
                  <a:lnTo>
                    <a:pt x="39676" y="323712"/>
                  </a:lnTo>
                  <a:lnTo>
                    <a:pt x="36597" y="347286"/>
                  </a:lnTo>
                  <a:lnTo>
                    <a:pt x="41728" y="375983"/>
                  </a:lnTo>
                  <a:lnTo>
                    <a:pt x="59159" y="3770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0" name="Forme libre : forme 378">
              <a:extLst>
                <a:ext uri="{FF2B5EF4-FFF2-40B4-BE49-F238E27FC236}">
                  <a16:creationId xmlns:a16="http://schemas.microsoft.com/office/drawing/2014/main" id="{7C3AD4E7-1E38-857B-8671-3B441267415C}"/>
                </a:ext>
              </a:extLst>
            </p:cNvPr>
            <p:cNvSpPr/>
            <p:nvPr/>
          </p:nvSpPr>
          <p:spPr>
            <a:xfrm>
              <a:off x="6327407" y="4534705"/>
              <a:ext cx="170742" cy="198324"/>
            </a:xfrm>
            <a:custGeom>
              <a:avLst/>
              <a:gdLst>
                <a:gd name="csX0" fmla="*/ 121244 w 170742"/>
                <a:gd name="csY0" fmla="*/ 199975 h 198324"/>
                <a:gd name="csX1" fmla="*/ 130472 w 170742"/>
                <a:gd name="csY1" fmla="*/ 178453 h 198324"/>
                <a:gd name="csX2" fmla="*/ 135090 w 170742"/>
                <a:gd name="csY2" fmla="*/ 161542 h 198324"/>
                <a:gd name="csX3" fmla="*/ 150468 w 170742"/>
                <a:gd name="csY3" fmla="*/ 156925 h 198324"/>
                <a:gd name="csX4" fmla="*/ 150468 w 170742"/>
                <a:gd name="csY4" fmla="*/ 147703 h 198324"/>
                <a:gd name="csX5" fmla="*/ 161236 w 170742"/>
                <a:gd name="csY5" fmla="*/ 143092 h 198324"/>
                <a:gd name="csX6" fmla="*/ 171928 w 170742"/>
                <a:gd name="csY6" fmla="*/ 129828 h 198324"/>
                <a:gd name="csX7" fmla="*/ 159840 w 170742"/>
                <a:gd name="csY7" fmla="*/ 121024 h 198324"/>
                <a:gd name="csX8" fmla="*/ 159840 w 170742"/>
                <a:gd name="csY8" fmla="*/ 27105 h 198324"/>
                <a:gd name="csX9" fmla="*/ 173550 w 170742"/>
                <a:gd name="csY9" fmla="*/ 15489 h 198324"/>
                <a:gd name="csX10" fmla="*/ 136629 w 170742"/>
                <a:gd name="csY10" fmla="*/ 12410 h 198324"/>
                <a:gd name="csX11" fmla="*/ 116633 w 170742"/>
                <a:gd name="csY11" fmla="*/ 24710 h 198324"/>
                <a:gd name="csX12" fmla="*/ 93559 w 170742"/>
                <a:gd name="csY12" fmla="*/ 21639 h 198324"/>
                <a:gd name="csX13" fmla="*/ 56645 w 170742"/>
                <a:gd name="csY13" fmla="*/ 4721 h 198324"/>
                <a:gd name="csX14" fmla="*/ 42799 w 170742"/>
                <a:gd name="csY14" fmla="*/ 1650 h 198324"/>
                <a:gd name="csX15" fmla="*/ 2807 w 170742"/>
                <a:gd name="csY15" fmla="*/ 6260 h 198324"/>
                <a:gd name="csX16" fmla="*/ 8444 w 170742"/>
                <a:gd name="csY16" fmla="*/ 21632 h 198324"/>
                <a:gd name="csX17" fmla="*/ 26908 w 170742"/>
                <a:gd name="csY17" fmla="*/ 52382 h 198324"/>
                <a:gd name="csX18" fmla="*/ 26908 w 170742"/>
                <a:gd name="csY18" fmla="*/ 69806 h 198324"/>
                <a:gd name="csX19" fmla="*/ 6392 w 170742"/>
                <a:gd name="csY19" fmla="*/ 86203 h 198324"/>
                <a:gd name="csX20" fmla="*/ 3313 w 170742"/>
                <a:gd name="csY20" fmla="*/ 120032 h 198324"/>
                <a:gd name="csX21" fmla="*/ 35103 w 170742"/>
                <a:gd name="csY21" fmla="*/ 141553 h 198324"/>
                <a:gd name="csX22" fmla="*/ 81252 w 170742"/>
                <a:gd name="csY22" fmla="*/ 158977 h 198324"/>
                <a:gd name="csX23" fmla="*/ 82278 w 170742"/>
                <a:gd name="csY23" fmla="*/ 167179 h 198324"/>
                <a:gd name="csX24" fmla="*/ 80226 w 170742"/>
                <a:gd name="csY24" fmla="*/ 179479 h 198324"/>
                <a:gd name="csX25" fmla="*/ 121244 w 170742"/>
                <a:gd name="csY25" fmla="*/ 199975 h 1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70742" h="198324">
                  <a:moveTo>
                    <a:pt x="121244" y="199975"/>
                  </a:moveTo>
                  <a:lnTo>
                    <a:pt x="130472" y="178453"/>
                  </a:lnTo>
                  <a:lnTo>
                    <a:pt x="135090" y="161542"/>
                  </a:lnTo>
                  <a:lnTo>
                    <a:pt x="150468" y="156925"/>
                  </a:lnTo>
                  <a:lnTo>
                    <a:pt x="150468" y="147703"/>
                  </a:lnTo>
                  <a:lnTo>
                    <a:pt x="161236" y="143092"/>
                  </a:lnTo>
                  <a:lnTo>
                    <a:pt x="171928" y="129828"/>
                  </a:lnTo>
                  <a:lnTo>
                    <a:pt x="159840" y="121024"/>
                  </a:lnTo>
                  <a:lnTo>
                    <a:pt x="159840" y="27105"/>
                  </a:lnTo>
                  <a:lnTo>
                    <a:pt x="173550" y="15489"/>
                  </a:lnTo>
                  <a:lnTo>
                    <a:pt x="136629" y="12410"/>
                  </a:lnTo>
                  <a:lnTo>
                    <a:pt x="116633" y="24710"/>
                  </a:lnTo>
                  <a:lnTo>
                    <a:pt x="93559" y="21639"/>
                  </a:lnTo>
                  <a:lnTo>
                    <a:pt x="56645" y="4721"/>
                  </a:lnTo>
                  <a:lnTo>
                    <a:pt x="42799" y="1650"/>
                  </a:lnTo>
                  <a:lnTo>
                    <a:pt x="2807" y="6260"/>
                  </a:lnTo>
                  <a:lnTo>
                    <a:pt x="8444" y="21632"/>
                  </a:lnTo>
                  <a:lnTo>
                    <a:pt x="26908" y="52382"/>
                  </a:lnTo>
                  <a:lnTo>
                    <a:pt x="26908" y="69806"/>
                  </a:lnTo>
                  <a:lnTo>
                    <a:pt x="6392" y="86203"/>
                  </a:lnTo>
                  <a:lnTo>
                    <a:pt x="3313" y="120032"/>
                  </a:lnTo>
                  <a:lnTo>
                    <a:pt x="35103" y="141553"/>
                  </a:lnTo>
                  <a:lnTo>
                    <a:pt x="81252" y="158977"/>
                  </a:lnTo>
                  <a:lnTo>
                    <a:pt x="82278" y="167179"/>
                  </a:lnTo>
                  <a:lnTo>
                    <a:pt x="80226" y="179479"/>
                  </a:lnTo>
                  <a:lnTo>
                    <a:pt x="121244" y="199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1" name="Forme libre : forme 379">
              <a:extLst>
                <a:ext uri="{FF2B5EF4-FFF2-40B4-BE49-F238E27FC236}">
                  <a16:creationId xmlns:a16="http://schemas.microsoft.com/office/drawing/2014/main" id="{0D67A5B2-1838-2C89-FBF5-5B2BC25260E2}"/>
                </a:ext>
              </a:extLst>
            </p:cNvPr>
            <p:cNvSpPr/>
            <p:nvPr/>
          </p:nvSpPr>
          <p:spPr>
            <a:xfrm>
              <a:off x="6495071" y="4357909"/>
              <a:ext cx="38459" cy="43043"/>
            </a:xfrm>
            <a:custGeom>
              <a:avLst/>
              <a:gdLst>
                <a:gd name="csX0" fmla="*/ 5940 w 38459"/>
                <a:gd name="csY0" fmla="*/ 16882 h 43043"/>
                <a:gd name="csX1" fmla="*/ 2862 w 38459"/>
                <a:gd name="csY1" fmla="*/ 33792 h 43043"/>
                <a:gd name="csX2" fmla="*/ 10558 w 38459"/>
                <a:gd name="csY2" fmla="*/ 43014 h 43043"/>
                <a:gd name="csX3" fmla="*/ 24397 w 38459"/>
                <a:gd name="csY3" fmla="*/ 44553 h 43043"/>
                <a:gd name="csX4" fmla="*/ 38243 w 38459"/>
                <a:gd name="csY4" fmla="*/ 36871 h 43043"/>
                <a:gd name="csX5" fmla="*/ 24397 w 38459"/>
                <a:gd name="csY5" fmla="*/ 26103 h 43043"/>
                <a:gd name="csX6" fmla="*/ 41321 w 38459"/>
                <a:gd name="csY6" fmla="*/ 16882 h 43043"/>
                <a:gd name="csX7" fmla="*/ 36704 w 38459"/>
                <a:gd name="csY7" fmla="*/ 7660 h 43043"/>
                <a:gd name="csX8" fmla="*/ 30554 w 38459"/>
                <a:gd name="csY8" fmla="*/ 1510 h 43043"/>
                <a:gd name="csX9" fmla="*/ 22858 w 38459"/>
                <a:gd name="csY9" fmla="*/ 1510 h 43043"/>
                <a:gd name="csX10" fmla="*/ 15169 w 38459"/>
                <a:gd name="csY10" fmla="*/ 13810 h 43043"/>
                <a:gd name="csX11" fmla="*/ 5940 w 38459"/>
                <a:gd name="csY11" fmla="*/ 16882 h 43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8459" h="43043">
                  <a:moveTo>
                    <a:pt x="5940" y="16882"/>
                  </a:moveTo>
                  <a:lnTo>
                    <a:pt x="2862" y="33792"/>
                  </a:lnTo>
                  <a:lnTo>
                    <a:pt x="10558" y="43014"/>
                  </a:lnTo>
                  <a:lnTo>
                    <a:pt x="24397" y="44553"/>
                  </a:lnTo>
                  <a:lnTo>
                    <a:pt x="38243" y="36871"/>
                  </a:lnTo>
                  <a:lnTo>
                    <a:pt x="24397" y="26103"/>
                  </a:lnTo>
                  <a:lnTo>
                    <a:pt x="41321" y="16882"/>
                  </a:lnTo>
                  <a:lnTo>
                    <a:pt x="36704" y="7660"/>
                  </a:lnTo>
                  <a:lnTo>
                    <a:pt x="30554" y="1510"/>
                  </a:lnTo>
                  <a:lnTo>
                    <a:pt x="22858" y="1510"/>
                  </a:lnTo>
                  <a:lnTo>
                    <a:pt x="15169" y="13810"/>
                  </a:lnTo>
                  <a:lnTo>
                    <a:pt x="5940" y="168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2" name="Forme libre : forme 380">
              <a:extLst>
                <a:ext uri="{FF2B5EF4-FFF2-40B4-BE49-F238E27FC236}">
                  <a16:creationId xmlns:a16="http://schemas.microsoft.com/office/drawing/2014/main" id="{203B5D70-60BC-7ED8-C81F-079DA6B1D3C5}"/>
                </a:ext>
              </a:extLst>
            </p:cNvPr>
            <p:cNvSpPr/>
            <p:nvPr/>
          </p:nvSpPr>
          <p:spPr>
            <a:xfrm>
              <a:off x="6135144" y="3927431"/>
              <a:ext cx="226112" cy="231640"/>
            </a:xfrm>
            <a:custGeom>
              <a:avLst/>
              <a:gdLst>
                <a:gd name="csX0" fmla="*/ 13968 w 226112"/>
                <a:gd name="csY0" fmla="*/ 7470 h 231640"/>
                <a:gd name="csX1" fmla="*/ 23196 w 226112"/>
                <a:gd name="csY1" fmla="*/ 3373 h 231640"/>
                <a:gd name="csX2" fmla="*/ 40627 w 226112"/>
                <a:gd name="csY2" fmla="*/ 4392 h 231640"/>
                <a:gd name="csX3" fmla="*/ 63188 w 226112"/>
                <a:gd name="csY3" fmla="*/ 9523 h 231640"/>
                <a:gd name="csX4" fmla="*/ 87802 w 226112"/>
                <a:gd name="csY4" fmla="*/ 16692 h 231640"/>
                <a:gd name="csX5" fmla="*/ 102154 w 226112"/>
                <a:gd name="csY5" fmla="*/ 15666 h 231640"/>
                <a:gd name="csX6" fmla="*/ 111389 w 226112"/>
                <a:gd name="csY6" fmla="*/ 8497 h 231640"/>
                <a:gd name="csX7" fmla="*/ 117539 w 226112"/>
                <a:gd name="csY7" fmla="*/ 7470 h 231640"/>
                <a:gd name="csX8" fmla="*/ 125742 w 226112"/>
                <a:gd name="csY8" fmla="*/ 1320 h 231640"/>
                <a:gd name="csX9" fmla="*/ 139075 w 226112"/>
                <a:gd name="csY9" fmla="*/ 2347 h 231640"/>
                <a:gd name="csX10" fmla="*/ 153434 w 226112"/>
                <a:gd name="csY10" fmla="*/ 12594 h 231640"/>
                <a:gd name="csX11" fmla="*/ 158804 w 226112"/>
                <a:gd name="csY11" fmla="*/ 11253 h 231640"/>
                <a:gd name="csX12" fmla="*/ 159837 w 226112"/>
                <a:gd name="csY12" fmla="*/ 12081 h 231640"/>
                <a:gd name="csX13" fmla="*/ 160911 w 226112"/>
                <a:gd name="csY13" fmla="*/ 10727 h 231640"/>
                <a:gd name="csX14" fmla="*/ 165734 w 226112"/>
                <a:gd name="csY14" fmla="*/ 9523 h 231640"/>
                <a:gd name="csX15" fmla="*/ 175988 w 226112"/>
                <a:gd name="csY15" fmla="*/ 11575 h 231640"/>
                <a:gd name="csX16" fmla="*/ 199576 w 226112"/>
                <a:gd name="csY16" fmla="*/ 7470 h 231640"/>
                <a:gd name="csX17" fmla="*/ 202141 w 226112"/>
                <a:gd name="csY17" fmla="*/ 13620 h 231640"/>
                <a:gd name="csX18" fmla="*/ 206245 w 226112"/>
                <a:gd name="csY18" fmla="*/ 26947 h 231640"/>
                <a:gd name="csX19" fmla="*/ 211882 w 226112"/>
                <a:gd name="csY19" fmla="*/ 45396 h 231640"/>
                <a:gd name="csX20" fmla="*/ 205726 w 226112"/>
                <a:gd name="csY20" fmla="*/ 73068 h 231640"/>
                <a:gd name="csX21" fmla="*/ 205726 w 226112"/>
                <a:gd name="csY21" fmla="*/ 85368 h 231640"/>
                <a:gd name="csX22" fmla="*/ 196497 w 226112"/>
                <a:gd name="csY22" fmla="*/ 88953 h 231640"/>
                <a:gd name="csX23" fmla="*/ 182658 w 226112"/>
                <a:gd name="csY23" fmla="*/ 73581 h 231640"/>
                <a:gd name="csX24" fmla="*/ 171890 w 226112"/>
                <a:gd name="csY24" fmla="*/ 58210 h 231640"/>
                <a:gd name="csX25" fmla="*/ 170351 w 226112"/>
                <a:gd name="csY25" fmla="*/ 38220 h 231640"/>
                <a:gd name="csX26" fmla="*/ 164967 w 226112"/>
                <a:gd name="csY26" fmla="*/ 32837 h 231640"/>
                <a:gd name="csX27" fmla="*/ 163839 w 226112"/>
                <a:gd name="csY27" fmla="*/ 33144 h 231640"/>
                <a:gd name="csX28" fmla="*/ 161123 w 226112"/>
                <a:gd name="csY28" fmla="*/ 41292 h 231640"/>
                <a:gd name="csX29" fmla="*/ 164194 w 226112"/>
                <a:gd name="csY29" fmla="*/ 67431 h 231640"/>
                <a:gd name="csX30" fmla="*/ 182658 w 226112"/>
                <a:gd name="csY30" fmla="*/ 84342 h 231640"/>
                <a:gd name="csX31" fmla="*/ 185730 w 226112"/>
                <a:gd name="csY31" fmla="*/ 96642 h 231640"/>
                <a:gd name="csX32" fmla="*/ 198036 w 226112"/>
                <a:gd name="csY32" fmla="*/ 116631 h 231640"/>
                <a:gd name="csX33" fmla="*/ 208804 w 226112"/>
                <a:gd name="csY33" fmla="*/ 142763 h 231640"/>
                <a:gd name="csX34" fmla="*/ 224182 w 226112"/>
                <a:gd name="csY34" fmla="*/ 173513 h 231640"/>
                <a:gd name="csX35" fmla="*/ 228800 w 226112"/>
                <a:gd name="csY35" fmla="*/ 201185 h 231640"/>
                <a:gd name="csX36" fmla="*/ 214954 w 226112"/>
                <a:gd name="csY36" fmla="*/ 213485 h 231640"/>
                <a:gd name="csX37" fmla="*/ 195471 w 226112"/>
                <a:gd name="csY37" fmla="*/ 218608 h 231640"/>
                <a:gd name="csX38" fmla="*/ 195471 w 226112"/>
                <a:gd name="csY38" fmla="*/ 232961 h 231640"/>
                <a:gd name="csX39" fmla="*/ 183164 w 226112"/>
                <a:gd name="csY39" fmla="*/ 229882 h 231640"/>
                <a:gd name="csX40" fmla="*/ 175988 w 226112"/>
                <a:gd name="csY40" fmla="*/ 222706 h 231640"/>
                <a:gd name="csX41" fmla="*/ 74469 w 226112"/>
                <a:gd name="csY41" fmla="*/ 227830 h 231640"/>
                <a:gd name="csX42" fmla="*/ 11909 w 226112"/>
                <a:gd name="csY42" fmla="*/ 222706 h 231640"/>
                <a:gd name="csX43" fmla="*/ 12942 w 226112"/>
                <a:gd name="csY43" fmla="*/ 169409 h 231640"/>
                <a:gd name="csX44" fmla="*/ 13968 w 226112"/>
                <a:gd name="csY44" fmla="*/ 74087 h 231640"/>
                <a:gd name="csX45" fmla="*/ 2687 w 226112"/>
                <a:gd name="csY45" fmla="*/ 30018 h 231640"/>
                <a:gd name="csX46" fmla="*/ 11916 w 226112"/>
                <a:gd name="csY46" fmla="*/ 22842 h 231640"/>
                <a:gd name="csX47" fmla="*/ 13968 w 226112"/>
                <a:gd name="csY47" fmla="*/ 7470 h 231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226112" h="231640">
                  <a:moveTo>
                    <a:pt x="13968" y="7470"/>
                  </a:moveTo>
                  <a:lnTo>
                    <a:pt x="23196" y="3373"/>
                  </a:lnTo>
                  <a:lnTo>
                    <a:pt x="40627" y="4392"/>
                  </a:lnTo>
                  <a:lnTo>
                    <a:pt x="63188" y="9523"/>
                  </a:lnTo>
                  <a:lnTo>
                    <a:pt x="87802" y="16692"/>
                  </a:lnTo>
                  <a:lnTo>
                    <a:pt x="102154" y="15666"/>
                  </a:lnTo>
                  <a:lnTo>
                    <a:pt x="111389" y="8497"/>
                  </a:lnTo>
                  <a:lnTo>
                    <a:pt x="117539" y="7470"/>
                  </a:lnTo>
                  <a:lnTo>
                    <a:pt x="125742" y="1320"/>
                  </a:lnTo>
                  <a:lnTo>
                    <a:pt x="139075" y="2347"/>
                  </a:lnTo>
                  <a:lnTo>
                    <a:pt x="153434" y="12594"/>
                  </a:lnTo>
                  <a:lnTo>
                    <a:pt x="158804" y="11253"/>
                  </a:lnTo>
                  <a:lnTo>
                    <a:pt x="159837" y="12081"/>
                  </a:lnTo>
                  <a:lnTo>
                    <a:pt x="160911" y="10727"/>
                  </a:lnTo>
                  <a:lnTo>
                    <a:pt x="165734" y="9523"/>
                  </a:lnTo>
                  <a:lnTo>
                    <a:pt x="175988" y="11575"/>
                  </a:lnTo>
                  <a:lnTo>
                    <a:pt x="199576" y="7470"/>
                  </a:lnTo>
                  <a:lnTo>
                    <a:pt x="202141" y="13620"/>
                  </a:lnTo>
                  <a:lnTo>
                    <a:pt x="206245" y="26947"/>
                  </a:lnTo>
                  <a:lnTo>
                    <a:pt x="211882" y="45396"/>
                  </a:lnTo>
                  <a:lnTo>
                    <a:pt x="205726" y="73068"/>
                  </a:lnTo>
                  <a:lnTo>
                    <a:pt x="205726" y="85368"/>
                  </a:lnTo>
                  <a:lnTo>
                    <a:pt x="196497" y="88953"/>
                  </a:lnTo>
                  <a:lnTo>
                    <a:pt x="182658" y="73581"/>
                  </a:lnTo>
                  <a:lnTo>
                    <a:pt x="171890" y="58210"/>
                  </a:lnTo>
                  <a:lnTo>
                    <a:pt x="170351" y="38220"/>
                  </a:lnTo>
                  <a:lnTo>
                    <a:pt x="164967" y="32837"/>
                  </a:lnTo>
                  <a:lnTo>
                    <a:pt x="163839" y="33144"/>
                  </a:lnTo>
                  <a:lnTo>
                    <a:pt x="161123" y="41292"/>
                  </a:lnTo>
                  <a:lnTo>
                    <a:pt x="164194" y="67431"/>
                  </a:lnTo>
                  <a:lnTo>
                    <a:pt x="182658" y="84342"/>
                  </a:lnTo>
                  <a:lnTo>
                    <a:pt x="185730" y="96642"/>
                  </a:lnTo>
                  <a:lnTo>
                    <a:pt x="198036" y="116631"/>
                  </a:lnTo>
                  <a:lnTo>
                    <a:pt x="208804" y="142763"/>
                  </a:lnTo>
                  <a:lnTo>
                    <a:pt x="224182" y="173513"/>
                  </a:lnTo>
                  <a:lnTo>
                    <a:pt x="228800" y="201185"/>
                  </a:lnTo>
                  <a:lnTo>
                    <a:pt x="214954" y="213485"/>
                  </a:lnTo>
                  <a:lnTo>
                    <a:pt x="195471" y="218608"/>
                  </a:lnTo>
                  <a:lnTo>
                    <a:pt x="195471" y="232961"/>
                  </a:lnTo>
                  <a:lnTo>
                    <a:pt x="183164" y="229882"/>
                  </a:lnTo>
                  <a:lnTo>
                    <a:pt x="175988" y="222706"/>
                  </a:lnTo>
                  <a:lnTo>
                    <a:pt x="74469" y="227830"/>
                  </a:lnTo>
                  <a:lnTo>
                    <a:pt x="11909" y="222706"/>
                  </a:lnTo>
                  <a:lnTo>
                    <a:pt x="12942" y="169409"/>
                  </a:lnTo>
                  <a:lnTo>
                    <a:pt x="13968" y="74087"/>
                  </a:lnTo>
                  <a:lnTo>
                    <a:pt x="2687" y="30018"/>
                  </a:lnTo>
                  <a:lnTo>
                    <a:pt x="11916" y="22842"/>
                  </a:lnTo>
                  <a:lnTo>
                    <a:pt x="13968" y="74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3" name="Forme libre : forme 381">
              <a:extLst>
                <a:ext uri="{FF2B5EF4-FFF2-40B4-BE49-F238E27FC236}">
                  <a16:creationId xmlns:a16="http://schemas.microsoft.com/office/drawing/2014/main" id="{E6A8FB49-DA91-6795-BE41-3113757FD10C}"/>
                </a:ext>
              </a:extLst>
            </p:cNvPr>
            <p:cNvSpPr/>
            <p:nvPr/>
          </p:nvSpPr>
          <p:spPr>
            <a:xfrm>
              <a:off x="5805966" y="3887193"/>
              <a:ext cx="340458" cy="312862"/>
            </a:xfrm>
            <a:custGeom>
              <a:avLst/>
              <a:gdLst>
                <a:gd name="csX0" fmla="*/ 340961 w 340458"/>
                <a:gd name="csY0" fmla="*/ 262906 h 312862"/>
                <a:gd name="csX1" fmla="*/ 337882 w 340458"/>
                <a:gd name="csY1" fmla="*/ 310054 h 312862"/>
                <a:gd name="csX2" fmla="*/ 318399 w 340458"/>
                <a:gd name="csY2" fmla="*/ 314152 h 312862"/>
                <a:gd name="csX3" fmla="*/ 153301 w 340458"/>
                <a:gd name="csY3" fmla="*/ 230104 h 312862"/>
                <a:gd name="csX4" fmla="*/ 120485 w 340458"/>
                <a:gd name="csY4" fmla="*/ 250606 h 312862"/>
                <a:gd name="csX5" fmla="*/ 59984 w 340458"/>
                <a:gd name="csY5" fmla="*/ 234209 h 312862"/>
                <a:gd name="csX6" fmla="*/ 46651 w 340458"/>
                <a:gd name="csY6" fmla="*/ 207556 h 312862"/>
                <a:gd name="csX7" fmla="*/ 25116 w 340458"/>
                <a:gd name="csY7" fmla="*/ 210628 h 312862"/>
                <a:gd name="csX8" fmla="*/ 5633 w 340458"/>
                <a:gd name="csY8" fmla="*/ 185009 h 312862"/>
                <a:gd name="csX9" fmla="*/ 2561 w 340458"/>
                <a:gd name="csY9" fmla="*/ 161435 h 312862"/>
                <a:gd name="csX10" fmla="*/ 15887 w 340458"/>
                <a:gd name="csY10" fmla="*/ 146057 h 312862"/>
                <a:gd name="csX11" fmla="*/ 15887 w 340458"/>
                <a:gd name="csY11" fmla="*/ 125561 h 312862"/>
                <a:gd name="csX12" fmla="*/ 10763 w 340458"/>
                <a:gd name="csY12" fmla="*/ 111216 h 312862"/>
                <a:gd name="csX13" fmla="*/ 11789 w 340458"/>
                <a:gd name="csY13" fmla="*/ 100961 h 312862"/>
                <a:gd name="csX14" fmla="*/ 3587 w 340458"/>
                <a:gd name="csY14" fmla="*/ 64068 h 312862"/>
                <a:gd name="csX15" fmla="*/ 10763 w 340458"/>
                <a:gd name="csY15" fmla="*/ 64068 h 312862"/>
                <a:gd name="csX16" fmla="*/ 22044 w 340458"/>
                <a:gd name="csY16" fmla="*/ 54840 h 312862"/>
                <a:gd name="csX17" fmla="*/ 23070 w 340458"/>
                <a:gd name="csY17" fmla="*/ 30247 h 312862"/>
                <a:gd name="csX18" fmla="*/ 38448 w 340458"/>
                <a:gd name="csY18" fmla="*/ 28195 h 312862"/>
                <a:gd name="csX19" fmla="*/ 47677 w 340458"/>
                <a:gd name="csY19" fmla="*/ 19992 h 312862"/>
                <a:gd name="csX20" fmla="*/ 46658 w 340458"/>
                <a:gd name="csY20" fmla="*/ 1289 h 312862"/>
                <a:gd name="csX21" fmla="*/ 70238 w 340458"/>
                <a:gd name="csY21" fmla="*/ 12310 h 312862"/>
                <a:gd name="csX22" fmla="*/ 101009 w 340458"/>
                <a:gd name="csY22" fmla="*/ 12310 h 312862"/>
                <a:gd name="csX23" fmla="*/ 114848 w 340458"/>
                <a:gd name="csY23" fmla="*/ 16921 h 312862"/>
                <a:gd name="csX24" fmla="*/ 125615 w 340458"/>
                <a:gd name="csY24" fmla="*/ 18460 h 312862"/>
                <a:gd name="csX25" fmla="*/ 139461 w 340458"/>
                <a:gd name="csY25" fmla="*/ 47671 h 312862"/>
                <a:gd name="csX26" fmla="*/ 174836 w 340458"/>
                <a:gd name="csY26" fmla="*/ 53821 h 312862"/>
                <a:gd name="csX27" fmla="*/ 213295 w 340458"/>
                <a:gd name="csY27" fmla="*/ 75342 h 312862"/>
                <a:gd name="csX28" fmla="*/ 230213 w 340458"/>
                <a:gd name="csY28" fmla="*/ 66121 h 312862"/>
                <a:gd name="csX29" fmla="*/ 237902 w 340458"/>
                <a:gd name="csY29" fmla="*/ 55353 h 312862"/>
                <a:gd name="csX30" fmla="*/ 230213 w 340458"/>
                <a:gd name="csY30" fmla="*/ 43060 h 312862"/>
                <a:gd name="csX31" fmla="*/ 231752 w 340458"/>
                <a:gd name="csY31" fmla="*/ 26149 h 312862"/>
                <a:gd name="csX32" fmla="*/ 259437 w 340458"/>
                <a:gd name="csY32" fmla="*/ 10771 h 312862"/>
                <a:gd name="csX33" fmla="*/ 277901 w 340458"/>
                <a:gd name="csY33" fmla="*/ 7699 h 312862"/>
                <a:gd name="csX34" fmla="*/ 298916 w 340458"/>
                <a:gd name="csY34" fmla="*/ 11797 h 312862"/>
                <a:gd name="csX35" fmla="*/ 300969 w 340458"/>
                <a:gd name="csY35" fmla="*/ 23071 h 312862"/>
                <a:gd name="csX36" fmla="*/ 317380 w 340458"/>
                <a:gd name="csY36" fmla="*/ 30247 h 312862"/>
                <a:gd name="csX37" fmla="*/ 333784 w 340458"/>
                <a:gd name="csY37" fmla="*/ 35371 h 312862"/>
                <a:gd name="csX38" fmla="*/ 343020 w 340458"/>
                <a:gd name="csY38" fmla="*/ 47671 h 312862"/>
                <a:gd name="csX39" fmla="*/ 340967 w 340458"/>
                <a:gd name="csY39" fmla="*/ 63049 h 312862"/>
                <a:gd name="csX40" fmla="*/ 331732 w 340458"/>
                <a:gd name="csY40" fmla="*/ 70218 h 312862"/>
                <a:gd name="csX41" fmla="*/ 343013 w 340458"/>
                <a:gd name="csY41" fmla="*/ 114294 h 312862"/>
                <a:gd name="csX42" fmla="*/ 341987 w 340458"/>
                <a:gd name="csY42" fmla="*/ 209609 h 312862"/>
                <a:gd name="csX43" fmla="*/ 340961 w 340458"/>
                <a:gd name="csY43" fmla="*/ 262906 h 3128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340458" h="312862">
                  <a:moveTo>
                    <a:pt x="340961" y="262906"/>
                  </a:moveTo>
                  <a:lnTo>
                    <a:pt x="337882" y="310054"/>
                  </a:lnTo>
                  <a:lnTo>
                    <a:pt x="318399" y="314152"/>
                  </a:lnTo>
                  <a:lnTo>
                    <a:pt x="153301" y="230104"/>
                  </a:lnTo>
                  <a:lnTo>
                    <a:pt x="120485" y="250606"/>
                  </a:lnTo>
                  <a:lnTo>
                    <a:pt x="59984" y="234209"/>
                  </a:lnTo>
                  <a:lnTo>
                    <a:pt x="46651" y="207556"/>
                  </a:lnTo>
                  <a:lnTo>
                    <a:pt x="25116" y="210628"/>
                  </a:lnTo>
                  <a:lnTo>
                    <a:pt x="5633" y="185009"/>
                  </a:lnTo>
                  <a:lnTo>
                    <a:pt x="2561" y="161435"/>
                  </a:lnTo>
                  <a:lnTo>
                    <a:pt x="15887" y="146057"/>
                  </a:lnTo>
                  <a:lnTo>
                    <a:pt x="15887" y="125561"/>
                  </a:lnTo>
                  <a:lnTo>
                    <a:pt x="10763" y="111216"/>
                  </a:lnTo>
                  <a:lnTo>
                    <a:pt x="11789" y="100961"/>
                  </a:lnTo>
                  <a:lnTo>
                    <a:pt x="3587" y="64068"/>
                  </a:lnTo>
                  <a:lnTo>
                    <a:pt x="10763" y="64068"/>
                  </a:lnTo>
                  <a:lnTo>
                    <a:pt x="22044" y="54840"/>
                  </a:lnTo>
                  <a:lnTo>
                    <a:pt x="23070" y="30247"/>
                  </a:lnTo>
                  <a:lnTo>
                    <a:pt x="38448" y="28195"/>
                  </a:lnTo>
                  <a:lnTo>
                    <a:pt x="47677" y="19992"/>
                  </a:lnTo>
                  <a:lnTo>
                    <a:pt x="46658" y="1289"/>
                  </a:lnTo>
                  <a:lnTo>
                    <a:pt x="70238" y="12310"/>
                  </a:lnTo>
                  <a:lnTo>
                    <a:pt x="101009" y="12310"/>
                  </a:lnTo>
                  <a:lnTo>
                    <a:pt x="114848" y="16921"/>
                  </a:lnTo>
                  <a:lnTo>
                    <a:pt x="125615" y="18460"/>
                  </a:lnTo>
                  <a:lnTo>
                    <a:pt x="139461" y="47671"/>
                  </a:lnTo>
                  <a:lnTo>
                    <a:pt x="174836" y="53821"/>
                  </a:lnTo>
                  <a:lnTo>
                    <a:pt x="213295" y="75342"/>
                  </a:lnTo>
                  <a:lnTo>
                    <a:pt x="230213" y="66121"/>
                  </a:lnTo>
                  <a:lnTo>
                    <a:pt x="237902" y="55353"/>
                  </a:lnTo>
                  <a:lnTo>
                    <a:pt x="230213" y="43060"/>
                  </a:lnTo>
                  <a:lnTo>
                    <a:pt x="231752" y="26149"/>
                  </a:lnTo>
                  <a:lnTo>
                    <a:pt x="259437" y="10771"/>
                  </a:lnTo>
                  <a:lnTo>
                    <a:pt x="277901" y="7699"/>
                  </a:lnTo>
                  <a:lnTo>
                    <a:pt x="298916" y="11797"/>
                  </a:lnTo>
                  <a:lnTo>
                    <a:pt x="300969" y="23071"/>
                  </a:lnTo>
                  <a:lnTo>
                    <a:pt x="317380" y="30247"/>
                  </a:lnTo>
                  <a:lnTo>
                    <a:pt x="333784" y="35371"/>
                  </a:lnTo>
                  <a:lnTo>
                    <a:pt x="343020" y="47671"/>
                  </a:lnTo>
                  <a:lnTo>
                    <a:pt x="340967" y="63049"/>
                  </a:lnTo>
                  <a:lnTo>
                    <a:pt x="331732" y="70218"/>
                  </a:lnTo>
                  <a:lnTo>
                    <a:pt x="343013" y="114294"/>
                  </a:lnTo>
                  <a:lnTo>
                    <a:pt x="341987" y="209609"/>
                  </a:lnTo>
                  <a:lnTo>
                    <a:pt x="340961" y="26290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4" name="Forme libre : forme 382">
              <a:extLst>
                <a:ext uri="{FF2B5EF4-FFF2-40B4-BE49-F238E27FC236}">
                  <a16:creationId xmlns:a16="http://schemas.microsoft.com/office/drawing/2014/main" id="{B2A1F82A-9F5B-97E7-AAFF-386AD74C8D7E}"/>
                </a:ext>
              </a:extLst>
            </p:cNvPr>
            <p:cNvSpPr/>
            <p:nvPr/>
          </p:nvSpPr>
          <p:spPr>
            <a:xfrm>
              <a:off x="6079759" y="4127295"/>
              <a:ext cx="347634" cy="430471"/>
            </a:xfrm>
            <a:custGeom>
              <a:avLst/>
              <a:gdLst>
                <a:gd name="csX0" fmla="*/ 44730 w 347634"/>
                <a:gd name="csY0" fmla="*/ 74274 h 430471"/>
                <a:gd name="csX1" fmla="*/ 64213 w 347634"/>
                <a:gd name="csY1" fmla="*/ 70177 h 430471"/>
                <a:gd name="csX2" fmla="*/ 67292 w 347634"/>
                <a:gd name="csY2" fmla="*/ 23029 h 430471"/>
                <a:gd name="csX3" fmla="*/ 129845 w 347634"/>
                <a:gd name="csY3" fmla="*/ 28153 h 430471"/>
                <a:gd name="csX4" fmla="*/ 231364 w 347634"/>
                <a:gd name="csY4" fmla="*/ 23029 h 430471"/>
                <a:gd name="csX5" fmla="*/ 238547 w 347634"/>
                <a:gd name="csY5" fmla="*/ 30205 h 430471"/>
                <a:gd name="csX6" fmla="*/ 250847 w 347634"/>
                <a:gd name="csY6" fmla="*/ 33284 h 430471"/>
                <a:gd name="csX7" fmla="*/ 250847 w 347634"/>
                <a:gd name="csY7" fmla="*/ 18931 h 430471"/>
                <a:gd name="csX8" fmla="*/ 270337 w 347634"/>
                <a:gd name="csY8" fmla="*/ 13808 h 430471"/>
                <a:gd name="csX9" fmla="*/ 284176 w 347634"/>
                <a:gd name="csY9" fmla="*/ 1508 h 430471"/>
                <a:gd name="csX10" fmla="*/ 307250 w 347634"/>
                <a:gd name="csY10" fmla="*/ 19958 h 430471"/>
                <a:gd name="csX11" fmla="*/ 316479 w 347634"/>
                <a:gd name="csY11" fmla="*/ 36868 h 430471"/>
                <a:gd name="csX12" fmla="*/ 318018 w 347634"/>
                <a:gd name="csY12" fmla="*/ 73768 h 430471"/>
                <a:gd name="csX13" fmla="*/ 318018 w 347634"/>
                <a:gd name="csY13" fmla="*/ 89140 h 430471"/>
                <a:gd name="csX14" fmla="*/ 350321 w 347634"/>
                <a:gd name="csY14" fmla="*/ 119890 h 430471"/>
                <a:gd name="csX15" fmla="*/ 316479 w 347634"/>
                <a:gd name="csY15" fmla="*/ 139872 h 430471"/>
                <a:gd name="csX16" fmla="*/ 304172 w 347634"/>
                <a:gd name="csY16" fmla="*/ 162933 h 430471"/>
                <a:gd name="csX17" fmla="*/ 301101 w 347634"/>
                <a:gd name="csY17" fmla="*/ 199832 h 430471"/>
                <a:gd name="csX18" fmla="*/ 298022 w 347634"/>
                <a:gd name="csY18" fmla="*/ 242875 h 430471"/>
                <a:gd name="csX19" fmla="*/ 276487 w 347634"/>
                <a:gd name="csY19" fmla="*/ 247493 h 430471"/>
                <a:gd name="csX20" fmla="*/ 273408 w 347634"/>
                <a:gd name="csY20" fmla="*/ 270554 h 430471"/>
                <a:gd name="csX21" fmla="*/ 254952 w 347634"/>
                <a:gd name="csY21" fmla="*/ 279775 h 430471"/>
                <a:gd name="csX22" fmla="*/ 253412 w 347634"/>
                <a:gd name="csY22" fmla="*/ 308986 h 430471"/>
                <a:gd name="csX23" fmla="*/ 238027 w 347634"/>
                <a:gd name="csY23" fmla="*/ 330508 h 430471"/>
                <a:gd name="csX24" fmla="*/ 264180 w 347634"/>
                <a:gd name="csY24" fmla="*/ 367407 h 430471"/>
                <a:gd name="csX25" fmla="*/ 273408 w 347634"/>
                <a:gd name="csY25" fmla="*/ 390468 h 430471"/>
                <a:gd name="csX26" fmla="*/ 290326 w 347634"/>
                <a:gd name="csY26" fmla="*/ 408918 h 430471"/>
                <a:gd name="csX27" fmla="*/ 250334 w 347634"/>
                <a:gd name="csY27" fmla="*/ 413529 h 430471"/>
                <a:gd name="csX28" fmla="*/ 236488 w 347634"/>
                <a:gd name="csY28" fmla="*/ 430440 h 430471"/>
                <a:gd name="csX29" fmla="*/ 205724 w 347634"/>
                <a:gd name="csY29" fmla="*/ 431979 h 430471"/>
                <a:gd name="csX30" fmla="*/ 190339 w 347634"/>
                <a:gd name="csY30" fmla="*/ 427368 h 430471"/>
                <a:gd name="csX31" fmla="*/ 181111 w 347634"/>
                <a:gd name="csY31" fmla="*/ 431979 h 430471"/>
                <a:gd name="csX32" fmla="*/ 164193 w 347634"/>
                <a:gd name="csY32" fmla="*/ 411990 h 430471"/>
                <a:gd name="csX33" fmla="*/ 153426 w 347634"/>
                <a:gd name="csY33" fmla="*/ 413529 h 430471"/>
                <a:gd name="csX34" fmla="*/ 139580 w 347634"/>
                <a:gd name="csY34" fmla="*/ 408918 h 430471"/>
                <a:gd name="csX35" fmla="*/ 134969 w 347634"/>
                <a:gd name="csY35" fmla="*/ 413529 h 430471"/>
                <a:gd name="csX36" fmla="*/ 124201 w 347634"/>
                <a:gd name="csY36" fmla="*/ 413529 h 430471"/>
                <a:gd name="csX37" fmla="*/ 116054 w 347634"/>
                <a:gd name="csY37" fmla="*/ 399963 h 430471"/>
                <a:gd name="csX38" fmla="*/ 110355 w 347634"/>
                <a:gd name="csY38" fmla="*/ 390468 h 430471"/>
                <a:gd name="csX39" fmla="*/ 87281 w 347634"/>
                <a:gd name="csY39" fmla="*/ 375090 h 430471"/>
                <a:gd name="csX40" fmla="*/ 85749 w 347634"/>
                <a:gd name="csY40" fmla="*/ 359718 h 430471"/>
                <a:gd name="csX41" fmla="*/ 68824 w 347634"/>
                <a:gd name="csY41" fmla="*/ 342807 h 430471"/>
                <a:gd name="csX42" fmla="*/ 58057 w 347634"/>
                <a:gd name="csY42" fmla="*/ 339729 h 430471"/>
                <a:gd name="csX43" fmla="*/ 50367 w 347634"/>
                <a:gd name="csY43" fmla="*/ 327436 h 430471"/>
                <a:gd name="csX44" fmla="*/ 38061 w 347634"/>
                <a:gd name="csY44" fmla="*/ 322818 h 430471"/>
                <a:gd name="csX45" fmla="*/ 39600 w 347634"/>
                <a:gd name="csY45" fmla="*/ 296686 h 430471"/>
                <a:gd name="csX46" fmla="*/ 27293 w 347634"/>
                <a:gd name="csY46" fmla="*/ 279768 h 430471"/>
                <a:gd name="csX47" fmla="*/ 30371 w 347634"/>
                <a:gd name="csY47" fmla="*/ 273625 h 430471"/>
                <a:gd name="csX48" fmla="*/ 28832 w 347634"/>
                <a:gd name="csY48" fmla="*/ 265936 h 430471"/>
                <a:gd name="csX49" fmla="*/ 13454 w 347634"/>
                <a:gd name="csY49" fmla="*/ 255175 h 430471"/>
                <a:gd name="csX50" fmla="*/ 13454 w 347634"/>
                <a:gd name="csY50" fmla="*/ 242875 h 430471"/>
                <a:gd name="csX51" fmla="*/ 2686 w 347634"/>
                <a:gd name="csY51" fmla="*/ 232115 h 430471"/>
                <a:gd name="csX52" fmla="*/ 7297 w 347634"/>
                <a:gd name="csY52" fmla="*/ 224426 h 430471"/>
                <a:gd name="csX53" fmla="*/ 13454 w 347634"/>
                <a:gd name="csY53" fmla="*/ 193676 h 430471"/>
                <a:gd name="csX54" fmla="*/ 18065 w 347634"/>
                <a:gd name="csY54" fmla="*/ 185993 h 430471"/>
                <a:gd name="csX55" fmla="*/ 16532 w 347634"/>
                <a:gd name="csY55" fmla="*/ 170615 h 430471"/>
                <a:gd name="csX56" fmla="*/ 44217 w 347634"/>
                <a:gd name="csY56" fmla="*/ 166004 h 430471"/>
                <a:gd name="csX57" fmla="*/ 44730 w 347634"/>
                <a:gd name="csY57" fmla="*/ 74274 h 430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347634" h="430471">
                  <a:moveTo>
                    <a:pt x="44730" y="74274"/>
                  </a:moveTo>
                  <a:lnTo>
                    <a:pt x="64213" y="70177"/>
                  </a:lnTo>
                  <a:lnTo>
                    <a:pt x="67292" y="23029"/>
                  </a:lnTo>
                  <a:lnTo>
                    <a:pt x="129845" y="28153"/>
                  </a:lnTo>
                  <a:lnTo>
                    <a:pt x="231364" y="23029"/>
                  </a:lnTo>
                  <a:lnTo>
                    <a:pt x="238547" y="30205"/>
                  </a:lnTo>
                  <a:lnTo>
                    <a:pt x="250847" y="33284"/>
                  </a:lnTo>
                  <a:lnTo>
                    <a:pt x="250847" y="18931"/>
                  </a:lnTo>
                  <a:lnTo>
                    <a:pt x="270337" y="13808"/>
                  </a:lnTo>
                  <a:lnTo>
                    <a:pt x="284176" y="1508"/>
                  </a:lnTo>
                  <a:lnTo>
                    <a:pt x="307250" y="19958"/>
                  </a:lnTo>
                  <a:lnTo>
                    <a:pt x="316479" y="36868"/>
                  </a:lnTo>
                  <a:lnTo>
                    <a:pt x="318018" y="73768"/>
                  </a:lnTo>
                  <a:lnTo>
                    <a:pt x="318018" y="89140"/>
                  </a:lnTo>
                  <a:lnTo>
                    <a:pt x="350321" y="119890"/>
                  </a:lnTo>
                  <a:lnTo>
                    <a:pt x="316479" y="139872"/>
                  </a:lnTo>
                  <a:lnTo>
                    <a:pt x="304172" y="162933"/>
                  </a:lnTo>
                  <a:lnTo>
                    <a:pt x="301101" y="199832"/>
                  </a:lnTo>
                  <a:lnTo>
                    <a:pt x="298022" y="242875"/>
                  </a:lnTo>
                  <a:lnTo>
                    <a:pt x="276487" y="247493"/>
                  </a:lnTo>
                  <a:lnTo>
                    <a:pt x="273408" y="270554"/>
                  </a:lnTo>
                  <a:lnTo>
                    <a:pt x="254952" y="279775"/>
                  </a:lnTo>
                  <a:lnTo>
                    <a:pt x="253412" y="308986"/>
                  </a:lnTo>
                  <a:lnTo>
                    <a:pt x="238027" y="330508"/>
                  </a:lnTo>
                  <a:lnTo>
                    <a:pt x="264180" y="367407"/>
                  </a:lnTo>
                  <a:lnTo>
                    <a:pt x="273408" y="390468"/>
                  </a:lnTo>
                  <a:lnTo>
                    <a:pt x="290326" y="408918"/>
                  </a:lnTo>
                  <a:lnTo>
                    <a:pt x="250334" y="413529"/>
                  </a:lnTo>
                  <a:lnTo>
                    <a:pt x="236488" y="430440"/>
                  </a:lnTo>
                  <a:lnTo>
                    <a:pt x="205724" y="431979"/>
                  </a:lnTo>
                  <a:lnTo>
                    <a:pt x="190339" y="427368"/>
                  </a:lnTo>
                  <a:lnTo>
                    <a:pt x="181111" y="431979"/>
                  </a:lnTo>
                  <a:lnTo>
                    <a:pt x="164193" y="411990"/>
                  </a:lnTo>
                  <a:lnTo>
                    <a:pt x="153426" y="413529"/>
                  </a:lnTo>
                  <a:lnTo>
                    <a:pt x="139580" y="408918"/>
                  </a:lnTo>
                  <a:lnTo>
                    <a:pt x="134969" y="413529"/>
                  </a:lnTo>
                  <a:lnTo>
                    <a:pt x="124201" y="413529"/>
                  </a:lnTo>
                  <a:lnTo>
                    <a:pt x="116054" y="399963"/>
                  </a:lnTo>
                  <a:lnTo>
                    <a:pt x="110355" y="390468"/>
                  </a:lnTo>
                  <a:lnTo>
                    <a:pt x="87281" y="375090"/>
                  </a:lnTo>
                  <a:lnTo>
                    <a:pt x="85749" y="359718"/>
                  </a:lnTo>
                  <a:lnTo>
                    <a:pt x="68824" y="342807"/>
                  </a:lnTo>
                  <a:lnTo>
                    <a:pt x="58057" y="339729"/>
                  </a:lnTo>
                  <a:lnTo>
                    <a:pt x="50367" y="327436"/>
                  </a:lnTo>
                  <a:lnTo>
                    <a:pt x="38061" y="322818"/>
                  </a:lnTo>
                  <a:lnTo>
                    <a:pt x="39600" y="296686"/>
                  </a:lnTo>
                  <a:lnTo>
                    <a:pt x="27293" y="279768"/>
                  </a:lnTo>
                  <a:lnTo>
                    <a:pt x="30371" y="273625"/>
                  </a:lnTo>
                  <a:lnTo>
                    <a:pt x="28832" y="265936"/>
                  </a:lnTo>
                  <a:lnTo>
                    <a:pt x="13454" y="255175"/>
                  </a:lnTo>
                  <a:lnTo>
                    <a:pt x="13454" y="242875"/>
                  </a:lnTo>
                  <a:lnTo>
                    <a:pt x="2686" y="232115"/>
                  </a:lnTo>
                  <a:lnTo>
                    <a:pt x="7297" y="224426"/>
                  </a:lnTo>
                  <a:lnTo>
                    <a:pt x="13454" y="193676"/>
                  </a:lnTo>
                  <a:lnTo>
                    <a:pt x="18065" y="185993"/>
                  </a:lnTo>
                  <a:lnTo>
                    <a:pt x="16532" y="170615"/>
                  </a:lnTo>
                  <a:lnTo>
                    <a:pt x="44217" y="166004"/>
                  </a:lnTo>
                  <a:lnTo>
                    <a:pt x="44730" y="742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5" name="Forme libre : forme 383">
              <a:extLst>
                <a:ext uri="{FF2B5EF4-FFF2-40B4-BE49-F238E27FC236}">
                  <a16:creationId xmlns:a16="http://schemas.microsoft.com/office/drawing/2014/main" id="{71FB0EC2-3646-FAED-8998-06F935FCE902}"/>
                </a:ext>
              </a:extLst>
            </p:cNvPr>
            <p:cNvSpPr/>
            <p:nvPr/>
          </p:nvSpPr>
          <p:spPr>
            <a:xfrm>
              <a:off x="6378167" y="4245670"/>
              <a:ext cx="136900" cy="127603"/>
            </a:xfrm>
            <a:custGeom>
              <a:avLst/>
              <a:gdLst>
                <a:gd name="csX0" fmla="*/ 139733 w 136900"/>
                <a:gd name="csY0" fmla="*/ 113692 h 127603"/>
                <a:gd name="csX1" fmla="*/ 132044 w 136900"/>
                <a:gd name="csY1" fmla="*/ 125991 h 127603"/>
                <a:gd name="csX2" fmla="*/ 122816 w 136900"/>
                <a:gd name="csY2" fmla="*/ 129063 h 127603"/>
                <a:gd name="csX3" fmla="*/ 102820 w 136900"/>
                <a:gd name="csY3" fmla="*/ 98320 h 127603"/>
                <a:gd name="csX4" fmla="*/ 78206 w 136900"/>
                <a:gd name="csY4" fmla="*/ 84481 h 127603"/>
                <a:gd name="csX5" fmla="*/ 59749 w 136900"/>
                <a:gd name="csY5" fmla="*/ 76792 h 127603"/>
                <a:gd name="csX6" fmla="*/ 2833 w 136900"/>
                <a:gd name="csY6" fmla="*/ 81402 h 127603"/>
                <a:gd name="csX7" fmla="*/ 5911 w 136900"/>
                <a:gd name="csY7" fmla="*/ 44509 h 127603"/>
                <a:gd name="csX8" fmla="*/ 18218 w 136900"/>
                <a:gd name="csY8" fmla="*/ 21449 h 127603"/>
                <a:gd name="csX9" fmla="*/ 52060 w 136900"/>
                <a:gd name="csY9" fmla="*/ 1460 h 127603"/>
                <a:gd name="csX10" fmla="*/ 59749 w 136900"/>
                <a:gd name="csY10" fmla="*/ 29131 h 127603"/>
                <a:gd name="csX11" fmla="*/ 73595 w 136900"/>
                <a:gd name="csY11" fmla="*/ 58342 h 127603"/>
                <a:gd name="csX12" fmla="*/ 84363 w 136900"/>
                <a:gd name="csY12" fmla="*/ 62959 h 127603"/>
                <a:gd name="csX13" fmla="*/ 112048 w 136900"/>
                <a:gd name="csY13" fmla="*/ 81409 h 127603"/>
                <a:gd name="csX14" fmla="*/ 139733 w 136900"/>
                <a:gd name="csY14" fmla="*/ 113692 h 127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6900" h="127603">
                  <a:moveTo>
                    <a:pt x="139733" y="113692"/>
                  </a:moveTo>
                  <a:lnTo>
                    <a:pt x="132044" y="125991"/>
                  </a:lnTo>
                  <a:lnTo>
                    <a:pt x="122816" y="129063"/>
                  </a:lnTo>
                  <a:lnTo>
                    <a:pt x="102820" y="98320"/>
                  </a:lnTo>
                  <a:lnTo>
                    <a:pt x="78206" y="84481"/>
                  </a:lnTo>
                  <a:lnTo>
                    <a:pt x="59749" y="76792"/>
                  </a:lnTo>
                  <a:lnTo>
                    <a:pt x="2833" y="81402"/>
                  </a:lnTo>
                  <a:lnTo>
                    <a:pt x="5911" y="44509"/>
                  </a:lnTo>
                  <a:lnTo>
                    <a:pt x="18218" y="21449"/>
                  </a:lnTo>
                  <a:lnTo>
                    <a:pt x="52060" y="1460"/>
                  </a:lnTo>
                  <a:lnTo>
                    <a:pt x="59749" y="29131"/>
                  </a:lnTo>
                  <a:lnTo>
                    <a:pt x="73595" y="58342"/>
                  </a:lnTo>
                  <a:lnTo>
                    <a:pt x="84363" y="62959"/>
                  </a:lnTo>
                  <a:lnTo>
                    <a:pt x="112048" y="81409"/>
                  </a:lnTo>
                  <a:lnTo>
                    <a:pt x="139733" y="1136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6" name="Forme libre : forme 384">
              <a:extLst>
                <a:ext uri="{FF2B5EF4-FFF2-40B4-BE49-F238E27FC236}">
                  <a16:creationId xmlns:a16="http://schemas.microsoft.com/office/drawing/2014/main" id="{8AD5BDB6-9383-A424-9F7A-E95492F78930}"/>
                </a:ext>
              </a:extLst>
            </p:cNvPr>
            <p:cNvSpPr/>
            <p:nvPr/>
          </p:nvSpPr>
          <p:spPr>
            <a:xfrm>
              <a:off x="6315101" y="4321009"/>
              <a:ext cx="321481" cy="236757"/>
            </a:xfrm>
            <a:custGeom>
              <a:avLst/>
              <a:gdLst>
                <a:gd name="csX0" fmla="*/ 55124 w 321481"/>
                <a:gd name="csY0" fmla="*/ 215228 h 236757"/>
                <a:gd name="csX1" fmla="*/ 38206 w 321481"/>
                <a:gd name="csY1" fmla="*/ 196778 h 236757"/>
                <a:gd name="csX2" fmla="*/ 28978 w 321481"/>
                <a:gd name="csY2" fmla="*/ 173718 h 236757"/>
                <a:gd name="csX3" fmla="*/ 2825 w 321481"/>
                <a:gd name="csY3" fmla="*/ 136818 h 236757"/>
                <a:gd name="csX4" fmla="*/ 18210 w 321481"/>
                <a:gd name="csY4" fmla="*/ 115296 h 236757"/>
                <a:gd name="csX5" fmla="*/ 19749 w 321481"/>
                <a:gd name="csY5" fmla="*/ 86085 h 236757"/>
                <a:gd name="csX6" fmla="*/ 38206 w 321481"/>
                <a:gd name="csY6" fmla="*/ 76864 h 236757"/>
                <a:gd name="csX7" fmla="*/ 41285 w 321481"/>
                <a:gd name="csY7" fmla="*/ 53803 h 236757"/>
                <a:gd name="csX8" fmla="*/ 62820 w 321481"/>
                <a:gd name="csY8" fmla="*/ 49186 h 236757"/>
                <a:gd name="csX9" fmla="*/ 65898 w 321481"/>
                <a:gd name="csY9" fmla="*/ 6143 h 236757"/>
                <a:gd name="csX10" fmla="*/ 122808 w 321481"/>
                <a:gd name="csY10" fmla="*/ 1532 h 236757"/>
                <a:gd name="csX11" fmla="*/ 141265 w 321481"/>
                <a:gd name="csY11" fmla="*/ 9221 h 236757"/>
                <a:gd name="csX12" fmla="*/ 165878 w 321481"/>
                <a:gd name="csY12" fmla="*/ 23053 h 236757"/>
                <a:gd name="csX13" fmla="*/ 185874 w 321481"/>
                <a:gd name="csY13" fmla="*/ 53803 h 236757"/>
                <a:gd name="csX14" fmla="*/ 182796 w 321481"/>
                <a:gd name="csY14" fmla="*/ 70714 h 236757"/>
                <a:gd name="csX15" fmla="*/ 190485 w 321481"/>
                <a:gd name="csY15" fmla="*/ 79935 h 236757"/>
                <a:gd name="csX16" fmla="*/ 204331 w 321481"/>
                <a:gd name="csY16" fmla="*/ 81475 h 236757"/>
                <a:gd name="csX17" fmla="*/ 205870 w 321481"/>
                <a:gd name="csY17" fmla="*/ 101464 h 236757"/>
                <a:gd name="csX18" fmla="*/ 219716 w 321481"/>
                <a:gd name="csY18" fmla="*/ 116835 h 236757"/>
                <a:gd name="csX19" fmla="*/ 230484 w 321481"/>
                <a:gd name="csY19" fmla="*/ 118375 h 236757"/>
                <a:gd name="csX20" fmla="*/ 255090 w 321481"/>
                <a:gd name="csY20" fmla="*/ 130675 h 236757"/>
                <a:gd name="csX21" fmla="*/ 307389 w 321481"/>
                <a:gd name="csY21" fmla="*/ 138364 h 236757"/>
                <a:gd name="csX22" fmla="*/ 324307 w 321481"/>
                <a:gd name="csY22" fmla="*/ 136824 h 236757"/>
                <a:gd name="csX23" fmla="*/ 318157 w 321481"/>
                <a:gd name="csY23" fmla="*/ 153735 h 236757"/>
                <a:gd name="csX24" fmla="*/ 248940 w 321481"/>
                <a:gd name="csY24" fmla="*/ 206007 h 236757"/>
                <a:gd name="csX25" fmla="*/ 202792 w 321481"/>
                <a:gd name="csY25" fmla="*/ 216767 h 236757"/>
                <a:gd name="csX26" fmla="*/ 185874 w 321481"/>
                <a:gd name="csY26" fmla="*/ 229067 h 236757"/>
                <a:gd name="csX27" fmla="*/ 148954 w 321481"/>
                <a:gd name="csY27" fmla="*/ 225989 h 236757"/>
                <a:gd name="csX28" fmla="*/ 128958 w 321481"/>
                <a:gd name="csY28" fmla="*/ 238289 h 236757"/>
                <a:gd name="csX29" fmla="*/ 105883 w 321481"/>
                <a:gd name="csY29" fmla="*/ 235217 h 236757"/>
                <a:gd name="csX30" fmla="*/ 68970 w 321481"/>
                <a:gd name="csY30" fmla="*/ 218300 h 236757"/>
                <a:gd name="csX31" fmla="*/ 55124 w 321481"/>
                <a:gd name="csY31" fmla="*/ 215228 h 236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21481" h="236757">
                  <a:moveTo>
                    <a:pt x="55124" y="215228"/>
                  </a:moveTo>
                  <a:lnTo>
                    <a:pt x="38206" y="196778"/>
                  </a:lnTo>
                  <a:lnTo>
                    <a:pt x="28978" y="173718"/>
                  </a:lnTo>
                  <a:lnTo>
                    <a:pt x="2825" y="136818"/>
                  </a:lnTo>
                  <a:lnTo>
                    <a:pt x="18210" y="115296"/>
                  </a:lnTo>
                  <a:lnTo>
                    <a:pt x="19749" y="86085"/>
                  </a:lnTo>
                  <a:lnTo>
                    <a:pt x="38206" y="76864"/>
                  </a:lnTo>
                  <a:lnTo>
                    <a:pt x="41285" y="53803"/>
                  </a:lnTo>
                  <a:lnTo>
                    <a:pt x="62820" y="49186"/>
                  </a:lnTo>
                  <a:lnTo>
                    <a:pt x="65898" y="6143"/>
                  </a:lnTo>
                  <a:lnTo>
                    <a:pt x="122808" y="1532"/>
                  </a:lnTo>
                  <a:lnTo>
                    <a:pt x="141265" y="9221"/>
                  </a:lnTo>
                  <a:lnTo>
                    <a:pt x="165878" y="23053"/>
                  </a:lnTo>
                  <a:lnTo>
                    <a:pt x="185874" y="53803"/>
                  </a:lnTo>
                  <a:lnTo>
                    <a:pt x="182796" y="70714"/>
                  </a:lnTo>
                  <a:lnTo>
                    <a:pt x="190485" y="79935"/>
                  </a:lnTo>
                  <a:lnTo>
                    <a:pt x="204331" y="81475"/>
                  </a:lnTo>
                  <a:lnTo>
                    <a:pt x="205870" y="101464"/>
                  </a:lnTo>
                  <a:lnTo>
                    <a:pt x="219716" y="116835"/>
                  </a:lnTo>
                  <a:lnTo>
                    <a:pt x="230484" y="118375"/>
                  </a:lnTo>
                  <a:lnTo>
                    <a:pt x="255090" y="130675"/>
                  </a:lnTo>
                  <a:lnTo>
                    <a:pt x="307389" y="138364"/>
                  </a:lnTo>
                  <a:lnTo>
                    <a:pt x="324307" y="136824"/>
                  </a:lnTo>
                  <a:lnTo>
                    <a:pt x="318157" y="153735"/>
                  </a:lnTo>
                  <a:lnTo>
                    <a:pt x="248940" y="206007"/>
                  </a:lnTo>
                  <a:lnTo>
                    <a:pt x="202792" y="216767"/>
                  </a:lnTo>
                  <a:lnTo>
                    <a:pt x="185874" y="229067"/>
                  </a:lnTo>
                  <a:lnTo>
                    <a:pt x="148954" y="225989"/>
                  </a:lnTo>
                  <a:lnTo>
                    <a:pt x="128958" y="238289"/>
                  </a:lnTo>
                  <a:lnTo>
                    <a:pt x="105883" y="235217"/>
                  </a:lnTo>
                  <a:lnTo>
                    <a:pt x="68970" y="218300"/>
                  </a:lnTo>
                  <a:lnTo>
                    <a:pt x="55124" y="21522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7" name="Forme libre : forme 385">
              <a:extLst>
                <a:ext uri="{FF2B5EF4-FFF2-40B4-BE49-F238E27FC236}">
                  <a16:creationId xmlns:a16="http://schemas.microsoft.com/office/drawing/2014/main" id="{3AE4EBB9-3EC4-B900-E305-FA6611F6E7F2}"/>
                </a:ext>
              </a:extLst>
            </p:cNvPr>
            <p:cNvSpPr/>
            <p:nvPr/>
          </p:nvSpPr>
          <p:spPr>
            <a:xfrm>
              <a:off x="6484441" y="4374820"/>
              <a:ext cx="212136" cy="288057"/>
            </a:xfrm>
            <a:custGeom>
              <a:avLst/>
              <a:gdLst>
                <a:gd name="csX0" fmla="*/ 14985 w 212136"/>
                <a:gd name="csY0" fmla="*/ 289630 h 288057"/>
                <a:gd name="csX1" fmla="*/ 36595 w 212136"/>
                <a:gd name="csY1" fmla="*/ 264462 h 288057"/>
                <a:gd name="csX2" fmla="*/ 47363 w 212136"/>
                <a:gd name="csY2" fmla="*/ 249091 h 288057"/>
                <a:gd name="csX3" fmla="*/ 71976 w 212136"/>
                <a:gd name="csY3" fmla="*/ 230641 h 288057"/>
                <a:gd name="csX4" fmla="*/ 98129 w 212136"/>
                <a:gd name="csY4" fmla="*/ 210659 h 288057"/>
                <a:gd name="csX5" fmla="*/ 118125 w 212136"/>
                <a:gd name="csY5" fmla="*/ 201430 h 288057"/>
                <a:gd name="csX6" fmla="*/ 135043 w 212136"/>
                <a:gd name="csY6" fmla="*/ 181448 h 288057"/>
                <a:gd name="csX7" fmla="*/ 156578 w 212136"/>
                <a:gd name="csY7" fmla="*/ 150698 h 288057"/>
                <a:gd name="csX8" fmla="*/ 164267 w 212136"/>
                <a:gd name="csY8" fmla="*/ 136859 h 288057"/>
                <a:gd name="csX9" fmla="*/ 173502 w 212136"/>
                <a:gd name="csY9" fmla="*/ 119948 h 288057"/>
                <a:gd name="csX10" fmla="*/ 178113 w 212136"/>
                <a:gd name="csY10" fmla="*/ 107648 h 288057"/>
                <a:gd name="csX11" fmla="*/ 205805 w 212136"/>
                <a:gd name="csY11" fmla="*/ 70755 h 288057"/>
                <a:gd name="csX12" fmla="*/ 211955 w 212136"/>
                <a:gd name="csY12" fmla="*/ 46155 h 288057"/>
                <a:gd name="csX13" fmla="*/ 215034 w 212136"/>
                <a:gd name="csY13" fmla="*/ 9255 h 288057"/>
                <a:gd name="csX14" fmla="*/ 208877 w 212136"/>
                <a:gd name="csY14" fmla="*/ 1573 h 288057"/>
                <a:gd name="csX15" fmla="*/ 202727 w 212136"/>
                <a:gd name="csY15" fmla="*/ 1573 h 288057"/>
                <a:gd name="csX16" fmla="*/ 190420 w 212136"/>
                <a:gd name="csY16" fmla="*/ 9255 h 288057"/>
                <a:gd name="csX17" fmla="*/ 161196 w 212136"/>
                <a:gd name="csY17" fmla="*/ 16945 h 288057"/>
                <a:gd name="csX18" fmla="*/ 155046 w 212136"/>
                <a:gd name="csY18" fmla="*/ 21555 h 288057"/>
                <a:gd name="csX19" fmla="*/ 138121 w 212136"/>
                <a:gd name="csY19" fmla="*/ 21555 h 288057"/>
                <a:gd name="csX20" fmla="*/ 121204 w 212136"/>
                <a:gd name="csY20" fmla="*/ 29245 h 288057"/>
                <a:gd name="csX21" fmla="*/ 90440 w 212136"/>
                <a:gd name="csY21" fmla="*/ 35395 h 288057"/>
                <a:gd name="csX22" fmla="*/ 79672 w 212136"/>
                <a:gd name="csY22" fmla="*/ 40005 h 288057"/>
                <a:gd name="csX23" fmla="*/ 65826 w 212136"/>
                <a:gd name="csY23" fmla="*/ 36927 h 288057"/>
                <a:gd name="csX24" fmla="*/ 48909 w 212136"/>
                <a:gd name="csY24" fmla="*/ 20016 h 288057"/>
                <a:gd name="csX25" fmla="*/ 35063 w 212136"/>
                <a:gd name="csY25" fmla="*/ 27705 h 288057"/>
                <a:gd name="csX26" fmla="*/ 36602 w 212136"/>
                <a:gd name="csY26" fmla="*/ 47688 h 288057"/>
                <a:gd name="csX27" fmla="*/ 50448 w 212136"/>
                <a:gd name="csY27" fmla="*/ 63066 h 288057"/>
                <a:gd name="csX28" fmla="*/ 61216 w 212136"/>
                <a:gd name="csY28" fmla="*/ 64598 h 288057"/>
                <a:gd name="csX29" fmla="*/ 85822 w 212136"/>
                <a:gd name="csY29" fmla="*/ 76898 h 288057"/>
                <a:gd name="csX30" fmla="*/ 138121 w 212136"/>
                <a:gd name="csY30" fmla="*/ 84588 h 288057"/>
                <a:gd name="csX31" fmla="*/ 155039 w 212136"/>
                <a:gd name="csY31" fmla="*/ 83048 h 288057"/>
                <a:gd name="csX32" fmla="*/ 148889 w 212136"/>
                <a:gd name="csY32" fmla="*/ 99966 h 288057"/>
                <a:gd name="csX33" fmla="*/ 79672 w 212136"/>
                <a:gd name="csY33" fmla="*/ 152230 h 288057"/>
                <a:gd name="csX34" fmla="*/ 33524 w 212136"/>
                <a:gd name="csY34" fmla="*/ 162998 h 288057"/>
                <a:gd name="csX35" fmla="*/ 16606 w 212136"/>
                <a:gd name="csY35" fmla="*/ 175291 h 288057"/>
                <a:gd name="csX36" fmla="*/ 2897 w 212136"/>
                <a:gd name="csY36" fmla="*/ 186914 h 288057"/>
                <a:gd name="csX37" fmla="*/ 2897 w 212136"/>
                <a:gd name="csY37" fmla="*/ 280826 h 288057"/>
                <a:gd name="csX38" fmla="*/ 14985 w 212136"/>
                <a:gd name="csY38" fmla="*/ 289630 h 2880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12136" h="288057">
                  <a:moveTo>
                    <a:pt x="14985" y="289630"/>
                  </a:moveTo>
                  <a:lnTo>
                    <a:pt x="36595" y="264462"/>
                  </a:lnTo>
                  <a:lnTo>
                    <a:pt x="47363" y="249091"/>
                  </a:lnTo>
                  <a:lnTo>
                    <a:pt x="71976" y="230641"/>
                  </a:lnTo>
                  <a:lnTo>
                    <a:pt x="98129" y="210659"/>
                  </a:lnTo>
                  <a:lnTo>
                    <a:pt x="118125" y="201430"/>
                  </a:lnTo>
                  <a:lnTo>
                    <a:pt x="135043" y="181448"/>
                  </a:lnTo>
                  <a:lnTo>
                    <a:pt x="156578" y="150698"/>
                  </a:lnTo>
                  <a:lnTo>
                    <a:pt x="164267" y="136859"/>
                  </a:lnTo>
                  <a:lnTo>
                    <a:pt x="173502" y="119948"/>
                  </a:lnTo>
                  <a:lnTo>
                    <a:pt x="178113" y="107648"/>
                  </a:lnTo>
                  <a:lnTo>
                    <a:pt x="205805" y="70755"/>
                  </a:lnTo>
                  <a:lnTo>
                    <a:pt x="211955" y="46155"/>
                  </a:lnTo>
                  <a:lnTo>
                    <a:pt x="215034" y="9255"/>
                  </a:lnTo>
                  <a:lnTo>
                    <a:pt x="208877" y="1573"/>
                  </a:lnTo>
                  <a:lnTo>
                    <a:pt x="202727" y="1573"/>
                  </a:lnTo>
                  <a:lnTo>
                    <a:pt x="190420" y="9255"/>
                  </a:lnTo>
                  <a:lnTo>
                    <a:pt x="161196" y="16945"/>
                  </a:lnTo>
                  <a:lnTo>
                    <a:pt x="155046" y="21555"/>
                  </a:lnTo>
                  <a:lnTo>
                    <a:pt x="138121" y="21555"/>
                  </a:lnTo>
                  <a:lnTo>
                    <a:pt x="121204" y="29245"/>
                  </a:lnTo>
                  <a:lnTo>
                    <a:pt x="90440" y="35395"/>
                  </a:lnTo>
                  <a:lnTo>
                    <a:pt x="79672" y="40005"/>
                  </a:lnTo>
                  <a:lnTo>
                    <a:pt x="65826" y="36927"/>
                  </a:lnTo>
                  <a:lnTo>
                    <a:pt x="48909" y="20016"/>
                  </a:lnTo>
                  <a:lnTo>
                    <a:pt x="35063" y="27705"/>
                  </a:lnTo>
                  <a:lnTo>
                    <a:pt x="36602" y="47688"/>
                  </a:lnTo>
                  <a:lnTo>
                    <a:pt x="50448" y="63066"/>
                  </a:lnTo>
                  <a:lnTo>
                    <a:pt x="61216" y="64598"/>
                  </a:lnTo>
                  <a:lnTo>
                    <a:pt x="85822" y="76898"/>
                  </a:lnTo>
                  <a:lnTo>
                    <a:pt x="138121" y="84588"/>
                  </a:lnTo>
                  <a:lnTo>
                    <a:pt x="155039" y="83048"/>
                  </a:lnTo>
                  <a:lnTo>
                    <a:pt x="148889" y="99966"/>
                  </a:lnTo>
                  <a:lnTo>
                    <a:pt x="79672" y="152230"/>
                  </a:lnTo>
                  <a:lnTo>
                    <a:pt x="33524" y="162998"/>
                  </a:lnTo>
                  <a:lnTo>
                    <a:pt x="16606" y="175291"/>
                  </a:lnTo>
                  <a:lnTo>
                    <a:pt x="2897" y="186914"/>
                  </a:lnTo>
                  <a:lnTo>
                    <a:pt x="2897" y="280826"/>
                  </a:lnTo>
                  <a:lnTo>
                    <a:pt x="14985" y="2896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8" name="Forme libre : forme 386">
              <a:extLst>
                <a:ext uri="{FF2B5EF4-FFF2-40B4-BE49-F238E27FC236}">
                  <a16:creationId xmlns:a16="http://schemas.microsoft.com/office/drawing/2014/main" id="{0E21D541-D493-9B0B-4D19-33DEB9810181}"/>
                </a:ext>
              </a:extLst>
            </p:cNvPr>
            <p:cNvSpPr/>
            <p:nvPr/>
          </p:nvSpPr>
          <p:spPr>
            <a:xfrm>
              <a:off x="5417313" y="3788034"/>
              <a:ext cx="446075" cy="433542"/>
            </a:xfrm>
            <a:custGeom>
              <a:avLst/>
              <a:gdLst>
                <a:gd name="csX0" fmla="*/ 392035 w 446075"/>
                <a:gd name="csY0" fmla="*/ 163227 h 433542"/>
                <a:gd name="csX1" fmla="*/ 375631 w 446075"/>
                <a:gd name="csY1" fmla="*/ 124282 h 433542"/>
                <a:gd name="csX2" fmla="*/ 364350 w 446075"/>
                <a:gd name="csY2" fmla="*/ 110956 h 433542"/>
                <a:gd name="csX3" fmla="*/ 347939 w 446075"/>
                <a:gd name="csY3" fmla="*/ 92506 h 433542"/>
                <a:gd name="csX4" fmla="*/ 347939 w 446075"/>
                <a:gd name="csY4" fmla="*/ 78154 h 433542"/>
                <a:gd name="csX5" fmla="*/ 364350 w 446075"/>
                <a:gd name="csY5" fmla="*/ 54580 h 433542"/>
                <a:gd name="csX6" fmla="*/ 366402 w 446075"/>
                <a:gd name="csY6" fmla="*/ 36137 h 433542"/>
                <a:gd name="csX7" fmla="*/ 363324 w 446075"/>
                <a:gd name="csY7" fmla="*/ 28961 h 433542"/>
                <a:gd name="csX8" fmla="*/ 362298 w 446075"/>
                <a:gd name="csY8" fmla="*/ 6413 h 433542"/>
                <a:gd name="csX9" fmla="*/ 345893 w 446075"/>
                <a:gd name="csY9" fmla="*/ 1289 h 433542"/>
                <a:gd name="csX10" fmla="*/ 321280 w 446075"/>
                <a:gd name="csY10" fmla="*/ 5387 h 433542"/>
                <a:gd name="csX11" fmla="*/ 305894 w 446075"/>
                <a:gd name="csY11" fmla="*/ 7439 h 433542"/>
                <a:gd name="csX12" fmla="*/ 291542 w 446075"/>
                <a:gd name="csY12" fmla="*/ 7439 h 433542"/>
                <a:gd name="csX13" fmla="*/ 281288 w 446075"/>
                <a:gd name="csY13" fmla="*/ 5387 h 433542"/>
                <a:gd name="csX14" fmla="*/ 256674 w 446075"/>
                <a:gd name="csY14" fmla="*/ 7432 h 433542"/>
                <a:gd name="csX15" fmla="*/ 246420 w 446075"/>
                <a:gd name="csY15" fmla="*/ 12563 h 433542"/>
                <a:gd name="csX16" fmla="*/ 224884 w 446075"/>
                <a:gd name="csY16" fmla="*/ 13582 h 433542"/>
                <a:gd name="csX17" fmla="*/ 209506 w 446075"/>
                <a:gd name="csY17" fmla="*/ 18706 h 433542"/>
                <a:gd name="csX18" fmla="*/ 198225 w 446075"/>
                <a:gd name="csY18" fmla="*/ 24856 h 433542"/>
                <a:gd name="csX19" fmla="*/ 182840 w 446075"/>
                <a:gd name="csY19" fmla="*/ 38182 h 433542"/>
                <a:gd name="csX20" fmla="*/ 174638 w 446075"/>
                <a:gd name="csY20" fmla="*/ 41260 h 433542"/>
                <a:gd name="csX21" fmla="*/ 160279 w 446075"/>
                <a:gd name="csY21" fmla="*/ 48430 h 433542"/>
                <a:gd name="csX22" fmla="*/ 152077 w 446075"/>
                <a:gd name="csY22" fmla="*/ 56632 h 433542"/>
                <a:gd name="csX23" fmla="*/ 160279 w 446075"/>
                <a:gd name="csY23" fmla="*/ 98649 h 433542"/>
                <a:gd name="csX24" fmla="*/ 163357 w 446075"/>
                <a:gd name="csY24" fmla="*/ 108903 h 433542"/>
                <a:gd name="csX25" fmla="*/ 155148 w 446075"/>
                <a:gd name="csY25" fmla="*/ 133503 h 433542"/>
                <a:gd name="csX26" fmla="*/ 138744 w 446075"/>
                <a:gd name="csY26" fmla="*/ 136575 h 433542"/>
                <a:gd name="csX27" fmla="*/ 121313 w 446075"/>
                <a:gd name="csY27" fmla="*/ 135549 h 433542"/>
                <a:gd name="csX28" fmla="*/ 116182 w 446075"/>
                <a:gd name="csY28" fmla="*/ 157070 h 433542"/>
                <a:gd name="csX29" fmla="*/ 105928 w 446075"/>
                <a:gd name="csY29" fmla="*/ 159123 h 433542"/>
                <a:gd name="csX30" fmla="*/ 94647 w 446075"/>
                <a:gd name="csY30" fmla="*/ 165273 h 433542"/>
                <a:gd name="csX31" fmla="*/ 86445 w 446075"/>
                <a:gd name="csY31" fmla="*/ 165273 h 433542"/>
                <a:gd name="csX32" fmla="*/ 78243 w 446075"/>
                <a:gd name="csY32" fmla="*/ 174494 h 433542"/>
                <a:gd name="csX33" fmla="*/ 76190 w 446075"/>
                <a:gd name="csY33" fmla="*/ 181670 h 433542"/>
                <a:gd name="csX34" fmla="*/ 22865 w 446075"/>
                <a:gd name="csY34" fmla="*/ 196022 h 433542"/>
                <a:gd name="csX35" fmla="*/ 2356 w 446075"/>
                <a:gd name="csY35" fmla="*/ 211394 h 433542"/>
                <a:gd name="csX36" fmla="*/ 3861 w 446075"/>
                <a:gd name="csY36" fmla="*/ 227942 h 433542"/>
                <a:gd name="csX37" fmla="*/ 6454 w 446075"/>
                <a:gd name="csY37" fmla="*/ 243163 h 433542"/>
                <a:gd name="csX38" fmla="*/ 90973 w 446075"/>
                <a:gd name="csY38" fmla="*/ 304738 h 433542"/>
                <a:gd name="csX39" fmla="*/ 214623 w 446075"/>
                <a:gd name="csY39" fmla="*/ 393834 h 433542"/>
                <a:gd name="csX40" fmla="*/ 223851 w 446075"/>
                <a:gd name="csY40" fmla="*/ 410232 h 433542"/>
                <a:gd name="csX41" fmla="*/ 239237 w 446075"/>
                <a:gd name="csY41" fmla="*/ 409206 h 433542"/>
                <a:gd name="csX42" fmla="*/ 250517 w 446075"/>
                <a:gd name="csY42" fmla="*/ 412284 h 433542"/>
                <a:gd name="csX43" fmla="*/ 251543 w 446075"/>
                <a:gd name="csY43" fmla="*/ 424584 h 433542"/>
                <a:gd name="csX44" fmla="*/ 252570 w 446075"/>
                <a:gd name="csY44" fmla="*/ 434832 h 433542"/>
                <a:gd name="csX45" fmla="*/ 288751 w 446075"/>
                <a:gd name="csY45" fmla="*/ 431733 h 433542"/>
                <a:gd name="csX46" fmla="*/ 313071 w 446075"/>
                <a:gd name="csY46" fmla="*/ 430734 h 433542"/>
                <a:gd name="csX47" fmla="*/ 448432 w 446075"/>
                <a:gd name="csY47" fmla="*/ 333367 h 433542"/>
                <a:gd name="csX48" fmla="*/ 435106 w 446075"/>
                <a:gd name="csY48" fmla="*/ 306715 h 433542"/>
                <a:gd name="csX49" fmla="*/ 413570 w 446075"/>
                <a:gd name="csY49" fmla="*/ 309794 h 433542"/>
                <a:gd name="csX50" fmla="*/ 394081 w 446075"/>
                <a:gd name="csY50" fmla="*/ 284168 h 433542"/>
                <a:gd name="csX51" fmla="*/ 391009 w 446075"/>
                <a:gd name="csY51" fmla="*/ 260594 h 433542"/>
                <a:gd name="csX52" fmla="*/ 404342 w 446075"/>
                <a:gd name="csY52" fmla="*/ 245222 h 433542"/>
                <a:gd name="csX53" fmla="*/ 404342 w 446075"/>
                <a:gd name="csY53" fmla="*/ 224720 h 433542"/>
                <a:gd name="csX54" fmla="*/ 399211 w 446075"/>
                <a:gd name="csY54" fmla="*/ 210375 h 433542"/>
                <a:gd name="csX55" fmla="*/ 400237 w 446075"/>
                <a:gd name="csY55" fmla="*/ 200120 h 433542"/>
                <a:gd name="csX56" fmla="*/ 392035 w 446075"/>
                <a:gd name="csY56" fmla="*/ 163227 h 4335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446075" h="433542">
                  <a:moveTo>
                    <a:pt x="392035" y="163227"/>
                  </a:moveTo>
                  <a:lnTo>
                    <a:pt x="375631" y="124282"/>
                  </a:lnTo>
                  <a:lnTo>
                    <a:pt x="364350" y="110956"/>
                  </a:lnTo>
                  <a:lnTo>
                    <a:pt x="347939" y="92506"/>
                  </a:lnTo>
                  <a:lnTo>
                    <a:pt x="347939" y="78154"/>
                  </a:lnTo>
                  <a:lnTo>
                    <a:pt x="364350" y="54580"/>
                  </a:lnTo>
                  <a:lnTo>
                    <a:pt x="366402" y="36137"/>
                  </a:lnTo>
                  <a:lnTo>
                    <a:pt x="363324" y="28961"/>
                  </a:lnTo>
                  <a:lnTo>
                    <a:pt x="362298" y="6413"/>
                  </a:lnTo>
                  <a:lnTo>
                    <a:pt x="345893" y="1289"/>
                  </a:lnTo>
                  <a:lnTo>
                    <a:pt x="321280" y="5387"/>
                  </a:lnTo>
                  <a:lnTo>
                    <a:pt x="305894" y="7439"/>
                  </a:lnTo>
                  <a:lnTo>
                    <a:pt x="291542" y="7439"/>
                  </a:lnTo>
                  <a:lnTo>
                    <a:pt x="281288" y="5387"/>
                  </a:lnTo>
                  <a:lnTo>
                    <a:pt x="256674" y="7432"/>
                  </a:lnTo>
                  <a:lnTo>
                    <a:pt x="246420" y="12563"/>
                  </a:lnTo>
                  <a:lnTo>
                    <a:pt x="224884" y="13582"/>
                  </a:lnTo>
                  <a:lnTo>
                    <a:pt x="209506" y="18706"/>
                  </a:lnTo>
                  <a:lnTo>
                    <a:pt x="198225" y="24856"/>
                  </a:lnTo>
                  <a:lnTo>
                    <a:pt x="182840" y="38182"/>
                  </a:lnTo>
                  <a:lnTo>
                    <a:pt x="174638" y="41260"/>
                  </a:lnTo>
                  <a:lnTo>
                    <a:pt x="160279" y="48430"/>
                  </a:lnTo>
                  <a:lnTo>
                    <a:pt x="152077" y="56632"/>
                  </a:lnTo>
                  <a:lnTo>
                    <a:pt x="160279" y="98649"/>
                  </a:lnTo>
                  <a:lnTo>
                    <a:pt x="163357" y="108903"/>
                  </a:lnTo>
                  <a:lnTo>
                    <a:pt x="155148" y="133503"/>
                  </a:lnTo>
                  <a:lnTo>
                    <a:pt x="138744" y="136575"/>
                  </a:lnTo>
                  <a:lnTo>
                    <a:pt x="121313" y="135549"/>
                  </a:lnTo>
                  <a:lnTo>
                    <a:pt x="116182" y="157070"/>
                  </a:lnTo>
                  <a:lnTo>
                    <a:pt x="105928" y="159123"/>
                  </a:lnTo>
                  <a:lnTo>
                    <a:pt x="94647" y="165273"/>
                  </a:lnTo>
                  <a:lnTo>
                    <a:pt x="86445" y="165273"/>
                  </a:lnTo>
                  <a:lnTo>
                    <a:pt x="78243" y="174494"/>
                  </a:lnTo>
                  <a:lnTo>
                    <a:pt x="76190" y="181670"/>
                  </a:lnTo>
                  <a:lnTo>
                    <a:pt x="22865" y="196022"/>
                  </a:lnTo>
                  <a:lnTo>
                    <a:pt x="2356" y="211394"/>
                  </a:lnTo>
                  <a:lnTo>
                    <a:pt x="3861" y="227942"/>
                  </a:lnTo>
                  <a:lnTo>
                    <a:pt x="6454" y="243163"/>
                  </a:lnTo>
                  <a:lnTo>
                    <a:pt x="90973" y="304738"/>
                  </a:lnTo>
                  <a:lnTo>
                    <a:pt x="214623" y="393834"/>
                  </a:lnTo>
                  <a:lnTo>
                    <a:pt x="223851" y="410232"/>
                  </a:lnTo>
                  <a:lnTo>
                    <a:pt x="239237" y="409206"/>
                  </a:lnTo>
                  <a:lnTo>
                    <a:pt x="250517" y="412284"/>
                  </a:lnTo>
                  <a:lnTo>
                    <a:pt x="251543" y="424584"/>
                  </a:lnTo>
                  <a:lnTo>
                    <a:pt x="252570" y="434832"/>
                  </a:lnTo>
                  <a:lnTo>
                    <a:pt x="288751" y="431733"/>
                  </a:lnTo>
                  <a:lnTo>
                    <a:pt x="313071" y="430734"/>
                  </a:lnTo>
                  <a:lnTo>
                    <a:pt x="448432" y="333367"/>
                  </a:lnTo>
                  <a:lnTo>
                    <a:pt x="435106" y="306715"/>
                  </a:lnTo>
                  <a:lnTo>
                    <a:pt x="413570" y="309794"/>
                  </a:lnTo>
                  <a:lnTo>
                    <a:pt x="394081" y="284168"/>
                  </a:lnTo>
                  <a:lnTo>
                    <a:pt x="391009" y="260594"/>
                  </a:lnTo>
                  <a:lnTo>
                    <a:pt x="404342" y="245222"/>
                  </a:lnTo>
                  <a:lnTo>
                    <a:pt x="404342" y="224720"/>
                  </a:lnTo>
                  <a:lnTo>
                    <a:pt x="399211" y="210375"/>
                  </a:lnTo>
                  <a:lnTo>
                    <a:pt x="400237" y="200120"/>
                  </a:lnTo>
                  <a:lnTo>
                    <a:pt x="392035" y="163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09" name="Forme libre : forme 387">
              <a:extLst>
                <a:ext uri="{FF2B5EF4-FFF2-40B4-BE49-F238E27FC236}">
                  <a16:creationId xmlns:a16="http://schemas.microsoft.com/office/drawing/2014/main" id="{2E43F5BA-9CF5-7D2B-17F2-F0D53C9DA76C}"/>
                </a:ext>
              </a:extLst>
            </p:cNvPr>
            <p:cNvSpPr/>
            <p:nvPr/>
          </p:nvSpPr>
          <p:spPr>
            <a:xfrm>
              <a:off x="5607531" y="4120112"/>
              <a:ext cx="344556" cy="260125"/>
            </a:xfrm>
            <a:custGeom>
              <a:avLst/>
              <a:gdLst>
                <a:gd name="csX0" fmla="*/ 258286 w 344556"/>
                <a:gd name="csY0" fmla="*/ 1449 h 260125"/>
                <a:gd name="csX1" fmla="*/ 122925 w 344556"/>
                <a:gd name="csY1" fmla="*/ 98816 h 260125"/>
                <a:gd name="csX2" fmla="*/ 98605 w 344556"/>
                <a:gd name="csY2" fmla="*/ 99815 h 260125"/>
                <a:gd name="csX3" fmla="*/ 70106 w 344556"/>
                <a:gd name="csY3" fmla="*/ 186961 h 260125"/>
                <a:gd name="csX4" fmla="*/ 47039 w 344556"/>
                <a:gd name="csY4" fmla="*/ 190033 h 260125"/>
                <a:gd name="csX5" fmla="*/ 34732 w 344556"/>
                <a:gd name="csY5" fmla="*/ 196183 h 260125"/>
                <a:gd name="csX6" fmla="*/ 2429 w 344556"/>
                <a:gd name="csY6" fmla="*/ 197722 h 260125"/>
                <a:gd name="csX7" fmla="*/ 3968 w 344556"/>
                <a:gd name="csY7" fmla="*/ 213094 h 260125"/>
                <a:gd name="csX8" fmla="*/ 13197 w 344556"/>
                <a:gd name="csY8" fmla="*/ 223854 h 260125"/>
                <a:gd name="csX9" fmla="*/ 23964 w 344556"/>
                <a:gd name="csY9" fmla="*/ 223854 h 260125"/>
                <a:gd name="csX10" fmla="*/ 27036 w 344556"/>
                <a:gd name="csY10" fmla="*/ 239233 h 260125"/>
                <a:gd name="csX11" fmla="*/ 45499 w 344556"/>
                <a:gd name="csY11" fmla="*/ 253065 h 260125"/>
                <a:gd name="csX12" fmla="*/ 49283 w 344556"/>
                <a:gd name="csY12" fmla="*/ 261575 h 260125"/>
                <a:gd name="csX13" fmla="*/ 67226 w 344556"/>
                <a:gd name="csY13" fmla="*/ 259283 h 260125"/>
                <a:gd name="csX14" fmla="*/ 74724 w 344556"/>
                <a:gd name="csY14" fmla="*/ 257676 h 260125"/>
                <a:gd name="csX15" fmla="*/ 85491 w 344556"/>
                <a:gd name="csY15" fmla="*/ 230004 h 260125"/>
                <a:gd name="csX16" fmla="*/ 100877 w 344556"/>
                <a:gd name="csY16" fmla="*/ 217704 h 260125"/>
                <a:gd name="csX17" fmla="*/ 134712 w 344556"/>
                <a:gd name="csY17" fmla="*/ 220783 h 260125"/>
                <a:gd name="csX18" fmla="*/ 151629 w 344556"/>
                <a:gd name="csY18" fmla="*/ 239233 h 260125"/>
                <a:gd name="csX19" fmla="*/ 173165 w 344556"/>
                <a:gd name="csY19" fmla="*/ 239233 h 260125"/>
                <a:gd name="csX20" fmla="*/ 191628 w 344556"/>
                <a:gd name="csY20" fmla="*/ 243844 h 260125"/>
                <a:gd name="csX21" fmla="*/ 207007 w 344556"/>
                <a:gd name="csY21" fmla="*/ 240772 h 260125"/>
                <a:gd name="csX22" fmla="*/ 217774 w 344556"/>
                <a:gd name="csY22" fmla="*/ 226933 h 260125"/>
                <a:gd name="csX23" fmla="*/ 259305 w 344556"/>
                <a:gd name="csY23" fmla="*/ 234622 h 260125"/>
                <a:gd name="csX24" fmla="*/ 291608 w 344556"/>
                <a:gd name="csY24" fmla="*/ 222322 h 260125"/>
                <a:gd name="csX25" fmla="*/ 296226 w 344556"/>
                <a:gd name="csY25" fmla="*/ 194651 h 260125"/>
                <a:gd name="csX26" fmla="*/ 334679 w 344556"/>
                <a:gd name="csY26" fmla="*/ 151601 h 260125"/>
                <a:gd name="csX27" fmla="*/ 336218 w 344556"/>
                <a:gd name="csY27" fmla="*/ 90108 h 260125"/>
                <a:gd name="csX28" fmla="*/ 346985 w 344556"/>
                <a:gd name="csY28" fmla="*/ 71658 h 260125"/>
                <a:gd name="csX29" fmla="*/ 328529 w 344556"/>
                <a:gd name="csY29" fmla="*/ 48597 h 260125"/>
                <a:gd name="csX30" fmla="*/ 318787 w 344556"/>
                <a:gd name="csY30" fmla="*/ 17847 h 260125"/>
                <a:gd name="csX31" fmla="*/ 258286 w 344556"/>
                <a:gd name="csY31" fmla="*/ 1449 h 2601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344556" h="260125">
                  <a:moveTo>
                    <a:pt x="258286" y="1449"/>
                  </a:moveTo>
                  <a:lnTo>
                    <a:pt x="122925" y="98816"/>
                  </a:lnTo>
                  <a:lnTo>
                    <a:pt x="98605" y="99815"/>
                  </a:lnTo>
                  <a:lnTo>
                    <a:pt x="70106" y="186961"/>
                  </a:lnTo>
                  <a:lnTo>
                    <a:pt x="47039" y="190033"/>
                  </a:lnTo>
                  <a:lnTo>
                    <a:pt x="34732" y="196183"/>
                  </a:lnTo>
                  <a:lnTo>
                    <a:pt x="2429" y="197722"/>
                  </a:lnTo>
                  <a:lnTo>
                    <a:pt x="3968" y="213094"/>
                  </a:lnTo>
                  <a:lnTo>
                    <a:pt x="13197" y="223854"/>
                  </a:lnTo>
                  <a:lnTo>
                    <a:pt x="23964" y="223854"/>
                  </a:lnTo>
                  <a:lnTo>
                    <a:pt x="27036" y="239233"/>
                  </a:lnTo>
                  <a:lnTo>
                    <a:pt x="45499" y="253065"/>
                  </a:lnTo>
                  <a:lnTo>
                    <a:pt x="49283" y="261575"/>
                  </a:lnTo>
                  <a:lnTo>
                    <a:pt x="67226" y="259283"/>
                  </a:lnTo>
                  <a:lnTo>
                    <a:pt x="74724" y="257676"/>
                  </a:lnTo>
                  <a:lnTo>
                    <a:pt x="85491" y="230004"/>
                  </a:lnTo>
                  <a:lnTo>
                    <a:pt x="100877" y="217704"/>
                  </a:lnTo>
                  <a:lnTo>
                    <a:pt x="134712" y="220783"/>
                  </a:lnTo>
                  <a:lnTo>
                    <a:pt x="151629" y="239233"/>
                  </a:lnTo>
                  <a:lnTo>
                    <a:pt x="173165" y="239233"/>
                  </a:lnTo>
                  <a:lnTo>
                    <a:pt x="191628" y="243844"/>
                  </a:lnTo>
                  <a:lnTo>
                    <a:pt x="207007" y="240772"/>
                  </a:lnTo>
                  <a:lnTo>
                    <a:pt x="217774" y="226933"/>
                  </a:lnTo>
                  <a:lnTo>
                    <a:pt x="259305" y="234622"/>
                  </a:lnTo>
                  <a:lnTo>
                    <a:pt x="291608" y="222322"/>
                  </a:lnTo>
                  <a:lnTo>
                    <a:pt x="296226" y="194651"/>
                  </a:lnTo>
                  <a:lnTo>
                    <a:pt x="334679" y="151601"/>
                  </a:lnTo>
                  <a:lnTo>
                    <a:pt x="336218" y="90108"/>
                  </a:lnTo>
                  <a:lnTo>
                    <a:pt x="346985" y="71658"/>
                  </a:lnTo>
                  <a:lnTo>
                    <a:pt x="328529" y="48597"/>
                  </a:lnTo>
                  <a:lnTo>
                    <a:pt x="318787" y="17847"/>
                  </a:lnTo>
                  <a:lnTo>
                    <a:pt x="258286" y="1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0" name="Forme libre : forme 388">
              <a:extLst>
                <a:ext uri="{FF2B5EF4-FFF2-40B4-BE49-F238E27FC236}">
                  <a16:creationId xmlns:a16="http://schemas.microsoft.com/office/drawing/2014/main" id="{E02DF939-DE84-7A58-E9D9-4295BFF1D814}"/>
                </a:ext>
              </a:extLst>
            </p:cNvPr>
            <p:cNvSpPr/>
            <p:nvPr/>
          </p:nvSpPr>
          <p:spPr>
            <a:xfrm>
              <a:off x="5762895" y="3781884"/>
              <a:ext cx="88193" cy="168088"/>
            </a:xfrm>
            <a:custGeom>
              <a:avLst/>
              <a:gdLst>
                <a:gd name="csX0" fmla="*/ 16788 w 88193"/>
                <a:gd name="csY0" fmla="*/ 12481 h 168088"/>
                <a:gd name="csX1" fmla="*/ 17814 w 88193"/>
                <a:gd name="csY1" fmla="*/ 35029 h 168088"/>
                <a:gd name="csX2" fmla="*/ 20886 w 88193"/>
                <a:gd name="csY2" fmla="*/ 42205 h 168088"/>
                <a:gd name="csX3" fmla="*/ 18840 w 88193"/>
                <a:gd name="csY3" fmla="*/ 60655 h 168088"/>
                <a:gd name="csX4" fmla="*/ 2429 w 88193"/>
                <a:gd name="csY4" fmla="*/ 84228 h 168088"/>
                <a:gd name="csX5" fmla="*/ 2429 w 88193"/>
                <a:gd name="csY5" fmla="*/ 98574 h 168088"/>
                <a:gd name="csX6" fmla="*/ 18834 w 88193"/>
                <a:gd name="csY6" fmla="*/ 117024 h 168088"/>
                <a:gd name="csX7" fmla="*/ 30121 w 88193"/>
                <a:gd name="csY7" fmla="*/ 130350 h 168088"/>
                <a:gd name="csX8" fmla="*/ 46526 w 88193"/>
                <a:gd name="csY8" fmla="*/ 169295 h 168088"/>
                <a:gd name="csX9" fmla="*/ 53702 w 88193"/>
                <a:gd name="csY9" fmla="*/ 169295 h 168088"/>
                <a:gd name="csX10" fmla="*/ 64982 w 88193"/>
                <a:gd name="csY10" fmla="*/ 160074 h 168088"/>
                <a:gd name="csX11" fmla="*/ 66009 w 88193"/>
                <a:gd name="csY11" fmla="*/ 135474 h 168088"/>
                <a:gd name="csX12" fmla="*/ 81394 w 88193"/>
                <a:gd name="csY12" fmla="*/ 133421 h 168088"/>
                <a:gd name="csX13" fmla="*/ 90622 w 88193"/>
                <a:gd name="csY13" fmla="*/ 125226 h 168088"/>
                <a:gd name="csX14" fmla="*/ 89596 w 88193"/>
                <a:gd name="csY14" fmla="*/ 106516 h 168088"/>
                <a:gd name="csX15" fmla="*/ 73185 w 88193"/>
                <a:gd name="csY15" fmla="*/ 99087 h 168088"/>
                <a:gd name="csX16" fmla="*/ 63956 w 88193"/>
                <a:gd name="csY16" fmla="*/ 91404 h 168088"/>
                <a:gd name="csX17" fmla="*/ 60885 w 88193"/>
                <a:gd name="csY17" fmla="*/ 77565 h 168088"/>
                <a:gd name="csX18" fmla="*/ 79341 w 88193"/>
                <a:gd name="csY18" fmla="*/ 62194 h 168088"/>
                <a:gd name="csX19" fmla="*/ 79341 w 88193"/>
                <a:gd name="csY19" fmla="*/ 46815 h 168088"/>
                <a:gd name="csX20" fmla="*/ 70113 w 88193"/>
                <a:gd name="csY20" fmla="*/ 32983 h 168088"/>
                <a:gd name="csX21" fmla="*/ 70113 w 88193"/>
                <a:gd name="csY21" fmla="*/ 22222 h 168088"/>
                <a:gd name="csX22" fmla="*/ 78315 w 88193"/>
                <a:gd name="csY22" fmla="*/ 13507 h 168088"/>
                <a:gd name="csX23" fmla="*/ 74218 w 88193"/>
                <a:gd name="csY23" fmla="*/ 7357 h 168088"/>
                <a:gd name="csX24" fmla="*/ 63956 w 88193"/>
                <a:gd name="csY24" fmla="*/ 7357 h 168088"/>
                <a:gd name="csX25" fmla="*/ 56780 w 88193"/>
                <a:gd name="csY25" fmla="*/ 1207 h 168088"/>
                <a:gd name="csX26" fmla="*/ 41402 w 88193"/>
                <a:gd name="csY26" fmla="*/ 3259 h 168088"/>
                <a:gd name="csX27" fmla="*/ 33193 w 88193"/>
                <a:gd name="csY27" fmla="*/ 10429 h 168088"/>
                <a:gd name="csX28" fmla="*/ 16788 w 88193"/>
                <a:gd name="csY28" fmla="*/ 12481 h 168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88193" h="168088">
                  <a:moveTo>
                    <a:pt x="16788" y="12481"/>
                  </a:moveTo>
                  <a:lnTo>
                    <a:pt x="17814" y="35029"/>
                  </a:lnTo>
                  <a:lnTo>
                    <a:pt x="20886" y="42205"/>
                  </a:lnTo>
                  <a:lnTo>
                    <a:pt x="18840" y="60655"/>
                  </a:lnTo>
                  <a:lnTo>
                    <a:pt x="2429" y="84228"/>
                  </a:lnTo>
                  <a:lnTo>
                    <a:pt x="2429" y="98574"/>
                  </a:lnTo>
                  <a:lnTo>
                    <a:pt x="18834" y="117024"/>
                  </a:lnTo>
                  <a:lnTo>
                    <a:pt x="30121" y="130350"/>
                  </a:lnTo>
                  <a:lnTo>
                    <a:pt x="46526" y="169295"/>
                  </a:lnTo>
                  <a:lnTo>
                    <a:pt x="53702" y="169295"/>
                  </a:lnTo>
                  <a:lnTo>
                    <a:pt x="64982" y="160074"/>
                  </a:lnTo>
                  <a:lnTo>
                    <a:pt x="66009" y="135474"/>
                  </a:lnTo>
                  <a:lnTo>
                    <a:pt x="81394" y="133421"/>
                  </a:lnTo>
                  <a:lnTo>
                    <a:pt x="90622" y="125226"/>
                  </a:lnTo>
                  <a:lnTo>
                    <a:pt x="89596" y="106516"/>
                  </a:lnTo>
                  <a:lnTo>
                    <a:pt x="73185" y="99087"/>
                  </a:lnTo>
                  <a:lnTo>
                    <a:pt x="63956" y="91404"/>
                  </a:lnTo>
                  <a:lnTo>
                    <a:pt x="60885" y="77565"/>
                  </a:lnTo>
                  <a:lnTo>
                    <a:pt x="79341" y="62194"/>
                  </a:lnTo>
                  <a:lnTo>
                    <a:pt x="79341" y="46815"/>
                  </a:lnTo>
                  <a:lnTo>
                    <a:pt x="70113" y="32983"/>
                  </a:lnTo>
                  <a:lnTo>
                    <a:pt x="70113" y="22222"/>
                  </a:lnTo>
                  <a:lnTo>
                    <a:pt x="78315" y="13507"/>
                  </a:lnTo>
                  <a:lnTo>
                    <a:pt x="74218" y="7357"/>
                  </a:lnTo>
                  <a:lnTo>
                    <a:pt x="63956" y="7357"/>
                  </a:lnTo>
                  <a:lnTo>
                    <a:pt x="56780" y="1207"/>
                  </a:lnTo>
                  <a:lnTo>
                    <a:pt x="41402" y="3259"/>
                  </a:lnTo>
                  <a:lnTo>
                    <a:pt x="33193" y="10429"/>
                  </a:lnTo>
                  <a:lnTo>
                    <a:pt x="16788" y="124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1" name="Forme libre : forme 389">
              <a:extLst>
                <a:ext uri="{FF2B5EF4-FFF2-40B4-BE49-F238E27FC236}">
                  <a16:creationId xmlns:a16="http://schemas.microsoft.com/office/drawing/2014/main" id="{1FDC7224-89E6-3A1D-F100-9CE25876F5C4}"/>
                </a:ext>
              </a:extLst>
            </p:cNvPr>
            <p:cNvSpPr/>
            <p:nvPr/>
          </p:nvSpPr>
          <p:spPr>
            <a:xfrm>
              <a:off x="5351578" y="3820822"/>
              <a:ext cx="226735" cy="193857"/>
            </a:xfrm>
            <a:custGeom>
              <a:avLst/>
              <a:gdLst>
                <a:gd name="csX0" fmla="*/ 2209 w 226735"/>
                <a:gd name="csY0" fmla="*/ 195072 h 193857"/>
                <a:gd name="csX1" fmla="*/ 13592 w 226735"/>
                <a:gd name="csY1" fmla="*/ 185700 h 193857"/>
                <a:gd name="csX2" fmla="*/ 24872 w 226735"/>
                <a:gd name="csY2" fmla="*/ 178523 h 193857"/>
                <a:gd name="csX3" fmla="*/ 38205 w 226735"/>
                <a:gd name="csY3" fmla="*/ 163152 h 193857"/>
                <a:gd name="csX4" fmla="*/ 46408 w 226735"/>
                <a:gd name="csY4" fmla="*/ 147774 h 193857"/>
                <a:gd name="csX5" fmla="*/ 45382 w 226735"/>
                <a:gd name="csY5" fmla="*/ 116004 h 193857"/>
                <a:gd name="csX6" fmla="*/ 51538 w 226735"/>
                <a:gd name="csY6" fmla="*/ 99607 h 193857"/>
                <a:gd name="csX7" fmla="*/ 54610 w 226735"/>
                <a:gd name="csY7" fmla="*/ 86281 h 193857"/>
                <a:gd name="csX8" fmla="*/ 57688 w 226735"/>
                <a:gd name="csY8" fmla="*/ 80131 h 193857"/>
                <a:gd name="csX9" fmla="*/ 81276 w 226735"/>
                <a:gd name="csY9" fmla="*/ 62707 h 193857"/>
                <a:gd name="csX10" fmla="*/ 95628 w 226735"/>
                <a:gd name="csY10" fmla="*/ 57583 h 193857"/>
                <a:gd name="csX11" fmla="*/ 108961 w 226735"/>
                <a:gd name="csY11" fmla="*/ 49388 h 193857"/>
                <a:gd name="csX12" fmla="*/ 109987 w 226735"/>
                <a:gd name="csY12" fmla="*/ 38114 h 193857"/>
                <a:gd name="csX13" fmla="*/ 126398 w 226735"/>
                <a:gd name="csY13" fmla="*/ 19664 h 193857"/>
                <a:gd name="csX14" fmla="*/ 126398 w 226735"/>
                <a:gd name="csY14" fmla="*/ 8390 h 193857"/>
                <a:gd name="csX15" fmla="*/ 136653 w 226735"/>
                <a:gd name="csY15" fmla="*/ 1214 h 193857"/>
                <a:gd name="csX16" fmla="*/ 143829 w 226735"/>
                <a:gd name="csY16" fmla="*/ 5312 h 193857"/>
                <a:gd name="csX17" fmla="*/ 144855 w 226735"/>
                <a:gd name="csY17" fmla="*/ 10435 h 193857"/>
                <a:gd name="csX18" fmla="*/ 153058 w 226735"/>
                <a:gd name="csY18" fmla="*/ 13514 h 193857"/>
                <a:gd name="csX19" fmla="*/ 158181 w 226735"/>
                <a:gd name="csY19" fmla="*/ 17611 h 193857"/>
                <a:gd name="csX20" fmla="*/ 173567 w 226735"/>
                <a:gd name="csY20" fmla="*/ 19664 h 193857"/>
                <a:gd name="csX21" fmla="*/ 196128 w 226735"/>
                <a:gd name="csY21" fmla="*/ 18638 h 193857"/>
                <a:gd name="csX22" fmla="*/ 203304 w 226735"/>
                <a:gd name="csY22" fmla="*/ 21709 h 193857"/>
                <a:gd name="csX23" fmla="*/ 217663 w 226735"/>
                <a:gd name="csY23" fmla="*/ 23761 h 193857"/>
                <a:gd name="csX24" fmla="*/ 225865 w 226735"/>
                <a:gd name="csY24" fmla="*/ 65785 h 193857"/>
                <a:gd name="csX25" fmla="*/ 228944 w 226735"/>
                <a:gd name="csY25" fmla="*/ 76033 h 193857"/>
                <a:gd name="csX26" fmla="*/ 220735 w 226735"/>
                <a:gd name="csY26" fmla="*/ 100633 h 193857"/>
                <a:gd name="csX27" fmla="*/ 204330 w 226735"/>
                <a:gd name="csY27" fmla="*/ 103704 h 193857"/>
                <a:gd name="csX28" fmla="*/ 186899 w 226735"/>
                <a:gd name="csY28" fmla="*/ 102685 h 193857"/>
                <a:gd name="csX29" fmla="*/ 181769 w 226735"/>
                <a:gd name="csY29" fmla="*/ 124207 h 193857"/>
                <a:gd name="csX30" fmla="*/ 171514 w 226735"/>
                <a:gd name="csY30" fmla="*/ 126259 h 193857"/>
                <a:gd name="csX31" fmla="*/ 160234 w 226735"/>
                <a:gd name="csY31" fmla="*/ 132409 h 193857"/>
                <a:gd name="csX32" fmla="*/ 152031 w 226735"/>
                <a:gd name="csY32" fmla="*/ 132409 h 193857"/>
                <a:gd name="csX33" fmla="*/ 143829 w 226735"/>
                <a:gd name="csY33" fmla="*/ 141630 h 193857"/>
                <a:gd name="csX34" fmla="*/ 141777 w 226735"/>
                <a:gd name="csY34" fmla="*/ 148807 h 193857"/>
                <a:gd name="csX35" fmla="*/ 88452 w 226735"/>
                <a:gd name="csY35" fmla="*/ 163152 h 193857"/>
                <a:gd name="csX36" fmla="*/ 67943 w 226735"/>
                <a:gd name="csY36" fmla="*/ 178523 h 193857"/>
                <a:gd name="csX37" fmla="*/ 69448 w 226735"/>
                <a:gd name="csY37" fmla="*/ 195072 h 193857"/>
                <a:gd name="csX38" fmla="*/ 2209 w 226735"/>
                <a:gd name="csY38" fmla="*/ 195072 h 193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26735" h="193857">
                  <a:moveTo>
                    <a:pt x="2209" y="195072"/>
                  </a:moveTo>
                  <a:lnTo>
                    <a:pt x="13592" y="185700"/>
                  </a:lnTo>
                  <a:lnTo>
                    <a:pt x="24872" y="178523"/>
                  </a:lnTo>
                  <a:lnTo>
                    <a:pt x="38205" y="163152"/>
                  </a:lnTo>
                  <a:lnTo>
                    <a:pt x="46408" y="147774"/>
                  </a:lnTo>
                  <a:lnTo>
                    <a:pt x="45382" y="116004"/>
                  </a:lnTo>
                  <a:lnTo>
                    <a:pt x="51538" y="99607"/>
                  </a:lnTo>
                  <a:lnTo>
                    <a:pt x="54610" y="86281"/>
                  </a:lnTo>
                  <a:lnTo>
                    <a:pt x="57688" y="80131"/>
                  </a:lnTo>
                  <a:lnTo>
                    <a:pt x="81276" y="62707"/>
                  </a:lnTo>
                  <a:lnTo>
                    <a:pt x="95628" y="57583"/>
                  </a:lnTo>
                  <a:lnTo>
                    <a:pt x="108961" y="49388"/>
                  </a:lnTo>
                  <a:lnTo>
                    <a:pt x="109987" y="38114"/>
                  </a:lnTo>
                  <a:lnTo>
                    <a:pt x="126398" y="19664"/>
                  </a:lnTo>
                  <a:lnTo>
                    <a:pt x="126398" y="8390"/>
                  </a:lnTo>
                  <a:lnTo>
                    <a:pt x="136653" y="1214"/>
                  </a:lnTo>
                  <a:lnTo>
                    <a:pt x="143829" y="5312"/>
                  </a:lnTo>
                  <a:lnTo>
                    <a:pt x="144855" y="10435"/>
                  </a:lnTo>
                  <a:lnTo>
                    <a:pt x="153058" y="13514"/>
                  </a:lnTo>
                  <a:lnTo>
                    <a:pt x="158181" y="17611"/>
                  </a:lnTo>
                  <a:lnTo>
                    <a:pt x="173567" y="19664"/>
                  </a:lnTo>
                  <a:lnTo>
                    <a:pt x="196128" y="18638"/>
                  </a:lnTo>
                  <a:lnTo>
                    <a:pt x="203304" y="21709"/>
                  </a:lnTo>
                  <a:lnTo>
                    <a:pt x="217663" y="23761"/>
                  </a:lnTo>
                  <a:lnTo>
                    <a:pt x="225865" y="65785"/>
                  </a:lnTo>
                  <a:lnTo>
                    <a:pt x="228944" y="76033"/>
                  </a:lnTo>
                  <a:lnTo>
                    <a:pt x="220735" y="100633"/>
                  </a:lnTo>
                  <a:lnTo>
                    <a:pt x="204330" y="103704"/>
                  </a:lnTo>
                  <a:lnTo>
                    <a:pt x="186899" y="102685"/>
                  </a:lnTo>
                  <a:lnTo>
                    <a:pt x="181769" y="124207"/>
                  </a:lnTo>
                  <a:lnTo>
                    <a:pt x="171514" y="126259"/>
                  </a:lnTo>
                  <a:lnTo>
                    <a:pt x="160234" y="132409"/>
                  </a:lnTo>
                  <a:lnTo>
                    <a:pt x="152031" y="132409"/>
                  </a:lnTo>
                  <a:lnTo>
                    <a:pt x="143829" y="141630"/>
                  </a:lnTo>
                  <a:lnTo>
                    <a:pt x="141777" y="148807"/>
                  </a:lnTo>
                  <a:lnTo>
                    <a:pt x="88452" y="163152"/>
                  </a:lnTo>
                  <a:lnTo>
                    <a:pt x="67943" y="178523"/>
                  </a:lnTo>
                  <a:lnTo>
                    <a:pt x="69448" y="195072"/>
                  </a:lnTo>
                  <a:lnTo>
                    <a:pt x="2209" y="195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2" name="Forme libre : forme 390">
              <a:extLst>
                <a:ext uri="{FF2B5EF4-FFF2-40B4-BE49-F238E27FC236}">
                  <a16:creationId xmlns:a16="http://schemas.microsoft.com/office/drawing/2014/main" id="{057AF43B-8184-C6CB-D364-5248AB999230}"/>
                </a:ext>
              </a:extLst>
            </p:cNvPr>
            <p:cNvSpPr/>
            <p:nvPr/>
          </p:nvSpPr>
          <p:spPr>
            <a:xfrm>
              <a:off x="5244511" y="4337680"/>
              <a:ext cx="66534" cy="19989"/>
            </a:xfrm>
            <a:custGeom>
              <a:avLst/>
              <a:gdLst>
                <a:gd name="csX0" fmla="*/ 2106 w 66534"/>
                <a:gd name="csY0" fmla="*/ 20157 h 19989"/>
                <a:gd name="csX1" fmla="*/ 5185 w 66534"/>
                <a:gd name="csY1" fmla="*/ 9397 h 19989"/>
                <a:gd name="csX2" fmla="*/ 2496 w 66534"/>
                <a:gd name="csY2" fmla="*/ 4567 h 19989"/>
                <a:gd name="csX3" fmla="*/ 42495 w 66534"/>
                <a:gd name="csY3" fmla="*/ 1489 h 19989"/>
                <a:gd name="csX4" fmla="*/ 60952 w 66534"/>
                <a:gd name="csY4" fmla="*/ 6106 h 19989"/>
                <a:gd name="csX5" fmla="*/ 68641 w 66534"/>
                <a:gd name="csY5" fmla="*/ 16867 h 19989"/>
                <a:gd name="csX6" fmla="*/ 59413 w 66534"/>
                <a:gd name="csY6" fmla="*/ 21478 h 19989"/>
                <a:gd name="csX7" fmla="*/ 37877 w 66534"/>
                <a:gd name="csY7" fmla="*/ 16867 h 19989"/>
                <a:gd name="csX8" fmla="*/ 2106 w 66534"/>
                <a:gd name="csY8" fmla="*/ 20157 h 19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6534" h="19989">
                  <a:moveTo>
                    <a:pt x="2106" y="20157"/>
                  </a:moveTo>
                  <a:lnTo>
                    <a:pt x="5185" y="9397"/>
                  </a:lnTo>
                  <a:lnTo>
                    <a:pt x="2496" y="4567"/>
                  </a:lnTo>
                  <a:lnTo>
                    <a:pt x="42495" y="1489"/>
                  </a:lnTo>
                  <a:lnTo>
                    <a:pt x="60952" y="6106"/>
                  </a:lnTo>
                  <a:lnTo>
                    <a:pt x="68641" y="16867"/>
                  </a:lnTo>
                  <a:lnTo>
                    <a:pt x="59413" y="21478"/>
                  </a:lnTo>
                  <a:lnTo>
                    <a:pt x="37877" y="16867"/>
                  </a:lnTo>
                  <a:lnTo>
                    <a:pt x="2106" y="201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3" name="Forme libre : forme 391">
              <a:extLst>
                <a:ext uri="{FF2B5EF4-FFF2-40B4-BE49-F238E27FC236}">
                  <a16:creationId xmlns:a16="http://schemas.microsoft.com/office/drawing/2014/main" id="{4FF17725-A366-DF21-3EBA-D12C3E578443}"/>
                </a:ext>
              </a:extLst>
            </p:cNvPr>
            <p:cNvSpPr/>
            <p:nvPr/>
          </p:nvSpPr>
          <p:spPr>
            <a:xfrm>
              <a:off x="5236822" y="4268717"/>
              <a:ext cx="123054" cy="107621"/>
            </a:xfrm>
            <a:custGeom>
              <a:avLst/>
              <a:gdLst>
                <a:gd name="csX0" fmla="*/ 6726 w 123054"/>
                <a:gd name="csY0" fmla="*/ 99861 h 107621"/>
                <a:gd name="csX1" fmla="*/ 9804 w 123054"/>
                <a:gd name="csY1" fmla="*/ 89100 h 107621"/>
                <a:gd name="csX2" fmla="*/ 45569 w 123054"/>
                <a:gd name="csY2" fmla="*/ 85810 h 107621"/>
                <a:gd name="csX3" fmla="*/ 67104 w 123054"/>
                <a:gd name="csY3" fmla="*/ 90420 h 107621"/>
                <a:gd name="csX4" fmla="*/ 76339 w 123054"/>
                <a:gd name="csY4" fmla="*/ 85810 h 107621"/>
                <a:gd name="csX5" fmla="*/ 68650 w 123054"/>
                <a:gd name="csY5" fmla="*/ 75049 h 107621"/>
                <a:gd name="csX6" fmla="*/ 50186 w 123054"/>
                <a:gd name="csY6" fmla="*/ 70431 h 107621"/>
                <a:gd name="csX7" fmla="*/ 10194 w 123054"/>
                <a:gd name="csY7" fmla="*/ 73510 h 107621"/>
                <a:gd name="csX8" fmla="*/ 5187 w 123054"/>
                <a:gd name="csY8" fmla="*/ 64500 h 107621"/>
                <a:gd name="csX9" fmla="*/ 2115 w 123054"/>
                <a:gd name="csY9" fmla="*/ 49129 h 107621"/>
                <a:gd name="csX10" fmla="*/ 9804 w 123054"/>
                <a:gd name="csY10" fmla="*/ 35289 h 107621"/>
                <a:gd name="csX11" fmla="*/ 17494 w 123054"/>
                <a:gd name="csY11" fmla="*/ 7618 h 107621"/>
                <a:gd name="csX12" fmla="*/ 32879 w 123054"/>
                <a:gd name="csY12" fmla="*/ 1468 h 107621"/>
                <a:gd name="csX13" fmla="*/ 57486 w 123054"/>
                <a:gd name="csY13" fmla="*/ 4546 h 107621"/>
                <a:gd name="csX14" fmla="*/ 74410 w 123054"/>
                <a:gd name="csY14" fmla="*/ 16846 h 107621"/>
                <a:gd name="csX15" fmla="*/ 83638 w 123054"/>
                <a:gd name="csY15" fmla="*/ 29140 h 107621"/>
                <a:gd name="csX16" fmla="*/ 106713 w 123054"/>
                <a:gd name="csY16" fmla="*/ 49129 h 107621"/>
                <a:gd name="csX17" fmla="*/ 111324 w 123054"/>
                <a:gd name="csY17" fmla="*/ 82950 h 107621"/>
                <a:gd name="csX18" fmla="*/ 125170 w 123054"/>
                <a:gd name="csY18" fmla="*/ 93711 h 107621"/>
                <a:gd name="csX19" fmla="*/ 125170 w 123054"/>
                <a:gd name="csY19" fmla="*/ 109089 h 107621"/>
                <a:gd name="csX20" fmla="*/ 92867 w 123054"/>
                <a:gd name="csY20" fmla="*/ 101400 h 107621"/>
                <a:gd name="csX21" fmla="*/ 72871 w 123054"/>
                <a:gd name="csY21" fmla="*/ 102939 h 107621"/>
                <a:gd name="csX22" fmla="*/ 40568 w 123054"/>
                <a:gd name="csY22" fmla="*/ 99861 h 107621"/>
                <a:gd name="csX23" fmla="*/ 14415 w 123054"/>
                <a:gd name="csY23" fmla="*/ 109089 h 107621"/>
                <a:gd name="csX24" fmla="*/ 6726 w 123054"/>
                <a:gd name="csY24" fmla="*/ 99861 h 107621"/>
                <a:gd name="csX25" fmla="*/ 9804 w 123054"/>
                <a:gd name="csY25" fmla="*/ 89100 h 107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3054" h="107621">
                  <a:moveTo>
                    <a:pt x="6726" y="99861"/>
                  </a:moveTo>
                  <a:lnTo>
                    <a:pt x="9804" y="89100"/>
                  </a:lnTo>
                  <a:lnTo>
                    <a:pt x="45569" y="85810"/>
                  </a:lnTo>
                  <a:lnTo>
                    <a:pt x="67104" y="90420"/>
                  </a:lnTo>
                  <a:lnTo>
                    <a:pt x="76339" y="85810"/>
                  </a:lnTo>
                  <a:lnTo>
                    <a:pt x="68650" y="75049"/>
                  </a:lnTo>
                  <a:lnTo>
                    <a:pt x="50186" y="70431"/>
                  </a:lnTo>
                  <a:lnTo>
                    <a:pt x="10194" y="73510"/>
                  </a:lnTo>
                  <a:lnTo>
                    <a:pt x="5187" y="64500"/>
                  </a:lnTo>
                  <a:lnTo>
                    <a:pt x="2115" y="49129"/>
                  </a:lnTo>
                  <a:lnTo>
                    <a:pt x="9804" y="35289"/>
                  </a:lnTo>
                  <a:lnTo>
                    <a:pt x="17494" y="7618"/>
                  </a:lnTo>
                  <a:lnTo>
                    <a:pt x="32879" y="1468"/>
                  </a:lnTo>
                  <a:cubicBezTo>
                    <a:pt x="32879" y="1468"/>
                    <a:pt x="52875" y="3007"/>
                    <a:pt x="57486" y="4546"/>
                  </a:cubicBezTo>
                  <a:cubicBezTo>
                    <a:pt x="62103" y="6079"/>
                    <a:pt x="74410" y="16846"/>
                    <a:pt x="74410" y="16846"/>
                  </a:cubicBezTo>
                  <a:lnTo>
                    <a:pt x="83638" y="29140"/>
                  </a:lnTo>
                  <a:lnTo>
                    <a:pt x="106713" y="49129"/>
                  </a:lnTo>
                  <a:lnTo>
                    <a:pt x="111324" y="82950"/>
                  </a:lnTo>
                  <a:lnTo>
                    <a:pt x="125170" y="93711"/>
                  </a:lnTo>
                  <a:lnTo>
                    <a:pt x="125170" y="109089"/>
                  </a:lnTo>
                  <a:lnTo>
                    <a:pt x="92867" y="101400"/>
                  </a:lnTo>
                  <a:lnTo>
                    <a:pt x="72871" y="102939"/>
                  </a:lnTo>
                  <a:lnTo>
                    <a:pt x="40568" y="99861"/>
                  </a:lnTo>
                  <a:lnTo>
                    <a:pt x="14415" y="109089"/>
                  </a:lnTo>
                  <a:lnTo>
                    <a:pt x="6726" y="99861"/>
                  </a:lnTo>
                  <a:lnTo>
                    <a:pt x="9804" y="89100"/>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4" name="Forme libre : forme 392">
              <a:extLst>
                <a:ext uri="{FF2B5EF4-FFF2-40B4-BE49-F238E27FC236}">
                  <a16:creationId xmlns:a16="http://schemas.microsoft.com/office/drawing/2014/main" id="{0BE093D2-4860-38D2-9491-96949A5C9E40}"/>
                </a:ext>
              </a:extLst>
            </p:cNvPr>
            <p:cNvSpPr/>
            <p:nvPr/>
          </p:nvSpPr>
          <p:spPr>
            <a:xfrm>
              <a:off x="5234660" y="4029908"/>
              <a:ext cx="271269" cy="286469"/>
            </a:xfrm>
            <a:custGeom>
              <a:avLst/>
              <a:gdLst>
                <a:gd name="csX0" fmla="*/ 188925 w 271269"/>
                <a:gd name="csY0" fmla="*/ 1404 h 286469"/>
                <a:gd name="csX1" fmla="*/ 184820 w 271269"/>
                <a:gd name="csY1" fmla="*/ 32154 h 286469"/>
                <a:gd name="csX2" fmla="*/ 113039 w 271269"/>
                <a:gd name="csY2" fmla="*/ 32154 h 286469"/>
                <a:gd name="csX3" fmla="*/ 116117 w 271269"/>
                <a:gd name="csY3" fmla="*/ 93647 h 286469"/>
                <a:gd name="csX4" fmla="*/ 97654 w 271269"/>
                <a:gd name="csY4" fmla="*/ 94673 h 286469"/>
                <a:gd name="csX5" fmla="*/ 89451 w 271269"/>
                <a:gd name="csY5" fmla="*/ 115169 h 286469"/>
                <a:gd name="csX6" fmla="*/ 90477 w 271269"/>
                <a:gd name="csY6" fmla="*/ 142738 h 286469"/>
                <a:gd name="csX7" fmla="*/ 2175 w 271269"/>
                <a:gd name="csY7" fmla="*/ 142738 h 286469"/>
                <a:gd name="csX8" fmla="*/ 5876 w 271269"/>
                <a:gd name="csY8" fmla="*/ 152582 h 286469"/>
                <a:gd name="csX9" fmla="*/ 10493 w 271269"/>
                <a:gd name="csY9" fmla="*/ 157193 h 286469"/>
                <a:gd name="csX10" fmla="*/ 18183 w 271269"/>
                <a:gd name="csY10" fmla="*/ 172564 h 286469"/>
                <a:gd name="csX11" fmla="*/ 16643 w 271269"/>
                <a:gd name="csY11" fmla="*/ 187942 h 286469"/>
                <a:gd name="csX12" fmla="*/ 25872 w 271269"/>
                <a:gd name="csY12" fmla="*/ 218686 h 286469"/>
                <a:gd name="csX13" fmla="*/ 25872 w 271269"/>
                <a:gd name="csY13" fmla="*/ 224836 h 286469"/>
                <a:gd name="csX14" fmla="*/ 19722 w 271269"/>
                <a:gd name="csY14" fmla="*/ 246357 h 286469"/>
                <a:gd name="csX15" fmla="*/ 35100 w 271269"/>
                <a:gd name="csY15" fmla="*/ 240214 h 286469"/>
                <a:gd name="csX16" fmla="*/ 59714 w 271269"/>
                <a:gd name="csY16" fmla="*/ 243285 h 286469"/>
                <a:gd name="csX17" fmla="*/ 76631 w 271269"/>
                <a:gd name="csY17" fmla="*/ 255585 h 286469"/>
                <a:gd name="csX18" fmla="*/ 85860 w 271269"/>
                <a:gd name="csY18" fmla="*/ 267885 h 286469"/>
                <a:gd name="csX19" fmla="*/ 108934 w 271269"/>
                <a:gd name="csY19" fmla="*/ 287875 h 286469"/>
                <a:gd name="csX20" fmla="*/ 113552 w 271269"/>
                <a:gd name="csY20" fmla="*/ 272496 h 286469"/>
                <a:gd name="csX21" fmla="*/ 122780 w 271269"/>
                <a:gd name="csY21" fmla="*/ 270957 h 286469"/>
                <a:gd name="csX22" fmla="*/ 132009 w 271269"/>
                <a:gd name="csY22" fmla="*/ 281725 h 286469"/>
                <a:gd name="csX23" fmla="*/ 144315 w 271269"/>
                <a:gd name="csY23" fmla="*/ 272496 h 286469"/>
                <a:gd name="csX24" fmla="*/ 159694 w 271269"/>
                <a:gd name="csY24" fmla="*/ 274035 h 286469"/>
                <a:gd name="csX25" fmla="*/ 168922 w 271269"/>
                <a:gd name="csY25" fmla="*/ 267885 h 286469"/>
                <a:gd name="csX26" fmla="*/ 175079 w 271269"/>
                <a:gd name="csY26" fmla="*/ 272496 h 286469"/>
                <a:gd name="csX27" fmla="*/ 251991 w 271269"/>
                <a:gd name="csY27" fmla="*/ 270964 h 286469"/>
                <a:gd name="csX28" fmla="*/ 225839 w 271269"/>
                <a:gd name="csY28" fmla="*/ 63766 h 286469"/>
                <a:gd name="csX29" fmla="*/ 273444 w 271269"/>
                <a:gd name="csY29" fmla="*/ 62973 h 286469"/>
                <a:gd name="csX30" fmla="*/ 188925 w 271269"/>
                <a:gd name="csY30" fmla="*/ 1404 h 286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71269" h="286469">
                  <a:moveTo>
                    <a:pt x="188925" y="1404"/>
                  </a:moveTo>
                  <a:lnTo>
                    <a:pt x="184820" y="32154"/>
                  </a:lnTo>
                  <a:lnTo>
                    <a:pt x="113039" y="32154"/>
                  </a:lnTo>
                  <a:lnTo>
                    <a:pt x="116117" y="93647"/>
                  </a:lnTo>
                  <a:lnTo>
                    <a:pt x="97654" y="94673"/>
                  </a:lnTo>
                  <a:lnTo>
                    <a:pt x="89451" y="115169"/>
                  </a:lnTo>
                  <a:lnTo>
                    <a:pt x="90477" y="142738"/>
                  </a:lnTo>
                  <a:lnTo>
                    <a:pt x="2175" y="142738"/>
                  </a:lnTo>
                  <a:lnTo>
                    <a:pt x="5876" y="152582"/>
                  </a:lnTo>
                  <a:lnTo>
                    <a:pt x="10493" y="157193"/>
                  </a:lnTo>
                  <a:lnTo>
                    <a:pt x="18183" y="172564"/>
                  </a:lnTo>
                  <a:lnTo>
                    <a:pt x="16643" y="187942"/>
                  </a:lnTo>
                  <a:lnTo>
                    <a:pt x="25872" y="218686"/>
                  </a:lnTo>
                  <a:lnTo>
                    <a:pt x="25872" y="224836"/>
                  </a:lnTo>
                  <a:lnTo>
                    <a:pt x="19722" y="246357"/>
                  </a:lnTo>
                  <a:lnTo>
                    <a:pt x="35100" y="240214"/>
                  </a:lnTo>
                  <a:cubicBezTo>
                    <a:pt x="35100" y="240214"/>
                    <a:pt x="55096" y="241746"/>
                    <a:pt x="59714" y="243285"/>
                  </a:cubicBezTo>
                  <a:cubicBezTo>
                    <a:pt x="64325" y="244825"/>
                    <a:pt x="76631" y="255585"/>
                    <a:pt x="76631" y="255585"/>
                  </a:cubicBezTo>
                  <a:lnTo>
                    <a:pt x="85860" y="267885"/>
                  </a:lnTo>
                  <a:lnTo>
                    <a:pt x="108934" y="287875"/>
                  </a:lnTo>
                  <a:lnTo>
                    <a:pt x="113552" y="272496"/>
                  </a:lnTo>
                  <a:lnTo>
                    <a:pt x="122780" y="270957"/>
                  </a:lnTo>
                  <a:lnTo>
                    <a:pt x="132009" y="281725"/>
                  </a:lnTo>
                  <a:lnTo>
                    <a:pt x="144315" y="272496"/>
                  </a:lnTo>
                  <a:lnTo>
                    <a:pt x="159694" y="274035"/>
                  </a:lnTo>
                  <a:lnTo>
                    <a:pt x="168922" y="267885"/>
                  </a:lnTo>
                  <a:lnTo>
                    <a:pt x="175079" y="272496"/>
                  </a:lnTo>
                  <a:lnTo>
                    <a:pt x="251991" y="270964"/>
                  </a:lnTo>
                  <a:lnTo>
                    <a:pt x="225839" y="63766"/>
                  </a:lnTo>
                  <a:lnTo>
                    <a:pt x="273444" y="62973"/>
                  </a:lnTo>
                  <a:lnTo>
                    <a:pt x="188925" y="14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5" name="Forme libre : forme 393">
              <a:extLst>
                <a:ext uri="{FF2B5EF4-FFF2-40B4-BE49-F238E27FC236}">
                  <a16:creationId xmlns:a16="http://schemas.microsoft.com/office/drawing/2014/main" id="{ECB003FD-6C52-64F1-D4E2-324F99293E9A}"/>
                </a:ext>
              </a:extLst>
            </p:cNvPr>
            <p:cNvSpPr/>
            <p:nvPr/>
          </p:nvSpPr>
          <p:spPr>
            <a:xfrm>
              <a:off x="5234660" y="4014687"/>
              <a:ext cx="186750" cy="156554"/>
            </a:xfrm>
            <a:custGeom>
              <a:avLst/>
              <a:gdLst>
                <a:gd name="csX0" fmla="*/ 2128 w 186750"/>
                <a:gd name="csY0" fmla="*/ 157878 h 156554"/>
                <a:gd name="csX1" fmla="*/ 90431 w 186750"/>
                <a:gd name="csY1" fmla="*/ 157878 h 156554"/>
                <a:gd name="csX2" fmla="*/ 89404 w 186750"/>
                <a:gd name="csY2" fmla="*/ 130316 h 156554"/>
                <a:gd name="csX3" fmla="*/ 97614 w 186750"/>
                <a:gd name="csY3" fmla="*/ 109813 h 156554"/>
                <a:gd name="csX4" fmla="*/ 116070 w 186750"/>
                <a:gd name="csY4" fmla="*/ 108787 h 156554"/>
                <a:gd name="csX5" fmla="*/ 112992 w 186750"/>
                <a:gd name="csY5" fmla="*/ 47294 h 156554"/>
                <a:gd name="csX6" fmla="*/ 184780 w 186750"/>
                <a:gd name="csY6" fmla="*/ 47294 h 156554"/>
                <a:gd name="csX7" fmla="*/ 188878 w 186750"/>
                <a:gd name="csY7" fmla="*/ 16544 h 156554"/>
                <a:gd name="csX8" fmla="*/ 186285 w 186750"/>
                <a:gd name="csY8" fmla="*/ 1323 h 156554"/>
                <a:gd name="csX9" fmla="*/ 119046 w 186750"/>
                <a:gd name="csY9" fmla="*/ 1323 h 156554"/>
                <a:gd name="csX10" fmla="*/ 114025 w 186750"/>
                <a:gd name="csY10" fmla="*/ 4244 h 156554"/>
                <a:gd name="csX11" fmla="*/ 102737 w 186750"/>
                <a:gd name="csY11" fmla="*/ 5270 h 156554"/>
                <a:gd name="csX12" fmla="*/ 90437 w 186750"/>
                <a:gd name="csY12" fmla="*/ 11420 h 156554"/>
                <a:gd name="csX13" fmla="*/ 75052 w 186750"/>
                <a:gd name="csY13" fmla="*/ 36020 h 156554"/>
                <a:gd name="csX14" fmla="*/ 70948 w 186750"/>
                <a:gd name="csY14" fmla="*/ 43196 h 156554"/>
                <a:gd name="csX15" fmla="*/ 64798 w 186750"/>
                <a:gd name="csY15" fmla="*/ 45242 h 156554"/>
                <a:gd name="csX16" fmla="*/ 53517 w 186750"/>
                <a:gd name="csY16" fmla="*/ 58568 h 156554"/>
                <a:gd name="csX17" fmla="*/ 47367 w 186750"/>
                <a:gd name="csY17" fmla="*/ 78037 h 156554"/>
                <a:gd name="csX18" fmla="*/ 33008 w 186750"/>
                <a:gd name="csY18" fmla="*/ 97513 h 156554"/>
                <a:gd name="csX19" fmla="*/ 15570 w 186750"/>
                <a:gd name="csY19" fmla="*/ 127237 h 156554"/>
                <a:gd name="csX20" fmla="*/ 2128 w 186750"/>
                <a:gd name="csY20" fmla="*/ 157878 h 1565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86750" h="156554">
                  <a:moveTo>
                    <a:pt x="2128" y="157878"/>
                  </a:moveTo>
                  <a:lnTo>
                    <a:pt x="90431" y="157878"/>
                  </a:lnTo>
                  <a:lnTo>
                    <a:pt x="89404" y="130316"/>
                  </a:lnTo>
                  <a:lnTo>
                    <a:pt x="97614" y="109813"/>
                  </a:lnTo>
                  <a:lnTo>
                    <a:pt x="116070" y="108787"/>
                  </a:lnTo>
                  <a:lnTo>
                    <a:pt x="112992" y="47294"/>
                  </a:lnTo>
                  <a:lnTo>
                    <a:pt x="184780" y="47294"/>
                  </a:lnTo>
                  <a:lnTo>
                    <a:pt x="188878" y="16544"/>
                  </a:lnTo>
                  <a:lnTo>
                    <a:pt x="186285" y="1323"/>
                  </a:lnTo>
                  <a:lnTo>
                    <a:pt x="119046" y="1323"/>
                  </a:lnTo>
                  <a:lnTo>
                    <a:pt x="114025" y="4244"/>
                  </a:lnTo>
                  <a:lnTo>
                    <a:pt x="102737" y="5270"/>
                  </a:lnTo>
                  <a:lnTo>
                    <a:pt x="90437" y="11420"/>
                  </a:lnTo>
                  <a:lnTo>
                    <a:pt x="75052" y="36020"/>
                  </a:lnTo>
                  <a:lnTo>
                    <a:pt x="70948" y="43196"/>
                  </a:lnTo>
                  <a:lnTo>
                    <a:pt x="64798" y="45242"/>
                  </a:lnTo>
                  <a:lnTo>
                    <a:pt x="53517" y="58568"/>
                  </a:lnTo>
                  <a:lnTo>
                    <a:pt x="47367" y="78037"/>
                  </a:lnTo>
                  <a:lnTo>
                    <a:pt x="33008" y="97513"/>
                  </a:lnTo>
                  <a:lnTo>
                    <a:pt x="15570" y="127237"/>
                  </a:lnTo>
                  <a:lnTo>
                    <a:pt x="2128" y="1578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6" name="Forme libre : forme 394">
              <a:extLst>
                <a:ext uri="{FF2B5EF4-FFF2-40B4-BE49-F238E27FC236}">
                  <a16:creationId xmlns:a16="http://schemas.microsoft.com/office/drawing/2014/main" id="{5CEA6206-CB52-030B-EEA7-4C6E72D68207}"/>
                </a:ext>
              </a:extLst>
            </p:cNvPr>
            <p:cNvSpPr/>
            <p:nvPr/>
          </p:nvSpPr>
          <p:spPr>
            <a:xfrm>
              <a:off x="5249129" y="4367110"/>
              <a:ext cx="58448" cy="30749"/>
            </a:xfrm>
            <a:custGeom>
              <a:avLst/>
              <a:gdLst>
                <a:gd name="csX0" fmla="*/ 29796 w 58448"/>
                <a:gd name="csY0" fmla="*/ 32259 h 30749"/>
                <a:gd name="csX1" fmla="*/ 23646 w 58448"/>
                <a:gd name="csY1" fmla="*/ 21498 h 30749"/>
                <a:gd name="csX2" fmla="*/ 9800 w 58448"/>
                <a:gd name="csY2" fmla="*/ 13809 h 30749"/>
                <a:gd name="csX3" fmla="*/ 2111 w 58448"/>
                <a:gd name="csY3" fmla="*/ 10737 h 30749"/>
                <a:gd name="csX4" fmla="*/ 28257 w 58448"/>
                <a:gd name="csY4" fmla="*/ 1509 h 30749"/>
                <a:gd name="csX5" fmla="*/ 60560 w 58448"/>
                <a:gd name="csY5" fmla="*/ 4587 h 30749"/>
                <a:gd name="csX6" fmla="*/ 59021 w 58448"/>
                <a:gd name="csY6" fmla="*/ 24570 h 30749"/>
                <a:gd name="csX7" fmla="*/ 43642 w 58448"/>
                <a:gd name="csY7" fmla="*/ 27648 h 30749"/>
                <a:gd name="csX8" fmla="*/ 29796 w 58448"/>
                <a:gd name="csY8" fmla="*/ 32259 h 30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8448" h="30749">
                  <a:moveTo>
                    <a:pt x="29796" y="32259"/>
                  </a:moveTo>
                  <a:lnTo>
                    <a:pt x="23646" y="21498"/>
                  </a:lnTo>
                  <a:lnTo>
                    <a:pt x="9800" y="13809"/>
                  </a:lnTo>
                  <a:lnTo>
                    <a:pt x="2111" y="10737"/>
                  </a:lnTo>
                  <a:lnTo>
                    <a:pt x="28257" y="1509"/>
                  </a:lnTo>
                  <a:lnTo>
                    <a:pt x="60560" y="4587"/>
                  </a:lnTo>
                  <a:lnTo>
                    <a:pt x="59021" y="24570"/>
                  </a:lnTo>
                  <a:lnTo>
                    <a:pt x="43642" y="27648"/>
                  </a:lnTo>
                  <a:lnTo>
                    <a:pt x="29796" y="322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7" name="Forme libre : forme 395">
              <a:extLst>
                <a:ext uri="{FF2B5EF4-FFF2-40B4-BE49-F238E27FC236}">
                  <a16:creationId xmlns:a16="http://schemas.microsoft.com/office/drawing/2014/main" id="{BB845C5B-42E0-4A5C-ED7D-CBF9E614A7B3}"/>
                </a:ext>
              </a:extLst>
            </p:cNvPr>
            <p:cNvSpPr/>
            <p:nvPr/>
          </p:nvSpPr>
          <p:spPr>
            <a:xfrm>
              <a:off x="5276814" y="4368649"/>
              <a:ext cx="158428" cy="112231"/>
            </a:xfrm>
            <a:custGeom>
              <a:avLst/>
              <a:gdLst>
                <a:gd name="csX0" fmla="*/ 39066 w 158428"/>
                <a:gd name="csY0" fmla="*/ 72256 h 112231"/>
                <a:gd name="csX1" fmla="*/ 6763 w 158428"/>
                <a:gd name="csY1" fmla="*/ 36895 h 112231"/>
                <a:gd name="csX2" fmla="*/ 2153 w 158428"/>
                <a:gd name="csY2" fmla="*/ 30745 h 112231"/>
                <a:gd name="csX3" fmla="*/ 15992 w 158428"/>
                <a:gd name="csY3" fmla="*/ 26135 h 112231"/>
                <a:gd name="csX4" fmla="*/ 31377 w 158428"/>
                <a:gd name="csY4" fmla="*/ 23056 h 112231"/>
                <a:gd name="csX5" fmla="*/ 32916 w 158428"/>
                <a:gd name="csY5" fmla="*/ 3074 h 112231"/>
                <a:gd name="csX6" fmla="*/ 52912 w 158428"/>
                <a:gd name="csY6" fmla="*/ 1535 h 112231"/>
                <a:gd name="csX7" fmla="*/ 85215 w 158428"/>
                <a:gd name="csY7" fmla="*/ 9224 h 112231"/>
                <a:gd name="csX8" fmla="*/ 108289 w 158428"/>
                <a:gd name="csY8" fmla="*/ 19985 h 112231"/>
                <a:gd name="csX9" fmla="*/ 123668 w 158428"/>
                <a:gd name="csY9" fmla="*/ 18445 h 112231"/>
                <a:gd name="csX10" fmla="*/ 129825 w 158428"/>
                <a:gd name="csY10" fmla="*/ 10763 h 112231"/>
                <a:gd name="csX11" fmla="*/ 140585 w 158428"/>
                <a:gd name="csY11" fmla="*/ 21524 h 112231"/>
                <a:gd name="csX12" fmla="*/ 155971 w 158428"/>
                <a:gd name="csY12" fmla="*/ 53806 h 112231"/>
                <a:gd name="csX13" fmla="*/ 160581 w 158428"/>
                <a:gd name="csY13" fmla="*/ 81484 h 112231"/>
                <a:gd name="csX14" fmla="*/ 154431 w 158428"/>
                <a:gd name="csY14" fmla="*/ 104545 h 112231"/>
                <a:gd name="csX15" fmla="*/ 148281 w 158428"/>
                <a:gd name="csY15" fmla="*/ 113767 h 112231"/>
                <a:gd name="csX16" fmla="*/ 128285 w 158428"/>
                <a:gd name="csY16" fmla="*/ 109156 h 112231"/>
                <a:gd name="csX17" fmla="*/ 122129 w 158428"/>
                <a:gd name="csY17" fmla="*/ 103006 h 112231"/>
                <a:gd name="csX18" fmla="*/ 106743 w 158428"/>
                <a:gd name="csY18" fmla="*/ 95317 h 112231"/>
                <a:gd name="csX19" fmla="*/ 103672 w 158428"/>
                <a:gd name="csY19" fmla="*/ 87628 h 112231"/>
                <a:gd name="csX20" fmla="*/ 92904 w 158428"/>
                <a:gd name="csY20" fmla="*/ 90706 h 112231"/>
                <a:gd name="csX21" fmla="*/ 88287 w 158428"/>
                <a:gd name="csY21" fmla="*/ 81484 h 112231"/>
                <a:gd name="csX22" fmla="*/ 91365 w 158428"/>
                <a:gd name="csY22" fmla="*/ 67645 h 112231"/>
                <a:gd name="csX23" fmla="*/ 80597 w 158428"/>
                <a:gd name="csY23" fmla="*/ 61495 h 112231"/>
                <a:gd name="csX24" fmla="*/ 59062 w 158428"/>
                <a:gd name="csY24" fmla="*/ 63028 h 112231"/>
                <a:gd name="csX25" fmla="*/ 39066 w 158428"/>
                <a:gd name="csY25" fmla="*/ 72256 h 112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58428" h="112231">
                  <a:moveTo>
                    <a:pt x="39066" y="72256"/>
                  </a:moveTo>
                  <a:lnTo>
                    <a:pt x="6763" y="36895"/>
                  </a:lnTo>
                  <a:lnTo>
                    <a:pt x="2153" y="30745"/>
                  </a:lnTo>
                  <a:lnTo>
                    <a:pt x="15992" y="26135"/>
                  </a:lnTo>
                  <a:lnTo>
                    <a:pt x="31377" y="23056"/>
                  </a:lnTo>
                  <a:lnTo>
                    <a:pt x="32916" y="3074"/>
                  </a:lnTo>
                  <a:lnTo>
                    <a:pt x="52912" y="1535"/>
                  </a:lnTo>
                  <a:lnTo>
                    <a:pt x="85215" y="9224"/>
                  </a:lnTo>
                  <a:lnTo>
                    <a:pt x="108289" y="19985"/>
                  </a:lnTo>
                  <a:lnTo>
                    <a:pt x="123668" y="18445"/>
                  </a:lnTo>
                  <a:lnTo>
                    <a:pt x="129825" y="10763"/>
                  </a:lnTo>
                  <a:lnTo>
                    <a:pt x="140585" y="21524"/>
                  </a:lnTo>
                  <a:lnTo>
                    <a:pt x="155971" y="53806"/>
                  </a:lnTo>
                  <a:lnTo>
                    <a:pt x="160581" y="81484"/>
                  </a:lnTo>
                  <a:lnTo>
                    <a:pt x="154431" y="104545"/>
                  </a:lnTo>
                  <a:lnTo>
                    <a:pt x="148281" y="113767"/>
                  </a:lnTo>
                  <a:lnTo>
                    <a:pt x="128285" y="109156"/>
                  </a:lnTo>
                  <a:lnTo>
                    <a:pt x="122129" y="103006"/>
                  </a:lnTo>
                  <a:lnTo>
                    <a:pt x="106743" y="95317"/>
                  </a:lnTo>
                  <a:lnTo>
                    <a:pt x="103672" y="87628"/>
                  </a:lnTo>
                  <a:lnTo>
                    <a:pt x="92904" y="90706"/>
                  </a:lnTo>
                  <a:lnTo>
                    <a:pt x="88287" y="81484"/>
                  </a:lnTo>
                  <a:lnTo>
                    <a:pt x="91365" y="67645"/>
                  </a:lnTo>
                  <a:lnTo>
                    <a:pt x="80597" y="61495"/>
                  </a:lnTo>
                  <a:lnTo>
                    <a:pt x="59062" y="63028"/>
                  </a:lnTo>
                  <a:lnTo>
                    <a:pt x="39066" y="722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8" name="Forme libre : forme 396">
              <a:extLst>
                <a:ext uri="{FF2B5EF4-FFF2-40B4-BE49-F238E27FC236}">
                  <a16:creationId xmlns:a16="http://schemas.microsoft.com/office/drawing/2014/main" id="{9B9F4C07-E6D1-33E6-D5EE-67E4808B07EA}"/>
                </a:ext>
              </a:extLst>
            </p:cNvPr>
            <p:cNvSpPr/>
            <p:nvPr/>
          </p:nvSpPr>
          <p:spPr>
            <a:xfrm>
              <a:off x="5313735" y="4428610"/>
              <a:ext cx="67677" cy="63032"/>
            </a:xfrm>
            <a:custGeom>
              <a:avLst/>
              <a:gdLst>
                <a:gd name="csX0" fmla="*/ 49837 w 67677"/>
                <a:gd name="csY0" fmla="*/ 64586 h 63032"/>
                <a:gd name="csX1" fmla="*/ 17534 w 67677"/>
                <a:gd name="csY1" fmla="*/ 52286 h 63032"/>
                <a:gd name="csX2" fmla="*/ 11384 w 67677"/>
                <a:gd name="csY2" fmla="*/ 30764 h 63032"/>
                <a:gd name="csX3" fmla="*/ 2156 w 67677"/>
                <a:gd name="csY3" fmla="*/ 12314 h 63032"/>
                <a:gd name="csX4" fmla="*/ 22152 w 67677"/>
                <a:gd name="csY4" fmla="*/ 3086 h 63032"/>
                <a:gd name="csX5" fmla="*/ 43687 w 67677"/>
                <a:gd name="csY5" fmla="*/ 1554 h 63032"/>
                <a:gd name="csX6" fmla="*/ 54454 w 67677"/>
                <a:gd name="csY6" fmla="*/ 7704 h 63032"/>
                <a:gd name="csX7" fmla="*/ 51376 w 67677"/>
                <a:gd name="csY7" fmla="*/ 21536 h 63032"/>
                <a:gd name="csX8" fmla="*/ 55987 w 67677"/>
                <a:gd name="csY8" fmla="*/ 30764 h 63032"/>
                <a:gd name="csX9" fmla="*/ 66761 w 67677"/>
                <a:gd name="csY9" fmla="*/ 27686 h 63032"/>
                <a:gd name="csX10" fmla="*/ 69833 w 67677"/>
                <a:gd name="csY10" fmla="*/ 35375 h 63032"/>
                <a:gd name="csX11" fmla="*/ 49837 w 67677"/>
                <a:gd name="csY11" fmla="*/ 64586 h 630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7677" h="63032">
                  <a:moveTo>
                    <a:pt x="49837" y="64586"/>
                  </a:moveTo>
                  <a:lnTo>
                    <a:pt x="17534" y="52286"/>
                  </a:lnTo>
                  <a:lnTo>
                    <a:pt x="11384" y="30764"/>
                  </a:lnTo>
                  <a:lnTo>
                    <a:pt x="2156" y="12314"/>
                  </a:lnTo>
                  <a:lnTo>
                    <a:pt x="22152" y="3086"/>
                  </a:lnTo>
                  <a:lnTo>
                    <a:pt x="43687" y="1554"/>
                  </a:lnTo>
                  <a:lnTo>
                    <a:pt x="54454" y="7704"/>
                  </a:lnTo>
                  <a:lnTo>
                    <a:pt x="51376" y="21536"/>
                  </a:lnTo>
                  <a:lnTo>
                    <a:pt x="55987" y="30764"/>
                  </a:lnTo>
                  <a:lnTo>
                    <a:pt x="66761" y="27686"/>
                  </a:lnTo>
                  <a:lnTo>
                    <a:pt x="69833" y="35375"/>
                  </a:lnTo>
                  <a:lnTo>
                    <a:pt x="49837" y="645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19" name="Forme libre : forme 397">
              <a:extLst>
                <a:ext uri="{FF2B5EF4-FFF2-40B4-BE49-F238E27FC236}">
                  <a16:creationId xmlns:a16="http://schemas.microsoft.com/office/drawing/2014/main" id="{4B3363D5-D938-E0D4-0AA6-CB64145B15D9}"/>
                </a:ext>
              </a:extLst>
            </p:cNvPr>
            <p:cNvSpPr/>
            <p:nvPr/>
          </p:nvSpPr>
          <p:spPr>
            <a:xfrm>
              <a:off x="5664441" y="4336367"/>
              <a:ext cx="246115" cy="207553"/>
            </a:xfrm>
            <a:custGeom>
              <a:avLst/>
              <a:gdLst>
                <a:gd name="csX0" fmla="*/ 234707 w 246115"/>
                <a:gd name="csY0" fmla="*/ 6178 h 207553"/>
                <a:gd name="csX1" fmla="*/ 243935 w 246115"/>
                <a:gd name="csY1" fmla="*/ 15407 h 207553"/>
                <a:gd name="csX2" fmla="*/ 245475 w 246115"/>
                <a:gd name="csY2" fmla="*/ 26167 h 207553"/>
                <a:gd name="csX3" fmla="*/ 248553 w 246115"/>
                <a:gd name="csY3" fmla="*/ 59989 h 207553"/>
                <a:gd name="csX4" fmla="*/ 237779 w 246115"/>
                <a:gd name="csY4" fmla="*/ 66139 h 207553"/>
                <a:gd name="csX5" fmla="*/ 220861 w 246115"/>
                <a:gd name="csY5" fmla="*/ 96889 h 207553"/>
                <a:gd name="csX6" fmla="*/ 207015 w 246115"/>
                <a:gd name="csY6" fmla="*/ 110721 h 207553"/>
                <a:gd name="csX7" fmla="*/ 197787 w 246115"/>
                <a:gd name="csY7" fmla="*/ 150693 h 207553"/>
                <a:gd name="csX8" fmla="*/ 185487 w 246115"/>
                <a:gd name="csY8" fmla="*/ 162993 h 207553"/>
                <a:gd name="csX9" fmla="*/ 173180 w 246115"/>
                <a:gd name="csY9" fmla="*/ 149160 h 207553"/>
                <a:gd name="csX10" fmla="*/ 157795 w 246115"/>
                <a:gd name="csY10" fmla="*/ 149160 h 207553"/>
                <a:gd name="csX11" fmla="*/ 131642 w 246115"/>
                <a:gd name="csY11" fmla="*/ 181442 h 207553"/>
                <a:gd name="csX12" fmla="*/ 123953 w 246115"/>
                <a:gd name="csY12" fmla="*/ 209114 h 207553"/>
                <a:gd name="csX13" fmla="*/ 76271 w 246115"/>
                <a:gd name="csY13" fmla="*/ 207575 h 207553"/>
                <a:gd name="csX14" fmla="*/ 63965 w 246115"/>
                <a:gd name="csY14" fmla="*/ 204503 h 207553"/>
                <a:gd name="csX15" fmla="*/ 57808 w 246115"/>
                <a:gd name="csY15" fmla="*/ 190664 h 207553"/>
                <a:gd name="csX16" fmla="*/ 30123 w 246115"/>
                <a:gd name="csY16" fmla="*/ 167603 h 207553"/>
                <a:gd name="csX17" fmla="*/ 5509 w 246115"/>
                <a:gd name="csY17" fmla="*/ 167603 h 207553"/>
                <a:gd name="csX18" fmla="*/ 2438 w 246115"/>
                <a:gd name="csY18" fmla="*/ 111234 h 207553"/>
                <a:gd name="csX19" fmla="*/ 17816 w 246115"/>
                <a:gd name="csY19" fmla="*/ 93804 h 207553"/>
                <a:gd name="csX20" fmla="*/ 19868 w 246115"/>
                <a:gd name="csY20" fmla="*/ 63060 h 207553"/>
                <a:gd name="csX21" fmla="*/ 10325 w 246115"/>
                <a:gd name="csY21" fmla="*/ 43140 h 207553"/>
                <a:gd name="csX22" fmla="*/ 17823 w 246115"/>
                <a:gd name="csY22" fmla="*/ 41532 h 207553"/>
                <a:gd name="csX23" fmla="*/ 28590 w 246115"/>
                <a:gd name="csY23" fmla="*/ 13861 h 207553"/>
                <a:gd name="csX24" fmla="*/ 43969 w 246115"/>
                <a:gd name="csY24" fmla="*/ 1561 h 207553"/>
                <a:gd name="csX25" fmla="*/ 77811 w 246115"/>
                <a:gd name="csY25" fmla="*/ 4639 h 207553"/>
                <a:gd name="csX26" fmla="*/ 94728 w 246115"/>
                <a:gd name="csY26" fmla="*/ 23089 h 207553"/>
                <a:gd name="csX27" fmla="*/ 116263 w 246115"/>
                <a:gd name="csY27" fmla="*/ 23089 h 207553"/>
                <a:gd name="csX28" fmla="*/ 134720 w 246115"/>
                <a:gd name="csY28" fmla="*/ 27700 h 207553"/>
                <a:gd name="csX29" fmla="*/ 150105 w 246115"/>
                <a:gd name="csY29" fmla="*/ 24628 h 207553"/>
                <a:gd name="csX30" fmla="*/ 160873 w 246115"/>
                <a:gd name="csY30" fmla="*/ 10789 h 207553"/>
                <a:gd name="csX31" fmla="*/ 202404 w 246115"/>
                <a:gd name="csY31" fmla="*/ 18478 h 207553"/>
                <a:gd name="csX32" fmla="*/ 234707 w 246115"/>
                <a:gd name="csY32" fmla="*/ 6178 h 2075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46115" h="207553">
                  <a:moveTo>
                    <a:pt x="234707" y="6178"/>
                  </a:moveTo>
                  <a:lnTo>
                    <a:pt x="243935" y="15407"/>
                  </a:lnTo>
                  <a:lnTo>
                    <a:pt x="245475" y="26167"/>
                  </a:lnTo>
                  <a:lnTo>
                    <a:pt x="248553" y="59989"/>
                  </a:lnTo>
                  <a:lnTo>
                    <a:pt x="237779" y="66139"/>
                  </a:lnTo>
                  <a:lnTo>
                    <a:pt x="220861" y="96889"/>
                  </a:lnTo>
                  <a:lnTo>
                    <a:pt x="207015" y="110721"/>
                  </a:lnTo>
                  <a:lnTo>
                    <a:pt x="197787" y="150693"/>
                  </a:lnTo>
                  <a:lnTo>
                    <a:pt x="185487" y="162993"/>
                  </a:lnTo>
                  <a:lnTo>
                    <a:pt x="173180" y="149160"/>
                  </a:lnTo>
                  <a:lnTo>
                    <a:pt x="157795" y="149160"/>
                  </a:lnTo>
                  <a:lnTo>
                    <a:pt x="131642" y="181442"/>
                  </a:lnTo>
                  <a:lnTo>
                    <a:pt x="123953" y="209114"/>
                  </a:lnTo>
                  <a:lnTo>
                    <a:pt x="76271" y="207575"/>
                  </a:lnTo>
                  <a:lnTo>
                    <a:pt x="63965" y="204503"/>
                  </a:lnTo>
                  <a:lnTo>
                    <a:pt x="57808" y="190664"/>
                  </a:lnTo>
                  <a:lnTo>
                    <a:pt x="30123" y="167603"/>
                  </a:lnTo>
                  <a:lnTo>
                    <a:pt x="5509" y="167603"/>
                  </a:lnTo>
                  <a:lnTo>
                    <a:pt x="2438" y="111234"/>
                  </a:lnTo>
                  <a:lnTo>
                    <a:pt x="17816" y="93804"/>
                  </a:lnTo>
                  <a:lnTo>
                    <a:pt x="19868" y="63060"/>
                  </a:lnTo>
                  <a:lnTo>
                    <a:pt x="10325" y="43140"/>
                  </a:lnTo>
                  <a:lnTo>
                    <a:pt x="17823" y="41532"/>
                  </a:lnTo>
                  <a:lnTo>
                    <a:pt x="28590" y="13861"/>
                  </a:lnTo>
                  <a:lnTo>
                    <a:pt x="43969" y="1561"/>
                  </a:lnTo>
                  <a:lnTo>
                    <a:pt x="77811" y="4639"/>
                  </a:lnTo>
                  <a:lnTo>
                    <a:pt x="94728" y="23089"/>
                  </a:lnTo>
                  <a:lnTo>
                    <a:pt x="116263" y="23089"/>
                  </a:lnTo>
                  <a:lnTo>
                    <a:pt x="134720" y="27700"/>
                  </a:lnTo>
                  <a:lnTo>
                    <a:pt x="150105" y="24628"/>
                  </a:lnTo>
                  <a:lnTo>
                    <a:pt x="160873" y="10789"/>
                  </a:lnTo>
                  <a:lnTo>
                    <a:pt x="202404" y="18478"/>
                  </a:lnTo>
                  <a:lnTo>
                    <a:pt x="234707" y="6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0" name="Forme libre : forme 398">
              <a:extLst>
                <a:ext uri="{FF2B5EF4-FFF2-40B4-BE49-F238E27FC236}">
                  <a16:creationId xmlns:a16="http://schemas.microsoft.com/office/drawing/2014/main" id="{63C3FDA8-35F8-FC1E-213A-D2DC5738DFF1}"/>
                </a:ext>
              </a:extLst>
            </p:cNvPr>
            <p:cNvSpPr/>
            <p:nvPr/>
          </p:nvSpPr>
          <p:spPr>
            <a:xfrm>
              <a:off x="5619831" y="4377946"/>
              <a:ext cx="62040" cy="127535"/>
            </a:xfrm>
            <a:custGeom>
              <a:avLst/>
              <a:gdLst>
                <a:gd name="csX0" fmla="*/ 2334 w 62040"/>
                <a:gd name="csY0" fmla="*/ 29156 h 127535"/>
                <a:gd name="csX1" fmla="*/ 39254 w 62040"/>
                <a:gd name="csY1" fmla="*/ 9173 h 127535"/>
                <a:gd name="csX2" fmla="*/ 36887 w 62040"/>
                <a:gd name="csY2" fmla="*/ 3844 h 127535"/>
                <a:gd name="csX3" fmla="*/ 54831 w 62040"/>
                <a:gd name="csY3" fmla="*/ 1552 h 127535"/>
                <a:gd name="csX4" fmla="*/ 64374 w 62040"/>
                <a:gd name="csY4" fmla="*/ 21473 h 127535"/>
                <a:gd name="csX5" fmla="*/ 62322 w 62040"/>
                <a:gd name="csY5" fmla="*/ 52216 h 127535"/>
                <a:gd name="csX6" fmla="*/ 46943 w 62040"/>
                <a:gd name="csY6" fmla="*/ 69640 h 127535"/>
                <a:gd name="csX7" fmla="*/ 50015 w 62040"/>
                <a:gd name="csY7" fmla="*/ 126016 h 127535"/>
                <a:gd name="csX8" fmla="*/ 23869 w 62040"/>
                <a:gd name="csY8" fmla="*/ 129088 h 127535"/>
                <a:gd name="csX9" fmla="*/ 24382 w 62040"/>
                <a:gd name="csY9" fmla="*/ 69640 h 127535"/>
                <a:gd name="csX10" fmla="*/ 14128 w 62040"/>
                <a:gd name="csY10" fmla="*/ 51190 h 127535"/>
                <a:gd name="csX11" fmla="*/ 4899 w 62040"/>
                <a:gd name="csY11" fmla="*/ 40942 h 127535"/>
                <a:gd name="csX12" fmla="*/ 2334 w 62040"/>
                <a:gd name="csY12" fmla="*/ 29156 h 1275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2040" h="127535">
                  <a:moveTo>
                    <a:pt x="2334" y="29156"/>
                  </a:moveTo>
                  <a:lnTo>
                    <a:pt x="39254" y="9173"/>
                  </a:lnTo>
                  <a:lnTo>
                    <a:pt x="36887" y="3844"/>
                  </a:lnTo>
                  <a:lnTo>
                    <a:pt x="54831" y="1552"/>
                  </a:lnTo>
                  <a:lnTo>
                    <a:pt x="64374" y="21473"/>
                  </a:lnTo>
                  <a:lnTo>
                    <a:pt x="62322" y="52216"/>
                  </a:lnTo>
                  <a:lnTo>
                    <a:pt x="46943" y="69640"/>
                  </a:lnTo>
                  <a:lnTo>
                    <a:pt x="50015" y="126016"/>
                  </a:lnTo>
                  <a:lnTo>
                    <a:pt x="23869" y="129088"/>
                  </a:lnTo>
                  <a:lnTo>
                    <a:pt x="24382" y="69640"/>
                  </a:lnTo>
                  <a:lnTo>
                    <a:pt x="14128" y="51190"/>
                  </a:lnTo>
                  <a:lnTo>
                    <a:pt x="4899" y="40942"/>
                  </a:lnTo>
                  <a:lnTo>
                    <a:pt x="2334" y="291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1" name="Forme libre : forme 399">
              <a:extLst>
                <a:ext uri="{FF2B5EF4-FFF2-40B4-BE49-F238E27FC236}">
                  <a16:creationId xmlns:a16="http://schemas.microsoft.com/office/drawing/2014/main" id="{3FE1E65B-BB9E-9A13-989E-1AFB068173ED}"/>
                </a:ext>
              </a:extLst>
            </p:cNvPr>
            <p:cNvSpPr/>
            <p:nvPr/>
          </p:nvSpPr>
          <p:spPr>
            <a:xfrm>
              <a:off x="5605985" y="4400938"/>
              <a:ext cx="35894" cy="111972"/>
            </a:xfrm>
            <a:custGeom>
              <a:avLst/>
              <a:gdLst>
                <a:gd name="csX0" fmla="*/ 16167 w 35894"/>
                <a:gd name="csY0" fmla="*/ 6175 h 111972"/>
                <a:gd name="csX1" fmla="*/ 18733 w 35894"/>
                <a:gd name="csY1" fmla="*/ 17962 h 111972"/>
                <a:gd name="csX2" fmla="*/ 27961 w 35894"/>
                <a:gd name="csY2" fmla="*/ 28209 h 111972"/>
                <a:gd name="csX3" fmla="*/ 38216 w 35894"/>
                <a:gd name="csY3" fmla="*/ 46659 h 111972"/>
                <a:gd name="csX4" fmla="*/ 37703 w 35894"/>
                <a:gd name="csY4" fmla="*/ 106107 h 111972"/>
                <a:gd name="csX5" fmla="*/ 14888 w 35894"/>
                <a:gd name="csY5" fmla="*/ 113536 h 111972"/>
                <a:gd name="csX6" fmla="*/ 11550 w 35894"/>
                <a:gd name="csY6" fmla="*/ 98931 h 111972"/>
                <a:gd name="csX7" fmla="*/ 11550 w 35894"/>
                <a:gd name="csY7" fmla="*/ 76383 h 111972"/>
                <a:gd name="csX8" fmla="*/ 5400 w 35894"/>
                <a:gd name="csY8" fmla="*/ 66135 h 111972"/>
                <a:gd name="csX9" fmla="*/ 3347 w 35894"/>
                <a:gd name="csY9" fmla="*/ 27190 h 111972"/>
                <a:gd name="csX10" fmla="*/ 2321 w 35894"/>
                <a:gd name="csY10" fmla="*/ 1564 h 111972"/>
                <a:gd name="csX11" fmla="*/ 16167 w 35894"/>
                <a:gd name="csY11" fmla="*/ 6175 h 111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5894" h="111972">
                  <a:moveTo>
                    <a:pt x="16167" y="6175"/>
                  </a:moveTo>
                  <a:lnTo>
                    <a:pt x="18733" y="17962"/>
                  </a:lnTo>
                  <a:lnTo>
                    <a:pt x="27961" y="28209"/>
                  </a:lnTo>
                  <a:lnTo>
                    <a:pt x="38216" y="46659"/>
                  </a:lnTo>
                  <a:lnTo>
                    <a:pt x="37703" y="106107"/>
                  </a:lnTo>
                  <a:lnTo>
                    <a:pt x="14888" y="113536"/>
                  </a:lnTo>
                  <a:lnTo>
                    <a:pt x="11550" y="98931"/>
                  </a:lnTo>
                  <a:lnTo>
                    <a:pt x="11550" y="76383"/>
                  </a:lnTo>
                  <a:lnTo>
                    <a:pt x="5400" y="66135"/>
                  </a:lnTo>
                  <a:lnTo>
                    <a:pt x="3347" y="27190"/>
                  </a:lnTo>
                  <a:lnTo>
                    <a:pt x="2321" y="1564"/>
                  </a:lnTo>
                  <a:lnTo>
                    <a:pt x="16167" y="61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2" name="Forme libre : forme 400">
              <a:extLst>
                <a:ext uri="{FF2B5EF4-FFF2-40B4-BE49-F238E27FC236}">
                  <a16:creationId xmlns:a16="http://schemas.microsoft.com/office/drawing/2014/main" id="{28CBC15C-0D5A-5FEB-9B58-42A79202494D}"/>
                </a:ext>
              </a:extLst>
            </p:cNvPr>
            <p:cNvSpPr/>
            <p:nvPr/>
          </p:nvSpPr>
          <p:spPr>
            <a:xfrm>
              <a:off x="5536256" y="4391717"/>
              <a:ext cx="82296" cy="142975"/>
            </a:xfrm>
            <a:custGeom>
              <a:avLst/>
              <a:gdLst>
                <a:gd name="csX0" fmla="*/ 72034 w 82296"/>
                <a:gd name="csY0" fmla="*/ 10791 h 142975"/>
                <a:gd name="csX1" fmla="*/ 73060 w 82296"/>
                <a:gd name="csY1" fmla="*/ 36417 h 142975"/>
                <a:gd name="csX2" fmla="*/ 75112 w 82296"/>
                <a:gd name="csY2" fmla="*/ 75362 h 142975"/>
                <a:gd name="csX3" fmla="*/ 81262 w 82296"/>
                <a:gd name="csY3" fmla="*/ 85610 h 142975"/>
                <a:gd name="csX4" fmla="*/ 81262 w 82296"/>
                <a:gd name="csY4" fmla="*/ 108158 h 142975"/>
                <a:gd name="csX5" fmla="*/ 84594 w 82296"/>
                <a:gd name="csY5" fmla="*/ 122763 h 142975"/>
                <a:gd name="csX6" fmla="*/ 70495 w 82296"/>
                <a:gd name="csY6" fmla="*/ 127634 h 142975"/>
                <a:gd name="csX7" fmla="*/ 24346 w 82296"/>
                <a:gd name="csY7" fmla="*/ 144544 h 142975"/>
                <a:gd name="csX8" fmla="*/ 13578 w 82296"/>
                <a:gd name="csY8" fmla="*/ 139934 h 142975"/>
                <a:gd name="csX9" fmla="*/ 5376 w 82296"/>
                <a:gd name="csY9" fmla="*/ 123529 h 142975"/>
                <a:gd name="csX10" fmla="*/ 2298 w 82296"/>
                <a:gd name="csY10" fmla="*/ 109184 h 142975"/>
                <a:gd name="csX11" fmla="*/ 19735 w 82296"/>
                <a:gd name="csY11" fmla="*/ 75362 h 142975"/>
                <a:gd name="csX12" fmla="*/ 19735 w 82296"/>
                <a:gd name="csY12" fmla="*/ 66134 h 142975"/>
                <a:gd name="csX13" fmla="*/ 7428 w 82296"/>
                <a:gd name="csY13" fmla="*/ 33852 h 142975"/>
                <a:gd name="csX14" fmla="*/ 18196 w 82296"/>
                <a:gd name="csY14" fmla="*/ 4641 h 142975"/>
                <a:gd name="csX15" fmla="*/ 32042 w 82296"/>
                <a:gd name="csY15" fmla="*/ 1569 h 142975"/>
                <a:gd name="csX16" fmla="*/ 47420 w 82296"/>
                <a:gd name="csY16" fmla="*/ 7719 h 142975"/>
                <a:gd name="csX17" fmla="*/ 58188 w 82296"/>
                <a:gd name="csY17" fmla="*/ 6180 h 142975"/>
                <a:gd name="csX18" fmla="*/ 72034 w 82296"/>
                <a:gd name="csY18" fmla="*/ 10791 h 1429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2296" h="142975">
                  <a:moveTo>
                    <a:pt x="72034" y="10791"/>
                  </a:moveTo>
                  <a:lnTo>
                    <a:pt x="73060" y="36417"/>
                  </a:lnTo>
                  <a:lnTo>
                    <a:pt x="75112" y="75362"/>
                  </a:lnTo>
                  <a:lnTo>
                    <a:pt x="81262" y="85610"/>
                  </a:lnTo>
                  <a:lnTo>
                    <a:pt x="81262" y="108158"/>
                  </a:lnTo>
                  <a:lnTo>
                    <a:pt x="84594" y="122763"/>
                  </a:lnTo>
                  <a:lnTo>
                    <a:pt x="70495" y="127634"/>
                  </a:lnTo>
                  <a:lnTo>
                    <a:pt x="24346" y="144544"/>
                  </a:lnTo>
                  <a:lnTo>
                    <a:pt x="13578" y="139934"/>
                  </a:lnTo>
                  <a:lnTo>
                    <a:pt x="5376" y="123529"/>
                  </a:lnTo>
                  <a:lnTo>
                    <a:pt x="2298" y="109184"/>
                  </a:lnTo>
                  <a:lnTo>
                    <a:pt x="19735" y="75362"/>
                  </a:lnTo>
                  <a:lnTo>
                    <a:pt x="19735" y="66134"/>
                  </a:lnTo>
                  <a:lnTo>
                    <a:pt x="7428" y="33852"/>
                  </a:lnTo>
                  <a:lnTo>
                    <a:pt x="18196" y="4641"/>
                  </a:lnTo>
                  <a:lnTo>
                    <a:pt x="32042" y="1569"/>
                  </a:lnTo>
                  <a:lnTo>
                    <a:pt x="47420" y="7719"/>
                  </a:lnTo>
                  <a:lnTo>
                    <a:pt x="58188" y="6180"/>
                  </a:lnTo>
                  <a:lnTo>
                    <a:pt x="72034" y="107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3" name="Forme libre : forme 401">
              <a:extLst>
                <a:ext uri="{FF2B5EF4-FFF2-40B4-BE49-F238E27FC236}">
                  <a16:creationId xmlns:a16="http://schemas.microsoft.com/office/drawing/2014/main" id="{1118A2F6-F1C8-A5A5-1AB6-4332CCEA8452}"/>
                </a:ext>
              </a:extLst>
            </p:cNvPr>
            <p:cNvSpPr/>
            <p:nvPr/>
          </p:nvSpPr>
          <p:spPr>
            <a:xfrm>
              <a:off x="5422943" y="4405549"/>
              <a:ext cx="130750" cy="139903"/>
            </a:xfrm>
            <a:custGeom>
              <a:avLst/>
              <a:gdLst>
                <a:gd name="csX0" fmla="*/ 126842 w 130750"/>
                <a:gd name="csY0" fmla="*/ 126092 h 139903"/>
                <a:gd name="csX1" fmla="*/ 118639 w 130750"/>
                <a:gd name="csY1" fmla="*/ 109694 h 139903"/>
                <a:gd name="csX2" fmla="*/ 115561 w 130750"/>
                <a:gd name="csY2" fmla="*/ 95342 h 139903"/>
                <a:gd name="csX3" fmla="*/ 132998 w 130750"/>
                <a:gd name="csY3" fmla="*/ 61520 h 139903"/>
                <a:gd name="csX4" fmla="*/ 132998 w 130750"/>
                <a:gd name="csY4" fmla="*/ 52299 h 139903"/>
                <a:gd name="csX5" fmla="*/ 120692 w 130750"/>
                <a:gd name="csY5" fmla="*/ 20010 h 139903"/>
                <a:gd name="csX6" fmla="*/ 97617 w 130750"/>
                <a:gd name="csY6" fmla="*/ 20010 h 139903"/>
                <a:gd name="csX7" fmla="*/ 85310 w 130750"/>
                <a:gd name="csY7" fmla="*/ 29238 h 139903"/>
                <a:gd name="csX8" fmla="*/ 68393 w 130750"/>
                <a:gd name="csY8" fmla="*/ 13860 h 139903"/>
                <a:gd name="csX9" fmla="*/ 54547 w 130750"/>
                <a:gd name="csY9" fmla="*/ 12327 h 139903"/>
                <a:gd name="csX10" fmla="*/ 42240 w 130750"/>
                <a:gd name="csY10" fmla="*/ 1560 h 139903"/>
                <a:gd name="csX11" fmla="*/ 29940 w 130750"/>
                <a:gd name="csY11" fmla="*/ 13860 h 139903"/>
                <a:gd name="csX12" fmla="*/ 9937 w 130750"/>
                <a:gd name="csY12" fmla="*/ 16938 h 139903"/>
                <a:gd name="csX13" fmla="*/ 14555 w 130750"/>
                <a:gd name="csY13" fmla="*/ 44610 h 139903"/>
                <a:gd name="csX14" fmla="*/ 8398 w 130750"/>
                <a:gd name="csY14" fmla="*/ 67670 h 139903"/>
                <a:gd name="csX15" fmla="*/ 2248 w 130750"/>
                <a:gd name="csY15" fmla="*/ 76892 h 139903"/>
                <a:gd name="csX16" fmla="*/ 2248 w 130750"/>
                <a:gd name="csY16" fmla="*/ 101492 h 139903"/>
                <a:gd name="csX17" fmla="*/ 20705 w 130750"/>
                <a:gd name="csY17" fmla="*/ 110720 h 139903"/>
                <a:gd name="csX18" fmla="*/ 22244 w 130750"/>
                <a:gd name="csY18" fmla="*/ 123013 h 139903"/>
                <a:gd name="csX19" fmla="*/ 16087 w 130750"/>
                <a:gd name="csY19" fmla="*/ 141463 h 139903"/>
                <a:gd name="csX20" fmla="*/ 40701 w 130750"/>
                <a:gd name="csY20" fmla="*/ 138392 h 139903"/>
                <a:gd name="csX21" fmla="*/ 69925 w 130750"/>
                <a:gd name="csY21" fmla="*/ 130702 h 139903"/>
                <a:gd name="csX22" fmla="*/ 96078 w 130750"/>
                <a:gd name="csY22" fmla="*/ 126092 h 139903"/>
                <a:gd name="csX23" fmla="*/ 126842 w 130750"/>
                <a:gd name="csY23" fmla="*/ 126092 h 1399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30750" h="139903">
                  <a:moveTo>
                    <a:pt x="126842" y="126092"/>
                  </a:moveTo>
                  <a:lnTo>
                    <a:pt x="118639" y="109694"/>
                  </a:lnTo>
                  <a:lnTo>
                    <a:pt x="115561" y="95342"/>
                  </a:lnTo>
                  <a:lnTo>
                    <a:pt x="132998" y="61520"/>
                  </a:lnTo>
                  <a:lnTo>
                    <a:pt x="132998" y="52299"/>
                  </a:lnTo>
                  <a:lnTo>
                    <a:pt x="120692" y="20010"/>
                  </a:lnTo>
                  <a:lnTo>
                    <a:pt x="97617" y="20010"/>
                  </a:lnTo>
                  <a:lnTo>
                    <a:pt x="85310" y="29238"/>
                  </a:lnTo>
                  <a:lnTo>
                    <a:pt x="68393" y="13860"/>
                  </a:lnTo>
                  <a:lnTo>
                    <a:pt x="54547" y="12327"/>
                  </a:lnTo>
                  <a:lnTo>
                    <a:pt x="42240" y="1560"/>
                  </a:lnTo>
                  <a:lnTo>
                    <a:pt x="29940" y="13860"/>
                  </a:lnTo>
                  <a:lnTo>
                    <a:pt x="9937" y="16938"/>
                  </a:lnTo>
                  <a:lnTo>
                    <a:pt x="14555" y="44610"/>
                  </a:lnTo>
                  <a:lnTo>
                    <a:pt x="8398" y="67670"/>
                  </a:lnTo>
                  <a:lnTo>
                    <a:pt x="2248" y="76892"/>
                  </a:lnTo>
                  <a:lnTo>
                    <a:pt x="2248" y="101492"/>
                  </a:lnTo>
                  <a:lnTo>
                    <a:pt x="20705" y="110720"/>
                  </a:lnTo>
                  <a:lnTo>
                    <a:pt x="22244" y="123013"/>
                  </a:lnTo>
                  <a:lnTo>
                    <a:pt x="16087" y="141463"/>
                  </a:lnTo>
                  <a:lnTo>
                    <a:pt x="40701" y="138392"/>
                  </a:lnTo>
                  <a:lnTo>
                    <a:pt x="69925" y="130702"/>
                  </a:lnTo>
                  <a:lnTo>
                    <a:pt x="96078" y="126092"/>
                  </a:lnTo>
                  <a:lnTo>
                    <a:pt x="126842" y="1260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4" name="Forme libre : forme 402">
              <a:extLst>
                <a:ext uri="{FF2B5EF4-FFF2-40B4-BE49-F238E27FC236}">
                  <a16:creationId xmlns:a16="http://schemas.microsoft.com/office/drawing/2014/main" id="{85FAF8DA-F719-0572-D0EF-D38BC473DEA9}"/>
                </a:ext>
              </a:extLst>
            </p:cNvPr>
            <p:cNvSpPr/>
            <p:nvPr/>
          </p:nvSpPr>
          <p:spPr>
            <a:xfrm>
              <a:off x="5785956" y="4350213"/>
              <a:ext cx="153824" cy="248543"/>
            </a:xfrm>
            <a:custGeom>
              <a:avLst/>
              <a:gdLst>
                <a:gd name="csX0" fmla="*/ 2456 w 153824"/>
                <a:gd name="csY0" fmla="*/ 195264 h 248543"/>
                <a:gd name="csX1" fmla="*/ 19374 w 153824"/>
                <a:gd name="csY1" fmla="*/ 207564 h 248543"/>
                <a:gd name="csX2" fmla="*/ 31681 w 153824"/>
                <a:gd name="csY2" fmla="*/ 222936 h 248543"/>
                <a:gd name="csX3" fmla="*/ 31681 w 153824"/>
                <a:gd name="csY3" fmla="*/ 242925 h 248543"/>
                <a:gd name="csX4" fmla="*/ 65078 w 153824"/>
                <a:gd name="csY4" fmla="*/ 242692 h 248543"/>
                <a:gd name="csX5" fmla="*/ 97305 w 153824"/>
                <a:gd name="csY5" fmla="*/ 242234 h 248543"/>
                <a:gd name="csX6" fmla="*/ 129102 w 153824"/>
                <a:gd name="csY6" fmla="*/ 241899 h 248543"/>
                <a:gd name="csX7" fmla="*/ 140376 w 153824"/>
                <a:gd name="csY7" fmla="*/ 250101 h 248543"/>
                <a:gd name="csX8" fmla="*/ 156274 w 153824"/>
                <a:gd name="csY8" fmla="*/ 230625 h 248543"/>
                <a:gd name="csX9" fmla="*/ 131667 w 153824"/>
                <a:gd name="csY9" fmla="*/ 179893 h 248543"/>
                <a:gd name="csX10" fmla="*/ 131667 w 153824"/>
                <a:gd name="csY10" fmla="*/ 166054 h 248543"/>
                <a:gd name="csX11" fmla="*/ 156281 w 153824"/>
                <a:gd name="csY11" fmla="*/ 127621 h 248543"/>
                <a:gd name="csX12" fmla="*/ 142435 w 153824"/>
                <a:gd name="csY12" fmla="*/ 103021 h 248543"/>
                <a:gd name="csX13" fmla="*/ 122439 w 153824"/>
                <a:gd name="csY13" fmla="*/ 89182 h 248543"/>
                <a:gd name="csX14" fmla="*/ 125517 w 153824"/>
                <a:gd name="csY14" fmla="*/ 75350 h 248543"/>
                <a:gd name="csX15" fmla="*/ 148585 w 153824"/>
                <a:gd name="csY15" fmla="*/ 69200 h 248543"/>
                <a:gd name="csX16" fmla="*/ 150124 w 153824"/>
                <a:gd name="csY16" fmla="*/ 29228 h 248543"/>
                <a:gd name="csX17" fmla="*/ 130128 w 153824"/>
                <a:gd name="csY17" fmla="*/ 3089 h 248543"/>
                <a:gd name="csX18" fmla="*/ 122439 w 153824"/>
                <a:gd name="csY18" fmla="*/ 1557 h 248543"/>
                <a:gd name="csX19" fmla="*/ 123978 w 153824"/>
                <a:gd name="csY19" fmla="*/ 12318 h 248543"/>
                <a:gd name="csX20" fmla="*/ 127057 w 153824"/>
                <a:gd name="csY20" fmla="*/ 46139 h 248543"/>
                <a:gd name="csX21" fmla="*/ 116282 w 153824"/>
                <a:gd name="csY21" fmla="*/ 52289 h 248543"/>
                <a:gd name="csX22" fmla="*/ 99365 w 153824"/>
                <a:gd name="csY22" fmla="*/ 83032 h 248543"/>
                <a:gd name="csX23" fmla="*/ 85519 w 153824"/>
                <a:gd name="csY23" fmla="*/ 96871 h 248543"/>
                <a:gd name="csX24" fmla="*/ 76290 w 153824"/>
                <a:gd name="csY24" fmla="*/ 136843 h 248543"/>
                <a:gd name="csX25" fmla="*/ 63983 w 153824"/>
                <a:gd name="csY25" fmla="*/ 149143 h 248543"/>
                <a:gd name="csX26" fmla="*/ 51677 w 153824"/>
                <a:gd name="csY26" fmla="*/ 135310 h 248543"/>
                <a:gd name="csX27" fmla="*/ 36298 w 153824"/>
                <a:gd name="csY27" fmla="*/ 135310 h 248543"/>
                <a:gd name="csX28" fmla="*/ 10145 w 153824"/>
                <a:gd name="csY28" fmla="*/ 167593 h 248543"/>
                <a:gd name="csX29" fmla="*/ 2456 w 153824"/>
                <a:gd name="csY29" fmla="*/ 195264 h 248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53824" h="248543">
                  <a:moveTo>
                    <a:pt x="2456" y="195264"/>
                  </a:moveTo>
                  <a:lnTo>
                    <a:pt x="19374" y="207564"/>
                  </a:lnTo>
                  <a:lnTo>
                    <a:pt x="31681" y="222936"/>
                  </a:lnTo>
                  <a:lnTo>
                    <a:pt x="31681" y="242925"/>
                  </a:lnTo>
                  <a:lnTo>
                    <a:pt x="65078" y="242692"/>
                  </a:lnTo>
                  <a:lnTo>
                    <a:pt x="97305" y="242234"/>
                  </a:lnTo>
                  <a:lnTo>
                    <a:pt x="129102" y="241899"/>
                  </a:lnTo>
                  <a:lnTo>
                    <a:pt x="140376" y="250101"/>
                  </a:lnTo>
                  <a:lnTo>
                    <a:pt x="156274" y="230625"/>
                  </a:lnTo>
                  <a:lnTo>
                    <a:pt x="131667" y="179893"/>
                  </a:lnTo>
                  <a:lnTo>
                    <a:pt x="131667" y="166054"/>
                  </a:lnTo>
                  <a:lnTo>
                    <a:pt x="156281" y="127621"/>
                  </a:lnTo>
                  <a:lnTo>
                    <a:pt x="142435" y="103021"/>
                  </a:lnTo>
                  <a:lnTo>
                    <a:pt x="122439" y="89182"/>
                  </a:lnTo>
                  <a:lnTo>
                    <a:pt x="125517" y="75350"/>
                  </a:lnTo>
                  <a:lnTo>
                    <a:pt x="148585" y="69200"/>
                  </a:lnTo>
                  <a:lnTo>
                    <a:pt x="150124" y="29228"/>
                  </a:lnTo>
                  <a:lnTo>
                    <a:pt x="130128" y="3089"/>
                  </a:lnTo>
                  <a:lnTo>
                    <a:pt x="122439" y="1557"/>
                  </a:lnTo>
                  <a:lnTo>
                    <a:pt x="123978" y="12318"/>
                  </a:lnTo>
                  <a:lnTo>
                    <a:pt x="127057" y="46139"/>
                  </a:lnTo>
                  <a:lnTo>
                    <a:pt x="116282" y="52289"/>
                  </a:lnTo>
                  <a:lnTo>
                    <a:pt x="99365" y="83032"/>
                  </a:lnTo>
                  <a:lnTo>
                    <a:pt x="85519" y="96871"/>
                  </a:lnTo>
                  <a:lnTo>
                    <a:pt x="76290" y="136843"/>
                  </a:lnTo>
                  <a:lnTo>
                    <a:pt x="63983" y="149143"/>
                  </a:lnTo>
                  <a:lnTo>
                    <a:pt x="51677" y="135310"/>
                  </a:lnTo>
                  <a:lnTo>
                    <a:pt x="36298" y="135310"/>
                  </a:lnTo>
                  <a:lnTo>
                    <a:pt x="10145" y="167593"/>
                  </a:lnTo>
                  <a:lnTo>
                    <a:pt x="2456" y="1952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5" name="Forme libre : forme 403">
              <a:extLst>
                <a:ext uri="{FF2B5EF4-FFF2-40B4-BE49-F238E27FC236}">
                  <a16:creationId xmlns:a16="http://schemas.microsoft.com/office/drawing/2014/main" id="{45B38F41-FF8D-6070-83B7-7D48276C1854}"/>
                </a:ext>
              </a:extLst>
            </p:cNvPr>
            <p:cNvSpPr/>
            <p:nvPr/>
          </p:nvSpPr>
          <p:spPr>
            <a:xfrm>
              <a:off x="5915174" y="4380956"/>
              <a:ext cx="277959" cy="198324"/>
            </a:xfrm>
            <a:custGeom>
              <a:avLst/>
              <a:gdLst>
                <a:gd name="csX0" fmla="*/ 27174 w 277959"/>
                <a:gd name="csY0" fmla="*/ 199881 h 198324"/>
                <a:gd name="csX1" fmla="*/ 2567 w 277959"/>
                <a:gd name="csY1" fmla="*/ 149149 h 198324"/>
                <a:gd name="csX2" fmla="*/ 2567 w 277959"/>
                <a:gd name="csY2" fmla="*/ 135310 h 198324"/>
                <a:gd name="csX3" fmla="*/ 27174 w 277959"/>
                <a:gd name="csY3" fmla="*/ 96877 h 198324"/>
                <a:gd name="csX4" fmla="*/ 91780 w 277959"/>
                <a:gd name="csY4" fmla="*/ 86117 h 198324"/>
                <a:gd name="csX5" fmla="*/ 104086 w 277959"/>
                <a:gd name="csY5" fmla="*/ 63056 h 198324"/>
                <a:gd name="csX6" fmla="*/ 130239 w 277959"/>
                <a:gd name="csY6" fmla="*/ 63056 h 198324"/>
                <a:gd name="csX7" fmla="*/ 159464 w 277959"/>
                <a:gd name="csY7" fmla="*/ 32306 h 198324"/>
                <a:gd name="csX8" fmla="*/ 165614 w 277959"/>
                <a:gd name="csY8" fmla="*/ 9245 h 198324"/>
                <a:gd name="csX9" fmla="*/ 177920 w 277959"/>
                <a:gd name="csY9" fmla="*/ 1556 h 198324"/>
                <a:gd name="csX10" fmla="*/ 193306 w 277959"/>
                <a:gd name="csY10" fmla="*/ 12317 h 198324"/>
                <a:gd name="csX11" fmla="*/ 194845 w 277959"/>
                <a:gd name="csY11" fmla="*/ 20006 h 198324"/>
                <a:gd name="csX12" fmla="*/ 191766 w 277959"/>
                <a:gd name="csY12" fmla="*/ 26156 h 198324"/>
                <a:gd name="csX13" fmla="*/ 204073 w 277959"/>
                <a:gd name="csY13" fmla="*/ 43067 h 198324"/>
                <a:gd name="csX14" fmla="*/ 202534 w 277959"/>
                <a:gd name="csY14" fmla="*/ 69206 h 198324"/>
                <a:gd name="csX15" fmla="*/ 214834 w 277959"/>
                <a:gd name="csY15" fmla="*/ 73817 h 198324"/>
                <a:gd name="csX16" fmla="*/ 222530 w 277959"/>
                <a:gd name="csY16" fmla="*/ 86117 h 198324"/>
                <a:gd name="csX17" fmla="*/ 233298 w 277959"/>
                <a:gd name="csY17" fmla="*/ 89188 h 198324"/>
                <a:gd name="csX18" fmla="*/ 250215 w 277959"/>
                <a:gd name="csY18" fmla="*/ 106106 h 198324"/>
                <a:gd name="csX19" fmla="*/ 251754 w 277959"/>
                <a:gd name="csY19" fmla="*/ 121477 h 198324"/>
                <a:gd name="csX20" fmla="*/ 274829 w 277959"/>
                <a:gd name="csY20" fmla="*/ 136849 h 198324"/>
                <a:gd name="csX21" fmla="*/ 280527 w 277959"/>
                <a:gd name="csY21" fmla="*/ 146344 h 198324"/>
                <a:gd name="csX22" fmla="*/ 242526 w 277959"/>
                <a:gd name="csY22" fmla="*/ 144538 h 198324"/>
                <a:gd name="csX23" fmla="*/ 190227 w 277959"/>
                <a:gd name="csY23" fmla="*/ 164520 h 198324"/>
                <a:gd name="csX24" fmla="*/ 170224 w 277959"/>
                <a:gd name="csY24" fmla="*/ 170670 h 198324"/>
                <a:gd name="csX25" fmla="*/ 141000 w 277959"/>
                <a:gd name="csY25" fmla="*/ 164520 h 198324"/>
                <a:gd name="csX26" fmla="*/ 122543 w 277959"/>
                <a:gd name="csY26" fmla="*/ 150688 h 198324"/>
                <a:gd name="csX27" fmla="*/ 88701 w 277959"/>
                <a:gd name="csY27" fmla="*/ 156831 h 198324"/>
                <a:gd name="csX28" fmla="*/ 87162 w 277959"/>
                <a:gd name="csY28" fmla="*/ 178359 h 198324"/>
                <a:gd name="csX29" fmla="*/ 73323 w 277959"/>
                <a:gd name="csY29" fmla="*/ 179892 h 198324"/>
                <a:gd name="csX30" fmla="*/ 51788 w 277959"/>
                <a:gd name="csY30" fmla="*/ 178359 h 198324"/>
                <a:gd name="csX31" fmla="*/ 37942 w 277959"/>
                <a:gd name="csY31" fmla="*/ 184509 h 198324"/>
                <a:gd name="csX32" fmla="*/ 27174 w 277959"/>
                <a:gd name="csY32" fmla="*/ 199881 h 1983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77959" h="198324">
                  <a:moveTo>
                    <a:pt x="27174" y="199881"/>
                  </a:moveTo>
                  <a:lnTo>
                    <a:pt x="2567" y="149149"/>
                  </a:lnTo>
                  <a:lnTo>
                    <a:pt x="2567" y="135310"/>
                  </a:lnTo>
                  <a:lnTo>
                    <a:pt x="27174" y="96877"/>
                  </a:lnTo>
                  <a:lnTo>
                    <a:pt x="91780" y="86117"/>
                  </a:lnTo>
                  <a:lnTo>
                    <a:pt x="104086" y="63056"/>
                  </a:lnTo>
                  <a:lnTo>
                    <a:pt x="130239" y="63056"/>
                  </a:lnTo>
                  <a:lnTo>
                    <a:pt x="159464" y="32306"/>
                  </a:lnTo>
                  <a:lnTo>
                    <a:pt x="165614" y="9245"/>
                  </a:lnTo>
                  <a:lnTo>
                    <a:pt x="177920" y="1556"/>
                  </a:lnTo>
                  <a:lnTo>
                    <a:pt x="193306" y="12317"/>
                  </a:lnTo>
                  <a:lnTo>
                    <a:pt x="194845" y="20006"/>
                  </a:lnTo>
                  <a:lnTo>
                    <a:pt x="191766" y="26156"/>
                  </a:lnTo>
                  <a:lnTo>
                    <a:pt x="204073" y="43067"/>
                  </a:lnTo>
                  <a:lnTo>
                    <a:pt x="202534" y="69206"/>
                  </a:lnTo>
                  <a:lnTo>
                    <a:pt x="214834" y="73817"/>
                  </a:lnTo>
                  <a:lnTo>
                    <a:pt x="222530" y="86117"/>
                  </a:lnTo>
                  <a:lnTo>
                    <a:pt x="233298" y="89188"/>
                  </a:lnTo>
                  <a:lnTo>
                    <a:pt x="250215" y="106106"/>
                  </a:lnTo>
                  <a:lnTo>
                    <a:pt x="251754" y="121477"/>
                  </a:lnTo>
                  <a:lnTo>
                    <a:pt x="274829" y="136849"/>
                  </a:lnTo>
                  <a:lnTo>
                    <a:pt x="280527" y="146344"/>
                  </a:lnTo>
                  <a:lnTo>
                    <a:pt x="242526" y="144538"/>
                  </a:lnTo>
                  <a:lnTo>
                    <a:pt x="190227" y="164520"/>
                  </a:lnTo>
                  <a:lnTo>
                    <a:pt x="170224" y="170670"/>
                  </a:lnTo>
                  <a:lnTo>
                    <a:pt x="141000" y="164520"/>
                  </a:lnTo>
                  <a:lnTo>
                    <a:pt x="122543" y="150688"/>
                  </a:lnTo>
                  <a:lnTo>
                    <a:pt x="88701" y="156831"/>
                  </a:lnTo>
                  <a:lnTo>
                    <a:pt x="87162" y="178359"/>
                  </a:lnTo>
                  <a:lnTo>
                    <a:pt x="73323" y="179892"/>
                  </a:lnTo>
                  <a:lnTo>
                    <a:pt x="51788" y="178359"/>
                  </a:lnTo>
                  <a:lnTo>
                    <a:pt x="37942" y="184509"/>
                  </a:lnTo>
                  <a:lnTo>
                    <a:pt x="27174" y="1998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6" name="Forme libre : forme 404">
              <a:extLst>
                <a:ext uri="{FF2B5EF4-FFF2-40B4-BE49-F238E27FC236}">
                  <a16:creationId xmlns:a16="http://schemas.microsoft.com/office/drawing/2014/main" id="{247A3AB7-95E4-4B47-91BB-120B5F01E66E}"/>
                </a:ext>
              </a:extLst>
            </p:cNvPr>
            <p:cNvSpPr/>
            <p:nvPr/>
          </p:nvSpPr>
          <p:spPr>
            <a:xfrm>
              <a:off x="5896710" y="4116014"/>
              <a:ext cx="225093" cy="360262"/>
            </a:xfrm>
            <a:custGeom>
              <a:avLst/>
              <a:gdLst>
                <a:gd name="csX0" fmla="*/ 45617 w 225093"/>
                <a:gd name="csY0" fmla="*/ 361695 h 360262"/>
                <a:gd name="csX1" fmla="*/ 31771 w 225093"/>
                <a:gd name="csY1" fmla="*/ 337095 h 360262"/>
                <a:gd name="csX2" fmla="*/ 11775 w 225093"/>
                <a:gd name="csY2" fmla="*/ 323256 h 360262"/>
                <a:gd name="csX3" fmla="*/ 14853 w 225093"/>
                <a:gd name="csY3" fmla="*/ 309424 h 360262"/>
                <a:gd name="csX4" fmla="*/ 37928 w 225093"/>
                <a:gd name="csY4" fmla="*/ 303274 h 360262"/>
                <a:gd name="csX5" fmla="*/ 39467 w 225093"/>
                <a:gd name="csY5" fmla="*/ 263302 h 360262"/>
                <a:gd name="csX6" fmla="*/ 19471 w 225093"/>
                <a:gd name="csY6" fmla="*/ 237163 h 360262"/>
                <a:gd name="csX7" fmla="*/ 11775 w 225093"/>
                <a:gd name="csY7" fmla="*/ 235631 h 360262"/>
                <a:gd name="csX8" fmla="*/ 2546 w 225093"/>
                <a:gd name="csY8" fmla="*/ 226402 h 360262"/>
                <a:gd name="csX9" fmla="*/ 7164 w 225093"/>
                <a:gd name="csY9" fmla="*/ 198731 h 360262"/>
                <a:gd name="csX10" fmla="*/ 45617 w 225093"/>
                <a:gd name="csY10" fmla="*/ 155681 h 360262"/>
                <a:gd name="csX11" fmla="*/ 47156 w 225093"/>
                <a:gd name="csY11" fmla="*/ 94188 h 360262"/>
                <a:gd name="csX12" fmla="*/ 57924 w 225093"/>
                <a:gd name="csY12" fmla="*/ 75738 h 360262"/>
                <a:gd name="csX13" fmla="*/ 39467 w 225093"/>
                <a:gd name="csY13" fmla="*/ 52677 h 360262"/>
                <a:gd name="csX14" fmla="*/ 29725 w 225093"/>
                <a:gd name="csY14" fmla="*/ 21928 h 360262"/>
                <a:gd name="csX15" fmla="*/ 62541 w 225093"/>
                <a:gd name="csY15" fmla="*/ 1432 h 360262"/>
                <a:gd name="csX16" fmla="*/ 227640 w 225093"/>
                <a:gd name="csY16" fmla="*/ 85480 h 360262"/>
                <a:gd name="csX17" fmla="*/ 227127 w 225093"/>
                <a:gd name="csY17" fmla="*/ 177209 h 360262"/>
                <a:gd name="csX18" fmla="*/ 199442 w 225093"/>
                <a:gd name="csY18" fmla="*/ 181820 h 360262"/>
                <a:gd name="csX19" fmla="*/ 200981 w 225093"/>
                <a:gd name="csY19" fmla="*/ 197199 h 360262"/>
                <a:gd name="csX20" fmla="*/ 196363 w 225093"/>
                <a:gd name="csY20" fmla="*/ 204881 h 360262"/>
                <a:gd name="csX21" fmla="*/ 190206 w 225093"/>
                <a:gd name="csY21" fmla="*/ 235631 h 360262"/>
                <a:gd name="csX22" fmla="*/ 185596 w 225093"/>
                <a:gd name="csY22" fmla="*/ 243320 h 360262"/>
                <a:gd name="csX23" fmla="*/ 196363 w 225093"/>
                <a:gd name="csY23" fmla="*/ 254081 h 360262"/>
                <a:gd name="csX24" fmla="*/ 196363 w 225093"/>
                <a:gd name="csY24" fmla="*/ 266381 h 360262"/>
                <a:gd name="csX25" fmla="*/ 184056 w 225093"/>
                <a:gd name="csY25" fmla="*/ 274063 h 360262"/>
                <a:gd name="csX26" fmla="*/ 177900 w 225093"/>
                <a:gd name="csY26" fmla="*/ 297124 h 360262"/>
                <a:gd name="csX27" fmla="*/ 148675 w 225093"/>
                <a:gd name="csY27" fmla="*/ 327874 h 360262"/>
                <a:gd name="csX28" fmla="*/ 122529 w 225093"/>
                <a:gd name="csY28" fmla="*/ 327874 h 360262"/>
                <a:gd name="csX29" fmla="*/ 110222 w 225093"/>
                <a:gd name="csY29" fmla="*/ 350934 h 360262"/>
                <a:gd name="csX30" fmla="*/ 45617 w 225093"/>
                <a:gd name="csY30" fmla="*/ 361695 h 360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25093" h="360262">
                  <a:moveTo>
                    <a:pt x="45617" y="361695"/>
                  </a:moveTo>
                  <a:lnTo>
                    <a:pt x="31771" y="337095"/>
                  </a:lnTo>
                  <a:lnTo>
                    <a:pt x="11775" y="323256"/>
                  </a:lnTo>
                  <a:lnTo>
                    <a:pt x="14853" y="309424"/>
                  </a:lnTo>
                  <a:lnTo>
                    <a:pt x="37928" y="303274"/>
                  </a:lnTo>
                  <a:lnTo>
                    <a:pt x="39467" y="263302"/>
                  </a:lnTo>
                  <a:lnTo>
                    <a:pt x="19471" y="237163"/>
                  </a:lnTo>
                  <a:lnTo>
                    <a:pt x="11775" y="235631"/>
                  </a:lnTo>
                  <a:lnTo>
                    <a:pt x="2546" y="226402"/>
                  </a:lnTo>
                  <a:lnTo>
                    <a:pt x="7164" y="198731"/>
                  </a:lnTo>
                  <a:lnTo>
                    <a:pt x="45617" y="155681"/>
                  </a:lnTo>
                  <a:lnTo>
                    <a:pt x="47156" y="94188"/>
                  </a:lnTo>
                  <a:lnTo>
                    <a:pt x="57924" y="75738"/>
                  </a:lnTo>
                  <a:lnTo>
                    <a:pt x="39467" y="52677"/>
                  </a:lnTo>
                  <a:lnTo>
                    <a:pt x="29725" y="21928"/>
                  </a:lnTo>
                  <a:lnTo>
                    <a:pt x="62541" y="1432"/>
                  </a:lnTo>
                  <a:lnTo>
                    <a:pt x="227640" y="85480"/>
                  </a:lnTo>
                  <a:lnTo>
                    <a:pt x="227127" y="177209"/>
                  </a:lnTo>
                  <a:lnTo>
                    <a:pt x="199442" y="181820"/>
                  </a:lnTo>
                  <a:lnTo>
                    <a:pt x="200981" y="197199"/>
                  </a:lnTo>
                  <a:lnTo>
                    <a:pt x="196363" y="204881"/>
                  </a:lnTo>
                  <a:lnTo>
                    <a:pt x="190206" y="235631"/>
                  </a:lnTo>
                  <a:lnTo>
                    <a:pt x="185596" y="243320"/>
                  </a:lnTo>
                  <a:lnTo>
                    <a:pt x="196363" y="254081"/>
                  </a:lnTo>
                  <a:lnTo>
                    <a:pt x="196363" y="266381"/>
                  </a:lnTo>
                  <a:lnTo>
                    <a:pt x="184056" y="274063"/>
                  </a:lnTo>
                  <a:lnTo>
                    <a:pt x="177900" y="297124"/>
                  </a:lnTo>
                  <a:lnTo>
                    <a:pt x="148675" y="327874"/>
                  </a:lnTo>
                  <a:lnTo>
                    <a:pt x="122529" y="327874"/>
                  </a:lnTo>
                  <a:lnTo>
                    <a:pt x="110222" y="350934"/>
                  </a:lnTo>
                  <a:lnTo>
                    <a:pt x="45617" y="3616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7" name="Forme libre : forme 405">
              <a:extLst>
                <a:ext uri="{FF2B5EF4-FFF2-40B4-BE49-F238E27FC236}">
                  <a16:creationId xmlns:a16="http://schemas.microsoft.com/office/drawing/2014/main" id="{9D04F857-B19A-7628-8813-7846D64E9982}"/>
                </a:ext>
              </a:extLst>
            </p:cNvPr>
            <p:cNvSpPr/>
            <p:nvPr/>
          </p:nvSpPr>
          <p:spPr>
            <a:xfrm>
              <a:off x="5798256" y="4590890"/>
              <a:ext cx="118443" cy="146744"/>
            </a:xfrm>
            <a:custGeom>
              <a:avLst/>
              <a:gdLst>
                <a:gd name="csX0" fmla="*/ 56301 w 118443"/>
                <a:gd name="csY0" fmla="*/ 148416 h 146744"/>
                <a:gd name="csX1" fmla="*/ 33234 w 118443"/>
                <a:gd name="csY1" fmla="*/ 113056 h 146744"/>
                <a:gd name="csX2" fmla="*/ 16309 w 118443"/>
                <a:gd name="csY2" fmla="*/ 96145 h 146744"/>
                <a:gd name="csX3" fmla="*/ 2463 w 118443"/>
                <a:gd name="csY3" fmla="*/ 71545 h 146744"/>
                <a:gd name="csX4" fmla="*/ 13238 w 118443"/>
                <a:gd name="csY4" fmla="*/ 45413 h 146744"/>
                <a:gd name="csX5" fmla="*/ 11699 w 118443"/>
                <a:gd name="csY5" fmla="*/ 33113 h 146744"/>
                <a:gd name="csX6" fmla="*/ 14387 w 118443"/>
                <a:gd name="csY6" fmla="*/ 21285 h 146744"/>
                <a:gd name="csX7" fmla="*/ 53517 w 118443"/>
                <a:gd name="csY7" fmla="*/ 20922 h 146744"/>
                <a:gd name="csX8" fmla="*/ 52785 w 118443"/>
                <a:gd name="csY8" fmla="*/ 2130 h 146744"/>
                <a:gd name="csX9" fmla="*/ 85013 w 118443"/>
                <a:gd name="csY9" fmla="*/ 1672 h 146744"/>
                <a:gd name="csX10" fmla="*/ 79889 w 118443"/>
                <a:gd name="csY10" fmla="*/ 16715 h 146744"/>
                <a:gd name="csX11" fmla="*/ 98346 w 118443"/>
                <a:gd name="csY11" fmla="*/ 31061 h 146744"/>
                <a:gd name="csX12" fmla="*/ 114757 w 118443"/>
                <a:gd name="csY12" fmla="*/ 23884 h 146744"/>
                <a:gd name="csX13" fmla="*/ 118855 w 118443"/>
                <a:gd name="csY13" fmla="*/ 26963 h 146744"/>
                <a:gd name="csX14" fmla="*/ 120907 w 118443"/>
                <a:gd name="csY14" fmla="*/ 42334 h 146744"/>
                <a:gd name="csX15" fmla="*/ 108600 w 118443"/>
                <a:gd name="csY15" fmla="*/ 51563 h 146744"/>
                <a:gd name="csX16" fmla="*/ 103989 w 118443"/>
                <a:gd name="csY16" fmla="*/ 65395 h 146744"/>
                <a:gd name="csX17" fmla="*/ 108600 w 118443"/>
                <a:gd name="csY17" fmla="*/ 71545 h 146744"/>
                <a:gd name="csX18" fmla="*/ 114757 w 118443"/>
                <a:gd name="csY18" fmla="*/ 73084 h 146744"/>
                <a:gd name="csX19" fmla="*/ 108600 w 118443"/>
                <a:gd name="csY19" fmla="*/ 113056 h 146744"/>
                <a:gd name="csX20" fmla="*/ 93222 w 118443"/>
                <a:gd name="csY20" fmla="*/ 103834 h 146744"/>
                <a:gd name="csX21" fmla="*/ 83993 w 118443"/>
                <a:gd name="csY21" fmla="*/ 89995 h 146744"/>
                <a:gd name="csX22" fmla="*/ 68608 w 118443"/>
                <a:gd name="csY22" fmla="*/ 86917 h 146744"/>
                <a:gd name="csX23" fmla="*/ 67069 w 118443"/>
                <a:gd name="csY23" fmla="*/ 96145 h 146744"/>
                <a:gd name="csX24" fmla="*/ 62458 w 118443"/>
                <a:gd name="csY24" fmla="*/ 108445 h 146744"/>
                <a:gd name="csX25" fmla="*/ 54762 w 118443"/>
                <a:gd name="csY25" fmla="*/ 105366 h 146744"/>
                <a:gd name="csX26" fmla="*/ 57841 w 118443"/>
                <a:gd name="csY26" fmla="*/ 116127 h 146744"/>
                <a:gd name="csX27" fmla="*/ 74758 w 118443"/>
                <a:gd name="csY27" fmla="*/ 133551 h 146744"/>
                <a:gd name="csX28" fmla="*/ 56301 w 118443"/>
                <a:gd name="csY28" fmla="*/ 148416 h 1467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18443" h="146744">
                  <a:moveTo>
                    <a:pt x="56301" y="148416"/>
                  </a:moveTo>
                  <a:lnTo>
                    <a:pt x="33234" y="113056"/>
                  </a:lnTo>
                  <a:lnTo>
                    <a:pt x="16309" y="96145"/>
                  </a:lnTo>
                  <a:lnTo>
                    <a:pt x="2463" y="71545"/>
                  </a:lnTo>
                  <a:lnTo>
                    <a:pt x="13238" y="45413"/>
                  </a:lnTo>
                  <a:lnTo>
                    <a:pt x="11699" y="33113"/>
                  </a:lnTo>
                  <a:lnTo>
                    <a:pt x="14387" y="21285"/>
                  </a:lnTo>
                  <a:lnTo>
                    <a:pt x="53517" y="20922"/>
                  </a:lnTo>
                  <a:lnTo>
                    <a:pt x="52785" y="2130"/>
                  </a:lnTo>
                  <a:lnTo>
                    <a:pt x="85013" y="1672"/>
                  </a:lnTo>
                  <a:lnTo>
                    <a:pt x="79889" y="16715"/>
                  </a:lnTo>
                  <a:lnTo>
                    <a:pt x="98346" y="31061"/>
                  </a:lnTo>
                  <a:lnTo>
                    <a:pt x="114757" y="23884"/>
                  </a:lnTo>
                  <a:lnTo>
                    <a:pt x="118855" y="26963"/>
                  </a:lnTo>
                  <a:lnTo>
                    <a:pt x="120907" y="42334"/>
                  </a:lnTo>
                  <a:lnTo>
                    <a:pt x="108600" y="51563"/>
                  </a:lnTo>
                  <a:lnTo>
                    <a:pt x="103989" y="65395"/>
                  </a:lnTo>
                  <a:lnTo>
                    <a:pt x="108600" y="71545"/>
                  </a:lnTo>
                  <a:lnTo>
                    <a:pt x="114757" y="73084"/>
                  </a:lnTo>
                  <a:lnTo>
                    <a:pt x="108600" y="113056"/>
                  </a:lnTo>
                  <a:lnTo>
                    <a:pt x="93222" y="103834"/>
                  </a:lnTo>
                  <a:lnTo>
                    <a:pt x="83993" y="89995"/>
                  </a:lnTo>
                  <a:lnTo>
                    <a:pt x="68608" y="86917"/>
                  </a:lnTo>
                  <a:lnTo>
                    <a:pt x="67069" y="96145"/>
                  </a:lnTo>
                  <a:lnTo>
                    <a:pt x="62458" y="108445"/>
                  </a:lnTo>
                  <a:lnTo>
                    <a:pt x="54762" y="105366"/>
                  </a:lnTo>
                  <a:lnTo>
                    <a:pt x="57841" y="116127"/>
                  </a:lnTo>
                  <a:lnTo>
                    <a:pt x="74758" y="133551"/>
                  </a:lnTo>
                  <a:lnTo>
                    <a:pt x="56301" y="1484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8" name="Forme libre : forme 406">
              <a:extLst>
                <a:ext uri="{FF2B5EF4-FFF2-40B4-BE49-F238E27FC236}">
                  <a16:creationId xmlns:a16="http://schemas.microsoft.com/office/drawing/2014/main" id="{4FFF1F32-F6EE-358D-A3DD-577AEA276176}"/>
                </a:ext>
              </a:extLst>
            </p:cNvPr>
            <p:cNvSpPr/>
            <p:nvPr/>
          </p:nvSpPr>
          <p:spPr>
            <a:xfrm>
              <a:off x="5856705" y="4768897"/>
              <a:ext cx="268163" cy="261357"/>
            </a:xfrm>
            <a:custGeom>
              <a:avLst/>
              <a:gdLst>
                <a:gd name="csX0" fmla="*/ 4065 w 268163"/>
                <a:gd name="csY0" fmla="*/ 250353 h 261357"/>
                <a:gd name="csX1" fmla="*/ 2526 w 268163"/>
                <a:gd name="csY1" fmla="*/ 230370 h 261357"/>
                <a:gd name="csX2" fmla="*/ 5604 w 268163"/>
                <a:gd name="csY2" fmla="*/ 210381 h 261357"/>
                <a:gd name="csX3" fmla="*/ 24061 w 268163"/>
                <a:gd name="csY3" fmla="*/ 156571 h 261357"/>
                <a:gd name="csX4" fmla="*/ 36368 w 268163"/>
                <a:gd name="csY4" fmla="*/ 148888 h 261357"/>
                <a:gd name="csX5" fmla="*/ 48675 w 268163"/>
                <a:gd name="csY5" fmla="*/ 124288 h 261357"/>
                <a:gd name="csX6" fmla="*/ 42525 w 268163"/>
                <a:gd name="csY6" fmla="*/ 102760 h 261357"/>
                <a:gd name="csX7" fmla="*/ 36368 w 268163"/>
                <a:gd name="csY7" fmla="*/ 84317 h 261357"/>
                <a:gd name="csX8" fmla="*/ 36368 w 268163"/>
                <a:gd name="csY8" fmla="*/ 44339 h 261357"/>
                <a:gd name="csX9" fmla="*/ 28679 w 268163"/>
                <a:gd name="csY9" fmla="*/ 32046 h 261357"/>
                <a:gd name="csX10" fmla="*/ 20990 w 268163"/>
                <a:gd name="csY10" fmla="*/ 15128 h 261357"/>
                <a:gd name="csX11" fmla="*/ 22529 w 268163"/>
                <a:gd name="csY11" fmla="*/ 4367 h 261357"/>
                <a:gd name="csX12" fmla="*/ 109696 w 268163"/>
                <a:gd name="csY12" fmla="*/ 1809 h 261357"/>
                <a:gd name="csX13" fmla="*/ 123022 w 268163"/>
                <a:gd name="csY13" fmla="*/ 20259 h 261357"/>
                <a:gd name="csX14" fmla="*/ 133276 w 268163"/>
                <a:gd name="csY14" fmla="*/ 43833 h 261357"/>
                <a:gd name="csX15" fmla="*/ 168145 w 268163"/>
                <a:gd name="csY15" fmla="*/ 40761 h 261357"/>
                <a:gd name="csX16" fmla="*/ 169171 w 268163"/>
                <a:gd name="csY16" fmla="*/ 22311 h 261357"/>
                <a:gd name="csX17" fmla="*/ 190706 w 268163"/>
                <a:gd name="csY17" fmla="*/ 19233 h 261357"/>
                <a:gd name="csX18" fmla="*/ 205058 w 268163"/>
                <a:gd name="csY18" fmla="*/ 27435 h 261357"/>
                <a:gd name="csX19" fmla="*/ 223522 w 268163"/>
                <a:gd name="csY19" fmla="*/ 31533 h 261357"/>
                <a:gd name="csX20" fmla="*/ 226593 w 268163"/>
                <a:gd name="csY20" fmla="*/ 89954 h 261357"/>
                <a:gd name="csX21" fmla="*/ 235822 w 268163"/>
                <a:gd name="csY21" fmla="*/ 111475 h 261357"/>
                <a:gd name="csX22" fmla="*/ 267611 w 268163"/>
                <a:gd name="csY22" fmla="*/ 111482 h 261357"/>
                <a:gd name="csX23" fmla="*/ 270690 w 268163"/>
                <a:gd name="csY23" fmla="*/ 117632 h 261357"/>
                <a:gd name="csX24" fmla="*/ 266585 w 268163"/>
                <a:gd name="csY24" fmla="*/ 149401 h 261357"/>
                <a:gd name="csX25" fmla="*/ 226593 w 268163"/>
                <a:gd name="csY25" fmla="*/ 150428 h 261357"/>
                <a:gd name="csX26" fmla="*/ 228646 w 268163"/>
                <a:gd name="csY26" fmla="*/ 230370 h 261357"/>
                <a:gd name="csX27" fmla="*/ 244024 w 268163"/>
                <a:gd name="csY27" fmla="*/ 244723 h 261357"/>
                <a:gd name="csX28" fmla="*/ 226593 w 268163"/>
                <a:gd name="csY28" fmla="*/ 257016 h 261357"/>
                <a:gd name="csX29" fmla="*/ 203006 w 268163"/>
                <a:gd name="csY29" fmla="*/ 258042 h 261357"/>
                <a:gd name="csX30" fmla="*/ 179418 w 268163"/>
                <a:gd name="csY30" fmla="*/ 263166 h 261357"/>
                <a:gd name="csX31" fmla="*/ 159935 w 268163"/>
                <a:gd name="csY31" fmla="*/ 257016 h 261357"/>
                <a:gd name="csX32" fmla="*/ 140452 w 268163"/>
                <a:gd name="csY32" fmla="*/ 244716 h 261357"/>
                <a:gd name="csX33" fmla="*/ 75847 w 268163"/>
                <a:gd name="csY33" fmla="*/ 243690 h 261357"/>
                <a:gd name="csX34" fmla="*/ 53286 w 268163"/>
                <a:gd name="csY34" fmla="*/ 251892 h 261357"/>
                <a:gd name="csX35" fmla="*/ 44057 w 268163"/>
                <a:gd name="csY35" fmla="*/ 242664 h 261357"/>
                <a:gd name="csX36" fmla="*/ 20470 w 268163"/>
                <a:gd name="csY36" fmla="*/ 242664 h 261357"/>
                <a:gd name="csX37" fmla="*/ 4065 w 268163"/>
                <a:gd name="csY37" fmla="*/ 250353 h 261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268163" h="261357">
                  <a:moveTo>
                    <a:pt x="4065" y="250353"/>
                  </a:moveTo>
                  <a:lnTo>
                    <a:pt x="2526" y="230370"/>
                  </a:lnTo>
                  <a:lnTo>
                    <a:pt x="5604" y="210381"/>
                  </a:lnTo>
                  <a:lnTo>
                    <a:pt x="24061" y="156571"/>
                  </a:lnTo>
                  <a:lnTo>
                    <a:pt x="36368" y="148888"/>
                  </a:lnTo>
                  <a:lnTo>
                    <a:pt x="48675" y="124288"/>
                  </a:lnTo>
                  <a:lnTo>
                    <a:pt x="42525" y="102760"/>
                  </a:lnTo>
                  <a:lnTo>
                    <a:pt x="36368" y="84317"/>
                  </a:lnTo>
                  <a:lnTo>
                    <a:pt x="36368" y="44339"/>
                  </a:lnTo>
                  <a:lnTo>
                    <a:pt x="28679" y="32046"/>
                  </a:lnTo>
                  <a:lnTo>
                    <a:pt x="20990" y="15128"/>
                  </a:lnTo>
                  <a:lnTo>
                    <a:pt x="22529" y="4367"/>
                  </a:lnTo>
                  <a:lnTo>
                    <a:pt x="109696" y="1809"/>
                  </a:lnTo>
                  <a:lnTo>
                    <a:pt x="123022" y="20259"/>
                  </a:lnTo>
                  <a:lnTo>
                    <a:pt x="133276" y="43833"/>
                  </a:lnTo>
                  <a:lnTo>
                    <a:pt x="168145" y="40761"/>
                  </a:lnTo>
                  <a:lnTo>
                    <a:pt x="169171" y="22311"/>
                  </a:lnTo>
                  <a:lnTo>
                    <a:pt x="190706" y="19233"/>
                  </a:lnTo>
                  <a:lnTo>
                    <a:pt x="205058" y="27435"/>
                  </a:lnTo>
                  <a:lnTo>
                    <a:pt x="223522" y="31533"/>
                  </a:lnTo>
                  <a:lnTo>
                    <a:pt x="226593" y="89954"/>
                  </a:lnTo>
                  <a:lnTo>
                    <a:pt x="235822" y="111475"/>
                  </a:lnTo>
                  <a:lnTo>
                    <a:pt x="267611" y="111482"/>
                  </a:lnTo>
                  <a:lnTo>
                    <a:pt x="270690" y="117632"/>
                  </a:lnTo>
                  <a:lnTo>
                    <a:pt x="266585" y="149401"/>
                  </a:lnTo>
                  <a:lnTo>
                    <a:pt x="226593" y="150428"/>
                  </a:lnTo>
                  <a:lnTo>
                    <a:pt x="228646" y="230370"/>
                  </a:lnTo>
                  <a:lnTo>
                    <a:pt x="244024" y="244723"/>
                  </a:lnTo>
                  <a:lnTo>
                    <a:pt x="226593" y="257016"/>
                  </a:lnTo>
                  <a:lnTo>
                    <a:pt x="203006" y="258042"/>
                  </a:lnTo>
                  <a:lnTo>
                    <a:pt x="179418" y="263166"/>
                  </a:lnTo>
                  <a:lnTo>
                    <a:pt x="159935" y="257016"/>
                  </a:lnTo>
                  <a:lnTo>
                    <a:pt x="140452" y="244716"/>
                  </a:lnTo>
                  <a:lnTo>
                    <a:pt x="75847" y="243690"/>
                  </a:lnTo>
                  <a:lnTo>
                    <a:pt x="53286" y="251892"/>
                  </a:lnTo>
                  <a:lnTo>
                    <a:pt x="44057" y="242664"/>
                  </a:lnTo>
                  <a:lnTo>
                    <a:pt x="20470" y="242664"/>
                  </a:lnTo>
                  <a:lnTo>
                    <a:pt x="4065" y="2503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29" name="Forme libre : forme 407">
              <a:extLst>
                <a:ext uri="{FF2B5EF4-FFF2-40B4-BE49-F238E27FC236}">
                  <a16:creationId xmlns:a16="http://schemas.microsoft.com/office/drawing/2014/main" id="{6E92987C-CD4C-2C64-C99D-0B3444592357}"/>
                </a:ext>
              </a:extLst>
            </p:cNvPr>
            <p:cNvSpPr/>
            <p:nvPr/>
          </p:nvSpPr>
          <p:spPr>
            <a:xfrm>
              <a:off x="5866706" y="4523938"/>
              <a:ext cx="397628" cy="407923"/>
            </a:xfrm>
            <a:custGeom>
              <a:avLst/>
              <a:gdLst>
                <a:gd name="csX0" fmla="*/ 398195 w 397628"/>
                <a:gd name="csY0" fmla="*/ 289718 h 407923"/>
                <a:gd name="csX1" fmla="*/ 375634 w 397628"/>
                <a:gd name="csY1" fmla="*/ 297921 h 407923"/>
                <a:gd name="csX2" fmla="*/ 363327 w 397628"/>
                <a:gd name="csY2" fmla="*/ 303044 h 407923"/>
                <a:gd name="csX3" fmla="*/ 354099 w 397628"/>
                <a:gd name="csY3" fmla="*/ 313292 h 407923"/>
                <a:gd name="csX4" fmla="*/ 343844 w 397628"/>
                <a:gd name="csY4" fmla="*/ 364537 h 407923"/>
                <a:gd name="csX5" fmla="*/ 355125 w 397628"/>
                <a:gd name="csY5" fmla="*/ 377864 h 407923"/>
                <a:gd name="csX6" fmla="*/ 364353 w 397628"/>
                <a:gd name="csY6" fmla="*/ 378890 h 407923"/>
                <a:gd name="csX7" fmla="*/ 371530 w 397628"/>
                <a:gd name="csY7" fmla="*/ 369661 h 407923"/>
                <a:gd name="csX8" fmla="*/ 378713 w 397628"/>
                <a:gd name="csY8" fmla="*/ 373759 h 407923"/>
                <a:gd name="csX9" fmla="*/ 377686 w 397628"/>
                <a:gd name="csY9" fmla="*/ 403483 h 407923"/>
                <a:gd name="csX10" fmla="*/ 367432 w 397628"/>
                <a:gd name="csY10" fmla="*/ 409633 h 407923"/>
                <a:gd name="csX11" fmla="*/ 317185 w 397628"/>
                <a:gd name="csY11" fmla="*/ 363511 h 407923"/>
                <a:gd name="csX12" fmla="*/ 307950 w 397628"/>
                <a:gd name="csY12" fmla="*/ 360440 h 407923"/>
                <a:gd name="csX13" fmla="*/ 304879 w 397628"/>
                <a:gd name="csY13" fmla="*/ 370687 h 407923"/>
                <a:gd name="csX14" fmla="*/ 295650 w 397628"/>
                <a:gd name="csY14" fmla="*/ 370687 h 407923"/>
                <a:gd name="csX15" fmla="*/ 290519 w 397628"/>
                <a:gd name="csY15" fmla="*/ 362485 h 407923"/>
                <a:gd name="csX16" fmla="*/ 281291 w 397628"/>
                <a:gd name="csY16" fmla="*/ 356335 h 407923"/>
                <a:gd name="csX17" fmla="*/ 276160 w 397628"/>
                <a:gd name="csY17" fmla="*/ 360433 h 407923"/>
                <a:gd name="csX18" fmla="*/ 267958 w 397628"/>
                <a:gd name="csY18" fmla="*/ 359414 h 407923"/>
                <a:gd name="csX19" fmla="*/ 260782 w 397628"/>
                <a:gd name="csY19" fmla="*/ 362485 h 407923"/>
                <a:gd name="csX20" fmla="*/ 257704 w 397628"/>
                <a:gd name="csY20" fmla="*/ 356335 h 407923"/>
                <a:gd name="csX21" fmla="*/ 225914 w 397628"/>
                <a:gd name="csY21" fmla="*/ 356335 h 407923"/>
                <a:gd name="csX22" fmla="*/ 216686 w 397628"/>
                <a:gd name="csY22" fmla="*/ 334814 h 407923"/>
                <a:gd name="csX23" fmla="*/ 213614 w 397628"/>
                <a:gd name="csY23" fmla="*/ 276392 h 407923"/>
                <a:gd name="csX24" fmla="*/ 195150 w 397628"/>
                <a:gd name="csY24" fmla="*/ 272295 h 407923"/>
                <a:gd name="csX25" fmla="*/ 180798 w 397628"/>
                <a:gd name="csY25" fmla="*/ 264092 h 407923"/>
                <a:gd name="csX26" fmla="*/ 159263 w 397628"/>
                <a:gd name="csY26" fmla="*/ 267164 h 407923"/>
                <a:gd name="csX27" fmla="*/ 158237 w 397628"/>
                <a:gd name="csY27" fmla="*/ 285614 h 407923"/>
                <a:gd name="csX28" fmla="*/ 123369 w 397628"/>
                <a:gd name="csY28" fmla="*/ 288685 h 407923"/>
                <a:gd name="csX29" fmla="*/ 113114 w 397628"/>
                <a:gd name="csY29" fmla="*/ 265112 h 407923"/>
                <a:gd name="csX30" fmla="*/ 99788 w 397628"/>
                <a:gd name="csY30" fmla="*/ 246669 h 407923"/>
                <a:gd name="csX31" fmla="*/ 12621 w 397628"/>
                <a:gd name="csY31" fmla="*/ 249227 h 407923"/>
                <a:gd name="csX32" fmla="*/ 2620 w 397628"/>
                <a:gd name="csY32" fmla="*/ 239232 h 407923"/>
                <a:gd name="csX33" fmla="*/ 19797 w 397628"/>
                <a:gd name="csY33" fmla="*/ 233342 h 407923"/>
                <a:gd name="csX34" fmla="*/ 22876 w 397628"/>
                <a:gd name="csY34" fmla="*/ 226166 h 407923"/>
                <a:gd name="csX35" fmla="*/ 32104 w 397628"/>
                <a:gd name="csY35" fmla="*/ 214892 h 407923"/>
                <a:gd name="csX36" fmla="*/ 39280 w 397628"/>
                <a:gd name="csY36" fmla="*/ 213866 h 407923"/>
                <a:gd name="csX37" fmla="*/ 40306 w 397628"/>
                <a:gd name="csY37" fmla="*/ 225140 h 407923"/>
                <a:gd name="csX38" fmla="*/ 78246 w 397628"/>
                <a:gd name="csY38" fmla="*/ 206697 h 407923"/>
                <a:gd name="csX39" fmla="*/ 92605 w 397628"/>
                <a:gd name="csY39" fmla="*/ 152373 h 407923"/>
                <a:gd name="csX40" fmla="*/ 109016 w 397628"/>
                <a:gd name="csY40" fmla="*/ 143145 h 407923"/>
                <a:gd name="csX41" fmla="*/ 120297 w 397628"/>
                <a:gd name="csY41" fmla="*/ 113428 h 407923"/>
                <a:gd name="csX42" fmla="*/ 122349 w 397628"/>
                <a:gd name="csY42" fmla="*/ 76528 h 407923"/>
                <a:gd name="csX43" fmla="*/ 135682 w 397628"/>
                <a:gd name="csY43" fmla="*/ 61157 h 407923"/>
                <a:gd name="csX44" fmla="*/ 135682 w 397628"/>
                <a:gd name="csY44" fmla="*/ 35531 h 407923"/>
                <a:gd name="csX45" fmla="*/ 137215 w 397628"/>
                <a:gd name="csY45" fmla="*/ 14009 h 407923"/>
                <a:gd name="csX46" fmla="*/ 171057 w 397628"/>
                <a:gd name="csY46" fmla="*/ 7859 h 407923"/>
                <a:gd name="csX47" fmla="*/ 189513 w 397628"/>
                <a:gd name="csY47" fmla="*/ 21691 h 407923"/>
                <a:gd name="csX48" fmla="*/ 218745 w 397628"/>
                <a:gd name="csY48" fmla="*/ 27841 h 407923"/>
                <a:gd name="csX49" fmla="*/ 238741 w 397628"/>
                <a:gd name="csY49" fmla="*/ 21691 h 407923"/>
                <a:gd name="csX50" fmla="*/ 291039 w 397628"/>
                <a:gd name="csY50" fmla="*/ 1709 h 407923"/>
                <a:gd name="csX51" fmla="*/ 329041 w 397628"/>
                <a:gd name="csY51" fmla="*/ 3522 h 407923"/>
                <a:gd name="csX52" fmla="*/ 337181 w 397628"/>
                <a:gd name="csY52" fmla="*/ 17088 h 407923"/>
                <a:gd name="csX53" fmla="*/ 347949 w 397628"/>
                <a:gd name="csY53" fmla="*/ 17088 h 407923"/>
                <a:gd name="csX54" fmla="*/ 352567 w 397628"/>
                <a:gd name="csY54" fmla="*/ 12477 h 407923"/>
                <a:gd name="csX55" fmla="*/ 366413 w 397628"/>
                <a:gd name="csY55" fmla="*/ 17088 h 407923"/>
                <a:gd name="csX56" fmla="*/ 377173 w 397628"/>
                <a:gd name="csY56" fmla="*/ 15548 h 407923"/>
                <a:gd name="csX57" fmla="*/ 394098 w 397628"/>
                <a:gd name="csY57" fmla="*/ 35537 h 407923"/>
                <a:gd name="csX58" fmla="*/ 400248 w 397628"/>
                <a:gd name="csY58" fmla="*/ 58085 h 407923"/>
                <a:gd name="csX59" fmla="*/ 395124 w 397628"/>
                <a:gd name="csY59" fmla="*/ 77554 h 407923"/>
                <a:gd name="csX60" fmla="*/ 371536 w 397628"/>
                <a:gd name="csY60" fmla="*/ 114454 h 407923"/>
                <a:gd name="csX61" fmla="*/ 365380 w 397628"/>
                <a:gd name="csY61" fmla="*/ 142126 h 407923"/>
                <a:gd name="csX62" fmla="*/ 364353 w 397628"/>
                <a:gd name="csY62" fmla="*/ 162628 h 407923"/>
                <a:gd name="csX63" fmla="*/ 367432 w 397628"/>
                <a:gd name="csY63" fmla="*/ 181078 h 407923"/>
                <a:gd name="csX64" fmla="*/ 374765 w 397628"/>
                <a:gd name="csY64" fmla="*/ 188808 h 407923"/>
                <a:gd name="csX65" fmla="*/ 375634 w 397628"/>
                <a:gd name="csY65" fmla="*/ 205671 h 407923"/>
                <a:gd name="csX66" fmla="*/ 372563 w 397628"/>
                <a:gd name="csY66" fmla="*/ 217971 h 407923"/>
                <a:gd name="csX67" fmla="*/ 372563 w 397628"/>
                <a:gd name="csY67" fmla="*/ 221049 h 407923"/>
                <a:gd name="csX68" fmla="*/ 374608 w 397628"/>
                <a:gd name="csY68" fmla="*/ 246669 h 407923"/>
                <a:gd name="csX69" fmla="*/ 393072 w 397628"/>
                <a:gd name="csY69" fmla="*/ 272295 h 407923"/>
                <a:gd name="csX70" fmla="*/ 398195 w 397628"/>
                <a:gd name="csY70" fmla="*/ 289718 h 4079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Lst>
              <a:rect l="l" t="t" r="r" b="b"/>
              <a:pathLst>
                <a:path w="397628" h="407923">
                  <a:moveTo>
                    <a:pt x="398195" y="289718"/>
                  </a:moveTo>
                  <a:lnTo>
                    <a:pt x="375634" y="297921"/>
                  </a:lnTo>
                  <a:lnTo>
                    <a:pt x="363327" y="303044"/>
                  </a:lnTo>
                  <a:lnTo>
                    <a:pt x="354099" y="313292"/>
                  </a:lnTo>
                  <a:lnTo>
                    <a:pt x="343844" y="364537"/>
                  </a:lnTo>
                  <a:lnTo>
                    <a:pt x="355125" y="377864"/>
                  </a:lnTo>
                  <a:lnTo>
                    <a:pt x="364353" y="378890"/>
                  </a:lnTo>
                  <a:lnTo>
                    <a:pt x="371530" y="369661"/>
                  </a:lnTo>
                  <a:lnTo>
                    <a:pt x="378713" y="373759"/>
                  </a:lnTo>
                  <a:lnTo>
                    <a:pt x="377686" y="403483"/>
                  </a:lnTo>
                  <a:lnTo>
                    <a:pt x="367432" y="409633"/>
                  </a:lnTo>
                  <a:lnTo>
                    <a:pt x="317185" y="363511"/>
                  </a:lnTo>
                  <a:lnTo>
                    <a:pt x="307950" y="360440"/>
                  </a:lnTo>
                  <a:lnTo>
                    <a:pt x="304879" y="370687"/>
                  </a:lnTo>
                  <a:lnTo>
                    <a:pt x="295650" y="370687"/>
                  </a:lnTo>
                  <a:lnTo>
                    <a:pt x="290519" y="362485"/>
                  </a:lnTo>
                  <a:lnTo>
                    <a:pt x="281291" y="356335"/>
                  </a:lnTo>
                  <a:lnTo>
                    <a:pt x="276160" y="360433"/>
                  </a:lnTo>
                  <a:lnTo>
                    <a:pt x="267958" y="359414"/>
                  </a:lnTo>
                  <a:lnTo>
                    <a:pt x="260782" y="362485"/>
                  </a:lnTo>
                  <a:lnTo>
                    <a:pt x="257704" y="356335"/>
                  </a:lnTo>
                  <a:lnTo>
                    <a:pt x="225914" y="356335"/>
                  </a:lnTo>
                  <a:lnTo>
                    <a:pt x="216686" y="334814"/>
                  </a:lnTo>
                  <a:lnTo>
                    <a:pt x="213614" y="276392"/>
                  </a:lnTo>
                  <a:lnTo>
                    <a:pt x="195150" y="272295"/>
                  </a:lnTo>
                  <a:lnTo>
                    <a:pt x="180798" y="264092"/>
                  </a:lnTo>
                  <a:lnTo>
                    <a:pt x="159263" y="267164"/>
                  </a:lnTo>
                  <a:lnTo>
                    <a:pt x="158237" y="285614"/>
                  </a:lnTo>
                  <a:lnTo>
                    <a:pt x="123369" y="288685"/>
                  </a:lnTo>
                  <a:lnTo>
                    <a:pt x="113114" y="265112"/>
                  </a:lnTo>
                  <a:lnTo>
                    <a:pt x="99788" y="246669"/>
                  </a:lnTo>
                  <a:lnTo>
                    <a:pt x="12621" y="249227"/>
                  </a:lnTo>
                  <a:lnTo>
                    <a:pt x="2620" y="239232"/>
                  </a:lnTo>
                  <a:lnTo>
                    <a:pt x="19797" y="233342"/>
                  </a:lnTo>
                  <a:lnTo>
                    <a:pt x="22876" y="226166"/>
                  </a:lnTo>
                  <a:lnTo>
                    <a:pt x="32104" y="214892"/>
                  </a:lnTo>
                  <a:lnTo>
                    <a:pt x="39280" y="213866"/>
                  </a:lnTo>
                  <a:lnTo>
                    <a:pt x="40306" y="225140"/>
                  </a:lnTo>
                  <a:lnTo>
                    <a:pt x="78246" y="206697"/>
                  </a:lnTo>
                  <a:lnTo>
                    <a:pt x="92605" y="152373"/>
                  </a:lnTo>
                  <a:lnTo>
                    <a:pt x="109016" y="143145"/>
                  </a:lnTo>
                  <a:lnTo>
                    <a:pt x="120297" y="113428"/>
                  </a:lnTo>
                  <a:lnTo>
                    <a:pt x="122349" y="76528"/>
                  </a:lnTo>
                  <a:lnTo>
                    <a:pt x="135682" y="61157"/>
                  </a:lnTo>
                  <a:lnTo>
                    <a:pt x="135682" y="35531"/>
                  </a:lnTo>
                  <a:lnTo>
                    <a:pt x="137215" y="14009"/>
                  </a:lnTo>
                  <a:lnTo>
                    <a:pt x="171057" y="7859"/>
                  </a:lnTo>
                  <a:lnTo>
                    <a:pt x="189513" y="21691"/>
                  </a:lnTo>
                  <a:lnTo>
                    <a:pt x="218745" y="27841"/>
                  </a:lnTo>
                  <a:lnTo>
                    <a:pt x="238741" y="21691"/>
                  </a:lnTo>
                  <a:lnTo>
                    <a:pt x="291039" y="1709"/>
                  </a:lnTo>
                  <a:lnTo>
                    <a:pt x="329041" y="3522"/>
                  </a:lnTo>
                  <a:lnTo>
                    <a:pt x="337181" y="17088"/>
                  </a:lnTo>
                  <a:lnTo>
                    <a:pt x="347949" y="17088"/>
                  </a:lnTo>
                  <a:lnTo>
                    <a:pt x="352567" y="12477"/>
                  </a:lnTo>
                  <a:lnTo>
                    <a:pt x="366413" y="17088"/>
                  </a:lnTo>
                  <a:lnTo>
                    <a:pt x="377173" y="15548"/>
                  </a:lnTo>
                  <a:lnTo>
                    <a:pt x="394098" y="35537"/>
                  </a:lnTo>
                  <a:lnTo>
                    <a:pt x="400248" y="58085"/>
                  </a:lnTo>
                  <a:lnTo>
                    <a:pt x="395124" y="77554"/>
                  </a:lnTo>
                  <a:lnTo>
                    <a:pt x="371536" y="114454"/>
                  </a:lnTo>
                  <a:lnTo>
                    <a:pt x="365380" y="142126"/>
                  </a:lnTo>
                  <a:lnTo>
                    <a:pt x="364353" y="162628"/>
                  </a:lnTo>
                  <a:lnTo>
                    <a:pt x="367432" y="181078"/>
                  </a:lnTo>
                  <a:lnTo>
                    <a:pt x="374765" y="188808"/>
                  </a:lnTo>
                  <a:lnTo>
                    <a:pt x="375634" y="205671"/>
                  </a:lnTo>
                  <a:lnTo>
                    <a:pt x="372563" y="217971"/>
                  </a:lnTo>
                  <a:lnTo>
                    <a:pt x="372563" y="221049"/>
                  </a:lnTo>
                  <a:lnTo>
                    <a:pt x="374608" y="246669"/>
                  </a:lnTo>
                  <a:lnTo>
                    <a:pt x="393072" y="272295"/>
                  </a:lnTo>
                  <a:lnTo>
                    <a:pt x="398195" y="2897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0" name="Forme libre : forme 408">
              <a:extLst>
                <a:ext uri="{FF2B5EF4-FFF2-40B4-BE49-F238E27FC236}">
                  <a16:creationId xmlns:a16="http://schemas.microsoft.com/office/drawing/2014/main" id="{6D104696-BB93-6BE3-4172-EA09955B6BA8}"/>
                </a:ext>
              </a:extLst>
            </p:cNvPr>
            <p:cNvSpPr/>
            <p:nvPr/>
          </p:nvSpPr>
          <p:spPr>
            <a:xfrm>
              <a:off x="5850562" y="4557759"/>
              <a:ext cx="149207" cy="193707"/>
            </a:xfrm>
            <a:custGeom>
              <a:avLst/>
              <a:gdLst>
                <a:gd name="csX0" fmla="*/ 38900 w 149207"/>
                <a:gd name="csY0" fmla="*/ 192299 h 193707"/>
                <a:gd name="csX1" fmla="*/ 48129 w 149207"/>
                <a:gd name="csY1" fmla="*/ 181025 h 193707"/>
                <a:gd name="csX2" fmla="*/ 55312 w 149207"/>
                <a:gd name="csY2" fmla="*/ 179999 h 193707"/>
                <a:gd name="csX3" fmla="*/ 56338 w 149207"/>
                <a:gd name="csY3" fmla="*/ 191273 h 193707"/>
                <a:gd name="csX4" fmla="*/ 94278 w 149207"/>
                <a:gd name="csY4" fmla="*/ 172830 h 193707"/>
                <a:gd name="csX5" fmla="*/ 108637 w 149207"/>
                <a:gd name="csY5" fmla="*/ 118506 h 193707"/>
                <a:gd name="csX6" fmla="*/ 125041 w 149207"/>
                <a:gd name="csY6" fmla="*/ 109284 h 193707"/>
                <a:gd name="csX7" fmla="*/ 136322 w 149207"/>
                <a:gd name="csY7" fmla="*/ 79561 h 193707"/>
                <a:gd name="csX8" fmla="*/ 138374 w 149207"/>
                <a:gd name="csY8" fmla="*/ 42661 h 193707"/>
                <a:gd name="csX9" fmla="*/ 151707 w 149207"/>
                <a:gd name="csY9" fmla="*/ 27289 h 193707"/>
                <a:gd name="csX10" fmla="*/ 151707 w 149207"/>
                <a:gd name="csY10" fmla="*/ 1663 h 193707"/>
                <a:gd name="csX11" fmla="*/ 137861 w 149207"/>
                <a:gd name="csY11" fmla="*/ 3202 h 193707"/>
                <a:gd name="csX12" fmla="*/ 116326 w 149207"/>
                <a:gd name="csY12" fmla="*/ 1663 h 193707"/>
                <a:gd name="csX13" fmla="*/ 102487 w 149207"/>
                <a:gd name="csY13" fmla="*/ 7813 h 193707"/>
                <a:gd name="csX14" fmla="*/ 91712 w 149207"/>
                <a:gd name="csY14" fmla="*/ 23185 h 193707"/>
                <a:gd name="csX15" fmla="*/ 75821 w 149207"/>
                <a:gd name="csY15" fmla="*/ 42661 h 193707"/>
                <a:gd name="csX16" fmla="*/ 64540 w 149207"/>
                <a:gd name="csY16" fmla="*/ 34458 h 193707"/>
                <a:gd name="csX17" fmla="*/ 32743 w 149207"/>
                <a:gd name="csY17" fmla="*/ 34794 h 193707"/>
                <a:gd name="csX18" fmla="*/ 27626 w 149207"/>
                <a:gd name="csY18" fmla="*/ 49837 h 193707"/>
                <a:gd name="csX19" fmla="*/ 46083 w 149207"/>
                <a:gd name="csY19" fmla="*/ 64182 h 193707"/>
                <a:gd name="csX20" fmla="*/ 62488 w 149207"/>
                <a:gd name="csY20" fmla="*/ 57006 h 193707"/>
                <a:gd name="csX21" fmla="*/ 66592 w 149207"/>
                <a:gd name="csY21" fmla="*/ 60084 h 193707"/>
                <a:gd name="csX22" fmla="*/ 68645 w 149207"/>
                <a:gd name="csY22" fmla="*/ 75456 h 193707"/>
                <a:gd name="csX23" fmla="*/ 56338 w 149207"/>
                <a:gd name="csY23" fmla="*/ 84684 h 193707"/>
                <a:gd name="csX24" fmla="*/ 51720 w 149207"/>
                <a:gd name="csY24" fmla="*/ 98517 h 193707"/>
                <a:gd name="csX25" fmla="*/ 56338 w 149207"/>
                <a:gd name="csY25" fmla="*/ 104667 h 193707"/>
                <a:gd name="csX26" fmla="*/ 62488 w 149207"/>
                <a:gd name="csY26" fmla="*/ 106206 h 193707"/>
                <a:gd name="csX27" fmla="*/ 56338 w 149207"/>
                <a:gd name="csY27" fmla="*/ 146177 h 193707"/>
                <a:gd name="csX28" fmla="*/ 40953 w 149207"/>
                <a:gd name="csY28" fmla="*/ 136956 h 193707"/>
                <a:gd name="csX29" fmla="*/ 31724 w 149207"/>
                <a:gd name="csY29" fmla="*/ 123117 h 193707"/>
                <a:gd name="csX30" fmla="*/ 16346 w 149207"/>
                <a:gd name="csY30" fmla="*/ 120038 h 193707"/>
                <a:gd name="csX31" fmla="*/ 14807 w 149207"/>
                <a:gd name="csY31" fmla="*/ 129267 h 193707"/>
                <a:gd name="csX32" fmla="*/ 10189 w 149207"/>
                <a:gd name="csY32" fmla="*/ 141567 h 193707"/>
                <a:gd name="csX33" fmla="*/ 2500 w 149207"/>
                <a:gd name="csY33" fmla="*/ 138488 h 193707"/>
                <a:gd name="csX34" fmla="*/ 5571 w 149207"/>
                <a:gd name="csY34" fmla="*/ 149249 h 193707"/>
                <a:gd name="csX35" fmla="*/ 22496 w 149207"/>
                <a:gd name="csY35" fmla="*/ 166673 h 193707"/>
                <a:gd name="csX36" fmla="*/ 4032 w 149207"/>
                <a:gd name="csY36" fmla="*/ 181538 h 193707"/>
                <a:gd name="csX37" fmla="*/ 8650 w 149207"/>
                <a:gd name="csY37" fmla="*/ 195370 h 193707"/>
                <a:gd name="csX38" fmla="*/ 33776 w 149207"/>
                <a:gd name="csY38" fmla="*/ 184103 h 193707"/>
                <a:gd name="csX39" fmla="*/ 37874 w 149207"/>
                <a:gd name="csY39" fmla="*/ 185123 h 193707"/>
                <a:gd name="csX40" fmla="*/ 38900 w 149207"/>
                <a:gd name="csY40" fmla="*/ 192299 h 193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49207" h="193707">
                  <a:moveTo>
                    <a:pt x="38900" y="192299"/>
                  </a:moveTo>
                  <a:lnTo>
                    <a:pt x="48129" y="181025"/>
                  </a:lnTo>
                  <a:lnTo>
                    <a:pt x="55312" y="179999"/>
                  </a:lnTo>
                  <a:lnTo>
                    <a:pt x="56338" y="191273"/>
                  </a:lnTo>
                  <a:lnTo>
                    <a:pt x="94278" y="172830"/>
                  </a:lnTo>
                  <a:lnTo>
                    <a:pt x="108637" y="118506"/>
                  </a:lnTo>
                  <a:lnTo>
                    <a:pt x="125041" y="109284"/>
                  </a:lnTo>
                  <a:lnTo>
                    <a:pt x="136322" y="79561"/>
                  </a:lnTo>
                  <a:lnTo>
                    <a:pt x="138374" y="42661"/>
                  </a:lnTo>
                  <a:lnTo>
                    <a:pt x="151707" y="27289"/>
                  </a:lnTo>
                  <a:lnTo>
                    <a:pt x="151707" y="1663"/>
                  </a:lnTo>
                  <a:lnTo>
                    <a:pt x="137861" y="3202"/>
                  </a:lnTo>
                  <a:lnTo>
                    <a:pt x="116326" y="1663"/>
                  </a:lnTo>
                  <a:lnTo>
                    <a:pt x="102487" y="7813"/>
                  </a:lnTo>
                  <a:lnTo>
                    <a:pt x="91712" y="23185"/>
                  </a:lnTo>
                  <a:lnTo>
                    <a:pt x="75821" y="42661"/>
                  </a:lnTo>
                  <a:lnTo>
                    <a:pt x="64540" y="34458"/>
                  </a:lnTo>
                  <a:lnTo>
                    <a:pt x="32743" y="34794"/>
                  </a:lnTo>
                  <a:lnTo>
                    <a:pt x="27626" y="49837"/>
                  </a:lnTo>
                  <a:lnTo>
                    <a:pt x="46083" y="64182"/>
                  </a:lnTo>
                  <a:lnTo>
                    <a:pt x="62488" y="57006"/>
                  </a:lnTo>
                  <a:lnTo>
                    <a:pt x="66592" y="60084"/>
                  </a:lnTo>
                  <a:lnTo>
                    <a:pt x="68645" y="75456"/>
                  </a:lnTo>
                  <a:lnTo>
                    <a:pt x="56338" y="84684"/>
                  </a:lnTo>
                  <a:lnTo>
                    <a:pt x="51720" y="98517"/>
                  </a:lnTo>
                  <a:lnTo>
                    <a:pt x="56338" y="104667"/>
                  </a:lnTo>
                  <a:lnTo>
                    <a:pt x="62488" y="106206"/>
                  </a:lnTo>
                  <a:lnTo>
                    <a:pt x="56338" y="146177"/>
                  </a:lnTo>
                  <a:lnTo>
                    <a:pt x="40953" y="136956"/>
                  </a:lnTo>
                  <a:lnTo>
                    <a:pt x="31724" y="123117"/>
                  </a:lnTo>
                  <a:lnTo>
                    <a:pt x="16346" y="120038"/>
                  </a:lnTo>
                  <a:lnTo>
                    <a:pt x="14807" y="129267"/>
                  </a:lnTo>
                  <a:lnTo>
                    <a:pt x="10189" y="141567"/>
                  </a:lnTo>
                  <a:lnTo>
                    <a:pt x="2500" y="138488"/>
                  </a:lnTo>
                  <a:lnTo>
                    <a:pt x="5571" y="149249"/>
                  </a:lnTo>
                  <a:lnTo>
                    <a:pt x="22496" y="166673"/>
                  </a:lnTo>
                  <a:lnTo>
                    <a:pt x="4032" y="181538"/>
                  </a:lnTo>
                  <a:lnTo>
                    <a:pt x="8650" y="195370"/>
                  </a:lnTo>
                  <a:lnTo>
                    <a:pt x="33776" y="184103"/>
                  </a:lnTo>
                  <a:lnTo>
                    <a:pt x="37874" y="185123"/>
                  </a:lnTo>
                  <a:lnTo>
                    <a:pt x="38900" y="1922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1" name="Forme libre : forme 409">
              <a:extLst>
                <a:ext uri="{FF2B5EF4-FFF2-40B4-BE49-F238E27FC236}">
                  <a16:creationId xmlns:a16="http://schemas.microsoft.com/office/drawing/2014/main" id="{AF701919-60A9-9A13-07DA-3ED1AC9EEF1E}"/>
                </a:ext>
              </a:extLst>
            </p:cNvPr>
            <p:cNvSpPr/>
            <p:nvPr/>
          </p:nvSpPr>
          <p:spPr>
            <a:xfrm>
              <a:off x="6236649" y="4652061"/>
              <a:ext cx="230730" cy="242907"/>
            </a:xfrm>
            <a:custGeom>
              <a:avLst/>
              <a:gdLst>
                <a:gd name="csX0" fmla="*/ 211974 w 230730"/>
                <a:gd name="csY0" fmla="*/ 82724 h 242907"/>
                <a:gd name="csX1" fmla="*/ 170956 w 230730"/>
                <a:gd name="csY1" fmla="*/ 62229 h 242907"/>
                <a:gd name="csX2" fmla="*/ 173008 w 230730"/>
                <a:gd name="csY2" fmla="*/ 49929 h 242907"/>
                <a:gd name="csX3" fmla="*/ 171982 w 230730"/>
                <a:gd name="csY3" fmla="*/ 41727 h 242907"/>
                <a:gd name="csX4" fmla="*/ 125833 w 230730"/>
                <a:gd name="csY4" fmla="*/ 24303 h 242907"/>
                <a:gd name="csX5" fmla="*/ 94044 w 230730"/>
                <a:gd name="csY5" fmla="*/ 2781 h 242907"/>
                <a:gd name="csX6" fmla="*/ 32517 w 230730"/>
                <a:gd name="csY6" fmla="*/ 1755 h 242907"/>
                <a:gd name="csX7" fmla="*/ 23288 w 230730"/>
                <a:gd name="csY7" fmla="*/ 5853 h 242907"/>
                <a:gd name="csX8" fmla="*/ 31490 w 230730"/>
                <a:gd name="csY8" fmla="*/ 15074 h 242907"/>
                <a:gd name="csX9" fmla="*/ 28412 w 230730"/>
                <a:gd name="csY9" fmla="*/ 23277 h 242907"/>
                <a:gd name="csX10" fmla="*/ 21236 w 230730"/>
                <a:gd name="csY10" fmla="*/ 26348 h 242907"/>
                <a:gd name="csX11" fmla="*/ 19184 w 230730"/>
                <a:gd name="csY11" fmla="*/ 36603 h 242907"/>
                <a:gd name="csX12" fmla="*/ 27393 w 230730"/>
                <a:gd name="csY12" fmla="*/ 44798 h 242907"/>
                <a:gd name="csX13" fmla="*/ 25340 w 230730"/>
                <a:gd name="csY13" fmla="*/ 58124 h 242907"/>
                <a:gd name="csX14" fmla="*/ 16112 w 230730"/>
                <a:gd name="csY14" fmla="*/ 62222 h 242907"/>
                <a:gd name="csX15" fmla="*/ 14060 w 230730"/>
                <a:gd name="csY15" fmla="*/ 71450 h 242907"/>
                <a:gd name="csX16" fmla="*/ 5858 w 230730"/>
                <a:gd name="csY16" fmla="*/ 77600 h 242907"/>
                <a:gd name="csX17" fmla="*/ 2779 w 230730"/>
                <a:gd name="csY17" fmla="*/ 89893 h 242907"/>
                <a:gd name="csX18" fmla="*/ 2779 w 230730"/>
                <a:gd name="csY18" fmla="*/ 92972 h 242907"/>
                <a:gd name="csX19" fmla="*/ 4825 w 230730"/>
                <a:gd name="csY19" fmla="*/ 118598 h 242907"/>
                <a:gd name="csX20" fmla="*/ 23288 w 230730"/>
                <a:gd name="csY20" fmla="*/ 144217 h 242907"/>
                <a:gd name="csX21" fmla="*/ 28412 w 230730"/>
                <a:gd name="csY21" fmla="*/ 161641 h 242907"/>
                <a:gd name="csX22" fmla="*/ 46869 w 230730"/>
                <a:gd name="csY22" fmla="*/ 178045 h 242907"/>
                <a:gd name="csX23" fmla="*/ 68404 w 230730"/>
                <a:gd name="csY23" fmla="*/ 187267 h 242907"/>
                <a:gd name="csX24" fmla="*/ 85841 w 230730"/>
                <a:gd name="csY24" fmla="*/ 187267 h 242907"/>
                <a:gd name="csX25" fmla="*/ 100201 w 230730"/>
                <a:gd name="csY25" fmla="*/ 191365 h 242907"/>
                <a:gd name="csX26" fmla="*/ 109429 w 230730"/>
                <a:gd name="csY26" fmla="*/ 210841 h 242907"/>
                <a:gd name="csX27" fmla="*/ 112501 w 230730"/>
                <a:gd name="csY27" fmla="*/ 237486 h 242907"/>
                <a:gd name="csX28" fmla="*/ 143264 w 230730"/>
                <a:gd name="csY28" fmla="*/ 239538 h 242907"/>
                <a:gd name="csX29" fmla="*/ 157623 w 230730"/>
                <a:gd name="csY29" fmla="*/ 244662 h 242907"/>
                <a:gd name="csX30" fmla="*/ 171975 w 230730"/>
                <a:gd name="csY30" fmla="*/ 240565 h 242907"/>
                <a:gd name="csX31" fmla="*/ 190439 w 230730"/>
                <a:gd name="csY31" fmla="*/ 237486 h 242907"/>
                <a:gd name="csX32" fmla="*/ 201720 w 230730"/>
                <a:gd name="csY32" fmla="*/ 228265 h 242907"/>
                <a:gd name="csX33" fmla="*/ 215053 w 230730"/>
                <a:gd name="csY33" fmla="*/ 222115 h 242907"/>
                <a:gd name="csX34" fmla="*/ 221203 w 230730"/>
                <a:gd name="csY34" fmla="*/ 213919 h 242907"/>
                <a:gd name="csX35" fmla="*/ 233509 w 230730"/>
                <a:gd name="csY35" fmla="*/ 208789 h 242907"/>
                <a:gd name="csX36" fmla="*/ 208896 w 230730"/>
                <a:gd name="csY36" fmla="*/ 182656 h 242907"/>
                <a:gd name="csX37" fmla="*/ 207357 w 230730"/>
                <a:gd name="csY37" fmla="*/ 154985 h 242907"/>
                <a:gd name="csX38" fmla="*/ 211974 w 230730"/>
                <a:gd name="csY38" fmla="*/ 131917 h 242907"/>
                <a:gd name="csX39" fmla="*/ 198128 w 230730"/>
                <a:gd name="csY39" fmla="*/ 119624 h 242907"/>
                <a:gd name="csX40" fmla="*/ 196589 w 230730"/>
                <a:gd name="csY40" fmla="*/ 108856 h 242907"/>
                <a:gd name="csX41" fmla="*/ 211974 w 230730"/>
                <a:gd name="csY41" fmla="*/ 82724 h 2429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230730" h="242907">
                  <a:moveTo>
                    <a:pt x="211974" y="82724"/>
                  </a:moveTo>
                  <a:lnTo>
                    <a:pt x="170956" y="62229"/>
                  </a:lnTo>
                  <a:lnTo>
                    <a:pt x="173008" y="49929"/>
                  </a:lnTo>
                  <a:lnTo>
                    <a:pt x="171982" y="41727"/>
                  </a:lnTo>
                  <a:lnTo>
                    <a:pt x="125833" y="24303"/>
                  </a:lnTo>
                  <a:lnTo>
                    <a:pt x="94044" y="2781"/>
                  </a:lnTo>
                  <a:lnTo>
                    <a:pt x="32517" y="1755"/>
                  </a:lnTo>
                  <a:lnTo>
                    <a:pt x="23288" y="5853"/>
                  </a:lnTo>
                  <a:lnTo>
                    <a:pt x="31490" y="15074"/>
                  </a:lnTo>
                  <a:lnTo>
                    <a:pt x="28412" y="23277"/>
                  </a:lnTo>
                  <a:lnTo>
                    <a:pt x="21236" y="26348"/>
                  </a:lnTo>
                  <a:lnTo>
                    <a:pt x="19184" y="36603"/>
                  </a:lnTo>
                  <a:lnTo>
                    <a:pt x="27393" y="44798"/>
                  </a:lnTo>
                  <a:lnTo>
                    <a:pt x="25340" y="58124"/>
                  </a:lnTo>
                  <a:lnTo>
                    <a:pt x="16112" y="62222"/>
                  </a:lnTo>
                  <a:lnTo>
                    <a:pt x="14060" y="71450"/>
                  </a:lnTo>
                  <a:lnTo>
                    <a:pt x="5858" y="77600"/>
                  </a:lnTo>
                  <a:lnTo>
                    <a:pt x="2779" y="89893"/>
                  </a:lnTo>
                  <a:lnTo>
                    <a:pt x="2779" y="92972"/>
                  </a:lnTo>
                  <a:lnTo>
                    <a:pt x="4825" y="118598"/>
                  </a:lnTo>
                  <a:lnTo>
                    <a:pt x="23288" y="144217"/>
                  </a:lnTo>
                  <a:lnTo>
                    <a:pt x="28412" y="161641"/>
                  </a:lnTo>
                  <a:lnTo>
                    <a:pt x="46869" y="178045"/>
                  </a:lnTo>
                  <a:lnTo>
                    <a:pt x="68404" y="187267"/>
                  </a:lnTo>
                  <a:lnTo>
                    <a:pt x="85841" y="187267"/>
                  </a:lnTo>
                  <a:lnTo>
                    <a:pt x="100201" y="191365"/>
                  </a:lnTo>
                  <a:lnTo>
                    <a:pt x="109429" y="210841"/>
                  </a:lnTo>
                  <a:lnTo>
                    <a:pt x="112501" y="237486"/>
                  </a:lnTo>
                  <a:lnTo>
                    <a:pt x="143264" y="239538"/>
                  </a:lnTo>
                  <a:lnTo>
                    <a:pt x="157623" y="244662"/>
                  </a:lnTo>
                  <a:lnTo>
                    <a:pt x="171975" y="240565"/>
                  </a:lnTo>
                  <a:lnTo>
                    <a:pt x="190439" y="237486"/>
                  </a:lnTo>
                  <a:lnTo>
                    <a:pt x="201720" y="228265"/>
                  </a:lnTo>
                  <a:lnTo>
                    <a:pt x="215053" y="222115"/>
                  </a:lnTo>
                  <a:lnTo>
                    <a:pt x="221203" y="213919"/>
                  </a:lnTo>
                  <a:lnTo>
                    <a:pt x="233509" y="208789"/>
                  </a:lnTo>
                  <a:lnTo>
                    <a:pt x="208896" y="182656"/>
                  </a:lnTo>
                  <a:lnTo>
                    <a:pt x="207357" y="154985"/>
                  </a:lnTo>
                  <a:lnTo>
                    <a:pt x="211974" y="131917"/>
                  </a:lnTo>
                  <a:lnTo>
                    <a:pt x="198128" y="119624"/>
                  </a:lnTo>
                  <a:lnTo>
                    <a:pt x="196589" y="108856"/>
                  </a:lnTo>
                  <a:lnTo>
                    <a:pt x="211974" y="827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2" name="Forme libre : forme 410">
              <a:extLst>
                <a:ext uri="{FF2B5EF4-FFF2-40B4-BE49-F238E27FC236}">
                  <a16:creationId xmlns:a16="http://schemas.microsoft.com/office/drawing/2014/main" id="{84B904B0-DAD8-9CE2-7B53-82C07E1700EB}"/>
                </a:ext>
              </a:extLst>
            </p:cNvPr>
            <p:cNvSpPr/>
            <p:nvPr/>
          </p:nvSpPr>
          <p:spPr>
            <a:xfrm>
              <a:off x="6229473" y="4539316"/>
              <a:ext cx="122035" cy="125038"/>
            </a:xfrm>
            <a:custGeom>
              <a:avLst/>
              <a:gdLst>
                <a:gd name="csX0" fmla="*/ 101181 w 122035"/>
                <a:gd name="csY0" fmla="*/ 115402 h 125038"/>
                <a:gd name="csX1" fmla="*/ 39654 w 122035"/>
                <a:gd name="csY1" fmla="*/ 114375 h 125038"/>
                <a:gd name="csX2" fmla="*/ 30425 w 122035"/>
                <a:gd name="csY2" fmla="*/ 118473 h 125038"/>
                <a:gd name="csX3" fmla="*/ 22223 w 122035"/>
                <a:gd name="csY3" fmla="*/ 116428 h 125038"/>
                <a:gd name="csX4" fmla="*/ 15040 w 122035"/>
                <a:gd name="csY4" fmla="*/ 122571 h 125038"/>
                <a:gd name="csX5" fmla="*/ 2733 w 122035"/>
                <a:gd name="csY5" fmla="*/ 126675 h 125038"/>
                <a:gd name="csX6" fmla="*/ 8890 w 122035"/>
                <a:gd name="csY6" fmla="*/ 99004 h 125038"/>
                <a:gd name="csX7" fmla="*/ 32478 w 122035"/>
                <a:gd name="csY7" fmla="*/ 62104 h 125038"/>
                <a:gd name="csX8" fmla="*/ 37602 w 122035"/>
                <a:gd name="csY8" fmla="*/ 42628 h 125038"/>
                <a:gd name="csX9" fmla="*/ 31452 w 122035"/>
                <a:gd name="csY9" fmla="*/ 20080 h 125038"/>
                <a:gd name="csX10" fmla="*/ 40680 w 122035"/>
                <a:gd name="csY10" fmla="*/ 15469 h 125038"/>
                <a:gd name="csX11" fmla="*/ 56058 w 122035"/>
                <a:gd name="csY11" fmla="*/ 20080 h 125038"/>
                <a:gd name="csX12" fmla="*/ 86822 w 122035"/>
                <a:gd name="csY12" fmla="*/ 18548 h 125038"/>
                <a:gd name="csX13" fmla="*/ 100668 w 122035"/>
                <a:gd name="csY13" fmla="*/ 1637 h 125038"/>
                <a:gd name="csX14" fmla="*/ 106312 w 122035"/>
                <a:gd name="csY14" fmla="*/ 17009 h 125038"/>
                <a:gd name="csX15" fmla="*/ 124768 w 122035"/>
                <a:gd name="csY15" fmla="*/ 47759 h 125038"/>
                <a:gd name="csX16" fmla="*/ 124768 w 122035"/>
                <a:gd name="csY16" fmla="*/ 65182 h 125038"/>
                <a:gd name="csX17" fmla="*/ 104259 w 122035"/>
                <a:gd name="csY17" fmla="*/ 81580 h 125038"/>
                <a:gd name="csX18" fmla="*/ 101181 w 122035"/>
                <a:gd name="csY18" fmla="*/ 115402 h 125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22035" h="125038">
                  <a:moveTo>
                    <a:pt x="101181" y="115402"/>
                  </a:moveTo>
                  <a:lnTo>
                    <a:pt x="39654" y="114375"/>
                  </a:lnTo>
                  <a:lnTo>
                    <a:pt x="30425" y="118473"/>
                  </a:lnTo>
                  <a:lnTo>
                    <a:pt x="22223" y="116428"/>
                  </a:lnTo>
                  <a:lnTo>
                    <a:pt x="15040" y="122571"/>
                  </a:lnTo>
                  <a:lnTo>
                    <a:pt x="2733" y="126675"/>
                  </a:lnTo>
                  <a:lnTo>
                    <a:pt x="8890" y="99004"/>
                  </a:lnTo>
                  <a:lnTo>
                    <a:pt x="32478" y="62104"/>
                  </a:lnTo>
                  <a:lnTo>
                    <a:pt x="37602" y="42628"/>
                  </a:lnTo>
                  <a:lnTo>
                    <a:pt x="31452" y="20080"/>
                  </a:lnTo>
                  <a:lnTo>
                    <a:pt x="40680" y="15469"/>
                  </a:lnTo>
                  <a:lnTo>
                    <a:pt x="56058" y="20080"/>
                  </a:lnTo>
                  <a:lnTo>
                    <a:pt x="86822" y="18548"/>
                  </a:lnTo>
                  <a:lnTo>
                    <a:pt x="100668" y="1637"/>
                  </a:lnTo>
                  <a:lnTo>
                    <a:pt x="106312" y="17009"/>
                  </a:lnTo>
                  <a:lnTo>
                    <a:pt x="124768" y="47759"/>
                  </a:lnTo>
                  <a:lnTo>
                    <a:pt x="124768" y="65182"/>
                  </a:lnTo>
                  <a:lnTo>
                    <a:pt x="104259" y="81580"/>
                  </a:lnTo>
                  <a:lnTo>
                    <a:pt x="101181" y="115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3" name="Forme libre : forme 411">
              <a:extLst>
                <a:ext uri="{FF2B5EF4-FFF2-40B4-BE49-F238E27FC236}">
                  <a16:creationId xmlns:a16="http://schemas.microsoft.com/office/drawing/2014/main" id="{7F052126-7E59-72D4-9097-E3F2D889DEFD}"/>
                </a:ext>
              </a:extLst>
            </p:cNvPr>
            <p:cNvSpPr/>
            <p:nvPr/>
          </p:nvSpPr>
          <p:spPr>
            <a:xfrm>
              <a:off x="5858244" y="5009752"/>
              <a:ext cx="299433" cy="275196"/>
            </a:xfrm>
            <a:custGeom>
              <a:avLst/>
              <a:gdLst>
                <a:gd name="csX0" fmla="*/ 99450 w 299433"/>
                <a:gd name="csY0" fmla="*/ 271004 h 275196"/>
                <a:gd name="csX1" fmla="*/ 88682 w 299433"/>
                <a:gd name="csY1" fmla="*/ 255632 h 275196"/>
                <a:gd name="csX2" fmla="*/ 79454 w 299433"/>
                <a:gd name="csY2" fmla="*/ 235643 h 275196"/>
                <a:gd name="csX3" fmla="*/ 68686 w 299433"/>
                <a:gd name="csY3" fmla="*/ 203361 h 275196"/>
                <a:gd name="csX4" fmla="*/ 60997 w 299433"/>
                <a:gd name="csY4" fmla="*/ 175683 h 275196"/>
                <a:gd name="csX5" fmla="*/ 53308 w 299433"/>
                <a:gd name="csY5" fmla="*/ 132640 h 275196"/>
                <a:gd name="csX6" fmla="*/ 50229 w 299433"/>
                <a:gd name="csY6" fmla="*/ 117261 h 275196"/>
                <a:gd name="csX7" fmla="*/ 17926 w 299433"/>
                <a:gd name="csY7" fmla="*/ 58840 h 275196"/>
                <a:gd name="csX8" fmla="*/ 16387 w 299433"/>
                <a:gd name="csY8" fmla="*/ 49618 h 275196"/>
                <a:gd name="csX9" fmla="*/ 7159 w 299433"/>
                <a:gd name="csY9" fmla="*/ 35779 h 275196"/>
                <a:gd name="csX10" fmla="*/ 2548 w 299433"/>
                <a:gd name="csY10" fmla="*/ 9647 h 275196"/>
                <a:gd name="csX11" fmla="*/ 18953 w 299433"/>
                <a:gd name="csY11" fmla="*/ 1958 h 275196"/>
                <a:gd name="csX12" fmla="*/ 42540 w 299433"/>
                <a:gd name="csY12" fmla="*/ 1958 h 275196"/>
                <a:gd name="csX13" fmla="*/ 51768 w 299433"/>
                <a:gd name="csY13" fmla="*/ 11186 h 275196"/>
                <a:gd name="csX14" fmla="*/ 74330 w 299433"/>
                <a:gd name="csY14" fmla="*/ 2984 h 275196"/>
                <a:gd name="csX15" fmla="*/ 138935 w 299433"/>
                <a:gd name="csY15" fmla="*/ 4010 h 275196"/>
                <a:gd name="csX16" fmla="*/ 158418 w 299433"/>
                <a:gd name="csY16" fmla="*/ 16310 h 275196"/>
                <a:gd name="csX17" fmla="*/ 177901 w 299433"/>
                <a:gd name="csY17" fmla="*/ 22460 h 275196"/>
                <a:gd name="csX18" fmla="*/ 201489 w 299433"/>
                <a:gd name="csY18" fmla="*/ 17336 h 275196"/>
                <a:gd name="csX19" fmla="*/ 225076 w 299433"/>
                <a:gd name="csY19" fmla="*/ 16310 h 275196"/>
                <a:gd name="csX20" fmla="*/ 242507 w 299433"/>
                <a:gd name="csY20" fmla="*/ 4010 h 275196"/>
                <a:gd name="csX21" fmla="*/ 256353 w 299433"/>
                <a:gd name="csY21" fmla="*/ 9647 h 275196"/>
                <a:gd name="csX22" fmla="*/ 280960 w 299433"/>
                <a:gd name="csY22" fmla="*/ 11186 h 275196"/>
                <a:gd name="csX23" fmla="*/ 294806 w 299433"/>
                <a:gd name="csY23" fmla="*/ 14265 h 275196"/>
                <a:gd name="csX24" fmla="*/ 301982 w 299433"/>
                <a:gd name="csY24" fmla="*/ 21434 h 275196"/>
                <a:gd name="csX25" fmla="*/ 284038 w 299433"/>
                <a:gd name="csY25" fmla="*/ 20414 h 275196"/>
                <a:gd name="csX26" fmla="*/ 260964 w 299433"/>
                <a:gd name="csY26" fmla="*/ 29636 h 275196"/>
                <a:gd name="csX27" fmla="*/ 244046 w 299433"/>
                <a:gd name="csY27" fmla="*/ 23486 h 275196"/>
                <a:gd name="csX28" fmla="*/ 204054 w 299433"/>
                <a:gd name="csY28" fmla="*/ 37318 h 275196"/>
                <a:gd name="csX29" fmla="*/ 202515 w 299433"/>
                <a:gd name="csY29" fmla="*/ 108040 h 275196"/>
                <a:gd name="csX30" fmla="*/ 180980 w 299433"/>
                <a:gd name="csY30" fmla="*/ 111118 h 275196"/>
                <a:gd name="csX31" fmla="*/ 179201 w 299433"/>
                <a:gd name="csY31" fmla="*/ 172563 h 275196"/>
                <a:gd name="csX32" fmla="*/ 176362 w 299433"/>
                <a:gd name="csY32" fmla="*/ 271004 h 275196"/>
                <a:gd name="csX33" fmla="*/ 151748 w 299433"/>
                <a:gd name="csY33" fmla="*/ 277154 h 275196"/>
                <a:gd name="csX34" fmla="*/ 136370 w 299433"/>
                <a:gd name="csY34" fmla="*/ 272543 h 275196"/>
                <a:gd name="csX35" fmla="*/ 125596 w 299433"/>
                <a:gd name="csY35" fmla="*/ 266393 h 275196"/>
                <a:gd name="csX36" fmla="*/ 119446 w 299433"/>
                <a:gd name="csY36" fmla="*/ 260243 h 275196"/>
                <a:gd name="csX37" fmla="*/ 111756 w 299433"/>
                <a:gd name="csY37" fmla="*/ 260243 h 275196"/>
                <a:gd name="csX38" fmla="*/ 99450 w 299433"/>
                <a:gd name="csY38" fmla="*/ 271004 h 2751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299433" h="275196">
                  <a:moveTo>
                    <a:pt x="99450" y="271004"/>
                  </a:moveTo>
                  <a:lnTo>
                    <a:pt x="88682" y="255632"/>
                  </a:lnTo>
                  <a:lnTo>
                    <a:pt x="79454" y="235643"/>
                  </a:lnTo>
                  <a:lnTo>
                    <a:pt x="68686" y="203361"/>
                  </a:lnTo>
                  <a:lnTo>
                    <a:pt x="60997" y="175683"/>
                  </a:lnTo>
                  <a:lnTo>
                    <a:pt x="53308" y="132640"/>
                  </a:lnTo>
                  <a:lnTo>
                    <a:pt x="50229" y="117261"/>
                  </a:lnTo>
                  <a:lnTo>
                    <a:pt x="17926" y="58840"/>
                  </a:lnTo>
                  <a:lnTo>
                    <a:pt x="16387" y="49618"/>
                  </a:lnTo>
                  <a:lnTo>
                    <a:pt x="7159" y="35779"/>
                  </a:lnTo>
                  <a:lnTo>
                    <a:pt x="2548" y="9647"/>
                  </a:lnTo>
                  <a:lnTo>
                    <a:pt x="18953" y="1958"/>
                  </a:lnTo>
                  <a:lnTo>
                    <a:pt x="42540" y="1958"/>
                  </a:lnTo>
                  <a:lnTo>
                    <a:pt x="51768" y="11186"/>
                  </a:lnTo>
                  <a:lnTo>
                    <a:pt x="74330" y="2984"/>
                  </a:lnTo>
                  <a:lnTo>
                    <a:pt x="138935" y="4010"/>
                  </a:lnTo>
                  <a:lnTo>
                    <a:pt x="158418" y="16310"/>
                  </a:lnTo>
                  <a:lnTo>
                    <a:pt x="177901" y="22460"/>
                  </a:lnTo>
                  <a:lnTo>
                    <a:pt x="201489" y="17336"/>
                  </a:lnTo>
                  <a:lnTo>
                    <a:pt x="225076" y="16310"/>
                  </a:lnTo>
                  <a:lnTo>
                    <a:pt x="242507" y="4010"/>
                  </a:lnTo>
                  <a:lnTo>
                    <a:pt x="256353" y="9647"/>
                  </a:lnTo>
                  <a:lnTo>
                    <a:pt x="280960" y="11186"/>
                  </a:lnTo>
                  <a:lnTo>
                    <a:pt x="294806" y="14265"/>
                  </a:lnTo>
                  <a:lnTo>
                    <a:pt x="301982" y="21434"/>
                  </a:lnTo>
                  <a:lnTo>
                    <a:pt x="284038" y="20414"/>
                  </a:lnTo>
                  <a:lnTo>
                    <a:pt x="260964" y="29636"/>
                  </a:lnTo>
                  <a:lnTo>
                    <a:pt x="244046" y="23486"/>
                  </a:lnTo>
                  <a:lnTo>
                    <a:pt x="204054" y="37318"/>
                  </a:lnTo>
                  <a:lnTo>
                    <a:pt x="202515" y="108040"/>
                  </a:lnTo>
                  <a:lnTo>
                    <a:pt x="180980" y="111118"/>
                  </a:lnTo>
                  <a:lnTo>
                    <a:pt x="179201" y="172563"/>
                  </a:lnTo>
                  <a:lnTo>
                    <a:pt x="176362" y="271004"/>
                  </a:lnTo>
                  <a:lnTo>
                    <a:pt x="151748" y="277154"/>
                  </a:lnTo>
                  <a:lnTo>
                    <a:pt x="136370" y="272543"/>
                  </a:lnTo>
                  <a:lnTo>
                    <a:pt x="125596" y="266393"/>
                  </a:lnTo>
                  <a:lnTo>
                    <a:pt x="119446" y="260243"/>
                  </a:lnTo>
                  <a:lnTo>
                    <a:pt x="111756" y="260243"/>
                  </a:lnTo>
                  <a:lnTo>
                    <a:pt x="99450" y="2710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4" name="Forme libre : forme 412">
              <a:extLst>
                <a:ext uri="{FF2B5EF4-FFF2-40B4-BE49-F238E27FC236}">
                  <a16:creationId xmlns:a16="http://schemas.microsoft.com/office/drawing/2014/main" id="{441ABADD-A864-8799-1BEB-02D52F8D5935}"/>
                </a:ext>
              </a:extLst>
            </p:cNvPr>
            <p:cNvSpPr/>
            <p:nvPr/>
          </p:nvSpPr>
          <p:spPr>
            <a:xfrm>
              <a:off x="6034897" y="5028209"/>
              <a:ext cx="180210" cy="204467"/>
            </a:xfrm>
            <a:custGeom>
              <a:avLst/>
              <a:gdLst>
                <a:gd name="csX0" fmla="*/ 182850 w 180210"/>
                <a:gd name="csY0" fmla="*/ 98821 h 204467"/>
                <a:gd name="csX1" fmla="*/ 173622 w 180210"/>
                <a:gd name="csY1" fmla="*/ 84982 h 204467"/>
                <a:gd name="csX2" fmla="*/ 161315 w 180210"/>
                <a:gd name="csY2" fmla="*/ 55771 h 204467"/>
                <a:gd name="csX3" fmla="*/ 158237 w 180210"/>
                <a:gd name="csY3" fmla="*/ 41939 h 204467"/>
                <a:gd name="csX4" fmla="*/ 125934 w 180210"/>
                <a:gd name="csY4" fmla="*/ 17339 h 204467"/>
                <a:gd name="csX5" fmla="*/ 125428 w 180210"/>
                <a:gd name="csY5" fmla="*/ 2987 h 204467"/>
                <a:gd name="csX6" fmla="*/ 107477 w 180210"/>
                <a:gd name="csY6" fmla="*/ 1967 h 204467"/>
                <a:gd name="csX7" fmla="*/ 84403 w 180210"/>
                <a:gd name="csY7" fmla="*/ 11189 h 204467"/>
                <a:gd name="csX8" fmla="*/ 67485 w 180210"/>
                <a:gd name="csY8" fmla="*/ 5039 h 204467"/>
                <a:gd name="csX9" fmla="*/ 27493 w 180210"/>
                <a:gd name="csY9" fmla="*/ 18871 h 204467"/>
                <a:gd name="csX10" fmla="*/ 25954 w 180210"/>
                <a:gd name="csY10" fmla="*/ 89593 h 204467"/>
                <a:gd name="csX11" fmla="*/ 4419 w 180210"/>
                <a:gd name="csY11" fmla="*/ 92671 h 204467"/>
                <a:gd name="csX12" fmla="*/ 2640 w 180210"/>
                <a:gd name="csY12" fmla="*/ 154116 h 204467"/>
                <a:gd name="csX13" fmla="*/ 16726 w 180210"/>
                <a:gd name="csY13" fmla="*/ 169542 h 204467"/>
                <a:gd name="csX14" fmla="*/ 24408 w 180210"/>
                <a:gd name="csY14" fmla="*/ 206435 h 204467"/>
                <a:gd name="csX15" fmla="*/ 44411 w 180210"/>
                <a:gd name="csY15" fmla="*/ 206435 h 204467"/>
                <a:gd name="csX16" fmla="*/ 70557 w 180210"/>
                <a:gd name="csY16" fmla="*/ 175692 h 204467"/>
                <a:gd name="csX17" fmla="*/ 82864 w 180210"/>
                <a:gd name="csY17" fmla="*/ 174153 h 204467"/>
                <a:gd name="csX18" fmla="*/ 93631 w 180210"/>
                <a:gd name="csY18" fmla="*/ 181842 h 204467"/>
                <a:gd name="csX19" fmla="*/ 112088 w 180210"/>
                <a:gd name="csY19" fmla="*/ 180303 h 204467"/>
                <a:gd name="csX20" fmla="*/ 127473 w 180210"/>
                <a:gd name="csY20" fmla="*/ 163392 h 204467"/>
                <a:gd name="csX21" fmla="*/ 130552 w 180210"/>
                <a:gd name="csY21" fmla="*/ 137253 h 204467"/>
                <a:gd name="csX22" fmla="*/ 152087 w 180210"/>
                <a:gd name="csY22" fmla="*/ 129571 h 204467"/>
                <a:gd name="csX23" fmla="*/ 158237 w 180210"/>
                <a:gd name="csY23" fmla="*/ 120343 h 204467"/>
                <a:gd name="csX24" fmla="*/ 182850 w 180210"/>
                <a:gd name="csY24" fmla="*/ 98821 h 2044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80210" h="204467">
                  <a:moveTo>
                    <a:pt x="182850" y="98821"/>
                  </a:moveTo>
                  <a:lnTo>
                    <a:pt x="173622" y="84982"/>
                  </a:lnTo>
                  <a:lnTo>
                    <a:pt x="161315" y="55771"/>
                  </a:lnTo>
                  <a:lnTo>
                    <a:pt x="158237" y="41939"/>
                  </a:lnTo>
                  <a:lnTo>
                    <a:pt x="125934" y="17339"/>
                  </a:lnTo>
                  <a:lnTo>
                    <a:pt x="125428" y="2987"/>
                  </a:lnTo>
                  <a:lnTo>
                    <a:pt x="107477" y="1967"/>
                  </a:lnTo>
                  <a:lnTo>
                    <a:pt x="84403" y="11189"/>
                  </a:lnTo>
                  <a:lnTo>
                    <a:pt x="67485" y="5039"/>
                  </a:lnTo>
                  <a:lnTo>
                    <a:pt x="27493" y="18871"/>
                  </a:lnTo>
                  <a:lnTo>
                    <a:pt x="25954" y="89593"/>
                  </a:lnTo>
                  <a:lnTo>
                    <a:pt x="4419" y="92671"/>
                  </a:lnTo>
                  <a:lnTo>
                    <a:pt x="2640" y="154116"/>
                  </a:lnTo>
                  <a:lnTo>
                    <a:pt x="16726" y="169542"/>
                  </a:lnTo>
                  <a:lnTo>
                    <a:pt x="24408" y="206435"/>
                  </a:lnTo>
                  <a:lnTo>
                    <a:pt x="44411" y="206435"/>
                  </a:lnTo>
                  <a:lnTo>
                    <a:pt x="70557" y="175692"/>
                  </a:lnTo>
                  <a:lnTo>
                    <a:pt x="82864" y="174153"/>
                  </a:lnTo>
                  <a:lnTo>
                    <a:pt x="93631" y="181842"/>
                  </a:lnTo>
                  <a:lnTo>
                    <a:pt x="112088" y="180303"/>
                  </a:lnTo>
                  <a:lnTo>
                    <a:pt x="127473" y="163392"/>
                  </a:lnTo>
                  <a:lnTo>
                    <a:pt x="130552" y="137253"/>
                  </a:lnTo>
                  <a:lnTo>
                    <a:pt x="152087" y="129571"/>
                  </a:lnTo>
                  <a:lnTo>
                    <a:pt x="158237" y="120343"/>
                  </a:lnTo>
                  <a:lnTo>
                    <a:pt x="182850" y="988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5" name="Forme libre : forme 413">
              <a:extLst>
                <a:ext uri="{FF2B5EF4-FFF2-40B4-BE49-F238E27FC236}">
                  <a16:creationId xmlns:a16="http://schemas.microsoft.com/office/drawing/2014/main" id="{C656A094-3684-0CA1-B596-C08F57F30C72}"/>
                </a:ext>
              </a:extLst>
            </p:cNvPr>
            <p:cNvSpPr/>
            <p:nvPr/>
          </p:nvSpPr>
          <p:spPr>
            <a:xfrm>
              <a:off x="6157684" y="4976957"/>
              <a:ext cx="153817" cy="149638"/>
            </a:xfrm>
            <a:custGeom>
              <a:avLst/>
              <a:gdLst>
                <a:gd name="csX0" fmla="*/ 64219 w 153817"/>
                <a:gd name="csY0" fmla="*/ 13202 h 149638"/>
                <a:gd name="csX1" fmla="*/ 62167 w 153817"/>
                <a:gd name="csY1" fmla="*/ 24476 h 149638"/>
                <a:gd name="csX2" fmla="*/ 46788 w 153817"/>
                <a:gd name="csY2" fmla="*/ 34723 h 149638"/>
                <a:gd name="csX3" fmla="*/ 34481 w 153817"/>
                <a:gd name="csY3" fmla="*/ 38821 h 149638"/>
                <a:gd name="csX4" fmla="*/ 23201 w 153817"/>
                <a:gd name="csY4" fmla="*/ 54199 h 149638"/>
                <a:gd name="csX5" fmla="*/ 2692 w 153817"/>
                <a:gd name="csY5" fmla="*/ 54199 h 149638"/>
                <a:gd name="csX6" fmla="*/ 3205 w 153817"/>
                <a:gd name="csY6" fmla="*/ 68545 h 149638"/>
                <a:gd name="csX7" fmla="*/ 35501 w 153817"/>
                <a:gd name="csY7" fmla="*/ 93145 h 149638"/>
                <a:gd name="csX8" fmla="*/ 38579 w 153817"/>
                <a:gd name="csY8" fmla="*/ 106984 h 149638"/>
                <a:gd name="csX9" fmla="*/ 50886 w 153817"/>
                <a:gd name="csY9" fmla="*/ 136195 h 149638"/>
                <a:gd name="csX10" fmla="*/ 60114 w 153817"/>
                <a:gd name="csY10" fmla="*/ 150027 h 149638"/>
                <a:gd name="csX11" fmla="*/ 75493 w 153817"/>
                <a:gd name="csY11" fmla="*/ 150027 h 149638"/>
                <a:gd name="csX12" fmla="*/ 87799 w 153817"/>
                <a:gd name="csY12" fmla="*/ 143884 h 149638"/>
                <a:gd name="csX13" fmla="*/ 119589 w 153817"/>
                <a:gd name="csY13" fmla="*/ 151566 h 149638"/>
                <a:gd name="csX14" fmla="*/ 130870 w 153817"/>
                <a:gd name="csY14" fmla="*/ 141318 h 149638"/>
                <a:gd name="csX15" fmla="*/ 133948 w 153817"/>
                <a:gd name="csY15" fmla="*/ 116718 h 149638"/>
                <a:gd name="csX16" fmla="*/ 153431 w 153817"/>
                <a:gd name="csY16" fmla="*/ 103399 h 149638"/>
                <a:gd name="csX17" fmla="*/ 156510 w 153817"/>
                <a:gd name="csY17" fmla="*/ 96223 h 149638"/>
                <a:gd name="csX18" fmla="*/ 146255 w 153817"/>
                <a:gd name="csY18" fmla="*/ 81871 h 149638"/>
                <a:gd name="csX19" fmla="*/ 146255 w 153817"/>
                <a:gd name="csY19" fmla="*/ 68552 h 149638"/>
                <a:gd name="csX20" fmla="*/ 152405 w 153817"/>
                <a:gd name="csY20" fmla="*/ 62402 h 149638"/>
                <a:gd name="csX21" fmla="*/ 150360 w 153817"/>
                <a:gd name="csY21" fmla="*/ 30626 h 149638"/>
                <a:gd name="csX22" fmla="*/ 141131 w 153817"/>
                <a:gd name="csY22" fmla="*/ 19352 h 149638"/>
                <a:gd name="csX23" fmla="*/ 91904 w 153817"/>
                <a:gd name="csY23" fmla="*/ 1928 h 149638"/>
                <a:gd name="csX24" fmla="*/ 71395 w 153817"/>
                <a:gd name="csY24" fmla="*/ 6026 h 149638"/>
                <a:gd name="csX25" fmla="*/ 64219 w 153817"/>
                <a:gd name="csY25" fmla="*/ 13202 h 149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53817" h="149638">
                  <a:moveTo>
                    <a:pt x="64219" y="13202"/>
                  </a:moveTo>
                  <a:lnTo>
                    <a:pt x="62167" y="24476"/>
                  </a:lnTo>
                  <a:lnTo>
                    <a:pt x="46788" y="34723"/>
                  </a:lnTo>
                  <a:lnTo>
                    <a:pt x="34481" y="38821"/>
                  </a:lnTo>
                  <a:lnTo>
                    <a:pt x="23201" y="54199"/>
                  </a:lnTo>
                  <a:lnTo>
                    <a:pt x="2692" y="54199"/>
                  </a:lnTo>
                  <a:lnTo>
                    <a:pt x="3205" y="68545"/>
                  </a:lnTo>
                  <a:lnTo>
                    <a:pt x="35501" y="93145"/>
                  </a:lnTo>
                  <a:lnTo>
                    <a:pt x="38579" y="106984"/>
                  </a:lnTo>
                  <a:lnTo>
                    <a:pt x="50886" y="136195"/>
                  </a:lnTo>
                  <a:lnTo>
                    <a:pt x="60114" y="150027"/>
                  </a:lnTo>
                  <a:lnTo>
                    <a:pt x="75493" y="150027"/>
                  </a:lnTo>
                  <a:lnTo>
                    <a:pt x="87799" y="143884"/>
                  </a:lnTo>
                  <a:lnTo>
                    <a:pt x="119589" y="151566"/>
                  </a:lnTo>
                  <a:lnTo>
                    <a:pt x="130870" y="141318"/>
                  </a:lnTo>
                  <a:lnTo>
                    <a:pt x="133948" y="116718"/>
                  </a:lnTo>
                  <a:lnTo>
                    <a:pt x="153431" y="103399"/>
                  </a:lnTo>
                  <a:lnTo>
                    <a:pt x="156510" y="96223"/>
                  </a:lnTo>
                  <a:lnTo>
                    <a:pt x="146255" y="81871"/>
                  </a:lnTo>
                  <a:lnTo>
                    <a:pt x="146255" y="68552"/>
                  </a:lnTo>
                  <a:lnTo>
                    <a:pt x="152405" y="62402"/>
                  </a:lnTo>
                  <a:lnTo>
                    <a:pt x="150360" y="30626"/>
                  </a:lnTo>
                  <a:lnTo>
                    <a:pt x="141131" y="19352"/>
                  </a:lnTo>
                  <a:lnTo>
                    <a:pt x="91904" y="1928"/>
                  </a:lnTo>
                  <a:lnTo>
                    <a:pt x="71395" y="6026"/>
                  </a:lnTo>
                  <a:lnTo>
                    <a:pt x="64219" y="13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6" name="Forme libre : forme 414">
              <a:extLst>
                <a:ext uri="{FF2B5EF4-FFF2-40B4-BE49-F238E27FC236}">
                  <a16:creationId xmlns:a16="http://schemas.microsoft.com/office/drawing/2014/main" id="{08BC6EC3-5A85-DE95-D773-E82DF54AEB73}"/>
                </a:ext>
              </a:extLst>
            </p:cNvPr>
            <p:cNvSpPr/>
            <p:nvPr/>
          </p:nvSpPr>
          <p:spPr>
            <a:xfrm rot="6288221" flipV="1">
              <a:off x="5817881" y="4582756"/>
              <a:ext cx="28328" cy="37734"/>
            </a:xfrm>
            <a:custGeom>
              <a:avLst/>
              <a:gdLst>
                <a:gd name="csX0" fmla="*/ 11203 w 28328"/>
                <a:gd name="csY0" fmla="*/ 1646 h 37734"/>
                <a:gd name="csX1" fmla="*/ 30775 w 28328"/>
                <a:gd name="csY1" fmla="*/ 1646 h 37734"/>
                <a:gd name="csX2" fmla="*/ 20438 w 28328"/>
                <a:gd name="csY2" fmla="*/ 39380 h 37734"/>
                <a:gd name="csX3" fmla="*/ 2447 w 28328"/>
                <a:gd name="csY3" fmla="*/ 33873 h 37734"/>
                <a:gd name="csX4" fmla="*/ 11203 w 28328"/>
                <a:gd name="csY4" fmla="*/ 1646 h 37734"/>
              </a:gdLst>
              <a:ahLst/>
              <a:cxnLst>
                <a:cxn ang="0">
                  <a:pos x="csX0" y="csY0"/>
                </a:cxn>
                <a:cxn ang="0">
                  <a:pos x="csX1" y="csY1"/>
                </a:cxn>
                <a:cxn ang="0">
                  <a:pos x="csX2" y="csY2"/>
                </a:cxn>
                <a:cxn ang="0">
                  <a:pos x="csX3" y="csY3"/>
                </a:cxn>
                <a:cxn ang="0">
                  <a:pos x="csX4" y="csY4"/>
                </a:cxn>
              </a:cxnLst>
              <a:rect l="l" t="t" r="r" b="b"/>
              <a:pathLst>
                <a:path w="28328" h="37734">
                  <a:moveTo>
                    <a:pt x="11203" y="1646"/>
                  </a:moveTo>
                  <a:lnTo>
                    <a:pt x="30775" y="1646"/>
                  </a:lnTo>
                  <a:lnTo>
                    <a:pt x="20438" y="39380"/>
                  </a:lnTo>
                  <a:lnTo>
                    <a:pt x="2447" y="33873"/>
                  </a:lnTo>
                  <a:lnTo>
                    <a:pt x="11203" y="1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7" name="Forme libre : forme 415">
              <a:extLst>
                <a:ext uri="{FF2B5EF4-FFF2-40B4-BE49-F238E27FC236}">
                  <a16:creationId xmlns:a16="http://schemas.microsoft.com/office/drawing/2014/main" id="{3B78C5A1-F94F-FE6F-4F5F-BACCE85E5BC1}"/>
                </a:ext>
              </a:extLst>
            </p:cNvPr>
            <p:cNvSpPr/>
            <p:nvPr/>
          </p:nvSpPr>
          <p:spPr>
            <a:xfrm>
              <a:off x="5361416" y="4462431"/>
              <a:ext cx="81523" cy="83021"/>
            </a:xfrm>
            <a:custGeom>
              <a:avLst/>
              <a:gdLst>
                <a:gd name="csX0" fmla="*/ 63717 w 81523"/>
                <a:gd name="csY0" fmla="*/ 20038 h 83021"/>
                <a:gd name="csX1" fmla="*/ 63717 w 81523"/>
                <a:gd name="csY1" fmla="*/ 44638 h 83021"/>
                <a:gd name="csX2" fmla="*/ 82174 w 81523"/>
                <a:gd name="csY2" fmla="*/ 53860 h 83021"/>
                <a:gd name="csX3" fmla="*/ 83713 w 81523"/>
                <a:gd name="csY3" fmla="*/ 66160 h 83021"/>
                <a:gd name="csX4" fmla="*/ 77556 w 81523"/>
                <a:gd name="csY4" fmla="*/ 84610 h 83021"/>
                <a:gd name="csX5" fmla="*/ 48332 w 81523"/>
                <a:gd name="csY5" fmla="*/ 73849 h 83021"/>
                <a:gd name="csX6" fmla="*/ 23725 w 81523"/>
                <a:gd name="csY6" fmla="*/ 50788 h 83021"/>
                <a:gd name="csX7" fmla="*/ 2190 w 81523"/>
                <a:gd name="csY7" fmla="*/ 30799 h 83021"/>
                <a:gd name="csX8" fmla="*/ 22186 w 81523"/>
                <a:gd name="csY8" fmla="*/ 1588 h 83021"/>
                <a:gd name="csX9" fmla="*/ 37564 w 81523"/>
                <a:gd name="csY9" fmla="*/ 9278 h 83021"/>
                <a:gd name="csX10" fmla="*/ 43721 w 81523"/>
                <a:gd name="csY10" fmla="*/ 15428 h 83021"/>
                <a:gd name="csX11" fmla="*/ 63717 w 81523"/>
                <a:gd name="csY11" fmla="*/ 20038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1523" h="83021">
                  <a:moveTo>
                    <a:pt x="63717" y="20038"/>
                  </a:moveTo>
                  <a:lnTo>
                    <a:pt x="63717" y="44638"/>
                  </a:lnTo>
                  <a:lnTo>
                    <a:pt x="82174" y="53860"/>
                  </a:lnTo>
                  <a:lnTo>
                    <a:pt x="83713" y="66160"/>
                  </a:lnTo>
                  <a:lnTo>
                    <a:pt x="77556" y="84610"/>
                  </a:lnTo>
                  <a:lnTo>
                    <a:pt x="48332" y="73849"/>
                  </a:lnTo>
                  <a:lnTo>
                    <a:pt x="23725" y="50788"/>
                  </a:lnTo>
                  <a:lnTo>
                    <a:pt x="2190" y="30799"/>
                  </a:lnTo>
                  <a:lnTo>
                    <a:pt x="22186" y="1588"/>
                  </a:lnTo>
                  <a:lnTo>
                    <a:pt x="37564" y="9278"/>
                  </a:lnTo>
                  <a:lnTo>
                    <a:pt x="43721" y="15428"/>
                  </a:lnTo>
                  <a:lnTo>
                    <a:pt x="63717" y="20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8" name="Forme libre : forme 416">
              <a:extLst>
                <a:ext uri="{FF2B5EF4-FFF2-40B4-BE49-F238E27FC236}">
                  <a16:creationId xmlns:a16="http://schemas.microsoft.com/office/drawing/2014/main" id="{536EC803-CD90-3BE5-1A43-A4DA9F3FF33D}"/>
                </a:ext>
              </a:extLst>
            </p:cNvPr>
            <p:cNvSpPr/>
            <p:nvPr/>
          </p:nvSpPr>
          <p:spPr>
            <a:xfrm>
              <a:off x="6228447" y="4684850"/>
              <a:ext cx="32815" cy="43049"/>
            </a:xfrm>
            <a:custGeom>
              <a:avLst/>
              <a:gdLst>
                <a:gd name="csX0" fmla="*/ 2698 w 32815"/>
                <a:gd name="csY0" fmla="*/ 1711 h 43049"/>
                <a:gd name="csX1" fmla="*/ 9874 w 32815"/>
                <a:gd name="csY1" fmla="*/ 1711 h 43049"/>
                <a:gd name="csX2" fmla="*/ 10900 w 32815"/>
                <a:gd name="csY2" fmla="*/ 6835 h 43049"/>
                <a:gd name="csX3" fmla="*/ 16031 w 32815"/>
                <a:gd name="csY3" fmla="*/ 6835 h 43049"/>
                <a:gd name="csX4" fmla="*/ 19102 w 32815"/>
                <a:gd name="csY4" fmla="*/ 3764 h 43049"/>
                <a:gd name="csX5" fmla="*/ 27311 w 32815"/>
                <a:gd name="csY5" fmla="*/ 3764 h 43049"/>
                <a:gd name="csX6" fmla="*/ 35514 w 32815"/>
                <a:gd name="csY6" fmla="*/ 11959 h 43049"/>
                <a:gd name="csX7" fmla="*/ 33461 w 32815"/>
                <a:gd name="csY7" fmla="*/ 25285 h 43049"/>
                <a:gd name="csX8" fmla="*/ 24233 w 32815"/>
                <a:gd name="csY8" fmla="*/ 29383 h 43049"/>
                <a:gd name="csX9" fmla="*/ 22181 w 32815"/>
                <a:gd name="csY9" fmla="*/ 38611 h 43049"/>
                <a:gd name="csX10" fmla="*/ 13978 w 32815"/>
                <a:gd name="csY10" fmla="*/ 44761 h 43049"/>
                <a:gd name="csX11" fmla="*/ 13103 w 32815"/>
                <a:gd name="csY11" fmla="*/ 27898 h 43049"/>
                <a:gd name="csX12" fmla="*/ 5776 w 32815"/>
                <a:gd name="csY12" fmla="*/ 20161 h 43049"/>
                <a:gd name="csX13" fmla="*/ 2698 w 32815"/>
                <a:gd name="csY13" fmla="*/ 1711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815" h="43049">
                  <a:moveTo>
                    <a:pt x="2698" y="1711"/>
                  </a:moveTo>
                  <a:lnTo>
                    <a:pt x="9874" y="1711"/>
                  </a:lnTo>
                  <a:lnTo>
                    <a:pt x="10900" y="6835"/>
                  </a:lnTo>
                  <a:lnTo>
                    <a:pt x="16031" y="6835"/>
                  </a:lnTo>
                  <a:lnTo>
                    <a:pt x="19102" y="3764"/>
                  </a:lnTo>
                  <a:lnTo>
                    <a:pt x="27311" y="3764"/>
                  </a:lnTo>
                  <a:lnTo>
                    <a:pt x="35514" y="11959"/>
                  </a:lnTo>
                  <a:lnTo>
                    <a:pt x="33461" y="25285"/>
                  </a:lnTo>
                  <a:lnTo>
                    <a:pt x="24233" y="29383"/>
                  </a:lnTo>
                  <a:lnTo>
                    <a:pt x="22181" y="38611"/>
                  </a:lnTo>
                  <a:lnTo>
                    <a:pt x="13978" y="44761"/>
                  </a:lnTo>
                  <a:lnTo>
                    <a:pt x="13103" y="27898"/>
                  </a:lnTo>
                  <a:lnTo>
                    <a:pt x="5776" y="20161"/>
                  </a:lnTo>
                  <a:lnTo>
                    <a:pt x="2698" y="17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39" name="Forme libre : forme 417">
              <a:extLst>
                <a:ext uri="{FF2B5EF4-FFF2-40B4-BE49-F238E27FC236}">
                  <a16:creationId xmlns:a16="http://schemas.microsoft.com/office/drawing/2014/main" id="{280D1FF5-489A-D9E8-4DAF-5766B76EE525}"/>
                </a:ext>
              </a:extLst>
            </p:cNvPr>
            <p:cNvSpPr/>
            <p:nvPr/>
          </p:nvSpPr>
          <p:spPr>
            <a:xfrm>
              <a:off x="6031572" y="3212022"/>
              <a:ext cx="63360" cy="31262"/>
            </a:xfrm>
            <a:custGeom>
              <a:avLst/>
              <a:gdLst>
                <a:gd name="csX0" fmla="*/ 65955 w 63360"/>
                <a:gd name="csY0" fmla="*/ 29592 h 31262"/>
                <a:gd name="csX1" fmla="*/ 33871 w 63360"/>
                <a:gd name="csY1" fmla="*/ 32069 h 31262"/>
                <a:gd name="csX2" fmla="*/ 15414 w 63360"/>
                <a:gd name="csY2" fmla="*/ 28997 h 31262"/>
                <a:gd name="csX3" fmla="*/ 4646 w 63360"/>
                <a:gd name="csY3" fmla="*/ 26432 h 31262"/>
                <a:gd name="csX4" fmla="*/ 6699 w 63360"/>
                <a:gd name="csY4" fmla="*/ 19256 h 31262"/>
                <a:gd name="csX5" fmla="*/ 2594 w 63360"/>
                <a:gd name="csY5" fmla="*/ 13106 h 31262"/>
                <a:gd name="csX6" fmla="*/ 4646 w 63360"/>
                <a:gd name="csY6" fmla="*/ 6956 h 31262"/>
                <a:gd name="csX7" fmla="*/ 28234 w 63360"/>
                <a:gd name="csY7" fmla="*/ 5936 h 31262"/>
                <a:gd name="csX8" fmla="*/ 32338 w 63360"/>
                <a:gd name="csY8" fmla="*/ 806 h 31262"/>
                <a:gd name="csX9" fmla="*/ 47717 w 63360"/>
                <a:gd name="csY9" fmla="*/ 5936 h 31262"/>
                <a:gd name="csX10" fmla="*/ 58484 w 63360"/>
                <a:gd name="csY10" fmla="*/ 12080 h 31262"/>
                <a:gd name="csX11" fmla="*/ 65955 w 63360"/>
                <a:gd name="csY11" fmla="*/ 29592 h 31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3360" h="31262">
                  <a:moveTo>
                    <a:pt x="65955" y="29592"/>
                  </a:moveTo>
                  <a:lnTo>
                    <a:pt x="33871" y="32069"/>
                  </a:lnTo>
                  <a:lnTo>
                    <a:pt x="15414" y="28997"/>
                  </a:lnTo>
                  <a:lnTo>
                    <a:pt x="4646" y="26432"/>
                  </a:lnTo>
                  <a:lnTo>
                    <a:pt x="6699" y="19256"/>
                  </a:lnTo>
                  <a:lnTo>
                    <a:pt x="2594" y="13106"/>
                  </a:lnTo>
                  <a:lnTo>
                    <a:pt x="4646" y="6956"/>
                  </a:lnTo>
                  <a:lnTo>
                    <a:pt x="28234" y="5936"/>
                  </a:lnTo>
                  <a:lnTo>
                    <a:pt x="32338" y="806"/>
                  </a:lnTo>
                  <a:lnTo>
                    <a:pt x="47717" y="5936"/>
                  </a:lnTo>
                  <a:lnTo>
                    <a:pt x="58484" y="12080"/>
                  </a:lnTo>
                  <a:lnTo>
                    <a:pt x="65955" y="29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0" name="Forme libre : forme 418">
              <a:extLst>
                <a:ext uri="{FF2B5EF4-FFF2-40B4-BE49-F238E27FC236}">
                  <a16:creationId xmlns:a16="http://schemas.microsoft.com/office/drawing/2014/main" id="{914AEEFA-6CC1-E510-229C-66D5BB43C7F8}"/>
                </a:ext>
              </a:extLst>
            </p:cNvPr>
            <p:cNvSpPr/>
            <p:nvPr/>
          </p:nvSpPr>
          <p:spPr>
            <a:xfrm>
              <a:off x="5908525" y="3223296"/>
              <a:ext cx="215858" cy="199864"/>
            </a:xfrm>
            <a:custGeom>
              <a:avLst/>
              <a:gdLst>
                <a:gd name="csX0" fmla="*/ 2545 w 215858"/>
                <a:gd name="csY0" fmla="*/ 36749 h 199864"/>
                <a:gd name="csX1" fmla="*/ 15365 w 215858"/>
                <a:gd name="csY1" fmla="*/ 29320 h 199864"/>
                <a:gd name="csX2" fmla="*/ 31257 w 215858"/>
                <a:gd name="csY2" fmla="*/ 27527 h 199864"/>
                <a:gd name="csX3" fmla="*/ 48694 w 215858"/>
                <a:gd name="csY3" fmla="*/ 14201 h 199864"/>
                <a:gd name="csX4" fmla="*/ 64072 w 215858"/>
                <a:gd name="csY4" fmla="*/ 9078 h 199864"/>
                <a:gd name="csX5" fmla="*/ 72275 w 215858"/>
                <a:gd name="csY5" fmla="*/ 875 h 199864"/>
                <a:gd name="csX6" fmla="*/ 94836 w 215858"/>
                <a:gd name="csY6" fmla="*/ 4980 h 199864"/>
                <a:gd name="csX7" fmla="*/ 95862 w 215858"/>
                <a:gd name="csY7" fmla="*/ 19325 h 199864"/>
                <a:gd name="csX8" fmla="*/ 110221 w 215858"/>
                <a:gd name="csY8" fmla="*/ 22404 h 199864"/>
                <a:gd name="csX9" fmla="*/ 122528 w 215858"/>
                <a:gd name="csY9" fmla="*/ 14201 h 199864"/>
                <a:gd name="csX10" fmla="*/ 127652 w 215858"/>
                <a:gd name="csY10" fmla="*/ 15227 h 199864"/>
                <a:gd name="csX11" fmla="*/ 138419 w 215858"/>
                <a:gd name="csY11" fmla="*/ 17793 h 199864"/>
                <a:gd name="csX12" fmla="*/ 156876 w 215858"/>
                <a:gd name="csY12" fmla="*/ 20864 h 199864"/>
                <a:gd name="csX13" fmla="*/ 188960 w 215858"/>
                <a:gd name="csY13" fmla="*/ 18388 h 199864"/>
                <a:gd name="csX14" fmla="*/ 196868 w 215858"/>
                <a:gd name="csY14" fmla="*/ 17793 h 199864"/>
                <a:gd name="csX15" fmla="*/ 201486 w 215858"/>
                <a:gd name="csY15" fmla="*/ 25482 h 199864"/>
                <a:gd name="csX16" fmla="*/ 201486 w 215858"/>
                <a:gd name="csY16" fmla="*/ 48543 h 199864"/>
                <a:gd name="csX17" fmla="*/ 212253 w 215858"/>
                <a:gd name="csY17" fmla="*/ 71603 h 199864"/>
                <a:gd name="csX18" fmla="*/ 196868 w 215858"/>
                <a:gd name="csY18" fmla="*/ 88514 h 199864"/>
                <a:gd name="csX19" fmla="*/ 212253 w 215858"/>
                <a:gd name="csY19" fmla="*/ 105425 h 199864"/>
                <a:gd name="csX20" fmla="*/ 215332 w 215858"/>
                <a:gd name="csY20" fmla="*/ 123875 h 199864"/>
                <a:gd name="csX21" fmla="*/ 218403 w 215858"/>
                <a:gd name="csY21" fmla="*/ 151546 h 199864"/>
                <a:gd name="csX22" fmla="*/ 189179 w 215858"/>
                <a:gd name="csY22" fmla="*/ 183829 h 199864"/>
                <a:gd name="csX23" fmla="*/ 190718 w 215858"/>
                <a:gd name="csY23" fmla="*/ 191518 h 199864"/>
                <a:gd name="csX24" fmla="*/ 179951 w 215858"/>
                <a:gd name="csY24" fmla="*/ 200739 h 199864"/>
                <a:gd name="csX25" fmla="*/ 166105 w 215858"/>
                <a:gd name="csY25" fmla="*/ 188439 h 199864"/>
                <a:gd name="csX26" fmla="*/ 123034 w 215858"/>
                <a:gd name="csY26" fmla="*/ 194589 h 199864"/>
                <a:gd name="csX27" fmla="*/ 107033 w 215858"/>
                <a:gd name="csY27" fmla="*/ 187317 h 199864"/>
                <a:gd name="csX28" fmla="*/ 95349 w 215858"/>
                <a:gd name="csY28" fmla="*/ 186907 h 199864"/>
                <a:gd name="csX29" fmla="*/ 63046 w 215858"/>
                <a:gd name="csY29" fmla="*/ 157689 h 199864"/>
                <a:gd name="csX30" fmla="*/ 47661 w 215858"/>
                <a:gd name="csY30" fmla="*/ 160768 h 199864"/>
                <a:gd name="csX31" fmla="*/ 33822 w 215858"/>
                <a:gd name="csY31" fmla="*/ 139246 h 199864"/>
                <a:gd name="csX32" fmla="*/ 21515 w 215858"/>
                <a:gd name="csY32" fmla="*/ 136168 h 199864"/>
                <a:gd name="csX33" fmla="*/ 3058 w 215858"/>
                <a:gd name="csY33" fmla="*/ 79286 h 199864"/>
                <a:gd name="csX34" fmla="*/ 6130 w 215858"/>
                <a:gd name="csY34" fmla="*/ 53147 h 199864"/>
                <a:gd name="csX35" fmla="*/ 2545 w 215858"/>
                <a:gd name="csY35" fmla="*/ 36749 h 1998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15858" h="199864">
                  <a:moveTo>
                    <a:pt x="2545" y="36749"/>
                  </a:moveTo>
                  <a:lnTo>
                    <a:pt x="15365" y="29320"/>
                  </a:lnTo>
                  <a:lnTo>
                    <a:pt x="31257" y="27527"/>
                  </a:lnTo>
                  <a:lnTo>
                    <a:pt x="48694" y="14201"/>
                  </a:lnTo>
                  <a:lnTo>
                    <a:pt x="64072" y="9078"/>
                  </a:lnTo>
                  <a:lnTo>
                    <a:pt x="72275" y="875"/>
                  </a:lnTo>
                  <a:lnTo>
                    <a:pt x="94836" y="4980"/>
                  </a:lnTo>
                  <a:lnTo>
                    <a:pt x="95862" y="19325"/>
                  </a:lnTo>
                  <a:lnTo>
                    <a:pt x="110221" y="22404"/>
                  </a:lnTo>
                  <a:lnTo>
                    <a:pt x="122528" y="14201"/>
                  </a:lnTo>
                  <a:lnTo>
                    <a:pt x="127652" y="15227"/>
                  </a:lnTo>
                  <a:lnTo>
                    <a:pt x="138419" y="17793"/>
                  </a:lnTo>
                  <a:lnTo>
                    <a:pt x="156876" y="20864"/>
                  </a:lnTo>
                  <a:lnTo>
                    <a:pt x="188960" y="18388"/>
                  </a:lnTo>
                  <a:lnTo>
                    <a:pt x="196868" y="17793"/>
                  </a:lnTo>
                  <a:lnTo>
                    <a:pt x="201486" y="25482"/>
                  </a:lnTo>
                  <a:lnTo>
                    <a:pt x="201486" y="48543"/>
                  </a:lnTo>
                  <a:lnTo>
                    <a:pt x="212253" y="71603"/>
                  </a:lnTo>
                  <a:lnTo>
                    <a:pt x="196868" y="88514"/>
                  </a:lnTo>
                  <a:lnTo>
                    <a:pt x="212253" y="105425"/>
                  </a:lnTo>
                  <a:lnTo>
                    <a:pt x="215332" y="123875"/>
                  </a:lnTo>
                  <a:lnTo>
                    <a:pt x="218403" y="151546"/>
                  </a:lnTo>
                  <a:lnTo>
                    <a:pt x="189179" y="183829"/>
                  </a:lnTo>
                  <a:lnTo>
                    <a:pt x="190718" y="191518"/>
                  </a:lnTo>
                  <a:lnTo>
                    <a:pt x="179951" y="200739"/>
                  </a:lnTo>
                  <a:lnTo>
                    <a:pt x="166105" y="188439"/>
                  </a:lnTo>
                  <a:lnTo>
                    <a:pt x="123034" y="194589"/>
                  </a:lnTo>
                  <a:lnTo>
                    <a:pt x="107033" y="187317"/>
                  </a:lnTo>
                  <a:lnTo>
                    <a:pt x="95349" y="186907"/>
                  </a:lnTo>
                  <a:lnTo>
                    <a:pt x="63046" y="157689"/>
                  </a:lnTo>
                  <a:lnTo>
                    <a:pt x="47661" y="160768"/>
                  </a:lnTo>
                  <a:lnTo>
                    <a:pt x="33822" y="139246"/>
                  </a:lnTo>
                  <a:lnTo>
                    <a:pt x="21515" y="136168"/>
                  </a:lnTo>
                  <a:lnTo>
                    <a:pt x="3058" y="79286"/>
                  </a:lnTo>
                  <a:lnTo>
                    <a:pt x="6130" y="53147"/>
                  </a:lnTo>
                  <a:lnTo>
                    <a:pt x="2545" y="36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1" name="Forme libre : forme 419">
              <a:extLst>
                <a:ext uri="{FF2B5EF4-FFF2-40B4-BE49-F238E27FC236}">
                  <a16:creationId xmlns:a16="http://schemas.microsoft.com/office/drawing/2014/main" id="{61C1749D-5378-CF44-1C68-A6448943EC04}"/>
                </a:ext>
              </a:extLst>
            </p:cNvPr>
            <p:cNvSpPr/>
            <p:nvPr/>
          </p:nvSpPr>
          <p:spPr>
            <a:xfrm>
              <a:off x="5973636" y="3409738"/>
              <a:ext cx="112286" cy="48782"/>
            </a:xfrm>
            <a:custGeom>
              <a:avLst/>
              <a:gdLst>
                <a:gd name="csX0" fmla="*/ 114864 w 112286"/>
                <a:gd name="csY0" fmla="*/ 14357 h 48782"/>
                <a:gd name="csX1" fmla="*/ 101018 w 112286"/>
                <a:gd name="csY1" fmla="*/ 2057 h 48782"/>
                <a:gd name="csX2" fmla="*/ 57948 w 112286"/>
                <a:gd name="csY2" fmla="*/ 8207 h 48782"/>
                <a:gd name="csX3" fmla="*/ 41954 w 112286"/>
                <a:gd name="csY3" fmla="*/ 935 h 48782"/>
                <a:gd name="csX4" fmla="*/ 37952 w 112286"/>
                <a:gd name="csY4" fmla="*/ 12818 h 48782"/>
                <a:gd name="csX5" fmla="*/ 24113 w 112286"/>
                <a:gd name="csY5" fmla="*/ 14357 h 48782"/>
                <a:gd name="csX6" fmla="*/ 17956 w 112286"/>
                <a:gd name="csY6" fmla="*/ 23578 h 48782"/>
                <a:gd name="csX7" fmla="*/ 5649 w 112286"/>
                <a:gd name="csY7" fmla="*/ 34346 h 48782"/>
                <a:gd name="csX8" fmla="*/ 2577 w 112286"/>
                <a:gd name="csY8" fmla="*/ 45107 h 48782"/>
                <a:gd name="csX9" fmla="*/ 13345 w 112286"/>
                <a:gd name="csY9" fmla="*/ 46639 h 48782"/>
                <a:gd name="csX10" fmla="*/ 19495 w 112286"/>
                <a:gd name="csY10" fmla="*/ 49718 h 48782"/>
                <a:gd name="csX11" fmla="*/ 39491 w 112286"/>
                <a:gd name="csY11" fmla="*/ 49718 h 48782"/>
                <a:gd name="csX12" fmla="*/ 56408 w 112286"/>
                <a:gd name="csY12" fmla="*/ 45107 h 48782"/>
                <a:gd name="csX13" fmla="*/ 67176 w 112286"/>
                <a:gd name="csY13" fmla="*/ 31268 h 48782"/>
                <a:gd name="csX14" fmla="*/ 91790 w 112286"/>
                <a:gd name="csY14" fmla="*/ 28196 h 48782"/>
                <a:gd name="csX15" fmla="*/ 102557 w 112286"/>
                <a:gd name="csY15" fmla="*/ 34346 h 48782"/>
                <a:gd name="csX16" fmla="*/ 110253 w 112286"/>
                <a:gd name="csY16" fmla="*/ 32807 h 48782"/>
                <a:gd name="csX17" fmla="*/ 114864 w 112286"/>
                <a:gd name="csY17" fmla="*/ 14357 h 487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2286" h="48782">
                  <a:moveTo>
                    <a:pt x="114864" y="14357"/>
                  </a:moveTo>
                  <a:lnTo>
                    <a:pt x="101018" y="2057"/>
                  </a:lnTo>
                  <a:lnTo>
                    <a:pt x="57948" y="8207"/>
                  </a:lnTo>
                  <a:lnTo>
                    <a:pt x="41954" y="935"/>
                  </a:lnTo>
                  <a:lnTo>
                    <a:pt x="37952" y="12818"/>
                  </a:lnTo>
                  <a:lnTo>
                    <a:pt x="24113" y="14357"/>
                  </a:lnTo>
                  <a:lnTo>
                    <a:pt x="17956" y="23578"/>
                  </a:lnTo>
                  <a:lnTo>
                    <a:pt x="5649" y="34346"/>
                  </a:lnTo>
                  <a:lnTo>
                    <a:pt x="2577" y="45107"/>
                  </a:lnTo>
                  <a:lnTo>
                    <a:pt x="13345" y="46639"/>
                  </a:lnTo>
                  <a:lnTo>
                    <a:pt x="19495" y="49718"/>
                  </a:lnTo>
                  <a:lnTo>
                    <a:pt x="39491" y="49718"/>
                  </a:lnTo>
                  <a:lnTo>
                    <a:pt x="56408" y="45107"/>
                  </a:lnTo>
                  <a:lnTo>
                    <a:pt x="67176" y="31268"/>
                  </a:lnTo>
                  <a:lnTo>
                    <a:pt x="91790" y="28196"/>
                  </a:lnTo>
                  <a:lnTo>
                    <a:pt x="102557" y="34346"/>
                  </a:lnTo>
                  <a:lnTo>
                    <a:pt x="110253" y="32807"/>
                  </a:lnTo>
                  <a:lnTo>
                    <a:pt x="114864" y="143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2" name="Forme libre : forme 420">
              <a:extLst>
                <a:ext uri="{FF2B5EF4-FFF2-40B4-BE49-F238E27FC236}">
                  <a16:creationId xmlns:a16="http://schemas.microsoft.com/office/drawing/2014/main" id="{441542A2-60BF-E32A-B267-C5801184BE1E}"/>
                </a:ext>
              </a:extLst>
            </p:cNvPr>
            <p:cNvSpPr/>
            <p:nvPr/>
          </p:nvSpPr>
          <p:spPr>
            <a:xfrm>
              <a:off x="5953640" y="3436999"/>
              <a:ext cx="146128" cy="92242"/>
            </a:xfrm>
            <a:custGeom>
              <a:avLst/>
              <a:gdLst>
                <a:gd name="csX0" fmla="*/ 130247 w 146128"/>
                <a:gd name="csY0" fmla="*/ 5580 h 92242"/>
                <a:gd name="csX1" fmla="*/ 122551 w 146128"/>
                <a:gd name="csY1" fmla="*/ 7119 h 92242"/>
                <a:gd name="csX2" fmla="*/ 111790 w 146128"/>
                <a:gd name="csY2" fmla="*/ 969 h 92242"/>
                <a:gd name="csX3" fmla="*/ 87177 w 146128"/>
                <a:gd name="csY3" fmla="*/ 4041 h 92242"/>
                <a:gd name="csX4" fmla="*/ 76409 w 146128"/>
                <a:gd name="csY4" fmla="*/ 17880 h 92242"/>
                <a:gd name="csX5" fmla="*/ 59492 w 146128"/>
                <a:gd name="csY5" fmla="*/ 22491 h 92242"/>
                <a:gd name="csX6" fmla="*/ 39496 w 146128"/>
                <a:gd name="csY6" fmla="*/ 22491 h 92242"/>
                <a:gd name="csX7" fmla="*/ 33339 w 146128"/>
                <a:gd name="csY7" fmla="*/ 19419 h 92242"/>
                <a:gd name="csX8" fmla="*/ 22571 w 146128"/>
                <a:gd name="csY8" fmla="*/ 17880 h 92242"/>
                <a:gd name="csX9" fmla="*/ 14383 w 146128"/>
                <a:gd name="csY9" fmla="*/ 16970 h 92242"/>
                <a:gd name="csX10" fmla="*/ 16421 w 146128"/>
                <a:gd name="csY10" fmla="*/ 31712 h 92242"/>
                <a:gd name="csX11" fmla="*/ 5654 w 146128"/>
                <a:gd name="csY11" fmla="*/ 37862 h 92242"/>
                <a:gd name="csX12" fmla="*/ 7186 w 146128"/>
                <a:gd name="csY12" fmla="*/ 51702 h 92242"/>
                <a:gd name="csX13" fmla="*/ 2575 w 146128"/>
                <a:gd name="csY13" fmla="*/ 59391 h 92242"/>
                <a:gd name="csX14" fmla="*/ 7186 w 146128"/>
                <a:gd name="csY14" fmla="*/ 67073 h 92242"/>
                <a:gd name="csX15" fmla="*/ 17954 w 146128"/>
                <a:gd name="csY15" fmla="*/ 70151 h 92242"/>
                <a:gd name="csX16" fmla="*/ 27189 w 146128"/>
                <a:gd name="csY16" fmla="*/ 90134 h 92242"/>
                <a:gd name="csX17" fmla="*/ 57952 w 146128"/>
                <a:gd name="csY17" fmla="*/ 93212 h 92242"/>
                <a:gd name="csX18" fmla="*/ 61024 w 146128"/>
                <a:gd name="csY18" fmla="*/ 87062 h 92242"/>
                <a:gd name="csX19" fmla="*/ 85638 w 146128"/>
                <a:gd name="csY19" fmla="*/ 79373 h 92242"/>
                <a:gd name="csX20" fmla="*/ 91788 w 146128"/>
                <a:gd name="csY20" fmla="*/ 80912 h 92242"/>
                <a:gd name="csX21" fmla="*/ 108712 w 146128"/>
                <a:gd name="csY21" fmla="*/ 76301 h 92242"/>
                <a:gd name="csX22" fmla="*/ 114862 w 146128"/>
                <a:gd name="csY22" fmla="*/ 51702 h 92242"/>
                <a:gd name="csX23" fmla="*/ 131786 w 146128"/>
                <a:gd name="csY23" fmla="*/ 31712 h 92242"/>
                <a:gd name="csX24" fmla="*/ 148704 w 146128"/>
                <a:gd name="csY24" fmla="*/ 20952 h 92242"/>
                <a:gd name="csX25" fmla="*/ 130247 w 146128"/>
                <a:gd name="csY25" fmla="*/ 5580 h 92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46128" h="92242">
                  <a:moveTo>
                    <a:pt x="130247" y="5580"/>
                  </a:moveTo>
                  <a:lnTo>
                    <a:pt x="122551" y="7119"/>
                  </a:lnTo>
                  <a:lnTo>
                    <a:pt x="111790" y="969"/>
                  </a:lnTo>
                  <a:lnTo>
                    <a:pt x="87177" y="4041"/>
                  </a:lnTo>
                  <a:lnTo>
                    <a:pt x="76409" y="17880"/>
                  </a:lnTo>
                  <a:lnTo>
                    <a:pt x="59492" y="22491"/>
                  </a:lnTo>
                  <a:lnTo>
                    <a:pt x="39496" y="22491"/>
                  </a:lnTo>
                  <a:lnTo>
                    <a:pt x="33339" y="19419"/>
                  </a:lnTo>
                  <a:lnTo>
                    <a:pt x="22571" y="17880"/>
                  </a:lnTo>
                  <a:lnTo>
                    <a:pt x="14383" y="16970"/>
                  </a:lnTo>
                  <a:lnTo>
                    <a:pt x="16421" y="31712"/>
                  </a:lnTo>
                  <a:lnTo>
                    <a:pt x="5654" y="37862"/>
                  </a:lnTo>
                  <a:lnTo>
                    <a:pt x="7186" y="51702"/>
                  </a:lnTo>
                  <a:lnTo>
                    <a:pt x="2575" y="59391"/>
                  </a:lnTo>
                  <a:lnTo>
                    <a:pt x="7186" y="67073"/>
                  </a:lnTo>
                  <a:lnTo>
                    <a:pt x="17954" y="70151"/>
                  </a:lnTo>
                  <a:lnTo>
                    <a:pt x="27189" y="90134"/>
                  </a:lnTo>
                  <a:lnTo>
                    <a:pt x="57952" y="93212"/>
                  </a:lnTo>
                  <a:lnTo>
                    <a:pt x="61024" y="87062"/>
                  </a:lnTo>
                  <a:lnTo>
                    <a:pt x="85638" y="79373"/>
                  </a:lnTo>
                  <a:lnTo>
                    <a:pt x="91788" y="80912"/>
                  </a:lnTo>
                  <a:lnTo>
                    <a:pt x="108712" y="76301"/>
                  </a:lnTo>
                  <a:lnTo>
                    <a:pt x="114862" y="51702"/>
                  </a:lnTo>
                  <a:lnTo>
                    <a:pt x="131786" y="31712"/>
                  </a:lnTo>
                  <a:lnTo>
                    <a:pt x="148704" y="20952"/>
                  </a:lnTo>
                  <a:lnTo>
                    <a:pt x="130247" y="55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3" name="Forme libre : forme 421">
              <a:extLst>
                <a:ext uri="{FF2B5EF4-FFF2-40B4-BE49-F238E27FC236}">
                  <a16:creationId xmlns:a16="http://schemas.microsoft.com/office/drawing/2014/main" id="{32F012D0-F718-7FF2-DC8E-DF8141EFA793}"/>
                </a:ext>
              </a:extLst>
            </p:cNvPr>
            <p:cNvSpPr/>
            <p:nvPr/>
          </p:nvSpPr>
          <p:spPr>
            <a:xfrm>
              <a:off x="5865960" y="3358589"/>
              <a:ext cx="147052" cy="95321"/>
            </a:xfrm>
            <a:custGeom>
              <a:avLst/>
              <a:gdLst>
                <a:gd name="csX0" fmla="*/ 110195 w 147052"/>
                <a:gd name="csY0" fmla="*/ 96231 h 95321"/>
                <a:gd name="csX1" fmla="*/ 102007 w 147052"/>
                <a:gd name="csY1" fmla="*/ 95328 h 95321"/>
                <a:gd name="csX2" fmla="*/ 93271 w 147052"/>
                <a:gd name="csY2" fmla="*/ 94692 h 95321"/>
                <a:gd name="csX3" fmla="*/ 88660 w 147052"/>
                <a:gd name="csY3" fmla="*/ 80859 h 95321"/>
                <a:gd name="csX4" fmla="*/ 68664 w 147052"/>
                <a:gd name="csY4" fmla="*/ 73170 h 95321"/>
                <a:gd name="csX5" fmla="*/ 37900 w 147052"/>
                <a:gd name="csY5" fmla="*/ 77781 h 95321"/>
                <a:gd name="csX6" fmla="*/ 7137 w 147052"/>
                <a:gd name="csY6" fmla="*/ 53181 h 95321"/>
                <a:gd name="csX7" fmla="*/ 2519 w 147052"/>
                <a:gd name="csY7" fmla="*/ 30120 h 95321"/>
                <a:gd name="csX8" fmla="*/ 36361 w 147052"/>
                <a:gd name="csY8" fmla="*/ 11670 h 95321"/>
                <a:gd name="csX9" fmla="*/ 42511 w 147052"/>
                <a:gd name="csY9" fmla="*/ 2449 h 95321"/>
                <a:gd name="csX10" fmla="*/ 64046 w 147052"/>
                <a:gd name="csY10" fmla="*/ 909 h 95321"/>
                <a:gd name="csX11" fmla="*/ 76353 w 147052"/>
                <a:gd name="csY11" fmla="*/ 3988 h 95321"/>
                <a:gd name="csX12" fmla="*/ 90199 w 147052"/>
                <a:gd name="csY12" fmla="*/ 25509 h 95321"/>
                <a:gd name="csX13" fmla="*/ 105577 w 147052"/>
                <a:gd name="csY13" fmla="*/ 22438 h 95321"/>
                <a:gd name="csX14" fmla="*/ 137880 w 147052"/>
                <a:gd name="csY14" fmla="*/ 51649 h 95321"/>
                <a:gd name="csX15" fmla="*/ 149571 w 147052"/>
                <a:gd name="csY15" fmla="*/ 52059 h 95321"/>
                <a:gd name="csX16" fmla="*/ 145569 w 147052"/>
                <a:gd name="csY16" fmla="*/ 63948 h 95321"/>
                <a:gd name="csX17" fmla="*/ 131730 w 147052"/>
                <a:gd name="csY17" fmla="*/ 65481 h 95321"/>
                <a:gd name="csX18" fmla="*/ 125573 w 147052"/>
                <a:gd name="csY18" fmla="*/ 74709 h 95321"/>
                <a:gd name="csX19" fmla="*/ 113273 w 147052"/>
                <a:gd name="csY19" fmla="*/ 85470 h 95321"/>
                <a:gd name="csX20" fmla="*/ 110195 w 147052"/>
                <a:gd name="csY20" fmla="*/ 96231 h 9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47052" h="95321">
                  <a:moveTo>
                    <a:pt x="110195" y="96231"/>
                  </a:moveTo>
                  <a:lnTo>
                    <a:pt x="102007" y="95328"/>
                  </a:lnTo>
                  <a:lnTo>
                    <a:pt x="93271" y="94692"/>
                  </a:lnTo>
                  <a:lnTo>
                    <a:pt x="88660" y="80859"/>
                  </a:lnTo>
                  <a:lnTo>
                    <a:pt x="68664" y="73170"/>
                  </a:lnTo>
                  <a:lnTo>
                    <a:pt x="37900" y="77781"/>
                  </a:lnTo>
                  <a:lnTo>
                    <a:pt x="7137" y="53181"/>
                  </a:lnTo>
                  <a:lnTo>
                    <a:pt x="2519" y="30120"/>
                  </a:lnTo>
                  <a:lnTo>
                    <a:pt x="36361" y="11670"/>
                  </a:lnTo>
                  <a:lnTo>
                    <a:pt x="42511" y="2449"/>
                  </a:lnTo>
                  <a:lnTo>
                    <a:pt x="64046" y="909"/>
                  </a:lnTo>
                  <a:lnTo>
                    <a:pt x="76353" y="3988"/>
                  </a:lnTo>
                  <a:lnTo>
                    <a:pt x="90199" y="25509"/>
                  </a:lnTo>
                  <a:lnTo>
                    <a:pt x="105577" y="22438"/>
                  </a:lnTo>
                  <a:lnTo>
                    <a:pt x="137880" y="51649"/>
                  </a:lnTo>
                  <a:lnTo>
                    <a:pt x="149571" y="52059"/>
                  </a:lnTo>
                  <a:lnTo>
                    <a:pt x="145569" y="63948"/>
                  </a:lnTo>
                  <a:lnTo>
                    <a:pt x="131730" y="65481"/>
                  </a:lnTo>
                  <a:lnTo>
                    <a:pt x="125573" y="74709"/>
                  </a:lnTo>
                  <a:lnTo>
                    <a:pt x="113273" y="85470"/>
                  </a:lnTo>
                  <a:lnTo>
                    <a:pt x="110195" y="962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4" name="Forme libre : forme 422">
              <a:extLst>
                <a:ext uri="{FF2B5EF4-FFF2-40B4-BE49-F238E27FC236}">
                  <a16:creationId xmlns:a16="http://schemas.microsoft.com/office/drawing/2014/main" id="{58B8843E-5440-B800-FC45-E18174DEB6B1}"/>
                </a:ext>
              </a:extLst>
            </p:cNvPr>
            <p:cNvSpPr/>
            <p:nvPr/>
          </p:nvSpPr>
          <p:spPr>
            <a:xfrm>
              <a:off x="6799499" y="4055807"/>
              <a:ext cx="15330" cy="16623"/>
            </a:xfrm>
            <a:custGeom>
              <a:avLst/>
              <a:gdLst>
                <a:gd name="csX0" fmla="*/ 16527 w 15330"/>
                <a:gd name="csY0" fmla="*/ 17939 h 16623"/>
                <a:gd name="csX1" fmla="*/ 18374 w 15330"/>
                <a:gd name="csY1" fmla="*/ 4134 h 16623"/>
                <a:gd name="csX2" fmla="*/ 13955 w 15330"/>
                <a:gd name="csY2" fmla="*/ 1316 h 16623"/>
                <a:gd name="csX3" fmla="*/ 9597 w 15330"/>
                <a:gd name="csY3" fmla="*/ 2342 h 16623"/>
                <a:gd name="csX4" fmla="*/ 3043 w 15330"/>
                <a:gd name="csY4" fmla="*/ 9901 h 16623"/>
                <a:gd name="csX5" fmla="*/ 16527 w 15330"/>
                <a:gd name="csY5" fmla="*/ 17939 h 16623"/>
              </a:gdLst>
              <a:ahLst/>
              <a:cxnLst>
                <a:cxn ang="0">
                  <a:pos x="csX0" y="csY0"/>
                </a:cxn>
                <a:cxn ang="0">
                  <a:pos x="csX1" y="csY1"/>
                </a:cxn>
                <a:cxn ang="0">
                  <a:pos x="csX2" y="csY2"/>
                </a:cxn>
                <a:cxn ang="0">
                  <a:pos x="csX3" y="csY3"/>
                </a:cxn>
                <a:cxn ang="0">
                  <a:pos x="csX4" y="csY4"/>
                </a:cxn>
                <a:cxn ang="0">
                  <a:pos x="csX5" y="csY5"/>
                </a:cxn>
              </a:cxnLst>
              <a:rect l="l" t="t" r="r" b="b"/>
              <a:pathLst>
                <a:path w="15330" h="16623">
                  <a:moveTo>
                    <a:pt x="16527" y="17939"/>
                  </a:moveTo>
                  <a:lnTo>
                    <a:pt x="18374" y="4134"/>
                  </a:lnTo>
                  <a:lnTo>
                    <a:pt x="13955" y="1316"/>
                  </a:lnTo>
                  <a:lnTo>
                    <a:pt x="9597" y="2342"/>
                  </a:lnTo>
                  <a:lnTo>
                    <a:pt x="3043" y="9901"/>
                  </a:lnTo>
                  <a:lnTo>
                    <a:pt x="16527" y="179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5" name="Forme libre : forme 423">
              <a:extLst>
                <a:ext uri="{FF2B5EF4-FFF2-40B4-BE49-F238E27FC236}">
                  <a16:creationId xmlns:a16="http://schemas.microsoft.com/office/drawing/2014/main" id="{B336D143-F115-6CF1-DB25-F026648BF29C}"/>
                </a:ext>
              </a:extLst>
            </p:cNvPr>
            <p:cNvSpPr/>
            <p:nvPr/>
          </p:nvSpPr>
          <p:spPr>
            <a:xfrm>
              <a:off x="6710423" y="4064393"/>
              <a:ext cx="102558" cy="73669"/>
            </a:xfrm>
            <a:custGeom>
              <a:avLst/>
              <a:gdLst>
                <a:gd name="csX0" fmla="*/ 105581 w 102558"/>
                <a:gd name="csY0" fmla="*/ 9382 h 73669"/>
                <a:gd name="csX1" fmla="*/ 92098 w 102558"/>
                <a:gd name="csY1" fmla="*/ 1344 h 73669"/>
                <a:gd name="csX2" fmla="*/ 81987 w 102558"/>
                <a:gd name="csY2" fmla="*/ 13001 h 73669"/>
                <a:gd name="csX3" fmla="*/ 60452 w 102558"/>
                <a:gd name="csY3" fmla="*/ 29399 h 73669"/>
                <a:gd name="csX4" fmla="*/ 50197 w 102558"/>
                <a:gd name="csY4" fmla="*/ 41699 h 73669"/>
                <a:gd name="csX5" fmla="*/ 30714 w 102558"/>
                <a:gd name="csY5" fmla="*/ 44777 h 73669"/>
                <a:gd name="csX6" fmla="*/ 20460 w 102558"/>
                <a:gd name="csY6" fmla="*/ 44777 h 73669"/>
                <a:gd name="csX7" fmla="*/ 7127 w 102558"/>
                <a:gd name="csY7" fmla="*/ 42725 h 73669"/>
                <a:gd name="csX8" fmla="*/ 3022 w 102558"/>
                <a:gd name="csY8" fmla="*/ 51953 h 73669"/>
                <a:gd name="csX9" fmla="*/ 18408 w 102558"/>
                <a:gd name="csY9" fmla="*/ 67325 h 73669"/>
                <a:gd name="csX10" fmla="*/ 75317 w 102558"/>
                <a:gd name="csY10" fmla="*/ 75014 h 73669"/>
                <a:gd name="csX11" fmla="*/ 76856 w 102558"/>
                <a:gd name="csY11" fmla="*/ 56564 h 73669"/>
                <a:gd name="csX12" fmla="*/ 96852 w 102558"/>
                <a:gd name="csY12" fmla="*/ 36575 h 73669"/>
                <a:gd name="csX13" fmla="*/ 90702 w 102558"/>
                <a:gd name="csY13" fmla="*/ 18132 h 73669"/>
                <a:gd name="csX14" fmla="*/ 104548 w 102558"/>
                <a:gd name="csY14" fmla="*/ 17105 h 73669"/>
                <a:gd name="csX15" fmla="*/ 105581 w 102558"/>
                <a:gd name="csY15" fmla="*/ 9382 h 73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02558" h="73669">
                  <a:moveTo>
                    <a:pt x="105581" y="9382"/>
                  </a:moveTo>
                  <a:lnTo>
                    <a:pt x="92098" y="1344"/>
                  </a:lnTo>
                  <a:lnTo>
                    <a:pt x="81987" y="13001"/>
                  </a:lnTo>
                  <a:lnTo>
                    <a:pt x="60452" y="29399"/>
                  </a:lnTo>
                  <a:lnTo>
                    <a:pt x="50197" y="41699"/>
                  </a:lnTo>
                  <a:lnTo>
                    <a:pt x="30714" y="44777"/>
                  </a:lnTo>
                  <a:lnTo>
                    <a:pt x="20460" y="44777"/>
                  </a:lnTo>
                  <a:lnTo>
                    <a:pt x="7127" y="42725"/>
                  </a:lnTo>
                  <a:lnTo>
                    <a:pt x="3022" y="51953"/>
                  </a:lnTo>
                  <a:lnTo>
                    <a:pt x="18408" y="67325"/>
                  </a:lnTo>
                  <a:lnTo>
                    <a:pt x="75317" y="75014"/>
                  </a:lnTo>
                  <a:lnTo>
                    <a:pt x="76856" y="56564"/>
                  </a:lnTo>
                  <a:lnTo>
                    <a:pt x="96852" y="36575"/>
                  </a:lnTo>
                  <a:lnTo>
                    <a:pt x="90702" y="18132"/>
                  </a:lnTo>
                  <a:lnTo>
                    <a:pt x="104548" y="17105"/>
                  </a:lnTo>
                  <a:lnTo>
                    <a:pt x="105581" y="93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6" name="Forme libre : forme 424">
              <a:extLst>
                <a:ext uri="{FF2B5EF4-FFF2-40B4-BE49-F238E27FC236}">
                  <a16:creationId xmlns:a16="http://schemas.microsoft.com/office/drawing/2014/main" id="{810B1A81-F5D1-CCA0-516C-FA5934784BB2}"/>
                </a:ext>
              </a:extLst>
            </p:cNvPr>
            <p:cNvSpPr/>
            <p:nvPr/>
          </p:nvSpPr>
          <p:spPr>
            <a:xfrm>
              <a:off x="6691966" y="4053502"/>
              <a:ext cx="18456" cy="44075"/>
            </a:xfrm>
            <a:custGeom>
              <a:avLst/>
              <a:gdLst>
                <a:gd name="csX0" fmla="*/ 2977 w 18456"/>
                <a:gd name="csY0" fmla="*/ 32073 h 44075"/>
                <a:gd name="csX1" fmla="*/ 8107 w 18456"/>
                <a:gd name="csY1" fmla="*/ 20799 h 44075"/>
                <a:gd name="csX2" fmla="*/ 4003 w 18456"/>
                <a:gd name="csY2" fmla="*/ 8499 h 44075"/>
                <a:gd name="csX3" fmla="*/ 8107 w 18456"/>
                <a:gd name="csY3" fmla="*/ 1323 h 44075"/>
                <a:gd name="csX4" fmla="*/ 18362 w 18456"/>
                <a:gd name="csY4" fmla="*/ 3375 h 44075"/>
                <a:gd name="csX5" fmla="*/ 21433 w 18456"/>
                <a:gd name="csY5" fmla="*/ 27975 h 44075"/>
                <a:gd name="csX6" fmla="*/ 17336 w 18456"/>
                <a:gd name="csY6" fmla="*/ 45399 h 44075"/>
                <a:gd name="csX7" fmla="*/ 6568 w 18456"/>
                <a:gd name="csY7" fmla="*/ 42320 h 44075"/>
                <a:gd name="csX8" fmla="*/ 2977 w 18456"/>
                <a:gd name="csY8" fmla="*/ 32073 h 440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8456" h="44075">
                  <a:moveTo>
                    <a:pt x="2977" y="32073"/>
                  </a:moveTo>
                  <a:lnTo>
                    <a:pt x="8107" y="20799"/>
                  </a:lnTo>
                  <a:lnTo>
                    <a:pt x="4003" y="8499"/>
                  </a:lnTo>
                  <a:lnTo>
                    <a:pt x="8107" y="1323"/>
                  </a:lnTo>
                  <a:lnTo>
                    <a:pt x="18362" y="3375"/>
                  </a:lnTo>
                  <a:lnTo>
                    <a:pt x="21433" y="27975"/>
                  </a:lnTo>
                  <a:lnTo>
                    <a:pt x="17336" y="45399"/>
                  </a:lnTo>
                  <a:lnTo>
                    <a:pt x="6568" y="42320"/>
                  </a:lnTo>
                  <a:lnTo>
                    <a:pt x="2977" y="320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7" name="Forme libre : forme 425">
              <a:extLst>
                <a:ext uri="{FF2B5EF4-FFF2-40B4-BE49-F238E27FC236}">
                  <a16:creationId xmlns:a16="http://schemas.microsoft.com/office/drawing/2014/main" id="{E2E8B6EE-A132-4420-C12E-4468CBF82508}"/>
                </a:ext>
              </a:extLst>
            </p:cNvPr>
            <p:cNvSpPr/>
            <p:nvPr/>
          </p:nvSpPr>
          <p:spPr>
            <a:xfrm>
              <a:off x="6605826" y="3961252"/>
              <a:ext cx="27692" cy="29210"/>
            </a:xfrm>
            <a:custGeom>
              <a:avLst/>
              <a:gdLst>
                <a:gd name="csX0" fmla="*/ 6005 w 27692"/>
                <a:gd name="csY0" fmla="*/ 21252 h 29210"/>
                <a:gd name="csX1" fmla="*/ 2927 w 27692"/>
                <a:gd name="csY1" fmla="*/ 10491 h 29210"/>
                <a:gd name="csX2" fmla="*/ 10623 w 27692"/>
                <a:gd name="csY2" fmla="*/ 1263 h 29210"/>
                <a:gd name="csX3" fmla="*/ 29162 w 27692"/>
                <a:gd name="csY3" fmla="*/ 6776 h 29210"/>
                <a:gd name="csX4" fmla="*/ 22410 w 27692"/>
                <a:gd name="csY4" fmla="*/ 13563 h 29210"/>
                <a:gd name="csX5" fmla="*/ 22410 w 27692"/>
                <a:gd name="csY5" fmla="*/ 19713 h 29210"/>
                <a:gd name="csX6" fmla="*/ 30619 w 27692"/>
                <a:gd name="csY6" fmla="*/ 30473 h 29210"/>
                <a:gd name="csX7" fmla="*/ 16773 w 27692"/>
                <a:gd name="csY7" fmla="*/ 30473 h 29210"/>
                <a:gd name="csX8" fmla="*/ 6005 w 27692"/>
                <a:gd name="csY8" fmla="*/ 21252 h 29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692" h="29210">
                  <a:moveTo>
                    <a:pt x="6005" y="21252"/>
                  </a:moveTo>
                  <a:lnTo>
                    <a:pt x="2927" y="10491"/>
                  </a:lnTo>
                  <a:lnTo>
                    <a:pt x="10623" y="1263"/>
                  </a:lnTo>
                  <a:lnTo>
                    <a:pt x="29162" y="6776"/>
                  </a:lnTo>
                  <a:lnTo>
                    <a:pt x="22410" y="13563"/>
                  </a:lnTo>
                  <a:lnTo>
                    <a:pt x="22410" y="19713"/>
                  </a:lnTo>
                  <a:lnTo>
                    <a:pt x="30619" y="30473"/>
                  </a:lnTo>
                  <a:lnTo>
                    <a:pt x="16773" y="30473"/>
                  </a:lnTo>
                  <a:lnTo>
                    <a:pt x="6005" y="212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8" name="Forme libre : forme 426">
              <a:extLst>
                <a:ext uri="{FF2B5EF4-FFF2-40B4-BE49-F238E27FC236}">
                  <a16:creationId xmlns:a16="http://schemas.microsoft.com/office/drawing/2014/main" id="{3FC034E1-7081-5E12-14EB-880E0682C6BF}"/>
                </a:ext>
              </a:extLst>
            </p:cNvPr>
            <p:cNvSpPr/>
            <p:nvPr/>
          </p:nvSpPr>
          <p:spPr>
            <a:xfrm>
              <a:off x="6910397" y="3775241"/>
              <a:ext cx="358402" cy="337715"/>
            </a:xfrm>
            <a:custGeom>
              <a:avLst/>
              <a:gdLst>
                <a:gd name="csX0" fmla="*/ 361643 w 358402"/>
                <a:gd name="csY0" fmla="*/ 61221 h 337715"/>
                <a:gd name="csX1" fmla="*/ 333958 w 358402"/>
                <a:gd name="csY1" fmla="*/ 65831 h 337715"/>
                <a:gd name="csX2" fmla="*/ 310884 w 358402"/>
                <a:gd name="csY2" fmla="*/ 61221 h 337715"/>
                <a:gd name="csX3" fmla="*/ 290374 w 358402"/>
                <a:gd name="csY3" fmla="*/ 63266 h 337715"/>
                <a:gd name="csX4" fmla="*/ 288322 w 358402"/>
                <a:gd name="csY4" fmla="*/ 104264 h 337715"/>
                <a:gd name="csX5" fmla="*/ 303701 w 358402"/>
                <a:gd name="csY5" fmla="*/ 109394 h 337715"/>
                <a:gd name="csX6" fmla="*/ 319086 w 358402"/>
                <a:gd name="csY6" fmla="*/ 125792 h 337715"/>
                <a:gd name="csX7" fmla="*/ 314981 w 358402"/>
                <a:gd name="csY7" fmla="*/ 136040 h 337715"/>
                <a:gd name="csX8" fmla="*/ 299603 w 358402"/>
                <a:gd name="csY8" fmla="*/ 148340 h 337715"/>
                <a:gd name="csX9" fmla="*/ 296524 w 358402"/>
                <a:gd name="csY9" fmla="*/ 170887 h 337715"/>
                <a:gd name="csX10" fmla="*/ 282165 w 358402"/>
                <a:gd name="csY10" fmla="*/ 178063 h 337715"/>
                <a:gd name="csX11" fmla="*/ 277042 w 358402"/>
                <a:gd name="csY11" fmla="*/ 198559 h 337715"/>
                <a:gd name="csX12" fmla="*/ 233971 w 358402"/>
                <a:gd name="csY12" fmla="*/ 239556 h 337715"/>
                <a:gd name="csX13" fmla="*/ 217560 w 358402"/>
                <a:gd name="csY13" fmla="*/ 240582 h 337715"/>
                <a:gd name="csX14" fmla="*/ 209358 w 358402"/>
                <a:gd name="csY14" fmla="*/ 233406 h 337715"/>
                <a:gd name="csX15" fmla="*/ 198077 w 358402"/>
                <a:gd name="csY15" fmla="*/ 261078 h 337715"/>
                <a:gd name="csX16" fmla="*/ 222690 w 358402"/>
                <a:gd name="csY16" fmla="*/ 303102 h 337715"/>
                <a:gd name="csX17" fmla="*/ 220638 w 358402"/>
                <a:gd name="csY17" fmla="*/ 321551 h 337715"/>
                <a:gd name="csX18" fmla="*/ 188848 w 358402"/>
                <a:gd name="csY18" fmla="*/ 317454 h 337715"/>
                <a:gd name="csX19" fmla="*/ 171418 w 358402"/>
                <a:gd name="csY19" fmla="*/ 326675 h 337715"/>
                <a:gd name="csX20" fmla="*/ 160137 w 358402"/>
                <a:gd name="csY20" fmla="*/ 338975 h 337715"/>
                <a:gd name="csX21" fmla="*/ 148857 w 358402"/>
                <a:gd name="csY21" fmla="*/ 333851 h 337715"/>
                <a:gd name="csX22" fmla="*/ 146804 w 358402"/>
                <a:gd name="csY22" fmla="*/ 327701 h 337715"/>
                <a:gd name="csX23" fmla="*/ 138602 w 358402"/>
                <a:gd name="csY23" fmla="*/ 322578 h 337715"/>
                <a:gd name="csX24" fmla="*/ 135524 w 358402"/>
                <a:gd name="csY24" fmla="*/ 308225 h 337715"/>
                <a:gd name="csX25" fmla="*/ 131419 w 358402"/>
                <a:gd name="csY25" fmla="*/ 303102 h 337715"/>
                <a:gd name="csX26" fmla="*/ 113988 w 358402"/>
                <a:gd name="csY26" fmla="*/ 302075 h 337715"/>
                <a:gd name="csX27" fmla="*/ 104760 w 358402"/>
                <a:gd name="csY27" fmla="*/ 305147 h 337715"/>
                <a:gd name="csX28" fmla="*/ 76049 w 358402"/>
                <a:gd name="csY28" fmla="*/ 303102 h 337715"/>
                <a:gd name="csX29" fmla="*/ 66813 w 358402"/>
                <a:gd name="csY29" fmla="*/ 305147 h 337715"/>
                <a:gd name="csX30" fmla="*/ 36050 w 358402"/>
                <a:gd name="csY30" fmla="*/ 307199 h 337715"/>
                <a:gd name="csX31" fmla="*/ 26821 w 358402"/>
                <a:gd name="csY31" fmla="*/ 303102 h 337715"/>
                <a:gd name="csX32" fmla="*/ 23230 w 358402"/>
                <a:gd name="csY32" fmla="*/ 301049 h 337715"/>
                <a:gd name="csX33" fmla="*/ 24769 w 358402"/>
                <a:gd name="csY33" fmla="*/ 281067 h 337715"/>
                <a:gd name="csX34" fmla="*/ 54000 w 358402"/>
                <a:gd name="csY34" fmla="*/ 268767 h 337715"/>
                <a:gd name="csX35" fmla="*/ 54000 w 358402"/>
                <a:gd name="csY35" fmla="*/ 253389 h 337715"/>
                <a:gd name="csX36" fmla="*/ 40154 w 358402"/>
                <a:gd name="csY36" fmla="*/ 251856 h 337715"/>
                <a:gd name="csX37" fmla="*/ 41694 w 358402"/>
                <a:gd name="csY37" fmla="*/ 236478 h 337715"/>
                <a:gd name="csX38" fmla="*/ 3241 w 358402"/>
                <a:gd name="csY38" fmla="*/ 204196 h 337715"/>
                <a:gd name="csX39" fmla="*/ 3241 w 358402"/>
                <a:gd name="csY39" fmla="*/ 190356 h 337715"/>
                <a:gd name="csX40" fmla="*/ 30926 w 358402"/>
                <a:gd name="csY40" fmla="*/ 191896 h 337715"/>
                <a:gd name="csX41" fmla="*/ 41694 w 358402"/>
                <a:gd name="csY41" fmla="*/ 193435 h 337715"/>
                <a:gd name="csX42" fmla="*/ 87842 w 358402"/>
                <a:gd name="csY42" fmla="*/ 198046 h 337715"/>
                <a:gd name="csX43" fmla="*/ 118606 w 358402"/>
                <a:gd name="csY43" fmla="*/ 190356 h 337715"/>
                <a:gd name="csX44" fmla="*/ 118606 w 358402"/>
                <a:gd name="csY44" fmla="*/ 168835 h 337715"/>
                <a:gd name="csX45" fmla="*/ 121684 w 358402"/>
                <a:gd name="csY45" fmla="*/ 153463 h 337715"/>
                <a:gd name="csX46" fmla="*/ 140141 w 358402"/>
                <a:gd name="csY46" fmla="*/ 150385 h 337715"/>
                <a:gd name="csX47" fmla="*/ 155520 w 358402"/>
                <a:gd name="csY47" fmla="*/ 138085 h 337715"/>
                <a:gd name="csX48" fmla="*/ 181672 w 358402"/>
                <a:gd name="csY48" fmla="*/ 142703 h 337715"/>
                <a:gd name="csX49" fmla="*/ 181672 w 358402"/>
                <a:gd name="csY49" fmla="*/ 119642 h 337715"/>
                <a:gd name="csX50" fmla="*/ 201668 w 358402"/>
                <a:gd name="csY50" fmla="*/ 84281 h 337715"/>
                <a:gd name="csX51" fmla="*/ 220125 w 358402"/>
                <a:gd name="csY51" fmla="*/ 87353 h 337715"/>
                <a:gd name="csX52" fmla="*/ 238589 w 358402"/>
                <a:gd name="csY52" fmla="*/ 55071 h 337715"/>
                <a:gd name="csX53" fmla="*/ 230900 w 358402"/>
                <a:gd name="csY53" fmla="*/ 27399 h 337715"/>
                <a:gd name="csX54" fmla="*/ 281146 w 358402"/>
                <a:gd name="csY54" fmla="*/ 5871 h 337715"/>
                <a:gd name="csX55" fmla="*/ 296524 w 358402"/>
                <a:gd name="csY55" fmla="*/ 5871 h 337715"/>
                <a:gd name="csX56" fmla="*/ 304727 w 358402"/>
                <a:gd name="csY56" fmla="*/ 1260 h 337715"/>
                <a:gd name="csX57" fmla="*/ 317225 w 358402"/>
                <a:gd name="csY57" fmla="*/ 6268 h 337715"/>
                <a:gd name="csX58" fmla="*/ 324921 w 358402"/>
                <a:gd name="csY58" fmla="*/ 17801 h 337715"/>
                <a:gd name="csX59" fmla="*/ 330305 w 358402"/>
                <a:gd name="csY59" fmla="*/ 35478 h 337715"/>
                <a:gd name="csX60" fmla="*/ 347222 w 358402"/>
                <a:gd name="csY60" fmla="*/ 47012 h 337715"/>
                <a:gd name="csX61" fmla="*/ 361643 w 358402"/>
                <a:gd name="csY61" fmla="*/ 61221 h 3377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Lst>
              <a:rect l="l" t="t" r="r" b="b"/>
              <a:pathLst>
                <a:path w="358402" h="337715">
                  <a:moveTo>
                    <a:pt x="361643" y="61221"/>
                  </a:moveTo>
                  <a:lnTo>
                    <a:pt x="333958" y="65831"/>
                  </a:lnTo>
                  <a:lnTo>
                    <a:pt x="310884" y="61221"/>
                  </a:lnTo>
                  <a:lnTo>
                    <a:pt x="290374" y="63266"/>
                  </a:lnTo>
                  <a:lnTo>
                    <a:pt x="288322" y="104264"/>
                  </a:lnTo>
                  <a:lnTo>
                    <a:pt x="303701" y="109394"/>
                  </a:lnTo>
                  <a:lnTo>
                    <a:pt x="319086" y="125792"/>
                  </a:lnTo>
                  <a:lnTo>
                    <a:pt x="314981" y="136040"/>
                  </a:lnTo>
                  <a:lnTo>
                    <a:pt x="299603" y="148340"/>
                  </a:lnTo>
                  <a:lnTo>
                    <a:pt x="296524" y="170887"/>
                  </a:lnTo>
                  <a:lnTo>
                    <a:pt x="282165" y="178063"/>
                  </a:lnTo>
                  <a:lnTo>
                    <a:pt x="277042" y="198559"/>
                  </a:lnTo>
                  <a:lnTo>
                    <a:pt x="233971" y="239556"/>
                  </a:lnTo>
                  <a:lnTo>
                    <a:pt x="217560" y="240582"/>
                  </a:lnTo>
                  <a:lnTo>
                    <a:pt x="209358" y="233406"/>
                  </a:lnTo>
                  <a:lnTo>
                    <a:pt x="198077" y="261078"/>
                  </a:lnTo>
                  <a:lnTo>
                    <a:pt x="222690" y="303102"/>
                  </a:lnTo>
                  <a:lnTo>
                    <a:pt x="220638" y="321551"/>
                  </a:lnTo>
                  <a:lnTo>
                    <a:pt x="188848" y="317454"/>
                  </a:lnTo>
                  <a:lnTo>
                    <a:pt x="171418" y="326675"/>
                  </a:lnTo>
                  <a:lnTo>
                    <a:pt x="160137" y="338975"/>
                  </a:lnTo>
                  <a:lnTo>
                    <a:pt x="148857" y="333851"/>
                  </a:lnTo>
                  <a:lnTo>
                    <a:pt x="146804" y="327701"/>
                  </a:lnTo>
                  <a:lnTo>
                    <a:pt x="138602" y="322578"/>
                  </a:lnTo>
                  <a:lnTo>
                    <a:pt x="135524" y="308225"/>
                  </a:lnTo>
                  <a:lnTo>
                    <a:pt x="131419" y="303102"/>
                  </a:lnTo>
                  <a:lnTo>
                    <a:pt x="113988" y="302075"/>
                  </a:lnTo>
                  <a:lnTo>
                    <a:pt x="104760" y="305147"/>
                  </a:lnTo>
                  <a:lnTo>
                    <a:pt x="76049" y="303102"/>
                  </a:lnTo>
                  <a:lnTo>
                    <a:pt x="66813" y="305147"/>
                  </a:lnTo>
                  <a:lnTo>
                    <a:pt x="36050" y="307199"/>
                  </a:lnTo>
                  <a:lnTo>
                    <a:pt x="26821" y="303102"/>
                  </a:lnTo>
                  <a:lnTo>
                    <a:pt x="23230" y="301049"/>
                  </a:lnTo>
                  <a:lnTo>
                    <a:pt x="24769" y="281067"/>
                  </a:lnTo>
                  <a:lnTo>
                    <a:pt x="54000" y="268767"/>
                  </a:lnTo>
                  <a:lnTo>
                    <a:pt x="54000" y="253389"/>
                  </a:lnTo>
                  <a:lnTo>
                    <a:pt x="40154" y="251856"/>
                  </a:lnTo>
                  <a:lnTo>
                    <a:pt x="41694" y="236478"/>
                  </a:lnTo>
                  <a:lnTo>
                    <a:pt x="3241" y="204196"/>
                  </a:lnTo>
                  <a:lnTo>
                    <a:pt x="3241" y="190356"/>
                  </a:lnTo>
                  <a:lnTo>
                    <a:pt x="30926" y="191896"/>
                  </a:lnTo>
                  <a:lnTo>
                    <a:pt x="41694" y="193435"/>
                  </a:lnTo>
                  <a:lnTo>
                    <a:pt x="87842" y="198046"/>
                  </a:lnTo>
                  <a:lnTo>
                    <a:pt x="118606" y="190356"/>
                  </a:lnTo>
                  <a:lnTo>
                    <a:pt x="118606" y="168835"/>
                  </a:lnTo>
                  <a:lnTo>
                    <a:pt x="121684" y="153463"/>
                  </a:lnTo>
                  <a:lnTo>
                    <a:pt x="140141" y="150385"/>
                  </a:lnTo>
                  <a:lnTo>
                    <a:pt x="155520" y="138085"/>
                  </a:lnTo>
                  <a:lnTo>
                    <a:pt x="181672" y="142703"/>
                  </a:lnTo>
                  <a:lnTo>
                    <a:pt x="181672" y="119642"/>
                  </a:lnTo>
                  <a:lnTo>
                    <a:pt x="201668" y="84281"/>
                  </a:lnTo>
                  <a:lnTo>
                    <a:pt x="220125" y="87353"/>
                  </a:lnTo>
                  <a:lnTo>
                    <a:pt x="238589" y="55071"/>
                  </a:lnTo>
                  <a:lnTo>
                    <a:pt x="230900" y="27399"/>
                  </a:lnTo>
                  <a:lnTo>
                    <a:pt x="281146" y="5871"/>
                  </a:lnTo>
                  <a:lnTo>
                    <a:pt x="296524" y="5871"/>
                  </a:lnTo>
                  <a:lnTo>
                    <a:pt x="304727" y="1260"/>
                  </a:lnTo>
                  <a:lnTo>
                    <a:pt x="317225" y="6268"/>
                  </a:lnTo>
                  <a:lnTo>
                    <a:pt x="324921" y="17801"/>
                  </a:lnTo>
                  <a:lnTo>
                    <a:pt x="330305" y="35478"/>
                  </a:lnTo>
                  <a:lnTo>
                    <a:pt x="347222" y="47012"/>
                  </a:lnTo>
                  <a:lnTo>
                    <a:pt x="361643" y="612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49" name="Forme libre : forme 427">
              <a:extLst>
                <a:ext uri="{FF2B5EF4-FFF2-40B4-BE49-F238E27FC236}">
                  <a16:creationId xmlns:a16="http://schemas.microsoft.com/office/drawing/2014/main" id="{59188768-7F13-88D6-120F-34B8488DED73}"/>
                </a:ext>
              </a:extLst>
            </p:cNvPr>
            <p:cNvSpPr/>
            <p:nvPr/>
          </p:nvSpPr>
          <p:spPr>
            <a:xfrm>
              <a:off x="7504140" y="4043268"/>
              <a:ext cx="99473" cy="127090"/>
            </a:xfrm>
            <a:custGeom>
              <a:avLst/>
              <a:gdLst>
                <a:gd name="csX0" fmla="*/ 100926 w 99473"/>
                <a:gd name="csY0" fmla="*/ 116126 h 127090"/>
                <a:gd name="csX1" fmla="*/ 89645 w 99473"/>
                <a:gd name="csY1" fmla="*/ 128426 h 127090"/>
                <a:gd name="csX2" fmla="*/ 84514 w 99473"/>
                <a:gd name="csY2" fmla="*/ 118178 h 127090"/>
                <a:gd name="csX3" fmla="*/ 83495 w 99473"/>
                <a:gd name="csY3" fmla="*/ 100755 h 127090"/>
                <a:gd name="csX4" fmla="*/ 67084 w 99473"/>
                <a:gd name="csY4" fmla="*/ 83331 h 127090"/>
                <a:gd name="csX5" fmla="*/ 58882 w 99473"/>
                <a:gd name="csY5" fmla="*/ 84350 h 127090"/>
                <a:gd name="csX6" fmla="*/ 56829 w 99473"/>
                <a:gd name="csY6" fmla="*/ 90500 h 127090"/>
                <a:gd name="csX7" fmla="*/ 57855 w 99473"/>
                <a:gd name="csY7" fmla="*/ 102800 h 127090"/>
                <a:gd name="csX8" fmla="*/ 37346 w 99473"/>
                <a:gd name="csY8" fmla="*/ 113048 h 127090"/>
                <a:gd name="csX9" fmla="*/ 24013 w 99473"/>
                <a:gd name="csY9" fmla="*/ 115100 h 127090"/>
                <a:gd name="csX10" fmla="*/ 19916 w 99473"/>
                <a:gd name="csY10" fmla="*/ 108950 h 127090"/>
                <a:gd name="csX11" fmla="*/ 19916 w 99473"/>
                <a:gd name="csY11" fmla="*/ 78207 h 127090"/>
                <a:gd name="csX12" fmla="*/ 14785 w 99473"/>
                <a:gd name="csY12" fmla="*/ 67952 h 127090"/>
                <a:gd name="csX13" fmla="*/ 13766 w 99473"/>
                <a:gd name="csY13" fmla="*/ 48483 h 127090"/>
                <a:gd name="csX14" fmla="*/ 3504 w 99473"/>
                <a:gd name="csY14" fmla="*/ 37203 h 127090"/>
                <a:gd name="csX15" fmla="*/ 4531 w 99473"/>
                <a:gd name="csY15" fmla="*/ 30033 h 127090"/>
                <a:gd name="csX16" fmla="*/ 20942 w 99473"/>
                <a:gd name="csY16" fmla="*/ 30033 h 127090"/>
                <a:gd name="csX17" fmla="*/ 18890 w 99473"/>
                <a:gd name="csY17" fmla="*/ 19786 h 127090"/>
                <a:gd name="csX18" fmla="*/ 12740 w 99473"/>
                <a:gd name="csY18" fmla="*/ 11583 h 127090"/>
                <a:gd name="csX19" fmla="*/ 4531 w 99473"/>
                <a:gd name="csY19" fmla="*/ 9531 h 127090"/>
                <a:gd name="csX20" fmla="*/ 13766 w 99473"/>
                <a:gd name="csY20" fmla="*/ 1336 h 127090"/>
                <a:gd name="csX21" fmla="*/ 31196 w 99473"/>
                <a:gd name="csY21" fmla="*/ 2362 h 127090"/>
                <a:gd name="csX22" fmla="*/ 44529 w 99473"/>
                <a:gd name="csY22" fmla="*/ 16707 h 127090"/>
                <a:gd name="csX23" fmla="*/ 81443 w 99473"/>
                <a:gd name="csY23" fmla="*/ 13636 h 127090"/>
                <a:gd name="csX24" fmla="*/ 89645 w 99473"/>
                <a:gd name="csY24" fmla="*/ 24909 h 127090"/>
                <a:gd name="csX25" fmla="*/ 88619 w 99473"/>
                <a:gd name="csY25" fmla="*/ 34131 h 127090"/>
                <a:gd name="csX26" fmla="*/ 74267 w 99473"/>
                <a:gd name="csY26" fmla="*/ 46431 h 127090"/>
                <a:gd name="csX27" fmla="*/ 78365 w 99473"/>
                <a:gd name="csY27" fmla="*/ 62829 h 127090"/>
                <a:gd name="csX28" fmla="*/ 93750 w 99473"/>
                <a:gd name="csY28" fmla="*/ 66933 h 127090"/>
                <a:gd name="csX29" fmla="*/ 98874 w 99473"/>
                <a:gd name="csY29" fmla="*/ 88455 h 127090"/>
                <a:gd name="csX30" fmla="*/ 102978 w 99473"/>
                <a:gd name="csY30" fmla="*/ 103826 h 127090"/>
                <a:gd name="csX31" fmla="*/ 100926 w 99473"/>
                <a:gd name="csY31" fmla="*/ 116126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9473" h="127090">
                  <a:moveTo>
                    <a:pt x="100926" y="116126"/>
                  </a:moveTo>
                  <a:lnTo>
                    <a:pt x="89645" y="128426"/>
                  </a:lnTo>
                  <a:lnTo>
                    <a:pt x="84514" y="118178"/>
                  </a:lnTo>
                  <a:lnTo>
                    <a:pt x="83495" y="100755"/>
                  </a:lnTo>
                  <a:lnTo>
                    <a:pt x="67084" y="83331"/>
                  </a:lnTo>
                  <a:lnTo>
                    <a:pt x="58882" y="84350"/>
                  </a:lnTo>
                  <a:lnTo>
                    <a:pt x="56829" y="90500"/>
                  </a:lnTo>
                  <a:lnTo>
                    <a:pt x="57855" y="102800"/>
                  </a:lnTo>
                  <a:lnTo>
                    <a:pt x="37346" y="113048"/>
                  </a:lnTo>
                  <a:lnTo>
                    <a:pt x="24013" y="115100"/>
                  </a:lnTo>
                  <a:lnTo>
                    <a:pt x="19916" y="108950"/>
                  </a:lnTo>
                  <a:lnTo>
                    <a:pt x="19916" y="78207"/>
                  </a:lnTo>
                  <a:lnTo>
                    <a:pt x="14785" y="67952"/>
                  </a:lnTo>
                  <a:lnTo>
                    <a:pt x="13766" y="48483"/>
                  </a:lnTo>
                  <a:lnTo>
                    <a:pt x="3504" y="37203"/>
                  </a:lnTo>
                  <a:lnTo>
                    <a:pt x="4531" y="30033"/>
                  </a:lnTo>
                  <a:lnTo>
                    <a:pt x="20942" y="30033"/>
                  </a:lnTo>
                  <a:lnTo>
                    <a:pt x="18890" y="19786"/>
                  </a:lnTo>
                  <a:lnTo>
                    <a:pt x="12740" y="11583"/>
                  </a:lnTo>
                  <a:lnTo>
                    <a:pt x="4531" y="9531"/>
                  </a:lnTo>
                  <a:lnTo>
                    <a:pt x="13766" y="1336"/>
                  </a:lnTo>
                  <a:lnTo>
                    <a:pt x="31196" y="2362"/>
                  </a:lnTo>
                  <a:lnTo>
                    <a:pt x="44529" y="16707"/>
                  </a:lnTo>
                  <a:lnTo>
                    <a:pt x="81443" y="13636"/>
                  </a:lnTo>
                  <a:lnTo>
                    <a:pt x="89645" y="24909"/>
                  </a:lnTo>
                  <a:lnTo>
                    <a:pt x="88619" y="34131"/>
                  </a:lnTo>
                  <a:lnTo>
                    <a:pt x="74267" y="46431"/>
                  </a:lnTo>
                  <a:lnTo>
                    <a:pt x="78365" y="62829"/>
                  </a:lnTo>
                  <a:lnTo>
                    <a:pt x="93750" y="66933"/>
                  </a:lnTo>
                  <a:lnTo>
                    <a:pt x="98874" y="88455"/>
                  </a:lnTo>
                  <a:lnTo>
                    <a:pt x="102978" y="103826"/>
                  </a:lnTo>
                  <a:lnTo>
                    <a:pt x="100926" y="116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0" name="Forme libre : forme 428">
              <a:extLst>
                <a:ext uri="{FF2B5EF4-FFF2-40B4-BE49-F238E27FC236}">
                  <a16:creationId xmlns:a16="http://schemas.microsoft.com/office/drawing/2014/main" id="{DF1D54EF-2CE9-F13F-5ED0-CE38E267562E}"/>
                </a:ext>
              </a:extLst>
            </p:cNvPr>
            <p:cNvSpPr/>
            <p:nvPr/>
          </p:nvSpPr>
          <p:spPr>
            <a:xfrm>
              <a:off x="7590281" y="3996634"/>
              <a:ext cx="195862" cy="418684"/>
            </a:xfrm>
            <a:custGeom>
              <a:avLst/>
              <a:gdLst>
                <a:gd name="csX0" fmla="*/ 178944 w 195862"/>
                <a:gd name="csY0" fmla="*/ 185380 h 418684"/>
                <a:gd name="csX1" fmla="*/ 151259 w 195862"/>
                <a:gd name="csY1" fmla="*/ 192556 h 418684"/>
                <a:gd name="csX2" fmla="*/ 146128 w 195862"/>
                <a:gd name="csY2" fmla="*/ 206901 h 418684"/>
                <a:gd name="csX3" fmla="*/ 135873 w 195862"/>
                <a:gd name="csY3" fmla="*/ 207928 h 418684"/>
                <a:gd name="csX4" fmla="*/ 125619 w 195862"/>
                <a:gd name="csY4" fmla="*/ 214078 h 418684"/>
                <a:gd name="csX5" fmla="*/ 127671 w 195862"/>
                <a:gd name="csY5" fmla="*/ 241749 h 418684"/>
                <a:gd name="csX6" fmla="*/ 143049 w 195862"/>
                <a:gd name="csY6" fmla="*/ 256101 h 418684"/>
                <a:gd name="csX7" fmla="*/ 148180 w 195862"/>
                <a:gd name="csY7" fmla="*/ 288897 h 418684"/>
                <a:gd name="csX8" fmla="*/ 138952 w 195862"/>
                <a:gd name="csY8" fmla="*/ 301197 h 418684"/>
                <a:gd name="csX9" fmla="*/ 156382 w 195862"/>
                <a:gd name="csY9" fmla="*/ 337070 h 418684"/>
                <a:gd name="csX10" fmla="*/ 156382 w 195862"/>
                <a:gd name="csY10" fmla="*/ 368839 h 418684"/>
                <a:gd name="csX11" fmla="*/ 154330 w 195862"/>
                <a:gd name="csY11" fmla="*/ 390368 h 418684"/>
                <a:gd name="csX12" fmla="*/ 150226 w 195862"/>
                <a:gd name="csY12" fmla="*/ 403694 h 418684"/>
                <a:gd name="csX13" fmla="*/ 143049 w 195862"/>
                <a:gd name="csY13" fmla="*/ 420092 h 418684"/>
                <a:gd name="csX14" fmla="*/ 145102 w 195862"/>
                <a:gd name="csY14" fmla="*/ 396518 h 418684"/>
                <a:gd name="csX15" fmla="*/ 146128 w 195862"/>
                <a:gd name="csY15" fmla="*/ 368839 h 418684"/>
                <a:gd name="csX16" fmla="*/ 146128 w 195862"/>
                <a:gd name="csY16" fmla="*/ 355520 h 418684"/>
                <a:gd name="csX17" fmla="*/ 143049 w 195862"/>
                <a:gd name="csY17" fmla="*/ 346292 h 418684"/>
                <a:gd name="csX18" fmla="*/ 130743 w 195862"/>
                <a:gd name="csY18" fmla="*/ 330920 h 418684"/>
                <a:gd name="csX19" fmla="*/ 127664 w 195862"/>
                <a:gd name="csY19" fmla="*/ 308373 h 418684"/>
                <a:gd name="csX20" fmla="*/ 124593 w 195862"/>
                <a:gd name="csY20" fmla="*/ 281720 h 418684"/>
                <a:gd name="csX21" fmla="*/ 116390 w 195862"/>
                <a:gd name="csY21" fmla="*/ 275577 h 418684"/>
                <a:gd name="csX22" fmla="*/ 110234 w 195862"/>
                <a:gd name="csY22" fmla="*/ 267375 h 418684"/>
                <a:gd name="csX23" fmla="*/ 99979 w 195862"/>
                <a:gd name="csY23" fmla="*/ 277623 h 418684"/>
                <a:gd name="csX24" fmla="*/ 88698 w 195862"/>
                <a:gd name="csY24" fmla="*/ 290949 h 418684"/>
                <a:gd name="csX25" fmla="*/ 64085 w 195862"/>
                <a:gd name="csY25" fmla="*/ 296073 h 418684"/>
                <a:gd name="csX26" fmla="*/ 51785 w 195862"/>
                <a:gd name="csY26" fmla="*/ 292994 h 418684"/>
                <a:gd name="csX27" fmla="*/ 53837 w 195862"/>
                <a:gd name="csY27" fmla="*/ 280701 h 418684"/>
                <a:gd name="csX28" fmla="*/ 48706 w 195862"/>
                <a:gd name="csY28" fmla="*/ 263271 h 418684"/>
                <a:gd name="csX29" fmla="*/ 48706 w 195862"/>
                <a:gd name="csY29" fmla="*/ 235599 h 418684"/>
                <a:gd name="csX30" fmla="*/ 35373 w 195862"/>
                <a:gd name="csY30" fmla="*/ 222273 h 418684"/>
                <a:gd name="csX31" fmla="*/ 30250 w 195862"/>
                <a:gd name="csY31" fmla="*/ 201778 h 418684"/>
                <a:gd name="csX32" fmla="*/ 8714 w 195862"/>
                <a:gd name="csY32" fmla="*/ 188451 h 418684"/>
                <a:gd name="csX33" fmla="*/ 3591 w 195862"/>
                <a:gd name="csY33" fmla="*/ 175125 h 418684"/>
                <a:gd name="csX34" fmla="*/ 14871 w 195862"/>
                <a:gd name="csY34" fmla="*/ 162825 h 418684"/>
                <a:gd name="csX35" fmla="*/ 16917 w 195862"/>
                <a:gd name="csY35" fmla="*/ 150532 h 418684"/>
                <a:gd name="csX36" fmla="*/ 32302 w 195862"/>
                <a:gd name="csY36" fmla="*/ 142330 h 418684"/>
                <a:gd name="csX37" fmla="*/ 28197 w 195862"/>
                <a:gd name="csY37" fmla="*/ 113632 h 418684"/>
                <a:gd name="csX38" fmla="*/ 37433 w 195862"/>
                <a:gd name="csY38" fmla="*/ 111580 h 418684"/>
                <a:gd name="csX39" fmla="*/ 40504 w 195862"/>
                <a:gd name="csY39" fmla="*/ 99280 h 418684"/>
                <a:gd name="csX40" fmla="*/ 51785 w 195862"/>
                <a:gd name="csY40" fmla="*/ 97235 h 418684"/>
                <a:gd name="csX41" fmla="*/ 74346 w 195862"/>
                <a:gd name="csY41" fmla="*/ 30611 h 418684"/>
                <a:gd name="csX42" fmla="*/ 104084 w 195862"/>
                <a:gd name="csY42" fmla="*/ 18318 h 418684"/>
                <a:gd name="csX43" fmla="*/ 114345 w 195862"/>
                <a:gd name="csY43" fmla="*/ 2940 h 418684"/>
                <a:gd name="csX44" fmla="*/ 129723 w 195862"/>
                <a:gd name="csY44" fmla="*/ 1407 h 418684"/>
                <a:gd name="csX45" fmla="*/ 142030 w 195862"/>
                <a:gd name="csY45" fmla="*/ 27540 h 418684"/>
                <a:gd name="csX46" fmla="*/ 146641 w 195862"/>
                <a:gd name="csY46" fmla="*/ 56750 h 418684"/>
                <a:gd name="csX47" fmla="*/ 126645 w 195862"/>
                <a:gd name="csY47" fmla="*/ 78272 h 418684"/>
                <a:gd name="csX48" fmla="*/ 126645 w 195862"/>
                <a:gd name="csY48" fmla="*/ 102872 h 418684"/>
                <a:gd name="csX49" fmla="*/ 140491 w 195862"/>
                <a:gd name="csY49" fmla="*/ 104411 h 418684"/>
                <a:gd name="csX50" fmla="*/ 158948 w 195862"/>
                <a:gd name="csY50" fmla="*/ 125932 h 418684"/>
                <a:gd name="csX51" fmla="*/ 158948 w 195862"/>
                <a:gd name="csY51" fmla="*/ 145922 h 418684"/>
                <a:gd name="csX52" fmla="*/ 177404 w 195862"/>
                <a:gd name="csY52" fmla="*/ 145922 h 418684"/>
                <a:gd name="csX53" fmla="*/ 178944 w 195862"/>
                <a:gd name="csY53" fmla="*/ 153611 h 418684"/>
                <a:gd name="csX54" fmla="*/ 195861 w 195862"/>
                <a:gd name="csY54" fmla="*/ 159761 h 418684"/>
                <a:gd name="csX55" fmla="*/ 199453 w 195862"/>
                <a:gd name="csY55" fmla="*/ 166930 h 418684"/>
                <a:gd name="csX56" fmla="*/ 192277 w 195862"/>
                <a:gd name="csY56" fmla="*/ 168982 h 418684"/>
                <a:gd name="csX57" fmla="*/ 178944 w 195862"/>
                <a:gd name="csY57" fmla="*/ 185380 h 4186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195862" h="418684">
                  <a:moveTo>
                    <a:pt x="178944" y="185380"/>
                  </a:moveTo>
                  <a:lnTo>
                    <a:pt x="151259" y="192556"/>
                  </a:lnTo>
                  <a:lnTo>
                    <a:pt x="146128" y="206901"/>
                  </a:lnTo>
                  <a:lnTo>
                    <a:pt x="135873" y="207928"/>
                  </a:lnTo>
                  <a:lnTo>
                    <a:pt x="125619" y="214078"/>
                  </a:lnTo>
                  <a:lnTo>
                    <a:pt x="127671" y="241749"/>
                  </a:lnTo>
                  <a:lnTo>
                    <a:pt x="143049" y="256101"/>
                  </a:lnTo>
                  <a:lnTo>
                    <a:pt x="148180" y="288897"/>
                  </a:lnTo>
                  <a:lnTo>
                    <a:pt x="138952" y="301197"/>
                  </a:lnTo>
                  <a:lnTo>
                    <a:pt x="156382" y="337070"/>
                  </a:lnTo>
                  <a:lnTo>
                    <a:pt x="156382" y="368839"/>
                  </a:lnTo>
                  <a:lnTo>
                    <a:pt x="154330" y="390368"/>
                  </a:lnTo>
                  <a:lnTo>
                    <a:pt x="150226" y="403694"/>
                  </a:lnTo>
                  <a:lnTo>
                    <a:pt x="143049" y="420092"/>
                  </a:lnTo>
                  <a:lnTo>
                    <a:pt x="145102" y="396518"/>
                  </a:lnTo>
                  <a:lnTo>
                    <a:pt x="146128" y="368839"/>
                  </a:lnTo>
                  <a:lnTo>
                    <a:pt x="146128" y="355520"/>
                  </a:lnTo>
                  <a:lnTo>
                    <a:pt x="143049" y="346292"/>
                  </a:lnTo>
                  <a:lnTo>
                    <a:pt x="130743" y="330920"/>
                  </a:lnTo>
                  <a:lnTo>
                    <a:pt x="127664" y="308373"/>
                  </a:lnTo>
                  <a:lnTo>
                    <a:pt x="124593" y="281720"/>
                  </a:lnTo>
                  <a:lnTo>
                    <a:pt x="116390" y="275577"/>
                  </a:lnTo>
                  <a:lnTo>
                    <a:pt x="110234" y="267375"/>
                  </a:lnTo>
                  <a:lnTo>
                    <a:pt x="99979" y="277623"/>
                  </a:lnTo>
                  <a:lnTo>
                    <a:pt x="88698" y="290949"/>
                  </a:lnTo>
                  <a:lnTo>
                    <a:pt x="64085" y="296073"/>
                  </a:lnTo>
                  <a:lnTo>
                    <a:pt x="51785" y="292994"/>
                  </a:lnTo>
                  <a:lnTo>
                    <a:pt x="53837" y="280701"/>
                  </a:lnTo>
                  <a:lnTo>
                    <a:pt x="48706" y="263271"/>
                  </a:lnTo>
                  <a:lnTo>
                    <a:pt x="48706" y="235599"/>
                  </a:lnTo>
                  <a:lnTo>
                    <a:pt x="35373" y="222273"/>
                  </a:lnTo>
                  <a:lnTo>
                    <a:pt x="30250" y="201778"/>
                  </a:lnTo>
                  <a:lnTo>
                    <a:pt x="8714" y="188451"/>
                  </a:lnTo>
                  <a:lnTo>
                    <a:pt x="3591" y="175125"/>
                  </a:lnTo>
                  <a:lnTo>
                    <a:pt x="14871" y="162825"/>
                  </a:lnTo>
                  <a:lnTo>
                    <a:pt x="16917" y="150532"/>
                  </a:lnTo>
                  <a:lnTo>
                    <a:pt x="32302" y="142330"/>
                  </a:lnTo>
                  <a:lnTo>
                    <a:pt x="28197" y="113632"/>
                  </a:lnTo>
                  <a:lnTo>
                    <a:pt x="37433" y="111580"/>
                  </a:lnTo>
                  <a:lnTo>
                    <a:pt x="40504" y="99280"/>
                  </a:lnTo>
                  <a:lnTo>
                    <a:pt x="51785" y="97235"/>
                  </a:lnTo>
                  <a:lnTo>
                    <a:pt x="74346" y="30611"/>
                  </a:lnTo>
                  <a:lnTo>
                    <a:pt x="104084" y="18318"/>
                  </a:lnTo>
                  <a:lnTo>
                    <a:pt x="114345" y="2940"/>
                  </a:lnTo>
                  <a:lnTo>
                    <a:pt x="129723" y="1407"/>
                  </a:lnTo>
                  <a:lnTo>
                    <a:pt x="142030" y="27540"/>
                  </a:lnTo>
                  <a:lnTo>
                    <a:pt x="146641" y="56750"/>
                  </a:lnTo>
                  <a:lnTo>
                    <a:pt x="126645" y="78272"/>
                  </a:lnTo>
                  <a:lnTo>
                    <a:pt x="126645" y="102872"/>
                  </a:lnTo>
                  <a:lnTo>
                    <a:pt x="140491" y="104411"/>
                  </a:lnTo>
                  <a:lnTo>
                    <a:pt x="158948" y="125932"/>
                  </a:lnTo>
                  <a:lnTo>
                    <a:pt x="158948" y="145922"/>
                  </a:lnTo>
                  <a:lnTo>
                    <a:pt x="177404" y="145922"/>
                  </a:lnTo>
                  <a:lnTo>
                    <a:pt x="178944" y="153611"/>
                  </a:lnTo>
                  <a:lnTo>
                    <a:pt x="195861" y="159761"/>
                  </a:lnTo>
                  <a:lnTo>
                    <a:pt x="199453" y="166930"/>
                  </a:lnTo>
                  <a:lnTo>
                    <a:pt x="192277" y="168982"/>
                  </a:lnTo>
                  <a:lnTo>
                    <a:pt x="178944" y="1853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1" name="Forme libre : forme 429">
              <a:extLst>
                <a:ext uri="{FF2B5EF4-FFF2-40B4-BE49-F238E27FC236}">
                  <a16:creationId xmlns:a16="http://schemas.microsoft.com/office/drawing/2014/main" id="{AD3C61F7-E090-C854-415A-635133CD3C1D}"/>
                </a:ext>
              </a:extLst>
            </p:cNvPr>
            <p:cNvSpPr/>
            <p:nvPr/>
          </p:nvSpPr>
          <p:spPr>
            <a:xfrm>
              <a:off x="7765627" y="4496287"/>
              <a:ext cx="91264" cy="118895"/>
            </a:xfrm>
            <a:custGeom>
              <a:avLst/>
              <a:gdLst>
                <a:gd name="csX0" fmla="*/ 56980 w 91264"/>
                <a:gd name="csY0" fmla="*/ 15975 h 118895"/>
                <a:gd name="csX1" fmla="*/ 71332 w 91264"/>
                <a:gd name="csY1" fmla="*/ 42621 h 118895"/>
                <a:gd name="csX2" fmla="*/ 73385 w 91264"/>
                <a:gd name="csY2" fmla="*/ 73371 h 118895"/>
                <a:gd name="csX3" fmla="*/ 81587 w 91264"/>
                <a:gd name="csY3" fmla="*/ 82599 h 118895"/>
                <a:gd name="csX4" fmla="*/ 90822 w 91264"/>
                <a:gd name="csY4" fmla="*/ 98997 h 118895"/>
                <a:gd name="csX5" fmla="*/ 94920 w 91264"/>
                <a:gd name="csY5" fmla="*/ 120518 h 118895"/>
                <a:gd name="csX6" fmla="*/ 81587 w 91264"/>
                <a:gd name="csY6" fmla="*/ 116421 h 118895"/>
                <a:gd name="csX7" fmla="*/ 67235 w 91264"/>
                <a:gd name="csY7" fmla="*/ 111297 h 118895"/>
                <a:gd name="csX8" fmla="*/ 51850 w 91264"/>
                <a:gd name="csY8" fmla="*/ 94892 h 118895"/>
                <a:gd name="csX9" fmla="*/ 46726 w 91264"/>
                <a:gd name="csY9" fmla="*/ 93873 h 118895"/>
                <a:gd name="csX10" fmla="*/ 34419 w 91264"/>
                <a:gd name="csY10" fmla="*/ 85671 h 118895"/>
                <a:gd name="csX11" fmla="*/ 24164 w 91264"/>
                <a:gd name="csY11" fmla="*/ 71318 h 118895"/>
                <a:gd name="csX12" fmla="*/ 21086 w 91264"/>
                <a:gd name="csY12" fmla="*/ 55947 h 118895"/>
                <a:gd name="csX13" fmla="*/ 7760 w 91264"/>
                <a:gd name="csY13" fmla="*/ 32373 h 118895"/>
                <a:gd name="csX14" fmla="*/ 7760 w 91264"/>
                <a:gd name="csY14" fmla="*/ 14949 h 118895"/>
                <a:gd name="csX15" fmla="*/ 3655 w 91264"/>
                <a:gd name="csY15" fmla="*/ 3675 h 118895"/>
                <a:gd name="csX16" fmla="*/ 15962 w 91264"/>
                <a:gd name="csY16" fmla="*/ 1623 h 118895"/>
                <a:gd name="csX17" fmla="*/ 24164 w 91264"/>
                <a:gd name="csY17" fmla="*/ 12904 h 118895"/>
                <a:gd name="csX18" fmla="*/ 37497 w 91264"/>
                <a:gd name="csY18" fmla="*/ 18028 h 118895"/>
                <a:gd name="csX19" fmla="*/ 56980 w 91264"/>
                <a:gd name="csY19" fmla="*/ 15975 h 1188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91264" h="118895">
                  <a:moveTo>
                    <a:pt x="56980" y="15975"/>
                  </a:moveTo>
                  <a:lnTo>
                    <a:pt x="71332" y="42621"/>
                  </a:lnTo>
                  <a:lnTo>
                    <a:pt x="73385" y="73371"/>
                  </a:lnTo>
                  <a:lnTo>
                    <a:pt x="81587" y="82599"/>
                  </a:lnTo>
                  <a:lnTo>
                    <a:pt x="90822" y="98997"/>
                  </a:lnTo>
                  <a:lnTo>
                    <a:pt x="94920" y="120518"/>
                  </a:lnTo>
                  <a:lnTo>
                    <a:pt x="81587" y="116421"/>
                  </a:lnTo>
                  <a:lnTo>
                    <a:pt x="67235" y="111297"/>
                  </a:lnTo>
                  <a:lnTo>
                    <a:pt x="51850" y="94892"/>
                  </a:lnTo>
                  <a:lnTo>
                    <a:pt x="46726" y="93873"/>
                  </a:lnTo>
                  <a:lnTo>
                    <a:pt x="34419" y="85671"/>
                  </a:lnTo>
                  <a:lnTo>
                    <a:pt x="24164" y="71318"/>
                  </a:lnTo>
                  <a:lnTo>
                    <a:pt x="21086" y="55947"/>
                  </a:lnTo>
                  <a:lnTo>
                    <a:pt x="7760" y="32373"/>
                  </a:lnTo>
                  <a:lnTo>
                    <a:pt x="7760" y="14949"/>
                  </a:lnTo>
                  <a:lnTo>
                    <a:pt x="3655" y="3675"/>
                  </a:lnTo>
                  <a:lnTo>
                    <a:pt x="15962" y="1623"/>
                  </a:lnTo>
                  <a:lnTo>
                    <a:pt x="24164" y="12904"/>
                  </a:lnTo>
                  <a:lnTo>
                    <a:pt x="37497" y="18028"/>
                  </a:lnTo>
                  <a:lnTo>
                    <a:pt x="56980" y="15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2" name="Forme libre : forme 430">
              <a:extLst>
                <a:ext uri="{FF2B5EF4-FFF2-40B4-BE49-F238E27FC236}">
                  <a16:creationId xmlns:a16="http://schemas.microsoft.com/office/drawing/2014/main" id="{AB938CE5-5E5F-D9D9-6434-0CD27715F50C}"/>
                </a:ext>
              </a:extLst>
            </p:cNvPr>
            <p:cNvSpPr/>
            <p:nvPr/>
          </p:nvSpPr>
          <p:spPr>
            <a:xfrm>
              <a:off x="7813828" y="4308723"/>
              <a:ext cx="115878" cy="103523"/>
            </a:xfrm>
            <a:custGeom>
              <a:avLst/>
              <a:gdLst>
                <a:gd name="csX0" fmla="*/ 114453 w 115878"/>
                <a:gd name="csY0" fmla="*/ 15855 h 103523"/>
                <a:gd name="csX1" fmla="*/ 119577 w 115878"/>
                <a:gd name="csY1" fmla="*/ 39429 h 103523"/>
                <a:gd name="csX2" fmla="*/ 110349 w 115878"/>
                <a:gd name="csY2" fmla="*/ 64029 h 103523"/>
                <a:gd name="csX3" fmla="*/ 84709 w 115878"/>
                <a:gd name="csY3" fmla="*/ 64029 h 103523"/>
                <a:gd name="csX4" fmla="*/ 77533 w 115878"/>
                <a:gd name="csY4" fmla="*/ 70179 h 103523"/>
                <a:gd name="csX5" fmla="*/ 79585 w 115878"/>
                <a:gd name="csY5" fmla="*/ 84524 h 103523"/>
                <a:gd name="csX6" fmla="*/ 61128 w 115878"/>
                <a:gd name="csY6" fmla="*/ 94772 h 103523"/>
                <a:gd name="csX7" fmla="*/ 51900 w 115878"/>
                <a:gd name="csY7" fmla="*/ 98877 h 103523"/>
                <a:gd name="csX8" fmla="*/ 49848 w 115878"/>
                <a:gd name="csY8" fmla="*/ 105027 h 103523"/>
                <a:gd name="csX9" fmla="*/ 35488 w 115878"/>
                <a:gd name="csY9" fmla="*/ 105027 h 103523"/>
                <a:gd name="csX10" fmla="*/ 21136 w 115878"/>
                <a:gd name="csY10" fmla="*/ 95798 h 103523"/>
                <a:gd name="csX11" fmla="*/ 14979 w 115878"/>
                <a:gd name="csY11" fmla="*/ 80427 h 103523"/>
                <a:gd name="csX12" fmla="*/ 7803 w 115878"/>
                <a:gd name="csY12" fmla="*/ 66074 h 103523"/>
                <a:gd name="csX13" fmla="*/ 11908 w 115878"/>
                <a:gd name="csY13" fmla="*/ 45579 h 103523"/>
                <a:gd name="csX14" fmla="*/ 3699 w 115878"/>
                <a:gd name="csY14" fmla="*/ 39429 h 103523"/>
                <a:gd name="csX15" fmla="*/ 4725 w 115878"/>
                <a:gd name="csY15" fmla="*/ 29181 h 103523"/>
                <a:gd name="csX16" fmla="*/ 12927 w 115878"/>
                <a:gd name="csY16" fmla="*/ 22005 h 103523"/>
                <a:gd name="csX17" fmla="*/ 17032 w 115878"/>
                <a:gd name="csY17" fmla="*/ 9705 h 103523"/>
                <a:gd name="csX18" fmla="*/ 31391 w 115878"/>
                <a:gd name="csY18" fmla="*/ 5608 h 103523"/>
                <a:gd name="csX19" fmla="*/ 62154 w 115878"/>
                <a:gd name="csY19" fmla="*/ 14829 h 103523"/>
                <a:gd name="csX20" fmla="*/ 84709 w 115878"/>
                <a:gd name="csY20" fmla="*/ 17901 h 103523"/>
                <a:gd name="csX21" fmla="*/ 87787 w 115878"/>
                <a:gd name="csY21" fmla="*/ 6634 h 103523"/>
                <a:gd name="csX22" fmla="*/ 95996 w 115878"/>
                <a:gd name="csY22" fmla="*/ 1503 h 103523"/>
                <a:gd name="csX23" fmla="*/ 106251 w 115878"/>
                <a:gd name="csY23" fmla="*/ 14829 h 103523"/>
                <a:gd name="csX24" fmla="*/ 114453 w 115878"/>
                <a:gd name="csY24" fmla="*/ 15855 h 103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5878" h="103523">
                  <a:moveTo>
                    <a:pt x="114453" y="15855"/>
                  </a:moveTo>
                  <a:lnTo>
                    <a:pt x="119577" y="39429"/>
                  </a:lnTo>
                  <a:lnTo>
                    <a:pt x="110349" y="64029"/>
                  </a:lnTo>
                  <a:lnTo>
                    <a:pt x="84709" y="64029"/>
                  </a:lnTo>
                  <a:lnTo>
                    <a:pt x="77533" y="70179"/>
                  </a:lnTo>
                  <a:lnTo>
                    <a:pt x="79585" y="84524"/>
                  </a:lnTo>
                  <a:lnTo>
                    <a:pt x="61128" y="94772"/>
                  </a:lnTo>
                  <a:lnTo>
                    <a:pt x="51900" y="98877"/>
                  </a:lnTo>
                  <a:lnTo>
                    <a:pt x="49848" y="105027"/>
                  </a:lnTo>
                  <a:lnTo>
                    <a:pt x="35488" y="105027"/>
                  </a:lnTo>
                  <a:lnTo>
                    <a:pt x="21136" y="95798"/>
                  </a:lnTo>
                  <a:lnTo>
                    <a:pt x="14979" y="80427"/>
                  </a:lnTo>
                  <a:lnTo>
                    <a:pt x="7803" y="66074"/>
                  </a:lnTo>
                  <a:lnTo>
                    <a:pt x="11908" y="45579"/>
                  </a:lnTo>
                  <a:lnTo>
                    <a:pt x="3699" y="39429"/>
                  </a:lnTo>
                  <a:lnTo>
                    <a:pt x="4725" y="29181"/>
                  </a:lnTo>
                  <a:lnTo>
                    <a:pt x="12927" y="22005"/>
                  </a:lnTo>
                  <a:lnTo>
                    <a:pt x="17032" y="9705"/>
                  </a:lnTo>
                  <a:lnTo>
                    <a:pt x="31391" y="5608"/>
                  </a:lnTo>
                  <a:lnTo>
                    <a:pt x="62154" y="14829"/>
                  </a:lnTo>
                  <a:lnTo>
                    <a:pt x="84709" y="17901"/>
                  </a:lnTo>
                  <a:lnTo>
                    <a:pt x="87787" y="6634"/>
                  </a:lnTo>
                  <a:lnTo>
                    <a:pt x="95996" y="1503"/>
                  </a:lnTo>
                  <a:lnTo>
                    <a:pt x="106251" y="14829"/>
                  </a:lnTo>
                  <a:lnTo>
                    <a:pt x="114453" y="158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3" name="Forme libre : forme 431">
              <a:extLst>
                <a:ext uri="{FF2B5EF4-FFF2-40B4-BE49-F238E27FC236}">
                  <a16:creationId xmlns:a16="http://schemas.microsoft.com/office/drawing/2014/main" id="{9D95DCD6-8B45-9891-42BA-5352A9D6C526}"/>
                </a:ext>
              </a:extLst>
            </p:cNvPr>
            <p:cNvSpPr/>
            <p:nvPr/>
          </p:nvSpPr>
          <p:spPr>
            <a:xfrm>
              <a:off x="7814854" y="4111944"/>
              <a:ext cx="149720" cy="340273"/>
            </a:xfrm>
            <a:custGeom>
              <a:avLst/>
              <a:gdLst>
                <a:gd name="csX0" fmla="*/ 129842 w 149720"/>
                <a:gd name="csY0" fmla="*/ 48615 h 340273"/>
                <a:gd name="csX1" fmla="*/ 121640 w 149720"/>
                <a:gd name="csY1" fmla="*/ 55792 h 340273"/>
                <a:gd name="csX2" fmla="*/ 105229 w 149720"/>
                <a:gd name="csY2" fmla="*/ 60915 h 340273"/>
                <a:gd name="csX3" fmla="*/ 90876 w 149720"/>
                <a:gd name="csY3" fmla="*/ 81411 h 340273"/>
                <a:gd name="csX4" fmla="*/ 83700 w 149720"/>
                <a:gd name="csY4" fmla="*/ 84489 h 340273"/>
                <a:gd name="csX5" fmla="*/ 75491 w 149720"/>
                <a:gd name="csY5" fmla="*/ 94737 h 340273"/>
                <a:gd name="csX6" fmla="*/ 77543 w 149720"/>
                <a:gd name="csY6" fmla="*/ 119337 h 340273"/>
                <a:gd name="csX7" fmla="*/ 86772 w 149720"/>
                <a:gd name="csY7" fmla="*/ 125487 h 340273"/>
                <a:gd name="csX8" fmla="*/ 108307 w 149720"/>
                <a:gd name="csY8" fmla="*/ 156230 h 340273"/>
                <a:gd name="csX9" fmla="*/ 118562 w 149720"/>
                <a:gd name="csY9" fmla="*/ 161361 h 340273"/>
                <a:gd name="csX10" fmla="*/ 131894 w 149720"/>
                <a:gd name="csY10" fmla="*/ 177758 h 340273"/>
                <a:gd name="csX11" fmla="*/ 149325 w 149720"/>
                <a:gd name="csY11" fmla="*/ 200306 h 340273"/>
                <a:gd name="csX12" fmla="*/ 153430 w 149720"/>
                <a:gd name="csY12" fmla="*/ 242330 h 340273"/>
                <a:gd name="csX13" fmla="*/ 149325 w 149720"/>
                <a:gd name="csY13" fmla="*/ 263851 h 340273"/>
                <a:gd name="csX14" fmla="*/ 147273 w 149720"/>
                <a:gd name="csY14" fmla="*/ 279223 h 340273"/>
                <a:gd name="csX15" fmla="*/ 125738 w 149720"/>
                <a:gd name="csY15" fmla="*/ 294601 h 340273"/>
                <a:gd name="csX16" fmla="*/ 105229 w 149720"/>
                <a:gd name="csY16" fmla="*/ 300744 h 340273"/>
                <a:gd name="csX17" fmla="*/ 100098 w 149720"/>
                <a:gd name="csY17" fmla="*/ 308946 h 340273"/>
                <a:gd name="csX18" fmla="*/ 90870 w 149720"/>
                <a:gd name="csY18" fmla="*/ 321246 h 340273"/>
                <a:gd name="csX19" fmla="*/ 80615 w 149720"/>
                <a:gd name="csY19" fmla="*/ 323299 h 340273"/>
                <a:gd name="csX20" fmla="*/ 60106 w 149720"/>
                <a:gd name="csY20" fmla="*/ 341742 h 340273"/>
                <a:gd name="csX21" fmla="*/ 53956 w 149720"/>
                <a:gd name="csY21" fmla="*/ 338670 h 340273"/>
                <a:gd name="csX22" fmla="*/ 56008 w 149720"/>
                <a:gd name="csY22" fmla="*/ 307920 h 340273"/>
                <a:gd name="csX23" fmla="*/ 48825 w 149720"/>
                <a:gd name="csY23" fmla="*/ 301770 h 340273"/>
                <a:gd name="csX24" fmla="*/ 50878 w 149720"/>
                <a:gd name="csY24" fmla="*/ 295620 h 340273"/>
                <a:gd name="csX25" fmla="*/ 60106 w 149720"/>
                <a:gd name="csY25" fmla="*/ 291523 h 340273"/>
                <a:gd name="csX26" fmla="*/ 78570 w 149720"/>
                <a:gd name="csY26" fmla="*/ 281275 h 340273"/>
                <a:gd name="csX27" fmla="*/ 76517 w 149720"/>
                <a:gd name="csY27" fmla="*/ 266923 h 340273"/>
                <a:gd name="csX28" fmla="*/ 83693 w 149720"/>
                <a:gd name="csY28" fmla="*/ 260773 h 340273"/>
                <a:gd name="csX29" fmla="*/ 109333 w 149720"/>
                <a:gd name="csY29" fmla="*/ 260773 h 340273"/>
                <a:gd name="csX30" fmla="*/ 118562 w 149720"/>
                <a:gd name="csY30" fmla="*/ 236180 h 340273"/>
                <a:gd name="csX31" fmla="*/ 113431 w 149720"/>
                <a:gd name="csY31" fmla="*/ 212606 h 340273"/>
                <a:gd name="csX32" fmla="*/ 114457 w 149720"/>
                <a:gd name="csY32" fmla="*/ 173654 h 340273"/>
                <a:gd name="csX33" fmla="*/ 100105 w 149720"/>
                <a:gd name="csY33" fmla="*/ 168530 h 340273"/>
                <a:gd name="csX34" fmla="*/ 97026 w 149720"/>
                <a:gd name="csY34" fmla="*/ 159308 h 340273"/>
                <a:gd name="csX35" fmla="*/ 70367 w 149720"/>
                <a:gd name="csY35" fmla="*/ 133682 h 340273"/>
                <a:gd name="csX36" fmla="*/ 54982 w 149720"/>
                <a:gd name="csY36" fmla="*/ 108063 h 340273"/>
                <a:gd name="csX37" fmla="*/ 57034 w 149720"/>
                <a:gd name="csY37" fmla="*/ 74235 h 340273"/>
                <a:gd name="csX38" fmla="*/ 38578 w 149720"/>
                <a:gd name="csY38" fmla="*/ 61935 h 340273"/>
                <a:gd name="csX39" fmla="*/ 16016 w 149720"/>
                <a:gd name="csY39" fmla="*/ 59889 h 340273"/>
                <a:gd name="csX40" fmla="*/ 14990 w 149720"/>
                <a:gd name="csY40" fmla="*/ 41439 h 340273"/>
                <a:gd name="csX41" fmla="*/ 6788 w 149720"/>
                <a:gd name="csY41" fmla="*/ 34263 h 340273"/>
                <a:gd name="csX42" fmla="*/ 3709 w 149720"/>
                <a:gd name="csY42" fmla="*/ 24529 h 340273"/>
                <a:gd name="csX43" fmla="*/ 12938 w 149720"/>
                <a:gd name="csY43" fmla="*/ 15300 h 340273"/>
                <a:gd name="csX44" fmla="*/ 25245 w 149720"/>
                <a:gd name="csY44" fmla="*/ 18379 h 340273"/>
                <a:gd name="csX45" fmla="*/ 51397 w 149720"/>
                <a:gd name="csY45" fmla="*/ 19918 h 340273"/>
                <a:gd name="csX46" fmla="*/ 62165 w 149720"/>
                <a:gd name="csY46" fmla="*/ 1468 h 340273"/>
                <a:gd name="csX47" fmla="*/ 74472 w 149720"/>
                <a:gd name="csY47" fmla="*/ 12229 h 340273"/>
                <a:gd name="csX48" fmla="*/ 97539 w 149720"/>
                <a:gd name="csY48" fmla="*/ 12229 h 340273"/>
                <a:gd name="csX49" fmla="*/ 100618 w 149720"/>
                <a:gd name="csY49" fmla="*/ 19918 h 340273"/>
                <a:gd name="csX50" fmla="*/ 97539 w 149720"/>
                <a:gd name="csY50" fmla="*/ 33750 h 340273"/>
                <a:gd name="csX51" fmla="*/ 109846 w 149720"/>
                <a:gd name="csY51" fmla="*/ 44518 h 340273"/>
                <a:gd name="csX52" fmla="*/ 123692 w 149720"/>
                <a:gd name="csY52" fmla="*/ 42979 h 340273"/>
                <a:gd name="csX53" fmla="*/ 129842 w 149720"/>
                <a:gd name="csY53" fmla="*/ 48615 h 340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49720" h="340273">
                  <a:moveTo>
                    <a:pt x="129842" y="48615"/>
                  </a:moveTo>
                  <a:lnTo>
                    <a:pt x="121640" y="55792"/>
                  </a:lnTo>
                  <a:lnTo>
                    <a:pt x="105229" y="60915"/>
                  </a:lnTo>
                  <a:lnTo>
                    <a:pt x="90876" y="81411"/>
                  </a:lnTo>
                  <a:lnTo>
                    <a:pt x="83700" y="84489"/>
                  </a:lnTo>
                  <a:lnTo>
                    <a:pt x="75491" y="94737"/>
                  </a:lnTo>
                  <a:lnTo>
                    <a:pt x="77543" y="119337"/>
                  </a:lnTo>
                  <a:lnTo>
                    <a:pt x="86772" y="125487"/>
                  </a:lnTo>
                  <a:lnTo>
                    <a:pt x="108307" y="156230"/>
                  </a:lnTo>
                  <a:lnTo>
                    <a:pt x="118562" y="161361"/>
                  </a:lnTo>
                  <a:lnTo>
                    <a:pt x="131894" y="177758"/>
                  </a:lnTo>
                  <a:lnTo>
                    <a:pt x="149325" y="200306"/>
                  </a:lnTo>
                  <a:lnTo>
                    <a:pt x="153430" y="242330"/>
                  </a:lnTo>
                  <a:lnTo>
                    <a:pt x="149325" y="263851"/>
                  </a:lnTo>
                  <a:lnTo>
                    <a:pt x="147273" y="279223"/>
                  </a:lnTo>
                  <a:lnTo>
                    <a:pt x="125738" y="294601"/>
                  </a:lnTo>
                  <a:lnTo>
                    <a:pt x="105229" y="300744"/>
                  </a:lnTo>
                  <a:lnTo>
                    <a:pt x="100098" y="308946"/>
                  </a:lnTo>
                  <a:lnTo>
                    <a:pt x="90870" y="321246"/>
                  </a:lnTo>
                  <a:lnTo>
                    <a:pt x="80615" y="323299"/>
                  </a:lnTo>
                  <a:lnTo>
                    <a:pt x="60106" y="341742"/>
                  </a:lnTo>
                  <a:lnTo>
                    <a:pt x="53956" y="338670"/>
                  </a:lnTo>
                  <a:lnTo>
                    <a:pt x="56008" y="307920"/>
                  </a:lnTo>
                  <a:lnTo>
                    <a:pt x="48825" y="301770"/>
                  </a:lnTo>
                  <a:lnTo>
                    <a:pt x="50878" y="295620"/>
                  </a:lnTo>
                  <a:lnTo>
                    <a:pt x="60106" y="291523"/>
                  </a:lnTo>
                  <a:lnTo>
                    <a:pt x="78570" y="281275"/>
                  </a:lnTo>
                  <a:lnTo>
                    <a:pt x="76517" y="266923"/>
                  </a:lnTo>
                  <a:lnTo>
                    <a:pt x="83693" y="260773"/>
                  </a:lnTo>
                  <a:lnTo>
                    <a:pt x="109333" y="260773"/>
                  </a:lnTo>
                  <a:lnTo>
                    <a:pt x="118562" y="236180"/>
                  </a:lnTo>
                  <a:lnTo>
                    <a:pt x="113431" y="212606"/>
                  </a:lnTo>
                  <a:lnTo>
                    <a:pt x="114457" y="173654"/>
                  </a:lnTo>
                  <a:lnTo>
                    <a:pt x="100105" y="168530"/>
                  </a:lnTo>
                  <a:lnTo>
                    <a:pt x="97026" y="159308"/>
                  </a:lnTo>
                  <a:lnTo>
                    <a:pt x="70367" y="133682"/>
                  </a:lnTo>
                  <a:lnTo>
                    <a:pt x="54982" y="108063"/>
                  </a:lnTo>
                  <a:lnTo>
                    <a:pt x="57034" y="74235"/>
                  </a:lnTo>
                  <a:lnTo>
                    <a:pt x="38578" y="61935"/>
                  </a:lnTo>
                  <a:lnTo>
                    <a:pt x="16016" y="59889"/>
                  </a:lnTo>
                  <a:lnTo>
                    <a:pt x="14990" y="41439"/>
                  </a:lnTo>
                  <a:lnTo>
                    <a:pt x="6788" y="34263"/>
                  </a:lnTo>
                  <a:lnTo>
                    <a:pt x="3709" y="24529"/>
                  </a:lnTo>
                  <a:lnTo>
                    <a:pt x="12938" y="15300"/>
                  </a:lnTo>
                  <a:lnTo>
                    <a:pt x="25245" y="18379"/>
                  </a:lnTo>
                  <a:lnTo>
                    <a:pt x="51397" y="19918"/>
                  </a:lnTo>
                  <a:lnTo>
                    <a:pt x="62165" y="1468"/>
                  </a:lnTo>
                  <a:lnTo>
                    <a:pt x="74472" y="12229"/>
                  </a:lnTo>
                  <a:lnTo>
                    <a:pt x="97539" y="12229"/>
                  </a:lnTo>
                  <a:lnTo>
                    <a:pt x="100618" y="19918"/>
                  </a:lnTo>
                  <a:lnTo>
                    <a:pt x="97539" y="33750"/>
                  </a:lnTo>
                  <a:lnTo>
                    <a:pt x="109846" y="44518"/>
                  </a:lnTo>
                  <a:lnTo>
                    <a:pt x="123692" y="42979"/>
                  </a:lnTo>
                  <a:lnTo>
                    <a:pt x="129842" y="486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4" name="Forme libre : forme 432">
              <a:extLst>
                <a:ext uri="{FF2B5EF4-FFF2-40B4-BE49-F238E27FC236}">
                  <a16:creationId xmlns:a16="http://schemas.microsoft.com/office/drawing/2014/main" id="{9B2FBBA1-3258-19B2-D7E4-620A4D782075}"/>
                </a:ext>
              </a:extLst>
            </p:cNvPr>
            <p:cNvSpPr/>
            <p:nvPr/>
          </p:nvSpPr>
          <p:spPr>
            <a:xfrm>
              <a:off x="8286576" y="3608330"/>
              <a:ext cx="142537" cy="148995"/>
            </a:xfrm>
            <a:custGeom>
              <a:avLst/>
              <a:gdLst>
                <a:gd name="csX0" fmla="*/ 146535 w 142537"/>
                <a:gd name="csY0" fmla="*/ 12751 h 148995"/>
                <a:gd name="csX1" fmla="*/ 139872 w 142537"/>
                <a:gd name="csY1" fmla="*/ 8140 h 148995"/>
                <a:gd name="csX2" fmla="*/ 129193 w 142537"/>
                <a:gd name="csY2" fmla="*/ 1094 h 148995"/>
                <a:gd name="csX3" fmla="*/ 107583 w 142537"/>
                <a:gd name="csY3" fmla="*/ 23566 h 148995"/>
                <a:gd name="csX4" fmla="*/ 91178 w 142537"/>
                <a:gd name="csY4" fmla="*/ 22486 h 148995"/>
                <a:gd name="csX5" fmla="*/ 95221 w 142537"/>
                <a:gd name="csY5" fmla="*/ 39923 h 148995"/>
                <a:gd name="csX6" fmla="*/ 86985 w 142537"/>
                <a:gd name="csY6" fmla="*/ 48091 h 148995"/>
                <a:gd name="csX7" fmla="*/ 69547 w 142537"/>
                <a:gd name="csY7" fmla="*/ 49056 h 148995"/>
                <a:gd name="csX8" fmla="*/ 69602 w 142537"/>
                <a:gd name="csY8" fmla="*/ 33684 h 148995"/>
                <a:gd name="csX9" fmla="*/ 60380 w 142537"/>
                <a:gd name="csY9" fmla="*/ 32624 h 148995"/>
                <a:gd name="csX10" fmla="*/ 42840 w 142537"/>
                <a:gd name="csY10" fmla="*/ 62286 h 148995"/>
                <a:gd name="csX11" fmla="*/ 14095 w 142537"/>
                <a:gd name="csY11" fmla="*/ 72438 h 148995"/>
                <a:gd name="csX12" fmla="*/ 3998 w 142537"/>
                <a:gd name="csY12" fmla="*/ 92694 h 148995"/>
                <a:gd name="csX13" fmla="*/ 11174 w 142537"/>
                <a:gd name="csY13" fmla="*/ 97818 h 148995"/>
                <a:gd name="csX14" fmla="*/ 18350 w 142537"/>
                <a:gd name="csY14" fmla="*/ 99870 h 148995"/>
                <a:gd name="csX15" fmla="*/ 27578 w 142537"/>
                <a:gd name="csY15" fmla="*/ 102942 h 148995"/>
                <a:gd name="csX16" fmla="*/ 26552 w 142537"/>
                <a:gd name="csY16" fmla="*/ 114215 h 148995"/>
                <a:gd name="csX17" fmla="*/ 29630 w 142537"/>
                <a:gd name="csY17" fmla="*/ 125489 h 148995"/>
                <a:gd name="csX18" fmla="*/ 15271 w 142537"/>
                <a:gd name="csY18" fmla="*/ 139841 h 148995"/>
                <a:gd name="csX19" fmla="*/ 23474 w 142537"/>
                <a:gd name="csY19" fmla="*/ 150089 h 148995"/>
                <a:gd name="csX20" fmla="*/ 33728 w 142537"/>
                <a:gd name="csY20" fmla="*/ 150089 h 148995"/>
                <a:gd name="csX21" fmla="*/ 46035 w 142537"/>
                <a:gd name="csY21" fmla="*/ 147018 h 148995"/>
                <a:gd name="csX22" fmla="*/ 47643 w 142537"/>
                <a:gd name="csY22" fmla="*/ 148263 h 148995"/>
                <a:gd name="csX23" fmla="*/ 63308 w 142537"/>
                <a:gd name="csY23" fmla="*/ 131188 h 148995"/>
                <a:gd name="csX24" fmla="*/ 97314 w 142537"/>
                <a:gd name="csY24" fmla="*/ 122418 h 148995"/>
                <a:gd name="csX25" fmla="*/ 82955 w 142537"/>
                <a:gd name="csY25" fmla="*/ 111144 h 148995"/>
                <a:gd name="csX26" fmla="*/ 74753 w 142537"/>
                <a:gd name="csY26" fmla="*/ 109092 h 148995"/>
                <a:gd name="csX27" fmla="*/ 74753 w 142537"/>
                <a:gd name="csY27" fmla="*/ 94746 h 148995"/>
                <a:gd name="csX28" fmla="*/ 78851 w 142537"/>
                <a:gd name="csY28" fmla="*/ 87570 h 148995"/>
                <a:gd name="csX29" fmla="*/ 93210 w 142537"/>
                <a:gd name="csY29" fmla="*/ 85518 h 148995"/>
                <a:gd name="csX30" fmla="*/ 111667 w 142537"/>
                <a:gd name="csY30" fmla="*/ 72199 h 148995"/>
                <a:gd name="csX31" fmla="*/ 127052 w 142537"/>
                <a:gd name="csY31" fmla="*/ 53749 h 148995"/>
                <a:gd name="csX32" fmla="*/ 126026 w 142537"/>
                <a:gd name="csY32" fmla="*/ 40423 h 148995"/>
                <a:gd name="csX33" fmla="*/ 132176 w 142537"/>
                <a:gd name="csY33" fmla="*/ 27096 h 148995"/>
                <a:gd name="csX34" fmla="*/ 146535 w 142537"/>
                <a:gd name="csY34" fmla="*/ 12751 h 148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2537" h="148995">
                  <a:moveTo>
                    <a:pt x="146535" y="12751"/>
                  </a:moveTo>
                  <a:lnTo>
                    <a:pt x="139872" y="8140"/>
                  </a:lnTo>
                  <a:lnTo>
                    <a:pt x="129193" y="1094"/>
                  </a:lnTo>
                  <a:lnTo>
                    <a:pt x="107583" y="23566"/>
                  </a:lnTo>
                  <a:lnTo>
                    <a:pt x="91178" y="22486"/>
                  </a:lnTo>
                  <a:lnTo>
                    <a:pt x="95221" y="39923"/>
                  </a:lnTo>
                  <a:lnTo>
                    <a:pt x="86985" y="48091"/>
                  </a:lnTo>
                  <a:lnTo>
                    <a:pt x="69547" y="49056"/>
                  </a:lnTo>
                  <a:lnTo>
                    <a:pt x="69602" y="33684"/>
                  </a:lnTo>
                  <a:lnTo>
                    <a:pt x="60380" y="32624"/>
                  </a:lnTo>
                  <a:lnTo>
                    <a:pt x="42840" y="62286"/>
                  </a:lnTo>
                  <a:lnTo>
                    <a:pt x="14095" y="72438"/>
                  </a:lnTo>
                  <a:lnTo>
                    <a:pt x="3998" y="92694"/>
                  </a:lnTo>
                  <a:lnTo>
                    <a:pt x="11174" y="97818"/>
                  </a:lnTo>
                  <a:lnTo>
                    <a:pt x="18350" y="99870"/>
                  </a:lnTo>
                  <a:lnTo>
                    <a:pt x="27578" y="102942"/>
                  </a:lnTo>
                  <a:lnTo>
                    <a:pt x="26552" y="114215"/>
                  </a:lnTo>
                  <a:lnTo>
                    <a:pt x="29630" y="125489"/>
                  </a:lnTo>
                  <a:lnTo>
                    <a:pt x="15271" y="139841"/>
                  </a:lnTo>
                  <a:lnTo>
                    <a:pt x="23474" y="150089"/>
                  </a:lnTo>
                  <a:lnTo>
                    <a:pt x="33728" y="150089"/>
                  </a:lnTo>
                  <a:lnTo>
                    <a:pt x="46035" y="147018"/>
                  </a:lnTo>
                  <a:lnTo>
                    <a:pt x="47643" y="148263"/>
                  </a:lnTo>
                  <a:lnTo>
                    <a:pt x="63308" y="131188"/>
                  </a:lnTo>
                  <a:lnTo>
                    <a:pt x="97314" y="122418"/>
                  </a:lnTo>
                  <a:lnTo>
                    <a:pt x="82955" y="111144"/>
                  </a:lnTo>
                  <a:lnTo>
                    <a:pt x="74753" y="109092"/>
                  </a:lnTo>
                  <a:lnTo>
                    <a:pt x="74753" y="94746"/>
                  </a:lnTo>
                  <a:lnTo>
                    <a:pt x="78851" y="87570"/>
                  </a:lnTo>
                  <a:lnTo>
                    <a:pt x="93210" y="85518"/>
                  </a:lnTo>
                  <a:lnTo>
                    <a:pt x="111667" y="72199"/>
                  </a:lnTo>
                  <a:lnTo>
                    <a:pt x="127052" y="53749"/>
                  </a:lnTo>
                  <a:lnTo>
                    <a:pt x="126026" y="40423"/>
                  </a:lnTo>
                  <a:lnTo>
                    <a:pt x="132176" y="27096"/>
                  </a:lnTo>
                  <a:lnTo>
                    <a:pt x="146535" y="127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5" name="Forme libre : forme 433">
              <a:extLst>
                <a:ext uri="{FF2B5EF4-FFF2-40B4-BE49-F238E27FC236}">
                  <a16:creationId xmlns:a16="http://schemas.microsoft.com/office/drawing/2014/main" id="{46C1F6C8-BE54-5F12-4B7E-075F021F9494}"/>
                </a:ext>
              </a:extLst>
            </p:cNvPr>
            <p:cNvSpPr/>
            <p:nvPr/>
          </p:nvSpPr>
          <p:spPr>
            <a:xfrm>
              <a:off x="5707532" y="2540292"/>
              <a:ext cx="556836" cy="568206"/>
            </a:xfrm>
            <a:custGeom>
              <a:avLst/>
              <a:gdLst>
                <a:gd name="csX0" fmla="*/ 517883 w 556836"/>
                <a:gd name="csY0" fmla="*/ 72546 h 568206"/>
                <a:gd name="csX1" fmla="*/ 516343 w 556836"/>
                <a:gd name="csY1" fmla="*/ 51325 h 568206"/>
                <a:gd name="csX2" fmla="*/ 496347 w 556836"/>
                <a:gd name="csY2" fmla="*/ 41180 h 568206"/>
                <a:gd name="csX3" fmla="*/ 477891 w 556836"/>
                <a:gd name="csY3" fmla="*/ 42104 h 568206"/>
                <a:gd name="csX4" fmla="*/ 457895 w 556836"/>
                <a:gd name="csY4" fmla="*/ 51325 h 568206"/>
                <a:gd name="csX5" fmla="*/ 456355 w 556836"/>
                <a:gd name="csY5" fmla="*/ 76233 h 568206"/>
                <a:gd name="csX6" fmla="*/ 440970 w 556836"/>
                <a:gd name="csY6" fmla="*/ 88225 h 568206"/>
                <a:gd name="csX7" fmla="*/ 434820 w 556836"/>
                <a:gd name="csY7" fmla="*/ 88225 h 568206"/>
                <a:gd name="csX8" fmla="*/ 425592 w 556836"/>
                <a:gd name="csY8" fmla="*/ 82691 h 568206"/>
                <a:gd name="csX9" fmla="*/ 413285 w 556836"/>
                <a:gd name="csY9" fmla="*/ 82691 h 568206"/>
                <a:gd name="csX10" fmla="*/ 399439 w 556836"/>
                <a:gd name="csY10" fmla="*/ 89149 h 568206"/>
                <a:gd name="csX11" fmla="*/ 384061 w 556836"/>
                <a:gd name="csY11" fmla="*/ 86378 h 568206"/>
                <a:gd name="csX12" fmla="*/ 364058 w 556836"/>
                <a:gd name="csY12" fmla="*/ 68852 h 568206"/>
                <a:gd name="csX13" fmla="*/ 351758 w 556836"/>
                <a:gd name="csY13" fmla="*/ 67928 h 568206"/>
                <a:gd name="csX14" fmla="*/ 340990 w 556836"/>
                <a:gd name="csY14" fmla="*/ 74386 h 568206"/>
                <a:gd name="csX15" fmla="*/ 330223 w 556836"/>
                <a:gd name="csY15" fmla="*/ 75310 h 568206"/>
                <a:gd name="csX16" fmla="*/ 325605 w 556836"/>
                <a:gd name="csY16" fmla="*/ 92836 h 568206"/>
                <a:gd name="csX17" fmla="*/ 313298 w 556836"/>
                <a:gd name="csY17" fmla="*/ 95606 h 568206"/>
                <a:gd name="csX18" fmla="*/ 300991 w 556836"/>
                <a:gd name="csY18" fmla="*/ 92836 h 568206"/>
                <a:gd name="csX19" fmla="*/ 288691 w 556836"/>
                <a:gd name="csY19" fmla="*/ 93759 h 568206"/>
                <a:gd name="csX20" fmla="*/ 284074 w 556836"/>
                <a:gd name="csY20" fmla="*/ 106675 h 568206"/>
                <a:gd name="csX21" fmla="*/ 265617 w 556836"/>
                <a:gd name="csY21" fmla="*/ 112209 h 568206"/>
                <a:gd name="csX22" fmla="*/ 259460 w 556836"/>
                <a:gd name="csY22" fmla="*/ 122354 h 568206"/>
                <a:gd name="csX23" fmla="*/ 242543 w 556836"/>
                <a:gd name="csY23" fmla="*/ 135270 h 568206"/>
                <a:gd name="csX24" fmla="*/ 250232 w 556836"/>
                <a:gd name="csY24" fmla="*/ 139881 h 568206"/>
                <a:gd name="csX25" fmla="*/ 248693 w 556836"/>
                <a:gd name="csY25" fmla="*/ 149109 h 568206"/>
                <a:gd name="csX26" fmla="*/ 224079 w 556836"/>
                <a:gd name="csY26" fmla="*/ 173182 h 568206"/>
                <a:gd name="csX27" fmla="*/ 211779 w 556836"/>
                <a:gd name="csY27" fmla="*/ 177793 h 568206"/>
                <a:gd name="csX28" fmla="*/ 204083 w 556836"/>
                <a:gd name="csY28" fmla="*/ 190093 h 568206"/>
                <a:gd name="csX29" fmla="*/ 210240 w 556836"/>
                <a:gd name="csY29" fmla="*/ 203925 h 568206"/>
                <a:gd name="csX30" fmla="*/ 205622 w 556836"/>
                <a:gd name="csY30" fmla="*/ 245436 h 568206"/>
                <a:gd name="csX31" fmla="*/ 191776 w 556836"/>
                <a:gd name="csY31" fmla="*/ 266958 h 568206"/>
                <a:gd name="csX32" fmla="*/ 204083 w 556836"/>
                <a:gd name="csY32" fmla="*/ 285408 h 568206"/>
                <a:gd name="csX33" fmla="*/ 191776 w 556836"/>
                <a:gd name="csY33" fmla="*/ 297708 h 568206"/>
                <a:gd name="csX34" fmla="*/ 170241 w 556836"/>
                <a:gd name="csY34" fmla="*/ 294629 h 568206"/>
                <a:gd name="csX35" fmla="*/ 157934 w 556836"/>
                <a:gd name="csY35" fmla="*/ 306929 h 568206"/>
                <a:gd name="csX36" fmla="*/ 157934 w 556836"/>
                <a:gd name="csY36" fmla="*/ 343829 h 568206"/>
                <a:gd name="csX37" fmla="*/ 162552 w 556836"/>
                <a:gd name="csY37" fmla="*/ 397640 h 568206"/>
                <a:gd name="csX38" fmla="*/ 171780 w 556836"/>
                <a:gd name="csY38" fmla="*/ 409940 h 568206"/>
                <a:gd name="csX39" fmla="*/ 171780 w 556836"/>
                <a:gd name="csY39" fmla="*/ 428383 h 568206"/>
                <a:gd name="csX40" fmla="*/ 159473 w 556836"/>
                <a:gd name="csY40" fmla="*/ 433000 h 568206"/>
                <a:gd name="csX41" fmla="*/ 157934 w 556836"/>
                <a:gd name="csY41" fmla="*/ 440683 h 568206"/>
                <a:gd name="csX42" fmla="*/ 167163 w 556836"/>
                <a:gd name="csY42" fmla="*/ 452983 h 568206"/>
                <a:gd name="csX43" fmla="*/ 164091 w 556836"/>
                <a:gd name="csY43" fmla="*/ 466822 h 568206"/>
                <a:gd name="csX44" fmla="*/ 156395 w 556836"/>
                <a:gd name="csY44" fmla="*/ 476043 h 568206"/>
                <a:gd name="csX45" fmla="*/ 151784 w 556836"/>
                <a:gd name="csY45" fmla="*/ 517554 h 568206"/>
                <a:gd name="csX46" fmla="*/ 150245 w 556836"/>
                <a:gd name="csY46" fmla="*/ 528315 h 568206"/>
                <a:gd name="csX47" fmla="*/ 144088 w 556836"/>
                <a:gd name="csY47" fmla="*/ 547278 h 568206"/>
                <a:gd name="csX48" fmla="*/ 139990 w 556836"/>
                <a:gd name="csY48" fmla="*/ 534978 h 568206"/>
                <a:gd name="csX49" fmla="*/ 139990 w 556836"/>
                <a:gd name="csY49" fmla="*/ 520625 h 568206"/>
                <a:gd name="csX50" fmla="*/ 128710 w 556836"/>
                <a:gd name="csY50" fmla="*/ 510378 h 568206"/>
                <a:gd name="csX51" fmla="*/ 131788 w 556836"/>
                <a:gd name="csY51" fmla="*/ 498085 h 568206"/>
                <a:gd name="csX52" fmla="*/ 126658 w 556836"/>
                <a:gd name="csY52" fmla="*/ 495006 h 568206"/>
                <a:gd name="csX53" fmla="*/ 120501 w 556836"/>
                <a:gd name="csY53" fmla="*/ 500130 h 568206"/>
                <a:gd name="csX54" fmla="*/ 120501 w 556836"/>
                <a:gd name="csY54" fmla="*/ 512430 h 568206"/>
                <a:gd name="csX55" fmla="*/ 111272 w 556836"/>
                <a:gd name="csY55" fmla="*/ 520625 h 568206"/>
                <a:gd name="csX56" fmla="*/ 101018 w 556836"/>
                <a:gd name="csY56" fmla="*/ 521652 h 568206"/>
                <a:gd name="csX57" fmla="*/ 102044 w 556836"/>
                <a:gd name="csY57" fmla="*/ 517554 h 568206"/>
                <a:gd name="csX58" fmla="*/ 93842 w 556836"/>
                <a:gd name="csY58" fmla="*/ 523704 h 568206"/>
                <a:gd name="csX59" fmla="*/ 93842 w 556836"/>
                <a:gd name="csY59" fmla="*/ 529854 h 568206"/>
                <a:gd name="csX60" fmla="*/ 79483 w 556836"/>
                <a:gd name="csY60" fmla="*/ 550349 h 568206"/>
                <a:gd name="csX61" fmla="*/ 70254 w 556836"/>
                <a:gd name="csY61" fmla="*/ 555473 h 568206"/>
                <a:gd name="csX62" fmla="*/ 57947 w 556836"/>
                <a:gd name="csY62" fmla="*/ 562649 h 568206"/>
                <a:gd name="csX63" fmla="*/ 43595 w 556836"/>
                <a:gd name="csY63" fmla="*/ 568799 h 568206"/>
                <a:gd name="csX64" fmla="*/ 36412 w 556836"/>
                <a:gd name="csY64" fmla="*/ 557525 h 568206"/>
                <a:gd name="csX65" fmla="*/ 43595 w 556836"/>
                <a:gd name="csY65" fmla="*/ 547278 h 568206"/>
                <a:gd name="csX66" fmla="*/ 37438 w 556836"/>
                <a:gd name="csY66" fmla="*/ 546252 h 568206"/>
                <a:gd name="csX67" fmla="*/ 33341 w 556836"/>
                <a:gd name="csY67" fmla="*/ 550349 h 568206"/>
                <a:gd name="csX68" fmla="*/ 23086 w 556836"/>
                <a:gd name="csY68" fmla="*/ 550349 h 568206"/>
                <a:gd name="csX69" fmla="*/ 23086 w 556836"/>
                <a:gd name="csY69" fmla="*/ 539075 h 568206"/>
                <a:gd name="csX70" fmla="*/ 17955 w 556836"/>
                <a:gd name="csY70" fmla="*/ 538049 h 568206"/>
                <a:gd name="csX71" fmla="*/ 10779 w 556836"/>
                <a:gd name="csY71" fmla="*/ 528828 h 568206"/>
                <a:gd name="csX72" fmla="*/ 12832 w 556836"/>
                <a:gd name="csY72" fmla="*/ 521652 h 568206"/>
                <a:gd name="csX73" fmla="*/ 23086 w 556836"/>
                <a:gd name="csY73" fmla="*/ 519606 h 568206"/>
                <a:gd name="csX74" fmla="*/ 23086 w 556836"/>
                <a:gd name="csY74" fmla="*/ 510378 h 568206"/>
                <a:gd name="csX75" fmla="*/ 29236 w 556836"/>
                <a:gd name="csY75" fmla="*/ 502182 h 568206"/>
                <a:gd name="csX76" fmla="*/ 22060 w 556836"/>
                <a:gd name="csY76" fmla="*/ 501156 h 568206"/>
                <a:gd name="csX77" fmla="*/ 18982 w 556836"/>
                <a:gd name="csY77" fmla="*/ 506280 h 568206"/>
                <a:gd name="csX78" fmla="*/ 9753 w 556836"/>
                <a:gd name="csY78" fmla="*/ 508332 h 568206"/>
                <a:gd name="csX79" fmla="*/ 8727 w 556836"/>
                <a:gd name="csY79" fmla="*/ 499104 h 568206"/>
                <a:gd name="csX80" fmla="*/ 11805 w 556836"/>
                <a:gd name="csY80" fmla="*/ 491928 h 568206"/>
                <a:gd name="csX81" fmla="*/ 21034 w 556836"/>
                <a:gd name="csY81" fmla="*/ 487830 h 568206"/>
                <a:gd name="csX82" fmla="*/ 24112 w 556836"/>
                <a:gd name="csY82" fmla="*/ 478602 h 568206"/>
                <a:gd name="csX83" fmla="*/ 35393 w 556836"/>
                <a:gd name="csY83" fmla="*/ 466309 h 568206"/>
                <a:gd name="csX84" fmla="*/ 36419 w 556836"/>
                <a:gd name="csY84" fmla="*/ 457080 h 568206"/>
                <a:gd name="csX85" fmla="*/ 31288 w 556836"/>
                <a:gd name="csY85" fmla="*/ 459133 h 568206"/>
                <a:gd name="csX86" fmla="*/ 23086 w 556836"/>
                <a:gd name="csY86" fmla="*/ 469380 h 568206"/>
                <a:gd name="csX87" fmla="*/ 14884 w 556836"/>
                <a:gd name="csY87" fmla="*/ 469380 h 568206"/>
                <a:gd name="csX88" fmla="*/ 9753 w 556836"/>
                <a:gd name="csY88" fmla="*/ 465283 h 568206"/>
                <a:gd name="csX89" fmla="*/ 15910 w 556836"/>
                <a:gd name="csY89" fmla="*/ 458106 h 568206"/>
                <a:gd name="csX90" fmla="*/ 13858 w 556836"/>
                <a:gd name="csY90" fmla="*/ 451956 h 568206"/>
                <a:gd name="csX91" fmla="*/ 7701 w 556836"/>
                <a:gd name="csY91" fmla="*/ 448885 h 568206"/>
                <a:gd name="csX92" fmla="*/ 6682 w 556836"/>
                <a:gd name="csY92" fmla="*/ 440683 h 568206"/>
                <a:gd name="csX93" fmla="*/ 20008 w 556836"/>
                <a:gd name="csY93" fmla="*/ 437611 h 568206"/>
                <a:gd name="csX94" fmla="*/ 27191 w 556836"/>
                <a:gd name="csY94" fmla="*/ 438630 h 568206"/>
                <a:gd name="csX95" fmla="*/ 35393 w 556836"/>
                <a:gd name="csY95" fmla="*/ 435559 h 568206"/>
                <a:gd name="csX96" fmla="*/ 42569 w 556836"/>
                <a:gd name="csY96" fmla="*/ 433506 h 568206"/>
                <a:gd name="csX97" fmla="*/ 51797 w 556836"/>
                <a:gd name="csY97" fmla="*/ 430435 h 568206"/>
                <a:gd name="csX98" fmla="*/ 52824 w 556836"/>
                <a:gd name="csY98" fmla="*/ 424285 h 568206"/>
                <a:gd name="csX99" fmla="*/ 44621 w 556836"/>
                <a:gd name="csY99" fmla="*/ 426337 h 568206"/>
                <a:gd name="csX100" fmla="*/ 37445 w 556836"/>
                <a:gd name="csY100" fmla="*/ 429409 h 568206"/>
                <a:gd name="csX101" fmla="*/ 17955 w 556836"/>
                <a:gd name="csY101" fmla="*/ 429409 h 568206"/>
                <a:gd name="csX102" fmla="*/ 12832 w 556836"/>
                <a:gd name="csY102" fmla="*/ 433506 h 568206"/>
                <a:gd name="csX103" fmla="*/ 2577 w 556836"/>
                <a:gd name="csY103" fmla="*/ 431461 h 568206"/>
                <a:gd name="csX104" fmla="*/ 4629 w 556836"/>
                <a:gd name="csY104" fmla="*/ 416083 h 568206"/>
                <a:gd name="csX105" fmla="*/ 2577 w 556836"/>
                <a:gd name="csY105" fmla="*/ 402763 h 568206"/>
                <a:gd name="csX106" fmla="*/ 5655 w 556836"/>
                <a:gd name="csY106" fmla="*/ 398659 h 568206"/>
                <a:gd name="csX107" fmla="*/ 6682 w 556836"/>
                <a:gd name="csY107" fmla="*/ 392509 h 568206"/>
                <a:gd name="csX108" fmla="*/ 10779 w 556836"/>
                <a:gd name="csY108" fmla="*/ 386359 h 568206"/>
                <a:gd name="csX109" fmla="*/ 18982 w 556836"/>
                <a:gd name="csY109" fmla="*/ 384313 h 568206"/>
                <a:gd name="csX110" fmla="*/ 26165 w 556836"/>
                <a:gd name="csY110" fmla="*/ 372014 h 568206"/>
                <a:gd name="csX111" fmla="*/ 44621 w 556836"/>
                <a:gd name="csY111" fmla="*/ 370987 h 568206"/>
                <a:gd name="csX112" fmla="*/ 43595 w 556836"/>
                <a:gd name="csY112" fmla="*/ 365864 h 568206"/>
                <a:gd name="csX113" fmla="*/ 37445 w 556836"/>
                <a:gd name="csY113" fmla="*/ 363811 h 568206"/>
                <a:gd name="csX114" fmla="*/ 39497 w 556836"/>
                <a:gd name="csY114" fmla="*/ 357668 h 568206"/>
                <a:gd name="csX115" fmla="*/ 47700 w 556836"/>
                <a:gd name="csY115" fmla="*/ 356642 h 568206"/>
                <a:gd name="csX116" fmla="*/ 47700 w 556836"/>
                <a:gd name="csY116" fmla="*/ 348440 h 568206"/>
                <a:gd name="csX117" fmla="*/ 57954 w 556836"/>
                <a:gd name="csY117" fmla="*/ 340237 h 568206"/>
                <a:gd name="csX118" fmla="*/ 67183 w 556836"/>
                <a:gd name="csY118" fmla="*/ 340237 h 568206"/>
                <a:gd name="csX119" fmla="*/ 69235 w 556836"/>
                <a:gd name="csY119" fmla="*/ 334088 h 568206"/>
                <a:gd name="csX120" fmla="*/ 82561 w 556836"/>
                <a:gd name="csY120" fmla="*/ 325892 h 568206"/>
                <a:gd name="csX121" fmla="*/ 90770 w 556836"/>
                <a:gd name="csY121" fmla="*/ 327938 h 568206"/>
                <a:gd name="csX122" fmla="*/ 93842 w 556836"/>
                <a:gd name="csY122" fmla="*/ 321794 h 568206"/>
                <a:gd name="csX123" fmla="*/ 98972 w 556836"/>
                <a:gd name="csY123" fmla="*/ 316671 h 568206"/>
                <a:gd name="csX124" fmla="*/ 103077 w 556836"/>
                <a:gd name="csY124" fmla="*/ 299247 h 568206"/>
                <a:gd name="csX125" fmla="*/ 132814 w 556836"/>
                <a:gd name="csY125" fmla="*/ 272595 h 568206"/>
                <a:gd name="csX126" fmla="*/ 132814 w 556836"/>
                <a:gd name="csY126" fmla="*/ 263373 h 568206"/>
                <a:gd name="csX127" fmla="*/ 151271 w 556836"/>
                <a:gd name="csY127" fmla="*/ 240825 h 568206"/>
                <a:gd name="csX128" fmla="*/ 161526 w 556836"/>
                <a:gd name="csY128" fmla="*/ 238773 h 568206"/>
                <a:gd name="csX129" fmla="*/ 167683 w 556836"/>
                <a:gd name="csY129" fmla="*/ 229552 h 568206"/>
                <a:gd name="csX130" fmla="*/ 159473 w 556836"/>
                <a:gd name="csY130" fmla="*/ 231597 h 568206"/>
                <a:gd name="csX131" fmla="*/ 159473 w 556836"/>
                <a:gd name="csY131" fmla="*/ 226473 h 568206"/>
                <a:gd name="csX132" fmla="*/ 165630 w 556836"/>
                <a:gd name="csY132" fmla="*/ 218278 h 568206"/>
                <a:gd name="csX133" fmla="*/ 170754 w 556836"/>
                <a:gd name="csY133" fmla="*/ 200854 h 568206"/>
                <a:gd name="csX134" fmla="*/ 171780 w 556836"/>
                <a:gd name="csY134" fmla="*/ 186502 h 568206"/>
                <a:gd name="csX135" fmla="*/ 186139 w 556836"/>
                <a:gd name="csY135" fmla="*/ 185476 h 568206"/>
                <a:gd name="csX136" fmla="*/ 193315 w 556836"/>
                <a:gd name="csY136" fmla="*/ 178306 h 568206"/>
                <a:gd name="csX137" fmla="*/ 187165 w 556836"/>
                <a:gd name="csY137" fmla="*/ 174202 h 568206"/>
                <a:gd name="csX138" fmla="*/ 175885 w 556836"/>
                <a:gd name="csY138" fmla="*/ 177280 h 568206"/>
                <a:gd name="csX139" fmla="*/ 175885 w 556836"/>
                <a:gd name="csY139" fmla="*/ 166006 h 568206"/>
                <a:gd name="csX140" fmla="*/ 182035 w 556836"/>
                <a:gd name="csY140" fmla="*/ 162942 h 568206"/>
                <a:gd name="csX141" fmla="*/ 195368 w 556836"/>
                <a:gd name="csY141" fmla="*/ 149417 h 568206"/>
                <a:gd name="csX142" fmla="*/ 206648 w 556836"/>
                <a:gd name="csY142" fmla="*/ 143260 h 568206"/>
                <a:gd name="csX143" fmla="*/ 214851 w 556836"/>
                <a:gd name="csY143" fmla="*/ 143876 h 568206"/>
                <a:gd name="csX144" fmla="*/ 223060 w 556836"/>
                <a:gd name="csY144" fmla="*/ 138342 h 568206"/>
                <a:gd name="csX145" fmla="*/ 212805 w 556836"/>
                <a:gd name="csY145" fmla="*/ 137117 h 568206"/>
                <a:gd name="csX146" fmla="*/ 212805 w 556836"/>
                <a:gd name="csY146" fmla="*/ 134654 h 568206"/>
                <a:gd name="csX147" fmla="*/ 222034 w 556836"/>
                <a:gd name="csY147" fmla="*/ 132192 h 568206"/>
                <a:gd name="csX148" fmla="*/ 231262 w 556836"/>
                <a:gd name="csY148" fmla="*/ 132192 h 568206"/>
                <a:gd name="csX149" fmla="*/ 233314 w 556836"/>
                <a:gd name="csY149" fmla="*/ 126657 h 568206"/>
                <a:gd name="csX150" fmla="*/ 217929 w 556836"/>
                <a:gd name="csY150" fmla="*/ 127273 h 568206"/>
                <a:gd name="csX151" fmla="*/ 236386 w 556836"/>
                <a:gd name="csY151" fmla="*/ 110670 h 568206"/>
                <a:gd name="csX152" fmla="*/ 242543 w 556836"/>
                <a:gd name="csY152" fmla="*/ 116204 h 568206"/>
                <a:gd name="csX153" fmla="*/ 249719 w 556836"/>
                <a:gd name="csY153" fmla="*/ 114357 h 568206"/>
                <a:gd name="csX154" fmla="*/ 248693 w 556836"/>
                <a:gd name="csY154" fmla="*/ 103289 h 568206"/>
                <a:gd name="csX155" fmla="*/ 265104 w 556836"/>
                <a:gd name="csY155" fmla="*/ 103289 h 568206"/>
                <a:gd name="csX156" fmla="*/ 266130 w 556836"/>
                <a:gd name="csY156" fmla="*/ 98370 h 568206"/>
                <a:gd name="csX157" fmla="*/ 257921 w 556836"/>
                <a:gd name="csY157" fmla="*/ 98986 h 568206"/>
                <a:gd name="csX158" fmla="*/ 245621 w 556836"/>
                <a:gd name="csY158" fmla="*/ 99602 h 568206"/>
                <a:gd name="csX159" fmla="*/ 254849 w 556836"/>
                <a:gd name="csY159" fmla="*/ 90989 h 568206"/>
                <a:gd name="csX160" fmla="*/ 267149 w 556836"/>
                <a:gd name="csY160" fmla="*/ 91605 h 568206"/>
                <a:gd name="csX161" fmla="*/ 274332 w 556836"/>
                <a:gd name="csY161" fmla="*/ 86070 h 568206"/>
                <a:gd name="csX162" fmla="*/ 273306 w 556836"/>
                <a:gd name="csY162" fmla="*/ 81152 h 568206"/>
                <a:gd name="csX163" fmla="*/ 279463 w 556836"/>
                <a:gd name="csY163" fmla="*/ 72546 h 568206"/>
                <a:gd name="csX164" fmla="*/ 289718 w 556836"/>
                <a:gd name="csY164" fmla="*/ 69467 h 568206"/>
                <a:gd name="csX165" fmla="*/ 292789 w 556836"/>
                <a:gd name="csY165" fmla="*/ 74386 h 568206"/>
                <a:gd name="csX166" fmla="*/ 298946 w 556836"/>
                <a:gd name="csY166" fmla="*/ 70083 h 568206"/>
                <a:gd name="csX167" fmla="*/ 299972 w 556836"/>
                <a:gd name="csY167" fmla="*/ 63933 h 568206"/>
                <a:gd name="csX168" fmla="*/ 308174 w 556836"/>
                <a:gd name="csY168" fmla="*/ 67005 h 568206"/>
                <a:gd name="csX169" fmla="*/ 313298 w 556836"/>
                <a:gd name="csY169" fmla="*/ 65164 h 568206"/>
                <a:gd name="csX170" fmla="*/ 309201 w 556836"/>
                <a:gd name="csY170" fmla="*/ 62086 h 568206"/>
                <a:gd name="csX171" fmla="*/ 305096 w 556836"/>
                <a:gd name="csY171" fmla="*/ 59014 h 568206"/>
                <a:gd name="csX172" fmla="*/ 308174 w 556836"/>
                <a:gd name="csY172" fmla="*/ 53480 h 568206"/>
                <a:gd name="csX173" fmla="*/ 315350 w 556836"/>
                <a:gd name="csY173" fmla="*/ 53480 h 568206"/>
                <a:gd name="csX174" fmla="*/ 318429 w 556836"/>
                <a:gd name="csY174" fmla="*/ 59014 h 568206"/>
                <a:gd name="csX175" fmla="*/ 323553 w 556836"/>
                <a:gd name="csY175" fmla="*/ 48562 h 568206"/>
                <a:gd name="csX176" fmla="*/ 328683 w 556836"/>
                <a:gd name="csY176" fmla="*/ 44867 h 568206"/>
                <a:gd name="csX177" fmla="*/ 334833 w 556836"/>
                <a:gd name="csY177" fmla="*/ 47330 h 568206"/>
                <a:gd name="csX178" fmla="*/ 330736 w 556836"/>
                <a:gd name="csY178" fmla="*/ 52864 h 568206"/>
                <a:gd name="csX179" fmla="*/ 328683 w 556836"/>
                <a:gd name="csY179" fmla="*/ 60862 h 568206"/>
                <a:gd name="csX180" fmla="*/ 329710 w 556836"/>
                <a:gd name="csY180" fmla="*/ 66396 h 568206"/>
                <a:gd name="csX181" fmla="*/ 336886 w 556836"/>
                <a:gd name="csY181" fmla="*/ 65164 h 568206"/>
                <a:gd name="csX182" fmla="*/ 342016 w 556836"/>
                <a:gd name="csY182" fmla="*/ 60246 h 568206"/>
                <a:gd name="csX183" fmla="*/ 342016 w 556836"/>
                <a:gd name="csY183" fmla="*/ 51017 h 568206"/>
                <a:gd name="csX184" fmla="*/ 348166 w 556836"/>
                <a:gd name="csY184" fmla="*/ 46099 h 568206"/>
                <a:gd name="csX185" fmla="*/ 360473 w 556836"/>
                <a:gd name="csY185" fmla="*/ 45483 h 568206"/>
                <a:gd name="csX186" fmla="*/ 363552 w 556836"/>
                <a:gd name="csY186" fmla="*/ 48562 h 568206"/>
                <a:gd name="csX187" fmla="*/ 370728 w 556836"/>
                <a:gd name="csY187" fmla="*/ 49177 h 568206"/>
                <a:gd name="csX188" fmla="*/ 372780 w 556836"/>
                <a:gd name="csY188" fmla="*/ 44259 h 568206"/>
                <a:gd name="csX189" fmla="*/ 354323 w 556836"/>
                <a:gd name="csY189" fmla="*/ 36262 h 568206"/>
                <a:gd name="csX190" fmla="*/ 356369 w 556836"/>
                <a:gd name="csY190" fmla="*/ 31959 h 568206"/>
                <a:gd name="csX191" fmla="*/ 364578 w 556836"/>
                <a:gd name="csY191" fmla="*/ 29496 h 568206"/>
                <a:gd name="csX192" fmla="*/ 375858 w 556836"/>
                <a:gd name="csY192" fmla="*/ 31343 h 568206"/>
                <a:gd name="csX193" fmla="*/ 387132 w 556836"/>
                <a:gd name="csY193" fmla="*/ 39333 h 568206"/>
                <a:gd name="csX194" fmla="*/ 390211 w 556836"/>
                <a:gd name="csY194" fmla="*/ 44259 h 568206"/>
                <a:gd name="csX195" fmla="*/ 405589 w 556836"/>
                <a:gd name="csY195" fmla="*/ 43027 h 568206"/>
                <a:gd name="csX196" fmla="*/ 401491 w 556836"/>
                <a:gd name="csY196" fmla="*/ 34415 h 568206"/>
                <a:gd name="csX197" fmla="*/ 409694 w 556836"/>
                <a:gd name="csY197" fmla="*/ 27649 h 568206"/>
                <a:gd name="csX198" fmla="*/ 419948 w 556836"/>
                <a:gd name="csY198" fmla="*/ 25809 h 568206"/>
                <a:gd name="csX199" fmla="*/ 424053 w 556836"/>
                <a:gd name="csY199" fmla="*/ 20274 h 568206"/>
                <a:gd name="csX200" fmla="*/ 430203 w 556836"/>
                <a:gd name="csY200" fmla="*/ 17196 h 568206"/>
                <a:gd name="csX201" fmla="*/ 424053 w 556836"/>
                <a:gd name="csY201" fmla="*/ 11662 h 568206"/>
                <a:gd name="csX202" fmla="*/ 427131 w 556836"/>
                <a:gd name="csY202" fmla="*/ 6743 h 568206"/>
                <a:gd name="csX203" fmla="*/ 433281 w 556836"/>
                <a:gd name="csY203" fmla="*/ 6127 h 568206"/>
                <a:gd name="csX204" fmla="*/ 450199 w 556836"/>
                <a:gd name="csY204" fmla="*/ 7051 h 568206"/>
                <a:gd name="csX205" fmla="*/ 453277 w 556836"/>
                <a:gd name="csY205" fmla="*/ 11662 h 568206"/>
                <a:gd name="csX206" fmla="*/ 444049 w 556836"/>
                <a:gd name="csY206" fmla="*/ 17196 h 568206"/>
                <a:gd name="csX207" fmla="*/ 436359 w 556836"/>
                <a:gd name="csY207" fmla="*/ 25501 h 568206"/>
                <a:gd name="csX208" fmla="*/ 433281 w 556836"/>
                <a:gd name="csY208" fmla="*/ 37493 h 568206"/>
                <a:gd name="csX209" fmla="*/ 450199 w 556836"/>
                <a:gd name="csY209" fmla="*/ 29188 h 568206"/>
                <a:gd name="csX210" fmla="*/ 454816 w 556836"/>
                <a:gd name="csY210" fmla="*/ 21807 h 568206"/>
                <a:gd name="csX211" fmla="*/ 462505 w 556836"/>
                <a:gd name="csY211" fmla="*/ 9821 h 568206"/>
                <a:gd name="csX212" fmla="*/ 473273 w 556836"/>
                <a:gd name="csY212" fmla="*/ 9821 h 568206"/>
                <a:gd name="csX213" fmla="*/ 468662 w 556836"/>
                <a:gd name="csY213" fmla="*/ 15356 h 568206"/>
                <a:gd name="csX214" fmla="*/ 473273 w 556836"/>
                <a:gd name="csY214" fmla="*/ 19043 h 568206"/>
                <a:gd name="csX215" fmla="*/ 480969 w 556836"/>
                <a:gd name="csY215" fmla="*/ 8898 h 568206"/>
                <a:gd name="csX216" fmla="*/ 477891 w 556836"/>
                <a:gd name="csY216" fmla="*/ 593 h 568206"/>
                <a:gd name="csX217" fmla="*/ 497887 w 556836"/>
                <a:gd name="csY217" fmla="*/ 2440 h 568206"/>
                <a:gd name="csX218" fmla="*/ 507115 w 556836"/>
                <a:gd name="csY218" fmla="*/ 8898 h 568206"/>
                <a:gd name="csX219" fmla="*/ 497887 w 556836"/>
                <a:gd name="csY219" fmla="*/ 14432 h 568206"/>
                <a:gd name="csX220" fmla="*/ 505576 w 556836"/>
                <a:gd name="csY220" fmla="*/ 19043 h 568206"/>
                <a:gd name="csX221" fmla="*/ 513272 w 556836"/>
                <a:gd name="csY221" fmla="*/ 11662 h 568206"/>
                <a:gd name="csX222" fmla="*/ 522493 w 556836"/>
                <a:gd name="csY222" fmla="*/ 9821 h 568206"/>
                <a:gd name="csX223" fmla="*/ 553264 w 556836"/>
                <a:gd name="csY223" fmla="*/ 27348 h 568206"/>
                <a:gd name="csX224" fmla="*/ 537879 w 556836"/>
                <a:gd name="csY224" fmla="*/ 38416 h 568206"/>
                <a:gd name="csX225" fmla="*/ 514804 w 556836"/>
                <a:gd name="csY225" fmla="*/ 34722 h 568206"/>
                <a:gd name="csX226" fmla="*/ 513265 w 556836"/>
                <a:gd name="csY226" fmla="*/ 38416 h 568206"/>
                <a:gd name="csX227" fmla="*/ 531722 w 556836"/>
                <a:gd name="csY227" fmla="*/ 45798 h 568206"/>
                <a:gd name="csX228" fmla="*/ 531722 w 556836"/>
                <a:gd name="csY228" fmla="*/ 50409 h 568206"/>
                <a:gd name="csX229" fmla="*/ 537879 w 556836"/>
                <a:gd name="csY229" fmla="*/ 52249 h 568206"/>
                <a:gd name="csX230" fmla="*/ 550185 w 556836"/>
                <a:gd name="csY230" fmla="*/ 47638 h 568206"/>
                <a:gd name="csX231" fmla="*/ 559414 w 556836"/>
                <a:gd name="csY231" fmla="*/ 51325 h 568206"/>
                <a:gd name="csX232" fmla="*/ 530189 w 556836"/>
                <a:gd name="csY232" fmla="*/ 62401 h 568206"/>
                <a:gd name="csX233" fmla="*/ 528650 w 556836"/>
                <a:gd name="csY233" fmla="*/ 67011 h 568206"/>
                <a:gd name="csX234" fmla="*/ 517883 w 556836"/>
                <a:gd name="csY234" fmla="*/ 72546 h 5682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Lst>
              <a:rect l="l" t="t" r="r" b="b"/>
              <a:pathLst>
                <a:path w="556836" h="568206">
                  <a:moveTo>
                    <a:pt x="517883" y="72546"/>
                  </a:moveTo>
                  <a:lnTo>
                    <a:pt x="516343" y="51325"/>
                  </a:lnTo>
                  <a:lnTo>
                    <a:pt x="496347" y="41180"/>
                  </a:lnTo>
                  <a:lnTo>
                    <a:pt x="477891" y="42104"/>
                  </a:lnTo>
                  <a:lnTo>
                    <a:pt x="457895" y="51325"/>
                  </a:lnTo>
                  <a:lnTo>
                    <a:pt x="456355" y="76233"/>
                  </a:lnTo>
                  <a:lnTo>
                    <a:pt x="440970" y="88225"/>
                  </a:lnTo>
                  <a:lnTo>
                    <a:pt x="434820" y="88225"/>
                  </a:lnTo>
                  <a:lnTo>
                    <a:pt x="425592" y="82691"/>
                  </a:lnTo>
                  <a:lnTo>
                    <a:pt x="413285" y="82691"/>
                  </a:lnTo>
                  <a:lnTo>
                    <a:pt x="399439" y="89149"/>
                  </a:lnTo>
                  <a:lnTo>
                    <a:pt x="384061" y="86378"/>
                  </a:lnTo>
                  <a:lnTo>
                    <a:pt x="364058" y="68852"/>
                  </a:lnTo>
                  <a:lnTo>
                    <a:pt x="351758" y="67928"/>
                  </a:lnTo>
                  <a:lnTo>
                    <a:pt x="340990" y="74386"/>
                  </a:lnTo>
                  <a:lnTo>
                    <a:pt x="330223" y="75310"/>
                  </a:lnTo>
                  <a:lnTo>
                    <a:pt x="325605" y="92836"/>
                  </a:lnTo>
                  <a:lnTo>
                    <a:pt x="313298" y="95606"/>
                  </a:lnTo>
                  <a:lnTo>
                    <a:pt x="300991" y="92836"/>
                  </a:lnTo>
                  <a:lnTo>
                    <a:pt x="288691" y="93759"/>
                  </a:lnTo>
                  <a:lnTo>
                    <a:pt x="284074" y="106675"/>
                  </a:lnTo>
                  <a:lnTo>
                    <a:pt x="265617" y="112209"/>
                  </a:lnTo>
                  <a:lnTo>
                    <a:pt x="259460" y="122354"/>
                  </a:lnTo>
                  <a:lnTo>
                    <a:pt x="242543" y="135270"/>
                  </a:lnTo>
                  <a:lnTo>
                    <a:pt x="250232" y="139881"/>
                  </a:lnTo>
                  <a:lnTo>
                    <a:pt x="248693" y="149109"/>
                  </a:lnTo>
                  <a:lnTo>
                    <a:pt x="224079" y="173182"/>
                  </a:lnTo>
                  <a:lnTo>
                    <a:pt x="211779" y="177793"/>
                  </a:lnTo>
                  <a:lnTo>
                    <a:pt x="204083" y="190093"/>
                  </a:lnTo>
                  <a:lnTo>
                    <a:pt x="210240" y="203925"/>
                  </a:lnTo>
                  <a:lnTo>
                    <a:pt x="205622" y="245436"/>
                  </a:lnTo>
                  <a:lnTo>
                    <a:pt x="191776" y="266958"/>
                  </a:lnTo>
                  <a:lnTo>
                    <a:pt x="204083" y="285408"/>
                  </a:lnTo>
                  <a:lnTo>
                    <a:pt x="191776" y="297708"/>
                  </a:lnTo>
                  <a:lnTo>
                    <a:pt x="170241" y="294629"/>
                  </a:lnTo>
                  <a:lnTo>
                    <a:pt x="157934" y="306929"/>
                  </a:lnTo>
                  <a:lnTo>
                    <a:pt x="157934" y="343829"/>
                  </a:lnTo>
                  <a:lnTo>
                    <a:pt x="162552" y="397640"/>
                  </a:lnTo>
                  <a:lnTo>
                    <a:pt x="171780" y="409940"/>
                  </a:lnTo>
                  <a:lnTo>
                    <a:pt x="171780" y="428383"/>
                  </a:lnTo>
                  <a:lnTo>
                    <a:pt x="159473" y="433000"/>
                  </a:lnTo>
                  <a:lnTo>
                    <a:pt x="157934" y="440683"/>
                  </a:lnTo>
                  <a:lnTo>
                    <a:pt x="167163" y="452983"/>
                  </a:lnTo>
                  <a:lnTo>
                    <a:pt x="164091" y="466822"/>
                  </a:lnTo>
                  <a:lnTo>
                    <a:pt x="156395" y="476043"/>
                  </a:lnTo>
                  <a:lnTo>
                    <a:pt x="151784" y="517554"/>
                  </a:lnTo>
                  <a:lnTo>
                    <a:pt x="150245" y="528315"/>
                  </a:lnTo>
                  <a:lnTo>
                    <a:pt x="144088" y="547278"/>
                  </a:lnTo>
                  <a:lnTo>
                    <a:pt x="139990" y="534978"/>
                  </a:lnTo>
                  <a:lnTo>
                    <a:pt x="139990" y="520625"/>
                  </a:lnTo>
                  <a:lnTo>
                    <a:pt x="128710" y="510378"/>
                  </a:lnTo>
                  <a:lnTo>
                    <a:pt x="131788" y="498085"/>
                  </a:lnTo>
                  <a:lnTo>
                    <a:pt x="126658" y="495006"/>
                  </a:lnTo>
                  <a:lnTo>
                    <a:pt x="120501" y="500130"/>
                  </a:lnTo>
                  <a:lnTo>
                    <a:pt x="120501" y="512430"/>
                  </a:lnTo>
                  <a:lnTo>
                    <a:pt x="111272" y="520625"/>
                  </a:lnTo>
                  <a:lnTo>
                    <a:pt x="101018" y="521652"/>
                  </a:lnTo>
                  <a:lnTo>
                    <a:pt x="102044" y="517554"/>
                  </a:lnTo>
                  <a:lnTo>
                    <a:pt x="93842" y="523704"/>
                  </a:lnTo>
                  <a:lnTo>
                    <a:pt x="93842" y="529854"/>
                  </a:lnTo>
                  <a:lnTo>
                    <a:pt x="79483" y="550349"/>
                  </a:lnTo>
                  <a:lnTo>
                    <a:pt x="70254" y="555473"/>
                  </a:lnTo>
                  <a:lnTo>
                    <a:pt x="57947" y="562649"/>
                  </a:lnTo>
                  <a:lnTo>
                    <a:pt x="43595" y="568799"/>
                  </a:lnTo>
                  <a:lnTo>
                    <a:pt x="36412" y="557525"/>
                  </a:lnTo>
                  <a:lnTo>
                    <a:pt x="43595" y="547278"/>
                  </a:lnTo>
                  <a:lnTo>
                    <a:pt x="37438" y="546252"/>
                  </a:lnTo>
                  <a:lnTo>
                    <a:pt x="33341" y="550349"/>
                  </a:lnTo>
                  <a:lnTo>
                    <a:pt x="23086" y="550349"/>
                  </a:lnTo>
                  <a:lnTo>
                    <a:pt x="23086" y="539075"/>
                  </a:lnTo>
                  <a:lnTo>
                    <a:pt x="17955" y="538049"/>
                  </a:lnTo>
                  <a:lnTo>
                    <a:pt x="10779" y="528828"/>
                  </a:lnTo>
                  <a:lnTo>
                    <a:pt x="12832" y="521652"/>
                  </a:lnTo>
                  <a:lnTo>
                    <a:pt x="23086" y="519606"/>
                  </a:lnTo>
                  <a:lnTo>
                    <a:pt x="23086" y="510378"/>
                  </a:lnTo>
                  <a:lnTo>
                    <a:pt x="29236" y="502182"/>
                  </a:lnTo>
                  <a:lnTo>
                    <a:pt x="22060" y="501156"/>
                  </a:lnTo>
                  <a:lnTo>
                    <a:pt x="18982" y="506280"/>
                  </a:lnTo>
                  <a:lnTo>
                    <a:pt x="9753" y="508332"/>
                  </a:lnTo>
                  <a:lnTo>
                    <a:pt x="8727" y="499104"/>
                  </a:lnTo>
                  <a:lnTo>
                    <a:pt x="11805" y="491928"/>
                  </a:lnTo>
                  <a:lnTo>
                    <a:pt x="21034" y="487830"/>
                  </a:lnTo>
                  <a:lnTo>
                    <a:pt x="24112" y="478602"/>
                  </a:lnTo>
                  <a:lnTo>
                    <a:pt x="35393" y="466309"/>
                  </a:lnTo>
                  <a:lnTo>
                    <a:pt x="36419" y="457080"/>
                  </a:lnTo>
                  <a:lnTo>
                    <a:pt x="31288" y="459133"/>
                  </a:lnTo>
                  <a:lnTo>
                    <a:pt x="23086" y="469380"/>
                  </a:lnTo>
                  <a:lnTo>
                    <a:pt x="14884" y="469380"/>
                  </a:lnTo>
                  <a:lnTo>
                    <a:pt x="9753" y="465283"/>
                  </a:lnTo>
                  <a:lnTo>
                    <a:pt x="15910" y="458106"/>
                  </a:lnTo>
                  <a:lnTo>
                    <a:pt x="13858" y="451956"/>
                  </a:lnTo>
                  <a:lnTo>
                    <a:pt x="7701" y="448885"/>
                  </a:lnTo>
                  <a:lnTo>
                    <a:pt x="6682" y="440683"/>
                  </a:lnTo>
                  <a:lnTo>
                    <a:pt x="20008" y="437611"/>
                  </a:lnTo>
                  <a:lnTo>
                    <a:pt x="27191" y="438630"/>
                  </a:lnTo>
                  <a:lnTo>
                    <a:pt x="35393" y="435559"/>
                  </a:lnTo>
                  <a:lnTo>
                    <a:pt x="42569" y="433506"/>
                  </a:lnTo>
                  <a:lnTo>
                    <a:pt x="51797" y="430435"/>
                  </a:lnTo>
                  <a:lnTo>
                    <a:pt x="52824" y="424285"/>
                  </a:lnTo>
                  <a:lnTo>
                    <a:pt x="44621" y="426337"/>
                  </a:lnTo>
                  <a:lnTo>
                    <a:pt x="37445" y="429409"/>
                  </a:lnTo>
                  <a:lnTo>
                    <a:pt x="17955" y="429409"/>
                  </a:lnTo>
                  <a:lnTo>
                    <a:pt x="12832" y="433506"/>
                  </a:lnTo>
                  <a:lnTo>
                    <a:pt x="2577" y="431461"/>
                  </a:lnTo>
                  <a:lnTo>
                    <a:pt x="4629" y="416083"/>
                  </a:lnTo>
                  <a:lnTo>
                    <a:pt x="2577" y="402763"/>
                  </a:lnTo>
                  <a:lnTo>
                    <a:pt x="5655" y="398659"/>
                  </a:lnTo>
                  <a:lnTo>
                    <a:pt x="6682" y="392509"/>
                  </a:lnTo>
                  <a:lnTo>
                    <a:pt x="10779" y="386359"/>
                  </a:lnTo>
                  <a:lnTo>
                    <a:pt x="18982" y="384313"/>
                  </a:lnTo>
                  <a:lnTo>
                    <a:pt x="26165" y="372014"/>
                  </a:lnTo>
                  <a:lnTo>
                    <a:pt x="44621" y="370987"/>
                  </a:lnTo>
                  <a:lnTo>
                    <a:pt x="43595" y="365864"/>
                  </a:lnTo>
                  <a:lnTo>
                    <a:pt x="37445" y="363811"/>
                  </a:lnTo>
                  <a:lnTo>
                    <a:pt x="39497" y="357668"/>
                  </a:lnTo>
                  <a:lnTo>
                    <a:pt x="47700" y="356642"/>
                  </a:lnTo>
                  <a:lnTo>
                    <a:pt x="47700" y="348440"/>
                  </a:lnTo>
                  <a:lnTo>
                    <a:pt x="57954" y="340237"/>
                  </a:lnTo>
                  <a:lnTo>
                    <a:pt x="67183" y="340237"/>
                  </a:lnTo>
                  <a:lnTo>
                    <a:pt x="69235" y="334088"/>
                  </a:lnTo>
                  <a:lnTo>
                    <a:pt x="82561" y="325892"/>
                  </a:lnTo>
                  <a:lnTo>
                    <a:pt x="90770" y="327938"/>
                  </a:lnTo>
                  <a:lnTo>
                    <a:pt x="93842" y="321794"/>
                  </a:lnTo>
                  <a:lnTo>
                    <a:pt x="98972" y="316671"/>
                  </a:lnTo>
                  <a:lnTo>
                    <a:pt x="103077" y="299247"/>
                  </a:lnTo>
                  <a:lnTo>
                    <a:pt x="132814" y="272595"/>
                  </a:lnTo>
                  <a:lnTo>
                    <a:pt x="132814" y="263373"/>
                  </a:lnTo>
                  <a:lnTo>
                    <a:pt x="151271" y="240825"/>
                  </a:lnTo>
                  <a:lnTo>
                    <a:pt x="161526" y="238773"/>
                  </a:lnTo>
                  <a:lnTo>
                    <a:pt x="167683" y="229552"/>
                  </a:lnTo>
                  <a:lnTo>
                    <a:pt x="159473" y="231597"/>
                  </a:lnTo>
                  <a:lnTo>
                    <a:pt x="159473" y="226473"/>
                  </a:lnTo>
                  <a:lnTo>
                    <a:pt x="165630" y="218278"/>
                  </a:lnTo>
                  <a:lnTo>
                    <a:pt x="170754" y="200854"/>
                  </a:lnTo>
                  <a:lnTo>
                    <a:pt x="171780" y="186502"/>
                  </a:lnTo>
                  <a:lnTo>
                    <a:pt x="186139" y="185476"/>
                  </a:lnTo>
                  <a:lnTo>
                    <a:pt x="193315" y="178306"/>
                  </a:lnTo>
                  <a:lnTo>
                    <a:pt x="187165" y="174202"/>
                  </a:lnTo>
                  <a:lnTo>
                    <a:pt x="175885" y="177280"/>
                  </a:lnTo>
                  <a:lnTo>
                    <a:pt x="175885" y="166006"/>
                  </a:lnTo>
                  <a:lnTo>
                    <a:pt x="182035" y="162942"/>
                  </a:lnTo>
                  <a:lnTo>
                    <a:pt x="195368" y="149417"/>
                  </a:lnTo>
                  <a:lnTo>
                    <a:pt x="206648" y="143260"/>
                  </a:lnTo>
                  <a:lnTo>
                    <a:pt x="214851" y="143876"/>
                  </a:lnTo>
                  <a:lnTo>
                    <a:pt x="223060" y="138342"/>
                  </a:lnTo>
                  <a:lnTo>
                    <a:pt x="212805" y="137117"/>
                  </a:lnTo>
                  <a:lnTo>
                    <a:pt x="212805" y="134654"/>
                  </a:lnTo>
                  <a:lnTo>
                    <a:pt x="222034" y="132192"/>
                  </a:lnTo>
                  <a:lnTo>
                    <a:pt x="231262" y="132192"/>
                  </a:lnTo>
                  <a:lnTo>
                    <a:pt x="233314" y="126657"/>
                  </a:lnTo>
                  <a:lnTo>
                    <a:pt x="217929" y="127273"/>
                  </a:lnTo>
                  <a:lnTo>
                    <a:pt x="236386" y="110670"/>
                  </a:lnTo>
                  <a:lnTo>
                    <a:pt x="242543" y="116204"/>
                  </a:lnTo>
                  <a:lnTo>
                    <a:pt x="249719" y="114357"/>
                  </a:lnTo>
                  <a:lnTo>
                    <a:pt x="248693" y="103289"/>
                  </a:lnTo>
                  <a:lnTo>
                    <a:pt x="265104" y="103289"/>
                  </a:lnTo>
                  <a:lnTo>
                    <a:pt x="266130" y="98370"/>
                  </a:lnTo>
                  <a:lnTo>
                    <a:pt x="257921" y="98986"/>
                  </a:lnTo>
                  <a:lnTo>
                    <a:pt x="245621" y="99602"/>
                  </a:lnTo>
                  <a:lnTo>
                    <a:pt x="254849" y="90989"/>
                  </a:lnTo>
                  <a:lnTo>
                    <a:pt x="267149" y="91605"/>
                  </a:lnTo>
                  <a:lnTo>
                    <a:pt x="274332" y="86070"/>
                  </a:lnTo>
                  <a:lnTo>
                    <a:pt x="273306" y="81152"/>
                  </a:lnTo>
                  <a:lnTo>
                    <a:pt x="279463" y="72546"/>
                  </a:lnTo>
                  <a:lnTo>
                    <a:pt x="289718" y="69467"/>
                  </a:lnTo>
                  <a:lnTo>
                    <a:pt x="292789" y="74386"/>
                  </a:lnTo>
                  <a:lnTo>
                    <a:pt x="298946" y="70083"/>
                  </a:lnTo>
                  <a:lnTo>
                    <a:pt x="299972" y="63933"/>
                  </a:lnTo>
                  <a:lnTo>
                    <a:pt x="308174" y="67005"/>
                  </a:lnTo>
                  <a:lnTo>
                    <a:pt x="313298" y="65164"/>
                  </a:lnTo>
                  <a:lnTo>
                    <a:pt x="309201" y="62086"/>
                  </a:lnTo>
                  <a:lnTo>
                    <a:pt x="305096" y="59014"/>
                  </a:lnTo>
                  <a:lnTo>
                    <a:pt x="308174" y="53480"/>
                  </a:lnTo>
                  <a:lnTo>
                    <a:pt x="315350" y="53480"/>
                  </a:lnTo>
                  <a:lnTo>
                    <a:pt x="318429" y="59014"/>
                  </a:lnTo>
                  <a:lnTo>
                    <a:pt x="323553" y="48562"/>
                  </a:lnTo>
                  <a:lnTo>
                    <a:pt x="328683" y="44867"/>
                  </a:lnTo>
                  <a:lnTo>
                    <a:pt x="334833" y="47330"/>
                  </a:lnTo>
                  <a:lnTo>
                    <a:pt x="330736" y="52864"/>
                  </a:lnTo>
                  <a:lnTo>
                    <a:pt x="328683" y="60862"/>
                  </a:lnTo>
                  <a:lnTo>
                    <a:pt x="329710" y="66396"/>
                  </a:lnTo>
                  <a:lnTo>
                    <a:pt x="336886" y="65164"/>
                  </a:lnTo>
                  <a:lnTo>
                    <a:pt x="342016" y="60246"/>
                  </a:lnTo>
                  <a:lnTo>
                    <a:pt x="342016" y="51017"/>
                  </a:lnTo>
                  <a:lnTo>
                    <a:pt x="348166" y="46099"/>
                  </a:lnTo>
                  <a:lnTo>
                    <a:pt x="360473" y="45483"/>
                  </a:lnTo>
                  <a:lnTo>
                    <a:pt x="363552" y="48562"/>
                  </a:lnTo>
                  <a:lnTo>
                    <a:pt x="370728" y="49177"/>
                  </a:lnTo>
                  <a:lnTo>
                    <a:pt x="372780" y="44259"/>
                  </a:lnTo>
                  <a:lnTo>
                    <a:pt x="354323" y="36262"/>
                  </a:lnTo>
                  <a:lnTo>
                    <a:pt x="356369" y="31959"/>
                  </a:lnTo>
                  <a:lnTo>
                    <a:pt x="364578" y="29496"/>
                  </a:lnTo>
                  <a:lnTo>
                    <a:pt x="375858" y="31343"/>
                  </a:lnTo>
                  <a:lnTo>
                    <a:pt x="387132" y="39333"/>
                  </a:lnTo>
                  <a:lnTo>
                    <a:pt x="390211" y="44259"/>
                  </a:lnTo>
                  <a:lnTo>
                    <a:pt x="405589" y="43027"/>
                  </a:lnTo>
                  <a:lnTo>
                    <a:pt x="401491" y="34415"/>
                  </a:lnTo>
                  <a:lnTo>
                    <a:pt x="409694" y="27649"/>
                  </a:lnTo>
                  <a:lnTo>
                    <a:pt x="419948" y="25809"/>
                  </a:lnTo>
                  <a:lnTo>
                    <a:pt x="424053" y="20274"/>
                  </a:lnTo>
                  <a:lnTo>
                    <a:pt x="430203" y="17196"/>
                  </a:lnTo>
                  <a:lnTo>
                    <a:pt x="424053" y="11662"/>
                  </a:lnTo>
                  <a:lnTo>
                    <a:pt x="427131" y="6743"/>
                  </a:lnTo>
                  <a:lnTo>
                    <a:pt x="433281" y="6127"/>
                  </a:lnTo>
                  <a:lnTo>
                    <a:pt x="450199" y="7051"/>
                  </a:lnTo>
                  <a:lnTo>
                    <a:pt x="453277" y="11662"/>
                  </a:lnTo>
                  <a:lnTo>
                    <a:pt x="444049" y="17196"/>
                  </a:lnTo>
                  <a:lnTo>
                    <a:pt x="436359" y="25501"/>
                  </a:lnTo>
                  <a:lnTo>
                    <a:pt x="433281" y="37493"/>
                  </a:lnTo>
                  <a:lnTo>
                    <a:pt x="450199" y="29188"/>
                  </a:lnTo>
                  <a:lnTo>
                    <a:pt x="454816" y="21807"/>
                  </a:lnTo>
                  <a:lnTo>
                    <a:pt x="462505" y="9821"/>
                  </a:lnTo>
                  <a:lnTo>
                    <a:pt x="473273" y="9821"/>
                  </a:lnTo>
                  <a:lnTo>
                    <a:pt x="468662" y="15356"/>
                  </a:lnTo>
                  <a:lnTo>
                    <a:pt x="473273" y="19043"/>
                  </a:lnTo>
                  <a:lnTo>
                    <a:pt x="480969" y="8898"/>
                  </a:lnTo>
                  <a:lnTo>
                    <a:pt x="477891" y="593"/>
                  </a:lnTo>
                  <a:lnTo>
                    <a:pt x="497887" y="2440"/>
                  </a:lnTo>
                  <a:lnTo>
                    <a:pt x="507115" y="8898"/>
                  </a:lnTo>
                  <a:lnTo>
                    <a:pt x="497887" y="14432"/>
                  </a:lnTo>
                  <a:lnTo>
                    <a:pt x="505576" y="19043"/>
                  </a:lnTo>
                  <a:lnTo>
                    <a:pt x="513272" y="11662"/>
                  </a:lnTo>
                  <a:lnTo>
                    <a:pt x="522493" y="9821"/>
                  </a:lnTo>
                  <a:lnTo>
                    <a:pt x="553264" y="27348"/>
                  </a:lnTo>
                  <a:lnTo>
                    <a:pt x="537879" y="38416"/>
                  </a:lnTo>
                  <a:lnTo>
                    <a:pt x="514804" y="34722"/>
                  </a:lnTo>
                  <a:lnTo>
                    <a:pt x="513265" y="38416"/>
                  </a:lnTo>
                  <a:lnTo>
                    <a:pt x="531722" y="45798"/>
                  </a:lnTo>
                  <a:lnTo>
                    <a:pt x="531722" y="50409"/>
                  </a:lnTo>
                  <a:lnTo>
                    <a:pt x="537879" y="52249"/>
                  </a:lnTo>
                  <a:lnTo>
                    <a:pt x="550185" y="47638"/>
                  </a:lnTo>
                  <a:lnTo>
                    <a:pt x="559414" y="51325"/>
                  </a:lnTo>
                  <a:lnTo>
                    <a:pt x="530189" y="62401"/>
                  </a:lnTo>
                  <a:lnTo>
                    <a:pt x="528650" y="67011"/>
                  </a:lnTo>
                  <a:lnTo>
                    <a:pt x="517883" y="72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6" name="Forme libre : forme 434">
              <a:extLst>
                <a:ext uri="{FF2B5EF4-FFF2-40B4-BE49-F238E27FC236}">
                  <a16:creationId xmlns:a16="http://schemas.microsoft.com/office/drawing/2014/main" id="{CA2AF161-5907-FB94-E9B3-FA2EBBF51FCF}"/>
                </a:ext>
              </a:extLst>
            </p:cNvPr>
            <p:cNvSpPr/>
            <p:nvPr/>
          </p:nvSpPr>
          <p:spPr>
            <a:xfrm>
              <a:off x="5405013" y="3593293"/>
              <a:ext cx="263546" cy="220359"/>
            </a:xfrm>
            <a:custGeom>
              <a:avLst/>
              <a:gdLst>
                <a:gd name="csX0" fmla="*/ 263782 w 263546"/>
                <a:gd name="csY0" fmla="*/ 36982 h 220359"/>
                <a:gd name="csX1" fmla="*/ 265834 w 263546"/>
                <a:gd name="csY1" fmla="*/ 49282 h 220359"/>
                <a:gd name="csX2" fmla="*/ 258651 w 263546"/>
                <a:gd name="csY2" fmla="*/ 66706 h 220359"/>
                <a:gd name="csX3" fmla="*/ 239168 w 263546"/>
                <a:gd name="csY3" fmla="*/ 74908 h 220359"/>
                <a:gd name="csX4" fmla="*/ 226861 w 263546"/>
                <a:gd name="csY4" fmla="*/ 75927 h 220359"/>
                <a:gd name="csX5" fmla="*/ 214561 w 263546"/>
                <a:gd name="csY5" fmla="*/ 87201 h 220359"/>
                <a:gd name="csX6" fmla="*/ 213528 w 263546"/>
                <a:gd name="csY6" fmla="*/ 94377 h 220359"/>
                <a:gd name="csX7" fmla="*/ 202255 w 263546"/>
                <a:gd name="csY7" fmla="*/ 105651 h 220359"/>
                <a:gd name="csX8" fmla="*/ 201228 w 263546"/>
                <a:gd name="csY8" fmla="*/ 127173 h 220359"/>
                <a:gd name="csX9" fmla="*/ 203274 w 263546"/>
                <a:gd name="csY9" fmla="*/ 148701 h 220359"/>
                <a:gd name="csX10" fmla="*/ 192000 w 263546"/>
                <a:gd name="csY10" fmla="*/ 162027 h 220359"/>
                <a:gd name="csX11" fmla="*/ 188922 w 263546"/>
                <a:gd name="csY11" fmla="*/ 175346 h 220359"/>
                <a:gd name="csX12" fmla="*/ 175589 w 263546"/>
                <a:gd name="csY12" fmla="*/ 181496 h 220359"/>
                <a:gd name="csX13" fmla="*/ 168413 w 263546"/>
                <a:gd name="csY13" fmla="*/ 189699 h 220359"/>
                <a:gd name="csX14" fmla="*/ 159177 w 263546"/>
                <a:gd name="csY14" fmla="*/ 193796 h 220359"/>
                <a:gd name="csX15" fmla="*/ 156106 w 263546"/>
                <a:gd name="csY15" fmla="*/ 200972 h 220359"/>
                <a:gd name="csX16" fmla="*/ 142773 w 263546"/>
                <a:gd name="csY16" fmla="*/ 210194 h 220359"/>
                <a:gd name="csX17" fmla="*/ 130466 w 263546"/>
                <a:gd name="csY17" fmla="*/ 206096 h 220359"/>
                <a:gd name="csX18" fmla="*/ 118159 w 263546"/>
                <a:gd name="csY18" fmla="*/ 204044 h 220359"/>
                <a:gd name="csX19" fmla="*/ 98676 w 263546"/>
                <a:gd name="csY19" fmla="*/ 209168 h 220359"/>
                <a:gd name="csX20" fmla="*/ 85343 w 263546"/>
                <a:gd name="csY20" fmla="*/ 221468 h 220359"/>
                <a:gd name="csX21" fmla="*/ 76115 w 263546"/>
                <a:gd name="csY21" fmla="*/ 219416 h 220359"/>
                <a:gd name="csX22" fmla="*/ 72017 w 263546"/>
                <a:gd name="csY22" fmla="*/ 215318 h 220359"/>
                <a:gd name="csX23" fmla="*/ 62789 w 263546"/>
                <a:gd name="csY23" fmla="*/ 210194 h 220359"/>
                <a:gd name="csX24" fmla="*/ 55606 w 263546"/>
                <a:gd name="csY24" fmla="*/ 192770 h 220359"/>
                <a:gd name="csX25" fmla="*/ 46377 w 263546"/>
                <a:gd name="csY25" fmla="*/ 190718 h 220359"/>
                <a:gd name="csX26" fmla="*/ 41254 w 263546"/>
                <a:gd name="csY26" fmla="*/ 191744 h 220359"/>
                <a:gd name="csX27" fmla="*/ 42280 w 263546"/>
                <a:gd name="csY27" fmla="*/ 179444 h 220359"/>
                <a:gd name="csX28" fmla="*/ 49456 w 263546"/>
                <a:gd name="csY28" fmla="*/ 168170 h 220359"/>
                <a:gd name="csX29" fmla="*/ 53560 w 263546"/>
                <a:gd name="csY29" fmla="*/ 143570 h 220359"/>
                <a:gd name="csX30" fmla="*/ 47404 w 263546"/>
                <a:gd name="csY30" fmla="*/ 123075 h 220359"/>
                <a:gd name="csX31" fmla="*/ 53560 w 263546"/>
                <a:gd name="csY31" fmla="*/ 114873 h 220359"/>
                <a:gd name="csX32" fmla="*/ 54587 w 263546"/>
                <a:gd name="csY32" fmla="*/ 92325 h 220359"/>
                <a:gd name="csX33" fmla="*/ 60737 w 263546"/>
                <a:gd name="csY33" fmla="*/ 83104 h 220359"/>
                <a:gd name="csX34" fmla="*/ 63815 w 263546"/>
                <a:gd name="csY34" fmla="*/ 64654 h 220359"/>
                <a:gd name="csX35" fmla="*/ 55613 w 263546"/>
                <a:gd name="csY35" fmla="*/ 53380 h 220359"/>
                <a:gd name="csX36" fmla="*/ 46377 w 263546"/>
                <a:gd name="csY36" fmla="*/ 57477 h 220359"/>
                <a:gd name="csX37" fmla="*/ 25868 w 263546"/>
                <a:gd name="csY37" fmla="*/ 59530 h 220359"/>
                <a:gd name="csX38" fmla="*/ 14588 w 263546"/>
                <a:gd name="csY38" fmla="*/ 55425 h 220359"/>
                <a:gd name="csX39" fmla="*/ 13568 w 263546"/>
                <a:gd name="csY39" fmla="*/ 45178 h 220359"/>
                <a:gd name="csX40" fmla="*/ 2288 w 263546"/>
                <a:gd name="csY40" fmla="*/ 27754 h 220359"/>
                <a:gd name="csX41" fmla="*/ 9464 w 263546"/>
                <a:gd name="csY41" fmla="*/ 16480 h 220359"/>
                <a:gd name="csX42" fmla="*/ 21771 w 263546"/>
                <a:gd name="csY42" fmla="*/ 11356 h 220359"/>
                <a:gd name="csX43" fmla="*/ 26895 w 263546"/>
                <a:gd name="csY43" fmla="*/ 2134 h 220359"/>
                <a:gd name="csX44" fmla="*/ 37149 w 263546"/>
                <a:gd name="csY44" fmla="*/ 1108 h 220359"/>
                <a:gd name="csX45" fmla="*/ 41254 w 263546"/>
                <a:gd name="csY45" fmla="*/ 7258 h 220359"/>
                <a:gd name="csX46" fmla="*/ 67920 w 263546"/>
                <a:gd name="csY46" fmla="*/ 8284 h 220359"/>
                <a:gd name="csX47" fmla="*/ 75096 w 263546"/>
                <a:gd name="csY47" fmla="*/ 6232 h 220359"/>
                <a:gd name="csX48" fmla="*/ 85350 w 263546"/>
                <a:gd name="csY48" fmla="*/ 4180 h 220359"/>
                <a:gd name="csX49" fmla="*/ 106885 w 263546"/>
                <a:gd name="csY49" fmla="*/ 11356 h 220359"/>
                <a:gd name="csX50" fmla="*/ 122264 w 263546"/>
                <a:gd name="csY50" fmla="*/ 8284 h 220359"/>
                <a:gd name="csX51" fmla="*/ 143799 w 263546"/>
                <a:gd name="csY51" fmla="*/ 13408 h 220359"/>
                <a:gd name="csX52" fmla="*/ 168413 w 263546"/>
                <a:gd name="csY52" fmla="*/ 14434 h 220359"/>
                <a:gd name="csX53" fmla="*/ 184824 w 263546"/>
                <a:gd name="csY53" fmla="*/ 25708 h 220359"/>
                <a:gd name="csX54" fmla="*/ 190974 w 263546"/>
                <a:gd name="csY54" fmla="*/ 25708 h 220359"/>
                <a:gd name="csX55" fmla="*/ 198150 w 263546"/>
                <a:gd name="csY55" fmla="*/ 31858 h 220359"/>
                <a:gd name="csX56" fmla="*/ 224816 w 263546"/>
                <a:gd name="csY56" fmla="*/ 30832 h 220359"/>
                <a:gd name="csX57" fmla="*/ 231992 w 263546"/>
                <a:gd name="csY57" fmla="*/ 32884 h 220359"/>
                <a:gd name="csX58" fmla="*/ 235070 w 263546"/>
                <a:gd name="csY58" fmla="*/ 34930 h 220359"/>
                <a:gd name="csX59" fmla="*/ 240194 w 263546"/>
                <a:gd name="csY59" fmla="*/ 36982 h 220359"/>
                <a:gd name="csX60" fmla="*/ 263782 w 263546"/>
                <a:gd name="csY60" fmla="*/ 36982 h 2203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263546" h="220359">
                  <a:moveTo>
                    <a:pt x="263782" y="36982"/>
                  </a:moveTo>
                  <a:lnTo>
                    <a:pt x="265834" y="49282"/>
                  </a:lnTo>
                  <a:lnTo>
                    <a:pt x="258651" y="66706"/>
                  </a:lnTo>
                  <a:lnTo>
                    <a:pt x="239168" y="74908"/>
                  </a:lnTo>
                  <a:lnTo>
                    <a:pt x="226861" y="75927"/>
                  </a:lnTo>
                  <a:lnTo>
                    <a:pt x="214561" y="87201"/>
                  </a:lnTo>
                  <a:lnTo>
                    <a:pt x="213528" y="94377"/>
                  </a:lnTo>
                  <a:lnTo>
                    <a:pt x="202255" y="105651"/>
                  </a:lnTo>
                  <a:lnTo>
                    <a:pt x="201228" y="127173"/>
                  </a:lnTo>
                  <a:lnTo>
                    <a:pt x="203274" y="148701"/>
                  </a:lnTo>
                  <a:lnTo>
                    <a:pt x="192000" y="162027"/>
                  </a:lnTo>
                  <a:lnTo>
                    <a:pt x="188922" y="175346"/>
                  </a:lnTo>
                  <a:lnTo>
                    <a:pt x="175589" y="181496"/>
                  </a:lnTo>
                  <a:lnTo>
                    <a:pt x="168413" y="189699"/>
                  </a:lnTo>
                  <a:lnTo>
                    <a:pt x="159177" y="193796"/>
                  </a:lnTo>
                  <a:lnTo>
                    <a:pt x="156106" y="200972"/>
                  </a:lnTo>
                  <a:lnTo>
                    <a:pt x="142773" y="210194"/>
                  </a:lnTo>
                  <a:lnTo>
                    <a:pt x="130466" y="206096"/>
                  </a:lnTo>
                  <a:lnTo>
                    <a:pt x="118159" y="204044"/>
                  </a:lnTo>
                  <a:lnTo>
                    <a:pt x="98676" y="209168"/>
                  </a:lnTo>
                  <a:lnTo>
                    <a:pt x="85343" y="221468"/>
                  </a:lnTo>
                  <a:lnTo>
                    <a:pt x="76115" y="219416"/>
                  </a:lnTo>
                  <a:lnTo>
                    <a:pt x="72017" y="215318"/>
                  </a:lnTo>
                  <a:lnTo>
                    <a:pt x="62789" y="210194"/>
                  </a:lnTo>
                  <a:lnTo>
                    <a:pt x="55606" y="192770"/>
                  </a:lnTo>
                  <a:lnTo>
                    <a:pt x="46377" y="190718"/>
                  </a:lnTo>
                  <a:lnTo>
                    <a:pt x="41254" y="191744"/>
                  </a:lnTo>
                  <a:lnTo>
                    <a:pt x="42280" y="179444"/>
                  </a:lnTo>
                  <a:lnTo>
                    <a:pt x="49456" y="168170"/>
                  </a:lnTo>
                  <a:lnTo>
                    <a:pt x="53560" y="143570"/>
                  </a:lnTo>
                  <a:lnTo>
                    <a:pt x="47404" y="123075"/>
                  </a:lnTo>
                  <a:lnTo>
                    <a:pt x="53560" y="114873"/>
                  </a:lnTo>
                  <a:lnTo>
                    <a:pt x="54587" y="92325"/>
                  </a:lnTo>
                  <a:lnTo>
                    <a:pt x="60737" y="83104"/>
                  </a:lnTo>
                  <a:lnTo>
                    <a:pt x="63815" y="64654"/>
                  </a:lnTo>
                  <a:lnTo>
                    <a:pt x="55613" y="53380"/>
                  </a:lnTo>
                  <a:lnTo>
                    <a:pt x="46377" y="57477"/>
                  </a:lnTo>
                  <a:lnTo>
                    <a:pt x="25868" y="59530"/>
                  </a:lnTo>
                  <a:lnTo>
                    <a:pt x="14588" y="55425"/>
                  </a:lnTo>
                  <a:lnTo>
                    <a:pt x="13568" y="45178"/>
                  </a:lnTo>
                  <a:lnTo>
                    <a:pt x="2288" y="27754"/>
                  </a:lnTo>
                  <a:lnTo>
                    <a:pt x="9464" y="16480"/>
                  </a:lnTo>
                  <a:lnTo>
                    <a:pt x="21771" y="11356"/>
                  </a:lnTo>
                  <a:lnTo>
                    <a:pt x="26895" y="2134"/>
                  </a:lnTo>
                  <a:lnTo>
                    <a:pt x="37149" y="1108"/>
                  </a:lnTo>
                  <a:lnTo>
                    <a:pt x="41254" y="7258"/>
                  </a:lnTo>
                  <a:lnTo>
                    <a:pt x="67920" y="8284"/>
                  </a:lnTo>
                  <a:lnTo>
                    <a:pt x="75096" y="6232"/>
                  </a:lnTo>
                  <a:lnTo>
                    <a:pt x="85350" y="4180"/>
                  </a:lnTo>
                  <a:lnTo>
                    <a:pt x="106885" y="11356"/>
                  </a:lnTo>
                  <a:lnTo>
                    <a:pt x="122264" y="8284"/>
                  </a:lnTo>
                  <a:lnTo>
                    <a:pt x="143799" y="13408"/>
                  </a:lnTo>
                  <a:lnTo>
                    <a:pt x="168413" y="14434"/>
                  </a:lnTo>
                  <a:lnTo>
                    <a:pt x="184824" y="25708"/>
                  </a:lnTo>
                  <a:lnTo>
                    <a:pt x="190974" y="25708"/>
                  </a:lnTo>
                  <a:lnTo>
                    <a:pt x="198150" y="31858"/>
                  </a:lnTo>
                  <a:lnTo>
                    <a:pt x="224816" y="30832"/>
                  </a:lnTo>
                  <a:lnTo>
                    <a:pt x="231992" y="32884"/>
                  </a:lnTo>
                  <a:lnTo>
                    <a:pt x="235070" y="34930"/>
                  </a:lnTo>
                  <a:lnTo>
                    <a:pt x="240194" y="36982"/>
                  </a:lnTo>
                  <a:lnTo>
                    <a:pt x="263782" y="36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7" name="Forme libre : forme 435">
              <a:extLst>
                <a:ext uri="{FF2B5EF4-FFF2-40B4-BE49-F238E27FC236}">
                  <a16:creationId xmlns:a16="http://schemas.microsoft.com/office/drawing/2014/main" id="{651303BD-F345-B2C7-21B2-55FF01BB016D}"/>
                </a:ext>
              </a:extLst>
            </p:cNvPr>
            <p:cNvSpPr/>
            <p:nvPr/>
          </p:nvSpPr>
          <p:spPr>
            <a:xfrm>
              <a:off x="5504487" y="3362686"/>
              <a:ext cx="276872" cy="266480"/>
            </a:xfrm>
            <a:custGeom>
              <a:avLst/>
              <a:gdLst>
                <a:gd name="csX0" fmla="*/ 164357 w 276872"/>
                <a:gd name="csY0" fmla="*/ 267432 h 266480"/>
                <a:gd name="csX1" fmla="*/ 169488 w 276872"/>
                <a:gd name="csY1" fmla="*/ 248983 h 266480"/>
                <a:gd name="csX2" fmla="*/ 184866 w 276872"/>
                <a:gd name="csY2" fmla="*/ 239761 h 266480"/>
                <a:gd name="csX3" fmla="*/ 202297 w 276872"/>
                <a:gd name="csY3" fmla="*/ 246937 h 266480"/>
                <a:gd name="csX4" fmla="*/ 214604 w 276872"/>
                <a:gd name="csY4" fmla="*/ 245911 h 266480"/>
                <a:gd name="csX5" fmla="*/ 224858 w 276872"/>
                <a:gd name="csY5" fmla="*/ 248983 h 266480"/>
                <a:gd name="csX6" fmla="*/ 237165 w 276872"/>
                <a:gd name="csY6" fmla="*/ 245911 h 266480"/>
                <a:gd name="csX7" fmla="*/ 247419 w 276872"/>
                <a:gd name="csY7" fmla="*/ 239761 h 266480"/>
                <a:gd name="csX8" fmla="*/ 257674 w 276872"/>
                <a:gd name="csY8" fmla="*/ 236683 h 266480"/>
                <a:gd name="csX9" fmla="*/ 269981 w 276872"/>
                <a:gd name="csY9" fmla="*/ 229000 h 266480"/>
                <a:gd name="csX10" fmla="*/ 260752 w 276872"/>
                <a:gd name="csY10" fmla="*/ 218239 h 266480"/>
                <a:gd name="csX11" fmla="*/ 249985 w 276872"/>
                <a:gd name="csY11" fmla="*/ 215161 h 266480"/>
                <a:gd name="csX12" fmla="*/ 245374 w 276872"/>
                <a:gd name="csY12" fmla="*/ 193640 h 266480"/>
                <a:gd name="csX13" fmla="*/ 242296 w 276872"/>
                <a:gd name="csY13" fmla="*/ 169040 h 266480"/>
                <a:gd name="csX14" fmla="*/ 245374 w 276872"/>
                <a:gd name="csY14" fmla="*/ 158279 h 266480"/>
                <a:gd name="csX15" fmla="*/ 236139 w 276872"/>
                <a:gd name="csY15" fmla="*/ 156740 h 266480"/>
                <a:gd name="csX16" fmla="*/ 228450 w 276872"/>
                <a:gd name="csY16" fmla="*/ 162890 h 266480"/>
                <a:gd name="csX17" fmla="*/ 223832 w 276872"/>
                <a:gd name="csY17" fmla="*/ 156740 h 266480"/>
                <a:gd name="csX18" fmla="*/ 231528 w 276872"/>
                <a:gd name="csY18" fmla="*/ 145979 h 266480"/>
                <a:gd name="csX19" fmla="*/ 236139 w 276872"/>
                <a:gd name="csY19" fmla="*/ 136757 h 266480"/>
                <a:gd name="csX20" fmla="*/ 243835 w 276872"/>
                <a:gd name="csY20" fmla="*/ 133679 h 266480"/>
                <a:gd name="csX21" fmla="*/ 243835 w 276872"/>
                <a:gd name="csY21" fmla="*/ 124457 h 266480"/>
                <a:gd name="csX22" fmla="*/ 248446 w 276872"/>
                <a:gd name="csY22" fmla="*/ 115229 h 266480"/>
                <a:gd name="csX23" fmla="*/ 260752 w 276872"/>
                <a:gd name="csY23" fmla="*/ 116768 h 266480"/>
                <a:gd name="csX24" fmla="*/ 268442 w 276872"/>
                <a:gd name="csY24" fmla="*/ 89097 h 266480"/>
                <a:gd name="csX25" fmla="*/ 279209 w 276872"/>
                <a:gd name="csY25" fmla="*/ 61425 h 266480"/>
                <a:gd name="csX26" fmla="*/ 262292 w 276872"/>
                <a:gd name="csY26" fmla="*/ 56808 h 266480"/>
                <a:gd name="csX27" fmla="*/ 242296 w 276872"/>
                <a:gd name="csY27" fmla="*/ 55275 h 266480"/>
                <a:gd name="csX28" fmla="*/ 227683 w 276872"/>
                <a:gd name="csY28" fmla="*/ 52197 h 266480"/>
                <a:gd name="csX29" fmla="*/ 211532 w 276872"/>
                <a:gd name="csY29" fmla="*/ 39897 h 266480"/>
                <a:gd name="csX30" fmla="*/ 197686 w 276872"/>
                <a:gd name="csY30" fmla="*/ 33747 h 266480"/>
                <a:gd name="csX31" fmla="*/ 188458 w 276872"/>
                <a:gd name="csY31" fmla="*/ 30675 h 266480"/>
                <a:gd name="csX32" fmla="*/ 168462 w 276872"/>
                <a:gd name="csY32" fmla="*/ 16836 h 266480"/>
                <a:gd name="csX33" fmla="*/ 153083 w 276872"/>
                <a:gd name="csY33" fmla="*/ 952 h 266480"/>
                <a:gd name="csX34" fmla="*/ 135646 w 276872"/>
                <a:gd name="csY34" fmla="*/ 5049 h 266480"/>
                <a:gd name="csX35" fmla="*/ 129496 w 276872"/>
                <a:gd name="csY35" fmla="*/ 30675 h 266480"/>
                <a:gd name="csX36" fmla="*/ 110013 w 276872"/>
                <a:gd name="csY36" fmla="*/ 43995 h 266480"/>
                <a:gd name="csX37" fmla="*/ 98732 w 276872"/>
                <a:gd name="csY37" fmla="*/ 50145 h 266480"/>
                <a:gd name="csX38" fmla="*/ 98732 w 276872"/>
                <a:gd name="csY38" fmla="*/ 56295 h 266480"/>
                <a:gd name="csX39" fmla="*/ 81295 w 276872"/>
                <a:gd name="csY39" fmla="*/ 56295 h 266480"/>
                <a:gd name="csX40" fmla="*/ 74119 w 276872"/>
                <a:gd name="csY40" fmla="*/ 48092 h 266480"/>
                <a:gd name="csX41" fmla="*/ 59760 w 276872"/>
                <a:gd name="csY41" fmla="*/ 48092 h 266480"/>
                <a:gd name="csX42" fmla="*/ 59760 w 276872"/>
                <a:gd name="csY42" fmla="*/ 54242 h 266480"/>
                <a:gd name="csX43" fmla="*/ 67962 w 276872"/>
                <a:gd name="csY43" fmla="*/ 67568 h 266480"/>
                <a:gd name="csX44" fmla="*/ 72066 w 276872"/>
                <a:gd name="csY44" fmla="*/ 75771 h 266480"/>
                <a:gd name="csX45" fmla="*/ 65916 w 276872"/>
                <a:gd name="csY45" fmla="*/ 83966 h 266480"/>
                <a:gd name="csX46" fmla="*/ 56681 w 276872"/>
                <a:gd name="csY46" fmla="*/ 80894 h 266480"/>
                <a:gd name="csX47" fmla="*/ 49505 w 276872"/>
                <a:gd name="csY47" fmla="*/ 83966 h 266480"/>
                <a:gd name="csX48" fmla="*/ 35146 w 276872"/>
                <a:gd name="csY48" fmla="*/ 76797 h 266480"/>
                <a:gd name="csX49" fmla="*/ 27970 w 276872"/>
                <a:gd name="csY49" fmla="*/ 75771 h 266480"/>
                <a:gd name="csX50" fmla="*/ 18741 w 276872"/>
                <a:gd name="csY50" fmla="*/ 83966 h 266480"/>
                <a:gd name="csX51" fmla="*/ 6435 w 276872"/>
                <a:gd name="csY51" fmla="*/ 82940 h 266480"/>
                <a:gd name="csX52" fmla="*/ 2337 w 276872"/>
                <a:gd name="csY52" fmla="*/ 91142 h 266480"/>
                <a:gd name="csX53" fmla="*/ 8487 w 276872"/>
                <a:gd name="csY53" fmla="*/ 96266 h 266480"/>
                <a:gd name="csX54" fmla="*/ 6435 w 276872"/>
                <a:gd name="csY54" fmla="*/ 102416 h 266480"/>
                <a:gd name="csX55" fmla="*/ 15663 w 276872"/>
                <a:gd name="csY55" fmla="*/ 109592 h 266480"/>
                <a:gd name="csX56" fmla="*/ 28996 w 276872"/>
                <a:gd name="csY56" fmla="*/ 112664 h 266480"/>
                <a:gd name="csX57" fmla="*/ 39251 w 276872"/>
                <a:gd name="csY57" fmla="*/ 114716 h 266480"/>
                <a:gd name="csX58" fmla="*/ 43355 w 276872"/>
                <a:gd name="csY58" fmla="*/ 119840 h 266480"/>
                <a:gd name="csX59" fmla="*/ 51557 w 276872"/>
                <a:gd name="csY59" fmla="*/ 119840 h 266480"/>
                <a:gd name="csX60" fmla="*/ 60786 w 276872"/>
                <a:gd name="csY60" fmla="*/ 130094 h 266480"/>
                <a:gd name="csX61" fmla="*/ 56681 w 276872"/>
                <a:gd name="csY61" fmla="*/ 140342 h 266480"/>
                <a:gd name="csX62" fmla="*/ 77190 w 276872"/>
                <a:gd name="csY62" fmla="*/ 155714 h 266480"/>
                <a:gd name="csX63" fmla="*/ 78216 w 276872"/>
                <a:gd name="csY63" fmla="*/ 163916 h 266480"/>
                <a:gd name="csX64" fmla="*/ 74119 w 276872"/>
                <a:gd name="csY64" fmla="*/ 164942 h 266480"/>
                <a:gd name="csX65" fmla="*/ 76171 w 276872"/>
                <a:gd name="csY65" fmla="*/ 180313 h 266480"/>
                <a:gd name="csX66" fmla="*/ 78216 w 276872"/>
                <a:gd name="csY66" fmla="*/ 191587 h 266480"/>
                <a:gd name="csX67" fmla="*/ 84373 w 276872"/>
                <a:gd name="csY67" fmla="*/ 194659 h 266480"/>
                <a:gd name="csX68" fmla="*/ 87445 w 276872"/>
                <a:gd name="csY68" fmla="*/ 202861 h 266480"/>
                <a:gd name="csX69" fmla="*/ 79242 w 276872"/>
                <a:gd name="csY69" fmla="*/ 196711 h 266480"/>
                <a:gd name="csX70" fmla="*/ 79242 w 276872"/>
                <a:gd name="csY70" fmla="*/ 211063 h 266480"/>
                <a:gd name="csX71" fmla="*/ 75138 w 276872"/>
                <a:gd name="csY71" fmla="*/ 228487 h 266480"/>
                <a:gd name="csX72" fmla="*/ 68988 w 276872"/>
                <a:gd name="csY72" fmla="*/ 244885 h 266480"/>
                <a:gd name="csX73" fmla="*/ 85399 w 276872"/>
                <a:gd name="csY73" fmla="*/ 256159 h 266480"/>
                <a:gd name="csX74" fmla="*/ 91549 w 276872"/>
                <a:gd name="csY74" fmla="*/ 256159 h 266480"/>
                <a:gd name="csX75" fmla="*/ 98725 w 276872"/>
                <a:gd name="csY75" fmla="*/ 262309 h 266480"/>
                <a:gd name="csX76" fmla="*/ 125391 w 276872"/>
                <a:gd name="csY76" fmla="*/ 261282 h 266480"/>
                <a:gd name="csX77" fmla="*/ 126411 w 276872"/>
                <a:gd name="csY77" fmla="*/ 257185 h 266480"/>
                <a:gd name="csX78" fmla="*/ 131541 w 276872"/>
                <a:gd name="csY78" fmla="*/ 256159 h 266480"/>
                <a:gd name="csX79" fmla="*/ 134620 w 276872"/>
                <a:gd name="csY79" fmla="*/ 259230 h 266480"/>
                <a:gd name="csX80" fmla="*/ 132567 w 276872"/>
                <a:gd name="csY80" fmla="*/ 263335 h 266480"/>
                <a:gd name="csX81" fmla="*/ 140770 w 276872"/>
                <a:gd name="csY81" fmla="*/ 267432 h 266480"/>
                <a:gd name="csX82" fmla="*/ 164357 w 276872"/>
                <a:gd name="csY82" fmla="*/ 267432 h 2664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276872" h="266480">
                  <a:moveTo>
                    <a:pt x="164357" y="267432"/>
                  </a:moveTo>
                  <a:lnTo>
                    <a:pt x="169488" y="248983"/>
                  </a:lnTo>
                  <a:lnTo>
                    <a:pt x="184866" y="239761"/>
                  </a:lnTo>
                  <a:lnTo>
                    <a:pt x="202297" y="246937"/>
                  </a:lnTo>
                  <a:lnTo>
                    <a:pt x="214604" y="245911"/>
                  </a:lnTo>
                  <a:lnTo>
                    <a:pt x="224858" y="248983"/>
                  </a:lnTo>
                  <a:lnTo>
                    <a:pt x="237165" y="245911"/>
                  </a:lnTo>
                  <a:lnTo>
                    <a:pt x="247419" y="239761"/>
                  </a:lnTo>
                  <a:lnTo>
                    <a:pt x="257674" y="236683"/>
                  </a:lnTo>
                  <a:lnTo>
                    <a:pt x="269981" y="229000"/>
                  </a:lnTo>
                  <a:lnTo>
                    <a:pt x="260752" y="218239"/>
                  </a:lnTo>
                  <a:lnTo>
                    <a:pt x="249985" y="215161"/>
                  </a:lnTo>
                  <a:lnTo>
                    <a:pt x="245374" y="193640"/>
                  </a:lnTo>
                  <a:lnTo>
                    <a:pt x="242296" y="169040"/>
                  </a:lnTo>
                  <a:lnTo>
                    <a:pt x="245374" y="158279"/>
                  </a:lnTo>
                  <a:lnTo>
                    <a:pt x="236139" y="156740"/>
                  </a:lnTo>
                  <a:lnTo>
                    <a:pt x="228450" y="162890"/>
                  </a:lnTo>
                  <a:lnTo>
                    <a:pt x="223832" y="156740"/>
                  </a:lnTo>
                  <a:lnTo>
                    <a:pt x="231528" y="145979"/>
                  </a:lnTo>
                  <a:lnTo>
                    <a:pt x="236139" y="136757"/>
                  </a:lnTo>
                  <a:lnTo>
                    <a:pt x="243835" y="133679"/>
                  </a:lnTo>
                  <a:lnTo>
                    <a:pt x="243835" y="124457"/>
                  </a:lnTo>
                  <a:lnTo>
                    <a:pt x="248446" y="115229"/>
                  </a:lnTo>
                  <a:lnTo>
                    <a:pt x="260752" y="116768"/>
                  </a:lnTo>
                  <a:lnTo>
                    <a:pt x="268442" y="89097"/>
                  </a:lnTo>
                  <a:lnTo>
                    <a:pt x="279209" y="61425"/>
                  </a:lnTo>
                  <a:lnTo>
                    <a:pt x="262292" y="56808"/>
                  </a:lnTo>
                  <a:lnTo>
                    <a:pt x="242296" y="55275"/>
                  </a:lnTo>
                  <a:lnTo>
                    <a:pt x="227683" y="52197"/>
                  </a:lnTo>
                  <a:lnTo>
                    <a:pt x="211532" y="39897"/>
                  </a:lnTo>
                  <a:lnTo>
                    <a:pt x="197686" y="33747"/>
                  </a:lnTo>
                  <a:lnTo>
                    <a:pt x="188458" y="30675"/>
                  </a:lnTo>
                  <a:lnTo>
                    <a:pt x="168462" y="16836"/>
                  </a:lnTo>
                  <a:lnTo>
                    <a:pt x="153083" y="952"/>
                  </a:lnTo>
                  <a:lnTo>
                    <a:pt x="135646" y="5049"/>
                  </a:lnTo>
                  <a:lnTo>
                    <a:pt x="129496" y="30675"/>
                  </a:lnTo>
                  <a:lnTo>
                    <a:pt x="110013" y="43995"/>
                  </a:lnTo>
                  <a:lnTo>
                    <a:pt x="98732" y="50145"/>
                  </a:lnTo>
                  <a:lnTo>
                    <a:pt x="98732" y="56295"/>
                  </a:lnTo>
                  <a:lnTo>
                    <a:pt x="81295" y="56295"/>
                  </a:lnTo>
                  <a:lnTo>
                    <a:pt x="74119" y="48092"/>
                  </a:lnTo>
                  <a:lnTo>
                    <a:pt x="59760" y="48092"/>
                  </a:lnTo>
                  <a:lnTo>
                    <a:pt x="59760" y="54242"/>
                  </a:lnTo>
                  <a:lnTo>
                    <a:pt x="67962" y="67568"/>
                  </a:lnTo>
                  <a:lnTo>
                    <a:pt x="72066" y="75771"/>
                  </a:lnTo>
                  <a:lnTo>
                    <a:pt x="65916" y="83966"/>
                  </a:lnTo>
                  <a:lnTo>
                    <a:pt x="56681" y="80894"/>
                  </a:lnTo>
                  <a:lnTo>
                    <a:pt x="49505" y="83966"/>
                  </a:lnTo>
                  <a:lnTo>
                    <a:pt x="35146" y="76797"/>
                  </a:lnTo>
                  <a:lnTo>
                    <a:pt x="27970" y="75771"/>
                  </a:lnTo>
                  <a:lnTo>
                    <a:pt x="18741" y="83966"/>
                  </a:lnTo>
                  <a:lnTo>
                    <a:pt x="6435" y="82940"/>
                  </a:lnTo>
                  <a:lnTo>
                    <a:pt x="2337" y="91142"/>
                  </a:lnTo>
                  <a:lnTo>
                    <a:pt x="8487" y="96266"/>
                  </a:lnTo>
                  <a:lnTo>
                    <a:pt x="6435" y="102416"/>
                  </a:lnTo>
                  <a:lnTo>
                    <a:pt x="15663" y="109592"/>
                  </a:lnTo>
                  <a:lnTo>
                    <a:pt x="28996" y="112664"/>
                  </a:lnTo>
                  <a:lnTo>
                    <a:pt x="39251" y="114716"/>
                  </a:lnTo>
                  <a:lnTo>
                    <a:pt x="43355" y="119840"/>
                  </a:lnTo>
                  <a:lnTo>
                    <a:pt x="51557" y="119840"/>
                  </a:lnTo>
                  <a:lnTo>
                    <a:pt x="60786" y="130094"/>
                  </a:lnTo>
                  <a:lnTo>
                    <a:pt x="56681" y="140342"/>
                  </a:lnTo>
                  <a:lnTo>
                    <a:pt x="77190" y="155714"/>
                  </a:lnTo>
                  <a:lnTo>
                    <a:pt x="78216" y="163916"/>
                  </a:lnTo>
                  <a:lnTo>
                    <a:pt x="74119" y="164942"/>
                  </a:lnTo>
                  <a:lnTo>
                    <a:pt x="76171" y="180313"/>
                  </a:lnTo>
                  <a:lnTo>
                    <a:pt x="78216" y="191587"/>
                  </a:lnTo>
                  <a:lnTo>
                    <a:pt x="84373" y="194659"/>
                  </a:lnTo>
                  <a:lnTo>
                    <a:pt x="87445" y="202861"/>
                  </a:lnTo>
                  <a:lnTo>
                    <a:pt x="79242" y="196711"/>
                  </a:lnTo>
                  <a:lnTo>
                    <a:pt x="79242" y="211063"/>
                  </a:lnTo>
                  <a:lnTo>
                    <a:pt x="75138" y="228487"/>
                  </a:lnTo>
                  <a:lnTo>
                    <a:pt x="68988" y="244885"/>
                  </a:lnTo>
                  <a:lnTo>
                    <a:pt x="85399" y="256159"/>
                  </a:lnTo>
                  <a:lnTo>
                    <a:pt x="91549" y="256159"/>
                  </a:lnTo>
                  <a:lnTo>
                    <a:pt x="98725" y="262309"/>
                  </a:lnTo>
                  <a:lnTo>
                    <a:pt x="125391" y="261282"/>
                  </a:lnTo>
                  <a:lnTo>
                    <a:pt x="126411" y="257185"/>
                  </a:lnTo>
                  <a:lnTo>
                    <a:pt x="131541" y="256159"/>
                  </a:lnTo>
                  <a:lnTo>
                    <a:pt x="134620" y="259230"/>
                  </a:lnTo>
                  <a:lnTo>
                    <a:pt x="132567" y="263335"/>
                  </a:lnTo>
                  <a:lnTo>
                    <a:pt x="140770" y="267432"/>
                  </a:lnTo>
                  <a:lnTo>
                    <a:pt x="164357" y="2674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8" name="Forme libre : forme 436">
              <a:extLst>
                <a:ext uri="{FF2B5EF4-FFF2-40B4-BE49-F238E27FC236}">
                  <a16:creationId xmlns:a16="http://schemas.microsoft.com/office/drawing/2014/main" id="{F26CBC94-305F-14C9-4C47-7CD57E044206}"/>
                </a:ext>
              </a:extLst>
            </p:cNvPr>
            <p:cNvSpPr/>
            <p:nvPr/>
          </p:nvSpPr>
          <p:spPr>
            <a:xfrm>
              <a:off x="5726755" y="3227592"/>
              <a:ext cx="200739" cy="257060"/>
            </a:xfrm>
            <a:custGeom>
              <a:avLst/>
              <a:gdLst>
                <a:gd name="csX0" fmla="*/ 20124 w 200739"/>
                <a:gd name="csY0" fmla="*/ 190288 h 257060"/>
                <a:gd name="csX1" fmla="*/ 40120 w 200739"/>
                <a:gd name="csY1" fmla="*/ 191827 h 257060"/>
                <a:gd name="csX2" fmla="*/ 57045 w 200739"/>
                <a:gd name="csY2" fmla="*/ 196438 h 257060"/>
                <a:gd name="csX3" fmla="*/ 46277 w 200739"/>
                <a:gd name="csY3" fmla="*/ 224110 h 257060"/>
                <a:gd name="csX4" fmla="*/ 38581 w 200739"/>
                <a:gd name="csY4" fmla="*/ 251781 h 257060"/>
                <a:gd name="csX5" fmla="*/ 47809 w 200739"/>
                <a:gd name="csY5" fmla="*/ 245638 h 257060"/>
                <a:gd name="csX6" fmla="*/ 61655 w 200739"/>
                <a:gd name="csY6" fmla="*/ 242560 h 257060"/>
                <a:gd name="csX7" fmla="*/ 75501 w 200739"/>
                <a:gd name="csY7" fmla="*/ 253320 h 257060"/>
                <a:gd name="csX8" fmla="*/ 87808 w 200739"/>
                <a:gd name="csY8" fmla="*/ 256399 h 257060"/>
                <a:gd name="csX9" fmla="*/ 106265 w 200739"/>
                <a:gd name="csY9" fmla="*/ 257938 h 257060"/>
                <a:gd name="csX10" fmla="*/ 129333 w 200739"/>
                <a:gd name="csY10" fmla="*/ 253320 h 257060"/>
                <a:gd name="csX11" fmla="*/ 143185 w 200739"/>
                <a:gd name="csY11" fmla="*/ 245638 h 257060"/>
                <a:gd name="csX12" fmla="*/ 158564 w 200739"/>
                <a:gd name="csY12" fmla="*/ 248710 h 257060"/>
                <a:gd name="csX13" fmla="*/ 164714 w 200739"/>
                <a:gd name="csY13" fmla="*/ 241027 h 257060"/>
                <a:gd name="csX14" fmla="*/ 161642 w 200739"/>
                <a:gd name="csY14" fmla="*/ 227188 h 257060"/>
                <a:gd name="csX15" fmla="*/ 173942 w 200739"/>
                <a:gd name="csY15" fmla="*/ 217967 h 257060"/>
                <a:gd name="csX16" fmla="*/ 177021 w 200739"/>
                <a:gd name="csY16" fmla="*/ 208738 h 257060"/>
                <a:gd name="csX17" fmla="*/ 146257 w 200739"/>
                <a:gd name="csY17" fmla="*/ 184138 h 257060"/>
                <a:gd name="csX18" fmla="*/ 141646 w 200739"/>
                <a:gd name="csY18" fmla="*/ 161077 h 257060"/>
                <a:gd name="csX19" fmla="*/ 175481 w 200739"/>
                <a:gd name="csY19" fmla="*/ 142634 h 257060"/>
                <a:gd name="csX20" fmla="*/ 181638 w 200739"/>
                <a:gd name="csY20" fmla="*/ 133406 h 257060"/>
                <a:gd name="csX21" fmla="*/ 203173 w 200739"/>
                <a:gd name="csY21" fmla="*/ 131867 h 257060"/>
                <a:gd name="csX22" fmla="*/ 184717 w 200739"/>
                <a:gd name="csY22" fmla="*/ 74985 h 257060"/>
                <a:gd name="csX23" fmla="*/ 187788 w 200739"/>
                <a:gd name="csY23" fmla="*/ 48852 h 257060"/>
                <a:gd name="csX24" fmla="*/ 184204 w 200739"/>
                <a:gd name="csY24" fmla="*/ 32448 h 257060"/>
                <a:gd name="csX25" fmla="*/ 174975 w 200739"/>
                <a:gd name="csY25" fmla="*/ 22200 h 257060"/>
                <a:gd name="csX26" fmla="*/ 169331 w 200739"/>
                <a:gd name="csY26" fmla="*/ 19382 h 257060"/>
                <a:gd name="csX27" fmla="*/ 167799 w 200739"/>
                <a:gd name="csY27" fmla="*/ 6569 h 257060"/>
                <a:gd name="csX28" fmla="*/ 143185 w 200739"/>
                <a:gd name="csY28" fmla="*/ 12979 h 257060"/>
                <a:gd name="csX29" fmla="*/ 132931 w 200739"/>
                <a:gd name="csY29" fmla="*/ 23226 h 257060"/>
                <a:gd name="csX30" fmla="*/ 115500 w 200739"/>
                <a:gd name="csY30" fmla="*/ 22200 h 257060"/>
                <a:gd name="csX31" fmla="*/ 110370 w 200739"/>
                <a:gd name="csY31" fmla="*/ 17076 h 257060"/>
                <a:gd name="csX32" fmla="*/ 96010 w 200739"/>
                <a:gd name="csY32" fmla="*/ 15024 h 257060"/>
                <a:gd name="csX33" fmla="*/ 88212 w 200739"/>
                <a:gd name="csY33" fmla="*/ 2033 h 257060"/>
                <a:gd name="csX34" fmla="*/ 87083 w 200739"/>
                <a:gd name="csY34" fmla="*/ 1944 h 257060"/>
                <a:gd name="csX35" fmla="*/ 72136 w 200739"/>
                <a:gd name="csY35" fmla="*/ 877 h 257060"/>
                <a:gd name="csX36" fmla="*/ 63598 w 200739"/>
                <a:gd name="csY36" fmla="*/ 3011 h 257060"/>
                <a:gd name="csX37" fmla="*/ 63167 w 200739"/>
                <a:gd name="csY37" fmla="*/ 3819 h 257060"/>
                <a:gd name="csX38" fmla="*/ 68325 w 200739"/>
                <a:gd name="csY38" fmla="*/ 20148 h 257060"/>
                <a:gd name="csX39" fmla="*/ 67299 w 200739"/>
                <a:gd name="csY39" fmla="*/ 34500 h 257060"/>
                <a:gd name="csX40" fmla="*/ 59097 w 200739"/>
                <a:gd name="csY40" fmla="*/ 40650 h 257060"/>
                <a:gd name="csX41" fmla="*/ 52940 w 200739"/>
                <a:gd name="csY41" fmla="*/ 44748 h 257060"/>
                <a:gd name="csX42" fmla="*/ 45764 w 200739"/>
                <a:gd name="csY42" fmla="*/ 41676 h 257060"/>
                <a:gd name="csX43" fmla="*/ 34483 w 200739"/>
                <a:gd name="csY43" fmla="*/ 41676 h 257060"/>
                <a:gd name="csX44" fmla="*/ 26281 w 200739"/>
                <a:gd name="csY44" fmla="*/ 51924 h 257060"/>
                <a:gd name="csX45" fmla="*/ 31665 w 200739"/>
                <a:gd name="csY45" fmla="*/ 58074 h 257060"/>
                <a:gd name="csX46" fmla="*/ 25508 w 200739"/>
                <a:gd name="csY46" fmla="*/ 71906 h 257060"/>
                <a:gd name="csX47" fmla="*/ 28586 w 200739"/>
                <a:gd name="csY47" fmla="*/ 78829 h 257060"/>
                <a:gd name="csX48" fmla="*/ 27047 w 200739"/>
                <a:gd name="csY48" fmla="*/ 91895 h 257060"/>
                <a:gd name="csX49" fmla="*/ 9357 w 200739"/>
                <a:gd name="csY49" fmla="*/ 104961 h 257060"/>
                <a:gd name="csX50" fmla="*/ 6285 w 200739"/>
                <a:gd name="csY50" fmla="*/ 111111 h 257060"/>
                <a:gd name="csX51" fmla="*/ 10130 w 200739"/>
                <a:gd name="csY51" fmla="*/ 117261 h 257060"/>
                <a:gd name="csX52" fmla="*/ 3973 w 200739"/>
                <a:gd name="csY52" fmla="*/ 130328 h 257060"/>
                <a:gd name="csX53" fmla="*/ 2434 w 200739"/>
                <a:gd name="csY53" fmla="*/ 137251 h 257060"/>
                <a:gd name="csX54" fmla="*/ 8590 w 200739"/>
                <a:gd name="csY54" fmla="*/ 144167 h 257060"/>
                <a:gd name="csX55" fmla="*/ 9357 w 200739"/>
                <a:gd name="csY55" fmla="*/ 159538 h 257060"/>
                <a:gd name="csX56" fmla="*/ 16280 w 200739"/>
                <a:gd name="csY56" fmla="*/ 170299 h 257060"/>
                <a:gd name="csX57" fmla="*/ 20124 w 200739"/>
                <a:gd name="csY57" fmla="*/ 190288 h 25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200739" h="257060">
                  <a:moveTo>
                    <a:pt x="20124" y="190288"/>
                  </a:moveTo>
                  <a:lnTo>
                    <a:pt x="40120" y="191827"/>
                  </a:lnTo>
                  <a:lnTo>
                    <a:pt x="57045" y="196438"/>
                  </a:lnTo>
                  <a:lnTo>
                    <a:pt x="46277" y="224110"/>
                  </a:lnTo>
                  <a:lnTo>
                    <a:pt x="38581" y="251781"/>
                  </a:lnTo>
                  <a:lnTo>
                    <a:pt x="47809" y="245638"/>
                  </a:lnTo>
                  <a:lnTo>
                    <a:pt x="61655" y="242560"/>
                  </a:lnTo>
                  <a:lnTo>
                    <a:pt x="75501" y="253320"/>
                  </a:lnTo>
                  <a:lnTo>
                    <a:pt x="87808" y="256399"/>
                  </a:lnTo>
                  <a:lnTo>
                    <a:pt x="106265" y="257938"/>
                  </a:lnTo>
                  <a:lnTo>
                    <a:pt x="129333" y="253320"/>
                  </a:lnTo>
                  <a:lnTo>
                    <a:pt x="143185" y="245638"/>
                  </a:lnTo>
                  <a:lnTo>
                    <a:pt x="158564" y="248710"/>
                  </a:lnTo>
                  <a:lnTo>
                    <a:pt x="164714" y="241027"/>
                  </a:lnTo>
                  <a:lnTo>
                    <a:pt x="161642" y="227188"/>
                  </a:lnTo>
                  <a:lnTo>
                    <a:pt x="173942" y="217967"/>
                  </a:lnTo>
                  <a:lnTo>
                    <a:pt x="177021" y="208738"/>
                  </a:lnTo>
                  <a:lnTo>
                    <a:pt x="146257" y="184138"/>
                  </a:lnTo>
                  <a:lnTo>
                    <a:pt x="141646" y="161077"/>
                  </a:lnTo>
                  <a:lnTo>
                    <a:pt x="175481" y="142634"/>
                  </a:lnTo>
                  <a:lnTo>
                    <a:pt x="181638" y="133406"/>
                  </a:lnTo>
                  <a:lnTo>
                    <a:pt x="203173" y="131867"/>
                  </a:lnTo>
                  <a:lnTo>
                    <a:pt x="184717" y="74985"/>
                  </a:lnTo>
                  <a:lnTo>
                    <a:pt x="187788" y="48852"/>
                  </a:lnTo>
                  <a:lnTo>
                    <a:pt x="184204" y="32448"/>
                  </a:lnTo>
                  <a:lnTo>
                    <a:pt x="174975" y="22200"/>
                  </a:lnTo>
                  <a:lnTo>
                    <a:pt x="169331" y="19382"/>
                  </a:lnTo>
                  <a:lnTo>
                    <a:pt x="167799" y="6569"/>
                  </a:lnTo>
                  <a:lnTo>
                    <a:pt x="143185" y="12979"/>
                  </a:lnTo>
                  <a:lnTo>
                    <a:pt x="132931" y="23226"/>
                  </a:lnTo>
                  <a:lnTo>
                    <a:pt x="115500" y="22200"/>
                  </a:lnTo>
                  <a:lnTo>
                    <a:pt x="110370" y="17076"/>
                  </a:lnTo>
                  <a:lnTo>
                    <a:pt x="96010" y="15024"/>
                  </a:lnTo>
                  <a:lnTo>
                    <a:pt x="88212" y="2033"/>
                  </a:lnTo>
                  <a:lnTo>
                    <a:pt x="87083" y="1944"/>
                  </a:lnTo>
                  <a:lnTo>
                    <a:pt x="72136" y="877"/>
                  </a:lnTo>
                  <a:lnTo>
                    <a:pt x="63598" y="3011"/>
                  </a:lnTo>
                  <a:lnTo>
                    <a:pt x="63167" y="3819"/>
                  </a:lnTo>
                  <a:lnTo>
                    <a:pt x="68325" y="20148"/>
                  </a:lnTo>
                  <a:lnTo>
                    <a:pt x="67299" y="34500"/>
                  </a:lnTo>
                  <a:lnTo>
                    <a:pt x="59097" y="40650"/>
                  </a:lnTo>
                  <a:lnTo>
                    <a:pt x="52940" y="44748"/>
                  </a:lnTo>
                  <a:lnTo>
                    <a:pt x="45764" y="41676"/>
                  </a:lnTo>
                  <a:lnTo>
                    <a:pt x="34483" y="41676"/>
                  </a:lnTo>
                  <a:lnTo>
                    <a:pt x="26281" y="51924"/>
                  </a:lnTo>
                  <a:lnTo>
                    <a:pt x="31665" y="58074"/>
                  </a:lnTo>
                  <a:lnTo>
                    <a:pt x="25508" y="71906"/>
                  </a:lnTo>
                  <a:lnTo>
                    <a:pt x="28586" y="78829"/>
                  </a:lnTo>
                  <a:lnTo>
                    <a:pt x="27047" y="91895"/>
                  </a:lnTo>
                  <a:lnTo>
                    <a:pt x="9357" y="104961"/>
                  </a:lnTo>
                  <a:lnTo>
                    <a:pt x="6285" y="111111"/>
                  </a:lnTo>
                  <a:lnTo>
                    <a:pt x="10130" y="117261"/>
                  </a:lnTo>
                  <a:lnTo>
                    <a:pt x="3973" y="130328"/>
                  </a:lnTo>
                  <a:lnTo>
                    <a:pt x="2434" y="137251"/>
                  </a:lnTo>
                  <a:lnTo>
                    <a:pt x="8590" y="144167"/>
                  </a:lnTo>
                  <a:lnTo>
                    <a:pt x="9357" y="159538"/>
                  </a:lnTo>
                  <a:lnTo>
                    <a:pt x="16280" y="170299"/>
                  </a:lnTo>
                  <a:lnTo>
                    <a:pt x="20124" y="1902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59" name="Forme libre : forme 437">
              <a:extLst>
                <a:ext uri="{FF2B5EF4-FFF2-40B4-BE49-F238E27FC236}">
                  <a16:creationId xmlns:a16="http://schemas.microsoft.com/office/drawing/2014/main" id="{F089E9E6-47EC-2F44-6360-09DFEA794FA7}"/>
                </a:ext>
              </a:extLst>
            </p:cNvPr>
            <p:cNvSpPr/>
            <p:nvPr/>
          </p:nvSpPr>
          <p:spPr>
            <a:xfrm>
              <a:off x="5773163" y="3145398"/>
              <a:ext cx="67677" cy="85135"/>
            </a:xfrm>
            <a:custGeom>
              <a:avLst/>
              <a:gdLst>
                <a:gd name="csX0" fmla="*/ 40675 w 67677"/>
                <a:gd name="csY0" fmla="*/ 84038 h 85135"/>
                <a:gd name="csX1" fmla="*/ 25727 w 67677"/>
                <a:gd name="csY1" fmla="*/ 82971 h 85135"/>
                <a:gd name="csX2" fmla="*/ 17183 w 67677"/>
                <a:gd name="csY2" fmla="*/ 85105 h 85135"/>
                <a:gd name="csX3" fmla="*/ 16752 w 67677"/>
                <a:gd name="csY3" fmla="*/ 85913 h 85135"/>
                <a:gd name="csX4" fmla="*/ 15760 w 67677"/>
                <a:gd name="csY4" fmla="*/ 82773 h 85135"/>
                <a:gd name="csX5" fmla="*/ 14734 w 67677"/>
                <a:gd name="csY5" fmla="*/ 67394 h 85135"/>
                <a:gd name="csX6" fmla="*/ 5506 w 67677"/>
                <a:gd name="csY6" fmla="*/ 57147 h 85135"/>
                <a:gd name="csX7" fmla="*/ 2434 w 67677"/>
                <a:gd name="csY7" fmla="*/ 38697 h 85135"/>
                <a:gd name="csX8" fmla="*/ 3453 w 67677"/>
                <a:gd name="csY8" fmla="*/ 22299 h 85135"/>
                <a:gd name="csX9" fmla="*/ 19865 w 67677"/>
                <a:gd name="csY9" fmla="*/ 12051 h 85135"/>
                <a:gd name="csX10" fmla="*/ 28067 w 67677"/>
                <a:gd name="csY10" fmla="*/ 14097 h 85135"/>
                <a:gd name="csX11" fmla="*/ 37295 w 67677"/>
                <a:gd name="csY11" fmla="*/ 1804 h 85135"/>
                <a:gd name="csX12" fmla="*/ 46531 w 67677"/>
                <a:gd name="csY12" fmla="*/ 778 h 85135"/>
                <a:gd name="csX13" fmla="*/ 54733 w 67677"/>
                <a:gd name="csY13" fmla="*/ 17175 h 85135"/>
                <a:gd name="csX14" fmla="*/ 63961 w 67677"/>
                <a:gd name="csY14" fmla="*/ 18201 h 85135"/>
                <a:gd name="csX15" fmla="*/ 70111 w 67677"/>
                <a:gd name="csY15" fmla="*/ 22299 h 85135"/>
                <a:gd name="csX16" fmla="*/ 66014 w 67677"/>
                <a:gd name="csY16" fmla="*/ 29475 h 85135"/>
                <a:gd name="csX17" fmla="*/ 51654 w 67677"/>
                <a:gd name="csY17" fmla="*/ 32547 h 85135"/>
                <a:gd name="csX18" fmla="*/ 49602 w 67677"/>
                <a:gd name="csY18" fmla="*/ 41775 h 85135"/>
                <a:gd name="csX19" fmla="*/ 35243 w 67677"/>
                <a:gd name="csY19" fmla="*/ 53049 h 85135"/>
                <a:gd name="csX20" fmla="*/ 34217 w 67677"/>
                <a:gd name="csY20" fmla="*/ 67394 h 85135"/>
                <a:gd name="csX21" fmla="*/ 40374 w 67677"/>
                <a:gd name="csY21" fmla="*/ 81747 h 85135"/>
                <a:gd name="csX22" fmla="*/ 41797 w 67677"/>
                <a:gd name="csY22" fmla="*/ 84127 h 85135"/>
                <a:gd name="csX23" fmla="*/ 40675 w 67677"/>
                <a:gd name="csY23" fmla="*/ 84038 h 851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67677" h="85135">
                  <a:moveTo>
                    <a:pt x="40675" y="84038"/>
                  </a:moveTo>
                  <a:lnTo>
                    <a:pt x="25727" y="82971"/>
                  </a:lnTo>
                  <a:lnTo>
                    <a:pt x="17183" y="85105"/>
                  </a:lnTo>
                  <a:lnTo>
                    <a:pt x="16752" y="85913"/>
                  </a:lnTo>
                  <a:lnTo>
                    <a:pt x="15760" y="82773"/>
                  </a:lnTo>
                  <a:lnTo>
                    <a:pt x="14734" y="67394"/>
                  </a:lnTo>
                  <a:lnTo>
                    <a:pt x="5506" y="57147"/>
                  </a:lnTo>
                  <a:lnTo>
                    <a:pt x="2434" y="38697"/>
                  </a:lnTo>
                  <a:lnTo>
                    <a:pt x="3453" y="22299"/>
                  </a:lnTo>
                  <a:lnTo>
                    <a:pt x="19865" y="12051"/>
                  </a:lnTo>
                  <a:lnTo>
                    <a:pt x="28067" y="14097"/>
                  </a:lnTo>
                  <a:lnTo>
                    <a:pt x="37295" y="1804"/>
                  </a:lnTo>
                  <a:lnTo>
                    <a:pt x="46531" y="778"/>
                  </a:lnTo>
                  <a:lnTo>
                    <a:pt x="54733" y="17175"/>
                  </a:lnTo>
                  <a:lnTo>
                    <a:pt x="63961" y="18201"/>
                  </a:lnTo>
                  <a:lnTo>
                    <a:pt x="70111" y="22299"/>
                  </a:lnTo>
                  <a:lnTo>
                    <a:pt x="66014" y="29475"/>
                  </a:lnTo>
                  <a:lnTo>
                    <a:pt x="51654" y="32547"/>
                  </a:lnTo>
                  <a:lnTo>
                    <a:pt x="49602" y="41775"/>
                  </a:lnTo>
                  <a:lnTo>
                    <a:pt x="35243" y="53049"/>
                  </a:lnTo>
                  <a:lnTo>
                    <a:pt x="34217" y="67394"/>
                  </a:lnTo>
                  <a:lnTo>
                    <a:pt x="40374" y="81747"/>
                  </a:lnTo>
                  <a:lnTo>
                    <a:pt x="41797" y="84127"/>
                  </a:lnTo>
                  <a:lnTo>
                    <a:pt x="40675" y="8403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0" name="Forme libre : forme 438">
              <a:extLst>
                <a:ext uri="{FF2B5EF4-FFF2-40B4-BE49-F238E27FC236}">
                  <a16:creationId xmlns:a16="http://schemas.microsoft.com/office/drawing/2014/main" id="{8F147999-A6F6-3BDE-3F0D-F0FEBBB8D0A0}"/>
                </a:ext>
              </a:extLst>
            </p:cNvPr>
            <p:cNvSpPr/>
            <p:nvPr/>
          </p:nvSpPr>
          <p:spPr>
            <a:xfrm>
              <a:off x="5668559" y="3278639"/>
              <a:ext cx="87420" cy="89937"/>
            </a:xfrm>
            <a:custGeom>
              <a:avLst/>
              <a:gdLst>
                <a:gd name="csX0" fmla="*/ 64419 w 87420"/>
                <a:gd name="csY0" fmla="*/ 60052 h 89937"/>
                <a:gd name="csX1" fmla="*/ 67497 w 87420"/>
                <a:gd name="csY1" fmla="*/ 53902 h 89937"/>
                <a:gd name="csX2" fmla="*/ 85188 w 87420"/>
                <a:gd name="csY2" fmla="*/ 40835 h 89937"/>
                <a:gd name="csX3" fmla="*/ 86727 w 87420"/>
                <a:gd name="csY3" fmla="*/ 27769 h 89937"/>
                <a:gd name="csX4" fmla="*/ 83648 w 87420"/>
                <a:gd name="csY4" fmla="*/ 20846 h 89937"/>
                <a:gd name="csX5" fmla="*/ 89798 w 87420"/>
                <a:gd name="csY5" fmla="*/ 7014 h 89937"/>
                <a:gd name="csX6" fmla="*/ 84415 w 87420"/>
                <a:gd name="csY6" fmla="*/ 864 h 89937"/>
                <a:gd name="csX7" fmla="*/ 62879 w 87420"/>
                <a:gd name="csY7" fmla="*/ 1890 h 89937"/>
                <a:gd name="csX8" fmla="*/ 51599 w 87420"/>
                <a:gd name="csY8" fmla="*/ 9059 h 89937"/>
                <a:gd name="csX9" fmla="*/ 50573 w 87420"/>
                <a:gd name="csY9" fmla="*/ 17262 h 89937"/>
                <a:gd name="csX10" fmla="*/ 58782 w 87420"/>
                <a:gd name="csY10" fmla="*/ 23412 h 89937"/>
                <a:gd name="csX11" fmla="*/ 57756 w 87420"/>
                <a:gd name="csY11" fmla="*/ 31607 h 89937"/>
                <a:gd name="csX12" fmla="*/ 47501 w 87420"/>
                <a:gd name="csY12" fmla="*/ 38783 h 89937"/>
                <a:gd name="csX13" fmla="*/ 44423 w 87420"/>
                <a:gd name="csY13" fmla="*/ 31607 h 89937"/>
                <a:gd name="csX14" fmla="*/ 49547 w 87420"/>
                <a:gd name="csY14" fmla="*/ 24438 h 89937"/>
                <a:gd name="csX15" fmla="*/ 46475 w 87420"/>
                <a:gd name="csY15" fmla="*/ 20333 h 89937"/>
                <a:gd name="csX16" fmla="*/ 37247 w 87420"/>
                <a:gd name="csY16" fmla="*/ 22386 h 89937"/>
                <a:gd name="csX17" fmla="*/ 30070 w 87420"/>
                <a:gd name="csY17" fmla="*/ 40835 h 89937"/>
                <a:gd name="csX18" fmla="*/ 20835 w 87420"/>
                <a:gd name="csY18" fmla="*/ 53135 h 89937"/>
                <a:gd name="csX19" fmla="*/ 19809 w 87420"/>
                <a:gd name="csY19" fmla="*/ 62357 h 89937"/>
                <a:gd name="csX20" fmla="*/ 20835 w 87420"/>
                <a:gd name="csY20" fmla="*/ 66455 h 89937"/>
                <a:gd name="csX21" fmla="*/ 17764 w 87420"/>
                <a:gd name="csY21" fmla="*/ 71579 h 89937"/>
                <a:gd name="csX22" fmla="*/ 11607 w 87420"/>
                <a:gd name="csY22" fmla="*/ 71579 h 89937"/>
                <a:gd name="csX23" fmla="*/ 2378 w 87420"/>
                <a:gd name="csY23" fmla="*/ 73631 h 89937"/>
                <a:gd name="csX24" fmla="*/ 12886 w 87420"/>
                <a:gd name="csY24" fmla="*/ 77729 h 89937"/>
                <a:gd name="csX25" fmla="*/ 24427 w 87420"/>
                <a:gd name="csY25" fmla="*/ 74082 h 89937"/>
                <a:gd name="csX26" fmla="*/ 33655 w 87420"/>
                <a:gd name="csY26" fmla="*/ 69280 h 89937"/>
                <a:gd name="csX27" fmla="*/ 40578 w 87420"/>
                <a:gd name="csY27" fmla="*/ 70812 h 89937"/>
                <a:gd name="csX28" fmla="*/ 52112 w 87420"/>
                <a:gd name="csY28" fmla="*/ 71585 h 89937"/>
                <a:gd name="csX29" fmla="*/ 53651 w 87420"/>
                <a:gd name="csY29" fmla="*/ 83879 h 89937"/>
                <a:gd name="csX30" fmla="*/ 59035 w 87420"/>
                <a:gd name="csY30" fmla="*/ 90802 h 89937"/>
                <a:gd name="csX31" fmla="*/ 60574 w 87420"/>
                <a:gd name="csY31" fmla="*/ 86191 h 89937"/>
                <a:gd name="csX32" fmla="*/ 62113 w 87420"/>
                <a:gd name="csY32" fmla="*/ 79268 h 89937"/>
                <a:gd name="csX33" fmla="*/ 68263 w 87420"/>
                <a:gd name="csY33" fmla="*/ 66202 h 89937"/>
                <a:gd name="csX34" fmla="*/ 64419 w 87420"/>
                <a:gd name="csY34" fmla="*/ 60052 h 89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7420" h="89937">
                  <a:moveTo>
                    <a:pt x="64419" y="60052"/>
                  </a:moveTo>
                  <a:lnTo>
                    <a:pt x="67497" y="53902"/>
                  </a:lnTo>
                  <a:lnTo>
                    <a:pt x="85188" y="40835"/>
                  </a:lnTo>
                  <a:lnTo>
                    <a:pt x="86727" y="27769"/>
                  </a:lnTo>
                  <a:lnTo>
                    <a:pt x="83648" y="20846"/>
                  </a:lnTo>
                  <a:lnTo>
                    <a:pt x="89798" y="7014"/>
                  </a:lnTo>
                  <a:lnTo>
                    <a:pt x="84415" y="864"/>
                  </a:lnTo>
                  <a:lnTo>
                    <a:pt x="62879" y="1890"/>
                  </a:lnTo>
                  <a:lnTo>
                    <a:pt x="51599" y="9059"/>
                  </a:lnTo>
                  <a:lnTo>
                    <a:pt x="50573" y="17262"/>
                  </a:lnTo>
                  <a:lnTo>
                    <a:pt x="58782" y="23412"/>
                  </a:lnTo>
                  <a:lnTo>
                    <a:pt x="57756" y="31607"/>
                  </a:lnTo>
                  <a:lnTo>
                    <a:pt x="47501" y="38783"/>
                  </a:lnTo>
                  <a:lnTo>
                    <a:pt x="44423" y="31607"/>
                  </a:lnTo>
                  <a:lnTo>
                    <a:pt x="49547" y="24438"/>
                  </a:lnTo>
                  <a:lnTo>
                    <a:pt x="46475" y="20333"/>
                  </a:lnTo>
                  <a:lnTo>
                    <a:pt x="37247" y="22386"/>
                  </a:lnTo>
                  <a:lnTo>
                    <a:pt x="30070" y="40835"/>
                  </a:lnTo>
                  <a:lnTo>
                    <a:pt x="20835" y="53135"/>
                  </a:lnTo>
                  <a:lnTo>
                    <a:pt x="19809" y="62357"/>
                  </a:lnTo>
                  <a:lnTo>
                    <a:pt x="20835" y="66455"/>
                  </a:lnTo>
                  <a:lnTo>
                    <a:pt x="17764" y="71579"/>
                  </a:lnTo>
                  <a:lnTo>
                    <a:pt x="11607" y="71579"/>
                  </a:lnTo>
                  <a:lnTo>
                    <a:pt x="2378" y="73631"/>
                  </a:lnTo>
                  <a:lnTo>
                    <a:pt x="12886" y="77729"/>
                  </a:lnTo>
                  <a:lnTo>
                    <a:pt x="24427" y="74082"/>
                  </a:lnTo>
                  <a:lnTo>
                    <a:pt x="33655" y="69280"/>
                  </a:lnTo>
                  <a:lnTo>
                    <a:pt x="40578" y="70812"/>
                  </a:lnTo>
                  <a:lnTo>
                    <a:pt x="52112" y="71585"/>
                  </a:lnTo>
                  <a:lnTo>
                    <a:pt x="53651" y="83879"/>
                  </a:lnTo>
                  <a:lnTo>
                    <a:pt x="59035" y="90802"/>
                  </a:lnTo>
                  <a:lnTo>
                    <a:pt x="60574" y="86191"/>
                  </a:lnTo>
                  <a:lnTo>
                    <a:pt x="62113" y="79268"/>
                  </a:lnTo>
                  <a:lnTo>
                    <a:pt x="68263" y="66202"/>
                  </a:lnTo>
                  <a:lnTo>
                    <a:pt x="64419" y="600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1" name="Forme libre : forme 439">
              <a:extLst>
                <a:ext uri="{FF2B5EF4-FFF2-40B4-BE49-F238E27FC236}">
                  <a16:creationId xmlns:a16="http://schemas.microsoft.com/office/drawing/2014/main" id="{773D29B6-4188-36CA-FEA1-CCF35E6258CF}"/>
                </a:ext>
              </a:extLst>
            </p:cNvPr>
            <p:cNvSpPr/>
            <p:nvPr/>
          </p:nvSpPr>
          <p:spPr>
            <a:xfrm>
              <a:off x="5729067" y="3386253"/>
              <a:ext cx="15378" cy="30749"/>
            </a:xfrm>
            <a:custGeom>
              <a:avLst/>
              <a:gdLst>
                <a:gd name="csX0" fmla="*/ 17770 w 15378"/>
                <a:gd name="csY0" fmla="*/ 31661 h 30749"/>
                <a:gd name="csX1" fmla="*/ 13926 w 15378"/>
                <a:gd name="csY1" fmla="*/ 11672 h 30749"/>
                <a:gd name="csX2" fmla="*/ 7003 w 15378"/>
                <a:gd name="csY2" fmla="*/ 911 h 30749"/>
                <a:gd name="csX3" fmla="*/ 3158 w 15378"/>
                <a:gd name="csY3" fmla="*/ 7061 h 30749"/>
                <a:gd name="csX4" fmla="*/ 2392 w 15378"/>
                <a:gd name="csY4" fmla="*/ 16290 h 30749"/>
                <a:gd name="csX5" fmla="*/ 3158 w 15378"/>
                <a:gd name="csY5" fmla="*/ 28590 h 30749"/>
                <a:gd name="csX6" fmla="*/ 17770 w 15378"/>
                <a:gd name="csY6" fmla="*/ 31661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30749">
                  <a:moveTo>
                    <a:pt x="17770" y="31661"/>
                  </a:moveTo>
                  <a:lnTo>
                    <a:pt x="13926" y="11672"/>
                  </a:lnTo>
                  <a:lnTo>
                    <a:pt x="7003" y="911"/>
                  </a:lnTo>
                  <a:lnTo>
                    <a:pt x="3158" y="7061"/>
                  </a:lnTo>
                  <a:lnTo>
                    <a:pt x="2392" y="16290"/>
                  </a:lnTo>
                  <a:lnTo>
                    <a:pt x="3158" y="28590"/>
                  </a:lnTo>
                  <a:lnTo>
                    <a:pt x="17770" y="316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2" name="Forme libre : forme 440">
              <a:extLst>
                <a:ext uri="{FF2B5EF4-FFF2-40B4-BE49-F238E27FC236}">
                  <a16:creationId xmlns:a16="http://schemas.microsoft.com/office/drawing/2014/main" id="{9D52A2FE-DE6A-3826-A528-2A72A6ADF21D}"/>
                </a:ext>
              </a:extLst>
            </p:cNvPr>
            <p:cNvSpPr/>
            <p:nvPr/>
          </p:nvSpPr>
          <p:spPr>
            <a:xfrm>
              <a:off x="5655226" y="3347055"/>
              <a:ext cx="78451" cy="66876"/>
            </a:xfrm>
            <a:custGeom>
              <a:avLst/>
              <a:gdLst>
                <a:gd name="csX0" fmla="*/ 80822 w 78451"/>
                <a:gd name="csY0" fmla="*/ 40105 h 66876"/>
                <a:gd name="csX1" fmla="*/ 76978 w 78451"/>
                <a:gd name="csY1" fmla="*/ 46255 h 66876"/>
                <a:gd name="csX2" fmla="*/ 76211 w 78451"/>
                <a:gd name="csY2" fmla="*/ 55477 h 66876"/>
                <a:gd name="csX3" fmla="*/ 76978 w 78451"/>
                <a:gd name="csY3" fmla="*/ 67777 h 66876"/>
                <a:gd name="csX4" fmla="*/ 60826 w 78451"/>
                <a:gd name="csY4" fmla="*/ 55477 h 66876"/>
                <a:gd name="csX5" fmla="*/ 46980 w 78451"/>
                <a:gd name="csY5" fmla="*/ 49327 h 66876"/>
                <a:gd name="csX6" fmla="*/ 37752 w 78451"/>
                <a:gd name="csY6" fmla="*/ 46255 h 66876"/>
                <a:gd name="csX7" fmla="*/ 17756 w 78451"/>
                <a:gd name="csY7" fmla="*/ 32416 h 66876"/>
                <a:gd name="csX8" fmla="*/ 2371 w 78451"/>
                <a:gd name="csY8" fmla="*/ 16531 h 66876"/>
                <a:gd name="csX9" fmla="*/ 12632 w 78451"/>
                <a:gd name="csY9" fmla="*/ 9355 h 66876"/>
                <a:gd name="csX10" fmla="*/ 15704 w 78451"/>
                <a:gd name="csY10" fmla="*/ 5258 h 66876"/>
                <a:gd name="csX11" fmla="*/ 26218 w 78451"/>
                <a:gd name="csY11" fmla="*/ 9355 h 66876"/>
                <a:gd name="csX12" fmla="*/ 37752 w 78451"/>
                <a:gd name="csY12" fmla="*/ 5702 h 66876"/>
                <a:gd name="csX13" fmla="*/ 46980 w 78451"/>
                <a:gd name="csY13" fmla="*/ 900 h 66876"/>
                <a:gd name="csX14" fmla="*/ 53903 w 78451"/>
                <a:gd name="csY14" fmla="*/ 2439 h 66876"/>
                <a:gd name="csX15" fmla="*/ 65444 w 78451"/>
                <a:gd name="csY15" fmla="*/ 3205 h 66876"/>
                <a:gd name="csX16" fmla="*/ 66976 w 78451"/>
                <a:gd name="csY16" fmla="*/ 15505 h 66876"/>
                <a:gd name="csX17" fmla="*/ 72360 w 78451"/>
                <a:gd name="csY17" fmla="*/ 22428 h 66876"/>
                <a:gd name="csX18" fmla="*/ 73899 w 78451"/>
                <a:gd name="csY18" fmla="*/ 17811 h 66876"/>
                <a:gd name="csX19" fmla="*/ 80056 w 78451"/>
                <a:gd name="csY19" fmla="*/ 24734 h 66876"/>
                <a:gd name="csX20" fmla="*/ 80822 w 78451"/>
                <a:gd name="csY20" fmla="*/ 40105 h 6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78451" h="66876">
                  <a:moveTo>
                    <a:pt x="80822" y="40105"/>
                  </a:moveTo>
                  <a:lnTo>
                    <a:pt x="76978" y="46255"/>
                  </a:lnTo>
                  <a:lnTo>
                    <a:pt x="76211" y="55477"/>
                  </a:lnTo>
                  <a:lnTo>
                    <a:pt x="76978" y="67777"/>
                  </a:lnTo>
                  <a:lnTo>
                    <a:pt x="60826" y="55477"/>
                  </a:lnTo>
                  <a:lnTo>
                    <a:pt x="46980" y="49327"/>
                  </a:lnTo>
                  <a:lnTo>
                    <a:pt x="37752" y="46255"/>
                  </a:lnTo>
                  <a:lnTo>
                    <a:pt x="17756" y="32416"/>
                  </a:lnTo>
                  <a:lnTo>
                    <a:pt x="2371" y="16531"/>
                  </a:lnTo>
                  <a:lnTo>
                    <a:pt x="12632" y="9355"/>
                  </a:lnTo>
                  <a:lnTo>
                    <a:pt x="15704" y="5258"/>
                  </a:lnTo>
                  <a:lnTo>
                    <a:pt x="26218" y="9355"/>
                  </a:lnTo>
                  <a:lnTo>
                    <a:pt x="37752" y="5702"/>
                  </a:lnTo>
                  <a:lnTo>
                    <a:pt x="46980" y="900"/>
                  </a:lnTo>
                  <a:lnTo>
                    <a:pt x="53903" y="2439"/>
                  </a:lnTo>
                  <a:lnTo>
                    <a:pt x="65444" y="3205"/>
                  </a:lnTo>
                  <a:lnTo>
                    <a:pt x="66976" y="15505"/>
                  </a:lnTo>
                  <a:lnTo>
                    <a:pt x="72360" y="22428"/>
                  </a:lnTo>
                  <a:lnTo>
                    <a:pt x="73899" y="17811"/>
                  </a:lnTo>
                  <a:lnTo>
                    <a:pt x="80056" y="24734"/>
                  </a:lnTo>
                  <a:lnTo>
                    <a:pt x="80822" y="401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3" name="Forme libre : forme 441">
              <a:extLst>
                <a:ext uri="{FF2B5EF4-FFF2-40B4-BE49-F238E27FC236}">
                  <a16:creationId xmlns:a16="http://schemas.microsoft.com/office/drawing/2014/main" id="{866172E7-5264-7E12-733A-7CEEC3517B84}"/>
                </a:ext>
              </a:extLst>
            </p:cNvPr>
            <p:cNvSpPr/>
            <p:nvPr/>
          </p:nvSpPr>
          <p:spPr>
            <a:xfrm>
              <a:off x="5744445" y="3496953"/>
              <a:ext cx="259441" cy="264428"/>
            </a:xfrm>
            <a:custGeom>
              <a:avLst/>
              <a:gdLst>
                <a:gd name="csX0" fmla="*/ 30145 w 259441"/>
                <a:gd name="csY0" fmla="*/ 94833 h 264428"/>
                <a:gd name="csX1" fmla="*/ 44504 w 259441"/>
                <a:gd name="csY1" fmla="*/ 81001 h 264428"/>
                <a:gd name="csX2" fmla="*/ 65013 w 259441"/>
                <a:gd name="csY2" fmla="*/ 76896 h 264428"/>
                <a:gd name="csX3" fmla="*/ 73215 w 259441"/>
                <a:gd name="csY3" fmla="*/ 81001 h 264428"/>
                <a:gd name="csX4" fmla="*/ 86548 w 259441"/>
                <a:gd name="csY4" fmla="*/ 101496 h 264428"/>
                <a:gd name="csX5" fmla="*/ 88593 w 259441"/>
                <a:gd name="csY5" fmla="*/ 121998 h 264428"/>
                <a:gd name="csX6" fmla="*/ 101926 w 259441"/>
                <a:gd name="csY6" fmla="*/ 131220 h 264428"/>
                <a:gd name="csX7" fmla="*/ 106031 w 259441"/>
                <a:gd name="csY7" fmla="*/ 142494 h 264428"/>
                <a:gd name="csX8" fmla="*/ 117312 w 259441"/>
                <a:gd name="csY8" fmla="*/ 151722 h 264428"/>
                <a:gd name="csX9" fmla="*/ 125514 w 259441"/>
                <a:gd name="csY9" fmla="*/ 152741 h 264428"/>
                <a:gd name="csX10" fmla="*/ 129611 w 259441"/>
                <a:gd name="csY10" fmla="*/ 161970 h 264428"/>
                <a:gd name="csX11" fmla="*/ 149094 w 259441"/>
                <a:gd name="csY11" fmla="*/ 173244 h 264428"/>
                <a:gd name="csX12" fmla="*/ 155251 w 259441"/>
                <a:gd name="csY12" fmla="*/ 174270 h 264428"/>
                <a:gd name="csX13" fmla="*/ 163453 w 259441"/>
                <a:gd name="csY13" fmla="*/ 183491 h 264428"/>
                <a:gd name="csX14" fmla="*/ 169603 w 259441"/>
                <a:gd name="csY14" fmla="*/ 183491 h 264428"/>
                <a:gd name="csX15" fmla="*/ 173708 w 259441"/>
                <a:gd name="csY15" fmla="*/ 188615 h 264428"/>
                <a:gd name="csX16" fmla="*/ 182936 w 259441"/>
                <a:gd name="csY16" fmla="*/ 191694 h 264428"/>
                <a:gd name="csX17" fmla="*/ 184989 w 259441"/>
                <a:gd name="csY17" fmla="*/ 200915 h 264428"/>
                <a:gd name="csX18" fmla="*/ 193191 w 259441"/>
                <a:gd name="csY18" fmla="*/ 206039 h 264428"/>
                <a:gd name="csX19" fmla="*/ 199348 w 259441"/>
                <a:gd name="csY19" fmla="*/ 206039 h 264428"/>
                <a:gd name="csX20" fmla="*/ 206524 w 259441"/>
                <a:gd name="csY20" fmla="*/ 214241 h 264428"/>
                <a:gd name="csX21" fmla="*/ 206524 w 259441"/>
                <a:gd name="csY21" fmla="*/ 224489 h 264428"/>
                <a:gd name="csX22" fmla="*/ 210628 w 259441"/>
                <a:gd name="csY22" fmla="*/ 237815 h 264428"/>
                <a:gd name="csX23" fmla="*/ 201393 w 259441"/>
                <a:gd name="csY23" fmla="*/ 250115 h 264428"/>
                <a:gd name="csX24" fmla="*/ 198322 w 259441"/>
                <a:gd name="csY24" fmla="*/ 259336 h 264428"/>
                <a:gd name="csX25" fmla="*/ 203445 w 259441"/>
                <a:gd name="csY25" fmla="*/ 265486 h 264428"/>
                <a:gd name="csX26" fmla="*/ 218831 w 259441"/>
                <a:gd name="csY26" fmla="*/ 254213 h 264428"/>
                <a:gd name="csX27" fmla="*/ 222928 w 259441"/>
                <a:gd name="csY27" fmla="*/ 241913 h 264428"/>
                <a:gd name="csX28" fmla="*/ 232157 w 259441"/>
                <a:gd name="csY28" fmla="*/ 236789 h 264428"/>
                <a:gd name="csX29" fmla="*/ 231137 w 259441"/>
                <a:gd name="csY29" fmla="*/ 226541 h 264428"/>
                <a:gd name="csX30" fmla="*/ 219857 w 259441"/>
                <a:gd name="csY30" fmla="*/ 214241 h 264428"/>
                <a:gd name="csX31" fmla="*/ 223955 w 259441"/>
                <a:gd name="csY31" fmla="*/ 197844 h 264428"/>
                <a:gd name="csX32" fmla="*/ 236261 w 259441"/>
                <a:gd name="csY32" fmla="*/ 195791 h 264428"/>
                <a:gd name="csX33" fmla="*/ 244470 w 259441"/>
                <a:gd name="csY33" fmla="*/ 199896 h 264428"/>
                <a:gd name="csX34" fmla="*/ 257797 w 259441"/>
                <a:gd name="csY34" fmla="*/ 209117 h 264428"/>
                <a:gd name="csX35" fmla="*/ 261901 w 259441"/>
                <a:gd name="csY35" fmla="*/ 206046 h 264428"/>
                <a:gd name="csX36" fmla="*/ 259849 w 259441"/>
                <a:gd name="csY36" fmla="*/ 196817 h 264428"/>
                <a:gd name="csX37" fmla="*/ 245490 w 259441"/>
                <a:gd name="csY37" fmla="*/ 184517 h 264428"/>
                <a:gd name="csX38" fmla="*/ 233183 w 259441"/>
                <a:gd name="csY38" fmla="*/ 180420 h 264428"/>
                <a:gd name="csX39" fmla="*/ 232164 w 259441"/>
                <a:gd name="csY39" fmla="*/ 172217 h 264428"/>
                <a:gd name="csX40" fmla="*/ 215752 w 259441"/>
                <a:gd name="csY40" fmla="*/ 170172 h 264428"/>
                <a:gd name="csX41" fmla="*/ 209602 w 259441"/>
                <a:gd name="csY41" fmla="*/ 165041 h 264428"/>
                <a:gd name="csX42" fmla="*/ 204472 w 259441"/>
                <a:gd name="csY42" fmla="*/ 151722 h 264428"/>
                <a:gd name="csX43" fmla="*/ 184989 w 259441"/>
                <a:gd name="csY43" fmla="*/ 148644 h 264428"/>
                <a:gd name="csX44" fmla="*/ 164480 w 259441"/>
                <a:gd name="csY44" fmla="*/ 136344 h 264428"/>
                <a:gd name="csX45" fmla="*/ 154225 w 259441"/>
                <a:gd name="csY45" fmla="*/ 111751 h 264428"/>
                <a:gd name="csX46" fmla="*/ 144997 w 259441"/>
                <a:gd name="csY46" fmla="*/ 97398 h 264428"/>
                <a:gd name="csX47" fmla="*/ 123461 w 259441"/>
                <a:gd name="csY47" fmla="*/ 82027 h 264428"/>
                <a:gd name="csX48" fmla="*/ 124488 w 259441"/>
                <a:gd name="csY48" fmla="*/ 59472 h 264428"/>
                <a:gd name="csX49" fmla="*/ 123461 w 259441"/>
                <a:gd name="csY49" fmla="*/ 55375 h 264428"/>
                <a:gd name="csX50" fmla="*/ 131671 w 259441"/>
                <a:gd name="csY50" fmla="*/ 46153 h 264428"/>
                <a:gd name="csX51" fmla="*/ 154225 w 259441"/>
                <a:gd name="csY51" fmla="*/ 42049 h 264428"/>
                <a:gd name="csX52" fmla="*/ 154225 w 259441"/>
                <a:gd name="csY52" fmla="*/ 52303 h 264428"/>
                <a:gd name="csX53" fmla="*/ 159356 w 259441"/>
                <a:gd name="csY53" fmla="*/ 44101 h 264428"/>
                <a:gd name="csX54" fmla="*/ 160895 w 259441"/>
                <a:gd name="csY54" fmla="*/ 37951 h 264428"/>
                <a:gd name="csX55" fmla="*/ 160895 w 259441"/>
                <a:gd name="csY55" fmla="*/ 31801 h 264428"/>
                <a:gd name="csX56" fmla="*/ 154738 w 259441"/>
                <a:gd name="csY56" fmla="*/ 24119 h 264428"/>
                <a:gd name="csX57" fmla="*/ 154738 w 259441"/>
                <a:gd name="csY57" fmla="*/ 11819 h 264428"/>
                <a:gd name="csX58" fmla="*/ 134742 w 259441"/>
                <a:gd name="csY58" fmla="*/ 5669 h 264428"/>
                <a:gd name="csX59" fmla="*/ 127053 w 259441"/>
                <a:gd name="csY59" fmla="*/ 5669 h 264428"/>
                <a:gd name="csX60" fmla="*/ 120896 w 259441"/>
                <a:gd name="csY60" fmla="*/ 1058 h 264428"/>
                <a:gd name="csX61" fmla="*/ 110135 w 259441"/>
                <a:gd name="csY61" fmla="*/ 1058 h 264428"/>
                <a:gd name="csX62" fmla="*/ 102439 w 259441"/>
                <a:gd name="csY62" fmla="*/ 7201 h 264428"/>
                <a:gd name="csX63" fmla="*/ 80904 w 259441"/>
                <a:gd name="csY63" fmla="*/ 7201 h 264428"/>
                <a:gd name="csX64" fmla="*/ 74754 w 259441"/>
                <a:gd name="csY64" fmla="*/ 19501 h 264428"/>
                <a:gd name="csX65" fmla="*/ 50141 w 259441"/>
                <a:gd name="csY65" fmla="*/ 16429 h 264428"/>
                <a:gd name="csX66" fmla="*/ 42451 w 259441"/>
                <a:gd name="csY66" fmla="*/ 10279 h 264428"/>
                <a:gd name="csX67" fmla="*/ 33223 w 259441"/>
                <a:gd name="csY67" fmla="*/ 13351 h 264428"/>
                <a:gd name="csX68" fmla="*/ 30145 w 259441"/>
                <a:gd name="csY68" fmla="*/ 31801 h 264428"/>
                <a:gd name="csX69" fmla="*/ 23995 w 259441"/>
                <a:gd name="csY69" fmla="*/ 34879 h 264428"/>
                <a:gd name="csX70" fmla="*/ 13227 w 259441"/>
                <a:gd name="csY70" fmla="*/ 33340 h 264428"/>
                <a:gd name="csX71" fmla="*/ 2459 w 259441"/>
                <a:gd name="csY71" fmla="*/ 34872 h 264428"/>
                <a:gd name="csX72" fmla="*/ 5538 w 259441"/>
                <a:gd name="csY72" fmla="*/ 59472 h 264428"/>
                <a:gd name="csX73" fmla="*/ 10149 w 259441"/>
                <a:gd name="csY73" fmla="*/ 81001 h 264428"/>
                <a:gd name="csX74" fmla="*/ 20916 w 259441"/>
                <a:gd name="csY74" fmla="*/ 84072 h 264428"/>
                <a:gd name="csX75" fmla="*/ 30145 w 259441"/>
                <a:gd name="csY75" fmla="*/ 94833 h 264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59441" h="264428">
                  <a:moveTo>
                    <a:pt x="30145" y="94833"/>
                  </a:moveTo>
                  <a:lnTo>
                    <a:pt x="44504" y="81001"/>
                  </a:lnTo>
                  <a:lnTo>
                    <a:pt x="65013" y="76896"/>
                  </a:lnTo>
                  <a:lnTo>
                    <a:pt x="73215" y="81001"/>
                  </a:lnTo>
                  <a:lnTo>
                    <a:pt x="86548" y="101496"/>
                  </a:lnTo>
                  <a:lnTo>
                    <a:pt x="88593" y="121998"/>
                  </a:lnTo>
                  <a:lnTo>
                    <a:pt x="101926" y="131220"/>
                  </a:lnTo>
                  <a:lnTo>
                    <a:pt x="106031" y="142494"/>
                  </a:lnTo>
                  <a:lnTo>
                    <a:pt x="117312" y="151722"/>
                  </a:lnTo>
                  <a:lnTo>
                    <a:pt x="125514" y="152741"/>
                  </a:lnTo>
                  <a:lnTo>
                    <a:pt x="129611" y="161970"/>
                  </a:lnTo>
                  <a:lnTo>
                    <a:pt x="149094" y="173244"/>
                  </a:lnTo>
                  <a:lnTo>
                    <a:pt x="155251" y="174270"/>
                  </a:lnTo>
                  <a:lnTo>
                    <a:pt x="163453" y="183491"/>
                  </a:lnTo>
                  <a:lnTo>
                    <a:pt x="169603" y="183491"/>
                  </a:lnTo>
                  <a:lnTo>
                    <a:pt x="173708" y="188615"/>
                  </a:lnTo>
                  <a:lnTo>
                    <a:pt x="182936" y="191694"/>
                  </a:lnTo>
                  <a:lnTo>
                    <a:pt x="184989" y="200915"/>
                  </a:lnTo>
                  <a:lnTo>
                    <a:pt x="193191" y="206039"/>
                  </a:lnTo>
                  <a:lnTo>
                    <a:pt x="199348" y="206039"/>
                  </a:lnTo>
                  <a:lnTo>
                    <a:pt x="206524" y="214241"/>
                  </a:lnTo>
                  <a:lnTo>
                    <a:pt x="206524" y="224489"/>
                  </a:lnTo>
                  <a:lnTo>
                    <a:pt x="210628" y="237815"/>
                  </a:lnTo>
                  <a:lnTo>
                    <a:pt x="201393" y="250115"/>
                  </a:lnTo>
                  <a:lnTo>
                    <a:pt x="198322" y="259336"/>
                  </a:lnTo>
                  <a:lnTo>
                    <a:pt x="203445" y="265486"/>
                  </a:lnTo>
                  <a:lnTo>
                    <a:pt x="218831" y="254213"/>
                  </a:lnTo>
                  <a:lnTo>
                    <a:pt x="222928" y="241913"/>
                  </a:lnTo>
                  <a:lnTo>
                    <a:pt x="232157" y="236789"/>
                  </a:lnTo>
                  <a:lnTo>
                    <a:pt x="231137" y="226541"/>
                  </a:lnTo>
                  <a:lnTo>
                    <a:pt x="219857" y="214241"/>
                  </a:lnTo>
                  <a:lnTo>
                    <a:pt x="223955" y="197844"/>
                  </a:lnTo>
                  <a:lnTo>
                    <a:pt x="236261" y="195791"/>
                  </a:lnTo>
                  <a:lnTo>
                    <a:pt x="244470" y="199896"/>
                  </a:lnTo>
                  <a:lnTo>
                    <a:pt x="257797" y="209117"/>
                  </a:lnTo>
                  <a:lnTo>
                    <a:pt x="261901" y="206046"/>
                  </a:lnTo>
                  <a:lnTo>
                    <a:pt x="259849" y="196817"/>
                  </a:lnTo>
                  <a:lnTo>
                    <a:pt x="245490" y="184517"/>
                  </a:lnTo>
                  <a:lnTo>
                    <a:pt x="233183" y="180420"/>
                  </a:lnTo>
                  <a:lnTo>
                    <a:pt x="232164" y="172217"/>
                  </a:lnTo>
                  <a:lnTo>
                    <a:pt x="215752" y="170172"/>
                  </a:lnTo>
                  <a:lnTo>
                    <a:pt x="209602" y="165041"/>
                  </a:lnTo>
                  <a:lnTo>
                    <a:pt x="204472" y="151722"/>
                  </a:lnTo>
                  <a:lnTo>
                    <a:pt x="184989" y="148644"/>
                  </a:lnTo>
                  <a:lnTo>
                    <a:pt x="164480" y="136344"/>
                  </a:lnTo>
                  <a:lnTo>
                    <a:pt x="154225" y="111751"/>
                  </a:lnTo>
                  <a:lnTo>
                    <a:pt x="144997" y="97398"/>
                  </a:lnTo>
                  <a:lnTo>
                    <a:pt x="123461" y="82027"/>
                  </a:lnTo>
                  <a:lnTo>
                    <a:pt x="124488" y="59472"/>
                  </a:lnTo>
                  <a:lnTo>
                    <a:pt x="123461" y="55375"/>
                  </a:lnTo>
                  <a:lnTo>
                    <a:pt x="131671" y="46153"/>
                  </a:lnTo>
                  <a:lnTo>
                    <a:pt x="154225" y="42049"/>
                  </a:lnTo>
                  <a:lnTo>
                    <a:pt x="154225" y="52303"/>
                  </a:lnTo>
                  <a:lnTo>
                    <a:pt x="159356" y="44101"/>
                  </a:lnTo>
                  <a:lnTo>
                    <a:pt x="160895" y="37951"/>
                  </a:lnTo>
                  <a:lnTo>
                    <a:pt x="160895" y="31801"/>
                  </a:lnTo>
                  <a:lnTo>
                    <a:pt x="154738" y="24119"/>
                  </a:lnTo>
                  <a:lnTo>
                    <a:pt x="154738" y="11819"/>
                  </a:lnTo>
                  <a:lnTo>
                    <a:pt x="134742" y="5669"/>
                  </a:lnTo>
                  <a:lnTo>
                    <a:pt x="127053" y="5669"/>
                  </a:lnTo>
                  <a:lnTo>
                    <a:pt x="120896" y="1058"/>
                  </a:lnTo>
                  <a:lnTo>
                    <a:pt x="110135" y="1058"/>
                  </a:lnTo>
                  <a:lnTo>
                    <a:pt x="102439" y="7201"/>
                  </a:lnTo>
                  <a:lnTo>
                    <a:pt x="80904" y="7201"/>
                  </a:lnTo>
                  <a:lnTo>
                    <a:pt x="74754" y="19501"/>
                  </a:lnTo>
                  <a:lnTo>
                    <a:pt x="50141" y="16429"/>
                  </a:lnTo>
                  <a:lnTo>
                    <a:pt x="42451" y="10279"/>
                  </a:lnTo>
                  <a:lnTo>
                    <a:pt x="33223" y="13351"/>
                  </a:lnTo>
                  <a:lnTo>
                    <a:pt x="30145" y="31801"/>
                  </a:lnTo>
                  <a:lnTo>
                    <a:pt x="23995" y="34879"/>
                  </a:lnTo>
                  <a:lnTo>
                    <a:pt x="13227" y="33340"/>
                  </a:lnTo>
                  <a:lnTo>
                    <a:pt x="2459" y="34872"/>
                  </a:lnTo>
                  <a:lnTo>
                    <a:pt x="5538" y="59472"/>
                  </a:lnTo>
                  <a:lnTo>
                    <a:pt x="10149" y="81001"/>
                  </a:lnTo>
                  <a:lnTo>
                    <a:pt x="20916" y="84072"/>
                  </a:lnTo>
                  <a:lnTo>
                    <a:pt x="30145" y="948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4" name="Forme libre : forme 442">
              <a:extLst>
                <a:ext uri="{FF2B5EF4-FFF2-40B4-BE49-F238E27FC236}">
                  <a16:creationId xmlns:a16="http://schemas.microsoft.com/office/drawing/2014/main" id="{CB49F79A-A75A-F59F-9630-FA6DB669BCEE}"/>
                </a:ext>
              </a:extLst>
            </p:cNvPr>
            <p:cNvSpPr/>
            <p:nvPr/>
          </p:nvSpPr>
          <p:spPr>
            <a:xfrm>
              <a:off x="5896724" y="3495414"/>
              <a:ext cx="61527" cy="38432"/>
            </a:xfrm>
            <a:custGeom>
              <a:avLst/>
              <a:gdLst>
                <a:gd name="csX0" fmla="*/ 59427 w 61527"/>
                <a:gd name="csY0" fmla="*/ 985 h 38432"/>
                <a:gd name="csX1" fmla="*/ 64038 w 61527"/>
                <a:gd name="csY1" fmla="*/ 8674 h 38432"/>
                <a:gd name="csX2" fmla="*/ 54809 w 61527"/>
                <a:gd name="csY2" fmla="*/ 13285 h 38432"/>
                <a:gd name="csX3" fmla="*/ 53277 w 61527"/>
                <a:gd name="csY3" fmla="*/ 22507 h 38432"/>
                <a:gd name="csX4" fmla="*/ 44042 w 61527"/>
                <a:gd name="csY4" fmla="*/ 37878 h 38432"/>
                <a:gd name="csX5" fmla="*/ 8667 w 61527"/>
                <a:gd name="csY5" fmla="*/ 39418 h 38432"/>
                <a:gd name="csX6" fmla="*/ 8667 w 61527"/>
                <a:gd name="csY6" fmla="*/ 33268 h 38432"/>
                <a:gd name="csX7" fmla="*/ 2511 w 61527"/>
                <a:gd name="csY7" fmla="*/ 25585 h 38432"/>
                <a:gd name="csX8" fmla="*/ 2511 w 61527"/>
                <a:gd name="csY8" fmla="*/ 13285 h 38432"/>
                <a:gd name="csX9" fmla="*/ 17896 w 61527"/>
                <a:gd name="csY9" fmla="*/ 19435 h 38432"/>
                <a:gd name="csX10" fmla="*/ 40970 w 61527"/>
                <a:gd name="csY10" fmla="*/ 5596 h 38432"/>
                <a:gd name="csX11" fmla="*/ 59427 w 61527"/>
                <a:gd name="csY11" fmla="*/ 985 h 3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61527" h="38432">
                  <a:moveTo>
                    <a:pt x="59427" y="985"/>
                  </a:moveTo>
                  <a:lnTo>
                    <a:pt x="64038" y="8674"/>
                  </a:lnTo>
                  <a:lnTo>
                    <a:pt x="54809" y="13285"/>
                  </a:lnTo>
                  <a:lnTo>
                    <a:pt x="53277" y="22507"/>
                  </a:lnTo>
                  <a:lnTo>
                    <a:pt x="44042" y="37878"/>
                  </a:lnTo>
                  <a:lnTo>
                    <a:pt x="8667" y="39418"/>
                  </a:lnTo>
                  <a:lnTo>
                    <a:pt x="8667" y="33268"/>
                  </a:lnTo>
                  <a:lnTo>
                    <a:pt x="2511" y="25585"/>
                  </a:lnTo>
                  <a:lnTo>
                    <a:pt x="2511" y="13285"/>
                  </a:lnTo>
                  <a:lnTo>
                    <a:pt x="17896" y="19435"/>
                  </a:lnTo>
                  <a:lnTo>
                    <a:pt x="40970" y="5596"/>
                  </a:lnTo>
                  <a:lnTo>
                    <a:pt x="59427" y="9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5" name="Forme libre : forme 443">
              <a:extLst>
                <a:ext uri="{FF2B5EF4-FFF2-40B4-BE49-F238E27FC236}">
                  <a16:creationId xmlns:a16="http://schemas.microsoft.com/office/drawing/2014/main" id="{75D4FABD-1A49-CB0E-1367-D928AB32D4F1}"/>
                </a:ext>
              </a:extLst>
            </p:cNvPr>
            <p:cNvSpPr/>
            <p:nvPr/>
          </p:nvSpPr>
          <p:spPr>
            <a:xfrm>
              <a:off x="5896211" y="3503103"/>
              <a:ext cx="118949" cy="128116"/>
            </a:xfrm>
            <a:custGeom>
              <a:avLst/>
              <a:gdLst>
                <a:gd name="csX0" fmla="*/ 104049 w 118949"/>
                <a:gd name="csY0" fmla="*/ 129122 h 128116"/>
                <a:gd name="csX1" fmla="*/ 89690 w 118949"/>
                <a:gd name="csY1" fmla="*/ 123998 h 128116"/>
                <a:gd name="csX2" fmla="*/ 84566 w 118949"/>
                <a:gd name="csY2" fmla="*/ 112724 h 128116"/>
                <a:gd name="csX3" fmla="*/ 65083 w 118949"/>
                <a:gd name="csY3" fmla="*/ 102476 h 128116"/>
                <a:gd name="csX4" fmla="*/ 48672 w 118949"/>
                <a:gd name="csY4" fmla="*/ 92222 h 128116"/>
                <a:gd name="csX5" fmla="*/ 37391 w 118949"/>
                <a:gd name="csY5" fmla="*/ 79922 h 128116"/>
                <a:gd name="csX6" fmla="*/ 35339 w 118949"/>
                <a:gd name="csY6" fmla="*/ 68648 h 128116"/>
                <a:gd name="csX7" fmla="*/ 28163 w 118949"/>
                <a:gd name="csY7" fmla="*/ 61479 h 128116"/>
                <a:gd name="csX8" fmla="*/ 22013 w 118949"/>
                <a:gd name="csY8" fmla="*/ 48153 h 128116"/>
                <a:gd name="csX9" fmla="*/ 13804 w 118949"/>
                <a:gd name="csY9" fmla="*/ 53277 h 128116"/>
                <a:gd name="csX10" fmla="*/ 10732 w 118949"/>
                <a:gd name="csY10" fmla="*/ 61472 h 128116"/>
                <a:gd name="csX11" fmla="*/ 2530 w 118949"/>
                <a:gd name="csY11" fmla="*/ 46100 h 128116"/>
                <a:gd name="csX12" fmla="*/ 7654 w 118949"/>
                <a:gd name="csY12" fmla="*/ 37905 h 128116"/>
                <a:gd name="csX13" fmla="*/ 9193 w 118949"/>
                <a:gd name="csY13" fmla="*/ 31755 h 128116"/>
                <a:gd name="csX14" fmla="*/ 44574 w 118949"/>
                <a:gd name="csY14" fmla="*/ 30216 h 128116"/>
                <a:gd name="csX15" fmla="*/ 53803 w 118949"/>
                <a:gd name="csY15" fmla="*/ 14844 h 128116"/>
                <a:gd name="csX16" fmla="*/ 55342 w 118949"/>
                <a:gd name="csY16" fmla="*/ 5616 h 128116"/>
                <a:gd name="csX17" fmla="*/ 64570 w 118949"/>
                <a:gd name="csY17" fmla="*/ 1005 h 128116"/>
                <a:gd name="csX18" fmla="*/ 75338 w 118949"/>
                <a:gd name="csY18" fmla="*/ 4077 h 128116"/>
                <a:gd name="csX19" fmla="*/ 84566 w 118949"/>
                <a:gd name="csY19" fmla="*/ 24066 h 128116"/>
                <a:gd name="csX20" fmla="*/ 115330 w 118949"/>
                <a:gd name="csY20" fmla="*/ 27144 h 128116"/>
                <a:gd name="csX21" fmla="*/ 121480 w 118949"/>
                <a:gd name="csY21" fmla="*/ 48666 h 128116"/>
                <a:gd name="csX22" fmla="*/ 95334 w 118949"/>
                <a:gd name="csY22" fmla="*/ 51737 h 128116"/>
                <a:gd name="csX23" fmla="*/ 76877 w 118949"/>
                <a:gd name="csY23" fmla="*/ 40977 h 128116"/>
                <a:gd name="csX24" fmla="*/ 69181 w 118949"/>
                <a:gd name="csY24" fmla="*/ 44055 h 128116"/>
                <a:gd name="csX25" fmla="*/ 66110 w 118949"/>
                <a:gd name="csY25" fmla="*/ 54816 h 128116"/>
                <a:gd name="csX26" fmla="*/ 58414 w 118949"/>
                <a:gd name="csY26" fmla="*/ 53277 h 128116"/>
                <a:gd name="csX27" fmla="*/ 52264 w 118949"/>
                <a:gd name="csY27" fmla="*/ 57887 h 128116"/>
                <a:gd name="csX28" fmla="*/ 56881 w 118949"/>
                <a:gd name="csY28" fmla="*/ 76337 h 128116"/>
                <a:gd name="csX29" fmla="*/ 72260 w 118949"/>
                <a:gd name="csY29" fmla="*/ 91709 h 128116"/>
                <a:gd name="csX30" fmla="*/ 92256 w 118949"/>
                <a:gd name="csY30" fmla="*/ 110159 h 128116"/>
                <a:gd name="csX31" fmla="*/ 93795 w 118949"/>
                <a:gd name="csY31" fmla="*/ 119387 h 128116"/>
                <a:gd name="csX32" fmla="*/ 104562 w 118949"/>
                <a:gd name="csY32" fmla="*/ 123998 h 128116"/>
                <a:gd name="csX33" fmla="*/ 104049 w 118949"/>
                <a:gd name="csY33" fmla="*/ 129122 h 1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18949" h="128116">
                  <a:moveTo>
                    <a:pt x="104049" y="129122"/>
                  </a:moveTo>
                  <a:lnTo>
                    <a:pt x="89690" y="123998"/>
                  </a:lnTo>
                  <a:lnTo>
                    <a:pt x="84566" y="112724"/>
                  </a:lnTo>
                  <a:lnTo>
                    <a:pt x="65083" y="102476"/>
                  </a:lnTo>
                  <a:lnTo>
                    <a:pt x="48672" y="92222"/>
                  </a:lnTo>
                  <a:lnTo>
                    <a:pt x="37391" y="79922"/>
                  </a:lnTo>
                  <a:lnTo>
                    <a:pt x="35339" y="68648"/>
                  </a:lnTo>
                  <a:lnTo>
                    <a:pt x="28163" y="61479"/>
                  </a:lnTo>
                  <a:lnTo>
                    <a:pt x="22013" y="48153"/>
                  </a:lnTo>
                  <a:lnTo>
                    <a:pt x="13804" y="53277"/>
                  </a:lnTo>
                  <a:lnTo>
                    <a:pt x="10732" y="61472"/>
                  </a:lnTo>
                  <a:lnTo>
                    <a:pt x="2530" y="46100"/>
                  </a:lnTo>
                  <a:lnTo>
                    <a:pt x="7654" y="37905"/>
                  </a:lnTo>
                  <a:lnTo>
                    <a:pt x="9193" y="31755"/>
                  </a:lnTo>
                  <a:lnTo>
                    <a:pt x="44574" y="30216"/>
                  </a:lnTo>
                  <a:lnTo>
                    <a:pt x="53803" y="14844"/>
                  </a:lnTo>
                  <a:lnTo>
                    <a:pt x="55342" y="5616"/>
                  </a:lnTo>
                  <a:lnTo>
                    <a:pt x="64570" y="1005"/>
                  </a:lnTo>
                  <a:lnTo>
                    <a:pt x="75338" y="4077"/>
                  </a:lnTo>
                  <a:lnTo>
                    <a:pt x="84566" y="24066"/>
                  </a:lnTo>
                  <a:lnTo>
                    <a:pt x="115330" y="27144"/>
                  </a:lnTo>
                  <a:lnTo>
                    <a:pt x="121480" y="48666"/>
                  </a:lnTo>
                  <a:lnTo>
                    <a:pt x="95334" y="51737"/>
                  </a:lnTo>
                  <a:lnTo>
                    <a:pt x="76877" y="40977"/>
                  </a:lnTo>
                  <a:lnTo>
                    <a:pt x="69181" y="44055"/>
                  </a:lnTo>
                  <a:lnTo>
                    <a:pt x="66110" y="54816"/>
                  </a:lnTo>
                  <a:lnTo>
                    <a:pt x="58414" y="53277"/>
                  </a:lnTo>
                  <a:lnTo>
                    <a:pt x="52264" y="57887"/>
                  </a:lnTo>
                  <a:lnTo>
                    <a:pt x="56881" y="76337"/>
                  </a:lnTo>
                  <a:lnTo>
                    <a:pt x="72260" y="91709"/>
                  </a:lnTo>
                  <a:lnTo>
                    <a:pt x="92256" y="110159"/>
                  </a:lnTo>
                  <a:lnTo>
                    <a:pt x="93795" y="119387"/>
                  </a:lnTo>
                  <a:lnTo>
                    <a:pt x="104562" y="123998"/>
                  </a:lnTo>
                  <a:lnTo>
                    <a:pt x="104049" y="1291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6" name="Forme libre : forme 444">
              <a:extLst>
                <a:ext uri="{FF2B5EF4-FFF2-40B4-BE49-F238E27FC236}">
                  <a16:creationId xmlns:a16="http://schemas.microsoft.com/office/drawing/2014/main" id="{BA001B1F-85EF-BA3D-AA45-4B0463F1326C}"/>
                </a:ext>
              </a:extLst>
            </p:cNvPr>
            <p:cNvSpPr/>
            <p:nvPr/>
          </p:nvSpPr>
          <p:spPr>
            <a:xfrm>
              <a:off x="5945944" y="3543074"/>
              <a:ext cx="75373" cy="83021"/>
            </a:xfrm>
            <a:custGeom>
              <a:avLst/>
              <a:gdLst>
                <a:gd name="csX0" fmla="*/ 54842 w 75373"/>
                <a:gd name="csY0" fmla="*/ 84040 h 83021"/>
                <a:gd name="csX1" fmla="*/ 44074 w 75373"/>
                <a:gd name="csY1" fmla="*/ 79430 h 83021"/>
                <a:gd name="csX2" fmla="*/ 42535 w 75373"/>
                <a:gd name="csY2" fmla="*/ 70201 h 83021"/>
                <a:gd name="csX3" fmla="*/ 22539 w 75373"/>
                <a:gd name="csY3" fmla="*/ 51758 h 83021"/>
                <a:gd name="csX4" fmla="*/ 7161 w 75373"/>
                <a:gd name="csY4" fmla="*/ 36380 h 83021"/>
                <a:gd name="csX5" fmla="*/ 2543 w 75373"/>
                <a:gd name="csY5" fmla="*/ 17930 h 83021"/>
                <a:gd name="csX6" fmla="*/ 8693 w 75373"/>
                <a:gd name="csY6" fmla="*/ 13319 h 83021"/>
                <a:gd name="csX7" fmla="*/ 16389 w 75373"/>
                <a:gd name="csY7" fmla="*/ 14858 h 83021"/>
                <a:gd name="csX8" fmla="*/ 19461 w 75373"/>
                <a:gd name="csY8" fmla="*/ 4097 h 83021"/>
                <a:gd name="csX9" fmla="*/ 27157 w 75373"/>
                <a:gd name="csY9" fmla="*/ 1019 h 83021"/>
                <a:gd name="csX10" fmla="*/ 45614 w 75373"/>
                <a:gd name="csY10" fmla="*/ 11787 h 83021"/>
                <a:gd name="csX11" fmla="*/ 71766 w 75373"/>
                <a:gd name="csY11" fmla="*/ 8708 h 83021"/>
                <a:gd name="csX12" fmla="*/ 76377 w 75373"/>
                <a:gd name="csY12" fmla="*/ 25619 h 83021"/>
                <a:gd name="csX13" fmla="*/ 77916 w 75373"/>
                <a:gd name="csY13" fmla="*/ 53290 h 83021"/>
                <a:gd name="csX14" fmla="*/ 60992 w 75373"/>
                <a:gd name="csY14" fmla="*/ 74819 h 83021"/>
                <a:gd name="csX15" fmla="*/ 54842 w 75373"/>
                <a:gd name="csY15" fmla="*/ 84040 h 830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5373" h="83021">
                  <a:moveTo>
                    <a:pt x="54842" y="84040"/>
                  </a:moveTo>
                  <a:lnTo>
                    <a:pt x="44074" y="79430"/>
                  </a:lnTo>
                  <a:lnTo>
                    <a:pt x="42535" y="70201"/>
                  </a:lnTo>
                  <a:lnTo>
                    <a:pt x="22539" y="51758"/>
                  </a:lnTo>
                  <a:lnTo>
                    <a:pt x="7161" y="36380"/>
                  </a:lnTo>
                  <a:lnTo>
                    <a:pt x="2543" y="17930"/>
                  </a:lnTo>
                  <a:lnTo>
                    <a:pt x="8693" y="13319"/>
                  </a:lnTo>
                  <a:lnTo>
                    <a:pt x="16389" y="14858"/>
                  </a:lnTo>
                  <a:lnTo>
                    <a:pt x="19461" y="4097"/>
                  </a:lnTo>
                  <a:lnTo>
                    <a:pt x="27157" y="1019"/>
                  </a:lnTo>
                  <a:lnTo>
                    <a:pt x="45614" y="11787"/>
                  </a:lnTo>
                  <a:lnTo>
                    <a:pt x="71766" y="8708"/>
                  </a:lnTo>
                  <a:lnTo>
                    <a:pt x="76377" y="25619"/>
                  </a:lnTo>
                  <a:lnTo>
                    <a:pt x="77916" y="53290"/>
                  </a:lnTo>
                  <a:lnTo>
                    <a:pt x="60992" y="74819"/>
                  </a:lnTo>
                  <a:lnTo>
                    <a:pt x="54842" y="840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7" name="Forme libre : forme 445">
              <a:extLst>
                <a:ext uri="{FF2B5EF4-FFF2-40B4-BE49-F238E27FC236}">
                  <a16:creationId xmlns:a16="http://schemas.microsoft.com/office/drawing/2014/main" id="{C791E0FC-3BC3-7F43-A06D-2669157534FF}"/>
                </a:ext>
              </a:extLst>
            </p:cNvPr>
            <p:cNvSpPr/>
            <p:nvPr/>
          </p:nvSpPr>
          <p:spPr>
            <a:xfrm>
              <a:off x="5997730" y="3515403"/>
              <a:ext cx="103571" cy="127603"/>
            </a:xfrm>
            <a:custGeom>
              <a:avLst/>
              <a:gdLst>
                <a:gd name="csX0" fmla="*/ 47703 w 103571"/>
                <a:gd name="csY0" fmla="*/ 2570 h 127603"/>
                <a:gd name="csX1" fmla="*/ 41553 w 103571"/>
                <a:gd name="csY1" fmla="*/ 1031 h 127603"/>
                <a:gd name="csX2" fmla="*/ 16939 w 103571"/>
                <a:gd name="csY2" fmla="*/ 8720 h 127603"/>
                <a:gd name="csX3" fmla="*/ 13861 w 103571"/>
                <a:gd name="csY3" fmla="*/ 14870 h 127603"/>
                <a:gd name="csX4" fmla="*/ 20018 w 103571"/>
                <a:gd name="csY4" fmla="*/ 36392 h 127603"/>
                <a:gd name="csX5" fmla="*/ 24628 w 103571"/>
                <a:gd name="csY5" fmla="*/ 53302 h 127603"/>
                <a:gd name="csX6" fmla="*/ 26168 w 103571"/>
                <a:gd name="csY6" fmla="*/ 80974 h 127603"/>
                <a:gd name="csX7" fmla="*/ 9243 w 103571"/>
                <a:gd name="csY7" fmla="*/ 102502 h 127603"/>
                <a:gd name="csX8" fmla="*/ 3093 w 103571"/>
                <a:gd name="csY8" fmla="*/ 111724 h 127603"/>
                <a:gd name="csX9" fmla="*/ 2580 w 103571"/>
                <a:gd name="csY9" fmla="*/ 116848 h 127603"/>
                <a:gd name="csX10" fmla="*/ 20011 w 103571"/>
                <a:gd name="csY10" fmla="*/ 127102 h 127603"/>
                <a:gd name="csX11" fmla="*/ 26168 w 103571"/>
                <a:gd name="csY11" fmla="*/ 116334 h 127603"/>
                <a:gd name="csX12" fmla="*/ 33857 w 103571"/>
                <a:gd name="csY12" fmla="*/ 110191 h 127603"/>
                <a:gd name="csX13" fmla="*/ 49242 w 103571"/>
                <a:gd name="csY13" fmla="*/ 114802 h 127603"/>
                <a:gd name="csX14" fmla="*/ 56931 w 103571"/>
                <a:gd name="csY14" fmla="*/ 128634 h 127603"/>
                <a:gd name="csX15" fmla="*/ 73849 w 103571"/>
                <a:gd name="csY15" fmla="*/ 117874 h 127603"/>
                <a:gd name="csX16" fmla="*/ 96923 w 103571"/>
                <a:gd name="csY16" fmla="*/ 110191 h 127603"/>
                <a:gd name="csX17" fmla="*/ 106152 w 103571"/>
                <a:gd name="csY17" fmla="*/ 91741 h 127603"/>
                <a:gd name="csX18" fmla="*/ 93845 w 103571"/>
                <a:gd name="csY18" fmla="*/ 79441 h 127603"/>
                <a:gd name="csX19" fmla="*/ 101541 w 103571"/>
                <a:gd name="csY19" fmla="*/ 64070 h 127603"/>
                <a:gd name="csX20" fmla="*/ 89234 w 103571"/>
                <a:gd name="csY20" fmla="*/ 50231 h 127603"/>
                <a:gd name="csX21" fmla="*/ 60010 w 103571"/>
                <a:gd name="csY21" fmla="*/ 45620 h 127603"/>
                <a:gd name="csX22" fmla="*/ 58470 w 103571"/>
                <a:gd name="csY22" fmla="*/ 21020 h 127603"/>
                <a:gd name="csX23" fmla="*/ 47703 w 103571"/>
                <a:gd name="csY23" fmla="*/ 2570 h 127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03571" h="127603">
                  <a:moveTo>
                    <a:pt x="47703" y="2570"/>
                  </a:moveTo>
                  <a:lnTo>
                    <a:pt x="41553" y="1031"/>
                  </a:lnTo>
                  <a:lnTo>
                    <a:pt x="16939" y="8720"/>
                  </a:lnTo>
                  <a:lnTo>
                    <a:pt x="13861" y="14870"/>
                  </a:lnTo>
                  <a:lnTo>
                    <a:pt x="20018" y="36392"/>
                  </a:lnTo>
                  <a:lnTo>
                    <a:pt x="24628" y="53302"/>
                  </a:lnTo>
                  <a:lnTo>
                    <a:pt x="26168" y="80974"/>
                  </a:lnTo>
                  <a:lnTo>
                    <a:pt x="9243" y="102502"/>
                  </a:lnTo>
                  <a:lnTo>
                    <a:pt x="3093" y="111724"/>
                  </a:lnTo>
                  <a:lnTo>
                    <a:pt x="2580" y="116848"/>
                  </a:lnTo>
                  <a:lnTo>
                    <a:pt x="20011" y="127102"/>
                  </a:lnTo>
                  <a:lnTo>
                    <a:pt x="26168" y="116334"/>
                  </a:lnTo>
                  <a:lnTo>
                    <a:pt x="33857" y="110191"/>
                  </a:lnTo>
                  <a:lnTo>
                    <a:pt x="49242" y="114802"/>
                  </a:lnTo>
                  <a:lnTo>
                    <a:pt x="56931" y="128634"/>
                  </a:lnTo>
                  <a:lnTo>
                    <a:pt x="73849" y="117874"/>
                  </a:lnTo>
                  <a:lnTo>
                    <a:pt x="96923" y="110191"/>
                  </a:lnTo>
                  <a:lnTo>
                    <a:pt x="106152" y="91741"/>
                  </a:lnTo>
                  <a:lnTo>
                    <a:pt x="93845" y="79441"/>
                  </a:lnTo>
                  <a:lnTo>
                    <a:pt x="101541" y="64070"/>
                  </a:lnTo>
                  <a:lnTo>
                    <a:pt x="89234" y="50231"/>
                  </a:lnTo>
                  <a:lnTo>
                    <a:pt x="60010" y="45620"/>
                  </a:lnTo>
                  <a:lnTo>
                    <a:pt x="58470" y="21020"/>
                  </a:lnTo>
                  <a:lnTo>
                    <a:pt x="47703" y="25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8" name="Forme libre : forme 446">
              <a:extLst>
                <a:ext uri="{FF2B5EF4-FFF2-40B4-BE49-F238E27FC236}">
                  <a16:creationId xmlns:a16="http://schemas.microsoft.com/office/drawing/2014/main" id="{74AEAE23-86EF-87DD-4FE2-9D7AE029B0B6}"/>
                </a:ext>
              </a:extLst>
            </p:cNvPr>
            <p:cNvSpPr/>
            <p:nvPr/>
          </p:nvSpPr>
          <p:spPr>
            <a:xfrm>
              <a:off x="6015168" y="3624556"/>
              <a:ext cx="43063" cy="85586"/>
            </a:xfrm>
            <a:custGeom>
              <a:avLst/>
              <a:gdLst>
                <a:gd name="csX0" fmla="*/ 39489 w 43063"/>
                <a:gd name="csY0" fmla="*/ 19529 h 85586"/>
                <a:gd name="csX1" fmla="*/ 31800 w 43063"/>
                <a:gd name="csY1" fmla="*/ 5690 h 85586"/>
                <a:gd name="csX2" fmla="*/ 16415 w 43063"/>
                <a:gd name="csY2" fmla="*/ 1079 h 85586"/>
                <a:gd name="csX3" fmla="*/ 8726 w 43063"/>
                <a:gd name="csY3" fmla="*/ 7229 h 85586"/>
                <a:gd name="csX4" fmla="*/ 2576 w 43063"/>
                <a:gd name="csY4" fmla="*/ 17990 h 85586"/>
                <a:gd name="csX5" fmla="*/ 10778 w 43063"/>
                <a:gd name="csY5" fmla="*/ 28237 h 85586"/>
                <a:gd name="csX6" fmla="*/ 11804 w 43063"/>
                <a:gd name="csY6" fmla="*/ 38492 h 85586"/>
                <a:gd name="csX7" fmla="*/ 8726 w 43063"/>
                <a:gd name="csY7" fmla="*/ 51818 h 85586"/>
                <a:gd name="csX8" fmla="*/ 11804 w 43063"/>
                <a:gd name="csY8" fmla="*/ 70261 h 85586"/>
                <a:gd name="csX9" fmla="*/ 25130 w 43063"/>
                <a:gd name="csY9" fmla="*/ 86666 h 85586"/>
                <a:gd name="csX10" fmla="*/ 36411 w 43063"/>
                <a:gd name="csY10" fmla="*/ 77950 h 85586"/>
                <a:gd name="csX11" fmla="*/ 45639 w 43063"/>
                <a:gd name="csY11" fmla="*/ 62579 h 85586"/>
                <a:gd name="csX12" fmla="*/ 42568 w 43063"/>
                <a:gd name="csY12" fmla="*/ 50279 h 85586"/>
                <a:gd name="csX13" fmla="*/ 34872 w 43063"/>
                <a:gd name="csY13" fmla="*/ 34901 h 85586"/>
                <a:gd name="csX14" fmla="*/ 39489 w 43063"/>
                <a:gd name="csY14" fmla="*/ 19529 h 855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3063" h="85586">
                  <a:moveTo>
                    <a:pt x="39489" y="19529"/>
                  </a:moveTo>
                  <a:lnTo>
                    <a:pt x="31800" y="5690"/>
                  </a:lnTo>
                  <a:lnTo>
                    <a:pt x="16415" y="1079"/>
                  </a:lnTo>
                  <a:lnTo>
                    <a:pt x="8726" y="7229"/>
                  </a:lnTo>
                  <a:lnTo>
                    <a:pt x="2576" y="17990"/>
                  </a:lnTo>
                  <a:lnTo>
                    <a:pt x="10778" y="28237"/>
                  </a:lnTo>
                  <a:lnTo>
                    <a:pt x="11804" y="38492"/>
                  </a:lnTo>
                  <a:lnTo>
                    <a:pt x="8726" y="51818"/>
                  </a:lnTo>
                  <a:lnTo>
                    <a:pt x="11804" y="70261"/>
                  </a:lnTo>
                  <a:lnTo>
                    <a:pt x="25130" y="86666"/>
                  </a:lnTo>
                  <a:lnTo>
                    <a:pt x="36411" y="77950"/>
                  </a:lnTo>
                  <a:lnTo>
                    <a:pt x="45639" y="62579"/>
                  </a:lnTo>
                  <a:lnTo>
                    <a:pt x="42568" y="50279"/>
                  </a:lnTo>
                  <a:lnTo>
                    <a:pt x="34872" y="34901"/>
                  </a:lnTo>
                  <a:lnTo>
                    <a:pt x="39489" y="195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69" name="Forme libre : forme 447">
              <a:extLst>
                <a:ext uri="{FF2B5EF4-FFF2-40B4-BE49-F238E27FC236}">
                  <a16:creationId xmlns:a16="http://schemas.microsoft.com/office/drawing/2014/main" id="{3A936458-8EC2-C454-C2FA-82CEF99A0804}"/>
                </a:ext>
              </a:extLst>
            </p:cNvPr>
            <p:cNvSpPr/>
            <p:nvPr/>
          </p:nvSpPr>
          <p:spPr>
            <a:xfrm>
              <a:off x="6047464" y="3624556"/>
              <a:ext cx="53837" cy="49199"/>
            </a:xfrm>
            <a:custGeom>
              <a:avLst/>
              <a:gdLst>
                <a:gd name="csX0" fmla="*/ 7211 w 53837"/>
                <a:gd name="csY0" fmla="*/ 19515 h 49199"/>
                <a:gd name="csX1" fmla="*/ 2593 w 53837"/>
                <a:gd name="csY1" fmla="*/ 34887 h 49199"/>
                <a:gd name="csX2" fmla="*/ 10289 w 53837"/>
                <a:gd name="csY2" fmla="*/ 50265 h 49199"/>
                <a:gd name="csX3" fmla="*/ 36435 w 53837"/>
                <a:gd name="csY3" fmla="*/ 50265 h 49199"/>
                <a:gd name="csX4" fmla="*/ 45663 w 53837"/>
                <a:gd name="csY4" fmla="*/ 39504 h 49199"/>
                <a:gd name="csX5" fmla="*/ 56431 w 53837"/>
                <a:gd name="csY5" fmla="*/ 39504 h 49199"/>
                <a:gd name="csX6" fmla="*/ 54892 w 53837"/>
                <a:gd name="csY6" fmla="*/ 21054 h 49199"/>
                <a:gd name="csX7" fmla="*/ 47203 w 53837"/>
                <a:gd name="csY7" fmla="*/ 1065 h 49199"/>
                <a:gd name="csX8" fmla="*/ 24128 w 53837"/>
                <a:gd name="csY8" fmla="*/ 8754 h 49199"/>
                <a:gd name="csX9" fmla="*/ 7211 w 53837"/>
                <a:gd name="csY9" fmla="*/ 19515 h 491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3837" h="49199">
                  <a:moveTo>
                    <a:pt x="7211" y="19515"/>
                  </a:moveTo>
                  <a:lnTo>
                    <a:pt x="2593" y="34887"/>
                  </a:lnTo>
                  <a:lnTo>
                    <a:pt x="10289" y="50265"/>
                  </a:lnTo>
                  <a:lnTo>
                    <a:pt x="36435" y="50265"/>
                  </a:lnTo>
                  <a:lnTo>
                    <a:pt x="45663" y="39504"/>
                  </a:lnTo>
                  <a:lnTo>
                    <a:pt x="56431" y="39504"/>
                  </a:lnTo>
                  <a:lnTo>
                    <a:pt x="54892" y="21054"/>
                  </a:lnTo>
                  <a:lnTo>
                    <a:pt x="47203" y="1065"/>
                  </a:lnTo>
                  <a:lnTo>
                    <a:pt x="24128" y="8754"/>
                  </a:lnTo>
                  <a:lnTo>
                    <a:pt x="7211" y="195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0" name="Forme libre : forme 448">
              <a:extLst>
                <a:ext uri="{FF2B5EF4-FFF2-40B4-BE49-F238E27FC236}">
                  <a16:creationId xmlns:a16="http://schemas.microsoft.com/office/drawing/2014/main" id="{E8D33519-37A9-0006-FB18-8C6E5A0F7C60}"/>
                </a:ext>
              </a:extLst>
            </p:cNvPr>
            <p:cNvSpPr/>
            <p:nvPr/>
          </p:nvSpPr>
          <p:spPr>
            <a:xfrm>
              <a:off x="6088995" y="3578435"/>
              <a:ext cx="124080" cy="84560"/>
            </a:xfrm>
            <a:custGeom>
              <a:avLst/>
              <a:gdLst>
                <a:gd name="csX0" fmla="*/ 14943 w 124080"/>
                <a:gd name="csY0" fmla="*/ 85601 h 84560"/>
                <a:gd name="csX1" fmla="*/ 28789 w 124080"/>
                <a:gd name="csY1" fmla="*/ 80991 h 84560"/>
                <a:gd name="csX2" fmla="*/ 39556 w 124080"/>
                <a:gd name="csY2" fmla="*/ 76373 h 84560"/>
                <a:gd name="csX3" fmla="*/ 54934 w 124080"/>
                <a:gd name="csY3" fmla="*/ 79451 h 84560"/>
                <a:gd name="csX4" fmla="*/ 65702 w 124080"/>
                <a:gd name="csY4" fmla="*/ 85601 h 84560"/>
                <a:gd name="csX5" fmla="*/ 76470 w 124080"/>
                <a:gd name="csY5" fmla="*/ 84062 h 84560"/>
                <a:gd name="csX6" fmla="*/ 82627 w 124080"/>
                <a:gd name="csY6" fmla="*/ 67151 h 84560"/>
                <a:gd name="csX7" fmla="*/ 96466 w 124080"/>
                <a:gd name="csY7" fmla="*/ 62541 h 84560"/>
                <a:gd name="csX8" fmla="*/ 110312 w 124080"/>
                <a:gd name="csY8" fmla="*/ 65106 h 84560"/>
                <a:gd name="csX9" fmla="*/ 115442 w 124080"/>
                <a:gd name="csY9" fmla="*/ 54852 h 84560"/>
                <a:gd name="csX10" fmla="*/ 116462 w 124080"/>
                <a:gd name="csY10" fmla="*/ 31285 h 84560"/>
                <a:gd name="csX11" fmla="*/ 125690 w 124080"/>
                <a:gd name="csY11" fmla="*/ 25128 h 84560"/>
                <a:gd name="csX12" fmla="*/ 126716 w 124080"/>
                <a:gd name="csY12" fmla="*/ 12835 h 84560"/>
                <a:gd name="csX13" fmla="*/ 98005 w 124080"/>
                <a:gd name="csY13" fmla="*/ 1041 h 84560"/>
                <a:gd name="csX14" fmla="*/ 87237 w 124080"/>
                <a:gd name="csY14" fmla="*/ 1041 h 84560"/>
                <a:gd name="csX15" fmla="*/ 70320 w 124080"/>
                <a:gd name="csY15" fmla="*/ 13341 h 84560"/>
                <a:gd name="csX16" fmla="*/ 47245 w 124080"/>
                <a:gd name="csY16" fmla="*/ 16419 h 84560"/>
                <a:gd name="csX17" fmla="*/ 24171 w 124080"/>
                <a:gd name="csY17" fmla="*/ 10269 h 84560"/>
                <a:gd name="csX18" fmla="*/ 10332 w 124080"/>
                <a:gd name="csY18" fmla="*/ 1041 h 84560"/>
                <a:gd name="csX19" fmla="*/ 2636 w 124080"/>
                <a:gd name="csY19" fmla="*/ 16419 h 84560"/>
                <a:gd name="csX20" fmla="*/ 14943 w 124080"/>
                <a:gd name="csY20" fmla="*/ 28719 h 84560"/>
                <a:gd name="csX21" fmla="*/ 5714 w 124080"/>
                <a:gd name="csY21" fmla="*/ 47162 h 84560"/>
                <a:gd name="csX22" fmla="*/ 13403 w 124080"/>
                <a:gd name="csY22" fmla="*/ 67151 h 84560"/>
                <a:gd name="csX23" fmla="*/ 14943 w 124080"/>
                <a:gd name="csY23" fmla="*/ 85601 h 845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24080" h="84560">
                  <a:moveTo>
                    <a:pt x="14943" y="85601"/>
                  </a:moveTo>
                  <a:lnTo>
                    <a:pt x="28789" y="80991"/>
                  </a:lnTo>
                  <a:lnTo>
                    <a:pt x="39556" y="76373"/>
                  </a:lnTo>
                  <a:lnTo>
                    <a:pt x="54934" y="79451"/>
                  </a:lnTo>
                  <a:lnTo>
                    <a:pt x="65702" y="85601"/>
                  </a:lnTo>
                  <a:lnTo>
                    <a:pt x="76470" y="84062"/>
                  </a:lnTo>
                  <a:lnTo>
                    <a:pt x="82627" y="67151"/>
                  </a:lnTo>
                  <a:lnTo>
                    <a:pt x="96466" y="62541"/>
                  </a:lnTo>
                  <a:lnTo>
                    <a:pt x="110312" y="65106"/>
                  </a:lnTo>
                  <a:lnTo>
                    <a:pt x="115442" y="54852"/>
                  </a:lnTo>
                  <a:lnTo>
                    <a:pt x="116462" y="31285"/>
                  </a:lnTo>
                  <a:lnTo>
                    <a:pt x="125690" y="25128"/>
                  </a:lnTo>
                  <a:lnTo>
                    <a:pt x="126716" y="12835"/>
                  </a:lnTo>
                  <a:lnTo>
                    <a:pt x="98005" y="1041"/>
                  </a:lnTo>
                  <a:lnTo>
                    <a:pt x="87237" y="1041"/>
                  </a:lnTo>
                  <a:lnTo>
                    <a:pt x="70320" y="13341"/>
                  </a:lnTo>
                  <a:lnTo>
                    <a:pt x="47245" y="16419"/>
                  </a:lnTo>
                  <a:lnTo>
                    <a:pt x="24171" y="10269"/>
                  </a:lnTo>
                  <a:lnTo>
                    <a:pt x="10332" y="1041"/>
                  </a:lnTo>
                  <a:lnTo>
                    <a:pt x="2636" y="16419"/>
                  </a:lnTo>
                  <a:lnTo>
                    <a:pt x="14943" y="28719"/>
                  </a:lnTo>
                  <a:lnTo>
                    <a:pt x="5714" y="47162"/>
                  </a:lnTo>
                  <a:lnTo>
                    <a:pt x="13403" y="67151"/>
                  </a:lnTo>
                  <a:lnTo>
                    <a:pt x="14943" y="856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1" name="Forme libre : forme 449">
              <a:extLst>
                <a:ext uri="{FF2B5EF4-FFF2-40B4-BE49-F238E27FC236}">
                  <a16:creationId xmlns:a16="http://schemas.microsoft.com/office/drawing/2014/main" id="{3344B71C-200F-6AEE-4110-E01E156F614A}"/>
                </a:ext>
              </a:extLst>
            </p:cNvPr>
            <p:cNvSpPr/>
            <p:nvPr/>
          </p:nvSpPr>
          <p:spPr>
            <a:xfrm>
              <a:off x="6163369" y="3639935"/>
              <a:ext cx="57915" cy="53803"/>
            </a:xfrm>
            <a:custGeom>
              <a:avLst/>
              <a:gdLst>
                <a:gd name="csX0" fmla="*/ 8281 w 57915"/>
                <a:gd name="csY0" fmla="*/ 5689 h 53803"/>
                <a:gd name="csX1" fmla="*/ 22127 w 57915"/>
                <a:gd name="csY1" fmla="*/ 1078 h 53803"/>
                <a:gd name="csX2" fmla="*/ 35973 w 57915"/>
                <a:gd name="csY2" fmla="*/ 3637 h 53803"/>
                <a:gd name="csX3" fmla="*/ 60580 w 57915"/>
                <a:gd name="csY3" fmla="*/ 27211 h 53803"/>
                <a:gd name="csX4" fmla="*/ 59554 w 57915"/>
                <a:gd name="csY4" fmla="*/ 35413 h 53803"/>
                <a:gd name="csX5" fmla="*/ 47247 w 57915"/>
                <a:gd name="csY5" fmla="*/ 35413 h 53803"/>
                <a:gd name="csX6" fmla="*/ 33914 w 57915"/>
                <a:gd name="csY6" fmla="*/ 33361 h 53803"/>
                <a:gd name="csX7" fmla="*/ 30842 w 57915"/>
                <a:gd name="csY7" fmla="*/ 40537 h 53803"/>
                <a:gd name="csX8" fmla="*/ 14431 w 57915"/>
                <a:gd name="csY8" fmla="*/ 43608 h 53803"/>
                <a:gd name="csX9" fmla="*/ 4177 w 57915"/>
                <a:gd name="csY9" fmla="*/ 54882 h 53803"/>
                <a:gd name="csX10" fmla="*/ 3150 w 57915"/>
                <a:gd name="csY10" fmla="*/ 49758 h 53803"/>
                <a:gd name="csX11" fmla="*/ 8281 w 57915"/>
                <a:gd name="csY11" fmla="*/ 43608 h 53803"/>
                <a:gd name="csX12" fmla="*/ 2665 w 57915"/>
                <a:gd name="csY12" fmla="*/ 41296 h 53803"/>
                <a:gd name="csX13" fmla="*/ 12899 w 57915"/>
                <a:gd name="csY13" fmla="*/ 28750 h 53803"/>
                <a:gd name="csX14" fmla="*/ 15970 w 57915"/>
                <a:gd name="csY14" fmla="*/ 16450 h 53803"/>
                <a:gd name="csX15" fmla="*/ 8281 w 57915"/>
                <a:gd name="csY15" fmla="*/ 5689 h 538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7915" h="53803">
                  <a:moveTo>
                    <a:pt x="8281" y="5689"/>
                  </a:moveTo>
                  <a:lnTo>
                    <a:pt x="22127" y="1078"/>
                  </a:lnTo>
                  <a:lnTo>
                    <a:pt x="35973" y="3637"/>
                  </a:lnTo>
                  <a:lnTo>
                    <a:pt x="60580" y="27211"/>
                  </a:lnTo>
                  <a:lnTo>
                    <a:pt x="59554" y="35413"/>
                  </a:lnTo>
                  <a:lnTo>
                    <a:pt x="47247" y="35413"/>
                  </a:lnTo>
                  <a:lnTo>
                    <a:pt x="33914" y="33361"/>
                  </a:lnTo>
                  <a:lnTo>
                    <a:pt x="30842" y="40537"/>
                  </a:lnTo>
                  <a:lnTo>
                    <a:pt x="14431" y="43608"/>
                  </a:lnTo>
                  <a:lnTo>
                    <a:pt x="4177" y="54882"/>
                  </a:lnTo>
                  <a:lnTo>
                    <a:pt x="3150" y="49758"/>
                  </a:lnTo>
                  <a:lnTo>
                    <a:pt x="8281" y="43608"/>
                  </a:lnTo>
                  <a:lnTo>
                    <a:pt x="2665" y="41296"/>
                  </a:lnTo>
                  <a:lnTo>
                    <a:pt x="12899" y="28750"/>
                  </a:lnTo>
                  <a:lnTo>
                    <a:pt x="15970" y="16450"/>
                  </a:lnTo>
                  <a:lnTo>
                    <a:pt x="8281" y="5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2" name="Forme libre : forme 450">
              <a:extLst>
                <a:ext uri="{FF2B5EF4-FFF2-40B4-BE49-F238E27FC236}">
                  <a16:creationId xmlns:a16="http://schemas.microsoft.com/office/drawing/2014/main" id="{68FAAD2E-7F64-A6EF-1030-5C35193328C7}"/>
                </a:ext>
              </a:extLst>
            </p:cNvPr>
            <p:cNvSpPr/>
            <p:nvPr/>
          </p:nvSpPr>
          <p:spPr>
            <a:xfrm>
              <a:off x="6037722" y="3644552"/>
              <a:ext cx="138959" cy="152709"/>
            </a:xfrm>
            <a:custGeom>
              <a:avLst/>
              <a:gdLst>
                <a:gd name="csX0" fmla="*/ 128272 w 138959"/>
                <a:gd name="csY0" fmla="*/ 36721 h 152709"/>
                <a:gd name="csX1" fmla="*/ 138506 w 138959"/>
                <a:gd name="csY1" fmla="*/ 24175 h 152709"/>
                <a:gd name="csX2" fmla="*/ 141584 w 138959"/>
                <a:gd name="csY2" fmla="*/ 11875 h 152709"/>
                <a:gd name="csX3" fmla="*/ 133888 w 138959"/>
                <a:gd name="csY3" fmla="*/ 1114 h 152709"/>
                <a:gd name="csX4" fmla="*/ 127738 w 138959"/>
                <a:gd name="csY4" fmla="*/ 18025 h 152709"/>
                <a:gd name="csX5" fmla="*/ 116970 w 138959"/>
                <a:gd name="csY5" fmla="*/ 19557 h 152709"/>
                <a:gd name="csX6" fmla="*/ 106203 w 138959"/>
                <a:gd name="csY6" fmla="*/ 13407 h 152709"/>
                <a:gd name="csX7" fmla="*/ 90818 w 138959"/>
                <a:gd name="csY7" fmla="*/ 10336 h 152709"/>
                <a:gd name="csX8" fmla="*/ 80050 w 138959"/>
                <a:gd name="csY8" fmla="*/ 14946 h 152709"/>
                <a:gd name="csX9" fmla="*/ 66211 w 138959"/>
                <a:gd name="csY9" fmla="*/ 19557 h 152709"/>
                <a:gd name="csX10" fmla="*/ 55443 w 138959"/>
                <a:gd name="csY10" fmla="*/ 19557 h 152709"/>
                <a:gd name="csX11" fmla="*/ 46215 w 138959"/>
                <a:gd name="csY11" fmla="*/ 30318 h 152709"/>
                <a:gd name="csX12" fmla="*/ 20062 w 138959"/>
                <a:gd name="csY12" fmla="*/ 30318 h 152709"/>
                <a:gd name="csX13" fmla="*/ 23140 w 138959"/>
                <a:gd name="csY13" fmla="*/ 42618 h 152709"/>
                <a:gd name="csX14" fmla="*/ 13912 w 138959"/>
                <a:gd name="csY14" fmla="*/ 57989 h 152709"/>
                <a:gd name="csX15" fmla="*/ 2624 w 138959"/>
                <a:gd name="csY15" fmla="*/ 66705 h 152709"/>
                <a:gd name="csX16" fmla="*/ 5703 w 138959"/>
                <a:gd name="csY16" fmla="*/ 75926 h 152709"/>
                <a:gd name="csX17" fmla="*/ 13912 w 138959"/>
                <a:gd name="csY17" fmla="*/ 84129 h 152709"/>
                <a:gd name="csX18" fmla="*/ 18010 w 138959"/>
                <a:gd name="csY18" fmla="*/ 96428 h 152709"/>
                <a:gd name="csX19" fmla="*/ 28264 w 138959"/>
                <a:gd name="csY19" fmla="*/ 105650 h 152709"/>
                <a:gd name="csX20" fmla="*/ 40571 w 138959"/>
                <a:gd name="csY20" fmla="*/ 102578 h 152709"/>
                <a:gd name="csX21" fmla="*/ 58002 w 138959"/>
                <a:gd name="csY21" fmla="*/ 103605 h 152709"/>
                <a:gd name="csX22" fmla="*/ 62106 w 138959"/>
                <a:gd name="csY22" fmla="*/ 110781 h 152709"/>
                <a:gd name="csX23" fmla="*/ 41597 w 138959"/>
                <a:gd name="csY23" fmla="*/ 109755 h 152709"/>
                <a:gd name="csX24" fmla="*/ 28264 w 138959"/>
                <a:gd name="csY24" fmla="*/ 112826 h 152709"/>
                <a:gd name="csX25" fmla="*/ 28264 w 138959"/>
                <a:gd name="csY25" fmla="*/ 121028 h 152709"/>
                <a:gd name="csX26" fmla="*/ 36466 w 138959"/>
                <a:gd name="csY26" fmla="*/ 129224 h 152709"/>
                <a:gd name="csX27" fmla="*/ 33388 w 138959"/>
                <a:gd name="csY27" fmla="*/ 140498 h 152709"/>
                <a:gd name="csX28" fmla="*/ 36466 w 138959"/>
                <a:gd name="csY28" fmla="*/ 144602 h 152709"/>
                <a:gd name="csX29" fmla="*/ 45702 w 138959"/>
                <a:gd name="csY29" fmla="*/ 145628 h 152709"/>
                <a:gd name="csX30" fmla="*/ 50826 w 138959"/>
                <a:gd name="csY30" fmla="*/ 151778 h 152709"/>
                <a:gd name="csX31" fmla="*/ 59028 w 138959"/>
                <a:gd name="csY31" fmla="*/ 151778 h 152709"/>
                <a:gd name="csX32" fmla="*/ 67230 w 138959"/>
                <a:gd name="csY32" fmla="*/ 153824 h 152709"/>
                <a:gd name="csX33" fmla="*/ 66211 w 138959"/>
                <a:gd name="csY33" fmla="*/ 138452 h 152709"/>
                <a:gd name="csX34" fmla="*/ 60054 w 138959"/>
                <a:gd name="csY34" fmla="*/ 132302 h 152709"/>
                <a:gd name="csX35" fmla="*/ 62106 w 138959"/>
                <a:gd name="csY35" fmla="*/ 129224 h 152709"/>
                <a:gd name="csX36" fmla="*/ 71335 w 138959"/>
                <a:gd name="csY36" fmla="*/ 131276 h 152709"/>
                <a:gd name="csX37" fmla="*/ 73387 w 138959"/>
                <a:gd name="csY37" fmla="*/ 118976 h 152709"/>
                <a:gd name="csX38" fmla="*/ 85694 w 138959"/>
                <a:gd name="csY38" fmla="*/ 117950 h 152709"/>
                <a:gd name="csX39" fmla="*/ 85694 w 138959"/>
                <a:gd name="csY39" fmla="*/ 108728 h 152709"/>
                <a:gd name="csX40" fmla="*/ 75439 w 138959"/>
                <a:gd name="csY40" fmla="*/ 98481 h 152709"/>
                <a:gd name="csX41" fmla="*/ 61080 w 138959"/>
                <a:gd name="csY41" fmla="*/ 93350 h 152709"/>
                <a:gd name="csX42" fmla="*/ 64159 w 138959"/>
                <a:gd name="csY42" fmla="*/ 73881 h 152709"/>
                <a:gd name="csX43" fmla="*/ 50826 w 138959"/>
                <a:gd name="csY43" fmla="*/ 56457 h 152709"/>
                <a:gd name="csX44" fmla="*/ 51852 w 138959"/>
                <a:gd name="csY44" fmla="*/ 46209 h 152709"/>
                <a:gd name="csX45" fmla="*/ 59028 w 138959"/>
                <a:gd name="csY45" fmla="*/ 43131 h 152709"/>
                <a:gd name="csX46" fmla="*/ 64159 w 138959"/>
                <a:gd name="csY46" fmla="*/ 46209 h 152709"/>
                <a:gd name="csX47" fmla="*/ 65185 w 138959"/>
                <a:gd name="csY47" fmla="*/ 52359 h 152709"/>
                <a:gd name="csX48" fmla="*/ 72361 w 138959"/>
                <a:gd name="csY48" fmla="*/ 60555 h 152709"/>
                <a:gd name="csX49" fmla="*/ 75439 w 138959"/>
                <a:gd name="csY49" fmla="*/ 59529 h 152709"/>
                <a:gd name="csX50" fmla="*/ 73387 w 138959"/>
                <a:gd name="csY50" fmla="*/ 52359 h 152709"/>
                <a:gd name="csX51" fmla="*/ 77491 w 138959"/>
                <a:gd name="csY51" fmla="*/ 51333 h 152709"/>
                <a:gd name="csX52" fmla="*/ 79537 w 138959"/>
                <a:gd name="csY52" fmla="*/ 59529 h 152709"/>
                <a:gd name="csX53" fmla="*/ 82615 w 138959"/>
                <a:gd name="csY53" fmla="*/ 59529 h 152709"/>
                <a:gd name="csX54" fmla="*/ 81589 w 138959"/>
                <a:gd name="csY54" fmla="*/ 53379 h 152709"/>
                <a:gd name="csX55" fmla="*/ 87746 w 138959"/>
                <a:gd name="csY55" fmla="*/ 55431 h 152709"/>
                <a:gd name="csX56" fmla="*/ 89791 w 138959"/>
                <a:gd name="csY56" fmla="*/ 51333 h 152709"/>
                <a:gd name="csX57" fmla="*/ 80563 w 138959"/>
                <a:gd name="csY57" fmla="*/ 46209 h 152709"/>
                <a:gd name="csX58" fmla="*/ 80563 w 138959"/>
                <a:gd name="csY58" fmla="*/ 36981 h 152709"/>
                <a:gd name="csX59" fmla="*/ 91844 w 138959"/>
                <a:gd name="csY59" fmla="*/ 34929 h 152709"/>
                <a:gd name="csX60" fmla="*/ 100053 w 138959"/>
                <a:gd name="csY60" fmla="*/ 32883 h 152709"/>
                <a:gd name="csX61" fmla="*/ 106203 w 138959"/>
                <a:gd name="csY61" fmla="*/ 34936 h 152709"/>
                <a:gd name="csX62" fmla="*/ 116457 w 138959"/>
                <a:gd name="csY62" fmla="*/ 31857 h 152709"/>
                <a:gd name="csX63" fmla="*/ 128272 w 138959"/>
                <a:gd name="csY63" fmla="*/ 36721 h 152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138959" h="152709">
                  <a:moveTo>
                    <a:pt x="128272" y="36721"/>
                  </a:moveTo>
                  <a:lnTo>
                    <a:pt x="138506" y="24175"/>
                  </a:lnTo>
                  <a:lnTo>
                    <a:pt x="141584" y="11875"/>
                  </a:lnTo>
                  <a:lnTo>
                    <a:pt x="133888" y="1114"/>
                  </a:lnTo>
                  <a:lnTo>
                    <a:pt x="127738" y="18025"/>
                  </a:lnTo>
                  <a:lnTo>
                    <a:pt x="116970" y="19557"/>
                  </a:lnTo>
                  <a:lnTo>
                    <a:pt x="106203" y="13407"/>
                  </a:lnTo>
                  <a:lnTo>
                    <a:pt x="90818" y="10336"/>
                  </a:lnTo>
                  <a:lnTo>
                    <a:pt x="80050" y="14946"/>
                  </a:lnTo>
                  <a:lnTo>
                    <a:pt x="66211" y="19557"/>
                  </a:lnTo>
                  <a:lnTo>
                    <a:pt x="55443" y="19557"/>
                  </a:lnTo>
                  <a:lnTo>
                    <a:pt x="46215" y="30318"/>
                  </a:lnTo>
                  <a:lnTo>
                    <a:pt x="20062" y="30318"/>
                  </a:lnTo>
                  <a:lnTo>
                    <a:pt x="23140" y="42618"/>
                  </a:lnTo>
                  <a:lnTo>
                    <a:pt x="13912" y="57989"/>
                  </a:lnTo>
                  <a:lnTo>
                    <a:pt x="2624" y="66705"/>
                  </a:lnTo>
                  <a:lnTo>
                    <a:pt x="5703" y="75926"/>
                  </a:lnTo>
                  <a:lnTo>
                    <a:pt x="13912" y="84129"/>
                  </a:lnTo>
                  <a:lnTo>
                    <a:pt x="18010" y="96428"/>
                  </a:lnTo>
                  <a:lnTo>
                    <a:pt x="28264" y="105650"/>
                  </a:lnTo>
                  <a:lnTo>
                    <a:pt x="40571" y="102578"/>
                  </a:lnTo>
                  <a:lnTo>
                    <a:pt x="58002" y="103605"/>
                  </a:lnTo>
                  <a:lnTo>
                    <a:pt x="62106" y="110781"/>
                  </a:lnTo>
                  <a:lnTo>
                    <a:pt x="41597" y="109755"/>
                  </a:lnTo>
                  <a:lnTo>
                    <a:pt x="28264" y="112826"/>
                  </a:lnTo>
                  <a:lnTo>
                    <a:pt x="28264" y="121028"/>
                  </a:lnTo>
                  <a:lnTo>
                    <a:pt x="36466" y="129224"/>
                  </a:lnTo>
                  <a:lnTo>
                    <a:pt x="33388" y="140498"/>
                  </a:lnTo>
                  <a:lnTo>
                    <a:pt x="36466" y="144602"/>
                  </a:lnTo>
                  <a:lnTo>
                    <a:pt x="45702" y="145628"/>
                  </a:lnTo>
                  <a:lnTo>
                    <a:pt x="50826" y="151778"/>
                  </a:lnTo>
                  <a:lnTo>
                    <a:pt x="59028" y="151778"/>
                  </a:lnTo>
                  <a:lnTo>
                    <a:pt x="67230" y="153824"/>
                  </a:lnTo>
                  <a:lnTo>
                    <a:pt x="66211" y="138452"/>
                  </a:lnTo>
                  <a:lnTo>
                    <a:pt x="60054" y="132302"/>
                  </a:lnTo>
                  <a:lnTo>
                    <a:pt x="62106" y="129224"/>
                  </a:lnTo>
                  <a:lnTo>
                    <a:pt x="71335" y="131276"/>
                  </a:lnTo>
                  <a:lnTo>
                    <a:pt x="73387" y="118976"/>
                  </a:lnTo>
                  <a:lnTo>
                    <a:pt x="85694" y="117950"/>
                  </a:lnTo>
                  <a:lnTo>
                    <a:pt x="85694" y="108728"/>
                  </a:lnTo>
                  <a:lnTo>
                    <a:pt x="75439" y="98481"/>
                  </a:lnTo>
                  <a:lnTo>
                    <a:pt x="61080" y="93350"/>
                  </a:lnTo>
                  <a:lnTo>
                    <a:pt x="64159" y="73881"/>
                  </a:lnTo>
                  <a:lnTo>
                    <a:pt x="50826" y="56457"/>
                  </a:lnTo>
                  <a:lnTo>
                    <a:pt x="51852" y="46209"/>
                  </a:lnTo>
                  <a:lnTo>
                    <a:pt x="59028" y="43131"/>
                  </a:lnTo>
                  <a:lnTo>
                    <a:pt x="64159" y="46209"/>
                  </a:lnTo>
                  <a:lnTo>
                    <a:pt x="65185" y="52359"/>
                  </a:lnTo>
                  <a:lnTo>
                    <a:pt x="72361" y="60555"/>
                  </a:lnTo>
                  <a:lnTo>
                    <a:pt x="75439" y="59529"/>
                  </a:lnTo>
                  <a:lnTo>
                    <a:pt x="73387" y="52359"/>
                  </a:lnTo>
                  <a:lnTo>
                    <a:pt x="77491" y="51333"/>
                  </a:lnTo>
                  <a:lnTo>
                    <a:pt x="79537" y="59529"/>
                  </a:lnTo>
                  <a:lnTo>
                    <a:pt x="82615" y="59529"/>
                  </a:lnTo>
                  <a:lnTo>
                    <a:pt x="81589" y="53379"/>
                  </a:lnTo>
                  <a:lnTo>
                    <a:pt x="87746" y="55431"/>
                  </a:lnTo>
                  <a:lnTo>
                    <a:pt x="89791" y="51333"/>
                  </a:lnTo>
                  <a:lnTo>
                    <a:pt x="80563" y="46209"/>
                  </a:lnTo>
                  <a:lnTo>
                    <a:pt x="80563" y="36981"/>
                  </a:lnTo>
                  <a:lnTo>
                    <a:pt x="91844" y="34929"/>
                  </a:lnTo>
                  <a:lnTo>
                    <a:pt x="100053" y="32883"/>
                  </a:lnTo>
                  <a:lnTo>
                    <a:pt x="106203" y="34936"/>
                  </a:lnTo>
                  <a:lnTo>
                    <a:pt x="116457" y="31857"/>
                  </a:lnTo>
                  <a:lnTo>
                    <a:pt x="128272" y="367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3" name="Forme libre : forme 451">
              <a:extLst>
                <a:ext uri="{FF2B5EF4-FFF2-40B4-BE49-F238E27FC236}">
                  <a16:creationId xmlns:a16="http://schemas.microsoft.com/office/drawing/2014/main" id="{491BEAFE-C71B-CCEB-C63D-92B21EF7F473}"/>
                </a:ext>
              </a:extLst>
            </p:cNvPr>
            <p:cNvSpPr/>
            <p:nvPr/>
          </p:nvSpPr>
          <p:spPr>
            <a:xfrm>
              <a:off x="6042853" y="3456981"/>
              <a:ext cx="195869" cy="136825"/>
            </a:xfrm>
            <a:custGeom>
              <a:avLst/>
              <a:gdLst>
                <a:gd name="csX0" fmla="*/ 56468 w 195869"/>
                <a:gd name="csY0" fmla="*/ 122435 h 136825"/>
                <a:gd name="csX1" fmla="*/ 70314 w 195869"/>
                <a:gd name="csY1" fmla="*/ 131663 h 136825"/>
                <a:gd name="csX2" fmla="*/ 93389 w 195869"/>
                <a:gd name="csY2" fmla="*/ 137806 h 136825"/>
                <a:gd name="csX3" fmla="*/ 116456 w 195869"/>
                <a:gd name="csY3" fmla="*/ 134735 h 136825"/>
                <a:gd name="csX4" fmla="*/ 133381 w 195869"/>
                <a:gd name="csY4" fmla="*/ 122435 h 136825"/>
                <a:gd name="csX5" fmla="*/ 144148 w 195869"/>
                <a:gd name="csY5" fmla="*/ 122435 h 136825"/>
                <a:gd name="csX6" fmla="*/ 172860 w 195869"/>
                <a:gd name="csY6" fmla="*/ 134222 h 136825"/>
                <a:gd name="csX7" fmla="*/ 177983 w 195869"/>
                <a:gd name="csY7" fmla="*/ 113726 h 136825"/>
                <a:gd name="csX8" fmla="*/ 198499 w 195869"/>
                <a:gd name="csY8" fmla="*/ 92205 h 136825"/>
                <a:gd name="csX9" fmla="*/ 195421 w 195869"/>
                <a:gd name="csY9" fmla="*/ 82976 h 136825"/>
                <a:gd name="csX10" fmla="*/ 184140 w 195869"/>
                <a:gd name="csY10" fmla="*/ 84003 h 136825"/>
                <a:gd name="csX11" fmla="*/ 173373 w 195869"/>
                <a:gd name="csY11" fmla="*/ 80924 h 136825"/>
                <a:gd name="csX12" fmla="*/ 173373 w 195869"/>
                <a:gd name="csY12" fmla="*/ 67092 h 136825"/>
                <a:gd name="csX13" fmla="*/ 165683 w 195869"/>
                <a:gd name="csY13" fmla="*/ 57863 h 136825"/>
                <a:gd name="csX14" fmla="*/ 156455 w 195869"/>
                <a:gd name="csY14" fmla="*/ 22503 h 136825"/>
                <a:gd name="csX15" fmla="*/ 144148 w 195869"/>
                <a:gd name="csY15" fmla="*/ 4060 h 136825"/>
                <a:gd name="csX16" fmla="*/ 130302 w 195869"/>
                <a:gd name="csY16" fmla="*/ 981 h 136825"/>
                <a:gd name="csX17" fmla="*/ 114924 w 195869"/>
                <a:gd name="csY17" fmla="*/ 8670 h 136825"/>
                <a:gd name="csX18" fmla="*/ 94928 w 195869"/>
                <a:gd name="csY18" fmla="*/ 13281 h 136825"/>
                <a:gd name="csX19" fmla="*/ 74932 w 195869"/>
                <a:gd name="csY19" fmla="*/ 4060 h 136825"/>
                <a:gd name="csX20" fmla="*/ 59547 w 195869"/>
                <a:gd name="csY20" fmla="*/ 981 h 136825"/>
                <a:gd name="csX21" fmla="*/ 42629 w 195869"/>
                <a:gd name="csY21" fmla="*/ 11742 h 136825"/>
                <a:gd name="csX22" fmla="*/ 25705 w 195869"/>
                <a:gd name="csY22" fmla="*/ 31724 h 136825"/>
                <a:gd name="csX23" fmla="*/ 19555 w 195869"/>
                <a:gd name="csY23" fmla="*/ 56324 h 136825"/>
                <a:gd name="csX24" fmla="*/ 2630 w 195869"/>
                <a:gd name="csY24" fmla="*/ 60935 h 136825"/>
                <a:gd name="csX25" fmla="*/ 13398 w 195869"/>
                <a:gd name="csY25" fmla="*/ 79385 h 136825"/>
                <a:gd name="csX26" fmla="*/ 14937 w 195869"/>
                <a:gd name="csY26" fmla="*/ 103985 h 136825"/>
                <a:gd name="csX27" fmla="*/ 44161 w 195869"/>
                <a:gd name="csY27" fmla="*/ 108596 h 136825"/>
                <a:gd name="csX28" fmla="*/ 56468 w 195869"/>
                <a:gd name="csY28" fmla="*/ 122435 h 136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95869" h="136825">
                  <a:moveTo>
                    <a:pt x="56468" y="122435"/>
                  </a:moveTo>
                  <a:lnTo>
                    <a:pt x="70314" y="131663"/>
                  </a:lnTo>
                  <a:lnTo>
                    <a:pt x="93389" y="137806"/>
                  </a:lnTo>
                  <a:lnTo>
                    <a:pt x="116456" y="134735"/>
                  </a:lnTo>
                  <a:lnTo>
                    <a:pt x="133381" y="122435"/>
                  </a:lnTo>
                  <a:lnTo>
                    <a:pt x="144148" y="122435"/>
                  </a:lnTo>
                  <a:lnTo>
                    <a:pt x="172860" y="134222"/>
                  </a:lnTo>
                  <a:lnTo>
                    <a:pt x="177983" y="113726"/>
                  </a:lnTo>
                  <a:lnTo>
                    <a:pt x="198499" y="92205"/>
                  </a:lnTo>
                  <a:lnTo>
                    <a:pt x="195421" y="82976"/>
                  </a:lnTo>
                  <a:lnTo>
                    <a:pt x="184140" y="84003"/>
                  </a:lnTo>
                  <a:lnTo>
                    <a:pt x="173373" y="80924"/>
                  </a:lnTo>
                  <a:lnTo>
                    <a:pt x="173373" y="67092"/>
                  </a:lnTo>
                  <a:lnTo>
                    <a:pt x="165683" y="57863"/>
                  </a:lnTo>
                  <a:lnTo>
                    <a:pt x="156455" y="22503"/>
                  </a:lnTo>
                  <a:lnTo>
                    <a:pt x="144148" y="4060"/>
                  </a:lnTo>
                  <a:lnTo>
                    <a:pt x="130302" y="981"/>
                  </a:lnTo>
                  <a:lnTo>
                    <a:pt x="114924" y="8670"/>
                  </a:lnTo>
                  <a:lnTo>
                    <a:pt x="94928" y="13281"/>
                  </a:lnTo>
                  <a:lnTo>
                    <a:pt x="74932" y="4060"/>
                  </a:lnTo>
                  <a:lnTo>
                    <a:pt x="59547" y="981"/>
                  </a:lnTo>
                  <a:lnTo>
                    <a:pt x="42629" y="11742"/>
                  </a:lnTo>
                  <a:lnTo>
                    <a:pt x="25705" y="31724"/>
                  </a:lnTo>
                  <a:lnTo>
                    <a:pt x="19555" y="56324"/>
                  </a:lnTo>
                  <a:lnTo>
                    <a:pt x="2630" y="60935"/>
                  </a:lnTo>
                  <a:lnTo>
                    <a:pt x="13398" y="79385"/>
                  </a:lnTo>
                  <a:lnTo>
                    <a:pt x="14937" y="103985"/>
                  </a:lnTo>
                  <a:lnTo>
                    <a:pt x="44161" y="108596"/>
                  </a:lnTo>
                  <a:lnTo>
                    <a:pt x="56468" y="12243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4" name="Forme libre : forme 452">
              <a:extLst>
                <a:ext uri="{FF2B5EF4-FFF2-40B4-BE49-F238E27FC236}">
                  <a16:creationId xmlns:a16="http://schemas.microsoft.com/office/drawing/2014/main" id="{A32F54FB-0B65-471A-C9DD-53CB9F0611C9}"/>
                </a:ext>
              </a:extLst>
            </p:cNvPr>
            <p:cNvSpPr/>
            <p:nvPr/>
          </p:nvSpPr>
          <p:spPr>
            <a:xfrm>
              <a:off x="6170525" y="3447760"/>
              <a:ext cx="75373" cy="92242"/>
            </a:xfrm>
            <a:custGeom>
              <a:avLst/>
              <a:gdLst>
                <a:gd name="csX0" fmla="*/ 2672 w 75373"/>
                <a:gd name="csY0" fmla="*/ 10197 h 92242"/>
                <a:gd name="csX1" fmla="*/ 16511 w 75373"/>
                <a:gd name="csY1" fmla="*/ 13275 h 92242"/>
                <a:gd name="csX2" fmla="*/ 28818 w 75373"/>
                <a:gd name="csY2" fmla="*/ 31718 h 92242"/>
                <a:gd name="csX3" fmla="*/ 38053 w 75373"/>
                <a:gd name="csY3" fmla="*/ 67079 h 92242"/>
                <a:gd name="csX4" fmla="*/ 45743 w 75373"/>
                <a:gd name="csY4" fmla="*/ 76307 h 92242"/>
                <a:gd name="csX5" fmla="*/ 45736 w 75373"/>
                <a:gd name="csY5" fmla="*/ 90140 h 92242"/>
                <a:gd name="csX6" fmla="*/ 56510 w 75373"/>
                <a:gd name="csY6" fmla="*/ 93218 h 92242"/>
                <a:gd name="csX7" fmla="*/ 58049 w 75373"/>
                <a:gd name="csY7" fmla="*/ 74768 h 92242"/>
                <a:gd name="csX8" fmla="*/ 65739 w 75373"/>
                <a:gd name="csY8" fmla="*/ 60929 h 92242"/>
                <a:gd name="csX9" fmla="*/ 74967 w 75373"/>
                <a:gd name="csY9" fmla="*/ 62468 h 92242"/>
                <a:gd name="csX10" fmla="*/ 78045 w 75373"/>
                <a:gd name="csY10" fmla="*/ 53247 h 92242"/>
                <a:gd name="csX11" fmla="*/ 68810 w 75373"/>
                <a:gd name="csY11" fmla="*/ 44018 h 92242"/>
                <a:gd name="csX12" fmla="*/ 62660 w 75373"/>
                <a:gd name="csY12" fmla="*/ 16347 h 92242"/>
                <a:gd name="csX13" fmla="*/ 50360 w 75373"/>
                <a:gd name="csY13" fmla="*/ 975 h 92242"/>
                <a:gd name="csX14" fmla="*/ 18057 w 75373"/>
                <a:gd name="csY14" fmla="*/ 975 h 92242"/>
                <a:gd name="csX15" fmla="*/ 2672 w 75373"/>
                <a:gd name="csY15" fmla="*/ 10197 h 92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5373" h="92242">
                  <a:moveTo>
                    <a:pt x="2672" y="10197"/>
                  </a:moveTo>
                  <a:lnTo>
                    <a:pt x="16511" y="13275"/>
                  </a:lnTo>
                  <a:lnTo>
                    <a:pt x="28818" y="31718"/>
                  </a:lnTo>
                  <a:lnTo>
                    <a:pt x="38053" y="67079"/>
                  </a:lnTo>
                  <a:lnTo>
                    <a:pt x="45743" y="76307"/>
                  </a:lnTo>
                  <a:lnTo>
                    <a:pt x="45736" y="90140"/>
                  </a:lnTo>
                  <a:lnTo>
                    <a:pt x="56510" y="93218"/>
                  </a:lnTo>
                  <a:lnTo>
                    <a:pt x="58049" y="74768"/>
                  </a:lnTo>
                  <a:lnTo>
                    <a:pt x="65739" y="60929"/>
                  </a:lnTo>
                  <a:lnTo>
                    <a:pt x="74967" y="62468"/>
                  </a:lnTo>
                  <a:lnTo>
                    <a:pt x="78045" y="53247"/>
                  </a:lnTo>
                  <a:lnTo>
                    <a:pt x="68810" y="44018"/>
                  </a:lnTo>
                  <a:lnTo>
                    <a:pt x="62660" y="16347"/>
                  </a:lnTo>
                  <a:lnTo>
                    <a:pt x="50360" y="975"/>
                  </a:lnTo>
                  <a:lnTo>
                    <a:pt x="18057" y="975"/>
                  </a:lnTo>
                  <a:lnTo>
                    <a:pt x="2672" y="101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5" name="Forme libre : forme 453">
              <a:extLst>
                <a:ext uri="{FF2B5EF4-FFF2-40B4-BE49-F238E27FC236}">
                  <a16:creationId xmlns:a16="http://schemas.microsoft.com/office/drawing/2014/main" id="{AC68DB73-0CFD-0A52-0655-273E2A8744BA}"/>
                </a:ext>
              </a:extLst>
            </p:cNvPr>
            <p:cNvSpPr/>
            <p:nvPr/>
          </p:nvSpPr>
          <p:spPr>
            <a:xfrm>
              <a:off x="6359313" y="3803610"/>
              <a:ext cx="30592" cy="73601"/>
            </a:xfrm>
            <a:custGeom>
              <a:avLst/>
              <a:gdLst>
                <a:gd name="csX0" fmla="*/ 19081 w 30592"/>
                <a:gd name="csY0" fmla="*/ 68115 h 73601"/>
                <a:gd name="csX1" fmla="*/ 12931 w 30592"/>
                <a:gd name="csY1" fmla="*/ 67089 h 73601"/>
                <a:gd name="csX2" fmla="*/ 9340 w 30592"/>
                <a:gd name="csY2" fmla="*/ 74778 h 73601"/>
                <a:gd name="csX3" fmla="*/ 3320 w 30592"/>
                <a:gd name="csY3" fmla="*/ 72596 h 73601"/>
                <a:gd name="csX4" fmla="*/ 2779 w 30592"/>
                <a:gd name="csY4" fmla="*/ 71946 h 73601"/>
                <a:gd name="csX5" fmla="*/ 4209 w 30592"/>
                <a:gd name="csY5" fmla="*/ 66576 h 73601"/>
                <a:gd name="csX6" fmla="*/ 8314 w 30592"/>
                <a:gd name="csY6" fmla="*/ 57354 h 73601"/>
                <a:gd name="csX7" fmla="*/ 11392 w 30592"/>
                <a:gd name="csY7" fmla="*/ 15330 h 73601"/>
                <a:gd name="csX8" fmla="*/ 26709 w 30592"/>
                <a:gd name="csY8" fmla="*/ 1176 h 73601"/>
                <a:gd name="csX9" fmla="*/ 33372 w 30592"/>
                <a:gd name="csY9" fmla="*/ 8223 h 73601"/>
                <a:gd name="csX10" fmla="*/ 30875 w 30592"/>
                <a:gd name="csY10" fmla="*/ 28143 h 73601"/>
                <a:gd name="csX11" fmla="*/ 31580 w 30592"/>
                <a:gd name="csY11" fmla="*/ 44739 h 73601"/>
                <a:gd name="csX12" fmla="*/ 23699 w 30592"/>
                <a:gd name="csY12" fmla="*/ 52230 h 73601"/>
                <a:gd name="csX13" fmla="*/ 23986 w 30592"/>
                <a:gd name="csY13" fmla="*/ 61144 h 73601"/>
                <a:gd name="csX14" fmla="*/ 19081 w 30592"/>
                <a:gd name="csY14" fmla="*/ 68115 h 736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0592" h="73601">
                  <a:moveTo>
                    <a:pt x="19081" y="68115"/>
                  </a:moveTo>
                  <a:lnTo>
                    <a:pt x="12931" y="67089"/>
                  </a:lnTo>
                  <a:lnTo>
                    <a:pt x="9340" y="74778"/>
                  </a:lnTo>
                  <a:lnTo>
                    <a:pt x="3320" y="72596"/>
                  </a:lnTo>
                  <a:lnTo>
                    <a:pt x="2779" y="71946"/>
                  </a:lnTo>
                  <a:lnTo>
                    <a:pt x="4209" y="66576"/>
                  </a:lnTo>
                  <a:lnTo>
                    <a:pt x="8314" y="57354"/>
                  </a:lnTo>
                  <a:lnTo>
                    <a:pt x="11392" y="15330"/>
                  </a:lnTo>
                  <a:lnTo>
                    <a:pt x="26709" y="1176"/>
                  </a:lnTo>
                  <a:lnTo>
                    <a:pt x="33372" y="8223"/>
                  </a:lnTo>
                  <a:lnTo>
                    <a:pt x="30875" y="28143"/>
                  </a:lnTo>
                  <a:lnTo>
                    <a:pt x="31580" y="44739"/>
                  </a:lnTo>
                  <a:lnTo>
                    <a:pt x="23699" y="52230"/>
                  </a:lnTo>
                  <a:lnTo>
                    <a:pt x="23986" y="61144"/>
                  </a:lnTo>
                  <a:lnTo>
                    <a:pt x="19081" y="68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6" name="Forme libre : forme 454">
              <a:extLst>
                <a:ext uri="{FF2B5EF4-FFF2-40B4-BE49-F238E27FC236}">
                  <a16:creationId xmlns:a16="http://schemas.microsoft.com/office/drawing/2014/main" id="{D8012BAD-688F-D4D9-B545-E931CFF58F50}"/>
                </a:ext>
              </a:extLst>
            </p:cNvPr>
            <p:cNvSpPr/>
            <p:nvPr/>
          </p:nvSpPr>
          <p:spPr>
            <a:xfrm>
              <a:off x="6334590" y="3869523"/>
              <a:ext cx="41024" cy="102490"/>
            </a:xfrm>
            <a:custGeom>
              <a:avLst/>
              <a:gdLst>
                <a:gd name="csX0" fmla="*/ 6869 w 41024"/>
                <a:gd name="csY0" fmla="*/ 57598 h 102490"/>
                <a:gd name="csX1" fmla="*/ 13019 w 41024"/>
                <a:gd name="csY1" fmla="*/ 45298 h 102490"/>
                <a:gd name="csX2" fmla="*/ 15585 w 41024"/>
                <a:gd name="csY2" fmla="*/ 36590 h 102490"/>
                <a:gd name="csX3" fmla="*/ 21742 w 41024"/>
                <a:gd name="csY3" fmla="*/ 25316 h 102490"/>
                <a:gd name="csX4" fmla="*/ 24813 w 41024"/>
                <a:gd name="csY4" fmla="*/ 16088 h 102490"/>
                <a:gd name="csX5" fmla="*/ 27488 w 41024"/>
                <a:gd name="csY5" fmla="*/ 6079 h 102490"/>
                <a:gd name="csX6" fmla="*/ 28022 w 41024"/>
                <a:gd name="csY6" fmla="*/ 6736 h 102490"/>
                <a:gd name="csX7" fmla="*/ 34042 w 41024"/>
                <a:gd name="csY7" fmla="*/ 8918 h 102490"/>
                <a:gd name="csX8" fmla="*/ 37633 w 41024"/>
                <a:gd name="csY8" fmla="*/ 1229 h 102490"/>
                <a:gd name="csX9" fmla="*/ 43790 w 41024"/>
                <a:gd name="csY9" fmla="*/ 2255 h 102490"/>
                <a:gd name="csX10" fmla="*/ 34835 w 41024"/>
                <a:gd name="csY10" fmla="*/ 32362 h 102490"/>
                <a:gd name="csX11" fmla="*/ 34042 w 41024"/>
                <a:gd name="csY11" fmla="*/ 36077 h 102490"/>
                <a:gd name="csX12" fmla="*/ 23794 w 41024"/>
                <a:gd name="csY12" fmla="*/ 31979 h 102490"/>
                <a:gd name="csX13" fmla="*/ 20715 w 41024"/>
                <a:gd name="csY13" fmla="*/ 43759 h 102490"/>
                <a:gd name="csX14" fmla="*/ 25326 w 41024"/>
                <a:gd name="csY14" fmla="*/ 51448 h 102490"/>
                <a:gd name="csX15" fmla="*/ 19689 w 41024"/>
                <a:gd name="csY15" fmla="*/ 56572 h 102490"/>
                <a:gd name="csX16" fmla="*/ 26352 w 41024"/>
                <a:gd name="csY16" fmla="*/ 63748 h 102490"/>
                <a:gd name="csX17" fmla="*/ 23787 w 41024"/>
                <a:gd name="csY17" fmla="*/ 81685 h 102490"/>
                <a:gd name="csX18" fmla="*/ 15585 w 41024"/>
                <a:gd name="csY18" fmla="*/ 103720 h 102490"/>
                <a:gd name="csX19" fmla="*/ 12506 w 41024"/>
                <a:gd name="csY19" fmla="*/ 103207 h 102490"/>
                <a:gd name="csX20" fmla="*/ 6869 w 41024"/>
                <a:gd name="csY20" fmla="*/ 84757 h 102490"/>
                <a:gd name="csX21" fmla="*/ 2765 w 41024"/>
                <a:gd name="csY21" fmla="*/ 71437 h 102490"/>
                <a:gd name="csX22" fmla="*/ 9435 w 41024"/>
                <a:gd name="csY22" fmla="*/ 63748 h 102490"/>
                <a:gd name="csX23" fmla="*/ 6869 w 41024"/>
                <a:gd name="csY23" fmla="*/ 57598 h 1024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1024" h="102490">
                  <a:moveTo>
                    <a:pt x="6869" y="57598"/>
                  </a:moveTo>
                  <a:lnTo>
                    <a:pt x="13019" y="45298"/>
                  </a:lnTo>
                  <a:lnTo>
                    <a:pt x="15585" y="36590"/>
                  </a:lnTo>
                  <a:lnTo>
                    <a:pt x="21742" y="25316"/>
                  </a:lnTo>
                  <a:lnTo>
                    <a:pt x="24813" y="16088"/>
                  </a:lnTo>
                  <a:lnTo>
                    <a:pt x="27488" y="6079"/>
                  </a:lnTo>
                  <a:lnTo>
                    <a:pt x="28022" y="6736"/>
                  </a:lnTo>
                  <a:lnTo>
                    <a:pt x="34042" y="8918"/>
                  </a:lnTo>
                  <a:lnTo>
                    <a:pt x="37633" y="1229"/>
                  </a:lnTo>
                  <a:lnTo>
                    <a:pt x="43790" y="2255"/>
                  </a:lnTo>
                  <a:lnTo>
                    <a:pt x="34835" y="32362"/>
                  </a:lnTo>
                  <a:lnTo>
                    <a:pt x="34042" y="36077"/>
                  </a:lnTo>
                  <a:lnTo>
                    <a:pt x="23794" y="31979"/>
                  </a:lnTo>
                  <a:lnTo>
                    <a:pt x="20715" y="43759"/>
                  </a:lnTo>
                  <a:lnTo>
                    <a:pt x="25326" y="51448"/>
                  </a:lnTo>
                  <a:lnTo>
                    <a:pt x="19689" y="56572"/>
                  </a:lnTo>
                  <a:lnTo>
                    <a:pt x="26352" y="63748"/>
                  </a:lnTo>
                  <a:lnTo>
                    <a:pt x="23787" y="81685"/>
                  </a:lnTo>
                  <a:lnTo>
                    <a:pt x="15585" y="103720"/>
                  </a:lnTo>
                  <a:lnTo>
                    <a:pt x="12506" y="103207"/>
                  </a:lnTo>
                  <a:lnTo>
                    <a:pt x="6869" y="84757"/>
                  </a:lnTo>
                  <a:lnTo>
                    <a:pt x="2765" y="71437"/>
                  </a:lnTo>
                  <a:lnTo>
                    <a:pt x="9435" y="63748"/>
                  </a:lnTo>
                  <a:lnTo>
                    <a:pt x="6869" y="575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7" name="Forme libre : forme 455">
              <a:extLst>
                <a:ext uri="{FF2B5EF4-FFF2-40B4-BE49-F238E27FC236}">
                  <a16:creationId xmlns:a16="http://schemas.microsoft.com/office/drawing/2014/main" id="{3056D46E-CEC6-0062-2D05-88E0FDAFCE5D}"/>
                </a:ext>
              </a:extLst>
            </p:cNvPr>
            <p:cNvSpPr/>
            <p:nvPr/>
          </p:nvSpPr>
          <p:spPr>
            <a:xfrm>
              <a:off x="6081312" y="3312467"/>
              <a:ext cx="376859" cy="256233"/>
            </a:xfrm>
            <a:custGeom>
              <a:avLst/>
              <a:gdLst>
                <a:gd name="csX0" fmla="*/ 21147 w 376859"/>
                <a:gd name="csY0" fmla="*/ 145449 h 256233"/>
                <a:gd name="csX1" fmla="*/ 2690 w 376859"/>
                <a:gd name="csY1" fmla="*/ 130078 h 256233"/>
                <a:gd name="csX2" fmla="*/ 7308 w 376859"/>
                <a:gd name="csY2" fmla="*/ 111628 h 256233"/>
                <a:gd name="csX3" fmla="*/ 18076 w 376859"/>
                <a:gd name="csY3" fmla="*/ 102406 h 256233"/>
                <a:gd name="csX4" fmla="*/ 16536 w 376859"/>
                <a:gd name="csY4" fmla="*/ 94717 h 256233"/>
                <a:gd name="csX5" fmla="*/ 45761 w 376859"/>
                <a:gd name="csY5" fmla="*/ 62428 h 256233"/>
                <a:gd name="csX6" fmla="*/ 42682 w 376859"/>
                <a:gd name="csY6" fmla="*/ 34756 h 256233"/>
                <a:gd name="csX7" fmla="*/ 64218 w 376859"/>
                <a:gd name="csY7" fmla="*/ 13235 h 256233"/>
                <a:gd name="csX8" fmla="*/ 79603 w 376859"/>
                <a:gd name="csY8" fmla="*/ 11696 h 256233"/>
                <a:gd name="csX9" fmla="*/ 93449 w 376859"/>
                <a:gd name="csY9" fmla="*/ 19385 h 256233"/>
                <a:gd name="csX10" fmla="*/ 105749 w 376859"/>
                <a:gd name="csY10" fmla="*/ 17846 h 256233"/>
                <a:gd name="csX11" fmla="*/ 121134 w 376859"/>
                <a:gd name="csY11" fmla="*/ 22463 h 256233"/>
                <a:gd name="csX12" fmla="*/ 130362 w 376859"/>
                <a:gd name="csY12" fmla="*/ 19385 h 256233"/>
                <a:gd name="csX13" fmla="*/ 164204 w 376859"/>
                <a:gd name="csY13" fmla="*/ 30146 h 256233"/>
                <a:gd name="csX14" fmla="*/ 176511 w 376859"/>
                <a:gd name="csY14" fmla="*/ 27074 h 256233"/>
                <a:gd name="csX15" fmla="*/ 181122 w 376859"/>
                <a:gd name="csY15" fmla="*/ 13235 h 256233"/>
                <a:gd name="csX16" fmla="*/ 202657 w 376859"/>
                <a:gd name="csY16" fmla="*/ 8624 h 256233"/>
                <a:gd name="csX17" fmla="*/ 218042 w 376859"/>
                <a:gd name="csY17" fmla="*/ 935 h 256233"/>
                <a:gd name="csX18" fmla="*/ 247267 w 376859"/>
                <a:gd name="csY18" fmla="*/ 4013 h 256233"/>
                <a:gd name="csX19" fmla="*/ 256495 w 376859"/>
                <a:gd name="csY19" fmla="*/ 39374 h 256233"/>
                <a:gd name="csX20" fmla="*/ 271880 w 376859"/>
                <a:gd name="csY20" fmla="*/ 42446 h 256233"/>
                <a:gd name="csX21" fmla="*/ 273413 w 376859"/>
                <a:gd name="csY21" fmla="*/ 54746 h 256233"/>
                <a:gd name="csX22" fmla="*/ 282641 w 376859"/>
                <a:gd name="csY22" fmla="*/ 65513 h 256233"/>
                <a:gd name="csX23" fmla="*/ 318022 w 376859"/>
                <a:gd name="csY23" fmla="*/ 63974 h 256233"/>
                <a:gd name="csX24" fmla="*/ 334947 w 376859"/>
                <a:gd name="csY24" fmla="*/ 77806 h 256233"/>
                <a:gd name="csX25" fmla="*/ 348786 w 376859"/>
                <a:gd name="csY25" fmla="*/ 77806 h 256233"/>
                <a:gd name="csX26" fmla="*/ 360942 w 376859"/>
                <a:gd name="csY26" fmla="*/ 88745 h 256233"/>
                <a:gd name="csX27" fmla="*/ 379549 w 376859"/>
                <a:gd name="csY27" fmla="*/ 105485 h 256233"/>
                <a:gd name="csX28" fmla="*/ 367243 w 376859"/>
                <a:gd name="csY28" fmla="*/ 120856 h 256233"/>
                <a:gd name="csX29" fmla="*/ 364171 w 376859"/>
                <a:gd name="csY29" fmla="*/ 146995 h 256233"/>
                <a:gd name="csX30" fmla="*/ 354936 w 376859"/>
                <a:gd name="csY30" fmla="*/ 145456 h 256233"/>
                <a:gd name="csX31" fmla="*/ 339558 w 376859"/>
                <a:gd name="csY31" fmla="*/ 160828 h 256233"/>
                <a:gd name="csX32" fmla="*/ 326225 w 376859"/>
                <a:gd name="csY32" fmla="*/ 184401 h 256233"/>
                <a:gd name="csX33" fmla="*/ 311866 w 376859"/>
                <a:gd name="csY33" fmla="*/ 183375 h 256233"/>
                <a:gd name="csX34" fmla="*/ 302637 w 376859"/>
                <a:gd name="csY34" fmla="*/ 192604 h 256233"/>
                <a:gd name="csX35" fmla="*/ 275978 w 376859"/>
                <a:gd name="csY35" fmla="*/ 193623 h 256233"/>
                <a:gd name="csX36" fmla="*/ 274952 w 376859"/>
                <a:gd name="csY36" fmla="*/ 200799 h 256233"/>
                <a:gd name="csX37" fmla="*/ 270847 w 376859"/>
                <a:gd name="csY37" fmla="*/ 205923 h 256233"/>
                <a:gd name="csX38" fmla="*/ 247267 w 376859"/>
                <a:gd name="csY38" fmla="*/ 208994 h 256233"/>
                <a:gd name="csX39" fmla="*/ 249312 w 376859"/>
                <a:gd name="csY39" fmla="*/ 214125 h 256233"/>
                <a:gd name="csX40" fmla="*/ 264697 w 376859"/>
                <a:gd name="csY40" fmla="*/ 220275 h 256233"/>
                <a:gd name="csX41" fmla="*/ 270847 w 376859"/>
                <a:gd name="csY41" fmla="*/ 228471 h 256233"/>
                <a:gd name="csX42" fmla="*/ 290337 w 376859"/>
                <a:gd name="csY42" fmla="*/ 230523 h 256233"/>
                <a:gd name="csX43" fmla="*/ 297513 w 376859"/>
                <a:gd name="csY43" fmla="*/ 231549 h 256233"/>
                <a:gd name="csX44" fmla="*/ 297513 w 376859"/>
                <a:gd name="csY44" fmla="*/ 239744 h 256233"/>
                <a:gd name="csX45" fmla="*/ 283154 w 376859"/>
                <a:gd name="csY45" fmla="*/ 240770 h 256233"/>
                <a:gd name="csX46" fmla="*/ 270847 w 376859"/>
                <a:gd name="csY46" fmla="*/ 245894 h 256233"/>
                <a:gd name="csX47" fmla="*/ 255469 w 376859"/>
                <a:gd name="csY47" fmla="*/ 257168 h 256233"/>
                <a:gd name="csX48" fmla="*/ 241110 w 376859"/>
                <a:gd name="csY48" fmla="*/ 257168 h 256233"/>
                <a:gd name="csX49" fmla="*/ 237005 w 376859"/>
                <a:gd name="csY49" fmla="*/ 246920 h 256233"/>
                <a:gd name="csX50" fmla="*/ 238032 w 376859"/>
                <a:gd name="csY50" fmla="*/ 235647 h 256233"/>
                <a:gd name="csX51" fmla="*/ 222653 w 376859"/>
                <a:gd name="csY51" fmla="*/ 230523 h 256233"/>
                <a:gd name="csX52" fmla="*/ 222653 w 376859"/>
                <a:gd name="csY52" fmla="*/ 224373 h 256233"/>
                <a:gd name="csX53" fmla="*/ 227777 w 376859"/>
                <a:gd name="csY53" fmla="*/ 223347 h 256233"/>
                <a:gd name="csX54" fmla="*/ 241110 w 376859"/>
                <a:gd name="csY54" fmla="*/ 215144 h 256233"/>
                <a:gd name="csX55" fmla="*/ 241110 w 376859"/>
                <a:gd name="csY55" fmla="*/ 210027 h 256233"/>
                <a:gd name="csX56" fmla="*/ 230855 w 376859"/>
                <a:gd name="csY56" fmla="*/ 205923 h 256233"/>
                <a:gd name="csX57" fmla="*/ 216496 w 376859"/>
                <a:gd name="csY57" fmla="*/ 204897 h 256233"/>
                <a:gd name="csX58" fmla="*/ 206242 w 376859"/>
                <a:gd name="csY58" fmla="*/ 202851 h 256233"/>
                <a:gd name="csX59" fmla="*/ 200092 w 376859"/>
                <a:gd name="csY59" fmla="*/ 193623 h 256233"/>
                <a:gd name="csX60" fmla="*/ 193942 w 376859"/>
                <a:gd name="csY60" fmla="*/ 192597 h 256233"/>
                <a:gd name="csX61" fmla="*/ 186759 w 376859"/>
                <a:gd name="csY61" fmla="*/ 199773 h 256233"/>
                <a:gd name="csX62" fmla="*/ 173426 w 376859"/>
                <a:gd name="csY62" fmla="*/ 200799 h 256233"/>
                <a:gd name="csX63" fmla="*/ 173426 w 376859"/>
                <a:gd name="csY63" fmla="*/ 211047 h 256233"/>
                <a:gd name="csX64" fmla="*/ 157021 w 376859"/>
                <a:gd name="csY64" fmla="*/ 227444 h 256233"/>
                <a:gd name="csX65" fmla="*/ 145741 w 376859"/>
                <a:gd name="csY65" fmla="*/ 228471 h 256233"/>
                <a:gd name="csX66" fmla="*/ 147280 w 376859"/>
                <a:gd name="csY66" fmla="*/ 210021 h 256233"/>
                <a:gd name="csX67" fmla="*/ 154969 w 376859"/>
                <a:gd name="csY67" fmla="*/ 196188 h 256233"/>
                <a:gd name="csX68" fmla="*/ 164198 w 376859"/>
                <a:gd name="csY68" fmla="*/ 197721 h 256233"/>
                <a:gd name="csX69" fmla="*/ 167276 w 376859"/>
                <a:gd name="csY69" fmla="*/ 188499 h 256233"/>
                <a:gd name="csX70" fmla="*/ 158048 w 376859"/>
                <a:gd name="csY70" fmla="*/ 179278 h 256233"/>
                <a:gd name="csX71" fmla="*/ 151898 w 376859"/>
                <a:gd name="csY71" fmla="*/ 151599 h 256233"/>
                <a:gd name="csX72" fmla="*/ 139591 w 376859"/>
                <a:gd name="csY72" fmla="*/ 136228 h 256233"/>
                <a:gd name="csX73" fmla="*/ 107288 w 376859"/>
                <a:gd name="csY73" fmla="*/ 136228 h 256233"/>
                <a:gd name="csX74" fmla="*/ 91910 w 376859"/>
                <a:gd name="csY74" fmla="*/ 145449 h 256233"/>
                <a:gd name="csX75" fmla="*/ 76524 w 376859"/>
                <a:gd name="csY75" fmla="*/ 153138 h 256233"/>
                <a:gd name="csX76" fmla="*/ 56528 w 376859"/>
                <a:gd name="csY76" fmla="*/ 157749 h 256233"/>
                <a:gd name="csX77" fmla="*/ 36532 w 376859"/>
                <a:gd name="csY77" fmla="*/ 148528 h 256233"/>
                <a:gd name="csX78" fmla="*/ 21147 w 376859"/>
                <a:gd name="csY78" fmla="*/ 145449 h 256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Lst>
              <a:rect l="l" t="t" r="r" b="b"/>
              <a:pathLst>
                <a:path w="376859" h="256233">
                  <a:moveTo>
                    <a:pt x="21147" y="145449"/>
                  </a:moveTo>
                  <a:lnTo>
                    <a:pt x="2690" y="130078"/>
                  </a:lnTo>
                  <a:lnTo>
                    <a:pt x="7308" y="111628"/>
                  </a:lnTo>
                  <a:lnTo>
                    <a:pt x="18076" y="102406"/>
                  </a:lnTo>
                  <a:lnTo>
                    <a:pt x="16536" y="94717"/>
                  </a:lnTo>
                  <a:lnTo>
                    <a:pt x="45761" y="62428"/>
                  </a:lnTo>
                  <a:lnTo>
                    <a:pt x="42682" y="34756"/>
                  </a:lnTo>
                  <a:lnTo>
                    <a:pt x="64218" y="13235"/>
                  </a:lnTo>
                  <a:lnTo>
                    <a:pt x="79603" y="11696"/>
                  </a:lnTo>
                  <a:lnTo>
                    <a:pt x="93449" y="19385"/>
                  </a:lnTo>
                  <a:lnTo>
                    <a:pt x="105749" y="17846"/>
                  </a:lnTo>
                  <a:lnTo>
                    <a:pt x="121134" y="22463"/>
                  </a:lnTo>
                  <a:lnTo>
                    <a:pt x="130362" y="19385"/>
                  </a:lnTo>
                  <a:lnTo>
                    <a:pt x="164204" y="30146"/>
                  </a:lnTo>
                  <a:lnTo>
                    <a:pt x="176511" y="27074"/>
                  </a:lnTo>
                  <a:lnTo>
                    <a:pt x="181122" y="13235"/>
                  </a:lnTo>
                  <a:lnTo>
                    <a:pt x="202657" y="8624"/>
                  </a:lnTo>
                  <a:lnTo>
                    <a:pt x="218042" y="935"/>
                  </a:lnTo>
                  <a:lnTo>
                    <a:pt x="247267" y="4013"/>
                  </a:lnTo>
                  <a:lnTo>
                    <a:pt x="256495" y="39374"/>
                  </a:lnTo>
                  <a:lnTo>
                    <a:pt x="271880" y="42446"/>
                  </a:lnTo>
                  <a:lnTo>
                    <a:pt x="273413" y="54746"/>
                  </a:lnTo>
                  <a:lnTo>
                    <a:pt x="282641" y="65513"/>
                  </a:lnTo>
                  <a:lnTo>
                    <a:pt x="318022" y="63974"/>
                  </a:lnTo>
                  <a:lnTo>
                    <a:pt x="334947" y="77806"/>
                  </a:lnTo>
                  <a:lnTo>
                    <a:pt x="348786" y="77806"/>
                  </a:lnTo>
                  <a:lnTo>
                    <a:pt x="360942" y="88745"/>
                  </a:lnTo>
                  <a:lnTo>
                    <a:pt x="379549" y="105485"/>
                  </a:lnTo>
                  <a:lnTo>
                    <a:pt x="367243" y="120856"/>
                  </a:lnTo>
                  <a:lnTo>
                    <a:pt x="364171" y="146995"/>
                  </a:lnTo>
                  <a:lnTo>
                    <a:pt x="354936" y="145456"/>
                  </a:lnTo>
                  <a:lnTo>
                    <a:pt x="339558" y="160828"/>
                  </a:lnTo>
                  <a:lnTo>
                    <a:pt x="326225" y="184401"/>
                  </a:lnTo>
                  <a:lnTo>
                    <a:pt x="311866" y="183375"/>
                  </a:lnTo>
                  <a:lnTo>
                    <a:pt x="302637" y="192604"/>
                  </a:lnTo>
                  <a:lnTo>
                    <a:pt x="275978" y="193623"/>
                  </a:lnTo>
                  <a:lnTo>
                    <a:pt x="274952" y="200799"/>
                  </a:lnTo>
                  <a:lnTo>
                    <a:pt x="270847" y="205923"/>
                  </a:lnTo>
                  <a:lnTo>
                    <a:pt x="247267" y="208994"/>
                  </a:lnTo>
                  <a:lnTo>
                    <a:pt x="249312" y="214125"/>
                  </a:lnTo>
                  <a:lnTo>
                    <a:pt x="264697" y="220275"/>
                  </a:lnTo>
                  <a:lnTo>
                    <a:pt x="270847" y="228471"/>
                  </a:lnTo>
                  <a:lnTo>
                    <a:pt x="290337" y="230523"/>
                  </a:lnTo>
                  <a:lnTo>
                    <a:pt x="297513" y="231549"/>
                  </a:lnTo>
                  <a:lnTo>
                    <a:pt x="297513" y="239744"/>
                  </a:lnTo>
                  <a:lnTo>
                    <a:pt x="283154" y="240770"/>
                  </a:lnTo>
                  <a:lnTo>
                    <a:pt x="270847" y="245894"/>
                  </a:lnTo>
                  <a:lnTo>
                    <a:pt x="255469" y="257168"/>
                  </a:lnTo>
                  <a:lnTo>
                    <a:pt x="241110" y="257168"/>
                  </a:lnTo>
                  <a:lnTo>
                    <a:pt x="237005" y="246920"/>
                  </a:lnTo>
                  <a:lnTo>
                    <a:pt x="238032" y="235647"/>
                  </a:lnTo>
                  <a:lnTo>
                    <a:pt x="222653" y="230523"/>
                  </a:lnTo>
                  <a:lnTo>
                    <a:pt x="222653" y="224373"/>
                  </a:lnTo>
                  <a:lnTo>
                    <a:pt x="227777" y="223347"/>
                  </a:lnTo>
                  <a:lnTo>
                    <a:pt x="241110" y="215144"/>
                  </a:lnTo>
                  <a:lnTo>
                    <a:pt x="241110" y="210027"/>
                  </a:lnTo>
                  <a:lnTo>
                    <a:pt x="230855" y="205923"/>
                  </a:lnTo>
                  <a:lnTo>
                    <a:pt x="216496" y="204897"/>
                  </a:lnTo>
                  <a:lnTo>
                    <a:pt x="206242" y="202851"/>
                  </a:lnTo>
                  <a:lnTo>
                    <a:pt x="200092" y="193623"/>
                  </a:lnTo>
                  <a:lnTo>
                    <a:pt x="193942" y="192597"/>
                  </a:lnTo>
                  <a:lnTo>
                    <a:pt x="186759" y="199773"/>
                  </a:lnTo>
                  <a:lnTo>
                    <a:pt x="173426" y="200799"/>
                  </a:lnTo>
                  <a:lnTo>
                    <a:pt x="173426" y="211047"/>
                  </a:lnTo>
                  <a:lnTo>
                    <a:pt x="157021" y="227444"/>
                  </a:lnTo>
                  <a:lnTo>
                    <a:pt x="145741" y="228471"/>
                  </a:lnTo>
                  <a:lnTo>
                    <a:pt x="147280" y="210021"/>
                  </a:lnTo>
                  <a:lnTo>
                    <a:pt x="154969" y="196188"/>
                  </a:lnTo>
                  <a:lnTo>
                    <a:pt x="164198" y="197721"/>
                  </a:lnTo>
                  <a:lnTo>
                    <a:pt x="167276" y="188499"/>
                  </a:lnTo>
                  <a:lnTo>
                    <a:pt x="158048" y="179278"/>
                  </a:lnTo>
                  <a:lnTo>
                    <a:pt x="151898" y="151599"/>
                  </a:lnTo>
                  <a:lnTo>
                    <a:pt x="139591" y="136228"/>
                  </a:lnTo>
                  <a:lnTo>
                    <a:pt x="107288" y="136228"/>
                  </a:lnTo>
                  <a:lnTo>
                    <a:pt x="91910" y="145449"/>
                  </a:lnTo>
                  <a:lnTo>
                    <a:pt x="76524" y="153138"/>
                  </a:lnTo>
                  <a:lnTo>
                    <a:pt x="56528" y="157749"/>
                  </a:lnTo>
                  <a:lnTo>
                    <a:pt x="36532" y="148528"/>
                  </a:lnTo>
                  <a:lnTo>
                    <a:pt x="21147" y="145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8" name="Forme libre : forme 456">
              <a:extLst>
                <a:ext uri="{FF2B5EF4-FFF2-40B4-BE49-F238E27FC236}">
                  <a16:creationId xmlns:a16="http://schemas.microsoft.com/office/drawing/2014/main" id="{74C8B754-9E14-5EDC-077F-CA8BA57F2FDE}"/>
                </a:ext>
              </a:extLst>
            </p:cNvPr>
            <p:cNvSpPr/>
            <p:nvPr/>
          </p:nvSpPr>
          <p:spPr>
            <a:xfrm>
              <a:off x="5849050" y="2614092"/>
              <a:ext cx="268676" cy="585629"/>
            </a:xfrm>
            <a:custGeom>
              <a:avLst/>
              <a:gdLst>
                <a:gd name="csX0" fmla="*/ 271237 w 268676"/>
                <a:gd name="csY0" fmla="*/ 123001 h 585629"/>
                <a:gd name="csX1" fmla="*/ 268672 w 268676"/>
                <a:gd name="csY1" fmla="*/ 105577 h 585629"/>
                <a:gd name="csX2" fmla="*/ 270211 w 268676"/>
                <a:gd name="csY2" fmla="*/ 83659 h 585629"/>
                <a:gd name="csX3" fmla="*/ 268672 w 268676"/>
                <a:gd name="csY3" fmla="*/ 67972 h 585629"/>
                <a:gd name="csX4" fmla="*/ 254833 w 268676"/>
                <a:gd name="csY4" fmla="*/ 57827 h 585629"/>
                <a:gd name="csX5" fmla="*/ 264061 w 268676"/>
                <a:gd name="csY5" fmla="*/ 43065 h 585629"/>
                <a:gd name="csX6" fmla="*/ 233298 w 268676"/>
                <a:gd name="csY6" fmla="*/ 22774 h 585629"/>
                <a:gd name="csX7" fmla="*/ 219452 w 268676"/>
                <a:gd name="csY7" fmla="*/ 21851 h 585629"/>
                <a:gd name="csX8" fmla="*/ 204073 w 268676"/>
                <a:gd name="csY8" fmla="*/ 11706 h 585629"/>
                <a:gd name="csX9" fmla="*/ 199456 w 268676"/>
                <a:gd name="csY9" fmla="*/ 637 h 585629"/>
                <a:gd name="csX10" fmla="*/ 188688 w 268676"/>
                <a:gd name="csY10" fmla="*/ 1554 h 585629"/>
                <a:gd name="csX11" fmla="*/ 184077 w 268676"/>
                <a:gd name="csY11" fmla="*/ 19087 h 585629"/>
                <a:gd name="csX12" fmla="*/ 171771 w 268676"/>
                <a:gd name="csY12" fmla="*/ 21851 h 585629"/>
                <a:gd name="csX13" fmla="*/ 159464 w 268676"/>
                <a:gd name="csY13" fmla="*/ 19087 h 585629"/>
                <a:gd name="csX14" fmla="*/ 147157 w 268676"/>
                <a:gd name="csY14" fmla="*/ 20004 h 585629"/>
                <a:gd name="csX15" fmla="*/ 142539 w 268676"/>
                <a:gd name="csY15" fmla="*/ 32920 h 585629"/>
                <a:gd name="csX16" fmla="*/ 124082 w 268676"/>
                <a:gd name="csY16" fmla="*/ 38454 h 585629"/>
                <a:gd name="csX17" fmla="*/ 117933 w 268676"/>
                <a:gd name="csY17" fmla="*/ 48599 h 585629"/>
                <a:gd name="csX18" fmla="*/ 101008 w 268676"/>
                <a:gd name="csY18" fmla="*/ 61515 h 585629"/>
                <a:gd name="csX19" fmla="*/ 108704 w 268676"/>
                <a:gd name="csY19" fmla="*/ 66125 h 585629"/>
                <a:gd name="csX20" fmla="*/ 107165 w 268676"/>
                <a:gd name="csY20" fmla="*/ 75354 h 585629"/>
                <a:gd name="csX21" fmla="*/ 82551 w 268676"/>
                <a:gd name="csY21" fmla="*/ 99427 h 585629"/>
                <a:gd name="csX22" fmla="*/ 70245 w 268676"/>
                <a:gd name="csY22" fmla="*/ 104038 h 585629"/>
                <a:gd name="csX23" fmla="*/ 62555 w 268676"/>
                <a:gd name="csY23" fmla="*/ 116338 h 585629"/>
                <a:gd name="csX24" fmla="*/ 68705 w 268676"/>
                <a:gd name="csY24" fmla="*/ 130177 h 585629"/>
                <a:gd name="csX25" fmla="*/ 64095 w 268676"/>
                <a:gd name="csY25" fmla="*/ 171681 h 585629"/>
                <a:gd name="csX26" fmla="*/ 50249 w 268676"/>
                <a:gd name="csY26" fmla="*/ 193209 h 585629"/>
                <a:gd name="csX27" fmla="*/ 62555 w 268676"/>
                <a:gd name="csY27" fmla="*/ 211652 h 585629"/>
                <a:gd name="csX28" fmla="*/ 50249 w 268676"/>
                <a:gd name="csY28" fmla="*/ 223952 h 585629"/>
                <a:gd name="csX29" fmla="*/ 28713 w 268676"/>
                <a:gd name="csY29" fmla="*/ 220880 h 585629"/>
                <a:gd name="csX30" fmla="*/ 16407 w 268676"/>
                <a:gd name="csY30" fmla="*/ 233180 h 585629"/>
                <a:gd name="csX31" fmla="*/ 16407 w 268676"/>
                <a:gd name="csY31" fmla="*/ 270073 h 585629"/>
                <a:gd name="csX32" fmla="*/ 21017 w 268676"/>
                <a:gd name="csY32" fmla="*/ 323884 h 585629"/>
                <a:gd name="csX33" fmla="*/ 30246 w 268676"/>
                <a:gd name="csY33" fmla="*/ 336184 h 585629"/>
                <a:gd name="csX34" fmla="*/ 30246 w 268676"/>
                <a:gd name="csY34" fmla="*/ 354634 h 585629"/>
                <a:gd name="csX35" fmla="*/ 17946 w 268676"/>
                <a:gd name="csY35" fmla="*/ 359245 h 585629"/>
                <a:gd name="csX36" fmla="*/ 16407 w 268676"/>
                <a:gd name="csY36" fmla="*/ 366934 h 585629"/>
                <a:gd name="csX37" fmla="*/ 25635 w 268676"/>
                <a:gd name="csY37" fmla="*/ 379234 h 585629"/>
                <a:gd name="csX38" fmla="*/ 22556 w 268676"/>
                <a:gd name="csY38" fmla="*/ 393066 h 585629"/>
                <a:gd name="csX39" fmla="*/ 14867 w 268676"/>
                <a:gd name="csY39" fmla="*/ 402288 h 585629"/>
                <a:gd name="csX40" fmla="*/ 10250 w 268676"/>
                <a:gd name="csY40" fmla="*/ 443798 h 585629"/>
                <a:gd name="csX41" fmla="*/ 8710 w 268676"/>
                <a:gd name="csY41" fmla="*/ 454559 h 585629"/>
                <a:gd name="csX42" fmla="*/ 2560 w 268676"/>
                <a:gd name="csY42" fmla="*/ 473522 h 585629"/>
                <a:gd name="csX43" fmla="*/ 13841 w 268676"/>
                <a:gd name="csY43" fmla="*/ 482750 h 585629"/>
                <a:gd name="csX44" fmla="*/ 11789 w 268676"/>
                <a:gd name="csY44" fmla="*/ 512467 h 585629"/>
                <a:gd name="csX45" fmla="*/ 18965 w 268676"/>
                <a:gd name="csY45" fmla="*/ 522722 h 585629"/>
                <a:gd name="csX46" fmla="*/ 22043 w 268676"/>
                <a:gd name="csY46" fmla="*/ 535022 h 585629"/>
                <a:gd name="csX47" fmla="*/ 31272 w 268676"/>
                <a:gd name="csY47" fmla="*/ 545270 h 585629"/>
                <a:gd name="csX48" fmla="*/ 31272 w 268676"/>
                <a:gd name="csY48" fmla="*/ 564746 h 585629"/>
                <a:gd name="csX49" fmla="*/ 38448 w 268676"/>
                <a:gd name="csY49" fmla="*/ 578065 h 585629"/>
                <a:gd name="csX50" fmla="*/ 47676 w 268676"/>
                <a:gd name="csY50" fmla="*/ 586267 h 585629"/>
                <a:gd name="csX51" fmla="*/ 54859 w 268676"/>
                <a:gd name="csY51" fmla="*/ 584222 h 585629"/>
                <a:gd name="csX52" fmla="*/ 62035 w 268676"/>
                <a:gd name="csY52" fmla="*/ 583196 h 585629"/>
                <a:gd name="csX53" fmla="*/ 75368 w 268676"/>
                <a:gd name="csY53" fmla="*/ 562693 h 585629"/>
                <a:gd name="csX54" fmla="*/ 89721 w 268676"/>
                <a:gd name="csY54" fmla="*/ 561667 h 585629"/>
                <a:gd name="csX55" fmla="*/ 99982 w 268676"/>
                <a:gd name="csY55" fmla="*/ 554498 h 585629"/>
                <a:gd name="csX56" fmla="*/ 109210 w 268676"/>
                <a:gd name="csY56" fmla="*/ 526820 h 585629"/>
                <a:gd name="csX57" fmla="*/ 116386 w 268676"/>
                <a:gd name="csY57" fmla="*/ 503246 h 585629"/>
                <a:gd name="csX58" fmla="*/ 114334 w 268676"/>
                <a:gd name="csY58" fmla="*/ 469424 h 585629"/>
                <a:gd name="csX59" fmla="*/ 122536 w 268676"/>
                <a:gd name="csY59" fmla="*/ 458151 h 585629"/>
                <a:gd name="csX60" fmla="*/ 130746 w 268676"/>
                <a:gd name="csY60" fmla="*/ 460203 h 585629"/>
                <a:gd name="csX61" fmla="*/ 129719 w 268676"/>
                <a:gd name="csY61" fmla="*/ 450974 h 585629"/>
                <a:gd name="csX62" fmla="*/ 137922 w 268676"/>
                <a:gd name="csY62" fmla="*/ 445851 h 585629"/>
                <a:gd name="csX63" fmla="*/ 146124 w 268676"/>
                <a:gd name="csY63" fmla="*/ 446877 h 585629"/>
                <a:gd name="csX64" fmla="*/ 160483 w 268676"/>
                <a:gd name="csY64" fmla="*/ 426381 h 585629"/>
                <a:gd name="csX65" fmla="*/ 159457 w 268676"/>
                <a:gd name="csY65" fmla="*/ 395631 h 585629"/>
                <a:gd name="csX66" fmla="*/ 144072 w 268676"/>
                <a:gd name="csY66" fmla="*/ 377182 h 585629"/>
                <a:gd name="csX67" fmla="*/ 126641 w 268676"/>
                <a:gd name="csY67" fmla="*/ 364882 h 585629"/>
                <a:gd name="csX68" fmla="*/ 127667 w 268676"/>
                <a:gd name="csY68" fmla="*/ 334132 h 585629"/>
                <a:gd name="csX69" fmla="*/ 132798 w 268676"/>
                <a:gd name="csY69" fmla="*/ 324910 h 585629"/>
                <a:gd name="csX70" fmla="*/ 129719 w 268676"/>
                <a:gd name="csY70" fmla="*/ 319786 h 585629"/>
                <a:gd name="csX71" fmla="*/ 129719 w 268676"/>
                <a:gd name="csY71" fmla="*/ 301336 h 585629"/>
                <a:gd name="csX72" fmla="*/ 142026 w 268676"/>
                <a:gd name="csY72" fmla="*/ 293141 h 585629"/>
                <a:gd name="csX73" fmla="*/ 146131 w 268676"/>
                <a:gd name="csY73" fmla="*/ 266489 h 585629"/>
                <a:gd name="csX74" fmla="*/ 160483 w 268676"/>
                <a:gd name="csY74" fmla="*/ 259319 h 585629"/>
                <a:gd name="csX75" fmla="*/ 170738 w 268676"/>
                <a:gd name="csY75" fmla="*/ 244967 h 585629"/>
                <a:gd name="csX76" fmla="*/ 186123 w 268676"/>
                <a:gd name="csY76" fmla="*/ 233693 h 585629"/>
                <a:gd name="csX77" fmla="*/ 203553 w 268676"/>
                <a:gd name="csY77" fmla="*/ 216270 h 585629"/>
                <a:gd name="csX78" fmla="*/ 217912 w 268676"/>
                <a:gd name="csY78" fmla="*/ 193722 h 585629"/>
                <a:gd name="csX79" fmla="*/ 214834 w 268676"/>
                <a:gd name="csY79" fmla="*/ 183467 h 585629"/>
                <a:gd name="csX80" fmla="*/ 212789 w 268676"/>
                <a:gd name="csY80" fmla="*/ 177324 h 585629"/>
                <a:gd name="csX81" fmla="*/ 223043 w 268676"/>
                <a:gd name="csY81" fmla="*/ 157848 h 585629"/>
                <a:gd name="csX82" fmla="*/ 223043 w 268676"/>
                <a:gd name="csY82" fmla="*/ 147601 h 585629"/>
                <a:gd name="csX83" fmla="*/ 235343 w 268676"/>
                <a:gd name="csY83" fmla="*/ 137346 h 585629"/>
                <a:gd name="csX84" fmla="*/ 238422 w 268676"/>
                <a:gd name="csY84" fmla="*/ 127098 h 585629"/>
                <a:gd name="csX85" fmla="*/ 252781 w 268676"/>
                <a:gd name="csY85" fmla="*/ 130177 h 585629"/>
                <a:gd name="csX86" fmla="*/ 271237 w 268676"/>
                <a:gd name="csY86" fmla="*/ 123001 h 5856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268676" h="585629">
                  <a:moveTo>
                    <a:pt x="271237" y="123001"/>
                  </a:moveTo>
                  <a:lnTo>
                    <a:pt x="268672" y="105577"/>
                  </a:lnTo>
                  <a:lnTo>
                    <a:pt x="270211" y="83659"/>
                  </a:lnTo>
                  <a:lnTo>
                    <a:pt x="268672" y="67972"/>
                  </a:lnTo>
                  <a:lnTo>
                    <a:pt x="254833" y="57827"/>
                  </a:lnTo>
                  <a:lnTo>
                    <a:pt x="264061" y="43065"/>
                  </a:lnTo>
                  <a:lnTo>
                    <a:pt x="233298" y="22774"/>
                  </a:lnTo>
                  <a:lnTo>
                    <a:pt x="219452" y="21851"/>
                  </a:lnTo>
                  <a:lnTo>
                    <a:pt x="204073" y="11706"/>
                  </a:lnTo>
                  <a:lnTo>
                    <a:pt x="199456" y="637"/>
                  </a:lnTo>
                  <a:lnTo>
                    <a:pt x="188688" y="1554"/>
                  </a:lnTo>
                  <a:lnTo>
                    <a:pt x="184077" y="19087"/>
                  </a:lnTo>
                  <a:lnTo>
                    <a:pt x="171771" y="21851"/>
                  </a:lnTo>
                  <a:lnTo>
                    <a:pt x="159464" y="19087"/>
                  </a:lnTo>
                  <a:lnTo>
                    <a:pt x="147157" y="20004"/>
                  </a:lnTo>
                  <a:lnTo>
                    <a:pt x="142539" y="32920"/>
                  </a:lnTo>
                  <a:lnTo>
                    <a:pt x="124082" y="38454"/>
                  </a:lnTo>
                  <a:lnTo>
                    <a:pt x="117933" y="48599"/>
                  </a:lnTo>
                  <a:lnTo>
                    <a:pt x="101008" y="61515"/>
                  </a:lnTo>
                  <a:lnTo>
                    <a:pt x="108704" y="66125"/>
                  </a:lnTo>
                  <a:lnTo>
                    <a:pt x="107165" y="75354"/>
                  </a:lnTo>
                  <a:lnTo>
                    <a:pt x="82551" y="99427"/>
                  </a:lnTo>
                  <a:lnTo>
                    <a:pt x="70245" y="104038"/>
                  </a:lnTo>
                  <a:lnTo>
                    <a:pt x="62555" y="116338"/>
                  </a:lnTo>
                  <a:lnTo>
                    <a:pt x="68705" y="130177"/>
                  </a:lnTo>
                  <a:lnTo>
                    <a:pt x="64095" y="171681"/>
                  </a:lnTo>
                  <a:lnTo>
                    <a:pt x="50249" y="193209"/>
                  </a:lnTo>
                  <a:lnTo>
                    <a:pt x="62555" y="211652"/>
                  </a:lnTo>
                  <a:lnTo>
                    <a:pt x="50249" y="223952"/>
                  </a:lnTo>
                  <a:lnTo>
                    <a:pt x="28713" y="220880"/>
                  </a:lnTo>
                  <a:lnTo>
                    <a:pt x="16407" y="233180"/>
                  </a:lnTo>
                  <a:lnTo>
                    <a:pt x="16407" y="270073"/>
                  </a:lnTo>
                  <a:lnTo>
                    <a:pt x="21017" y="323884"/>
                  </a:lnTo>
                  <a:lnTo>
                    <a:pt x="30246" y="336184"/>
                  </a:lnTo>
                  <a:lnTo>
                    <a:pt x="30246" y="354634"/>
                  </a:lnTo>
                  <a:lnTo>
                    <a:pt x="17946" y="359245"/>
                  </a:lnTo>
                  <a:lnTo>
                    <a:pt x="16407" y="366934"/>
                  </a:lnTo>
                  <a:lnTo>
                    <a:pt x="25635" y="379234"/>
                  </a:lnTo>
                  <a:lnTo>
                    <a:pt x="22556" y="393066"/>
                  </a:lnTo>
                  <a:lnTo>
                    <a:pt x="14867" y="402288"/>
                  </a:lnTo>
                  <a:lnTo>
                    <a:pt x="10250" y="443798"/>
                  </a:lnTo>
                  <a:lnTo>
                    <a:pt x="8710" y="454559"/>
                  </a:lnTo>
                  <a:lnTo>
                    <a:pt x="2560" y="473522"/>
                  </a:lnTo>
                  <a:lnTo>
                    <a:pt x="13841" y="482750"/>
                  </a:lnTo>
                  <a:lnTo>
                    <a:pt x="11789" y="512467"/>
                  </a:lnTo>
                  <a:lnTo>
                    <a:pt x="18965" y="522722"/>
                  </a:lnTo>
                  <a:lnTo>
                    <a:pt x="22043" y="535022"/>
                  </a:lnTo>
                  <a:lnTo>
                    <a:pt x="31272" y="545270"/>
                  </a:lnTo>
                  <a:lnTo>
                    <a:pt x="31272" y="564746"/>
                  </a:lnTo>
                  <a:lnTo>
                    <a:pt x="38448" y="578065"/>
                  </a:lnTo>
                  <a:lnTo>
                    <a:pt x="47676" y="586267"/>
                  </a:lnTo>
                  <a:lnTo>
                    <a:pt x="54859" y="584222"/>
                  </a:lnTo>
                  <a:lnTo>
                    <a:pt x="62035" y="583196"/>
                  </a:lnTo>
                  <a:lnTo>
                    <a:pt x="75368" y="562693"/>
                  </a:lnTo>
                  <a:lnTo>
                    <a:pt x="89721" y="561667"/>
                  </a:lnTo>
                  <a:lnTo>
                    <a:pt x="99982" y="554498"/>
                  </a:lnTo>
                  <a:lnTo>
                    <a:pt x="109210" y="526820"/>
                  </a:lnTo>
                  <a:lnTo>
                    <a:pt x="116386" y="503246"/>
                  </a:lnTo>
                  <a:lnTo>
                    <a:pt x="114334" y="469424"/>
                  </a:lnTo>
                  <a:lnTo>
                    <a:pt x="122536" y="458151"/>
                  </a:lnTo>
                  <a:lnTo>
                    <a:pt x="130746" y="460203"/>
                  </a:lnTo>
                  <a:lnTo>
                    <a:pt x="129719" y="450974"/>
                  </a:lnTo>
                  <a:lnTo>
                    <a:pt x="137922" y="445851"/>
                  </a:lnTo>
                  <a:lnTo>
                    <a:pt x="146124" y="446877"/>
                  </a:lnTo>
                  <a:lnTo>
                    <a:pt x="160483" y="426381"/>
                  </a:lnTo>
                  <a:lnTo>
                    <a:pt x="159457" y="395631"/>
                  </a:lnTo>
                  <a:lnTo>
                    <a:pt x="144072" y="377182"/>
                  </a:lnTo>
                  <a:lnTo>
                    <a:pt x="126641" y="364882"/>
                  </a:lnTo>
                  <a:lnTo>
                    <a:pt x="127667" y="334132"/>
                  </a:lnTo>
                  <a:lnTo>
                    <a:pt x="132798" y="324910"/>
                  </a:lnTo>
                  <a:lnTo>
                    <a:pt x="129719" y="319786"/>
                  </a:lnTo>
                  <a:lnTo>
                    <a:pt x="129719" y="301336"/>
                  </a:lnTo>
                  <a:lnTo>
                    <a:pt x="142026" y="293141"/>
                  </a:lnTo>
                  <a:lnTo>
                    <a:pt x="146131" y="266489"/>
                  </a:lnTo>
                  <a:lnTo>
                    <a:pt x="160483" y="259319"/>
                  </a:lnTo>
                  <a:lnTo>
                    <a:pt x="170738" y="244967"/>
                  </a:lnTo>
                  <a:lnTo>
                    <a:pt x="186123" y="233693"/>
                  </a:lnTo>
                  <a:lnTo>
                    <a:pt x="203553" y="216270"/>
                  </a:lnTo>
                  <a:lnTo>
                    <a:pt x="217912" y="193722"/>
                  </a:lnTo>
                  <a:lnTo>
                    <a:pt x="214834" y="183467"/>
                  </a:lnTo>
                  <a:lnTo>
                    <a:pt x="212789" y="177324"/>
                  </a:lnTo>
                  <a:lnTo>
                    <a:pt x="223043" y="157848"/>
                  </a:lnTo>
                  <a:lnTo>
                    <a:pt x="223043" y="147601"/>
                  </a:lnTo>
                  <a:lnTo>
                    <a:pt x="235343" y="137346"/>
                  </a:lnTo>
                  <a:lnTo>
                    <a:pt x="238422" y="127098"/>
                  </a:lnTo>
                  <a:lnTo>
                    <a:pt x="252781" y="130177"/>
                  </a:lnTo>
                  <a:lnTo>
                    <a:pt x="271237" y="1230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79" name="Forme libre : forme 457">
              <a:extLst>
                <a:ext uri="{FF2B5EF4-FFF2-40B4-BE49-F238E27FC236}">
                  <a16:creationId xmlns:a16="http://schemas.microsoft.com/office/drawing/2014/main" id="{2FE49384-9D5C-C994-369C-8B6FD60B3D49}"/>
                </a:ext>
              </a:extLst>
            </p:cNvPr>
            <p:cNvSpPr/>
            <p:nvPr/>
          </p:nvSpPr>
          <p:spPr>
            <a:xfrm>
              <a:off x="6045945" y="2580886"/>
              <a:ext cx="233801" cy="438454"/>
            </a:xfrm>
            <a:custGeom>
              <a:avLst/>
              <a:gdLst>
                <a:gd name="csX0" fmla="*/ 169802 w 233801"/>
                <a:gd name="csY0" fmla="*/ 405153 h 438454"/>
                <a:gd name="csX1" fmla="*/ 174932 w 233801"/>
                <a:gd name="csY1" fmla="*/ 383119 h 438454"/>
                <a:gd name="csX2" fmla="*/ 198000 w 233801"/>
                <a:gd name="csY2" fmla="*/ 350830 h 438454"/>
                <a:gd name="csX3" fmla="*/ 236459 w 233801"/>
                <a:gd name="csY3" fmla="*/ 304708 h 438454"/>
                <a:gd name="csX4" fmla="*/ 219535 w 233801"/>
                <a:gd name="csY4" fmla="*/ 281647 h 438454"/>
                <a:gd name="csX5" fmla="*/ 204157 w 233801"/>
                <a:gd name="csY5" fmla="*/ 277037 h 438454"/>
                <a:gd name="csX6" fmla="*/ 201078 w 233801"/>
                <a:gd name="csY6" fmla="*/ 264737 h 438454"/>
                <a:gd name="csX7" fmla="*/ 208767 w 233801"/>
                <a:gd name="csY7" fmla="*/ 250904 h 438454"/>
                <a:gd name="csX8" fmla="*/ 208774 w 233801"/>
                <a:gd name="csY8" fmla="*/ 237065 h 438454"/>
                <a:gd name="csX9" fmla="*/ 199539 w 233801"/>
                <a:gd name="csY9" fmla="*/ 220154 h 438454"/>
                <a:gd name="csX10" fmla="*/ 205696 w 233801"/>
                <a:gd name="csY10" fmla="*/ 209394 h 438454"/>
                <a:gd name="csX11" fmla="*/ 194928 w 233801"/>
                <a:gd name="csY11" fmla="*/ 201705 h 438454"/>
                <a:gd name="csX12" fmla="*/ 201078 w 233801"/>
                <a:gd name="csY12" fmla="*/ 181722 h 438454"/>
                <a:gd name="csX13" fmla="*/ 196467 w 233801"/>
                <a:gd name="csY13" fmla="*/ 164805 h 438454"/>
                <a:gd name="csX14" fmla="*/ 199546 w 233801"/>
                <a:gd name="csY14" fmla="*/ 138672 h 438454"/>
                <a:gd name="csX15" fmla="*/ 178011 w 233801"/>
                <a:gd name="csY15" fmla="*/ 106602 h 438454"/>
                <a:gd name="csX16" fmla="*/ 193389 w 233801"/>
                <a:gd name="csY16" fmla="*/ 89999 h 438454"/>
                <a:gd name="csX17" fmla="*/ 184161 w 233801"/>
                <a:gd name="csY17" fmla="*/ 70626 h 438454"/>
                <a:gd name="csX18" fmla="*/ 165704 w 233801"/>
                <a:gd name="csY18" fmla="*/ 60481 h 438454"/>
                <a:gd name="csX19" fmla="*/ 165704 w 233801"/>
                <a:gd name="csY19" fmla="*/ 48489 h 438454"/>
                <a:gd name="csX20" fmla="*/ 179550 w 233801"/>
                <a:gd name="csY20" fmla="*/ 31886 h 438454"/>
                <a:gd name="csX21" fmla="*/ 178011 w 233801"/>
                <a:gd name="csY21" fmla="*/ 10665 h 438454"/>
                <a:gd name="csX22" fmla="*/ 158015 w 233801"/>
                <a:gd name="csY22" fmla="*/ 520 h 438454"/>
                <a:gd name="csX23" fmla="*/ 139558 w 233801"/>
                <a:gd name="csY23" fmla="*/ 1444 h 438454"/>
                <a:gd name="csX24" fmla="*/ 119562 w 233801"/>
                <a:gd name="csY24" fmla="*/ 10665 h 438454"/>
                <a:gd name="csX25" fmla="*/ 118023 w 233801"/>
                <a:gd name="csY25" fmla="*/ 35573 h 438454"/>
                <a:gd name="csX26" fmla="*/ 102637 w 233801"/>
                <a:gd name="csY26" fmla="*/ 47565 h 438454"/>
                <a:gd name="csX27" fmla="*/ 96487 w 233801"/>
                <a:gd name="csY27" fmla="*/ 47565 h 438454"/>
                <a:gd name="csX28" fmla="*/ 87259 w 233801"/>
                <a:gd name="csY28" fmla="*/ 42031 h 438454"/>
                <a:gd name="csX29" fmla="*/ 74952 w 233801"/>
                <a:gd name="csY29" fmla="*/ 42031 h 438454"/>
                <a:gd name="csX30" fmla="*/ 61106 w 233801"/>
                <a:gd name="csY30" fmla="*/ 48489 h 438454"/>
                <a:gd name="csX31" fmla="*/ 45728 w 233801"/>
                <a:gd name="csY31" fmla="*/ 45718 h 438454"/>
                <a:gd name="csX32" fmla="*/ 25725 w 233801"/>
                <a:gd name="csY32" fmla="*/ 28192 h 438454"/>
                <a:gd name="csX33" fmla="*/ 13425 w 233801"/>
                <a:gd name="csY33" fmla="*/ 27268 h 438454"/>
                <a:gd name="csX34" fmla="*/ 2658 w 233801"/>
                <a:gd name="csY34" fmla="*/ 33726 h 438454"/>
                <a:gd name="csX35" fmla="*/ 7268 w 233801"/>
                <a:gd name="csY35" fmla="*/ 44795 h 438454"/>
                <a:gd name="csX36" fmla="*/ 22653 w 233801"/>
                <a:gd name="csY36" fmla="*/ 54946 h 438454"/>
                <a:gd name="csX37" fmla="*/ 36493 w 233801"/>
                <a:gd name="csY37" fmla="*/ 55863 h 438454"/>
                <a:gd name="csX38" fmla="*/ 67256 w 233801"/>
                <a:gd name="csY38" fmla="*/ 76160 h 438454"/>
                <a:gd name="csX39" fmla="*/ 58028 w 233801"/>
                <a:gd name="csY39" fmla="*/ 90916 h 438454"/>
                <a:gd name="csX40" fmla="*/ 71874 w 233801"/>
                <a:gd name="csY40" fmla="*/ 101068 h 438454"/>
                <a:gd name="csX41" fmla="*/ 73406 w 233801"/>
                <a:gd name="csY41" fmla="*/ 116747 h 438454"/>
                <a:gd name="csX42" fmla="*/ 71874 w 233801"/>
                <a:gd name="csY42" fmla="*/ 138672 h 438454"/>
                <a:gd name="csX43" fmla="*/ 74432 w 233801"/>
                <a:gd name="csY43" fmla="*/ 156089 h 438454"/>
                <a:gd name="csX44" fmla="*/ 88791 w 233801"/>
                <a:gd name="csY44" fmla="*/ 160194 h 438454"/>
                <a:gd name="csX45" fmla="*/ 108274 w 233801"/>
                <a:gd name="csY45" fmla="*/ 178644 h 438454"/>
                <a:gd name="csX46" fmla="*/ 106222 w 233801"/>
                <a:gd name="csY46" fmla="*/ 187865 h 438454"/>
                <a:gd name="csX47" fmla="*/ 108274 w 233801"/>
                <a:gd name="csY47" fmla="*/ 196068 h 438454"/>
                <a:gd name="csX48" fmla="*/ 101098 w 233801"/>
                <a:gd name="csY48" fmla="*/ 206315 h 438454"/>
                <a:gd name="csX49" fmla="*/ 91870 w 233801"/>
                <a:gd name="csY49" fmla="*/ 206315 h 438454"/>
                <a:gd name="csX50" fmla="*/ 83661 w 233801"/>
                <a:gd name="csY50" fmla="*/ 232961 h 438454"/>
                <a:gd name="csX51" fmla="*/ 71361 w 233801"/>
                <a:gd name="csY51" fmla="*/ 249365 h 438454"/>
                <a:gd name="csX52" fmla="*/ 62132 w 233801"/>
                <a:gd name="csY52" fmla="*/ 252437 h 438454"/>
                <a:gd name="csX53" fmla="*/ 57002 w 233801"/>
                <a:gd name="csY53" fmla="*/ 265763 h 438454"/>
                <a:gd name="csX54" fmla="*/ 49819 w 233801"/>
                <a:gd name="csY54" fmla="*/ 267808 h 438454"/>
                <a:gd name="csX55" fmla="*/ 41617 w 233801"/>
                <a:gd name="csY55" fmla="*/ 276011 h 438454"/>
                <a:gd name="csX56" fmla="*/ 36493 w 233801"/>
                <a:gd name="csY56" fmla="*/ 288310 h 438454"/>
                <a:gd name="csX57" fmla="*/ 27264 w 233801"/>
                <a:gd name="csY57" fmla="*/ 290356 h 438454"/>
                <a:gd name="csX58" fmla="*/ 26238 w 233801"/>
                <a:gd name="csY58" fmla="*/ 299584 h 438454"/>
                <a:gd name="csX59" fmla="*/ 13931 w 233801"/>
                <a:gd name="csY59" fmla="*/ 311884 h 438454"/>
                <a:gd name="csX60" fmla="*/ 14957 w 233801"/>
                <a:gd name="csY60" fmla="*/ 333406 h 438454"/>
                <a:gd name="csX61" fmla="*/ 21107 w 233801"/>
                <a:gd name="csY61" fmla="*/ 358006 h 438454"/>
                <a:gd name="csX62" fmla="*/ 26238 w 233801"/>
                <a:gd name="csY62" fmla="*/ 375429 h 438454"/>
                <a:gd name="csX63" fmla="*/ 20081 w 233801"/>
                <a:gd name="csY63" fmla="*/ 381579 h 438454"/>
                <a:gd name="csX64" fmla="*/ 24186 w 233801"/>
                <a:gd name="csY64" fmla="*/ 415401 h 438454"/>
                <a:gd name="csX65" fmla="*/ 34440 w 233801"/>
                <a:gd name="csY65" fmla="*/ 416427 h 438454"/>
                <a:gd name="csX66" fmla="*/ 38538 w 233801"/>
                <a:gd name="csY66" fmla="*/ 424622 h 438454"/>
                <a:gd name="csX67" fmla="*/ 50845 w 233801"/>
                <a:gd name="csY67" fmla="*/ 424622 h 438454"/>
                <a:gd name="csX68" fmla="*/ 52897 w 233801"/>
                <a:gd name="csY68" fmla="*/ 436922 h 438454"/>
                <a:gd name="csX69" fmla="*/ 60073 w 233801"/>
                <a:gd name="csY69" fmla="*/ 438975 h 438454"/>
                <a:gd name="csX70" fmla="*/ 71354 w 233801"/>
                <a:gd name="csY70" fmla="*/ 434877 h 438454"/>
                <a:gd name="csX71" fmla="*/ 77511 w 233801"/>
                <a:gd name="csY71" fmla="*/ 430772 h 438454"/>
                <a:gd name="csX72" fmla="*/ 85713 w 233801"/>
                <a:gd name="csY72" fmla="*/ 431799 h 438454"/>
                <a:gd name="csX73" fmla="*/ 98013 w 233801"/>
                <a:gd name="csY73" fmla="*/ 425649 h 438454"/>
                <a:gd name="csX74" fmla="*/ 112372 w 233801"/>
                <a:gd name="csY74" fmla="*/ 425649 h 438454"/>
                <a:gd name="csX75" fmla="*/ 115450 w 233801"/>
                <a:gd name="csY75" fmla="*/ 418479 h 438454"/>
                <a:gd name="csX76" fmla="*/ 135960 w 233801"/>
                <a:gd name="csY76" fmla="*/ 414375 h 438454"/>
                <a:gd name="csX77" fmla="*/ 141090 w 233801"/>
                <a:gd name="csY77" fmla="*/ 409251 h 438454"/>
                <a:gd name="csX78" fmla="*/ 151345 w 233801"/>
                <a:gd name="csY78" fmla="*/ 414375 h 438454"/>
                <a:gd name="csX79" fmla="*/ 169802 w 233801"/>
                <a:gd name="csY79" fmla="*/ 405153 h 43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233801" h="438454">
                  <a:moveTo>
                    <a:pt x="169802" y="405153"/>
                  </a:moveTo>
                  <a:lnTo>
                    <a:pt x="174932" y="383119"/>
                  </a:lnTo>
                  <a:lnTo>
                    <a:pt x="198000" y="350830"/>
                  </a:lnTo>
                  <a:lnTo>
                    <a:pt x="236459" y="304708"/>
                  </a:lnTo>
                  <a:lnTo>
                    <a:pt x="219535" y="281647"/>
                  </a:lnTo>
                  <a:lnTo>
                    <a:pt x="204157" y="277037"/>
                  </a:lnTo>
                  <a:lnTo>
                    <a:pt x="201078" y="264737"/>
                  </a:lnTo>
                  <a:lnTo>
                    <a:pt x="208767" y="250904"/>
                  </a:lnTo>
                  <a:lnTo>
                    <a:pt x="208774" y="237065"/>
                  </a:lnTo>
                  <a:lnTo>
                    <a:pt x="199539" y="220154"/>
                  </a:lnTo>
                  <a:lnTo>
                    <a:pt x="205696" y="209394"/>
                  </a:lnTo>
                  <a:lnTo>
                    <a:pt x="194928" y="201705"/>
                  </a:lnTo>
                  <a:lnTo>
                    <a:pt x="201078" y="181722"/>
                  </a:lnTo>
                  <a:lnTo>
                    <a:pt x="196467" y="164805"/>
                  </a:lnTo>
                  <a:lnTo>
                    <a:pt x="199546" y="138672"/>
                  </a:lnTo>
                  <a:lnTo>
                    <a:pt x="178011" y="106602"/>
                  </a:lnTo>
                  <a:lnTo>
                    <a:pt x="193389" y="89999"/>
                  </a:lnTo>
                  <a:lnTo>
                    <a:pt x="184161" y="70626"/>
                  </a:lnTo>
                  <a:lnTo>
                    <a:pt x="165704" y="60481"/>
                  </a:lnTo>
                  <a:lnTo>
                    <a:pt x="165704" y="48489"/>
                  </a:lnTo>
                  <a:lnTo>
                    <a:pt x="179550" y="31886"/>
                  </a:lnTo>
                  <a:lnTo>
                    <a:pt x="178011" y="10665"/>
                  </a:lnTo>
                  <a:lnTo>
                    <a:pt x="158015" y="520"/>
                  </a:lnTo>
                  <a:lnTo>
                    <a:pt x="139558" y="1444"/>
                  </a:lnTo>
                  <a:lnTo>
                    <a:pt x="119562" y="10665"/>
                  </a:lnTo>
                  <a:lnTo>
                    <a:pt x="118023" y="35573"/>
                  </a:lnTo>
                  <a:lnTo>
                    <a:pt x="102637" y="47565"/>
                  </a:lnTo>
                  <a:lnTo>
                    <a:pt x="96487" y="47565"/>
                  </a:lnTo>
                  <a:lnTo>
                    <a:pt x="87259" y="42031"/>
                  </a:lnTo>
                  <a:lnTo>
                    <a:pt x="74952" y="42031"/>
                  </a:lnTo>
                  <a:lnTo>
                    <a:pt x="61106" y="48489"/>
                  </a:lnTo>
                  <a:lnTo>
                    <a:pt x="45728" y="45718"/>
                  </a:lnTo>
                  <a:lnTo>
                    <a:pt x="25725" y="28192"/>
                  </a:lnTo>
                  <a:lnTo>
                    <a:pt x="13425" y="27268"/>
                  </a:lnTo>
                  <a:lnTo>
                    <a:pt x="2658" y="33726"/>
                  </a:lnTo>
                  <a:lnTo>
                    <a:pt x="7268" y="44795"/>
                  </a:lnTo>
                  <a:lnTo>
                    <a:pt x="22653" y="54946"/>
                  </a:lnTo>
                  <a:lnTo>
                    <a:pt x="36493" y="55863"/>
                  </a:lnTo>
                  <a:lnTo>
                    <a:pt x="67256" y="76160"/>
                  </a:lnTo>
                  <a:lnTo>
                    <a:pt x="58028" y="90916"/>
                  </a:lnTo>
                  <a:lnTo>
                    <a:pt x="71874" y="101068"/>
                  </a:lnTo>
                  <a:lnTo>
                    <a:pt x="73406" y="116747"/>
                  </a:lnTo>
                  <a:lnTo>
                    <a:pt x="71874" y="138672"/>
                  </a:lnTo>
                  <a:lnTo>
                    <a:pt x="74432" y="156089"/>
                  </a:lnTo>
                  <a:lnTo>
                    <a:pt x="88791" y="160194"/>
                  </a:lnTo>
                  <a:lnTo>
                    <a:pt x="108274" y="178644"/>
                  </a:lnTo>
                  <a:lnTo>
                    <a:pt x="106222" y="187865"/>
                  </a:lnTo>
                  <a:lnTo>
                    <a:pt x="108274" y="196068"/>
                  </a:lnTo>
                  <a:lnTo>
                    <a:pt x="101098" y="206315"/>
                  </a:lnTo>
                  <a:lnTo>
                    <a:pt x="91870" y="206315"/>
                  </a:lnTo>
                  <a:lnTo>
                    <a:pt x="83661" y="232961"/>
                  </a:lnTo>
                  <a:lnTo>
                    <a:pt x="71361" y="249365"/>
                  </a:lnTo>
                  <a:lnTo>
                    <a:pt x="62132" y="252437"/>
                  </a:lnTo>
                  <a:lnTo>
                    <a:pt x="57002" y="265763"/>
                  </a:lnTo>
                  <a:lnTo>
                    <a:pt x="49819" y="267808"/>
                  </a:lnTo>
                  <a:lnTo>
                    <a:pt x="41617" y="276011"/>
                  </a:lnTo>
                  <a:lnTo>
                    <a:pt x="36493" y="288310"/>
                  </a:lnTo>
                  <a:lnTo>
                    <a:pt x="27264" y="290356"/>
                  </a:lnTo>
                  <a:lnTo>
                    <a:pt x="26238" y="299584"/>
                  </a:lnTo>
                  <a:lnTo>
                    <a:pt x="13931" y="311884"/>
                  </a:lnTo>
                  <a:cubicBezTo>
                    <a:pt x="13931" y="311884"/>
                    <a:pt x="13931" y="328282"/>
                    <a:pt x="14957" y="333406"/>
                  </a:cubicBezTo>
                  <a:cubicBezTo>
                    <a:pt x="15984" y="338530"/>
                    <a:pt x="21107" y="358006"/>
                    <a:pt x="21107" y="358006"/>
                  </a:cubicBezTo>
                  <a:lnTo>
                    <a:pt x="26238" y="375429"/>
                  </a:lnTo>
                  <a:lnTo>
                    <a:pt x="20081" y="381579"/>
                  </a:lnTo>
                  <a:lnTo>
                    <a:pt x="24186" y="415401"/>
                  </a:lnTo>
                  <a:lnTo>
                    <a:pt x="34440" y="416427"/>
                  </a:lnTo>
                  <a:lnTo>
                    <a:pt x="38538" y="424622"/>
                  </a:lnTo>
                  <a:lnTo>
                    <a:pt x="50845" y="424622"/>
                  </a:lnTo>
                  <a:lnTo>
                    <a:pt x="52897" y="436922"/>
                  </a:lnTo>
                  <a:lnTo>
                    <a:pt x="60073" y="438975"/>
                  </a:lnTo>
                  <a:lnTo>
                    <a:pt x="71354" y="434877"/>
                  </a:lnTo>
                  <a:lnTo>
                    <a:pt x="77511" y="430772"/>
                  </a:lnTo>
                  <a:lnTo>
                    <a:pt x="85713" y="431799"/>
                  </a:lnTo>
                  <a:lnTo>
                    <a:pt x="98013" y="425649"/>
                  </a:lnTo>
                  <a:lnTo>
                    <a:pt x="112372" y="425649"/>
                  </a:lnTo>
                  <a:lnTo>
                    <a:pt x="115450" y="418479"/>
                  </a:lnTo>
                  <a:lnTo>
                    <a:pt x="135960" y="414375"/>
                  </a:lnTo>
                  <a:lnTo>
                    <a:pt x="141090" y="409251"/>
                  </a:lnTo>
                  <a:lnTo>
                    <a:pt x="151345" y="414375"/>
                  </a:lnTo>
                  <a:lnTo>
                    <a:pt x="169802" y="4051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0" name="Forme libre : forme 458">
              <a:extLst>
                <a:ext uri="{FF2B5EF4-FFF2-40B4-BE49-F238E27FC236}">
                  <a16:creationId xmlns:a16="http://schemas.microsoft.com/office/drawing/2014/main" id="{57914CD0-E643-B489-B3AF-159E48BD884D}"/>
                </a:ext>
              </a:extLst>
            </p:cNvPr>
            <p:cNvSpPr/>
            <p:nvPr/>
          </p:nvSpPr>
          <p:spPr>
            <a:xfrm>
              <a:off x="6103367" y="3034712"/>
              <a:ext cx="91777" cy="77897"/>
            </a:xfrm>
            <a:custGeom>
              <a:avLst/>
              <a:gdLst>
                <a:gd name="csX0" fmla="*/ 94426 w 91777"/>
                <a:gd name="csY0" fmla="*/ 77067 h 77897"/>
                <a:gd name="csX1" fmla="*/ 69813 w 91777"/>
                <a:gd name="csY1" fmla="*/ 78606 h 77897"/>
                <a:gd name="csX2" fmla="*/ 59045 w 91777"/>
                <a:gd name="csY2" fmla="*/ 73995 h 77897"/>
                <a:gd name="csX3" fmla="*/ 51356 w 91777"/>
                <a:gd name="csY3" fmla="*/ 64767 h 77897"/>
                <a:gd name="csX4" fmla="*/ 40588 w 91777"/>
                <a:gd name="csY4" fmla="*/ 63228 h 77897"/>
                <a:gd name="csX5" fmla="*/ 26229 w 91777"/>
                <a:gd name="csY5" fmla="*/ 65280 h 77897"/>
                <a:gd name="csX6" fmla="*/ 21105 w 91777"/>
                <a:gd name="csY6" fmla="*/ 57078 h 77897"/>
                <a:gd name="csX7" fmla="*/ 10851 w 91777"/>
                <a:gd name="csY7" fmla="*/ 52980 h 77897"/>
                <a:gd name="csX8" fmla="*/ 11877 w 91777"/>
                <a:gd name="csY8" fmla="*/ 35556 h 77897"/>
                <a:gd name="csX9" fmla="*/ 2649 w 91777"/>
                <a:gd name="csY9" fmla="*/ 28380 h 77897"/>
                <a:gd name="csX10" fmla="*/ 3675 w 91777"/>
                <a:gd name="csY10" fmla="*/ 24282 h 77897"/>
                <a:gd name="csX11" fmla="*/ 27262 w 91777"/>
                <a:gd name="csY11" fmla="*/ 4806 h 77897"/>
                <a:gd name="csX12" fmla="*/ 44693 w 91777"/>
                <a:gd name="csY12" fmla="*/ 6858 h 77897"/>
                <a:gd name="csX13" fmla="*/ 57000 w 91777"/>
                <a:gd name="csY13" fmla="*/ 708 h 77897"/>
                <a:gd name="csX14" fmla="*/ 66228 w 91777"/>
                <a:gd name="csY14" fmla="*/ 2761 h 77897"/>
                <a:gd name="csX15" fmla="*/ 92887 w 91777"/>
                <a:gd name="csY15" fmla="*/ 6858 h 77897"/>
                <a:gd name="csX16" fmla="*/ 86737 w 91777"/>
                <a:gd name="csY16" fmla="*/ 41706 h 77897"/>
                <a:gd name="csX17" fmla="*/ 94426 w 91777"/>
                <a:gd name="csY17" fmla="*/ 60156 h 77897"/>
                <a:gd name="csX18" fmla="*/ 94426 w 91777"/>
                <a:gd name="csY18" fmla="*/ 77067 h 77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1777" h="77897">
                  <a:moveTo>
                    <a:pt x="94426" y="77067"/>
                  </a:moveTo>
                  <a:lnTo>
                    <a:pt x="69813" y="78606"/>
                  </a:lnTo>
                  <a:lnTo>
                    <a:pt x="59045" y="73995"/>
                  </a:lnTo>
                  <a:lnTo>
                    <a:pt x="51356" y="64767"/>
                  </a:lnTo>
                  <a:lnTo>
                    <a:pt x="40588" y="63228"/>
                  </a:lnTo>
                  <a:lnTo>
                    <a:pt x="26229" y="65280"/>
                  </a:lnTo>
                  <a:lnTo>
                    <a:pt x="21105" y="57078"/>
                  </a:lnTo>
                  <a:lnTo>
                    <a:pt x="10851" y="52980"/>
                  </a:lnTo>
                  <a:lnTo>
                    <a:pt x="11877" y="35556"/>
                  </a:lnTo>
                  <a:lnTo>
                    <a:pt x="2649" y="28380"/>
                  </a:lnTo>
                  <a:lnTo>
                    <a:pt x="3675" y="24282"/>
                  </a:lnTo>
                  <a:lnTo>
                    <a:pt x="27262" y="4806"/>
                  </a:lnTo>
                  <a:lnTo>
                    <a:pt x="44693" y="6858"/>
                  </a:lnTo>
                  <a:lnTo>
                    <a:pt x="57000" y="708"/>
                  </a:lnTo>
                  <a:lnTo>
                    <a:pt x="66228" y="2761"/>
                  </a:lnTo>
                  <a:lnTo>
                    <a:pt x="92887" y="6858"/>
                  </a:lnTo>
                  <a:lnTo>
                    <a:pt x="86737" y="41706"/>
                  </a:lnTo>
                  <a:lnTo>
                    <a:pt x="94426" y="60156"/>
                  </a:lnTo>
                  <a:lnTo>
                    <a:pt x="94426" y="770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1" name="Forme libre : forme 459">
              <a:extLst>
                <a:ext uri="{FF2B5EF4-FFF2-40B4-BE49-F238E27FC236}">
                  <a16:creationId xmlns:a16="http://schemas.microsoft.com/office/drawing/2014/main" id="{E38F71FE-4250-8DC4-9E02-B5C22A311D19}"/>
                </a:ext>
              </a:extLst>
            </p:cNvPr>
            <p:cNvSpPr/>
            <p:nvPr/>
          </p:nvSpPr>
          <p:spPr>
            <a:xfrm>
              <a:off x="6049016" y="3097232"/>
              <a:ext cx="153817" cy="98392"/>
            </a:xfrm>
            <a:custGeom>
              <a:avLst/>
              <a:gdLst>
                <a:gd name="csX0" fmla="*/ 154917 w 153817"/>
                <a:gd name="csY0" fmla="*/ 77625 h 98392"/>
                <a:gd name="csX1" fmla="*/ 156457 w 153817"/>
                <a:gd name="csY1" fmla="*/ 49954 h 98392"/>
                <a:gd name="csX2" fmla="*/ 147228 w 153817"/>
                <a:gd name="csY2" fmla="*/ 37654 h 98392"/>
                <a:gd name="csX3" fmla="*/ 148767 w 153817"/>
                <a:gd name="csY3" fmla="*/ 14593 h 98392"/>
                <a:gd name="csX4" fmla="*/ 124154 w 153817"/>
                <a:gd name="csY4" fmla="*/ 16133 h 98392"/>
                <a:gd name="csX5" fmla="*/ 113386 w 153817"/>
                <a:gd name="csY5" fmla="*/ 11515 h 98392"/>
                <a:gd name="csX6" fmla="*/ 105697 w 153817"/>
                <a:gd name="csY6" fmla="*/ 2293 h 98392"/>
                <a:gd name="csX7" fmla="*/ 94929 w 153817"/>
                <a:gd name="csY7" fmla="*/ 754 h 98392"/>
                <a:gd name="csX8" fmla="*/ 80570 w 153817"/>
                <a:gd name="csY8" fmla="*/ 2806 h 98392"/>
                <a:gd name="csX9" fmla="*/ 81036 w 153817"/>
                <a:gd name="csY9" fmla="*/ 5810 h 98392"/>
                <a:gd name="csX10" fmla="*/ 82623 w 153817"/>
                <a:gd name="csY10" fmla="*/ 16126 h 98392"/>
                <a:gd name="csX11" fmla="*/ 77492 w 153817"/>
                <a:gd name="csY11" fmla="*/ 41752 h 98392"/>
                <a:gd name="csX12" fmla="*/ 64166 w 153817"/>
                <a:gd name="csY12" fmla="*/ 44823 h 98392"/>
                <a:gd name="csX13" fmla="*/ 49807 w 153817"/>
                <a:gd name="csY13" fmla="*/ 27400 h 98392"/>
                <a:gd name="csX14" fmla="*/ 43650 w 153817"/>
                <a:gd name="csY14" fmla="*/ 14080 h 98392"/>
                <a:gd name="csX15" fmla="*/ 29298 w 153817"/>
                <a:gd name="csY15" fmla="*/ 20230 h 98392"/>
                <a:gd name="csX16" fmla="*/ 14939 w 153817"/>
                <a:gd name="csY16" fmla="*/ 24328 h 98392"/>
                <a:gd name="csX17" fmla="*/ 15965 w 153817"/>
                <a:gd name="csY17" fmla="*/ 45849 h 98392"/>
                <a:gd name="csX18" fmla="*/ 5710 w 153817"/>
                <a:gd name="csY18" fmla="*/ 57123 h 98392"/>
                <a:gd name="csX19" fmla="*/ 2639 w 153817"/>
                <a:gd name="csY19" fmla="*/ 68397 h 98392"/>
                <a:gd name="csX20" fmla="*/ 8789 w 153817"/>
                <a:gd name="csY20" fmla="*/ 77625 h 98392"/>
                <a:gd name="csX21" fmla="*/ 19556 w 153817"/>
                <a:gd name="csY21" fmla="*/ 66865 h 98392"/>
                <a:gd name="csX22" fmla="*/ 67237 w 153817"/>
                <a:gd name="csY22" fmla="*/ 66865 h 98392"/>
                <a:gd name="csX23" fmla="*/ 105690 w 153817"/>
                <a:gd name="csY23" fmla="*/ 74547 h 98392"/>
                <a:gd name="csX24" fmla="*/ 125693 w 153817"/>
                <a:gd name="csY24" fmla="*/ 99147 h 98392"/>
                <a:gd name="csX25" fmla="*/ 136454 w 153817"/>
                <a:gd name="csY25" fmla="*/ 99147 h 98392"/>
                <a:gd name="csX26" fmla="*/ 154917 w 153817"/>
                <a:gd name="csY26" fmla="*/ 77625 h 98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153817" h="98392">
                  <a:moveTo>
                    <a:pt x="154917" y="77625"/>
                  </a:moveTo>
                  <a:lnTo>
                    <a:pt x="156457" y="49954"/>
                  </a:lnTo>
                  <a:lnTo>
                    <a:pt x="147228" y="37654"/>
                  </a:lnTo>
                  <a:lnTo>
                    <a:pt x="148767" y="14593"/>
                  </a:lnTo>
                  <a:lnTo>
                    <a:pt x="124154" y="16133"/>
                  </a:lnTo>
                  <a:lnTo>
                    <a:pt x="113386" y="11515"/>
                  </a:lnTo>
                  <a:lnTo>
                    <a:pt x="105697" y="2293"/>
                  </a:lnTo>
                  <a:lnTo>
                    <a:pt x="94929" y="754"/>
                  </a:lnTo>
                  <a:lnTo>
                    <a:pt x="80570" y="2806"/>
                  </a:lnTo>
                  <a:lnTo>
                    <a:pt x="81036" y="5810"/>
                  </a:lnTo>
                  <a:lnTo>
                    <a:pt x="82623" y="16126"/>
                  </a:lnTo>
                  <a:lnTo>
                    <a:pt x="77492" y="41752"/>
                  </a:lnTo>
                  <a:lnTo>
                    <a:pt x="64166" y="44823"/>
                  </a:lnTo>
                  <a:lnTo>
                    <a:pt x="49807" y="27400"/>
                  </a:lnTo>
                  <a:lnTo>
                    <a:pt x="43650" y="14080"/>
                  </a:lnTo>
                  <a:lnTo>
                    <a:pt x="29298" y="20230"/>
                  </a:lnTo>
                  <a:lnTo>
                    <a:pt x="14939" y="24328"/>
                  </a:lnTo>
                  <a:lnTo>
                    <a:pt x="15965" y="45849"/>
                  </a:lnTo>
                  <a:lnTo>
                    <a:pt x="5710" y="57123"/>
                  </a:lnTo>
                  <a:lnTo>
                    <a:pt x="2639" y="68397"/>
                  </a:lnTo>
                  <a:lnTo>
                    <a:pt x="8789" y="77625"/>
                  </a:lnTo>
                  <a:lnTo>
                    <a:pt x="19556" y="66865"/>
                  </a:lnTo>
                  <a:lnTo>
                    <a:pt x="67237" y="66865"/>
                  </a:lnTo>
                  <a:lnTo>
                    <a:pt x="105690" y="74547"/>
                  </a:lnTo>
                  <a:lnTo>
                    <a:pt x="125693" y="99147"/>
                  </a:lnTo>
                  <a:lnTo>
                    <a:pt x="136454" y="99147"/>
                  </a:lnTo>
                  <a:lnTo>
                    <a:pt x="154917" y="776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2" name="Forme libre : forme 460">
              <a:extLst>
                <a:ext uri="{FF2B5EF4-FFF2-40B4-BE49-F238E27FC236}">
                  <a16:creationId xmlns:a16="http://schemas.microsoft.com/office/drawing/2014/main" id="{34730389-0E49-DC13-5E7D-9B6181745F7D}"/>
                </a:ext>
              </a:extLst>
            </p:cNvPr>
            <p:cNvSpPr/>
            <p:nvPr/>
          </p:nvSpPr>
          <p:spPr>
            <a:xfrm>
              <a:off x="6187449" y="2584574"/>
              <a:ext cx="799052" cy="1078428"/>
            </a:xfrm>
            <a:custGeom>
              <a:avLst/>
              <a:gdLst>
                <a:gd name="csX0" fmla="*/ 704372 w 799052"/>
                <a:gd name="csY0" fmla="*/ 773200 h 1078428"/>
                <a:gd name="csX1" fmla="*/ 702833 w 799052"/>
                <a:gd name="csY1" fmla="*/ 785500 h 1078428"/>
                <a:gd name="csX2" fmla="*/ 673608 w 799052"/>
                <a:gd name="csY2" fmla="*/ 779350 h 1078428"/>
                <a:gd name="csX3" fmla="*/ 662841 w 799052"/>
                <a:gd name="csY3" fmla="*/ 770128 h 1078428"/>
                <a:gd name="csX4" fmla="*/ 624381 w 799052"/>
                <a:gd name="csY4" fmla="*/ 770121 h 1078428"/>
                <a:gd name="csX5" fmla="*/ 612081 w 799052"/>
                <a:gd name="csY5" fmla="*/ 782421 h 1078428"/>
                <a:gd name="csX6" fmla="*/ 604385 w 799052"/>
                <a:gd name="csY6" fmla="*/ 782421 h 1078428"/>
                <a:gd name="csX7" fmla="*/ 595157 w 799052"/>
                <a:gd name="csY7" fmla="*/ 773200 h 1078428"/>
                <a:gd name="csX8" fmla="*/ 582857 w 799052"/>
                <a:gd name="csY8" fmla="*/ 774732 h 1078428"/>
                <a:gd name="csX9" fmla="*/ 570550 w 799052"/>
                <a:gd name="csY9" fmla="*/ 757828 h 1078428"/>
                <a:gd name="csX10" fmla="*/ 550554 w 799052"/>
                <a:gd name="csY10" fmla="*/ 759361 h 1078428"/>
                <a:gd name="csX11" fmla="*/ 541326 w 799052"/>
                <a:gd name="csY11" fmla="*/ 751671 h 1078428"/>
                <a:gd name="csX12" fmla="*/ 519790 w 799052"/>
                <a:gd name="csY12" fmla="*/ 751671 h 1078428"/>
                <a:gd name="csX13" fmla="*/ 509023 w 799052"/>
                <a:gd name="csY13" fmla="*/ 739378 h 1078428"/>
                <a:gd name="csX14" fmla="*/ 462874 w 799052"/>
                <a:gd name="csY14" fmla="*/ 770121 h 1078428"/>
                <a:gd name="csX15" fmla="*/ 462874 w 799052"/>
                <a:gd name="csY15" fmla="*/ 793182 h 1078428"/>
                <a:gd name="csX16" fmla="*/ 449028 w 799052"/>
                <a:gd name="csY16" fmla="*/ 794721 h 1078428"/>
                <a:gd name="csX17" fmla="*/ 441339 w 799052"/>
                <a:gd name="csY17" fmla="*/ 783960 h 1078428"/>
                <a:gd name="csX18" fmla="*/ 429032 w 799052"/>
                <a:gd name="csY18" fmla="*/ 787032 h 1078428"/>
                <a:gd name="csX19" fmla="*/ 422875 w 799052"/>
                <a:gd name="csY19" fmla="*/ 874664 h 1078428"/>
                <a:gd name="csX20" fmla="*/ 452106 w 799052"/>
                <a:gd name="csY20" fmla="*/ 880814 h 1078428"/>
                <a:gd name="csX21" fmla="*/ 465946 w 799052"/>
                <a:gd name="csY21" fmla="*/ 897725 h 1078428"/>
                <a:gd name="csX22" fmla="*/ 461335 w 799052"/>
                <a:gd name="csY22" fmla="*/ 919246 h 1078428"/>
                <a:gd name="csX23" fmla="*/ 472226 w 799052"/>
                <a:gd name="csY23" fmla="*/ 925328 h 1078428"/>
                <a:gd name="csX24" fmla="*/ 465795 w 799052"/>
                <a:gd name="csY24" fmla="*/ 927804 h 1078428"/>
                <a:gd name="csX25" fmla="*/ 435640 w 799052"/>
                <a:gd name="csY25" fmla="*/ 945639 h 1078428"/>
                <a:gd name="csX26" fmla="*/ 425181 w 799052"/>
                <a:gd name="csY26" fmla="*/ 968391 h 1078428"/>
                <a:gd name="csX27" fmla="*/ 418415 w 799052"/>
                <a:gd name="csY27" fmla="*/ 972079 h 1078428"/>
                <a:gd name="csX28" fmla="*/ 434409 w 799052"/>
                <a:gd name="csY28" fmla="*/ 1001597 h 1078428"/>
                <a:gd name="csX29" fmla="*/ 448563 w 799052"/>
                <a:gd name="csY29" fmla="*/ 1047103 h 1078428"/>
                <a:gd name="csX30" fmla="*/ 455486 w 799052"/>
                <a:gd name="csY30" fmla="*/ 1057672 h 1078428"/>
                <a:gd name="csX31" fmla="*/ 455178 w 799052"/>
                <a:gd name="csY31" fmla="*/ 1074528 h 1078428"/>
                <a:gd name="csX32" fmla="*/ 441332 w 799052"/>
                <a:gd name="csY32" fmla="*/ 1079139 h 1078428"/>
                <a:gd name="csX33" fmla="*/ 413647 w 799052"/>
                <a:gd name="csY33" fmla="*/ 1065300 h 1078428"/>
                <a:gd name="csX34" fmla="*/ 402879 w 799052"/>
                <a:gd name="csY34" fmla="*/ 1053000 h 1078428"/>
                <a:gd name="csX35" fmla="*/ 396729 w 799052"/>
                <a:gd name="csY35" fmla="*/ 1053000 h 1078428"/>
                <a:gd name="csX36" fmla="*/ 367498 w 799052"/>
                <a:gd name="csY36" fmla="*/ 1036089 h 1078428"/>
                <a:gd name="csX37" fmla="*/ 338274 w 799052"/>
                <a:gd name="csY37" fmla="*/ 1022250 h 1078428"/>
                <a:gd name="csX38" fmla="*/ 327506 w 799052"/>
                <a:gd name="csY38" fmla="*/ 1025328 h 1078428"/>
                <a:gd name="csX39" fmla="*/ 295203 w 799052"/>
                <a:gd name="csY39" fmla="*/ 1020718 h 1078428"/>
                <a:gd name="csX40" fmla="*/ 266492 w 799052"/>
                <a:gd name="csY40" fmla="*/ 1013541 h 1078428"/>
                <a:gd name="csX41" fmla="*/ 255211 w 799052"/>
                <a:gd name="csY41" fmla="*/ 1005339 h 1078428"/>
                <a:gd name="csX42" fmla="*/ 235728 w 799052"/>
                <a:gd name="csY42" fmla="*/ 982792 h 1078428"/>
                <a:gd name="csX43" fmla="*/ 225474 w 799052"/>
                <a:gd name="csY43" fmla="*/ 982792 h 1078428"/>
                <a:gd name="csX44" fmla="*/ 218298 w 799052"/>
                <a:gd name="csY44" fmla="*/ 974589 h 1078428"/>
                <a:gd name="csX45" fmla="*/ 210089 w 799052"/>
                <a:gd name="csY45" fmla="*/ 970492 h 1078428"/>
                <a:gd name="csX46" fmla="*/ 205991 w 799052"/>
                <a:gd name="csY46" fmla="*/ 963315 h 1078428"/>
                <a:gd name="csX47" fmla="*/ 203939 w 799052"/>
                <a:gd name="csY47" fmla="*/ 956146 h 1078428"/>
                <a:gd name="csX48" fmla="*/ 217272 w 799052"/>
                <a:gd name="csY48" fmla="*/ 955120 h 1078428"/>
                <a:gd name="csX49" fmla="*/ 218298 w 799052"/>
                <a:gd name="csY49" fmla="*/ 949996 h 1078428"/>
                <a:gd name="csX50" fmla="*/ 229578 w 799052"/>
                <a:gd name="csY50" fmla="*/ 938716 h 1078428"/>
                <a:gd name="csX51" fmla="*/ 231624 w 799052"/>
                <a:gd name="csY51" fmla="*/ 932572 h 1078428"/>
                <a:gd name="csX52" fmla="*/ 224448 w 799052"/>
                <a:gd name="csY52" fmla="*/ 919246 h 1078428"/>
                <a:gd name="csX53" fmla="*/ 244957 w 799052"/>
                <a:gd name="csY53" fmla="*/ 908999 h 1078428"/>
                <a:gd name="csX54" fmla="*/ 241878 w 799052"/>
                <a:gd name="csY54" fmla="*/ 904894 h 1078428"/>
                <a:gd name="csX55" fmla="*/ 220343 w 799052"/>
                <a:gd name="csY55" fmla="*/ 912070 h 1078428"/>
                <a:gd name="csX56" fmla="*/ 233676 w 799052"/>
                <a:gd name="csY56" fmla="*/ 888496 h 1078428"/>
                <a:gd name="csX57" fmla="*/ 249061 w 799052"/>
                <a:gd name="csY57" fmla="*/ 873125 h 1078428"/>
                <a:gd name="csX58" fmla="*/ 258290 w 799052"/>
                <a:gd name="csY58" fmla="*/ 874664 h 1078428"/>
                <a:gd name="csX59" fmla="*/ 261368 w 799052"/>
                <a:gd name="csY59" fmla="*/ 848525 h 1078428"/>
                <a:gd name="csX60" fmla="*/ 273675 w 799052"/>
                <a:gd name="csY60" fmla="*/ 833153 h 1078428"/>
                <a:gd name="csX61" fmla="*/ 255061 w 799052"/>
                <a:gd name="csY61" fmla="*/ 816414 h 1078428"/>
                <a:gd name="csX62" fmla="*/ 242911 w 799052"/>
                <a:gd name="csY62" fmla="*/ 805482 h 1078428"/>
                <a:gd name="csX63" fmla="*/ 229065 w 799052"/>
                <a:gd name="csY63" fmla="*/ 805482 h 1078428"/>
                <a:gd name="csX64" fmla="*/ 212148 w 799052"/>
                <a:gd name="csY64" fmla="*/ 791643 h 1078428"/>
                <a:gd name="csX65" fmla="*/ 176767 w 799052"/>
                <a:gd name="csY65" fmla="*/ 793182 h 1078428"/>
                <a:gd name="csX66" fmla="*/ 167538 w 799052"/>
                <a:gd name="csY66" fmla="*/ 782414 h 1078428"/>
                <a:gd name="csX67" fmla="*/ 165999 w 799052"/>
                <a:gd name="csY67" fmla="*/ 770114 h 1078428"/>
                <a:gd name="csX68" fmla="*/ 150621 w 799052"/>
                <a:gd name="csY68" fmla="*/ 767043 h 1078428"/>
                <a:gd name="csX69" fmla="*/ 141385 w 799052"/>
                <a:gd name="csY69" fmla="*/ 731682 h 1078428"/>
                <a:gd name="csX70" fmla="*/ 112161 w 799052"/>
                <a:gd name="csY70" fmla="*/ 728604 h 1078428"/>
                <a:gd name="csX71" fmla="*/ 96783 w 799052"/>
                <a:gd name="csY71" fmla="*/ 736293 h 1078428"/>
                <a:gd name="csX72" fmla="*/ 92165 w 799052"/>
                <a:gd name="csY72" fmla="*/ 720921 h 1078428"/>
                <a:gd name="csX73" fmla="*/ 82937 w 799052"/>
                <a:gd name="csY73" fmla="*/ 711693 h 1078428"/>
                <a:gd name="csX74" fmla="*/ 79858 w 799052"/>
                <a:gd name="csY74" fmla="*/ 697861 h 1078428"/>
                <a:gd name="csX75" fmla="*/ 90626 w 799052"/>
                <a:gd name="csY75" fmla="*/ 697861 h 1078428"/>
                <a:gd name="csX76" fmla="*/ 99861 w 799052"/>
                <a:gd name="csY76" fmla="*/ 704011 h 1078428"/>
                <a:gd name="csX77" fmla="*/ 109089 w 799052"/>
                <a:gd name="csY77" fmla="*/ 704011 h 1078428"/>
                <a:gd name="csX78" fmla="*/ 113700 w 799052"/>
                <a:gd name="csY78" fmla="*/ 688632 h 1078428"/>
                <a:gd name="csX79" fmla="*/ 90626 w 799052"/>
                <a:gd name="csY79" fmla="*/ 667111 h 1078428"/>
                <a:gd name="csX80" fmla="*/ 79865 w 799052"/>
                <a:gd name="csY80" fmla="*/ 647122 h 1078428"/>
                <a:gd name="csX81" fmla="*/ 76787 w 799052"/>
                <a:gd name="csY81" fmla="*/ 613300 h 1078428"/>
                <a:gd name="csX82" fmla="*/ 69097 w 799052"/>
                <a:gd name="csY82" fmla="*/ 601000 h 1078428"/>
                <a:gd name="csX83" fmla="*/ 53712 w 799052"/>
                <a:gd name="csY83" fmla="*/ 599468 h 1078428"/>
                <a:gd name="csX84" fmla="*/ 42945 w 799052"/>
                <a:gd name="csY84" fmla="*/ 602540 h 1078428"/>
                <a:gd name="csX85" fmla="*/ 30638 w 799052"/>
                <a:gd name="csY85" fmla="*/ 591779 h 1078428"/>
                <a:gd name="csX86" fmla="*/ 16799 w 799052"/>
                <a:gd name="csY86" fmla="*/ 590240 h 1078428"/>
                <a:gd name="csX87" fmla="*/ 18338 w 799052"/>
                <a:gd name="csY87" fmla="*/ 562568 h 1078428"/>
                <a:gd name="csX88" fmla="*/ 9103 w 799052"/>
                <a:gd name="csY88" fmla="*/ 550268 h 1078428"/>
                <a:gd name="csX89" fmla="*/ 10642 w 799052"/>
                <a:gd name="csY89" fmla="*/ 527207 h 1078428"/>
                <a:gd name="csX90" fmla="*/ 10642 w 799052"/>
                <a:gd name="csY90" fmla="*/ 510297 h 1078428"/>
                <a:gd name="csX91" fmla="*/ 2953 w 799052"/>
                <a:gd name="csY91" fmla="*/ 491847 h 1078428"/>
                <a:gd name="csX92" fmla="*/ 9103 w 799052"/>
                <a:gd name="csY92" fmla="*/ 456999 h 1078428"/>
                <a:gd name="csX93" fmla="*/ 20390 w 799052"/>
                <a:gd name="csY93" fmla="*/ 447771 h 1078428"/>
                <a:gd name="csX94" fmla="*/ 19364 w 799052"/>
                <a:gd name="csY94" fmla="*/ 440601 h 1078428"/>
                <a:gd name="csX95" fmla="*/ 32690 w 799052"/>
                <a:gd name="csY95" fmla="*/ 440601 h 1078428"/>
                <a:gd name="csX96" fmla="*/ 35768 w 799052"/>
                <a:gd name="csY96" fmla="*/ 435478 h 1078428"/>
                <a:gd name="csX97" fmla="*/ 59356 w 799052"/>
                <a:gd name="csY97" fmla="*/ 437523 h 1078428"/>
                <a:gd name="csX98" fmla="*/ 62434 w 799052"/>
                <a:gd name="csY98" fmla="*/ 424204 h 1078428"/>
                <a:gd name="csX99" fmla="*/ 52180 w 799052"/>
                <a:gd name="csY99" fmla="*/ 421125 h 1078428"/>
                <a:gd name="csX100" fmla="*/ 36795 w 799052"/>
                <a:gd name="csY100" fmla="*/ 422152 h 1078428"/>
                <a:gd name="csX101" fmla="*/ 26540 w 799052"/>
                <a:gd name="csY101" fmla="*/ 417028 h 1078428"/>
                <a:gd name="csX102" fmla="*/ 28592 w 799052"/>
                <a:gd name="csY102" fmla="*/ 401649 h 1078428"/>
                <a:gd name="csX103" fmla="*/ 33723 w 799052"/>
                <a:gd name="csY103" fmla="*/ 379615 h 1078428"/>
                <a:gd name="csX104" fmla="*/ 56797 w 799052"/>
                <a:gd name="csY104" fmla="*/ 347332 h 1078428"/>
                <a:gd name="csX105" fmla="*/ 95250 w 799052"/>
                <a:gd name="csY105" fmla="*/ 301211 h 1078428"/>
                <a:gd name="csX106" fmla="*/ 78326 w 799052"/>
                <a:gd name="csY106" fmla="*/ 278150 h 1078428"/>
                <a:gd name="csX107" fmla="*/ 62947 w 799052"/>
                <a:gd name="csY107" fmla="*/ 273540 h 1078428"/>
                <a:gd name="csX108" fmla="*/ 59869 w 799052"/>
                <a:gd name="csY108" fmla="*/ 261240 h 1078428"/>
                <a:gd name="csX109" fmla="*/ 67558 w 799052"/>
                <a:gd name="csY109" fmla="*/ 247400 h 1078428"/>
                <a:gd name="csX110" fmla="*/ 67565 w 799052"/>
                <a:gd name="csY110" fmla="*/ 233561 h 1078428"/>
                <a:gd name="csX111" fmla="*/ 58330 w 799052"/>
                <a:gd name="csY111" fmla="*/ 216651 h 1078428"/>
                <a:gd name="csX112" fmla="*/ 64487 w 799052"/>
                <a:gd name="csY112" fmla="*/ 205890 h 1078428"/>
                <a:gd name="csX113" fmla="*/ 53719 w 799052"/>
                <a:gd name="csY113" fmla="*/ 198201 h 1078428"/>
                <a:gd name="csX114" fmla="*/ 59869 w 799052"/>
                <a:gd name="csY114" fmla="*/ 178218 h 1078428"/>
                <a:gd name="csX115" fmla="*/ 55258 w 799052"/>
                <a:gd name="csY115" fmla="*/ 161308 h 1078428"/>
                <a:gd name="csX116" fmla="*/ 58337 w 799052"/>
                <a:gd name="csY116" fmla="*/ 135168 h 1078428"/>
                <a:gd name="csX117" fmla="*/ 36801 w 799052"/>
                <a:gd name="csY117" fmla="*/ 103098 h 1078428"/>
                <a:gd name="csX118" fmla="*/ 52180 w 799052"/>
                <a:gd name="csY118" fmla="*/ 86495 h 1078428"/>
                <a:gd name="csX119" fmla="*/ 42951 w 799052"/>
                <a:gd name="csY119" fmla="*/ 67122 h 1078428"/>
                <a:gd name="csX120" fmla="*/ 24495 w 799052"/>
                <a:gd name="csY120" fmla="*/ 56977 h 1078428"/>
                <a:gd name="csX121" fmla="*/ 24495 w 799052"/>
                <a:gd name="csY121" fmla="*/ 44985 h 1078428"/>
                <a:gd name="csX122" fmla="*/ 38341 w 799052"/>
                <a:gd name="csY122" fmla="*/ 28382 h 1078428"/>
                <a:gd name="csX123" fmla="*/ 49108 w 799052"/>
                <a:gd name="csY123" fmla="*/ 22848 h 1078428"/>
                <a:gd name="csX124" fmla="*/ 50647 w 799052"/>
                <a:gd name="csY124" fmla="*/ 18237 h 1078428"/>
                <a:gd name="csX125" fmla="*/ 79872 w 799052"/>
                <a:gd name="csY125" fmla="*/ 7168 h 1078428"/>
                <a:gd name="csX126" fmla="*/ 90639 w 799052"/>
                <a:gd name="csY126" fmla="*/ 7168 h 1078428"/>
                <a:gd name="csX127" fmla="*/ 90639 w 799052"/>
                <a:gd name="csY127" fmla="*/ 1634 h 1078428"/>
                <a:gd name="csX128" fmla="*/ 102946 w 799052"/>
                <a:gd name="csY128" fmla="*/ 710 h 1078428"/>
                <a:gd name="csX129" fmla="*/ 119864 w 799052"/>
                <a:gd name="csY129" fmla="*/ 6245 h 1078428"/>
                <a:gd name="csX130" fmla="*/ 119864 w 799052"/>
                <a:gd name="csY130" fmla="*/ 11779 h 1078428"/>
                <a:gd name="csX131" fmla="*/ 104485 w 799052"/>
                <a:gd name="csY131" fmla="*/ 13626 h 1078428"/>
                <a:gd name="csX132" fmla="*/ 110635 w 799052"/>
                <a:gd name="csY132" fmla="*/ 19160 h 1078428"/>
                <a:gd name="csX133" fmla="*/ 124481 w 799052"/>
                <a:gd name="csY133" fmla="*/ 21000 h 1078428"/>
                <a:gd name="csX134" fmla="*/ 133710 w 799052"/>
                <a:gd name="csY134" fmla="*/ 26535 h 1078428"/>
                <a:gd name="csX135" fmla="*/ 155245 w 799052"/>
                <a:gd name="csY135" fmla="*/ 22848 h 1078428"/>
                <a:gd name="csX136" fmla="*/ 187548 w 799052"/>
                <a:gd name="csY136" fmla="*/ 31152 h 1078428"/>
                <a:gd name="csX137" fmla="*/ 218311 w 799052"/>
                <a:gd name="csY137" fmla="*/ 48679 h 1078428"/>
                <a:gd name="csX138" fmla="*/ 244457 w 799052"/>
                <a:gd name="csY138" fmla="*/ 57900 h 1078428"/>
                <a:gd name="csX139" fmla="*/ 256764 w 799052"/>
                <a:gd name="csY139" fmla="*/ 62511 h 1078428"/>
                <a:gd name="csX140" fmla="*/ 264453 w 799052"/>
                <a:gd name="csY140" fmla="*/ 68969 h 1078428"/>
                <a:gd name="csX141" fmla="*/ 273682 w 799052"/>
                <a:gd name="csY141" fmla="*/ 68976 h 1078428"/>
                <a:gd name="csX142" fmla="*/ 285989 w 799052"/>
                <a:gd name="csY142" fmla="*/ 76350 h 1078428"/>
                <a:gd name="csX143" fmla="*/ 295217 w 799052"/>
                <a:gd name="csY143" fmla="*/ 82808 h 1078428"/>
                <a:gd name="csX144" fmla="*/ 295217 w 799052"/>
                <a:gd name="csY144" fmla="*/ 111403 h 1078428"/>
                <a:gd name="csX145" fmla="*/ 250607 w 799052"/>
                <a:gd name="csY145" fmla="*/ 142858 h 1078428"/>
                <a:gd name="csX146" fmla="*/ 224461 w 799052"/>
                <a:gd name="csY146" fmla="*/ 141325 h 1078428"/>
                <a:gd name="csX147" fmla="*/ 193698 w 799052"/>
                <a:gd name="csY147" fmla="*/ 130558 h 1078428"/>
                <a:gd name="csX148" fmla="*/ 166006 w 799052"/>
                <a:gd name="csY148" fmla="*/ 120631 h 1078428"/>
                <a:gd name="csX149" fmla="*/ 146010 w 799052"/>
                <a:gd name="csY149" fmla="*/ 111403 h 1078428"/>
                <a:gd name="csX150" fmla="*/ 132171 w 799052"/>
                <a:gd name="csY150" fmla="*/ 112327 h 1078428"/>
                <a:gd name="csX151" fmla="*/ 106018 w 799052"/>
                <a:gd name="csY151" fmla="*/ 96647 h 1078428"/>
                <a:gd name="csX152" fmla="*/ 104479 w 799052"/>
                <a:gd name="csY152" fmla="*/ 106792 h 1078428"/>
                <a:gd name="csX153" fmla="*/ 132171 w 799052"/>
                <a:gd name="csY153" fmla="*/ 124408 h 1078428"/>
                <a:gd name="csX154" fmla="*/ 156777 w 799052"/>
                <a:gd name="csY154" fmla="*/ 150547 h 1078428"/>
                <a:gd name="csX155" fmla="*/ 159856 w 799052"/>
                <a:gd name="csY155" fmla="*/ 165918 h 1078428"/>
                <a:gd name="csX156" fmla="*/ 147549 w 799052"/>
                <a:gd name="csY156" fmla="*/ 182829 h 1078428"/>
                <a:gd name="csX157" fmla="*/ 159856 w 799052"/>
                <a:gd name="csY157" fmla="*/ 196668 h 1078428"/>
                <a:gd name="csX158" fmla="*/ 156777 w 799052"/>
                <a:gd name="csY158" fmla="*/ 222807 h 1078428"/>
                <a:gd name="csX159" fmla="*/ 158317 w 799052"/>
                <a:gd name="csY159" fmla="*/ 235100 h 1078428"/>
                <a:gd name="csX160" fmla="*/ 175234 w 799052"/>
                <a:gd name="csY160" fmla="*/ 230490 h 1078428"/>
                <a:gd name="csX161" fmla="*/ 195230 w 799052"/>
                <a:gd name="csY161" fmla="*/ 252018 h 1078428"/>
                <a:gd name="csX162" fmla="*/ 222922 w 799052"/>
                <a:gd name="csY162" fmla="*/ 248940 h 1078428"/>
                <a:gd name="csX163" fmla="*/ 227533 w 799052"/>
                <a:gd name="csY163" fmla="*/ 239718 h 1078428"/>
                <a:gd name="csX164" fmla="*/ 218305 w 799052"/>
                <a:gd name="csY164" fmla="*/ 232029 h 1078428"/>
                <a:gd name="csX165" fmla="*/ 209076 w 799052"/>
                <a:gd name="csY165" fmla="*/ 228957 h 1078428"/>
                <a:gd name="csX166" fmla="*/ 193698 w 799052"/>
                <a:gd name="csY166" fmla="*/ 207429 h 1078428"/>
                <a:gd name="csX167" fmla="*/ 199848 w 799052"/>
                <a:gd name="csY167" fmla="*/ 188979 h 1078428"/>
                <a:gd name="csX168" fmla="*/ 210615 w 799052"/>
                <a:gd name="csY168" fmla="*/ 190518 h 1078428"/>
                <a:gd name="csX169" fmla="*/ 218305 w 799052"/>
                <a:gd name="csY169" fmla="*/ 202818 h 1078428"/>
                <a:gd name="csX170" fmla="*/ 249075 w 799052"/>
                <a:gd name="csY170" fmla="*/ 216657 h 1078428"/>
                <a:gd name="csX171" fmla="*/ 272143 w 799052"/>
                <a:gd name="csY171" fmla="*/ 215118 h 1078428"/>
                <a:gd name="csX172" fmla="*/ 278293 w 799052"/>
                <a:gd name="csY172" fmla="*/ 202818 h 1078428"/>
                <a:gd name="csX173" fmla="*/ 261375 w 799052"/>
                <a:gd name="csY173" fmla="*/ 168997 h 1078428"/>
                <a:gd name="csX174" fmla="*/ 289067 w 799052"/>
                <a:gd name="csY174" fmla="*/ 145936 h 1078428"/>
                <a:gd name="csX175" fmla="*/ 307524 w 799052"/>
                <a:gd name="csY175" fmla="*/ 135175 h 1078428"/>
                <a:gd name="csX176" fmla="*/ 309063 w 799052"/>
                <a:gd name="csY176" fmla="*/ 118784 h 1078428"/>
                <a:gd name="csX177" fmla="*/ 330598 w 799052"/>
                <a:gd name="csY177" fmla="*/ 120631 h 1078428"/>
                <a:gd name="csX178" fmla="*/ 356744 w 799052"/>
                <a:gd name="csY178" fmla="*/ 138247 h 1078428"/>
                <a:gd name="csX179" fmla="*/ 367512 w 799052"/>
                <a:gd name="csY179" fmla="*/ 103105 h 1078428"/>
                <a:gd name="csX180" fmla="*/ 352133 w 799052"/>
                <a:gd name="csY180" fmla="*/ 95724 h 1078428"/>
                <a:gd name="csX181" fmla="*/ 352133 w 799052"/>
                <a:gd name="csY181" fmla="*/ 88342 h 1078428"/>
                <a:gd name="csX182" fmla="*/ 359823 w 799052"/>
                <a:gd name="csY182" fmla="*/ 82808 h 1078428"/>
                <a:gd name="csX183" fmla="*/ 359823 w 799052"/>
                <a:gd name="csY183" fmla="*/ 65282 h 1078428"/>
                <a:gd name="csX184" fmla="*/ 352133 w 799052"/>
                <a:gd name="csY184" fmla="*/ 59747 h 1078428"/>
                <a:gd name="csX185" fmla="*/ 338287 w 799052"/>
                <a:gd name="csY185" fmla="*/ 52366 h 1078428"/>
                <a:gd name="csX186" fmla="*/ 339827 w 799052"/>
                <a:gd name="csY186" fmla="*/ 46832 h 1078428"/>
                <a:gd name="csX187" fmla="*/ 349055 w 799052"/>
                <a:gd name="csY187" fmla="*/ 45908 h 1078428"/>
                <a:gd name="csX188" fmla="*/ 376747 w 799052"/>
                <a:gd name="csY188" fmla="*/ 49602 h 1078428"/>
                <a:gd name="csX189" fmla="*/ 402893 w 799052"/>
                <a:gd name="csY189" fmla="*/ 56984 h 1078428"/>
                <a:gd name="csX190" fmla="*/ 416739 w 799052"/>
                <a:gd name="csY190" fmla="*/ 72663 h 1078428"/>
                <a:gd name="csX191" fmla="*/ 387508 w 799052"/>
                <a:gd name="csY191" fmla="*/ 78197 h 1078428"/>
                <a:gd name="csX192" fmla="*/ 385975 w 799052"/>
                <a:gd name="csY192" fmla="*/ 82808 h 1078428"/>
                <a:gd name="csX193" fmla="*/ 376740 w 799052"/>
                <a:gd name="csY193" fmla="*/ 87419 h 1078428"/>
                <a:gd name="csX194" fmla="*/ 389047 w 799052"/>
                <a:gd name="csY194" fmla="*/ 95724 h 1078428"/>
                <a:gd name="csX195" fmla="*/ 390586 w 799052"/>
                <a:gd name="csY195" fmla="*/ 102182 h 1078428"/>
                <a:gd name="csX196" fmla="*/ 416739 w 799052"/>
                <a:gd name="csY196" fmla="*/ 108639 h 1078428"/>
                <a:gd name="csX197" fmla="*/ 436735 w 799052"/>
                <a:gd name="csY197" fmla="*/ 102182 h 1078428"/>
                <a:gd name="csX198" fmla="*/ 438274 w 799052"/>
                <a:gd name="csY198" fmla="*/ 90189 h 1078428"/>
                <a:gd name="csX199" fmla="*/ 436735 w 799052"/>
                <a:gd name="csY199" fmla="*/ 80044 h 1078428"/>
                <a:gd name="csX200" fmla="*/ 442885 w 799052"/>
                <a:gd name="csY200" fmla="*/ 78197 h 1078428"/>
                <a:gd name="csX201" fmla="*/ 452113 w 799052"/>
                <a:gd name="csY201" fmla="*/ 83732 h 1078428"/>
                <a:gd name="csX202" fmla="*/ 458270 w 799052"/>
                <a:gd name="csY202" fmla="*/ 82808 h 1078428"/>
                <a:gd name="csX203" fmla="*/ 458270 w 799052"/>
                <a:gd name="csY203" fmla="*/ 74510 h 1078428"/>
                <a:gd name="csX204" fmla="*/ 475188 w 799052"/>
                <a:gd name="csY204" fmla="*/ 74510 h 1078428"/>
                <a:gd name="csX205" fmla="*/ 489034 w 799052"/>
                <a:gd name="csY205" fmla="*/ 66205 h 1078428"/>
                <a:gd name="csX206" fmla="*/ 501340 w 799052"/>
                <a:gd name="csY206" fmla="*/ 56060 h 1078428"/>
                <a:gd name="csX207" fmla="*/ 522876 w 799052"/>
                <a:gd name="csY207" fmla="*/ 50526 h 1078428"/>
                <a:gd name="csX208" fmla="*/ 530565 w 799052"/>
                <a:gd name="csY208" fmla="*/ 52373 h 1078428"/>
                <a:gd name="csX209" fmla="*/ 532104 w 799052"/>
                <a:gd name="csY209" fmla="*/ 57907 h 1078428"/>
                <a:gd name="csX210" fmla="*/ 541332 w 799052"/>
                <a:gd name="csY210" fmla="*/ 54213 h 1078428"/>
                <a:gd name="csX211" fmla="*/ 539793 w 799052"/>
                <a:gd name="csY211" fmla="*/ 47755 h 1078428"/>
                <a:gd name="csX212" fmla="*/ 549022 w 799052"/>
                <a:gd name="csY212" fmla="*/ 44992 h 1078428"/>
                <a:gd name="csX213" fmla="*/ 561328 w 799052"/>
                <a:gd name="csY213" fmla="*/ 38534 h 1078428"/>
                <a:gd name="csX214" fmla="*/ 576714 w 799052"/>
                <a:gd name="csY214" fmla="*/ 37610 h 1078428"/>
                <a:gd name="csX215" fmla="*/ 569018 w 799052"/>
                <a:gd name="csY215" fmla="*/ 44068 h 1078428"/>
                <a:gd name="csX216" fmla="*/ 573635 w 799052"/>
                <a:gd name="csY216" fmla="*/ 51449 h 1078428"/>
                <a:gd name="csX217" fmla="*/ 561328 w 799052"/>
                <a:gd name="csY217" fmla="*/ 58824 h 1078428"/>
                <a:gd name="csX218" fmla="*/ 567485 w 799052"/>
                <a:gd name="csY218" fmla="*/ 64365 h 1078428"/>
                <a:gd name="csX219" fmla="*/ 579785 w 799052"/>
                <a:gd name="csY219" fmla="*/ 59747 h 1078428"/>
                <a:gd name="csX220" fmla="*/ 584403 w 799052"/>
                <a:gd name="csY220" fmla="*/ 62518 h 1078428"/>
                <a:gd name="csX221" fmla="*/ 596710 w 799052"/>
                <a:gd name="csY221" fmla="*/ 62518 h 1078428"/>
                <a:gd name="csX222" fmla="*/ 595170 w 799052"/>
                <a:gd name="csY222" fmla="*/ 56060 h 1078428"/>
                <a:gd name="csX223" fmla="*/ 605938 w 799052"/>
                <a:gd name="csY223" fmla="*/ 48679 h 1078428"/>
                <a:gd name="csX224" fmla="*/ 618245 w 799052"/>
                <a:gd name="csY224" fmla="*/ 48679 h 1078428"/>
                <a:gd name="csX225" fmla="*/ 619784 w 799052"/>
                <a:gd name="csY225" fmla="*/ 51449 h 1078428"/>
                <a:gd name="csX226" fmla="*/ 636702 w 799052"/>
                <a:gd name="csY226" fmla="*/ 51449 h 1078428"/>
                <a:gd name="csX227" fmla="*/ 649008 w 799052"/>
                <a:gd name="csY227" fmla="*/ 44068 h 1078428"/>
                <a:gd name="csX228" fmla="*/ 661315 w 799052"/>
                <a:gd name="csY228" fmla="*/ 43144 h 1078428"/>
                <a:gd name="csX229" fmla="*/ 673622 w 799052"/>
                <a:gd name="csY229" fmla="*/ 35770 h 1078428"/>
                <a:gd name="csX230" fmla="*/ 685922 w 799052"/>
                <a:gd name="csY230" fmla="*/ 40381 h 1078428"/>
                <a:gd name="csX231" fmla="*/ 684383 w 799052"/>
                <a:gd name="csY231" fmla="*/ 51449 h 1078428"/>
                <a:gd name="csX232" fmla="*/ 693618 w 799052"/>
                <a:gd name="csY232" fmla="*/ 56060 h 1078428"/>
                <a:gd name="csX233" fmla="*/ 702846 w 799052"/>
                <a:gd name="csY233" fmla="*/ 52373 h 1078428"/>
                <a:gd name="csX234" fmla="*/ 701307 w 799052"/>
                <a:gd name="csY234" fmla="*/ 45915 h 1078428"/>
                <a:gd name="csX235" fmla="*/ 719764 w 799052"/>
                <a:gd name="csY235" fmla="*/ 41304 h 1078428"/>
                <a:gd name="csX236" fmla="*/ 721303 w 799052"/>
                <a:gd name="csY236" fmla="*/ 24701 h 1078428"/>
                <a:gd name="csX237" fmla="*/ 712075 w 799052"/>
                <a:gd name="csY237" fmla="*/ 16397 h 1078428"/>
                <a:gd name="csX238" fmla="*/ 727453 w 799052"/>
                <a:gd name="csY238" fmla="*/ 6251 h 1078428"/>
                <a:gd name="csX239" fmla="*/ 787448 w 799052"/>
                <a:gd name="csY239" fmla="*/ 13626 h 1078428"/>
                <a:gd name="csX240" fmla="*/ 800329 w 799052"/>
                <a:gd name="csY240" fmla="*/ 44732 h 1078428"/>
                <a:gd name="csX241" fmla="*/ 788604 w 799052"/>
                <a:gd name="csY241" fmla="*/ 53269 h 1078428"/>
                <a:gd name="csX242" fmla="*/ 802005 w 799052"/>
                <a:gd name="csY242" fmla="*/ 113031 h 1078428"/>
                <a:gd name="csX243" fmla="*/ 796977 w 799052"/>
                <a:gd name="csY243" fmla="*/ 137221 h 1078428"/>
                <a:gd name="csX244" fmla="*/ 778555 w 799052"/>
                <a:gd name="csY244" fmla="*/ 145758 h 1078428"/>
                <a:gd name="csX245" fmla="*/ 714914 w 799052"/>
                <a:gd name="csY245" fmla="*/ 216904 h 1078428"/>
                <a:gd name="csX246" fmla="*/ 708210 w 799052"/>
                <a:gd name="csY246" fmla="*/ 292318 h 1078428"/>
                <a:gd name="csX247" fmla="*/ 719935 w 799052"/>
                <a:gd name="csY247" fmla="*/ 307970 h 1078428"/>
                <a:gd name="csX248" fmla="*/ 706534 w 799052"/>
                <a:gd name="csY248" fmla="*/ 366309 h 1078428"/>
                <a:gd name="csX249" fmla="*/ 696484 w 799052"/>
                <a:gd name="csY249" fmla="*/ 443153 h 1078428"/>
                <a:gd name="csX250" fmla="*/ 703189 w 799052"/>
                <a:gd name="csY250" fmla="*/ 484417 h 1078428"/>
                <a:gd name="csX251" fmla="*/ 704865 w 799052"/>
                <a:gd name="csY251" fmla="*/ 537065 h 1078428"/>
                <a:gd name="csX252" fmla="*/ 696484 w 799052"/>
                <a:gd name="csY252" fmla="*/ 571215 h 1078428"/>
                <a:gd name="csX253" fmla="*/ 676386 w 799052"/>
                <a:gd name="csY253" fmla="*/ 582598 h 1078428"/>
                <a:gd name="csX254" fmla="*/ 666337 w 799052"/>
                <a:gd name="csY254" fmla="*/ 608211 h 1078428"/>
                <a:gd name="csX255" fmla="*/ 684766 w 799052"/>
                <a:gd name="csY255" fmla="*/ 625286 h 1078428"/>
                <a:gd name="csX256" fmla="*/ 652942 w 799052"/>
                <a:gd name="csY256" fmla="*/ 689316 h 1078428"/>
                <a:gd name="csX257" fmla="*/ 646238 w 799052"/>
                <a:gd name="csY257" fmla="*/ 716352 h 1078428"/>
                <a:gd name="csX258" fmla="*/ 681414 w 799052"/>
                <a:gd name="csY258" fmla="*/ 750502 h 1078428"/>
                <a:gd name="csX259" fmla="*/ 704372 w 799052"/>
                <a:gd name="csY259" fmla="*/ 773200 h 10784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Lst>
              <a:rect l="l" t="t" r="r" b="b"/>
              <a:pathLst>
                <a:path w="799052" h="1078428">
                  <a:moveTo>
                    <a:pt x="704372" y="773200"/>
                  </a:moveTo>
                  <a:lnTo>
                    <a:pt x="702833" y="785500"/>
                  </a:lnTo>
                  <a:lnTo>
                    <a:pt x="673608" y="779350"/>
                  </a:lnTo>
                  <a:lnTo>
                    <a:pt x="662841" y="770128"/>
                  </a:lnTo>
                  <a:lnTo>
                    <a:pt x="624381" y="770121"/>
                  </a:lnTo>
                  <a:lnTo>
                    <a:pt x="612081" y="782421"/>
                  </a:lnTo>
                  <a:lnTo>
                    <a:pt x="604385" y="782421"/>
                  </a:lnTo>
                  <a:lnTo>
                    <a:pt x="595157" y="773200"/>
                  </a:lnTo>
                  <a:lnTo>
                    <a:pt x="582857" y="774732"/>
                  </a:lnTo>
                  <a:lnTo>
                    <a:pt x="570550" y="757828"/>
                  </a:lnTo>
                  <a:lnTo>
                    <a:pt x="550554" y="759361"/>
                  </a:lnTo>
                  <a:lnTo>
                    <a:pt x="541326" y="751671"/>
                  </a:lnTo>
                  <a:lnTo>
                    <a:pt x="519790" y="751671"/>
                  </a:lnTo>
                  <a:lnTo>
                    <a:pt x="509023" y="739378"/>
                  </a:lnTo>
                  <a:lnTo>
                    <a:pt x="462874" y="770121"/>
                  </a:lnTo>
                  <a:lnTo>
                    <a:pt x="462874" y="793182"/>
                  </a:lnTo>
                  <a:lnTo>
                    <a:pt x="449028" y="794721"/>
                  </a:lnTo>
                  <a:lnTo>
                    <a:pt x="441339" y="783960"/>
                  </a:lnTo>
                  <a:lnTo>
                    <a:pt x="429032" y="787032"/>
                  </a:lnTo>
                  <a:lnTo>
                    <a:pt x="422875" y="874664"/>
                  </a:lnTo>
                  <a:lnTo>
                    <a:pt x="452106" y="880814"/>
                  </a:lnTo>
                  <a:lnTo>
                    <a:pt x="465946" y="897725"/>
                  </a:lnTo>
                  <a:lnTo>
                    <a:pt x="461335" y="919246"/>
                  </a:lnTo>
                  <a:lnTo>
                    <a:pt x="472226" y="925328"/>
                  </a:lnTo>
                  <a:cubicBezTo>
                    <a:pt x="469893" y="925766"/>
                    <a:pt x="468915" y="927572"/>
                    <a:pt x="465795" y="927804"/>
                  </a:cubicBezTo>
                  <a:cubicBezTo>
                    <a:pt x="456560" y="934570"/>
                    <a:pt x="447947" y="945023"/>
                    <a:pt x="435640" y="945639"/>
                  </a:cubicBezTo>
                  <a:cubicBezTo>
                    <a:pt x="431953" y="953020"/>
                    <a:pt x="427028" y="959786"/>
                    <a:pt x="425181" y="968391"/>
                  </a:cubicBezTo>
                  <a:lnTo>
                    <a:pt x="418415" y="972079"/>
                  </a:lnTo>
                  <a:cubicBezTo>
                    <a:pt x="417184" y="984379"/>
                    <a:pt x="426412" y="992991"/>
                    <a:pt x="434409" y="1001597"/>
                  </a:cubicBezTo>
                  <a:cubicBezTo>
                    <a:pt x="435640" y="1018816"/>
                    <a:pt x="434409" y="1034810"/>
                    <a:pt x="448563" y="1047103"/>
                  </a:cubicBezTo>
                  <a:cubicBezTo>
                    <a:pt x="450102" y="1050339"/>
                    <a:pt x="452414" y="1054779"/>
                    <a:pt x="455486" y="1057672"/>
                  </a:cubicBezTo>
                  <a:lnTo>
                    <a:pt x="455178" y="1074528"/>
                  </a:lnTo>
                  <a:lnTo>
                    <a:pt x="441332" y="1079139"/>
                  </a:lnTo>
                  <a:lnTo>
                    <a:pt x="413647" y="1065300"/>
                  </a:lnTo>
                  <a:lnTo>
                    <a:pt x="402879" y="1053000"/>
                  </a:lnTo>
                  <a:lnTo>
                    <a:pt x="396729" y="1053000"/>
                  </a:lnTo>
                  <a:lnTo>
                    <a:pt x="367498" y="1036089"/>
                  </a:lnTo>
                  <a:lnTo>
                    <a:pt x="338274" y="1022250"/>
                  </a:lnTo>
                  <a:lnTo>
                    <a:pt x="327506" y="1025328"/>
                  </a:lnTo>
                  <a:lnTo>
                    <a:pt x="295203" y="1020718"/>
                  </a:lnTo>
                  <a:lnTo>
                    <a:pt x="266492" y="1013541"/>
                  </a:lnTo>
                  <a:lnTo>
                    <a:pt x="255211" y="1005339"/>
                  </a:lnTo>
                  <a:lnTo>
                    <a:pt x="235728" y="982792"/>
                  </a:lnTo>
                  <a:lnTo>
                    <a:pt x="225474" y="982792"/>
                  </a:lnTo>
                  <a:lnTo>
                    <a:pt x="218298" y="974589"/>
                  </a:lnTo>
                  <a:lnTo>
                    <a:pt x="210089" y="970492"/>
                  </a:lnTo>
                  <a:lnTo>
                    <a:pt x="205991" y="963315"/>
                  </a:lnTo>
                  <a:lnTo>
                    <a:pt x="203939" y="956146"/>
                  </a:lnTo>
                  <a:lnTo>
                    <a:pt x="217272" y="955120"/>
                  </a:lnTo>
                  <a:lnTo>
                    <a:pt x="218298" y="949996"/>
                  </a:lnTo>
                  <a:lnTo>
                    <a:pt x="229578" y="938716"/>
                  </a:lnTo>
                  <a:lnTo>
                    <a:pt x="231624" y="932572"/>
                  </a:lnTo>
                  <a:lnTo>
                    <a:pt x="224448" y="919246"/>
                  </a:lnTo>
                  <a:lnTo>
                    <a:pt x="244957" y="908999"/>
                  </a:lnTo>
                  <a:lnTo>
                    <a:pt x="241878" y="904894"/>
                  </a:lnTo>
                  <a:lnTo>
                    <a:pt x="220343" y="912070"/>
                  </a:lnTo>
                  <a:lnTo>
                    <a:pt x="233676" y="888496"/>
                  </a:lnTo>
                  <a:lnTo>
                    <a:pt x="249061" y="873125"/>
                  </a:lnTo>
                  <a:lnTo>
                    <a:pt x="258290" y="874664"/>
                  </a:lnTo>
                  <a:lnTo>
                    <a:pt x="261368" y="848525"/>
                  </a:lnTo>
                  <a:lnTo>
                    <a:pt x="273675" y="833153"/>
                  </a:lnTo>
                  <a:lnTo>
                    <a:pt x="255061" y="816414"/>
                  </a:lnTo>
                  <a:lnTo>
                    <a:pt x="242911" y="805482"/>
                  </a:lnTo>
                  <a:lnTo>
                    <a:pt x="229065" y="805482"/>
                  </a:lnTo>
                  <a:lnTo>
                    <a:pt x="212148" y="791643"/>
                  </a:lnTo>
                  <a:lnTo>
                    <a:pt x="176767" y="793182"/>
                  </a:lnTo>
                  <a:lnTo>
                    <a:pt x="167538" y="782414"/>
                  </a:lnTo>
                  <a:lnTo>
                    <a:pt x="165999" y="770114"/>
                  </a:lnTo>
                  <a:lnTo>
                    <a:pt x="150621" y="767043"/>
                  </a:lnTo>
                  <a:lnTo>
                    <a:pt x="141385" y="731682"/>
                  </a:lnTo>
                  <a:lnTo>
                    <a:pt x="112161" y="728604"/>
                  </a:lnTo>
                  <a:lnTo>
                    <a:pt x="96783" y="736293"/>
                  </a:lnTo>
                  <a:lnTo>
                    <a:pt x="92165" y="720921"/>
                  </a:lnTo>
                  <a:lnTo>
                    <a:pt x="82937" y="711693"/>
                  </a:lnTo>
                  <a:lnTo>
                    <a:pt x="79858" y="697861"/>
                  </a:lnTo>
                  <a:lnTo>
                    <a:pt x="90626" y="697861"/>
                  </a:lnTo>
                  <a:lnTo>
                    <a:pt x="99861" y="704011"/>
                  </a:lnTo>
                  <a:lnTo>
                    <a:pt x="109089" y="704011"/>
                  </a:lnTo>
                  <a:lnTo>
                    <a:pt x="113700" y="688632"/>
                  </a:lnTo>
                  <a:lnTo>
                    <a:pt x="90626" y="667111"/>
                  </a:lnTo>
                  <a:lnTo>
                    <a:pt x="79865" y="647122"/>
                  </a:lnTo>
                  <a:lnTo>
                    <a:pt x="76787" y="613300"/>
                  </a:lnTo>
                  <a:lnTo>
                    <a:pt x="69097" y="601000"/>
                  </a:lnTo>
                  <a:lnTo>
                    <a:pt x="53712" y="599468"/>
                  </a:lnTo>
                  <a:lnTo>
                    <a:pt x="42945" y="602540"/>
                  </a:lnTo>
                  <a:lnTo>
                    <a:pt x="30638" y="591779"/>
                  </a:lnTo>
                  <a:lnTo>
                    <a:pt x="16799" y="590240"/>
                  </a:lnTo>
                  <a:lnTo>
                    <a:pt x="18338" y="562568"/>
                  </a:lnTo>
                  <a:lnTo>
                    <a:pt x="9103" y="550268"/>
                  </a:lnTo>
                  <a:lnTo>
                    <a:pt x="10642" y="527207"/>
                  </a:lnTo>
                  <a:lnTo>
                    <a:pt x="10642" y="510297"/>
                  </a:lnTo>
                  <a:lnTo>
                    <a:pt x="2953" y="491847"/>
                  </a:lnTo>
                  <a:lnTo>
                    <a:pt x="9103" y="456999"/>
                  </a:lnTo>
                  <a:lnTo>
                    <a:pt x="20390" y="447771"/>
                  </a:lnTo>
                  <a:lnTo>
                    <a:pt x="19364" y="440601"/>
                  </a:lnTo>
                  <a:lnTo>
                    <a:pt x="32690" y="440601"/>
                  </a:lnTo>
                  <a:lnTo>
                    <a:pt x="35768" y="435478"/>
                  </a:lnTo>
                  <a:lnTo>
                    <a:pt x="59356" y="437523"/>
                  </a:lnTo>
                  <a:lnTo>
                    <a:pt x="62434" y="424204"/>
                  </a:lnTo>
                  <a:lnTo>
                    <a:pt x="52180" y="421125"/>
                  </a:lnTo>
                  <a:lnTo>
                    <a:pt x="36795" y="422152"/>
                  </a:lnTo>
                  <a:lnTo>
                    <a:pt x="26540" y="417028"/>
                  </a:lnTo>
                  <a:lnTo>
                    <a:pt x="28592" y="401649"/>
                  </a:lnTo>
                  <a:lnTo>
                    <a:pt x="33723" y="379615"/>
                  </a:lnTo>
                  <a:lnTo>
                    <a:pt x="56797" y="347332"/>
                  </a:lnTo>
                  <a:lnTo>
                    <a:pt x="95250" y="301211"/>
                  </a:lnTo>
                  <a:lnTo>
                    <a:pt x="78326" y="278150"/>
                  </a:lnTo>
                  <a:lnTo>
                    <a:pt x="62947" y="273540"/>
                  </a:lnTo>
                  <a:lnTo>
                    <a:pt x="59869" y="261240"/>
                  </a:lnTo>
                  <a:lnTo>
                    <a:pt x="67558" y="247400"/>
                  </a:lnTo>
                  <a:lnTo>
                    <a:pt x="67565" y="233561"/>
                  </a:lnTo>
                  <a:lnTo>
                    <a:pt x="58330" y="216651"/>
                  </a:lnTo>
                  <a:lnTo>
                    <a:pt x="64487" y="205890"/>
                  </a:lnTo>
                  <a:lnTo>
                    <a:pt x="53719" y="198201"/>
                  </a:lnTo>
                  <a:lnTo>
                    <a:pt x="59869" y="178218"/>
                  </a:lnTo>
                  <a:lnTo>
                    <a:pt x="55258" y="161308"/>
                  </a:lnTo>
                  <a:lnTo>
                    <a:pt x="58337" y="135168"/>
                  </a:lnTo>
                  <a:lnTo>
                    <a:pt x="36801" y="103098"/>
                  </a:lnTo>
                  <a:lnTo>
                    <a:pt x="52180" y="86495"/>
                  </a:lnTo>
                  <a:lnTo>
                    <a:pt x="42951" y="67122"/>
                  </a:lnTo>
                  <a:lnTo>
                    <a:pt x="24495" y="56977"/>
                  </a:lnTo>
                  <a:lnTo>
                    <a:pt x="24495" y="44985"/>
                  </a:lnTo>
                  <a:lnTo>
                    <a:pt x="38341" y="28382"/>
                  </a:lnTo>
                  <a:lnTo>
                    <a:pt x="49108" y="22848"/>
                  </a:lnTo>
                  <a:lnTo>
                    <a:pt x="50647" y="18237"/>
                  </a:lnTo>
                  <a:lnTo>
                    <a:pt x="79872" y="7168"/>
                  </a:lnTo>
                  <a:lnTo>
                    <a:pt x="90639" y="7168"/>
                  </a:lnTo>
                  <a:lnTo>
                    <a:pt x="90639" y="1634"/>
                  </a:lnTo>
                  <a:lnTo>
                    <a:pt x="102946" y="710"/>
                  </a:lnTo>
                  <a:lnTo>
                    <a:pt x="119864" y="6245"/>
                  </a:lnTo>
                  <a:lnTo>
                    <a:pt x="119864" y="11779"/>
                  </a:lnTo>
                  <a:lnTo>
                    <a:pt x="104485" y="13626"/>
                  </a:lnTo>
                  <a:lnTo>
                    <a:pt x="110635" y="19160"/>
                  </a:lnTo>
                  <a:lnTo>
                    <a:pt x="124481" y="21000"/>
                  </a:lnTo>
                  <a:lnTo>
                    <a:pt x="133710" y="26535"/>
                  </a:lnTo>
                  <a:lnTo>
                    <a:pt x="155245" y="22848"/>
                  </a:lnTo>
                  <a:lnTo>
                    <a:pt x="187548" y="31152"/>
                  </a:lnTo>
                  <a:lnTo>
                    <a:pt x="218311" y="48679"/>
                  </a:lnTo>
                  <a:lnTo>
                    <a:pt x="244457" y="57900"/>
                  </a:lnTo>
                  <a:lnTo>
                    <a:pt x="256764" y="62511"/>
                  </a:lnTo>
                  <a:lnTo>
                    <a:pt x="264453" y="68969"/>
                  </a:lnTo>
                  <a:lnTo>
                    <a:pt x="273682" y="68976"/>
                  </a:lnTo>
                  <a:lnTo>
                    <a:pt x="285989" y="76350"/>
                  </a:lnTo>
                  <a:lnTo>
                    <a:pt x="295217" y="82808"/>
                  </a:lnTo>
                  <a:lnTo>
                    <a:pt x="295217" y="111403"/>
                  </a:lnTo>
                  <a:lnTo>
                    <a:pt x="250607" y="142858"/>
                  </a:lnTo>
                  <a:lnTo>
                    <a:pt x="224461" y="141325"/>
                  </a:lnTo>
                  <a:lnTo>
                    <a:pt x="193698" y="130558"/>
                  </a:lnTo>
                  <a:lnTo>
                    <a:pt x="166006" y="120631"/>
                  </a:lnTo>
                  <a:lnTo>
                    <a:pt x="146010" y="111403"/>
                  </a:lnTo>
                  <a:lnTo>
                    <a:pt x="132171" y="112327"/>
                  </a:lnTo>
                  <a:lnTo>
                    <a:pt x="106018" y="96647"/>
                  </a:lnTo>
                  <a:lnTo>
                    <a:pt x="104479" y="106792"/>
                  </a:lnTo>
                  <a:lnTo>
                    <a:pt x="132171" y="124408"/>
                  </a:lnTo>
                  <a:lnTo>
                    <a:pt x="156777" y="150547"/>
                  </a:lnTo>
                  <a:lnTo>
                    <a:pt x="159856" y="165918"/>
                  </a:lnTo>
                  <a:lnTo>
                    <a:pt x="147549" y="182829"/>
                  </a:lnTo>
                  <a:lnTo>
                    <a:pt x="159856" y="196668"/>
                  </a:lnTo>
                  <a:lnTo>
                    <a:pt x="156777" y="222807"/>
                  </a:lnTo>
                  <a:lnTo>
                    <a:pt x="158317" y="235100"/>
                  </a:lnTo>
                  <a:lnTo>
                    <a:pt x="175234" y="230490"/>
                  </a:lnTo>
                  <a:lnTo>
                    <a:pt x="195230" y="252018"/>
                  </a:lnTo>
                  <a:lnTo>
                    <a:pt x="222922" y="248940"/>
                  </a:lnTo>
                  <a:lnTo>
                    <a:pt x="227533" y="239718"/>
                  </a:lnTo>
                  <a:lnTo>
                    <a:pt x="218305" y="232029"/>
                  </a:lnTo>
                  <a:lnTo>
                    <a:pt x="209076" y="228957"/>
                  </a:lnTo>
                  <a:lnTo>
                    <a:pt x="193698" y="207429"/>
                  </a:lnTo>
                  <a:lnTo>
                    <a:pt x="199848" y="188979"/>
                  </a:lnTo>
                  <a:lnTo>
                    <a:pt x="210615" y="190518"/>
                  </a:lnTo>
                  <a:lnTo>
                    <a:pt x="218305" y="202818"/>
                  </a:lnTo>
                  <a:lnTo>
                    <a:pt x="249075" y="216657"/>
                  </a:lnTo>
                  <a:lnTo>
                    <a:pt x="272143" y="215118"/>
                  </a:lnTo>
                  <a:lnTo>
                    <a:pt x="278293" y="202818"/>
                  </a:lnTo>
                  <a:lnTo>
                    <a:pt x="261375" y="168997"/>
                  </a:lnTo>
                  <a:lnTo>
                    <a:pt x="289067" y="145936"/>
                  </a:lnTo>
                  <a:lnTo>
                    <a:pt x="307524" y="135175"/>
                  </a:lnTo>
                  <a:lnTo>
                    <a:pt x="309063" y="118784"/>
                  </a:lnTo>
                  <a:lnTo>
                    <a:pt x="330598" y="120631"/>
                  </a:lnTo>
                  <a:lnTo>
                    <a:pt x="356744" y="138247"/>
                  </a:lnTo>
                  <a:lnTo>
                    <a:pt x="367512" y="103105"/>
                  </a:lnTo>
                  <a:lnTo>
                    <a:pt x="352133" y="95724"/>
                  </a:lnTo>
                  <a:lnTo>
                    <a:pt x="352133" y="88342"/>
                  </a:lnTo>
                  <a:lnTo>
                    <a:pt x="359823" y="82808"/>
                  </a:lnTo>
                  <a:lnTo>
                    <a:pt x="359823" y="65282"/>
                  </a:lnTo>
                  <a:lnTo>
                    <a:pt x="352133" y="59747"/>
                  </a:lnTo>
                  <a:lnTo>
                    <a:pt x="338287" y="52366"/>
                  </a:lnTo>
                  <a:lnTo>
                    <a:pt x="339827" y="46832"/>
                  </a:lnTo>
                  <a:lnTo>
                    <a:pt x="349055" y="45908"/>
                  </a:lnTo>
                  <a:lnTo>
                    <a:pt x="376747" y="49602"/>
                  </a:lnTo>
                  <a:lnTo>
                    <a:pt x="402893" y="56984"/>
                  </a:lnTo>
                  <a:lnTo>
                    <a:pt x="416739" y="72663"/>
                  </a:lnTo>
                  <a:lnTo>
                    <a:pt x="387508" y="78197"/>
                  </a:lnTo>
                  <a:lnTo>
                    <a:pt x="385975" y="82808"/>
                  </a:lnTo>
                  <a:lnTo>
                    <a:pt x="376740" y="87419"/>
                  </a:lnTo>
                  <a:lnTo>
                    <a:pt x="389047" y="95724"/>
                  </a:lnTo>
                  <a:lnTo>
                    <a:pt x="390586" y="102182"/>
                  </a:lnTo>
                  <a:lnTo>
                    <a:pt x="416739" y="108639"/>
                  </a:lnTo>
                  <a:lnTo>
                    <a:pt x="436735" y="102182"/>
                  </a:lnTo>
                  <a:lnTo>
                    <a:pt x="438274" y="90189"/>
                  </a:lnTo>
                  <a:lnTo>
                    <a:pt x="436735" y="80044"/>
                  </a:lnTo>
                  <a:lnTo>
                    <a:pt x="442885" y="78197"/>
                  </a:lnTo>
                  <a:lnTo>
                    <a:pt x="452113" y="83732"/>
                  </a:lnTo>
                  <a:lnTo>
                    <a:pt x="458270" y="82808"/>
                  </a:lnTo>
                  <a:lnTo>
                    <a:pt x="458270" y="74510"/>
                  </a:lnTo>
                  <a:lnTo>
                    <a:pt x="475188" y="74510"/>
                  </a:lnTo>
                  <a:lnTo>
                    <a:pt x="489034" y="66205"/>
                  </a:lnTo>
                  <a:lnTo>
                    <a:pt x="501340" y="56060"/>
                  </a:lnTo>
                  <a:lnTo>
                    <a:pt x="522876" y="50526"/>
                  </a:lnTo>
                  <a:lnTo>
                    <a:pt x="530565" y="52373"/>
                  </a:lnTo>
                  <a:lnTo>
                    <a:pt x="532104" y="57907"/>
                  </a:lnTo>
                  <a:lnTo>
                    <a:pt x="541332" y="54213"/>
                  </a:lnTo>
                  <a:lnTo>
                    <a:pt x="539793" y="47755"/>
                  </a:lnTo>
                  <a:lnTo>
                    <a:pt x="549022" y="44992"/>
                  </a:lnTo>
                  <a:lnTo>
                    <a:pt x="561328" y="38534"/>
                  </a:lnTo>
                  <a:lnTo>
                    <a:pt x="576714" y="37610"/>
                  </a:lnTo>
                  <a:lnTo>
                    <a:pt x="569018" y="44068"/>
                  </a:lnTo>
                  <a:lnTo>
                    <a:pt x="573635" y="51449"/>
                  </a:lnTo>
                  <a:lnTo>
                    <a:pt x="561328" y="58824"/>
                  </a:lnTo>
                  <a:lnTo>
                    <a:pt x="567485" y="64365"/>
                  </a:lnTo>
                  <a:lnTo>
                    <a:pt x="579785" y="59747"/>
                  </a:lnTo>
                  <a:lnTo>
                    <a:pt x="584403" y="62518"/>
                  </a:lnTo>
                  <a:lnTo>
                    <a:pt x="596710" y="62518"/>
                  </a:lnTo>
                  <a:lnTo>
                    <a:pt x="595170" y="56060"/>
                  </a:lnTo>
                  <a:lnTo>
                    <a:pt x="605938" y="48679"/>
                  </a:lnTo>
                  <a:lnTo>
                    <a:pt x="618245" y="48679"/>
                  </a:lnTo>
                  <a:lnTo>
                    <a:pt x="619784" y="51449"/>
                  </a:lnTo>
                  <a:lnTo>
                    <a:pt x="636702" y="51449"/>
                  </a:lnTo>
                  <a:lnTo>
                    <a:pt x="649008" y="44068"/>
                  </a:lnTo>
                  <a:lnTo>
                    <a:pt x="661315" y="43144"/>
                  </a:lnTo>
                  <a:lnTo>
                    <a:pt x="673622" y="35770"/>
                  </a:lnTo>
                  <a:lnTo>
                    <a:pt x="685922" y="40381"/>
                  </a:lnTo>
                  <a:lnTo>
                    <a:pt x="684383" y="51449"/>
                  </a:lnTo>
                  <a:lnTo>
                    <a:pt x="693618" y="56060"/>
                  </a:lnTo>
                  <a:lnTo>
                    <a:pt x="702846" y="52373"/>
                  </a:lnTo>
                  <a:lnTo>
                    <a:pt x="701307" y="45915"/>
                  </a:lnTo>
                  <a:lnTo>
                    <a:pt x="719764" y="41304"/>
                  </a:lnTo>
                  <a:lnTo>
                    <a:pt x="721303" y="24701"/>
                  </a:lnTo>
                  <a:lnTo>
                    <a:pt x="712075" y="16397"/>
                  </a:lnTo>
                  <a:lnTo>
                    <a:pt x="727453" y="6251"/>
                  </a:lnTo>
                  <a:lnTo>
                    <a:pt x="787448" y="13626"/>
                  </a:lnTo>
                  <a:lnTo>
                    <a:pt x="800329" y="44732"/>
                  </a:lnTo>
                  <a:lnTo>
                    <a:pt x="788604" y="53269"/>
                  </a:lnTo>
                  <a:lnTo>
                    <a:pt x="802005" y="113031"/>
                  </a:lnTo>
                  <a:lnTo>
                    <a:pt x="796977" y="137221"/>
                  </a:lnTo>
                  <a:lnTo>
                    <a:pt x="778555" y="145758"/>
                  </a:lnTo>
                  <a:lnTo>
                    <a:pt x="714914" y="216904"/>
                  </a:lnTo>
                  <a:lnTo>
                    <a:pt x="708210" y="292318"/>
                  </a:lnTo>
                  <a:lnTo>
                    <a:pt x="719935" y="307970"/>
                  </a:lnTo>
                  <a:lnTo>
                    <a:pt x="706534" y="366309"/>
                  </a:lnTo>
                  <a:lnTo>
                    <a:pt x="696484" y="443153"/>
                  </a:lnTo>
                  <a:lnTo>
                    <a:pt x="703189" y="484417"/>
                  </a:lnTo>
                  <a:lnTo>
                    <a:pt x="704865" y="537065"/>
                  </a:lnTo>
                  <a:lnTo>
                    <a:pt x="696484" y="571215"/>
                  </a:lnTo>
                  <a:lnTo>
                    <a:pt x="676386" y="582598"/>
                  </a:lnTo>
                  <a:lnTo>
                    <a:pt x="666337" y="608211"/>
                  </a:lnTo>
                  <a:lnTo>
                    <a:pt x="684766" y="625286"/>
                  </a:lnTo>
                  <a:lnTo>
                    <a:pt x="652942" y="689316"/>
                  </a:lnTo>
                  <a:lnTo>
                    <a:pt x="646238" y="716352"/>
                  </a:lnTo>
                  <a:lnTo>
                    <a:pt x="681414" y="750502"/>
                  </a:lnTo>
                  <a:lnTo>
                    <a:pt x="704372" y="773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3" name="Forme libre : forme 461">
              <a:extLst>
                <a:ext uri="{FF2B5EF4-FFF2-40B4-BE49-F238E27FC236}">
                  <a16:creationId xmlns:a16="http://schemas.microsoft.com/office/drawing/2014/main" id="{87A6D8DC-336E-B9CB-B7AD-FD0E663C5377}"/>
                </a:ext>
              </a:extLst>
            </p:cNvPr>
            <p:cNvSpPr/>
            <p:nvPr/>
          </p:nvSpPr>
          <p:spPr>
            <a:xfrm>
              <a:off x="7188815" y="3257152"/>
              <a:ext cx="1333629" cy="926533"/>
            </a:xfrm>
            <a:custGeom>
              <a:avLst/>
              <a:gdLst>
                <a:gd name="csX0" fmla="*/ 1101512 w 1333629"/>
                <a:gd name="csY0" fmla="*/ 443882 h 926533"/>
                <a:gd name="csX1" fmla="*/ 1111610 w 1333629"/>
                <a:gd name="csY1" fmla="*/ 423626 h 926533"/>
                <a:gd name="csX2" fmla="*/ 1140355 w 1333629"/>
                <a:gd name="csY2" fmla="*/ 413474 h 926533"/>
                <a:gd name="csX3" fmla="*/ 1157895 w 1333629"/>
                <a:gd name="csY3" fmla="*/ 383812 h 926533"/>
                <a:gd name="csX4" fmla="*/ 1167124 w 1333629"/>
                <a:gd name="csY4" fmla="*/ 384872 h 926533"/>
                <a:gd name="csX5" fmla="*/ 1167069 w 1333629"/>
                <a:gd name="csY5" fmla="*/ 400244 h 926533"/>
                <a:gd name="csX6" fmla="*/ 1184506 w 1333629"/>
                <a:gd name="csY6" fmla="*/ 399279 h 926533"/>
                <a:gd name="csX7" fmla="*/ 1192736 w 1333629"/>
                <a:gd name="csY7" fmla="*/ 391111 h 926533"/>
                <a:gd name="csX8" fmla="*/ 1188700 w 1333629"/>
                <a:gd name="csY8" fmla="*/ 373674 h 926533"/>
                <a:gd name="csX9" fmla="*/ 1205097 w 1333629"/>
                <a:gd name="csY9" fmla="*/ 374755 h 926533"/>
                <a:gd name="csX10" fmla="*/ 1226715 w 1333629"/>
                <a:gd name="csY10" fmla="*/ 352282 h 926533"/>
                <a:gd name="csX11" fmla="*/ 1254311 w 1333629"/>
                <a:gd name="csY11" fmla="*/ 343957 h 926533"/>
                <a:gd name="csX12" fmla="*/ 1257383 w 1333629"/>
                <a:gd name="csY12" fmla="*/ 319357 h 926533"/>
                <a:gd name="csX13" fmla="*/ 1248154 w 1333629"/>
                <a:gd name="csY13" fmla="*/ 291679 h 926533"/>
                <a:gd name="csX14" fmla="*/ 1266618 w 1333629"/>
                <a:gd name="csY14" fmla="*/ 283996 h 926533"/>
                <a:gd name="csX15" fmla="*/ 1283535 w 1333629"/>
                <a:gd name="csY15" fmla="*/ 288607 h 926533"/>
                <a:gd name="csX16" fmla="*/ 1301992 w 1333629"/>
                <a:gd name="csY16" fmla="*/ 280918 h 926533"/>
                <a:gd name="csX17" fmla="*/ 1312760 w 1333629"/>
                <a:gd name="csY17" fmla="*/ 233264 h 926533"/>
                <a:gd name="csX18" fmla="*/ 1329684 w 1333629"/>
                <a:gd name="csY18" fmla="*/ 220964 h 926533"/>
                <a:gd name="csX19" fmla="*/ 1337373 w 1333629"/>
                <a:gd name="csY19" fmla="*/ 179453 h 926533"/>
                <a:gd name="csX20" fmla="*/ 1328145 w 1333629"/>
                <a:gd name="csY20" fmla="*/ 176382 h 926533"/>
                <a:gd name="csX21" fmla="*/ 1303531 w 1333629"/>
                <a:gd name="csY21" fmla="*/ 191753 h 926533"/>
                <a:gd name="csX22" fmla="*/ 1281996 w 1333629"/>
                <a:gd name="csY22" fmla="*/ 193286 h 926533"/>
                <a:gd name="csX23" fmla="*/ 1271229 w 1333629"/>
                <a:gd name="csY23" fmla="*/ 199436 h 926533"/>
                <a:gd name="csX24" fmla="*/ 1254311 w 1333629"/>
                <a:gd name="csY24" fmla="*/ 200975 h 926533"/>
                <a:gd name="csX25" fmla="*/ 1245083 w 1333629"/>
                <a:gd name="csY25" fmla="*/ 170225 h 926533"/>
                <a:gd name="csX26" fmla="*/ 1218930 w 1333629"/>
                <a:gd name="csY26" fmla="*/ 144093 h 926533"/>
                <a:gd name="csX27" fmla="*/ 1198934 w 1333629"/>
                <a:gd name="csY27" fmla="*/ 136404 h 926533"/>
                <a:gd name="csX28" fmla="*/ 1178938 w 1333629"/>
                <a:gd name="csY28" fmla="*/ 134864 h 926533"/>
                <a:gd name="csX29" fmla="*/ 1174320 w 1333629"/>
                <a:gd name="csY29" fmla="*/ 104121 h 926533"/>
                <a:gd name="csX30" fmla="*/ 1158942 w 1333629"/>
                <a:gd name="csY30" fmla="*/ 71832 h 926533"/>
                <a:gd name="csX31" fmla="*/ 1157403 w 1333629"/>
                <a:gd name="csY31" fmla="*/ 54921 h 926533"/>
                <a:gd name="csX32" fmla="*/ 1137407 w 1333629"/>
                <a:gd name="csY32" fmla="*/ 16489 h 926533"/>
                <a:gd name="csX33" fmla="*/ 1114339 w 1333629"/>
                <a:gd name="csY33" fmla="*/ 11872 h 926533"/>
                <a:gd name="csX34" fmla="*/ 1080497 w 1333629"/>
                <a:gd name="csY34" fmla="*/ 1111 h 926533"/>
                <a:gd name="csX35" fmla="*/ 1031277 w 1333629"/>
                <a:gd name="csY35" fmla="*/ 7261 h 926533"/>
                <a:gd name="csX36" fmla="*/ 1009735 w 1333629"/>
                <a:gd name="csY36" fmla="*/ 42621 h 926533"/>
                <a:gd name="csX37" fmla="*/ 1025120 w 1333629"/>
                <a:gd name="csY37" fmla="*/ 41082 h 926533"/>
                <a:gd name="csX38" fmla="*/ 1023581 w 1333629"/>
                <a:gd name="csY38" fmla="*/ 57993 h 926533"/>
                <a:gd name="csX39" fmla="*/ 1008202 w 1333629"/>
                <a:gd name="csY39" fmla="*/ 70293 h 926533"/>
                <a:gd name="csX40" fmla="*/ 998967 w 1333629"/>
                <a:gd name="csY40" fmla="*/ 101043 h 926533"/>
                <a:gd name="csX41" fmla="*/ 988199 w 1333629"/>
                <a:gd name="csY41" fmla="*/ 107193 h 926533"/>
                <a:gd name="csX42" fmla="*/ 989739 w 1333629"/>
                <a:gd name="csY42" fmla="*/ 125636 h 926533"/>
                <a:gd name="csX43" fmla="*/ 955897 w 1333629"/>
                <a:gd name="csY43" fmla="*/ 148697 h 926533"/>
                <a:gd name="csX44" fmla="*/ 944363 w 1333629"/>
                <a:gd name="csY44" fmla="*/ 136397 h 926533"/>
                <a:gd name="csX45" fmla="*/ 940518 w 1333629"/>
                <a:gd name="csY45" fmla="*/ 144086 h 926533"/>
                <a:gd name="csX46" fmla="*/ 926672 w 1333629"/>
                <a:gd name="csY46" fmla="*/ 176375 h 926533"/>
                <a:gd name="csX47" fmla="*/ 915905 w 1333629"/>
                <a:gd name="csY47" fmla="*/ 188668 h 926533"/>
                <a:gd name="csX48" fmla="*/ 914365 w 1333629"/>
                <a:gd name="csY48" fmla="*/ 202507 h 926533"/>
                <a:gd name="csX49" fmla="*/ 926672 w 1333629"/>
                <a:gd name="csY49" fmla="*/ 210196 h 926533"/>
                <a:gd name="csX50" fmla="*/ 934361 w 1333629"/>
                <a:gd name="csY50" fmla="*/ 200968 h 926533"/>
                <a:gd name="csX51" fmla="*/ 951286 w 1333629"/>
                <a:gd name="csY51" fmla="*/ 210196 h 926533"/>
                <a:gd name="csX52" fmla="*/ 960514 w 1333629"/>
                <a:gd name="csY52" fmla="*/ 196357 h 926533"/>
                <a:gd name="csX53" fmla="*/ 995889 w 1333629"/>
                <a:gd name="csY53" fmla="*/ 207125 h 926533"/>
                <a:gd name="csX54" fmla="*/ 1005117 w 1333629"/>
                <a:gd name="csY54" fmla="*/ 231718 h 926533"/>
                <a:gd name="csX55" fmla="*/ 995889 w 1333629"/>
                <a:gd name="csY55" fmla="*/ 237868 h 926533"/>
                <a:gd name="csX56" fmla="*/ 982049 w 1333629"/>
                <a:gd name="csY56" fmla="*/ 233257 h 926533"/>
                <a:gd name="csX57" fmla="*/ 963586 w 1333629"/>
                <a:gd name="csY57" fmla="*/ 234796 h 926533"/>
                <a:gd name="csX58" fmla="*/ 965125 w 1333629"/>
                <a:gd name="csY58" fmla="*/ 247089 h 926533"/>
                <a:gd name="csX59" fmla="*/ 951286 w 1333629"/>
                <a:gd name="csY59" fmla="*/ 251707 h 926533"/>
                <a:gd name="csX60" fmla="*/ 943590 w 1333629"/>
                <a:gd name="csY60" fmla="*/ 240939 h 926533"/>
                <a:gd name="csX61" fmla="*/ 931290 w 1333629"/>
                <a:gd name="csY61" fmla="*/ 245557 h 926533"/>
                <a:gd name="csX62" fmla="*/ 923594 w 1333629"/>
                <a:gd name="csY62" fmla="*/ 274768 h 926533"/>
                <a:gd name="csX63" fmla="*/ 909748 w 1333629"/>
                <a:gd name="csY63" fmla="*/ 277839 h 926533"/>
                <a:gd name="csX64" fmla="*/ 898987 w 1333629"/>
                <a:gd name="csY64" fmla="*/ 267079 h 926533"/>
                <a:gd name="csX65" fmla="*/ 872834 w 1333629"/>
                <a:gd name="csY65" fmla="*/ 293211 h 926533"/>
                <a:gd name="csX66" fmla="*/ 840532 w 1333629"/>
                <a:gd name="csY66" fmla="*/ 283989 h 926533"/>
                <a:gd name="csX67" fmla="*/ 825146 w 1333629"/>
                <a:gd name="csY67" fmla="*/ 308589 h 926533"/>
                <a:gd name="csX68" fmla="*/ 838992 w 1333629"/>
                <a:gd name="csY68" fmla="*/ 319350 h 926533"/>
                <a:gd name="csX69" fmla="*/ 831303 w 1333629"/>
                <a:gd name="csY69" fmla="*/ 334722 h 926533"/>
                <a:gd name="csX70" fmla="*/ 811307 w 1333629"/>
                <a:gd name="csY70" fmla="*/ 339332 h 926533"/>
                <a:gd name="csX71" fmla="*/ 794383 w 1333629"/>
                <a:gd name="csY71" fmla="*/ 359321 h 926533"/>
                <a:gd name="csX72" fmla="*/ 766698 w 1333629"/>
                <a:gd name="csY72" fmla="*/ 371621 h 926533"/>
                <a:gd name="csX73" fmla="*/ 746702 w 1333629"/>
                <a:gd name="csY73" fmla="*/ 374693 h 926533"/>
                <a:gd name="csX74" fmla="*/ 728238 w 1333629"/>
                <a:gd name="csY74" fmla="*/ 367011 h 926533"/>
                <a:gd name="csX75" fmla="*/ 694403 w 1333629"/>
                <a:gd name="csY75" fmla="*/ 385454 h 926533"/>
                <a:gd name="csX76" fmla="*/ 680557 w 1333629"/>
                <a:gd name="csY76" fmla="*/ 390065 h 926533"/>
                <a:gd name="csX77" fmla="*/ 662100 w 1333629"/>
                <a:gd name="csY77" fmla="*/ 380843 h 926533"/>
                <a:gd name="csX78" fmla="*/ 637486 w 1333629"/>
                <a:gd name="csY78" fmla="*/ 379304 h 926533"/>
                <a:gd name="csX79" fmla="*/ 614412 w 1333629"/>
                <a:gd name="csY79" fmla="*/ 359321 h 926533"/>
                <a:gd name="csX80" fmla="*/ 577498 w 1333629"/>
                <a:gd name="csY80" fmla="*/ 356243 h 926533"/>
                <a:gd name="csX81" fmla="*/ 549813 w 1333629"/>
                <a:gd name="csY81" fmla="*/ 362393 h 926533"/>
                <a:gd name="csX82" fmla="*/ 537506 w 1333629"/>
                <a:gd name="csY82" fmla="*/ 356243 h 926533"/>
                <a:gd name="csX83" fmla="*/ 531350 w 1333629"/>
                <a:gd name="csY83" fmla="*/ 359315 h 926533"/>
                <a:gd name="csX84" fmla="*/ 523660 w 1333629"/>
                <a:gd name="csY84" fmla="*/ 367004 h 926533"/>
                <a:gd name="csX85" fmla="*/ 502125 w 1333629"/>
                <a:gd name="csY85" fmla="*/ 365465 h 926533"/>
                <a:gd name="csX86" fmla="*/ 486740 w 1333629"/>
                <a:gd name="csY86" fmla="*/ 347015 h 926533"/>
                <a:gd name="csX87" fmla="*/ 489818 w 1333629"/>
                <a:gd name="csY87" fmla="*/ 322422 h 926533"/>
                <a:gd name="csX88" fmla="*/ 415984 w 1333629"/>
                <a:gd name="csY88" fmla="*/ 290133 h 926533"/>
                <a:gd name="csX89" fmla="*/ 389838 w 1333629"/>
                <a:gd name="csY89" fmla="*/ 283983 h 926533"/>
                <a:gd name="csX90" fmla="*/ 374453 w 1333629"/>
                <a:gd name="csY90" fmla="*/ 263993 h 926533"/>
                <a:gd name="csX91" fmla="*/ 388299 w 1333629"/>
                <a:gd name="csY91" fmla="*/ 247083 h 926533"/>
                <a:gd name="csX92" fmla="*/ 354457 w 1333629"/>
                <a:gd name="csY92" fmla="*/ 197890 h 926533"/>
                <a:gd name="csX93" fmla="*/ 329850 w 1333629"/>
                <a:gd name="csY93" fmla="*/ 197883 h 926533"/>
                <a:gd name="csX94" fmla="*/ 305237 w 1333629"/>
                <a:gd name="csY94" fmla="*/ 162529 h 926533"/>
                <a:gd name="csX95" fmla="*/ 299087 w 1333629"/>
                <a:gd name="csY95" fmla="*/ 162529 h 926533"/>
                <a:gd name="csX96" fmla="*/ 259088 w 1333629"/>
                <a:gd name="csY96" fmla="*/ 194811 h 926533"/>
                <a:gd name="csX97" fmla="*/ 266784 w 1333629"/>
                <a:gd name="csY97" fmla="*/ 224022 h 926533"/>
                <a:gd name="csX98" fmla="*/ 254477 w 1333629"/>
                <a:gd name="csY98" fmla="*/ 236322 h 926533"/>
                <a:gd name="csX99" fmla="*/ 237553 w 1333629"/>
                <a:gd name="csY99" fmla="*/ 228633 h 926533"/>
                <a:gd name="csX100" fmla="*/ 211407 w 1333629"/>
                <a:gd name="csY100" fmla="*/ 230172 h 926533"/>
                <a:gd name="csX101" fmla="*/ 194482 w 1333629"/>
                <a:gd name="csY101" fmla="*/ 270143 h 926533"/>
                <a:gd name="csX102" fmla="*/ 196377 w 1333629"/>
                <a:gd name="csY102" fmla="*/ 282902 h 926533"/>
                <a:gd name="csX103" fmla="*/ 186793 w 1333629"/>
                <a:gd name="csY103" fmla="*/ 293204 h 926533"/>
                <a:gd name="csX104" fmla="*/ 176026 w 1333629"/>
                <a:gd name="csY104" fmla="*/ 279365 h 926533"/>
                <a:gd name="csX105" fmla="*/ 132955 w 1333629"/>
                <a:gd name="csY105" fmla="*/ 294743 h 926533"/>
                <a:gd name="csX106" fmla="*/ 146801 w 1333629"/>
                <a:gd name="csY106" fmla="*/ 310115 h 926533"/>
                <a:gd name="csX107" fmla="*/ 148341 w 1333629"/>
                <a:gd name="csY107" fmla="*/ 333176 h 926533"/>
                <a:gd name="csX108" fmla="*/ 152951 w 1333629"/>
                <a:gd name="csY108" fmla="*/ 347008 h 926533"/>
                <a:gd name="csX109" fmla="*/ 145262 w 1333629"/>
                <a:gd name="csY109" fmla="*/ 368536 h 926533"/>
                <a:gd name="csX110" fmla="*/ 128338 w 1333629"/>
                <a:gd name="csY110" fmla="*/ 388518 h 926533"/>
                <a:gd name="csX111" fmla="*/ 103731 w 1333629"/>
                <a:gd name="csY111" fmla="*/ 393129 h 926533"/>
                <a:gd name="csX112" fmla="*/ 85274 w 1333629"/>
                <a:gd name="csY112" fmla="*/ 406968 h 926533"/>
                <a:gd name="csX113" fmla="*/ 71428 w 1333629"/>
                <a:gd name="csY113" fmla="*/ 408508 h 926533"/>
                <a:gd name="csX114" fmla="*/ 68350 w 1333629"/>
                <a:gd name="csY114" fmla="*/ 426958 h 926533"/>
                <a:gd name="csX115" fmla="*/ 54504 w 1333629"/>
                <a:gd name="csY115" fmla="*/ 428490 h 926533"/>
                <a:gd name="csX116" fmla="*/ 42204 w 1333629"/>
                <a:gd name="csY116" fmla="*/ 417729 h 926533"/>
                <a:gd name="csX117" fmla="*/ 9901 w 1333629"/>
                <a:gd name="csY117" fmla="*/ 436179 h 926533"/>
                <a:gd name="csX118" fmla="*/ 3744 w 1333629"/>
                <a:gd name="csY118" fmla="*/ 450011 h 926533"/>
                <a:gd name="csX119" fmla="*/ 8362 w 1333629"/>
                <a:gd name="csY119" fmla="*/ 471540 h 926533"/>
                <a:gd name="csX120" fmla="*/ 28358 w 1333629"/>
                <a:gd name="csY120" fmla="*/ 474611 h 926533"/>
                <a:gd name="csX121" fmla="*/ 32969 w 1333629"/>
                <a:gd name="csY121" fmla="*/ 489990 h 926533"/>
                <a:gd name="csX122" fmla="*/ 22201 w 1333629"/>
                <a:gd name="csY122" fmla="*/ 511511 h 926533"/>
                <a:gd name="csX123" fmla="*/ 26819 w 1333629"/>
                <a:gd name="csY123" fmla="*/ 519200 h 926533"/>
                <a:gd name="csX124" fmla="*/ 39317 w 1333629"/>
                <a:gd name="csY124" fmla="*/ 524208 h 926533"/>
                <a:gd name="csX125" fmla="*/ 47006 w 1333629"/>
                <a:gd name="csY125" fmla="*/ 535735 h 926533"/>
                <a:gd name="csX126" fmla="*/ 52390 w 1333629"/>
                <a:gd name="csY126" fmla="*/ 553419 h 926533"/>
                <a:gd name="csX127" fmla="*/ 69308 w 1333629"/>
                <a:gd name="csY127" fmla="*/ 564946 h 926533"/>
                <a:gd name="csX128" fmla="*/ 83728 w 1333629"/>
                <a:gd name="csY128" fmla="*/ 579154 h 926533"/>
                <a:gd name="csX129" fmla="*/ 81614 w 1333629"/>
                <a:gd name="csY129" fmla="*/ 578012 h 926533"/>
                <a:gd name="csX130" fmla="*/ 96226 w 1333629"/>
                <a:gd name="csY130" fmla="*/ 566868 h 926533"/>
                <a:gd name="csX131" fmla="*/ 110839 w 1333629"/>
                <a:gd name="csY131" fmla="*/ 566102 h 926533"/>
                <a:gd name="csX132" fmla="*/ 119684 w 1333629"/>
                <a:gd name="csY132" fmla="*/ 573791 h 926533"/>
                <a:gd name="csX133" fmla="*/ 121989 w 1333629"/>
                <a:gd name="csY133" fmla="*/ 586084 h 926533"/>
                <a:gd name="csX134" fmla="*/ 117762 w 1333629"/>
                <a:gd name="csY134" fmla="*/ 599540 h 926533"/>
                <a:gd name="csX135" fmla="*/ 118528 w 1333629"/>
                <a:gd name="csY135" fmla="*/ 607995 h 926533"/>
                <a:gd name="csX136" fmla="*/ 123912 w 1333629"/>
                <a:gd name="csY136" fmla="*/ 622601 h 926533"/>
                <a:gd name="csX137" fmla="*/ 126224 w 1333629"/>
                <a:gd name="csY137" fmla="*/ 629517 h 926533"/>
                <a:gd name="csX138" fmla="*/ 120067 w 1333629"/>
                <a:gd name="csY138" fmla="*/ 632589 h 926533"/>
                <a:gd name="csX139" fmla="*/ 113917 w 1333629"/>
                <a:gd name="csY139" fmla="*/ 637206 h 926533"/>
                <a:gd name="csX140" fmla="*/ 106802 w 1333629"/>
                <a:gd name="csY140" fmla="*/ 634504 h 926533"/>
                <a:gd name="csX141" fmla="*/ 102185 w 1333629"/>
                <a:gd name="csY141" fmla="*/ 639115 h 926533"/>
                <a:gd name="csX142" fmla="*/ 114492 w 1333629"/>
                <a:gd name="csY142" fmla="*/ 649876 h 926533"/>
                <a:gd name="csX143" fmla="*/ 112952 w 1333629"/>
                <a:gd name="csY143" fmla="*/ 669865 h 926533"/>
                <a:gd name="csX144" fmla="*/ 123727 w 1333629"/>
                <a:gd name="csY144" fmla="*/ 676015 h 926533"/>
                <a:gd name="csX145" fmla="*/ 140645 w 1333629"/>
                <a:gd name="csY145" fmla="*/ 676015 h 926533"/>
                <a:gd name="csX146" fmla="*/ 157562 w 1333629"/>
                <a:gd name="csY146" fmla="*/ 692925 h 926533"/>
                <a:gd name="csX147" fmla="*/ 183715 w 1333629"/>
                <a:gd name="csY147" fmla="*/ 689854 h 926533"/>
                <a:gd name="csX148" fmla="*/ 211400 w 1333629"/>
                <a:gd name="csY148" fmla="*/ 711375 h 926533"/>
                <a:gd name="csX149" fmla="*/ 239085 w 1333629"/>
                <a:gd name="csY149" fmla="*/ 722136 h 926533"/>
                <a:gd name="csX150" fmla="*/ 263699 w 1333629"/>
                <a:gd name="csY150" fmla="*/ 740586 h 926533"/>
                <a:gd name="csX151" fmla="*/ 314458 w 1333629"/>
                <a:gd name="csY151" fmla="*/ 751347 h 926533"/>
                <a:gd name="csX152" fmla="*/ 325226 w 1333629"/>
                <a:gd name="csY152" fmla="*/ 748275 h 926533"/>
                <a:gd name="csX153" fmla="*/ 339072 w 1333629"/>
                <a:gd name="csY153" fmla="*/ 754425 h 926533"/>
                <a:gd name="csX154" fmla="*/ 354450 w 1333629"/>
                <a:gd name="csY154" fmla="*/ 739054 h 926533"/>
                <a:gd name="csX155" fmla="*/ 368296 w 1333629"/>
                <a:gd name="csY155" fmla="*/ 739054 h 926533"/>
                <a:gd name="csX156" fmla="*/ 377525 w 1333629"/>
                <a:gd name="csY156" fmla="*/ 748275 h 926533"/>
                <a:gd name="csX157" fmla="*/ 395982 w 1333629"/>
                <a:gd name="csY157" fmla="*/ 745204 h 926533"/>
                <a:gd name="csX158" fmla="*/ 406749 w 1333629"/>
                <a:gd name="csY158" fmla="*/ 752886 h 926533"/>
                <a:gd name="csX159" fmla="*/ 442130 w 1333629"/>
                <a:gd name="csY159" fmla="*/ 726754 h 926533"/>
                <a:gd name="csX160" fmla="*/ 491351 w 1333629"/>
                <a:gd name="csY160" fmla="*/ 711382 h 926533"/>
                <a:gd name="csX161" fmla="*/ 500579 w 1333629"/>
                <a:gd name="csY161" fmla="*/ 719065 h 926533"/>
                <a:gd name="csX162" fmla="*/ 499047 w 1333629"/>
                <a:gd name="csY162" fmla="*/ 726754 h 926533"/>
                <a:gd name="csX163" fmla="*/ 515964 w 1333629"/>
                <a:gd name="csY163" fmla="*/ 742125 h 926533"/>
                <a:gd name="csX164" fmla="*/ 531343 w 1333629"/>
                <a:gd name="csY164" fmla="*/ 740593 h 926533"/>
                <a:gd name="csX165" fmla="*/ 543650 w 1333629"/>
                <a:gd name="csY165" fmla="*/ 766725 h 926533"/>
                <a:gd name="csX166" fmla="*/ 548267 w 1333629"/>
                <a:gd name="csY166" fmla="*/ 795936 h 926533"/>
                <a:gd name="csX167" fmla="*/ 528264 w 1333629"/>
                <a:gd name="csY167" fmla="*/ 817457 h 926533"/>
                <a:gd name="csX168" fmla="*/ 528264 w 1333629"/>
                <a:gd name="csY168" fmla="*/ 842057 h 926533"/>
                <a:gd name="csX169" fmla="*/ 542110 w 1333629"/>
                <a:gd name="csY169" fmla="*/ 843596 h 926533"/>
                <a:gd name="csX170" fmla="*/ 560567 w 1333629"/>
                <a:gd name="csY170" fmla="*/ 865118 h 926533"/>
                <a:gd name="csX171" fmla="*/ 560567 w 1333629"/>
                <a:gd name="csY171" fmla="*/ 885107 h 926533"/>
                <a:gd name="csX172" fmla="*/ 579024 w 1333629"/>
                <a:gd name="csY172" fmla="*/ 885107 h 926533"/>
                <a:gd name="csX173" fmla="*/ 580563 w 1333629"/>
                <a:gd name="csY173" fmla="*/ 892796 h 926533"/>
                <a:gd name="csX174" fmla="*/ 597488 w 1333629"/>
                <a:gd name="csY174" fmla="*/ 898946 h 926533"/>
                <a:gd name="csX175" fmla="*/ 603638 w 1333629"/>
                <a:gd name="csY175" fmla="*/ 909707 h 926533"/>
                <a:gd name="csX176" fmla="*/ 615944 w 1333629"/>
                <a:gd name="csY176" fmla="*/ 911246 h 926533"/>
                <a:gd name="csX177" fmla="*/ 611334 w 1333629"/>
                <a:gd name="csY177" fmla="*/ 888186 h 926533"/>
                <a:gd name="csX178" fmla="*/ 617484 w 1333629"/>
                <a:gd name="csY178" fmla="*/ 874346 h 926533"/>
                <a:gd name="csX179" fmla="*/ 629790 w 1333629"/>
                <a:gd name="csY179" fmla="*/ 878957 h 926533"/>
                <a:gd name="csX180" fmla="*/ 639019 w 1333629"/>
                <a:gd name="csY180" fmla="*/ 869736 h 926533"/>
                <a:gd name="csX181" fmla="*/ 651326 w 1333629"/>
                <a:gd name="csY181" fmla="*/ 872807 h 926533"/>
                <a:gd name="csX182" fmla="*/ 677472 w 1333629"/>
                <a:gd name="csY182" fmla="*/ 874346 h 926533"/>
                <a:gd name="csX183" fmla="*/ 688239 w 1333629"/>
                <a:gd name="csY183" fmla="*/ 855896 h 926533"/>
                <a:gd name="csX184" fmla="*/ 700546 w 1333629"/>
                <a:gd name="csY184" fmla="*/ 866657 h 926533"/>
                <a:gd name="csX185" fmla="*/ 723620 w 1333629"/>
                <a:gd name="csY185" fmla="*/ 866657 h 926533"/>
                <a:gd name="csX186" fmla="*/ 726699 w 1333629"/>
                <a:gd name="csY186" fmla="*/ 874346 h 926533"/>
                <a:gd name="csX187" fmla="*/ 723620 w 1333629"/>
                <a:gd name="csY187" fmla="*/ 888186 h 926533"/>
                <a:gd name="csX188" fmla="*/ 735927 w 1333629"/>
                <a:gd name="csY188" fmla="*/ 898946 h 926533"/>
                <a:gd name="csX189" fmla="*/ 749766 w 1333629"/>
                <a:gd name="csY189" fmla="*/ 897407 h 926533"/>
                <a:gd name="csX190" fmla="*/ 755923 w 1333629"/>
                <a:gd name="csY190" fmla="*/ 903044 h 926533"/>
                <a:gd name="csX191" fmla="*/ 775406 w 1333629"/>
                <a:gd name="csY191" fmla="*/ 904070 h 926533"/>
                <a:gd name="csX192" fmla="*/ 786687 w 1333629"/>
                <a:gd name="csY192" fmla="*/ 908168 h 926533"/>
                <a:gd name="csX193" fmla="*/ 785661 w 1333629"/>
                <a:gd name="csY193" fmla="*/ 920468 h 926533"/>
                <a:gd name="csX194" fmla="*/ 789758 w 1333629"/>
                <a:gd name="csY194" fmla="*/ 926618 h 926533"/>
                <a:gd name="csX195" fmla="*/ 796941 w 1333629"/>
                <a:gd name="csY195" fmla="*/ 927644 h 926533"/>
                <a:gd name="csX196" fmla="*/ 798993 w 1333629"/>
                <a:gd name="csY196" fmla="*/ 917396 h 926533"/>
                <a:gd name="csX197" fmla="*/ 813346 w 1333629"/>
                <a:gd name="csY197" fmla="*/ 913298 h 926533"/>
                <a:gd name="csX198" fmla="*/ 819503 w 1333629"/>
                <a:gd name="csY198" fmla="*/ 907149 h 926533"/>
                <a:gd name="csX199" fmla="*/ 827705 w 1333629"/>
                <a:gd name="csY199" fmla="*/ 906122 h 926533"/>
                <a:gd name="csX200" fmla="*/ 835907 w 1333629"/>
                <a:gd name="csY200" fmla="*/ 900999 h 926533"/>
                <a:gd name="csX201" fmla="*/ 847188 w 1333629"/>
                <a:gd name="csY201" fmla="*/ 900999 h 926533"/>
                <a:gd name="csX202" fmla="*/ 861547 w 1333629"/>
                <a:gd name="csY202" fmla="*/ 889725 h 926533"/>
                <a:gd name="csX203" fmla="*/ 866671 w 1333629"/>
                <a:gd name="csY203" fmla="*/ 874346 h 926533"/>
                <a:gd name="csX204" fmla="*/ 874873 w 1333629"/>
                <a:gd name="csY204" fmla="*/ 871275 h 926533"/>
                <a:gd name="csX205" fmla="*/ 881030 w 1333629"/>
                <a:gd name="csY205" fmla="*/ 874346 h 926533"/>
                <a:gd name="csX206" fmla="*/ 881030 w 1333629"/>
                <a:gd name="csY206" fmla="*/ 882549 h 926533"/>
                <a:gd name="csX207" fmla="*/ 890258 w 1333629"/>
                <a:gd name="csY207" fmla="*/ 887672 h 926533"/>
                <a:gd name="csX208" fmla="*/ 906669 w 1333629"/>
                <a:gd name="csY208" fmla="*/ 877425 h 926533"/>
                <a:gd name="csX209" fmla="*/ 917943 w 1333629"/>
                <a:gd name="csY209" fmla="*/ 877425 h 926533"/>
                <a:gd name="csX210" fmla="*/ 928198 w 1333629"/>
                <a:gd name="csY210" fmla="*/ 867177 h 926533"/>
                <a:gd name="csX211" fmla="*/ 940505 w 1333629"/>
                <a:gd name="csY211" fmla="*/ 866151 h 926533"/>
                <a:gd name="csX212" fmla="*/ 944609 w 1333629"/>
                <a:gd name="csY212" fmla="*/ 855903 h 926533"/>
                <a:gd name="csX213" fmla="*/ 967171 w 1333629"/>
                <a:gd name="csY213" fmla="*/ 845649 h 926533"/>
                <a:gd name="csX214" fmla="*/ 968197 w 1333629"/>
                <a:gd name="csY214" fmla="*/ 834375 h 926533"/>
                <a:gd name="csX215" fmla="*/ 979477 w 1333629"/>
                <a:gd name="csY215" fmla="*/ 825153 h 926533"/>
                <a:gd name="csX216" fmla="*/ 987680 w 1333629"/>
                <a:gd name="csY216" fmla="*/ 824127 h 926533"/>
                <a:gd name="csX217" fmla="*/ 991777 w 1333629"/>
                <a:gd name="csY217" fmla="*/ 814906 h 926533"/>
                <a:gd name="csX218" fmla="*/ 1004084 w 1333629"/>
                <a:gd name="csY218" fmla="*/ 808756 h 926533"/>
                <a:gd name="csX219" fmla="*/ 1005110 w 1333629"/>
                <a:gd name="csY219" fmla="*/ 786208 h 926533"/>
                <a:gd name="csX220" fmla="*/ 1014339 w 1333629"/>
                <a:gd name="csY220" fmla="*/ 783130 h 926533"/>
                <a:gd name="csX221" fmla="*/ 1014339 w 1333629"/>
                <a:gd name="csY221" fmla="*/ 770837 h 926533"/>
                <a:gd name="csX222" fmla="*/ 1028698 w 1333629"/>
                <a:gd name="csY222" fmla="*/ 756484 h 926533"/>
                <a:gd name="csX223" fmla="*/ 1029724 w 1333629"/>
                <a:gd name="csY223" fmla="*/ 749308 h 926533"/>
                <a:gd name="csX224" fmla="*/ 1039978 w 1333629"/>
                <a:gd name="csY224" fmla="*/ 742139 h 926533"/>
                <a:gd name="csX225" fmla="*/ 1043057 w 1333629"/>
                <a:gd name="csY225" fmla="*/ 735989 h 926533"/>
                <a:gd name="csX226" fmla="*/ 1042031 w 1333629"/>
                <a:gd name="csY226" fmla="*/ 725734 h 926533"/>
                <a:gd name="csX227" fmla="*/ 1051259 w 1333629"/>
                <a:gd name="csY227" fmla="*/ 714461 h 926533"/>
                <a:gd name="csX228" fmla="*/ 1049207 w 1333629"/>
                <a:gd name="csY228" fmla="*/ 698063 h 926533"/>
                <a:gd name="csX229" fmla="*/ 1042031 w 1333629"/>
                <a:gd name="csY229" fmla="*/ 692939 h 926533"/>
                <a:gd name="csX230" fmla="*/ 1031776 w 1333629"/>
                <a:gd name="csY230" fmla="*/ 698063 h 926533"/>
                <a:gd name="csX231" fmla="*/ 1027672 w 1333629"/>
                <a:gd name="csY231" fmla="*/ 696011 h 926533"/>
                <a:gd name="csX232" fmla="*/ 1028698 w 1333629"/>
                <a:gd name="csY232" fmla="*/ 687815 h 926533"/>
                <a:gd name="csX233" fmla="*/ 1041004 w 1333629"/>
                <a:gd name="csY233" fmla="*/ 679613 h 926533"/>
                <a:gd name="csX234" fmla="*/ 1050233 w 1333629"/>
                <a:gd name="csY234" fmla="*/ 675515 h 926533"/>
                <a:gd name="csX235" fmla="*/ 1047161 w 1333629"/>
                <a:gd name="csY235" fmla="*/ 665268 h 926533"/>
                <a:gd name="csX236" fmla="*/ 1038952 w 1333629"/>
                <a:gd name="csY236" fmla="*/ 657065 h 926533"/>
                <a:gd name="csX237" fmla="*/ 1049207 w 1333629"/>
                <a:gd name="csY237" fmla="*/ 657065 h 926533"/>
                <a:gd name="csX238" fmla="*/ 1049207 w 1333629"/>
                <a:gd name="csY238" fmla="*/ 649889 h 926533"/>
                <a:gd name="csX239" fmla="*/ 1041004 w 1333629"/>
                <a:gd name="csY239" fmla="*/ 639642 h 926533"/>
                <a:gd name="csX240" fmla="*/ 1030750 w 1333629"/>
                <a:gd name="csY240" fmla="*/ 630420 h 926533"/>
                <a:gd name="csX241" fmla="*/ 1029724 w 1333629"/>
                <a:gd name="csY241" fmla="*/ 611970 h 926533"/>
                <a:gd name="csX242" fmla="*/ 1022548 w 1333629"/>
                <a:gd name="csY242" fmla="*/ 604794 h 926533"/>
                <a:gd name="csX243" fmla="*/ 1020495 w 1333629"/>
                <a:gd name="csY243" fmla="*/ 588396 h 926533"/>
                <a:gd name="csX244" fmla="*/ 1006143 w 1333629"/>
                <a:gd name="csY244" fmla="*/ 584299 h 926533"/>
                <a:gd name="csX245" fmla="*/ 992810 w 1333629"/>
                <a:gd name="csY245" fmla="*/ 571999 h 926533"/>
                <a:gd name="csX246" fmla="*/ 995889 w 1333629"/>
                <a:gd name="csY246" fmla="*/ 560725 h 926533"/>
                <a:gd name="csX247" fmla="*/ 1008189 w 1333629"/>
                <a:gd name="csY247" fmla="*/ 550470 h 926533"/>
                <a:gd name="csX248" fmla="*/ 1008189 w 1333629"/>
                <a:gd name="csY248" fmla="*/ 546373 h 926533"/>
                <a:gd name="csX249" fmla="*/ 1017417 w 1333629"/>
                <a:gd name="csY249" fmla="*/ 537151 h 926533"/>
                <a:gd name="csX250" fmla="*/ 1021522 w 1333629"/>
                <a:gd name="csY250" fmla="*/ 542275 h 926533"/>
                <a:gd name="csX251" fmla="*/ 1029724 w 1333629"/>
                <a:gd name="csY251" fmla="*/ 542275 h 926533"/>
                <a:gd name="csX252" fmla="*/ 1041011 w 1333629"/>
                <a:gd name="csY252" fmla="*/ 532027 h 926533"/>
                <a:gd name="csX253" fmla="*/ 1042031 w 1333629"/>
                <a:gd name="csY253" fmla="*/ 526896 h 926533"/>
                <a:gd name="csX254" fmla="*/ 1051259 w 1333629"/>
                <a:gd name="csY254" fmla="*/ 523825 h 926533"/>
                <a:gd name="csX255" fmla="*/ 1062540 w 1333629"/>
                <a:gd name="csY255" fmla="*/ 523825 h 926533"/>
                <a:gd name="csX256" fmla="*/ 1066644 w 1333629"/>
                <a:gd name="csY256" fmla="*/ 517675 h 926533"/>
                <a:gd name="csX257" fmla="*/ 1063566 w 1333629"/>
                <a:gd name="csY257" fmla="*/ 508453 h 926533"/>
                <a:gd name="csX258" fmla="*/ 1035881 w 1333629"/>
                <a:gd name="csY258" fmla="*/ 506401 h 926533"/>
                <a:gd name="csX259" fmla="*/ 1028705 w 1333629"/>
                <a:gd name="csY259" fmla="*/ 501277 h 926533"/>
                <a:gd name="csX260" fmla="*/ 1021522 w 1333629"/>
                <a:gd name="csY260" fmla="*/ 502303 h 926533"/>
                <a:gd name="csX261" fmla="*/ 998960 w 1333629"/>
                <a:gd name="csY261" fmla="*/ 515623 h 926533"/>
                <a:gd name="csX262" fmla="*/ 986660 w 1333629"/>
                <a:gd name="csY262" fmla="*/ 514596 h 926533"/>
                <a:gd name="csX263" fmla="*/ 987686 w 1333629"/>
                <a:gd name="csY263" fmla="*/ 499225 h 926533"/>
                <a:gd name="csX264" fmla="*/ 971275 w 1333629"/>
                <a:gd name="csY264" fmla="*/ 497173 h 926533"/>
                <a:gd name="csX265" fmla="*/ 959994 w 1333629"/>
                <a:gd name="csY265" fmla="*/ 479756 h 926533"/>
                <a:gd name="csX266" fmla="*/ 966151 w 1333629"/>
                <a:gd name="csY266" fmla="*/ 467456 h 926533"/>
                <a:gd name="csX267" fmla="*/ 981530 w 1333629"/>
                <a:gd name="csY267" fmla="*/ 465403 h 926533"/>
                <a:gd name="csX268" fmla="*/ 987686 w 1333629"/>
                <a:gd name="csY268" fmla="*/ 462332 h 926533"/>
                <a:gd name="csX269" fmla="*/ 987686 w 1333629"/>
                <a:gd name="csY269" fmla="*/ 457201 h 926533"/>
                <a:gd name="csX270" fmla="*/ 995889 w 1333629"/>
                <a:gd name="csY270" fmla="*/ 449006 h 926533"/>
                <a:gd name="csX271" fmla="*/ 998967 w 1333629"/>
                <a:gd name="csY271" fmla="*/ 438758 h 926533"/>
                <a:gd name="csX272" fmla="*/ 1015372 w 1333629"/>
                <a:gd name="csY272" fmla="*/ 432608 h 926533"/>
                <a:gd name="csX273" fmla="*/ 1033835 w 1333629"/>
                <a:gd name="csY273" fmla="*/ 417230 h 926533"/>
                <a:gd name="csX274" fmla="*/ 1052292 w 1333629"/>
                <a:gd name="csY274" fmla="*/ 419282 h 926533"/>
                <a:gd name="csX275" fmla="*/ 1053318 w 1333629"/>
                <a:gd name="csY275" fmla="*/ 432608 h 926533"/>
                <a:gd name="csX276" fmla="*/ 1036907 w 1333629"/>
                <a:gd name="csY276" fmla="*/ 453104 h 926533"/>
                <a:gd name="csX277" fmla="*/ 1047161 w 1333629"/>
                <a:gd name="csY277" fmla="*/ 458227 h 926533"/>
                <a:gd name="csX278" fmla="*/ 1046135 w 1333629"/>
                <a:gd name="csY278" fmla="*/ 468482 h 926533"/>
                <a:gd name="csX279" fmla="*/ 1061514 w 1333629"/>
                <a:gd name="csY279" fmla="*/ 462332 h 926533"/>
                <a:gd name="csX280" fmla="*/ 1085108 w 1333629"/>
                <a:gd name="csY280" fmla="*/ 447980 h 926533"/>
                <a:gd name="csX281" fmla="*/ 1101512 w 1333629"/>
                <a:gd name="csY281" fmla="*/ 443882 h 9265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Lst>
              <a:rect l="l" t="t" r="r" b="b"/>
              <a:pathLst>
                <a:path w="1333629" h="926533">
                  <a:moveTo>
                    <a:pt x="1101512" y="443882"/>
                  </a:moveTo>
                  <a:lnTo>
                    <a:pt x="1111610" y="423626"/>
                  </a:lnTo>
                  <a:lnTo>
                    <a:pt x="1140355" y="413474"/>
                  </a:lnTo>
                  <a:lnTo>
                    <a:pt x="1157895" y="383812"/>
                  </a:lnTo>
                  <a:lnTo>
                    <a:pt x="1167124" y="384872"/>
                  </a:lnTo>
                  <a:lnTo>
                    <a:pt x="1167069" y="400244"/>
                  </a:lnTo>
                  <a:lnTo>
                    <a:pt x="1184506" y="399279"/>
                  </a:lnTo>
                  <a:lnTo>
                    <a:pt x="1192736" y="391111"/>
                  </a:lnTo>
                  <a:lnTo>
                    <a:pt x="1188700" y="373674"/>
                  </a:lnTo>
                  <a:lnTo>
                    <a:pt x="1205097" y="374755"/>
                  </a:lnTo>
                  <a:lnTo>
                    <a:pt x="1226715" y="352282"/>
                  </a:lnTo>
                  <a:lnTo>
                    <a:pt x="1254311" y="343957"/>
                  </a:lnTo>
                  <a:lnTo>
                    <a:pt x="1257383" y="319357"/>
                  </a:lnTo>
                  <a:lnTo>
                    <a:pt x="1248154" y="291679"/>
                  </a:lnTo>
                  <a:lnTo>
                    <a:pt x="1266618" y="283996"/>
                  </a:lnTo>
                  <a:lnTo>
                    <a:pt x="1283535" y="288607"/>
                  </a:lnTo>
                  <a:lnTo>
                    <a:pt x="1301992" y="280918"/>
                  </a:lnTo>
                  <a:lnTo>
                    <a:pt x="1312760" y="233264"/>
                  </a:lnTo>
                  <a:lnTo>
                    <a:pt x="1329684" y="220964"/>
                  </a:lnTo>
                  <a:lnTo>
                    <a:pt x="1337373" y="179453"/>
                  </a:lnTo>
                  <a:lnTo>
                    <a:pt x="1328145" y="176382"/>
                  </a:lnTo>
                  <a:lnTo>
                    <a:pt x="1303531" y="191753"/>
                  </a:lnTo>
                  <a:lnTo>
                    <a:pt x="1281996" y="193286"/>
                  </a:lnTo>
                  <a:lnTo>
                    <a:pt x="1271229" y="199436"/>
                  </a:lnTo>
                  <a:lnTo>
                    <a:pt x="1254311" y="200975"/>
                  </a:lnTo>
                  <a:lnTo>
                    <a:pt x="1245083" y="170225"/>
                  </a:lnTo>
                  <a:lnTo>
                    <a:pt x="1218930" y="144093"/>
                  </a:lnTo>
                  <a:lnTo>
                    <a:pt x="1198934" y="136404"/>
                  </a:lnTo>
                  <a:lnTo>
                    <a:pt x="1178938" y="134864"/>
                  </a:lnTo>
                  <a:lnTo>
                    <a:pt x="1174320" y="104121"/>
                  </a:lnTo>
                  <a:lnTo>
                    <a:pt x="1158942" y="71832"/>
                  </a:lnTo>
                  <a:lnTo>
                    <a:pt x="1157403" y="54921"/>
                  </a:lnTo>
                  <a:lnTo>
                    <a:pt x="1137407" y="16489"/>
                  </a:lnTo>
                  <a:lnTo>
                    <a:pt x="1114339" y="11872"/>
                  </a:lnTo>
                  <a:lnTo>
                    <a:pt x="1080497" y="1111"/>
                  </a:lnTo>
                  <a:lnTo>
                    <a:pt x="1031277" y="7261"/>
                  </a:lnTo>
                  <a:lnTo>
                    <a:pt x="1009735" y="42621"/>
                  </a:lnTo>
                  <a:lnTo>
                    <a:pt x="1025120" y="41082"/>
                  </a:lnTo>
                  <a:lnTo>
                    <a:pt x="1023581" y="57993"/>
                  </a:lnTo>
                  <a:lnTo>
                    <a:pt x="1008202" y="70293"/>
                  </a:lnTo>
                  <a:lnTo>
                    <a:pt x="998967" y="101043"/>
                  </a:lnTo>
                  <a:lnTo>
                    <a:pt x="988199" y="107193"/>
                  </a:lnTo>
                  <a:lnTo>
                    <a:pt x="989739" y="125636"/>
                  </a:lnTo>
                  <a:lnTo>
                    <a:pt x="955897" y="148697"/>
                  </a:lnTo>
                  <a:lnTo>
                    <a:pt x="944363" y="136397"/>
                  </a:lnTo>
                  <a:lnTo>
                    <a:pt x="940518" y="144086"/>
                  </a:lnTo>
                  <a:lnTo>
                    <a:pt x="926672" y="176375"/>
                  </a:lnTo>
                  <a:lnTo>
                    <a:pt x="915905" y="188668"/>
                  </a:lnTo>
                  <a:lnTo>
                    <a:pt x="914365" y="202507"/>
                  </a:lnTo>
                  <a:lnTo>
                    <a:pt x="926672" y="210196"/>
                  </a:lnTo>
                  <a:lnTo>
                    <a:pt x="934361" y="200968"/>
                  </a:lnTo>
                  <a:lnTo>
                    <a:pt x="951286" y="210196"/>
                  </a:lnTo>
                  <a:lnTo>
                    <a:pt x="960514" y="196357"/>
                  </a:lnTo>
                  <a:lnTo>
                    <a:pt x="995889" y="207125"/>
                  </a:lnTo>
                  <a:lnTo>
                    <a:pt x="1005117" y="231718"/>
                  </a:lnTo>
                  <a:lnTo>
                    <a:pt x="995889" y="237868"/>
                  </a:lnTo>
                  <a:lnTo>
                    <a:pt x="982049" y="233257"/>
                  </a:lnTo>
                  <a:lnTo>
                    <a:pt x="963586" y="234796"/>
                  </a:lnTo>
                  <a:lnTo>
                    <a:pt x="965125" y="247089"/>
                  </a:lnTo>
                  <a:lnTo>
                    <a:pt x="951286" y="251707"/>
                  </a:lnTo>
                  <a:lnTo>
                    <a:pt x="943590" y="240939"/>
                  </a:lnTo>
                  <a:lnTo>
                    <a:pt x="931290" y="245557"/>
                  </a:lnTo>
                  <a:lnTo>
                    <a:pt x="923594" y="274768"/>
                  </a:lnTo>
                  <a:lnTo>
                    <a:pt x="909748" y="277839"/>
                  </a:lnTo>
                  <a:lnTo>
                    <a:pt x="898987" y="267079"/>
                  </a:lnTo>
                  <a:lnTo>
                    <a:pt x="872834" y="293211"/>
                  </a:lnTo>
                  <a:lnTo>
                    <a:pt x="840532" y="283989"/>
                  </a:lnTo>
                  <a:lnTo>
                    <a:pt x="825146" y="308589"/>
                  </a:lnTo>
                  <a:lnTo>
                    <a:pt x="838992" y="319350"/>
                  </a:lnTo>
                  <a:lnTo>
                    <a:pt x="831303" y="334722"/>
                  </a:lnTo>
                  <a:lnTo>
                    <a:pt x="811307" y="339332"/>
                  </a:lnTo>
                  <a:lnTo>
                    <a:pt x="794383" y="359321"/>
                  </a:lnTo>
                  <a:lnTo>
                    <a:pt x="766698" y="371621"/>
                  </a:lnTo>
                  <a:lnTo>
                    <a:pt x="746702" y="374693"/>
                  </a:lnTo>
                  <a:lnTo>
                    <a:pt x="728238" y="367011"/>
                  </a:lnTo>
                  <a:lnTo>
                    <a:pt x="694403" y="385454"/>
                  </a:lnTo>
                  <a:lnTo>
                    <a:pt x="680557" y="390065"/>
                  </a:lnTo>
                  <a:lnTo>
                    <a:pt x="662100" y="380843"/>
                  </a:lnTo>
                  <a:lnTo>
                    <a:pt x="637486" y="379304"/>
                  </a:lnTo>
                  <a:lnTo>
                    <a:pt x="614412" y="359321"/>
                  </a:lnTo>
                  <a:lnTo>
                    <a:pt x="577498" y="356243"/>
                  </a:lnTo>
                  <a:lnTo>
                    <a:pt x="549813" y="362393"/>
                  </a:lnTo>
                  <a:lnTo>
                    <a:pt x="537506" y="356243"/>
                  </a:lnTo>
                  <a:lnTo>
                    <a:pt x="531350" y="359315"/>
                  </a:lnTo>
                  <a:lnTo>
                    <a:pt x="523660" y="367004"/>
                  </a:lnTo>
                  <a:lnTo>
                    <a:pt x="502125" y="365465"/>
                  </a:lnTo>
                  <a:lnTo>
                    <a:pt x="486740" y="347015"/>
                  </a:lnTo>
                  <a:lnTo>
                    <a:pt x="489818" y="322422"/>
                  </a:lnTo>
                  <a:lnTo>
                    <a:pt x="415984" y="290133"/>
                  </a:lnTo>
                  <a:lnTo>
                    <a:pt x="389838" y="283983"/>
                  </a:lnTo>
                  <a:lnTo>
                    <a:pt x="374453" y="263993"/>
                  </a:lnTo>
                  <a:lnTo>
                    <a:pt x="388299" y="247083"/>
                  </a:lnTo>
                  <a:lnTo>
                    <a:pt x="354457" y="197890"/>
                  </a:lnTo>
                  <a:lnTo>
                    <a:pt x="329850" y="197883"/>
                  </a:lnTo>
                  <a:lnTo>
                    <a:pt x="305237" y="162529"/>
                  </a:lnTo>
                  <a:lnTo>
                    <a:pt x="299087" y="162529"/>
                  </a:lnTo>
                  <a:lnTo>
                    <a:pt x="259088" y="194811"/>
                  </a:lnTo>
                  <a:lnTo>
                    <a:pt x="266784" y="224022"/>
                  </a:lnTo>
                  <a:lnTo>
                    <a:pt x="254477" y="236322"/>
                  </a:lnTo>
                  <a:lnTo>
                    <a:pt x="237553" y="228633"/>
                  </a:lnTo>
                  <a:lnTo>
                    <a:pt x="211407" y="230172"/>
                  </a:lnTo>
                  <a:lnTo>
                    <a:pt x="194482" y="270143"/>
                  </a:lnTo>
                  <a:lnTo>
                    <a:pt x="196377" y="282902"/>
                  </a:lnTo>
                  <a:lnTo>
                    <a:pt x="186793" y="293204"/>
                  </a:lnTo>
                  <a:lnTo>
                    <a:pt x="176026" y="279365"/>
                  </a:lnTo>
                  <a:lnTo>
                    <a:pt x="132955" y="294743"/>
                  </a:lnTo>
                  <a:lnTo>
                    <a:pt x="146801" y="310115"/>
                  </a:lnTo>
                  <a:lnTo>
                    <a:pt x="148341" y="333176"/>
                  </a:lnTo>
                  <a:lnTo>
                    <a:pt x="152951" y="347008"/>
                  </a:lnTo>
                  <a:lnTo>
                    <a:pt x="145262" y="368536"/>
                  </a:lnTo>
                  <a:lnTo>
                    <a:pt x="128338" y="388518"/>
                  </a:lnTo>
                  <a:lnTo>
                    <a:pt x="103731" y="393129"/>
                  </a:lnTo>
                  <a:lnTo>
                    <a:pt x="85274" y="406968"/>
                  </a:lnTo>
                  <a:lnTo>
                    <a:pt x="71428" y="408508"/>
                  </a:lnTo>
                  <a:lnTo>
                    <a:pt x="68350" y="426958"/>
                  </a:lnTo>
                  <a:lnTo>
                    <a:pt x="54504" y="428490"/>
                  </a:lnTo>
                  <a:lnTo>
                    <a:pt x="42204" y="417729"/>
                  </a:lnTo>
                  <a:lnTo>
                    <a:pt x="9901" y="436179"/>
                  </a:lnTo>
                  <a:lnTo>
                    <a:pt x="3744" y="450011"/>
                  </a:lnTo>
                  <a:lnTo>
                    <a:pt x="8362" y="471540"/>
                  </a:lnTo>
                  <a:lnTo>
                    <a:pt x="28358" y="474611"/>
                  </a:lnTo>
                  <a:lnTo>
                    <a:pt x="32969" y="489990"/>
                  </a:lnTo>
                  <a:lnTo>
                    <a:pt x="22201" y="511511"/>
                  </a:lnTo>
                  <a:lnTo>
                    <a:pt x="26819" y="519200"/>
                  </a:lnTo>
                  <a:lnTo>
                    <a:pt x="39317" y="524208"/>
                  </a:lnTo>
                  <a:lnTo>
                    <a:pt x="47006" y="535735"/>
                  </a:lnTo>
                  <a:lnTo>
                    <a:pt x="52390" y="553419"/>
                  </a:lnTo>
                  <a:lnTo>
                    <a:pt x="69308" y="564946"/>
                  </a:lnTo>
                  <a:lnTo>
                    <a:pt x="83728" y="579154"/>
                  </a:lnTo>
                  <a:lnTo>
                    <a:pt x="81614" y="578012"/>
                  </a:lnTo>
                  <a:lnTo>
                    <a:pt x="96226" y="566868"/>
                  </a:lnTo>
                  <a:lnTo>
                    <a:pt x="110839" y="566102"/>
                  </a:lnTo>
                  <a:lnTo>
                    <a:pt x="119684" y="573791"/>
                  </a:lnTo>
                  <a:lnTo>
                    <a:pt x="121989" y="586084"/>
                  </a:lnTo>
                  <a:lnTo>
                    <a:pt x="117762" y="599540"/>
                  </a:lnTo>
                  <a:lnTo>
                    <a:pt x="118528" y="607995"/>
                  </a:lnTo>
                  <a:lnTo>
                    <a:pt x="123912" y="622601"/>
                  </a:lnTo>
                  <a:lnTo>
                    <a:pt x="126224" y="629517"/>
                  </a:lnTo>
                  <a:lnTo>
                    <a:pt x="120067" y="632589"/>
                  </a:lnTo>
                  <a:lnTo>
                    <a:pt x="113917" y="637206"/>
                  </a:lnTo>
                  <a:lnTo>
                    <a:pt x="106802" y="634504"/>
                  </a:lnTo>
                  <a:lnTo>
                    <a:pt x="102185" y="639115"/>
                  </a:lnTo>
                  <a:lnTo>
                    <a:pt x="114492" y="649876"/>
                  </a:lnTo>
                  <a:lnTo>
                    <a:pt x="112952" y="669865"/>
                  </a:lnTo>
                  <a:lnTo>
                    <a:pt x="123727" y="676015"/>
                  </a:lnTo>
                  <a:lnTo>
                    <a:pt x="140645" y="676015"/>
                  </a:lnTo>
                  <a:lnTo>
                    <a:pt x="157562" y="692925"/>
                  </a:lnTo>
                  <a:lnTo>
                    <a:pt x="183715" y="689854"/>
                  </a:lnTo>
                  <a:lnTo>
                    <a:pt x="211400" y="711375"/>
                  </a:lnTo>
                  <a:lnTo>
                    <a:pt x="239085" y="722136"/>
                  </a:lnTo>
                  <a:lnTo>
                    <a:pt x="263699" y="740586"/>
                  </a:lnTo>
                  <a:lnTo>
                    <a:pt x="314458" y="751347"/>
                  </a:lnTo>
                  <a:lnTo>
                    <a:pt x="325226" y="748275"/>
                  </a:lnTo>
                  <a:lnTo>
                    <a:pt x="339072" y="754425"/>
                  </a:lnTo>
                  <a:lnTo>
                    <a:pt x="354450" y="739054"/>
                  </a:lnTo>
                  <a:lnTo>
                    <a:pt x="368296" y="739054"/>
                  </a:lnTo>
                  <a:lnTo>
                    <a:pt x="377525" y="748275"/>
                  </a:lnTo>
                  <a:lnTo>
                    <a:pt x="395982" y="745204"/>
                  </a:lnTo>
                  <a:lnTo>
                    <a:pt x="406749" y="752886"/>
                  </a:lnTo>
                  <a:lnTo>
                    <a:pt x="442130" y="726754"/>
                  </a:lnTo>
                  <a:lnTo>
                    <a:pt x="491351" y="711382"/>
                  </a:lnTo>
                  <a:lnTo>
                    <a:pt x="500579" y="719065"/>
                  </a:lnTo>
                  <a:lnTo>
                    <a:pt x="499047" y="726754"/>
                  </a:lnTo>
                  <a:lnTo>
                    <a:pt x="515964" y="742125"/>
                  </a:lnTo>
                  <a:lnTo>
                    <a:pt x="531343" y="740593"/>
                  </a:lnTo>
                  <a:lnTo>
                    <a:pt x="543650" y="766725"/>
                  </a:lnTo>
                  <a:lnTo>
                    <a:pt x="548267" y="795936"/>
                  </a:lnTo>
                  <a:lnTo>
                    <a:pt x="528264" y="817457"/>
                  </a:lnTo>
                  <a:lnTo>
                    <a:pt x="528264" y="842057"/>
                  </a:lnTo>
                  <a:lnTo>
                    <a:pt x="542110" y="843596"/>
                  </a:lnTo>
                  <a:lnTo>
                    <a:pt x="560567" y="865118"/>
                  </a:lnTo>
                  <a:lnTo>
                    <a:pt x="560567" y="885107"/>
                  </a:lnTo>
                  <a:lnTo>
                    <a:pt x="579024" y="885107"/>
                  </a:lnTo>
                  <a:lnTo>
                    <a:pt x="580563" y="892796"/>
                  </a:lnTo>
                  <a:lnTo>
                    <a:pt x="597488" y="898946"/>
                  </a:lnTo>
                  <a:lnTo>
                    <a:pt x="603638" y="909707"/>
                  </a:lnTo>
                  <a:lnTo>
                    <a:pt x="615944" y="911246"/>
                  </a:lnTo>
                  <a:lnTo>
                    <a:pt x="611334" y="888186"/>
                  </a:lnTo>
                  <a:lnTo>
                    <a:pt x="617484" y="874346"/>
                  </a:lnTo>
                  <a:lnTo>
                    <a:pt x="629790" y="878957"/>
                  </a:lnTo>
                  <a:lnTo>
                    <a:pt x="639019" y="869736"/>
                  </a:lnTo>
                  <a:lnTo>
                    <a:pt x="651326" y="872807"/>
                  </a:lnTo>
                  <a:lnTo>
                    <a:pt x="677472" y="874346"/>
                  </a:lnTo>
                  <a:lnTo>
                    <a:pt x="688239" y="855896"/>
                  </a:lnTo>
                  <a:lnTo>
                    <a:pt x="700546" y="866657"/>
                  </a:lnTo>
                  <a:lnTo>
                    <a:pt x="723620" y="866657"/>
                  </a:lnTo>
                  <a:lnTo>
                    <a:pt x="726699" y="874346"/>
                  </a:lnTo>
                  <a:lnTo>
                    <a:pt x="723620" y="888186"/>
                  </a:lnTo>
                  <a:lnTo>
                    <a:pt x="735927" y="898946"/>
                  </a:lnTo>
                  <a:lnTo>
                    <a:pt x="749766" y="897407"/>
                  </a:lnTo>
                  <a:lnTo>
                    <a:pt x="755923" y="903044"/>
                  </a:lnTo>
                  <a:lnTo>
                    <a:pt x="775406" y="904070"/>
                  </a:lnTo>
                  <a:lnTo>
                    <a:pt x="786687" y="908168"/>
                  </a:lnTo>
                  <a:lnTo>
                    <a:pt x="785661" y="920468"/>
                  </a:lnTo>
                  <a:lnTo>
                    <a:pt x="789758" y="926618"/>
                  </a:lnTo>
                  <a:lnTo>
                    <a:pt x="796941" y="927644"/>
                  </a:lnTo>
                  <a:lnTo>
                    <a:pt x="798993" y="917396"/>
                  </a:lnTo>
                  <a:lnTo>
                    <a:pt x="813346" y="913298"/>
                  </a:lnTo>
                  <a:lnTo>
                    <a:pt x="819503" y="907149"/>
                  </a:lnTo>
                  <a:lnTo>
                    <a:pt x="827705" y="906122"/>
                  </a:lnTo>
                  <a:lnTo>
                    <a:pt x="835907" y="900999"/>
                  </a:lnTo>
                  <a:lnTo>
                    <a:pt x="847188" y="900999"/>
                  </a:lnTo>
                  <a:lnTo>
                    <a:pt x="861547" y="889725"/>
                  </a:lnTo>
                  <a:lnTo>
                    <a:pt x="866671" y="874346"/>
                  </a:lnTo>
                  <a:lnTo>
                    <a:pt x="874873" y="871275"/>
                  </a:lnTo>
                  <a:lnTo>
                    <a:pt x="881030" y="874346"/>
                  </a:lnTo>
                  <a:lnTo>
                    <a:pt x="881030" y="882549"/>
                  </a:lnTo>
                  <a:lnTo>
                    <a:pt x="890258" y="887672"/>
                  </a:lnTo>
                  <a:lnTo>
                    <a:pt x="906669" y="877425"/>
                  </a:lnTo>
                  <a:lnTo>
                    <a:pt x="917943" y="877425"/>
                  </a:lnTo>
                  <a:lnTo>
                    <a:pt x="928198" y="867177"/>
                  </a:lnTo>
                  <a:lnTo>
                    <a:pt x="940505" y="866151"/>
                  </a:lnTo>
                  <a:lnTo>
                    <a:pt x="944609" y="855903"/>
                  </a:lnTo>
                  <a:lnTo>
                    <a:pt x="967171" y="845649"/>
                  </a:lnTo>
                  <a:lnTo>
                    <a:pt x="968197" y="834375"/>
                  </a:lnTo>
                  <a:lnTo>
                    <a:pt x="979477" y="825153"/>
                  </a:lnTo>
                  <a:lnTo>
                    <a:pt x="987680" y="824127"/>
                  </a:lnTo>
                  <a:lnTo>
                    <a:pt x="991777" y="814906"/>
                  </a:lnTo>
                  <a:lnTo>
                    <a:pt x="1004084" y="808756"/>
                  </a:lnTo>
                  <a:lnTo>
                    <a:pt x="1005110" y="786208"/>
                  </a:lnTo>
                  <a:lnTo>
                    <a:pt x="1014339" y="783130"/>
                  </a:lnTo>
                  <a:lnTo>
                    <a:pt x="1014339" y="770837"/>
                  </a:lnTo>
                  <a:lnTo>
                    <a:pt x="1028698" y="756484"/>
                  </a:lnTo>
                  <a:lnTo>
                    <a:pt x="1029724" y="749308"/>
                  </a:lnTo>
                  <a:lnTo>
                    <a:pt x="1039978" y="742139"/>
                  </a:lnTo>
                  <a:lnTo>
                    <a:pt x="1043057" y="735989"/>
                  </a:lnTo>
                  <a:lnTo>
                    <a:pt x="1042031" y="725734"/>
                  </a:lnTo>
                  <a:lnTo>
                    <a:pt x="1051259" y="714461"/>
                  </a:lnTo>
                  <a:lnTo>
                    <a:pt x="1049207" y="698063"/>
                  </a:lnTo>
                  <a:lnTo>
                    <a:pt x="1042031" y="692939"/>
                  </a:lnTo>
                  <a:lnTo>
                    <a:pt x="1031776" y="698063"/>
                  </a:lnTo>
                  <a:lnTo>
                    <a:pt x="1027672" y="696011"/>
                  </a:lnTo>
                  <a:lnTo>
                    <a:pt x="1028698" y="687815"/>
                  </a:lnTo>
                  <a:lnTo>
                    <a:pt x="1041004" y="679613"/>
                  </a:lnTo>
                  <a:lnTo>
                    <a:pt x="1050233" y="675515"/>
                  </a:lnTo>
                  <a:lnTo>
                    <a:pt x="1047161" y="665268"/>
                  </a:lnTo>
                  <a:lnTo>
                    <a:pt x="1038952" y="657065"/>
                  </a:lnTo>
                  <a:lnTo>
                    <a:pt x="1049207" y="657065"/>
                  </a:lnTo>
                  <a:lnTo>
                    <a:pt x="1049207" y="649889"/>
                  </a:lnTo>
                  <a:lnTo>
                    <a:pt x="1041004" y="639642"/>
                  </a:lnTo>
                  <a:lnTo>
                    <a:pt x="1030750" y="630420"/>
                  </a:lnTo>
                  <a:lnTo>
                    <a:pt x="1029724" y="611970"/>
                  </a:lnTo>
                  <a:lnTo>
                    <a:pt x="1022548" y="604794"/>
                  </a:lnTo>
                  <a:lnTo>
                    <a:pt x="1020495" y="588396"/>
                  </a:lnTo>
                  <a:lnTo>
                    <a:pt x="1006143" y="584299"/>
                  </a:lnTo>
                  <a:lnTo>
                    <a:pt x="992810" y="571999"/>
                  </a:lnTo>
                  <a:lnTo>
                    <a:pt x="995889" y="560725"/>
                  </a:lnTo>
                  <a:lnTo>
                    <a:pt x="1008189" y="550470"/>
                  </a:lnTo>
                  <a:lnTo>
                    <a:pt x="1008189" y="546373"/>
                  </a:lnTo>
                  <a:lnTo>
                    <a:pt x="1017417" y="537151"/>
                  </a:lnTo>
                  <a:lnTo>
                    <a:pt x="1021522" y="542275"/>
                  </a:lnTo>
                  <a:lnTo>
                    <a:pt x="1029724" y="542275"/>
                  </a:lnTo>
                  <a:lnTo>
                    <a:pt x="1041011" y="532027"/>
                  </a:lnTo>
                  <a:lnTo>
                    <a:pt x="1042031" y="526896"/>
                  </a:lnTo>
                  <a:lnTo>
                    <a:pt x="1051259" y="523825"/>
                  </a:lnTo>
                  <a:lnTo>
                    <a:pt x="1062540" y="523825"/>
                  </a:lnTo>
                  <a:lnTo>
                    <a:pt x="1066644" y="517675"/>
                  </a:lnTo>
                  <a:lnTo>
                    <a:pt x="1063566" y="508453"/>
                  </a:lnTo>
                  <a:lnTo>
                    <a:pt x="1035881" y="506401"/>
                  </a:lnTo>
                  <a:lnTo>
                    <a:pt x="1028705" y="501277"/>
                  </a:lnTo>
                  <a:lnTo>
                    <a:pt x="1021522" y="502303"/>
                  </a:lnTo>
                  <a:lnTo>
                    <a:pt x="998960" y="515623"/>
                  </a:lnTo>
                  <a:lnTo>
                    <a:pt x="986660" y="514596"/>
                  </a:lnTo>
                  <a:lnTo>
                    <a:pt x="987686" y="499225"/>
                  </a:lnTo>
                  <a:lnTo>
                    <a:pt x="971275" y="497173"/>
                  </a:lnTo>
                  <a:lnTo>
                    <a:pt x="959994" y="479756"/>
                  </a:lnTo>
                  <a:lnTo>
                    <a:pt x="966151" y="467456"/>
                  </a:lnTo>
                  <a:lnTo>
                    <a:pt x="981530" y="465403"/>
                  </a:lnTo>
                  <a:lnTo>
                    <a:pt x="987686" y="462332"/>
                  </a:lnTo>
                  <a:lnTo>
                    <a:pt x="987686" y="457201"/>
                  </a:lnTo>
                  <a:lnTo>
                    <a:pt x="995889" y="449006"/>
                  </a:lnTo>
                  <a:lnTo>
                    <a:pt x="998967" y="438758"/>
                  </a:lnTo>
                  <a:lnTo>
                    <a:pt x="1015372" y="432608"/>
                  </a:lnTo>
                  <a:lnTo>
                    <a:pt x="1033835" y="417230"/>
                  </a:lnTo>
                  <a:lnTo>
                    <a:pt x="1052292" y="419282"/>
                  </a:lnTo>
                  <a:lnTo>
                    <a:pt x="1053318" y="432608"/>
                  </a:lnTo>
                  <a:lnTo>
                    <a:pt x="1036907" y="453104"/>
                  </a:lnTo>
                  <a:lnTo>
                    <a:pt x="1047161" y="458227"/>
                  </a:lnTo>
                  <a:lnTo>
                    <a:pt x="1046135" y="468482"/>
                  </a:lnTo>
                  <a:lnTo>
                    <a:pt x="1061514" y="462332"/>
                  </a:lnTo>
                  <a:lnTo>
                    <a:pt x="1085108" y="447980"/>
                  </a:lnTo>
                  <a:lnTo>
                    <a:pt x="1101512" y="4438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4" name="Forme libre : forme 462">
              <a:extLst>
                <a:ext uri="{FF2B5EF4-FFF2-40B4-BE49-F238E27FC236}">
                  <a16:creationId xmlns:a16="http://schemas.microsoft.com/office/drawing/2014/main" id="{27DFE215-A82E-1B08-6F90-A4FF83D56A98}"/>
                </a:ext>
              </a:extLst>
            </p:cNvPr>
            <p:cNvSpPr/>
            <p:nvPr/>
          </p:nvSpPr>
          <p:spPr>
            <a:xfrm>
              <a:off x="7490308" y="3315566"/>
              <a:ext cx="699886" cy="330545"/>
            </a:xfrm>
            <a:custGeom>
              <a:avLst/>
              <a:gdLst>
                <a:gd name="csX0" fmla="*/ 3621 w 699886"/>
                <a:gd name="csY0" fmla="*/ 103975 h 330545"/>
                <a:gd name="csX1" fmla="*/ 28234 w 699886"/>
                <a:gd name="csY1" fmla="*/ 139335 h 330545"/>
                <a:gd name="csX2" fmla="*/ 52841 w 699886"/>
                <a:gd name="csY2" fmla="*/ 139335 h 330545"/>
                <a:gd name="csX3" fmla="*/ 86683 w 699886"/>
                <a:gd name="csY3" fmla="*/ 188535 h 330545"/>
                <a:gd name="csX4" fmla="*/ 72844 w 699886"/>
                <a:gd name="csY4" fmla="*/ 205446 h 330545"/>
                <a:gd name="csX5" fmla="*/ 88222 w 699886"/>
                <a:gd name="csY5" fmla="*/ 225428 h 330545"/>
                <a:gd name="csX6" fmla="*/ 114368 w 699886"/>
                <a:gd name="csY6" fmla="*/ 231578 h 330545"/>
                <a:gd name="csX7" fmla="*/ 188209 w 699886"/>
                <a:gd name="csY7" fmla="*/ 263867 h 330545"/>
                <a:gd name="csX8" fmla="*/ 185131 w 699886"/>
                <a:gd name="csY8" fmla="*/ 288467 h 330545"/>
                <a:gd name="csX9" fmla="*/ 200509 w 699886"/>
                <a:gd name="csY9" fmla="*/ 306917 h 330545"/>
                <a:gd name="csX10" fmla="*/ 222044 w 699886"/>
                <a:gd name="csY10" fmla="*/ 308449 h 330545"/>
                <a:gd name="csX11" fmla="*/ 229740 w 699886"/>
                <a:gd name="csY11" fmla="*/ 300767 h 330545"/>
                <a:gd name="csX12" fmla="*/ 235890 w 699886"/>
                <a:gd name="csY12" fmla="*/ 297689 h 330545"/>
                <a:gd name="csX13" fmla="*/ 248197 w 699886"/>
                <a:gd name="csY13" fmla="*/ 303839 h 330545"/>
                <a:gd name="csX14" fmla="*/ 275882 w 699886"/>
                <a:gd name="csY14" fmla="*/ 297689 h 330545"/>
                <a:gd name="csX15" fmla="*/ 312796 w 699886"/>
                <a:gd name="csY15" fmla="*/ 300767 h 330545"/>
                <a:gd name="csX16" fmla="*/ 335870 w 699886"/>
                <a:gd name="csY16" fmla="*/ 320749 h 330545"/>
                <a:gd name="csX17" fmla="*/ 360484 w 699886"/>
                <a:gd name="csY17" fmla="*/ 322289 h 330545"/>
                <a:gd name="csX18" fmla="*/ 378941 w 699886"/>
                <a:gd name="csY18" fmla="*/ 331517 h 330545"/>
                <a:gd name="csX19" fmla="*/ 392787 w 699886"/>
                <a:gd name="csY19" fmla="*/ 326906 h 330545"/>
                <a:gd name="csX20" fmla="*/ 426629 w 699886"/>
                <a:gd name="csY20" fmla="*/ 308456 h 330545"/>
                <a:gd name="csX21" fmla="*/ 445085 w 699886"/>
                <a:gd name="csY21" fmla="*/ 316145 h 330545"/>
                <a:gd name="csX22" fmla="*/ 465081 w 699886"/>
                <a:gd name="csY22" fmla="*/ 313067 h 330545"/>
                <a:gd name="csX23" fmla="*/ 492773 w 699886"/>
                <a:gd name="csY23" fmla="*/ 300767 h 330545"/>
                <a:gd name="csX24" fmla="*/ 509691 w 699886"/>
                <a:gd name="csY24" fmla="*/ 280785 h 330545"/>
                <a:gd name="csX25" fmla="*/ 529687 w 699886"/>
                <a:gd name="csY25" fmla="*/ 276174 h 330545"/>
                <a:gd name="csX26" fmla="*/ 537376 w 699886"/>
                <a:gd name="csY26" fmla="*/ 260796 h 330545"/>
                <a:gd name="csX27" fmla="*/ 523530 w 699886"/>
                <a:gd name="csY27" fmla="*/ 250035 h 330545"/>
                <a:gd name="csX28" fmla="*/ 538915 w 699886"/>
                <a:gd name="csY28" fmla="*/ 225435 h 330545"/>
                <a:gd name="csX29" fmla="*/ 571218 w 699886"/>
                <a:gd name="csY29" fmla="*/ 234663 h 330545"/>
                <a:gd name="csX30" fmla="*/ 597371 w 699886"/>
                <a:gd name="csY30" fmla="*/ 208524 h 330545"/>
                <a:gd name="csX31" fmla="*/ 608132 w 699886"/>
                <a:gd name="csY31" fmla="*/ 219292 h 330545"/>
                <a:gd name="csX32" fmla="*/ 621978 w 699886"/>
                <a:gd name="csY32" fmla="*/ 216213 h 330545"/>
                <a:gd name="csX33" fmla="*/ 629674 w 699886"/>
                <a:gd name="csY33" fmla="*/ 187003 h 330545"/>
                <a:gd name="csX34" fmla="*/ 641974 w 699886"/>
                <a:gd name="csY34" fmla="*/ 182392 h 330545"/>
                <a:gd name="csX35" fmla="*/ 649670 w 699886"/>
                <a:gd name="csY35" fmla="*/ 193153 h 330545"/>
                <a:gd name="csX36" fmla="*/ 663509 w 699886"/>
                <a:gd name="csY36" fmla="*/ 188542 h 330545"/>
                <a:gd name="csX37" fmla="*/ 661970 w 699886"/>
                <a:gd name="csY37" fmla="*/ 176242 h 330545"/>
                <a:gd name="csX38" fmla="*/ 680433 w 699886"/>
                <a:gd name="csY38" fmla="*/ 174703 h 330545"/>
                <a:gd name="csX39" fmla="*/ 694272 w 699886"/>
                <a:gd name="csY39" fmla="*/ 179320 h 330545"/>
                <a:gd name="csX40" fmla="*/ 703508 w 699886"/>
                <a:gd name="csY40" fmla="*/ 173170 h 330545"/>
                <a:gd name="csX41" fmla="*/ 694279 w 699886"/>
                <a:gd name="csY41" fmla="*/ 148571 h 330545"/>
                <a:gd name="csX42" fmla="*/ 658898 w 699886"/>
                <a:gd name="csY42" fmla="*/ 137810 h 330545"/>
                <a:gd name="csX43" fmla="*/ 649670 w 699886"/>
                <a:gd name="csY43" fmla="*/ 151642 h 330545"/>
                <a:gd name="csX44" fmla="*/ 632752 w 699886"/>
                <a:gd name="csY44" fmla="*/ 142421 h 330545"/>
                <a:gd name="csX45" fmla="*/ 625056 w 699886"/>
                <a:gd name="csY45" fmla="*/ 151642 h 330545"/>
                <a:gd name="csX46" fmla="*/ 612749 w 699886"/>
                <a:gd name="csY46" fmla="*/ 143960 h 330545"/>
                <a:gd name="csX47" fmla="*/ 614288 w 699886"/>
                <a:gd name="csY47" fmla="*/ 130121 h 330545"/>
                <a:gd name="csX48" fmla="*/ 625056 w 699886"/>
                <a:gd name="csY48" fmla="*/ 117821 h 330545"/>
                <a:gd name="csX49" fmla="*/ 638902 w 699886"/>
                <a:gd name="csY49" fmla="*/ 85538 h 330545"/>
                <a:gd name="csX50" fmla="*/ 642747 w 699886"/>
                <a:gd name="csY50" fmla="*/ 77849 h 330545"/>
                <a:gd name="csX51" fmla="*/ 617367 w 699886"/>
                <a:gd name="csY51" fmla="*/ 80921 h 330545"/>
                <a:gd name="csX52" fmla="*/ 594293 w 699886"/>
                <a:gd name="csY52" fmla="*/ 62471 h 330545"/>
                <a:gd name="csX53" fmla="*/ 575836 w 699886"/>
                <a:gd name="csY53" fmla="*/ 59399 h 330545"/>
                <a:gd name="csX54" fmla="*/ 565068 w 699886"/>
                <a:gd name="csY54" fmla="*/ 77849 h 330545"/>
                <a:gd name="csX55" fmla="*/ 538915 w 699886"/>
                <a:gd name="csY55" fmla="*/ 94760 h 330545"/>
                <a:gd name="csX56" fmla="*/ 515848 w 699886"/>
                <a:gd name="csY56" fmla="*/ 93221 h 330545"/>
                <a:gd name="csX57" fmla="*/ 483545 w 699886"/>
                <a:gd name="csY57" fmla="*/ 99371 h 330545"/>
                <a:gd name="csX58" fmla="*/ 474317 w 699886"/>
                <a:gd name="csY58" fmla="*/ 91681 h 330545"/>
                <a:gd name="csX59" fmla="*/ 446625 w 699886"/>
                <a:gd name="csY59" fmla="*/ 80921 h 330545"/>
                <a:gd name="csX60" fmla="*/ 442014 w 699886"/>
                <a:gd name="csY60" fmla="*/ 68621 h 330545"/>
                <a:gd name="csX61" fmla="*/ 385097 w 699886"/>
                <a:gd name="csY61" fmla="*/ 51710 h 330545"/>
                <a:gd name="csX62" fmla="*/ 343566 w 699886"/>
                <a:gd name="csY62" fmla="*/ 67082 h 330545"/>
                <a:gd name="csX63" fmla="*/ 306653 w 699886"/>
                <a:gd name="csY63" fmla="*/ 16349 h 330545"/>
                <a:gd name="csX64" fmla="*/ 252815 w 699886"/>
                <a:gd name="csY64" fmla="*/ 971 h 330545"/>
                <a:gd name="csX65" fmla="*/ 240508 w 699886"/>
                <a:gd name="csY65" fmla="*/ 17882 h 330545"/>
                <a:gd name="csX66" fmla="*/ 223590 w 699886"/>
                <a:gd name="csY66" fmla="*/ 33260 h 330545"/>
                <a:gd name="csX67" fmla="*/ 232819 w 699886"/>
                <a:gd name="csY67" fmla="*/ 53242 h 330545"/>
                <a:gd name="csX68" fmla="*/ 229740 w 699886"/>
                <a:gd name="csY68" fmla="*/ 76303 h 330545"/>
                <a:gd name="csX69" fmla="*/ 202055 w 699886"/>
                <a:gd name="csY69" fmla="*/ 79382 h 330545"/>
                <a:gd name="csX70" fmla="*/ 200516 w 699886"/>
                <a:gd name="csY70" fmla="*/ 68614 h 330545"/>
                <a:gd name="csX71" fmla="*/ 183591 w 699886"/>
                <a:gd name="csY71" fmla="*/ 68614 h 330545"/>
                <a:gd name="csX72" fmla="*/ 178981 w 699886"/>
                <a:gd name="csY72" fmla="*/ 80914 h 330545"/>
                <a:gd name="csX73" fmla="*/ 171285 w 699886"/>
                <a:gd name="csY73" fmla="*/ 80914 h 330545"/>
                <a:gd name="csX74" fmla="*/ 145139 w 699886"/>
                <a:gd name="csY74" fmla="*/ 54782 h 330545"/>
                <a:gd name="csX75" fmla="*/ 125143 w 699886"/>
                <a:gd name="csY75" fmla="*/ 56321 h 330545"/>
                <a:gd name="csX76" fmla="*/ 106686 w 699886"/>
                <a:gd name="csY76" fmla="*/ 44014 h 330545"/>
                <a:gd name="csX77" fmla="*/ 94379 w 699886"/>
                <a:gd name="csY77" fmla="*/ 44014 h 330545"/>
                <a:gd name="csX78" fmla="*/ 77455 w 699886"/>
                <a:gd name="csY78" fmla="*/ 59392 h 330545"/>
                <a:gd name="csX79" fmla="*/ 65155 w 699886"/>
                <a:gd name="csY79" fmla="*/ 60932 h 330545"/>
                <a:gd name="csX80" fmla="*/ 48230 w 699886"/>
                <a:gd name="csY80" fmla="*/ 83985 h 330545"/>
                <a:gd name="csX81" fmla="*/ 11310 w 699886"/>
                <a:gd name="csY81" fmla="*/ 91675 h 330545"/>
                <a:gd name="csX82" fmla="*/ 3621 w 699886"/>
                <a:gd name="csY82" fmla="*/ 103975 h 330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Lst>
              <a:rect l="l" t="t" r="r" b="b"/>
              <a:pathLst>
                <a:path w="699886" h="330545">
                  <a:moveTo>
                    <a:pt x="3621" y="103975"/>
                  </a:moveTo>
                  <a:lnTo>
                    <a:pt x="28234" y="139335"/>
                  </a:lnTo>
                  <a:lnTo>
                    <a:pt x="52841" y="139335"/>
                  </a:lnTo>
                  <a:lnTo>
                    <a:pt x="86683" y="188535"/>
                  </a:lnTo>
                  <a:lnTo>
                    <a:pt x="72844" y="205446"/>
                  </a:lnTo>
                  <a:lnTo>
                    <a:pt x="88222" y="225428"/>
                  </a:lnTo>
                  <a:lnTo>
                    <a:pt x="114368" y="231578"/>
                  </a:lnTo>
                  <a:lnTo>
                    <a:pt x="188209" y="263867"/>
                  </a:lnTo>
                  <a:lnTo>
                    <a:pt x="185131" y="288467"/>
                  </a:lnTo>
                  <a:lnTo>
                    <a:pt x="200509" y="306917"/>
                  </a:lnTo>
                  <a:lnTo>
                    <a:pt x="222044" y="308449"/>
                  </a:lnTo>
                  <a:lnTo>
                    <a:pt x="229740" y="300767"/>
                  </a:lnTo>
                  <a:lnTo>
                    <a:pt x="235890" y="297689"/>
                  </a:lnTo>
                  <a:lnTo>
                    <a:pt x="248197" y="303839"/>
                  </a:lnTo>
                  <a:lnTo>
                    <a:pt x="275882" y="297689"/>
                  </a:lnTo>
                  <a:lnTo>
                    <a:pt x="312796" y="300767"/>
                  </a:lnTo>
                  <a:lnTo>
                    <a:pt x="335870" y="320749"/>
                  </a:lnTo>
                  <a:lnTo>
                    <a:pt x="360484" y="322289"/>
                  </a:lnTo>
                  <a:lnTo>
                    <a:pt x="378941" y="331517"/>
                  </a:lnTo>
                  <a:lnTo>
                    <a:pt x="392787" y="326906"/>
                  </a:lnTo>
                  <a:lnTo>
                    <a:pt x="426629" y="308456"/>
                  </a:lnTo>
                  <a:lnTo>
                    <a:pt x="445085" y="316145"/>
                  </a:lnTo>
                  <a:lnTo>
                    <a:pt x="465081" y="313067"/>
                  </a:lnTo>
                  <a:lnTo>
                    <a:pt x="492773" y="300767"/>
                  </a:lnTo>
                  <a:lnTo>
                    <a:pt x="509691" y="280785"/>
                  </a:lnTo>
                  <a:lnTo>
                    <a:pt x="529687" y="276174"/>
                  </a:lnTo>
                  <a:lnTo>
                    <a:pt x="537376" y="260796"/>
                  </a:lnTo>
                  <a:lnTo>
                    <a:pt x="523530" y="250035"/>
                  </a:lnTo>
                  <a:lnTo>
                    <a:pt x="538915" y="225435"/>
                  </a:lnTo>
                  <a:lnTo>
                    <a:pt x="571218" y="234663"/>
                  </a:lnTo>
                  <a:lnTo>
                    <a:pt x="597371" y="208524"/>
                  </a:lnTo>
                  <a:lnTo>
                    <a:pt x="608132" y="219292"/>
                  </a:lnTo>
                  <a:lnTo>
                    <a:pt x="621978" y="216213"/>
                  </a:lnTo>
                  <a:lnTo>
                    <a:pt x="629674" y="187003"/>
                  </a:lnTo>
                  <a:lnTo>
                    <a:pt x="641974" y="182392"/>
                  </a:lnTo>
                  <a:lnTo>
                    <a:pt x="649670" y="193153"/>
                  </a:lnTo>
                  <a:lnTo>
                    <a:pt x="663509" y="188542"/>
                  </a:lnTo>
                  <a:lnTo>
                    <a:pt x="661970" y="176242"/>
                  </a:lnTo>
                  <a:lnTo>
                    <a:pt x="680433" y="174703"/>
                  </a:lnTo>
                  <a:lnTo>
                    <a:pt x="694272" y="179320"/>
                  </a:lnTo>
                  <a:lnTo>
                    <a:pt x="703508" y="173170"/>
                  </a:lnTo>
                  <a:lnTo>
                    <a:pt x="694279" y="148571"/>
                  </a:lnTo>
                  <a:lnTo>
                    <a:pt x="658898" y="137810"/>
                  </a:lnTo>
                  <a:lnTo>
                    <a:pt x="649670" y="151642"/>
                  </a:lnTo>
                  <a:lnTo>
                    <a:pt x="632752" y="142421"/>
                  </a:lnTo>
                  <a:lnTo>
                    <a:pt x="625056" y="151642"/>
                  </a:lnTo>
                  <a:lnTo>
                    <a:pt x="612749" y="143960"/>
                  </a:lnTo>
                  <a:lnTo>
                    <a:pt x="614288" y="130121"/>
                  </a:lnTo>
                  <a:lnTo>
                    <a:pt x="625056" y="117821"/>
                  </a:lnTo>
                  <a:lnTo>
                    <a:pt x="638902" y="85538"/>
                  </a:lnTo>
                  <a:lnTo>
                    <a:pt x="642747" y="77849"/>
                  </a:lnTo>
                  <a:lnTo>
                    <a:pt x="617367" y="80921"/>
                  </a:lnTo>
                  <a:lnTo>
                    <a:pt x="594293" y="62471"/>
                  </a:lnTo>
                  <a:lnTo>
                    <a:pt x="575836" y="59399"/>
                  </a:lnTo>
                  <a:lnTo>
                    <a:pt x="565068" y="77849"/>
                  </a:lnTo>
                  <a:lnTo>
                    <a:pt x="538915" y="94760"/>
                  </a:lnTo>
                  <a:lnTo>
                    <a:pt x="515848" y="93221"/>
                  </a:lnTo>
                  <a:lnTo>
                    <a:pt x="483545" y="99371"/>
                  </a:lnTo>
                  <a:lnTo>
                    <a:pt x="474317" y="91681"/>
                  </a:lnTo>
                  <a:lnTo>
                    <a:pt x="446625" y="80921"/>
                  </a:lnTo>
                  <a:lnTo>
                    <a:pt x="442014" y="68621"/>
                  </a:lnTo>
                  <a:lnTo>
                    <a:pt x="385097" y="51710"/>
                  </a:lnTo>
                  <a:lnTo>
                    <a:pt x="343566" y="67082"/>
                  </a:lnTo>
                  <a:lnTo>
                    <a:pt x="306653" y="16349"/>
                  </a:lnTo>
                  <a:lnTo>
                    <a:pt x="252815" y="971"/>
                  </a:lnTo>
                  <a:lnTo>
                    <a:pt x="240508" y="17882"/>
                  </a:lnTo>
                  <a:lnTo>
                    <a:pt x="223590" y="33260"/>
                  </a:lnTo>
                  <a:lnTo>
                    <a:pt x="232819" y="53242"/>
                  </a:lnTo>
                  <a:lnTo>
                    <a:pt x="229740" y="76303"/>
                  </a:lnTo>
                  <a:lnTo>
                    <a:pt x="202055" y="79382"/>
                  </a:lnTo>
                  <a:lnTo>
                    <a:pt x="200516" y="68614"/>
                  </a:lnTo>
                  <a:lnTo>
                    <a:pt x="183591" y="68614"/>
                  </a:lnTo>
                  <a:lnTo>
                    <a:pt x="178981" y="80914"/>
                  </a:lnTo>
                  <a:lnTo>
                    <a:pt x="171285" y="80914"/>
                  </a:lnTo>
                  <a:lnTo>
                    <a:pt x="145139" y="54782"/>
                  </a:lnTo>
                  <a:lnTo>
                    <a:pt x="125143" y="56321"/>
                  </a:lnTo>
                  <a:lnTo>
                    <a:pt x="106686" y="44014"/>
                  </a:lnTo>
                  <a:lnTo>
                    <a:pt x="94379" y="44014"/>
                  </a:lnTo>
                  <a:lnTo>
                    <a:pt x="77455" y="59392"/>
                  </a:lnTo>
                  <a:lnTo>
                    <a:pt x="65155" y="60932"/>
                  </a:lnTo>
                  <a:lnTo>
                    <a:pt x="48230" y="83985"/>
                  </a:lnTo>
                  <a:lnTo>
                    <a:pt x="11310" y="91675"/>
                  </a:lnTo>
                  <a:lnTo>
                    <a:pt x="3621" y="1039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5" name="Forme libre : forme 463">
              <a:extLst>
                <a:ext uri="{FF2B5EF4-FFF2-40B4-BE49-F238E27FC236}">
                  <a16:creationId xmlns:a16="http://schemas.microsoft.com/office/drawing/2014/main" id="{643C6FA3-7482-1B69-3F1F-F4FC5B49E166}"/>
                </a:ext>
              </a:extLst>
            </p:cNvPr>
            <p:cNvSpPr/>
            <p:nvPr/>
          </p:nvSpPr>
          <p:spPr>
            <a:xfrm>
              <a:off x="6450988" y="3597398"/>
              <a:ext cx="154844" cy="74825"/>
            </a:xfrm>
            <a:custGeom>
              <a:avLst/>
              <a:gdLst>
                <a:gd name="csX0" fmla="*/ 74654 w 154844"/>
                <a:gd name="csY0" fmla="*/ 57429 h 74825"/>
                <a:gd name="csX1" fmla="*/ 59268 w 154844"/>
                <a:gd name="csY1" fmla="*/ 57429 h 74825"/>
                <a:gd name="csX2" fmla="*/ 43569 w 154844"/>
                <a:gd name="csY2" fmla="*/ 52757 h 74825"/>
                <a:gd name="csX3" fmla="*/ 44916 w 154844"/>
                <a:gd name="csY3" fmla="*/ 45129 h 74825"/>
                <a:gd name="csX4" fmla="*/ 38759 w 154844"/>
                <a:gd name="csY4" fmla="*/ 33855 h 74825"/>
                <a:gd name="csX5" fmla="*/ 36714 w 154844"/>
                <a:gd name="csY5" fmla="*/ 24634 h 74825"/>
                <a:gd name="csX6" fmla="*/ 30557 w 154844"/>
                <a:gd name="csY6" fmla="*/ 17457 h 74825"/>
                <a:gd name="csX7" fmla="*/ 19277 w 154844"/>
                <a:gd name="csY7" fmla="*/ 15405 h 74825"/>
                <a:gd name="csX8" fmla="*/ 2872 w 154844"/>
                <a:gd name="csY8" fmla="*/ 1053 h 74825"/>
                <a:gd name="csX9" fmla="*/ 31583 w 154844"/>
                <a:gd name="csY9" fmla="*/ 8229 h 74825"/>
                <a:gd name="csX10" fmla="*/ 63886 w 154844"/>
                <a:gd name="csY10" fmla="*/ 12847 h 74825"/>
                <a:gd name="csX11" fmla="*/ 74654 w 154844"/>
                <a:gd name="csY11" fmla="*/ 9768 h 74825"/>
                <a:gd name="csX12" fmla="*/ 103878 w 154844"/>
                <a:gd name="csY12" fmla="*/ 23607 h 74825"/>
                <a:gd name="csX13" fmla="*/ 133102 w 154844"/>
                <a:gd name="csY13" fmla="*/ 40518 h 74825"/>
                <a:gd name="csX14" fmla="*/ 139259 w 154844"/>
                <a:gd name="csY14" fmla="*/ 40518 h 74825"/>
                <a:gd name="csX15" fmla="*/ 150027 w 154844"/>
                <a:gd name="csY15" fmla="*/ 52818 h 74825"/>
                <a:gd name="csX16" fmla="*/ 157716 w 154844"/>
                <a:gd name="csY16" fmla="*/ 69729 h 74825"/>
                <a:gd name="csX17" fmla="*/ 156177 w 154844"/>
                <a:gd name="csY17" fmla="*/ 75879 h 74825"/>
                <a:gd name="csX18" fmla="*/ 123874 w 154844"/>
                <a:gd name="csY18" fmla="*/ 74340 h 74825"/>
                <a:gd name="csX19" fmla="*/ 100800 w 154844"/>
                <a:gd name="csY19" fmla="*/ 66650 h 74825"/>
                <a:gd name="csX20" fmla="*/ 74654 w 154844"/>
                <a:gd name="csY20" fmla="*/ 57429 h 74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54844" h="74825">
                  <a:moveTo>
                    <a:pt x="74654" y="57429"/>
                  </a:moveTo>
                  <a:lnTo>
                    <a:pt x="59268" y="57429"/>
                  </a:lnTo>
                  <a:lnTo>
                    <a:pt x="43569" y="52757"/>
                  </a:lnTo>
                  <a:lnTo>
                    <a:pt x="44916" y="45129"/>
                  </a:lnTo>
                  <a:lnTo>
                    <a:pt x="38759" y="33855"/>
                  </a:lnTo>
                  <a:lnTo>
                    <a:pt x="36714" y="24634"/>
                  </a:lnTo>
                  <a:lnTo>
                    <a:pt x="30557" y="17457"/>
                  </a:lnTo>
                  <a:lnTo>
                    <a:pt x="19277" y="15405"/>
                  </a:lnTo>
                  <a:lnTo>
                    <a:pt x="2872" y="1053"/>
                  </a:lnTo>
                  <a:lnTo>
                    <a:pt x="31583" y="8229"/>
                  </a:lnTo>
                  <a:lnTo>
                    <a:pt x="63886" y="12847"/>
                  </a:lnTo>
                  <a:lnTo>
                    <a:pt x="74654" y="9768"/>
                  </a:lnTo>
                  <a:lnTo>
                    <a:pt x="103878" y="23607"/>
                  </a:lnTo>
                  <a:lnTo>
                    <a:pt x="133102" y="40518"/>
                  </a:lnTo>
                  <a:lnTo>
                    <a:pt x="139259" y="40518"/>
                  </a:lnTo>
                  <a:lnTo>
                    <a:pt x="150027" y="52818"/>
                  </a:lnTo>
                  <a:lnTo>
                    <a:pt x="157716" y="69729"/>
                  </a:lnTo>
                  <a:lnTo>
                    <a:pt x="156177" y="75879"/>
                  </a:lnTo>
                  <a:lnTo>
                    <a:pt x="123874" y="74340"/>
                  </a:lnTo>
                  <a:lnTo>
                    <a:pt x="100800" y="66650"/>
                  </a:lnTo>
                  <a:lnTo>
                    <a:pt x="74654" y="574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6" name="Forme libre : forme 464">
              <a:extLst>
                <a:ext uri="{FF2B5EF4-FFF2-40B4-BE49-F238E27FC236}">
                  <a16:creationId xmlns:a16="http://schemas.microsoft.com/office/drawing/2014/main" id="{2245FCE0-1EEE-22CD-0175-7179FC4A1934}"/>
                </a:ext>
              </a:extLst>
            </p:cNvPr>
            <p:cNvSpPr/>
            <p:nvPr/>
          </p:nvSpPr>
          <p:spPr>
            <a:xfrm>
              <a:off x="6165907" y="3641474"/>
              <a:ext cx="393783" cy="176290"/>
            </a:xfrm>
            <a:custGeom>
              <a:avLst/>
              <a:gdLst>
                <a:gd name="csX0" fmla="*/ 395045 w 393783"/>
                <a:gd name="csY0" fmla="*/ 67227 h 176290"/>
                <a:gd name="csX1" fmla="*/ 384277 w 393783"/>
                <a:gd name="csY1" fmla="*/ 76456 h 176290"/>
                <a:gd name="csX2" fmla="*/ 396584 w 393783"/>
                <a:gd name="csY2" fmla="*/ 119499 h 176290"/>
                <a:gd name="csX3" fmla="*/ 395045 w 393783"/>
                <a:gd name="csY3" fmla="*/ 136409 h 176290"/>
                <a:gd name="csX4" fmla="*/ 381199 w 393783"/>
                <a:gd name="csY4" fmla="*/ 139488 h 176290"/>
                <a:gd name="csX5" fmla="*/ 372997 w 393783"/>
                <a:gd name="csY5" fmla="*/ 129233 h 176290"/>
                <a:gd name="csX6" fmla="*/ 356585 w 393783"/>
                <a:gd name="csY6" fmla="*/ 126162 h 176290"/>
                <a:gd name="csX7" fmla="*/ 341282 w 393783"/>
                <a:gd name="csY7" fmla="*/ 136813 h 176290"/>
                <a:gd name="csX8" fmla="*/ 336083 w 393783"/>
                <a:gd name="csY8" fmla="*/ 130259 h 176290"/>
                <a:gd name="csX9" fmla="*/ 316593 w 393783"/>
                <a:gd name="csY9" fmla="*/ 133338 h 176290"/>
                <a:gd name="csX10" fmla="*/ 289934 w 393783"/>
                <a:gd name="csY10" fmla="*/ 142559 h 176290"/>
                <a:gd name="csX11" fmla="*/ 264294 w 393783"/>
                <a:gd name="csY11" fmla="*/ 146657 h 176290"/>
                <a:gd name="csX12" fmla="*/ 253014 w 393783"/>
                <a:gd name="csY12" fmla="*/ 143585 h 176290"/>
                <a:gd name="csX13" fmla="*/ 221224 w 393783"/>
                <a:gd name="csY13" fmla="*/ 150755 h 176290"/>
                <a:gd name="csX14" fmla="*/ 220136 w 393783"/>
                <a:gd name="csY14" fmla="*/ 163246 h 176290"/>
                <a:gd name="csX15" fmla="*/ 204820 w 393783"/>
                <a:gd name="csY15" fmla="*/ 177407 h 176290"/>
                <a:gd name="csX16" fmla="*/ 206872 w 393783"/>
                <a:gd name="csY16" fmla="*/ 169205 h 176290"/>
                <a:gd name="csX17" fmla="*/ 206872 w 393783"/>
                <a:gd name="csY17" fmla="*/ 149729 h 176290"/>
                <a:gd name="csX18" fmla="*/ 184310 w 393783"/>
                <a:gd name="csY18" fmla="*/ 149729 h 176290"/>
                <a:gd name="csX19" fmla="*/ 178154 w 393783"/>
                <a:gd name="csY19" fmla="*/ 153833 h 176290"/>
                <a:gd name="csX20" fmla="*/ 168925 w 393783"/>
                <a:gd name="csY20" fmla="*/ 156905 h 176290"/>
                <a:gd name="csX21" fmla="*/ 161749 w 393783"/>
                <a:gd name="csY21" fmla="*/ 161002 h 176290"/>
                <a:gd name="csX22" fmla="*/ 144318 w 393783"/>
                <a:gd name="csY22" fmla="*/ 165107 h 176290"/>
                <a:gd name="csX23" fmla="*/ 132012 w 393783"/>
                <a:gd name="csY23" fmla="*/ 164081 h 176290"/>
                <a:gd name="csX24" fmla="*/ 109450 w 393783"/>
                <a:gd name="csY24" fmla="*/ 147683 h 176290"/>
                <a:gd name="csX25" fmla="*/ 102274 w 393783"/>
                <a:gd name="csY25" fmla="*/ 142559 h 176290"/>
                <a:gd name="csX26" fmla="*/ 92020 w 393783"/>
                <a:gd name="csY26" fmla="*/ 148702 h 176290"/>
                <a:gd name="csX27" fmla="*/ 93046 w 393783"/>
                <a:gd name="csY27" fmla="*/ 155879 h 176290"/>
                <a:gd name="csX28" fmla="*/ 81765 w 393783"/>
                <a:gd name="csY28" fmla="*/ 156905 h 176290"/>
                <a:gd name="csX29" fmla="*/ 65354 w 393783"/>
                <a:gd name="csY29" fmla="*/ 163055 h 176290"/>
                <a:gd name="csX30" fmla="*/ 59204 w 393783"/>
                <a:gd name="csY30" fmla="*/ 152807 h 176290"/>
                <a:gd name="csX31" fmla="*/ 53047 w 393783"/>
                <a:gd name="csY31" fmla="*/ 150755 h 176290"/>
                <a:gd name="csX32" fmla="*/ 45871 w 393783"/>
                <a:gd name="csY32" fmla="*/ 157931 h 176290"/>
                <a:gd name="csX33" fmla="*/ 41766 w 393783"/>
                <a:gd name="csY33" fmla="*/ 165100 h 176290"/>
                <a:gd name="csX34" fmla="*/ 31512 w 393783"/>
                <a:gd name="csY34" fmla="*/ 169205 h 176290"/>
                <a:gd name="csX35" fmla="*/ 30486 w 393783"/>
                <a:gd name="csY35" fmla="*/ 164081 h 176290"/>
                <a:gd name="csX36" fmla="*/ 37669 w 393783"/>
                <a:gd name="csY36" fmla="*/ 155879 h 176290"/>
                <a:gd name="csX37" fmla="*/ 38695 w 393783"/>
                <a:gd name="csY37" fmla="*/ 147676 h 176290"/>
                <a:gd name="csX38" fmla="*/ 33564 w 393783"/>
                <a:gd name="csY38" fmla="*/ 142552 h 176290"/>
                <a:gd name="csX39" fmla="*/ 25362 w 393783"/>
                <a:gd name="csY39" fmla="*/ 147676 h 176290"/>
                <a:gd name="csX40" fmla="*/ 19205 w 393783"/>
                <a:gd name="csY40" fmla="*/ 149729 h 176290"/>
                <a:gd name="csX41" fmla="*/ 20238 w 393783"/>
                <a:gd name="csY41" fmla="*/ 142552 h 176290"/>
                <a:gd name="csX42" fmla="*/ 27414 w 393783"/>
                <a:gd name="csY42" fmla="*/ 139481 h 176290"/>
                <a:gd name="csX43" fmla="*/ 30486 w 393783"/>
                <a:gd name="csY43" fmla="*/ 135383 h 176290"/>
                <a:gd name="csX44" fmla="*/ 22283 w 393783"/>
                <a:gd name="csY44" fmla="*/ 132305 h 176290"/>
                <a:gd name="csX45" fmla="*/ 22283 w 393783"/>
                <a:gd name="csY45" fmla="*/ 118979 h 176290"/>
                <a:gd name="csX46" fmla="*/ 17160 w 393783"/>
                <a:gd name="csY46" fmla="*/ 111809 h 176290"/>
                <a:gd name="csX47" fmla="*/ 8951 w 393783"/>
                <a:gd name="csY47" fmla="*/ 112836 h 176290"/>
                <a:gd name="csX48" fmla="*/ 2801 w 393783"/>
                <a:gd name="csY48" fmla="*/ 106686 h 176290"/>
                <a:gd name="csX49" fmla="*/ 3827 w 393783"/>
                <a:gd name="csY49" fmla="*/ 101555 h 176290"/>
                <a:gd name="csX50" fmla="*/ 14081 w 393783"/>
                <a:gd name="csY50" fmla="*/ 102581 h 176290"/>
                <a:gd name="csX51" fmla="*/ 16133 w 393783"/>
                <a:gd name="csY51" fmla="*/ 97457 h 176290"/>
                <a:gd name="csX52" fmla="*/ 15107 w 393783"/>
                <a:gd name="csY52" fmla="*/ 91307 h 176290"/>
                <a:gd name="csX53" fmla="*/ 13055 w 393783"/>
                <a:gd name="csY53" fmla="*/ 80033 h 176290"/>
                <a:gd name="csX54" fmla="*/ 16133 w 393783"/>
                <a:gd name="csY54" fmla="*/ 73883 h 176290"/>
                <a:gd name="csX55" fmla="*/ 5879 w 393783"/>
                <a:gd name="csY55" fmla="*/ 73883 h 176290"/>
                <a:gd name="csX56" fmla="*/ 3827 w 393783"/>
                <a:gd name="csY56" fmla="*/ 68760 h 176290"/>
                <a:gd name="csX57" fmla="*/ 12029 w 393783"/>
                <a:gd name="csY57" fmla="*/ 55433 h 176290"/>
                <a:gd name="csX58" fmla="*/ 22283 w 393783"/>
                <a:gd name="csY58" fmla="*/ 48257 h 176290"/>
                <a:gd name="csX59" fmla="*/ 34590 w 393783"/>
                <a:gd name="csY59" fmla="*/ 48264 h 176290"/>
                <a:gd name="csX60" fmla="*/ 46897 w 393783"/>
                <a:gd name="csY60" fmla="*/ 44160 h 176290"/>
                <a:gd name="csX61" fmla="*/ 60230 w 393783"/>
                <a:gd name="csY61" fmla="*/ 47238 h 176290"/>
                <a:gd name="csX62" fmla="*/ 72537 w 393783"/>
                <a:gd name="csY62" fmla="*/ 42114 h 176290"/>
                <a:gd name="csX63" fmla="*/ 74589 w 393783"/>
                <a:gd name="csY63" fmla="*/ 36984 h 176290"/>
                <a:gd name="csX64" fmla="*/ 63308 w 393783"/>
                <a:gd name="csY64" fmla="*/ 32886 h 176290"/>
                <a:gd name="csX65" fmla="*/ 64335 w 393783"/>
                <a:gd name="csY65" fmla="*/ 23664 h 176290"/>
                <a:gd name="csX66" fmla="*/ 72537 w 393783"/>
                <a:gd name="csY66" fmla="*/ 21612 h 176290"/>
                <a:gd name="csX67" fmla="*/ 93046 w 393783"/>
                <a:gd name="csY67" fmla="*/ 21612 h 176290"/>
                <a:gd name="csX68" fmla="*/ 102274 w 393783"/>
                <a:gd name="csY68" fmla="*/ 24690 h 176290"/>
                <a:gd name="csX69" fmla="*/ 121757 w 393783"/>
                <a:gd name="csY69" fmla="*/ 12390 h 176290"/>
                <a:gd name="csX70" fmla="*/ 149449 w 393783"/>
                <a:gd name="csY70" fmla="*/ 2143 h 176290"/>
                <a:gd name="csX71" fmla="*/ 173030 w 393783"/>
                <a:gd name="csY71" fmla="*/ 4195 h 176290"/>
                <a:gd name="csX72" fmla="*/ 183284 w 393783"/>
                <a:gd name="csY72" fmla="*/ 1117 h 176290"/>
                <a:gd name="csX73" fmla="*/ 192513 w 393783"/>
                <a:gd name="csY73" fmla="*/ 13417 h 176290"/>
                <a:gd name="csX74" fmla="*/ 208924 w 393783"/>
                <a:gd name="csY74" fmla="*/ 11364 h 176290"/>
                <a:gd name="csX75" fmla="*/ 227381 w 393783"/>
                <a:gd name="csY75" fmla="*/ 26743 h 176290"/>
                <a:gd name="csX76" fmla="*/ 236609 w 393783"/>
                <a:gd name="csY76" fmla="*/ 25717 h 176290"/>
                <a:gd name="csX77" fmla="*/ 256092 w 393783"/>
                <a:gd name="csY77" fmla="*/ 32893 h 176290"/>
                <a:gd name="csX78" fmla="*/ 269425 w 393783"/>
                <a:gd name="csY78" fmla="*/ 27769 h 176290"/>
                <a:gd name="csX79" fmla="*/ 285830 w 393783"/>
                <a:gd name="csY79" fmla="*/ 31867 h 176290"/>
                <a:gd name="csX80" fmla="*/ 301215 w 393783"/>
                <a:gd name="csY80" fmla="*/ 30840 h 176290"/>
                <a:gd name="csX81" fmla="*/ 326848 w 393783"/>
                <a:gd name="csY81" fmla="*/ 18540 h 176290"/>
                <a:gd name="csX82" fmla="*/ 328578 w 393783"/>
                <a:gd name="csY82" fmla="*/ 8744 h 176290"/>
                <a:gd name="csX83" fmla="*/ 344285 w 393783"/>
                <a:gd name="csY83" fmla="*/ 13417 h 176290"/>
                <a:gd name="csX84" fmla="*/ 359664 w 393783"/>
                <a:gd name="csY84" fmla="*/ 13417 h 176290"/>
                <a:gd name="csX85" fmla="*/ 375049 w 393783"/>
                <a:gd name="csY85" fmla="*/ 34938 h 176290"/>
                <a:gd name="csX86" fmla="*/ 378127 w 393783"/>
                <a:gd name="csY86" fmla="*/ 51856 h 176290"/>
                <a:gd name="csX87" fmla="*/ 390427 w 393783"/>
                <a:gd name="csY87" fmla="*/ 59538 h 176290"/>
                <a:gd name="csX88" fmla="*/ 395045 w 393783"/>
                <a:gd name="csY88" fmla="*/ 67227 h 17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Lst>
              <a:rect l="l" t="t" r="r" b="b"/>
              <a:pathLst>
                <a:path w="393783" h="176290">
                  <a:moveTo>
                    <a:pt x="395045" y="67227"/>
                  </a:moveTo>
                  <a:lnTo>
                    <a:pt x="384277" y="76456"/>
                  </a:lnTo>
                  <a:lnTo>
                    <a:pt x="396584" y="119499"/>
                  </a:lnTo>
                  <a:lnTo>
                    <a:pt x="395045" y="136409"/>
                  </a:lnTo>
                  <a:lnTo>
                    <a:pt x="381199" y="139488"/>
                  </a:lnTo>
                  <a:lnTo>
                    <a:pt x="372997" y="129233"/>
                  </a:lnTo>
                  <a:lnTo>
                    <a:pt x="356585" y="126162"/>
                  </a:lnTo>
                  <a:lnTo>
                    <a:pt x="341282" y="136813"/>
                  </a:lnTo>
                  <a:lnTo>
                    <a:pt x="336083" y="130259"/>
                  </a:lnTo>
                  <a:lnTo>
                    <a:pt x="316593" y="133338"/>
                  </a:lnTo>
                  <a:lnTo>
                    <a:pt x="289934" y="142559"/>
                  </a:lnTo>
                  <a:lnTo>
                    <a:pt x="264294" y="146657"/>
                  </a:lnTo>
                  <a:lnTo>
                    <a:pt x="253014" y="143585"/>
                  </a:lnTo>
                  <a:lnTo>
                    <a:pt x="221224" y="150755"/>
                  </a:lnTo>
                  <a:lnTo>
                    <a:pt x="220136" y="163246"/>
                  </a:lnTo>
                  <a:lnTo>
                    <a:pt x="204820" y="177407"/>
                  </a:lnTo>
                  <a:lnTo>
                    <a:pt x="206872" y="169205"/>
                  </a:lnTo>
                  <a:lnTo>
                    <a:pt x="206872" y="149729"/>
                  </a:lnTo>
                  <a:lnTo>
                    <a:pt x="184310" y="149729"/>
                  </a:lnTo>
                  <a:lnTo>
                    <a:pt x="178154" y="153833"/>
                  </a:lnTo>
                  <a:lnTo>
                    <a:pt x="168925" y="156905"/>
                  </a:lnTo>
                  <a:lnTo>
                    <a:pt x="161749" y="161002"/>
                  </a:lnTo>
                  <a:lnTo>
                    <a:pt x="144318" y="165107"/>
                  </a:lnTo>
                  <a:lnTo>
                    <a:pt x="132012" y="164081"/>
                  </a:lnTo>
                  <a:lnTo>
                    <a:pt x="109450" y="147683"/>
                  </a:lnTo>
                  <a:lnTo>
                    <a:pt x="102274" y="142559"/>
                  </a:lnTo>
                  <a:lnTo>
                    <a:pt x="92020" y="148702"/>
                  </a:lnTo>
                  <a:lnTo>
                    <a:pt x="93046" y="155879"/>
                  </a:lnTo>
                  <a:lnTo>
                    <a:pt x="81765" y="156905"/>
                  </a:lnTo>
                  <a:lnTo>
                    <a:pt x="65354" y="163055"/>
                  </a:lnTo>
                  <a:lnTo>
                    <a:pt x="59204" y="152807"/>
                  </a:lnTo>
                  <a:lnTo>
                    <a:pt x="53047" y="150755"/>
                  </a:lnTo>
                  <a:lnTo>
                    <a:pt x="45871" y="157931"/>
                  </a:lnTo>
                  <a:lnTo>
                    <a:pt x="41766" y="165100"/>
                  </a:lnTo>
                  <a:lnTo>
                    <a:pt x="31512" y="169205"/>
                  </a:lnTo>
                  <a:lnTo>
                    <a:pt x="30486" y="164081"/>
                  </a:lnTo>
                  <a:lnTo>
                    <a:pt x="37669" y="155879"/>
                  </a:lnTo>
                  <a:lnTo>
                    <a:pt x="38695" y="147676"/>
                  </a:lnTo>
                  <a:lnTo>
                    <a:pt x="33564" y="142552"/>
                  </a:lnTo>
                  <a:lnTo>
                    <a:pt x="25362" y="147676"/>
                  </a:lnTo>
                  <a:lnTo>
                    <a:pt x="19205" y="149729"/>
                  </a:lnTo>
                  <a:lnTo>
                    <a:pt x="20238" y="142552"/>
                  </a:lnTo>
                  <a:lnTo>
                    <a:pt x="27414" y="139481"/>
                  </a:lnTo>
                  <a:lnTo>
                    <a:pt x="30486" y="135383"/>
                  </a:lnTo>
                  <a:lnTo>
                    <a:pt x="22283" y="132305"/>
                  </a:lnTo>
                  <a:lnTo>
                    <a:pt x="22283" y="118979"/>
                  </a:lnTo>
                  <a:lnTo>
                    <a:pt x="17160" y="111809"/>
                  </a:lnTo>
                  <a:lnTo>
                    <a:pt x="8951" y="112836"/>
                  </a:lnTo>
                  <a:lnTo>
                    <a:pt x="2801" y="106686"/>
                  </a:lnTo>
                  <a:lnTo>
                    <a:pt x="3827" y="101555"/>
                  </a:lnTo>
                  <a:lnTo>
                    <a:pt x="14081" y="102581"/>
                  </a:lnTo>
                  <a:lnTo>
                    <a:pt x="16133" y="97457"/>
                  </a:lnTo>
                  <a:lnTo>
                    <a:pt x="15107" y="91307"/>
                  </a:lnTo>
                  <a:lnTo>
                    <a:pt x="13055" y="80033"/>
                  </a:lnTo>
                  <a:lnTo>
                    <a:pt x="16133" y="73883"/>
                  </a:lnTo>
                  <a:lnTo>
                    <a:pt x="5879" y="73883"/>
                  </a:lnTo>
                  <a:lnTo>
                    <a:pt x="3827" y="68760"/>
                  </a:lnTo>
                  <a:lnTo>
                    <a:pt x="12029" y="55433"/>
                  </a:lnTo>
                  <a:lnTo>
                    <a:pt x="22283" y="48257"/>
                  </a:lnTo>
                  <a:lnTo>
                    <a:pt x="34590" y="48264"/>
                  </a:lnTo>
                  <a:lnTo>
                    <a:pt x="46897" y="44160"/>
                  </a:lnTo>
                  <a:lnTo>
                    <a:pt x="60230" y="47238"/>
                  </a:lnTo>
                  <a:lnTo>
                    <a:pt x="72537" y="42114"/>
                  </a:lnTo>
                  <a:lnTo>
                    <a:pt x="74589" y="36984"/>
                  </a:lnTo>
                  <a:lnTo>
                    <a:pt x="63308" y="32886"/>
                  </a:lnTo>
                  <a:lnTo>
                    <a:pt x="64335" y="23664"/>
                  </a:lnTo>
                  <a:lnTo>
                    <a:pt x="72537" y="21612"/>
                  </a:lnTo>
                  <a:lnTo>
                    <a:pt x="93046" y="21612"/>
                  </a:lnTo>
                  <a:lnTo>
                    <a:pt x="102274" y="24690"/>
                  </a:lnTo>
                  <a:lnTo>
                    <a:pt x="121757" y="12390"/>
                  </a:lnTo>
                  <a:lnTo>
                    <a:pt x="149449" y="2143"/>
                  </a:lnTo>
                  <a:lnTo>
                    <a:pt x="173030" y="4195"/>
                  </a:lnTo>
                  <a:lnTo>
                    <a:pt x="183284" y="1117"/>
                  </a:lnTo>
                  <a:lnTo>
                    <a:pt x="192513" y="13417"/>
                  </a:lnTo>
                  <a:lnTo>
                    <a:pt x="208924" y="11364"/>
                  </a:lnTo>
                  <a:lnTo>
                    <a:pt x="227381" y="26743"/>
                  </a:lnTo>
                  <a:lnTo>
                    <a:pt x="236609" y="25717"/>
                  </a:lnTo>
                  <a:lnTo>
                    <a:pt x="256092" y="32893"/>
                  </a:lnTo>
                  <a:lnTo>
                    <a:pt x="269425" y="27769"/>
                  </a:lnTo>
                  <a:lnTo>
                    <a:pt x="285830" y="31867"/>
                  </a:lnTo>
                  <a:lnTo>
                    <a:pt x="301215" y="30840"/>
                  </a:lnTo>
                  <a:lnTo>
                    <a:pt x="326848" y="18540"/>
                  </a:lnTo>
                  <a:lnTo>
                    <a:pt x="328578" y="8744"/>
                  </a:lnTo>
                  <a:lnTo>
                    <a:pt x="344285" y="13417"/>
                  </a:lnTo>
                  <a:lnTo>
                    <a:pt x="359664" y="13417"/>
                  </a:lnTo>
                  <a:lnTo>
                    <a:pt x="375049" y="34938"/>
                  </a:lnTo>
                  <a:lnTo>
                    <a:pt x="378127" y="51856"/>
                  </a:lnTo>
                  <a:lnTo>
                    <a:pt x="390427" y="59538"/>
                  </a:lnTo>
                  <a:lnTo>
                    <a:pt x="395045" y="67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7" name="Forme libre : forme 465">
              <a:extLst>
                <a:ext uri="{FF2B5EF4-FFF2-40B4-BE49-F238E27FC236}">
                  <a16:creationId xmlns:a16="http://schemas.microsoft.com/office/drawing/2014/main" id="{DF136CE2-F7D0-8635-E111-B1BDD20594D3}"/>
                </a:ext>
              </a:extLst>
            </p:cNvPr>
            <p:cNvSpPr/>
            <p:nvPr/>
          </p:nvSpPr>
          <p:spPr>
            <a:xfrm>
              <a:off x="6547384" y="3707585"/>
              <a:ext cx="413772" cy="370517"/>
            </a:xfrm>
            <a:custGeom>
              <a:avLst/>
              <a:gdLst>
                <a:gd name="csX0" fmla="*/ 379374 w 413772"/>
                <a:gd name="csY0" fmla="*/ 371703 h 370517"/>
                <a:gd name="csX1" fmla="*/ 373224 w 413772"/>
                <a:gd name="csY1" fmla="*/ 367605 h 370517"/>
                <a:gd name="csX2" fmla="*/ 359891 w 413772"/>
                <a:gd name="csY2" fmla="*/ 366579 h 370517"/>
                <a:gd name="csX3" fmla="*/ 346558 w 413772"/>
                <a:gd name="csY3" fmla="*/ 364527 h 370517"/>
                <a:gd name="csX4" fmla="*/ 331180 w 413772"/>
                <a:gd name="csY4" fmla="*/ 366579 h 370517"/>
                <a:gd name="csX5" fmla="*/ 317847 w 413772"/>
                <a:gd name="csY5" fmla="*/ 362475 h 370517"/>
                <a:gd name="csX6" fmla="*/ 297338 w 413772"/>
                <a:gd name="csY6" fmla="*/ 357351 h 370517"/>
                <a:gd name="csX7" fmla="*/ 287084 w 413772"/>
                <a:gd name="csY7" fmla="*/ 351201 h 370517"/>
                <a:gd name="csX8" fmla="*/ 286057 w 413772"/>
                <a:gd name="csY8" fmla="*/ 343006 h 370517"/>
                <a:gd name="csX9" fmla="*/ 281953 w 413772"/>
                <a:gd name="csY9" fmla="*/ 327627 h 370517"/>
                <a:gd name="csX10" fmla="*/ 273751 w 413772"/>
                <a:gd name="csY10" fmla="*/ 321477 h 370517"/>
                <a:gd name="csX11" fmla="*/ 267601 w 413772"/>
                <a:gd name="csY11" fmla="*/ 322503 h 370517"/>
                <a:gd name="csX12" fmla="*/ 255294 w 413772"/>
                <a:gd name="csY12" fmla="*/ 333777 h 370517"/>
                <a:gd name="csX13" fmla="*/ 212223 w 413772"/>
                <a:gd name="csY13" fmla="*/ 332751 h 370517"/>
                <a:gd name="csX14" fmla="*/ 206073 w 413772"/>
                <a:gd name="csY14" fmla="*/ 328653 h 370517"/>
                <a:gd name="csX15" fmla="*/ 195819 w 413772"/>
                <a:gd name="csY15" fmla="*/ 326601 h 370517"/>
                <a:gd name="csX16" fmla="*/ 181460 w 413772"/>
                <a:gd name="csY16" fmla="*/ 310203 h 370517"/>
                <a:gd name="csX17" fmla="*/ 172231 w 413772"/>
                <a:gd name="csY17" fmla="*/ 309177 h 370517"/>
                <a:gd name="csX18" fmla="*/ 156846 w 413772"/>
                <a:gd name="csY18" fmla="*/ 297903 h 370517"/>
                <a:gd name="csX19" fmla="*/ 154794 w 413772"/>
                <a:gd name="csY19" fmla="*/ 287656 h 370517"/>
                <a:gd name="csX20" fmla="*/ 148644 w 413772"/>
                <a:gd name="csY20" fmla="*/ 276382 h 370517"/>
                <a:gd name="csX21" fmla="*/ 135318 w 413772"/>
                <a:gd name="csY21" fmla="*/ 261004 h 370517"/>
                <a:gd name="csX22" fmla="*/ 133266 w 413772"/>
                <a:gd name="csY22" fmla="*/ 249737 h 370517"/>
                <a:gd name="csX23" fmla="*/ 106600 w 413772"/>
                <a:gd name="csY23" fmla="*/ 247684 h 370517"/>
                <a:gd name="csX24" fmla="*/ 95319 w 413772"/>
                <a:gd name="csY24" fmla="*/ 251782 h 370517"/>
                <a:gd name="csX25" fmla="*/ 83012 w 413772"/>
                <a:gd name="csY25" fmla="*/ 236410 h 370517"/>
                <a:gd name="csX26" fmla="*/ 84551 w 413772"/>
                <a:gd name="csY26" fmla="*/ 210271 h 370517"/>
                <a:gd name="csX27" fmla="*/ 69173 w 413772"/>
                <a:gd name="csY27" fmla="*/ 187211 h 370517"/>
                <a:gd name="csX28" fmla="*/ 52256 w 413772"/>
                <a:gd name="csY28" fmla="*/ 184139 h 370517"/>
                <a:gd name="csX29" fmla="*/ 29181 w 413772"/>
                <a:gd name="csY29" fmla="*/ 153389 h 370517"/>
                <a:gd name="csX30" fmla="*/ 50716 w 413772"/>
                <a:gd name="csY30" fmla="*/ 111879 h 370517"/>
                <a:gd name="csX31" fmla="*/ 44560 w 413772"/>
                <a:gd name="csY31" fmla="*/ 102657 h 370517"/>
                <a:gd name="csX32" fmla="*/ 32260 w 413772"/>
                <a:gd name="csY32" fmla="*/ 102657 h 370517"/>
                <a:gd name="csX33" fmla="*/ 13796 w 413772"/>
                <a:gd name="csY33" fmla="*/ 70368 h 370517"/>
                <a:gd name="csX34" fmla="*/ 15335 w 413772"/>
                <a:gd name="csY34" fmla="*/ 53457 h 370517"/>
                <a:gd name="csX35" fmla="*/ 3035 w 413772"/>
                <a:gd name="csY35" fmla="*/ 10407 h 370517"/>
                <a:gd name="csX36" fmla="*/ 13803 w 413772"/>
                <a:gd name="csY36" fmla="*/ 1186 h 370517"/>
                <a:gd name="csX37" fmla="*/ 39949 w 413772"/>
                <a:gd name="csY37" fmla="*/ 18096 h 370517"/>
                <a:gd name="csX38" fmla="*/ 51893 w 413772"/>
                <a:gd name="csY38" fmla="*/ 15114 h 370517"/>
                <a:gd name="csX39" fmla="*/ 64562 w 413772"/>
                <a:gd name="csY39" fmla="*/ 11947 h 370517"/>
                <a:gd name="csX40" fmla="*/ 87630 w 413772"/>
                <a:gd name="csY40" fmla="*/ 4264 h 370517"/>
                <a:gd name="csX41" fmla="*/ 90708 w 413772"/>
                <a:gd name="csY41" fmla="*/ 10407 h 370517"/>
                <a:gd name="csX42" fmla="*/ 89169 w 413772"/>
                <a:gd name="csY42" fmla="*/ 31936 h 370517"/>
                <a:gd name="csX43" fmla="*/ 102858 w 413772"/>
                <a:gd name="csY43" fmla="*/ 42026 h 370517"/>
                <a:gd name="csX44" fmla="*/ 131165 w 413772"/>
                <a:gd name="csY44" fmla="*/ 60476 h 370517"/>
                <a:gd name="csX45" fmla="*/ 153925 w 413772"/>
                <a:gd name="csY45" fmla="*/ 85076 h 370517"/>
                <a:gd name="csX46" fmla="*/ 190846 w 413772"/>
                <a:gd name="csY46" fmla="*/ 80773 h 370517"/>
                <a:gd name="csX47" fmla="*/ 218531 w 413772"/>
                <a:gd name="csY47" fmla="*/ 73392 h 370517"/>
                <a:gd name="csX48" fmla="*/ 219146 w 413772"/>
                <a:gd name="csY48" fmla="*/ 59614 h 370517"/>
                <a:gd name="csX49" fmla="*/ 242994 w 413772"/>
                <a:gd name="csY49" fmla="*/ 62686 h 370517"/>
                <a:gd name="csX50" fmla="*/ 253761 w 413772"/>
                <a:gd name="csY50" fmla="*/ 41157 h 370517"/>
                <a:gd name="csX51" fmla="*/ 306060 w 413772"/>
                <a:gd name="csY51" fmla="*/ 47314 h 370517"/>
                <a:gd name="csX52" fmla="*/ 313749 w 413772"/>
                <a:gd name="csY52" fmla="*/ 54996 h 370517"/>
                <a:gd name="csX53" fmla="*/ 330667 w 413772"/>
                <a:gd name="csY53" fmla="*/ 56536 h 370517"/>
                <a:gd name="csX54" fmla="*/ 370666 w 413772"/>
                <a:gd name="csY54" fmla="*/ 84207 h 370517"/>
                <a:gd name="csX55" fmla="*/ 373737 w 413772"/>
                <a:gd name="csY55" fmla="*/ 107268 h 370517"/>
                <a:gd name="csX56" fmla="*/ 373737 w 413772"/>
                <a:gd name="csY56" fmla="*/ 127257 h 370517"/>
                <a:gd name="csX57" fmla="*/ 356820 w 413772"/>
                <a:gd name="csY57" fmla="*/ 150318 h 370517"/>
                <a:gd name="csX58" fmla="*/ 362970 w 413772"/>
                <a:gd name="csY58" fmla="*/ 185678 h 370517"/>
                <a:gd name="csX59" fmla="*/ 361431 w 413772"/>
                <a:gd name="csY59" fmla="*/ 204128 h 370517"/>
                <a:gd name="csX60" fmla="*/ 367581 w 413772"/>
                <a:gd name="csY60" fmla="*/ 216428 h 370517"/>
                <a:gd name="csX61" fmla="*/ 376816 w 413772"/>
                <a:gd name="csY61" fmla="*/ 208739 h 370517"/>
                <a:gd name="csX62" fmla="*/ 386044 w 413772"/>
                <a:gd name="csY62" fmla="*/ 222578 h 370517"/>
                <a:gd name="csX63" fmla="*/ 373737 w 413772"/>
                <a:gd name="csY63" fmla="*/ 241021 h 370517"/>
                <a:gd name="csX64" fmla="*/ 366041 w 413772"/>
                <a:gd name="csY64" fmla="*/ 257939 h 370517"/>
                <a:gd name="csX65" fmla="*/ 366041 w 413772"/>
                <a:gd name="csY65" fmla="*/ 271771 h 370517"/>
                <a:gd name="csX66" fmla="*/ 404501 w 413772"/>
                <a:gd name="csY66" fmla="*/ 304060 h 370517"/>
                <a:gd name="csX67" fmla="*/ 402962 w 413772"/>
                <a:gd name="csY67" fmla="*/ 319432 h 370517"/>
                <a:gd name="csX68" fmla="*/ 416808 w 413772"/>
                <a:gd name="csY68" fmla="*/ 320971 h 370517"/>
                <a:gd name="csX69" fmla="*/ 416808 w 413772"/>
                <a:gd name="csY69" fmla="*/ 336343 h 370517"/>
                <a:gd name="csX70" fmla="*/ 387577 w 413772"/>
                <a:gd name="csY70" fmla="*/ 348642 h 370517"/>
                <a:gd name="csX71" fmla="*/ 386037 w 413772"/>
                <a:gd name="csY71" fmla="*/ 368632 h 370517"/>
                <a:gd name="csX72" fmla="*/ 379374 w 413772"/>
                <a:gd name="csY72" fmla="*/ 371703 h 3705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413772" h="370517">
                  <a:moveTo>
                    <a:pt x="379374" y="371703"/>
                  </a:moveTo>
                  <a:lnTo>
                    <a:pt x="373224" y="367605"/>
                  </a:lnTo>
                  <a:lnTo>
                    <a:pt x="359891" y="366579"/>
                  </a:lnTo>
                  <a:lnTo>
                    <a:pt x="346558" y="364527"/>
                  </a:lnTo>
                  <a:lnTo>
                    <a:pt x="331180" y="366579"/>
                  </a:lnTo>
                  <a:lnTo>
                    <a:pt x="317847" y="362475"/>
                  </a:lnTo>
                  <a:lnTo>
                    <a:pt x="297338" y="357351"/>
                  </a:lnTo>
                  <a:lnTo>
                    <a:pt x="287084" y="351201"/>
                  </a:lnTo>
                  <a:lnTo>
                    <a:pt x="286057" y="343006"/>
                  </a:lnTo>
                  <a:lnTo>
                    <a:pt x="281953" y="327627"/>
                  </a:lnTo>
                  <a:lnTo>
                    <a:pt x="273751" y="321477"/>
                  </a:lnTo>
                  <a:lnTo>
                    <a:pt x="267601" y="322503"/>
                  </a:lnTo>
                  <a:lnTo>
                    <a:pt x="255294" y="333777"/>
                  </a:lnTo>
                  <a:lnTo>
                    <a:pt x="212223" y="332751"/>
                  </a:lnTo>
                  <a:lnTo>
                    <a:pt x="206073" y="328653"/>
                  </a:lnTo>
                  <a:lnTo>
                    <a:pt x="195819" y="326601"/>
                  </a:lnTo>
                  <a:lnTo>
                    <a:pt x="181460" y="310203"/>
                  </a:lnTo>
                  <a:lnTo>
                    <a:pt x="172231" y="309177"/>
                  </a:lnTo>
                  <a:lnTo>
                    <a:pt x="156846" y="297903"/>
                  </a:lnTo>
                  <a:lnTo>
                    <a:pt x="154794" y="287656"/>
                  </a:lnTo>
                  <a:lnTo>
                    <a:pt x="148644" y="276382"/>
                  </a:lnTo>
                  <a:lnTo>
                    <a:pt x="135318" y="261004"/>
                  </a:lnTo>
                  <a:lnTo>
                    <a:pt x="133266" y="249737"/>
                  </a:lnTo>
                  <a:lnTo>
                    <a:pt x="106600" y="247684"/>
                  </a:lnTo>
                  <a:lnTo>
                    <a:pt x="95319" y="251782"/>
                  </a:lnTo>
                  <a:lnTo>
                    <a:pt x="83012" y="236410"/>
                  </a:lnTo>
                  <a:lnTo>
                    <a:pt x="84551" y="210271"/>
                  </a:lnTo>
                  <a:lnTo>
                    <a:pt x="69173" y="187211"/>
                  </a:lnTo>
                  <a:lnTo>
                    <a:pt x="52256" y="184139"/>
                  </a:lnTo>
                  <a:lnTo>
                    <a:pt x="29181" y="153389"/>
                  </a:lnTo>
                  <a:lnTo>
                    <a:pt x="50716" y="111879"/>
                  </a:lnTo>
                  <a:lnTo>
                    <a:pt x="44560" y="102657"/>
                  </a:lnTo>
                  <a:lnTo>
                    <a:pt x="32260" y="102657"/>
                  </a:lnTo>
                  <a:lnTo>
                    <a:pt x="13796" y="70368"/>
                  </a:lnTo>
                  <a:lnTo>
                    <a:pt x="15335" y="53457"/>
                  </a:lnTo>
                  <a:lnTo>
                    <a:pt x="3035" y="10407"/>
                  </a:lnTo>
                  <a:lnTo>
                    <a:pt x="13803" y="1186"/>
                  </a:lnTo>
                  <a:lnTo>
                    <a:pt x="39949" y="18096"/>
                  </a:lnTo>
                  <a:lnTo>
                    <a:pt x="51893" y="15114"/>
                  </a:lnTo>
                  <a:lnTo>
                    <a:pt x="64562" y="11947"/>
                  </a:lnTo>
                  <a:lnTo>
                    <a:pt x="87630" y="4264"/>
                  </a:lnTo>
                  <a:lnTo>
                    <a:pt x="90708" y="10407"/>
                  </a:lnTo>
                  <a:lnTo>
                    <a:pt x="89169" y="31936"/>
                  </a:lnTo>
                  <a:lnTo>
                    <a:pt x="102858" y="42026"/>
                  </a:lnTo>
                  <a:cubicBezTo>
                    <a:pt x="107168" y="53095"/>
                    <a:pt x="119468" y="59245"/>
                    <a:pt x="131165" y="60476"/>
                  </a:cubicBezTo>
                  <a:cubicBezTo>
                    <a:pt x="130550" y="73392"/>
                    <a:pt x="145928" y="78310"/>
                    <a:pt x="153925" y="85076"/>
                  </a:cubicBezTo>
                  <a:cubicBezTo>
                    <a:pt x="166232" y="86923"/>
                    <a:pt x="179770" y="85076"/>
                    <a:pt x="190846" y="80773"/>
                  </a:cubicBezTo>
                  <a:cubicBezTo>
                    <a:pt x="199458" y="78310"/>
                    <a:pt x="214844" y="84460"/>
                    <a:pt x="218531" y="73392"/>
                  </a:cubicBezTo>
                  <a:lnTo>
                    <a:pt x="219146" y="59614"/>
                  </a:lnTo>
                  <a:lnTo>
                    <a:pt x="242994" y="62686"/>
                  </a:lnTo>
                  <a:lnTo>
                    <a:pt x="253761" y="41157"/>
                  </a:lnTo>
                  <a:lnTo>
                    <a:pt x="306060" y="47314"/>
                  </a:lnTo>
                  <a:lnTo>
                    <a:pt x="313749" y="54996"/>
                  </a:lnTo>
                  <a:lnTo>
                    <a:pt x="330667" y="56536"/>
                  </a:lnTo>
                  <a:lnTo>
                    <a:pt x="370666" y="84207"/>
                  </a:lnTo>
                  <a:lnTo>
                    <a:pt x="373737" y="107268"/>
                  </a:lnTo>
                  <a:lnTo>
                    <a:pt x="373737" y="127257"/>
                  </a:lnTo>
                  <a:lnTo>
                    <a:pt x="356820" y="150318"/>
                  </a:lnTo>
                  <a:lnTo>
                    <a:pt x="362970" y="185678"/>
                  </a:lnTo>
                  <a:lnTo>
                    <a:pt x="361431" y="204128"/>
                  </a:lnTo>
                  <a:lnTo>
                    <a:pt x="367581" y="216428"/>
                  </a:lnTo>
                  <a:lnTo>
                    <a:pt x="376816" y="208739"/>
                  </a:lnTo>
                  <a:lnTo>
                    <a:pt x="386044" y="222578"/>
                  </a:lnTo>
                  <a:lnTo>
                    <a:pt x="373737" y="241021"/>
                  </a:lnTo>
                  <a:lnTo>
                    <a:pt x="366041" y="257939"/>
                  </a:lnTo>
                  <a:lnTo>
                    <a:pt x="366041" y="271771"/>
                  </a:lnTo>
                  <a:lnTo>
                    <a:pt x="404501" y="304060"/>
                  </a:lnTo>
                  <a:lnTo>
                    <a:pt x="402962" y="319432"/>
                  </a:lnTo>
                  <a:lnTo>
                    <a:pt x="416808" y="320971"/>
                  </a:lnTo>
                  <a:lnTo>
                    <a:pt x="416808" y="336343"/>
                  </a:lnTo>
                  <a:lnTo>
                    <a:pt x="387577" y="348642"/>
                  </a:lnTo>
                  <a:lnTo>
                    <a:pt x="386037" y="368632"/>
                  </a:lnTo>
                  <a:lnTo>
                    <a:pt x="379374" y="371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8" name="Forme libre : forme 466">
              <a:extLst>
                <a:ext uri="{FF2B5EF4-FFF2-40B4-BE49-F238E27FC236}">
                  <a16:creationId xmlns:a16="http://schemas.microsoft.com/office/drawing/2014/main" id="{591A94E8-26D3-E745-F11C-5AFA7E255A5D}"/>
                </a:ext>
              </a:extLst>
            </p:cNvPr>
            <p:cNvSpPr/>
            <p:nvPr/>
          </p:nvSpPr>
          <p:spPr>
            <a:xfrm>
              <a:off x="6731769" y="3616949"/>
              <a:ext cx="298610" cy="210556"/>
            </a:xfrm>
            <a:custGeom>
              <a:avLst/>
              <a:gdLst>
                <a:gd name="csX0" fmla="*/ 68904 w 298610"/>
                <a:gd name="csY0" fmla="*/ 26678 h 210556"/>
                <a:gd name="csX1" fmla="*/ 48395 w 298610"/>
                <a:gd name="csY1" fmla="*/ 28724 h 210556"/>
                <a:gd name="csX2" fmla="*/ 35062 w 298610"/>
                <a:gd name="csY2" fmla="*/ 15404 h 210556"/>
                <a:gd name="csX3" fmla="*/ 21729 w 298610"/>
                <a:gd name="csY3" fmla="*/ 9254 h 210556"/>
                <a:gd name="csX4" fmla="*/ 11474 w 298610"/>
                <a:gd name="csY4" fmla="*/ 11307 h 210556"/>
                <a:gd name="csX5" fmla="*/ 3539 w 298610"/>
                <a:gd name="csY5" fmla="*/ 18161 h 210556"/>
                <a:gd name="csX6" fmla="*/ 4038 w 298610"/>
                <a:gd name="csY6" fmla="*/ 30516 h 210556"/>
                <a:gd name="csX7" fmla="*/ 13882 w 298610"/>
                <a:gd name="csY7" fmla="*/ 18216 h 210556"/>
                <a:gd name="csX8" fmla="*/ 32346 w 298610"/>
                <a:gd name="csY8" fmla="*/ 23141 h 210556"/>
                <a:gd name="csX9" fmla="*/ 37880 w 298610"/>
                <a:gd name="csY9" fmla="*/ 36666 h 210556"/>
                <a:gd name="csX10" fmla="*/ 50187 w 298610"/>
                <a:gd name="csY10" fmla="*/ 54500 h 210556"/>
                <a:gd name="csX11" fmla="*/ 13267 w 298610"/>
                <a:gd name="csY11" fmla="*/ 63113 h 210556"/>
                <a:gd name="csX12" fmla="*/ 8348 w 298610"/>
                <a:gd name="csY12" fmla="*/ 74797 h 210556"/>
                <a:gd name="csX13" fmla="*/ 23111 w 298610"/>
                <a:gd name="csY13" fmla="*/ 77869 h 210556"/>
                <a:gd name="csX14" fmla="*/ 25573 w 298610"/>
                <a:gd name="csY14" fmla="*/ 91400 h 210556"/>
                <a:gd name="csX15" fmla="*/ 18808 w 298610"/>
                <a:gd name="csY15" fmla="*/ 93863 h 210556"/>
                <a:gd name="csX16" fmla="*/ 33571 w 298610"/>
                <a:gd name="csY16" fmla="*/ 108003 h 210556"/>
                <a:gd name="csX17" fmla="*/ 34802 w 298610"/>
                <a:gd name="csY17" fmla="*/ 150191 h 210556"/>
                <a:gd name="csX18" fmla="*/ 58649 w 298610"/>
                <a:gd name="csY18" fmla="*/ 153256 h 210556"/>
                <a:gd name="csX19" fmla="*/ 69417 w 298610"/>
                <a:gd name="csY19" fmla="*/ 131734 h 210556"/>
                <a:gd name="csX20" fmla="*/ 121709 w 298610"/>
                <a:gd name="csY20" fmla="*/ 137884 h 210556"/>
                <a:gd name="csX21" fmla="*/ 129405 w 298610"/>
                <a:gd name="csY21" fmla="*/ 145573 h 210556"/>
                <a:gd name="csX22" fmla="*/ 146322 w 298610"/>
                <a:gd name="csY22" fmla="*/ 147106 h 210556"/>
                <a:gd name="csX23" fmla="*/ 186314 w 298610"/>
                <a:gd name="csY23" fmla="*/ 174784 h 210556"/>
                <a:gd name="csX24" fmla="*/ 189393 w 298610"/>
                <a:gd name="csY24" fmla="*/ 197845 h 210556"/>
                <a:gd name="csX25" fmla="*/ 207850 w 298610"/>
                <a:gd name="csY25" fmla="*/ 202455 h 210556"/>
                <a:gd name="csX26" fmla="*/ 220156 w 298610"/>
                <a:gd name="csY26" fmla="*/ 211677 h 210556"/>
                <a:gd name="csX27" fmla="*/ 224774 w 298610"/>
                <a:gd name="csY27" fmla="*/ 197845 h 210556"/>
                <a:gd name="csX28" fmla="*/ 266305 w 298610"/>
                <a:gd name="csY28" fmla="*/ 173245 h 210556"/>
                <a:gd name="csX29" fmla="*/ 275534 w 298610"/>
                <a:gd name="csY29" fmla="*/ 151723 h 210556"/>
                <a:gd name="csX30" fmla="*/ 301686 w 298610"/>
                <a:gd name="csY30" fmla="*/ 149671 h 210556"/>
                <a:gd name="csX31" fmla="*/ 293477 w 298610"/>
                <a:gd name="csY31" fmla="*/ 137371 h 210556"/>
                <a:gd name="csX32" fmla="*/ 279125 w 298610"/>
                <a:gd name="csY32" fmla="*/ 134299 h 210556"/>
                <a:gd name="csX33" fmla="*/ 259635 w 298610"/>
                <a:gd name="csY33" fmla="*/ 124052 h 210556"/>
                <a:gd name="csX34" fmla="*/ 240159 w 298610"/>
                <a:gd name="csY34" fmla="*/ 115849 h 210556"/>
                <a:gd name="csX35" fmla="*/ 222722 w 298610"/>
                <a:gd name="csY35" fmla="*/ 95347 h 210556"/>
                <a:gd name="csX36" fmla="*/ 214519 w 298610"/>
                <a:gd name="csY36" fmla="*/ 66650 h 210556"/>
                <a:gd name="csX37" fmla="*/ 202213 w 298610"/>
                <a:gd name="csY37" fmla="*/ 51278 h 210556"/>
                <a:gd name="csX38" fmla="*/ 186834 w 298610"/>
                <a:gd name="csY38" fmla="*/ 47180 h 210556"/>
                <a:gd name="csX39" fmla="*/ 157097 w 298610"/>
                <a:gd name="csY39" fmla="*/ 34880 h 210556"/>
                <a:gd name="csX40" fmla="*/ 160168 w 298610"/>
                <a:gd name="csY40" fmla="*/ 25652 h 210556"/>
                <a:gd name="csX41" fmla="*/ 157733 w 298610"/>
                <a:gd name="csY41" fmla="*/ 14447 h 210556"/>
                <a:gd name="csX42" fmla="*/ 151583 w 298610"/>
                <a:gd name="csY42" fmla="*/ 7271 h 210556"/>
                <a:gd name="csX43" fmla="*/ 139276 w 298610"/>
                <a:gd name="csY43" fmla="*/ 1121 h 210556"/>
                <a:gd name="csX44" fmla="*/ 132100 w 298610"/>
                <a:gd name="csY44" fmla="*/ 1121 h 210556"/>
                <a:gd name="csX45" fmla="*/ 130048 w 298610"/>
                <a:gd name="csY45" fmla="*/ 6244 h 210556"/>
                <a:gd name="csX46" fmla="*/ 123898 w 298610"/>
                <a:gd name="csY46" fmla="*/ 5218 h 210556"/>
                <a:gd name="csX47" fmla="*/ 110565 w 298610"/>
                <a:gd name="csY47" fmla="*/ 12394 h 210556"/>
                <a:gd name="csX48" fmla="*/ 104408 w 298610"/>
                <a:gd name="csY48" fmla="*/ 34942 h 210556"/>
                <a:gd name="csX49" fmla="*/ 68904 w 298610"/>
                <a:gd name="csY49" fmla="*/ 26678 h 210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298610" h="210556">
                  <a:moveTo>
                    <a:pt x="68904" y="26678"/>
                  </a:moveTo>
                  <a:lnTo>
                    <a:pt x="48395" y="28724"/>
                  </a:lnTo>
                  <a:lnTo>
                    <a:pt x="35062" y="15404"/>
                  </a:lnTo>
                  <a:lnTo>
                    <a:pt x="21729" y="9254"/>
                  </a:lnTo>
                  <a:lnTo>
                    <a:pt x="11474" y="11307"/>
                  </a:lnTo>
                  <a:lnTo>
                    <a:pt x="3539" y="18161"/>
                  </a:lnTo>
                  <a:cubicBezTo>
                    <a:pt x="2903" y="22327"/>
                    <a:pt x="2793" y="27027"/>
                    <a:pt x="4038" y="30516"/>
                  </a:cubicBezTo>
                  <a:cubicBezTo>
                    <a:pt x="7117" y="27444"/>
                    <a:pt x="8348" y="20063"/>
                    <a:pt x="13882" y="18216"/>
                  </a:cubicBezTo>
                  <a:cubicBezTo>
                    <a:pt x="20655" y="18216"/>
                    <a:pt x="26805" y="19447"/>
                    <a:pt x="32346" y="23141"/>
                  </a:cubicBezTo>
                  <a:cubicBezTo>
                    <a:pt x="36033" y="26829"/>
                    <a:pt x="36033" y="32363"/>
                    <a:pt x="37880" y="36666"/>
                  </a:cubicBezTo>
                  <a:cubicBezTo>
                    <a:pt x="43415" y="42200"/>
                    <a:pt x="52034" y="47126"/>
                    <a:pt x="50187" y="54500"/>
                  </a:cubicBezTo>
                  <a:cubicBezTo>
                    <a:pt x="40343" y="62497"/>
                    <a:pt x="26189" y="67416"/>
                    <a:pt x="13267" y="63113"/>
                  </a:cubicBezTo>
                  <a:cubicBezTo>
                    <a:pt x="8348" y="64337"/>
                    <a:pt x="8964" y="70487"/>
                    <a:pt x="8348" y="74797"/>
                  </a:cubicBezTo>
                  <a:cubicBezTo>
                    <a:pt x="12035" y="82172"/>
                    <a:pt x="18192" y="71103"/>
                    <a:pt x="23111" y="77869"/>
                  </a:cubicBezTo>
                  <a:cubicBezTo>
                    <a:pt x="26189" y="81563"/>
                    <a:pt x="28652" y="87097"/>
                    <a:pt x="25573" y="91400"/>
                  </a:cubicBezTo>
                  <a:cubicBezTo>
                    <a:pt x="23111" y="93247"/>
                    <a:pt x="18808" y="90784"/>
                    <a:pt x="18808" y="93863"/>
                  </a:cubicBezTo>
                  <a:cubicBezTo>
                    <a:pt x="22495" y="98781"/>
                    <a:pt x="31730" y="101237"/>
                    <a:pt x="33571" y="108003"/>
                  </a:cubicBezTo>
                  <a:lnTo>
                    <a:pt x="34802" y="150191"/>
                  </a:lnTo>
                  <a:lnTo>
                    <a:pt x="58649" y="153256"/>
                  </a:lnTo>
                  <a:lnTo>
                    <a:pt x="69417" y="131734"/>
                  </a:lnTo>
                  <a:lnTo>
                    <a:pt x="121709" y="137884"/>
                  </a:lnTo>
                  <a:lnTo>
                    <a:pt x="129405" y="145573"/>
                  </a:lnTo>
                  <a:lnTo>
                    <a:pt x="146322" y="147106"/>
                  </a:lnTo>
                  <a:lnTo>
                    <a:pt x="186314" y="174784"/>
                  </a:lnTo>
                  <a:lnTo>
                    <a:pt x="189393" y="197845"/>
                  </a:lnTo>
                  <a:lnTo>
                    <a:pt x="207850" y="202455"/>
                  </a:lnTo>
                  <a:lnTo>
                    <a:pt x="220156" y="211677"/>
                  </a:lnTo>
                  <a:lnTo>
                    <a:pt x="224774" y="197845"/>
                  </a:lnTo>
                  <a:lnTo>
                    <a:pt x="266305" y="173245"/>
                  </a:lnTo>
                  <a:lnTo>
                    <a:pt x="275534" y="151723"/>
                  </a:lnTo>
                  <a:lnTo>
                    <a:pt x="301686" y="149671"/>
                  </a:lnTo>
                  <a:lnTo>
                    <a:pt x="293477" y="137371"/>
                  </a:lnTo>
                  <a:lnTo>
                    <a:pt x="279125" y="134299"/>
                  </a:lnTo>
                  <a:lnTo>
                    <a:pt x="259635" y="124052"/>
                  </a:lnTo>
                  <a:lnTo>
                    <a:pt x="240159" y="115849"/>
                  </a:lnTo>
                  <a:lnTo>
                    <a:pt x="222722" y="95347"/>
                  </a:lnTo>
                  <a:lnTo>
                    <a:pt x="214519" y="66650"/>
                  </a:lnTo>
                  <a:lnTo>
                    <a:pt x="202213" y="51278"/>
                  </a:lnTo>
                  <a:lnTo>
                    <a:pt x="186834" y="47180"/>
                  </a:lnTo>
                  <a:lnTo>
                    <a:pt x="157097" y="34880"/>
                  </a:lnTo>
                  <a:lnTo>
                    <a:pt x="160168" y="25652"/>
                  </a:lnTo>
                  <a:lnTo>
                    <a:pt x="157733" y="14447"/>
                  </a:lnTo>
                  <a:lnTo>
                    <a:pt x="151583" y="7271"/>
                  </a:lnTo>
                  <a:lnTo>
                    <a:pt x="139276" y="1121"/>
                  </a:lnTo>
                  <a:lnTo>
                    <a:pt x="132100" y="1121"/>
                  </a:lnTo>
                  <a:lnTo>
                    <a:pt x="130048" y="6244"/>
                  </a:lnTo>
                  <a:lnTo>
                    <a:pt x="123898" y="5218"/>
                  </a:lnTo>
                  <a:lnTo>
                    <a:pt x="110565" y="12394"/>
                  </a:lnTo>
                  <a:lnTo>
                    <a:pt x="104408" y="34942"/>
                  </a:lnTo>
                  <a:lnTo>
                    <a:pt x="68904" y="266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89" name="Forme libre : forme 467">
              <a:extLst>
                <a:ext uri="{FF2B5EF4-FFF2-40B4-BE49-F238E27FC236}">
                  <a16:creationId xmlns:a16="http://schemas.microsoft.com/office/drawing/2014/main" id="{C0E83A08-5307-03E5-2C4D-A7F2058038B0}"/>
                </a:ext>
              </a:extLst>
            </p:cNvPr>
            <p:cNvSpPr/>
            <p:nvPr/>
          </p:nvSpPr>
          <p:spPr>
            <a:xfrm>
              <a:off x="6607379" y="3200256"/>
              <a:ext cx="876779" cy="468903"/>
            </a:xfrm>
            <a:custGeom>
              <a:avLst/>
              <a:gdLst>
                <a:gd name="csX0" fmla="*/ 478644 w 876779"/>
                <a:gd name="csY0" fmla="*/ 457115 h 468903"/>
                <a:gd name="csX1" fmla="*/ 481572 w 876779"/>
                <a:gd name="csY1" fmla="*/ 445205 h 468903"/>
                <a:gd name="csX2" fmla="*/ 495931 w 876779"/>
                <a:gd name="csY2" fmla="*/ 430859 h 468903"/>
                <a:gd name="csX3" fmla="*/ 523616 w 876779"/>
                <a:gd name="csY3" fmla="*/ 424710 h 468903"/>
                <a:gd name="csX4" fmla="*/ 531825 w 876779"/>
                <a:gd name="csY4" fmla="*/ 414462 h 468903"/>
                <a:gd name="csX5" fmla="*/ 547203 w 876779"/>
                <a:gd name="csY5" fmla="*/ 414462 h 468903"/>
                <a:gd name="csX6" fmla="*/ 557458 w 876779"/>
                <a:gd name="csY6" fmla="*/ 423683 h 468903"/>
                <a:gd name="csX7" fmla="*/ 582071 w 876779"/>
                <a:gd name="csY7" fmla="*/ 420612 h 468903"/>
                <a:gd name="csX8" fmla="*/ 576941 w 876779"/>
                <a:gd name="csY8" fmla="*/ 407286 h 468903"/>
                <a:gd name="csX9" fmla="*/ 599502 w 876779"/>
                <a:gd name="csY9" fmla="*/ 393960 h 468903"/>
                <a:gd name="csX10" fmla="*/ 610783 w 876779"/>
                <a:gd name="csY10" fmla="*/ 399090 h 468903"/>
                <a:gd name="csX11" fmla="*/ 620011 w 876779"/>
                <a:gd name="csY11" fmla="*/ 412410 h 468903"/>
                <a:gd name="csX12" fmla="*/ 650775 w 876779"/>
                <a:gd name="csY12" fmla="*/ 402162 h 468903"/>
                <a:gd name="csX13" fmla="*/ 686669 w 876779"/>
                <a:gd name="csY13" fmla="*/ 408312 h 468903"/>
                <a:gd name="csX14" fmla="*/ 715380 w 876779"/>
                <a:gd name="csY14" fmla="*/ 416514 h 468903"/>
                <a:gd name="csX15" fmla="*/ 726148 w 876779"/>
                <a:gd name="csY15" fmla="*/ 425223 h 468903"/>
                <a:gd name="csX16" fmla="*/ 733837 w 876779"/>
                <a:gd name="csY16" fmla="*/ 403701 h 468903"/>
                <a:gd name="csX17" fmla="*/ 729226 w 876779"/>
                <a:gd name="csY17" fmla="*/ 389862 h 468903"/>
                <a:gd name="csX18" fmla="*/ 727687 w 876779"/>
                <a:gd name="csY18" fmla="*/ 366801 h 468903"/>
                <a:gd name="csX19" fmla="*/ 713848 w 876779"/>
                <a:gd name="csY19" fmla="*/ 351430 h 468903"/>
                <a:gd name="csX20" fmla="*/ 756911 w 876779"/>
                <a:gd name="csY20" fmla="*/ 336058 h 468903"/>
                <a:gd name="csX21" fmla="*/ 767679 w 876779"/>
                <a:gd name="csY21" fmla="*/ 349890 h 468903"/>
                <a:gd name="csX22" fmla="*/ 777270 w 876779"/>
                <a:gd name="csY22" fmla="*/ 339588 h 468903"/>
                <a:gd name="csX23" fmla="*/ 775368 w 876779"/>
                <a:gd name="csY23" fmla="*/ 326830 h 468903"/>
                <a:gd name="csX24" fmla="*/ 792293 w 876779"/>
                <a:gd name="csY24" fmla="*/ 286858 h 468903"/>
                <a:gd name="csX25" fmla="*/ 818446 w 876779"/>
                <a:gd name="csY25" fmla="*/ 285326 h 468903"/>
                <a:gd name="csX26" fmla="*/ 835363 w 876779"/>
                <a:gd name="csY26" fmla="*/ 293008 h 468903"/>
                <a:gd name="csX27" fmla="*/ 847670 w 876779"/>
                <a:gd name="csY27" fmla="*/ 280708 h 468903"/>
                <a:gd name="csX28" fmla="*/ 839981 w 876779"/>
                <a:gd name="csY28" fmla="*/ 251498 h 468903"/>
                <a:gd name="csX29" fmla="*/ 879973 w 876779"/>
                <a:gd name="csY29" fmla="*/ 219215 h 468903"/>
                <a:gd name="csX30" fmla="*/ 876894 w 876779"/>
                <a:gd name="csY30" fmla="*/ 208455 h 468903"/>
                <a:gd name="csX31" fmla="*/ 833824 w 876779"/>
                <a:gd name="csY31" fmla="*/ 196155 h 468903"/>
                <a:gd name="csX32" fmla="*/ 799989 w 876779"/>
                <a:gd name="csY32" fmla="*/ 156183 h 468903"/>
                <a:gd name="csX33" fmla="*/ 719998 w 876779"/>
                <a:gd name="csY33" fmla="*/ 156183 h 468903"/>
                <a:gd name="csX34" fmla="*/ 700002 w 876779"/>
                <a:gd name="csY34" fmla="*/ 120816 h 468903"/>
                <a:gd name="csX35" fmla="*/ 689234 w 876779"/>
                <a:gd name="csY35" fmla="*/ 94683 h 468903"/>
                <a:gd name="csX36" fmla="*/ 656932 w 876779"/>
                <a:gd name="csY36" fmla="*/ 74694 h 468903"/>
                <a:gd name="csX37" fmla="*/ 649242 w 876779"/>
                <a:gd name="csY37" fmla="*/ 51634 h 468903"/>
                <a:gd name="csX38" fmla="*/ 649242 w 876779"/>
                <a:gd name="csY38" fmla="*/ 36262 h 468903"/>
                <a:gd name="csX39" fmla="*/ 621557 w 876779"/>
                <a:gd name="csY39" fmla="*/ 33184 h 468903"/>
                <a:gd name="csX40" fmla="*/ 610790 w 876779"/>
                <a:gd name="csY40" fmla="*/ 45484 h 468903"/>
                <a:gd name="csX41" fmla="*/ 604640 w 876779"/>
                <a:gd name="csY41" fmla="*/ 59323 h 468903"/>
                <a:gd name="csX42" fmla="*/ 578487 w 876779"/>
                <a:gd name="csY42" fmla="*/ 63934 h 468903"/>
                <a:gd name="csX43" fmla="*/ 575408 w 876779"/>
                <a:gd name="csY43" fmla="*/ 45484 h 468903"/>
                <a:gd name="csX44" fmla="*/ 546184 w 876779"/>
                <a:gd name="csY44" fmla="*/ 33184 h 468903"/>
                <a:gd name="csX45" fmla="*/ 529266 w 876779"/>
                <a:gd name="csY45" fmla="*/ 37801 h 468903"/>
                <a:gd name="csX46" fmla="*/ 520031 w 876779"/>
                <a:gd name="csY46" fmla="*/ 10123 h 468903"/>
                <a:gd name="csX47" fmla="*/ 504653 w 876779"/>
                <a:gd name="csY47" fmla="*/ 3973 h 468903"/>
                <a:gd name="csX48" fmla="*/ 475428 w 876779"/>
                <a:gd name="csY48" fmla="*/ 901 h 468903"/>
                <a:gd name="csX49" fmla="*/ 447743 w 876779"/>
                <a:gd name="csY49" fmla="*/ 3973 h 468903"/>
                <a:gd name="csX50" fmla="*/ 423130 w 876779"/>
                <a:gd name="csY50" fmla="*/ 23962 h 468903"/>
                <a:gd name="csX51" fmla="*/ 364674 w 876779"/>
                <a:gd name="csY51" fmla="*/ 48555 h 468903"/>
                <a:gd name="csX52" fmla="*/ 330832 w 876779"/>
                <a:gd name="csY52" fmla="*/ 57784 h 468903"/>
                <a:gd name="csX53" fmla="*/ 303147 w 876779"/>
                <a:gd name="csY53" fmla="*/ 62394 h 468903"/>
                <a:gd name="csX54" fmla="*/ 303147 w 876779"/>
                <a:gd name="csY54" fmla="*/ 79305 h 468903"/>
                <a:gd name="csX55" fmla="*/ 323143 w 876779"/>
                <a:gd name="csY55" fmla="*/ 77766 h 468903"/>
                <a:gd name="csX56" fmla="*/ 323143 w 876779"/>
                <a:gd name="csY56" fmla="*/ 83916 h 468903"/>
                <a:gd name="csX57" fmla="*/ 304686 w 876779"/>
                <a:gd name="csY57" fmla="*/ 90066 h 468903"/>
                <a:gd name="csX58" fmla="*/ 301608 w 876779"/>
                <a:gd name="csY58" fmla="*/ 99287 h 468903"/>
                <a:gd name="csX59" fmla="*/ 310836 w 876779"/>
                <a:gd name="csY59" fmla="*/ 106977 h 468903"/>
                <a:gd name="csX60" fmla="*/ 307758 w 876779"/>
                <a:gd name="csY60" fmla="*/ 116198 h 468903"/>
                <a:gd name="csX61" fmla="*/ 295458 w 876779"/>
                <a:gd name="csY61" fmla="*/ 119277 h 468903"/>
                <a:gd name="csX62" fmla="*/ 293918 w 876779"/>
                <a:gd name="csY62" fmla="*/ 134648 h 468903"/>
                <a:gd name="csX63" fmla="*/ 309297 w 876779"/>
                <a:gd name="csY63" fmla="*/ 145409 h 468903"/>
                <a:gd name="csX64" fmla="*/ 310836 w 876779"/>
                <a:gd name="csY64" fmla="*/ 162326 h 468903"/>
                <a:gd name="csX65" fmla="*/ 300068 w 876779"/>
                <a:gd name="csY65" fmla="*/ 170009 h 468903"/>
                <a:gd name="csX66" fmla="*/ 290840 w 876779"/>
                <a:gd name="csY66" fmla="*/ 156176 h 468903"/>
                <a:gd name="csX67" fmla="*/ 284690 w 876779"/>
                <a:gd name="csY67" fmla="*/ 157709 h 468903"/>
                <a:gd name="csX68" fmla="*/ 283151 w 876779"/>
                <a:gd name="csY68" fmla="*/ 170009 h 468903"/>
                <a:gd name="csX69" fmla="*/ 253920 w 876779"/>
                <a:gd name="csY69" fmla="*/ 163859 h 468903"/>
                <a:gd name="csX70" fmla="*/ 243152 w 876779"/>
                <a:gd name="csY70" fmla="*/ 154637 h 468903"/>
                <a:gd name="csX71" fmla="*/ 204699 w 876779"/>
                <a:gd name="csY71" fmla="*/ 154637 h 468903"/>
                <a:gd name="csX72" fmla="*/ 192392 w 876779"/>
                <a:gd name="csY72" fmla="*/ 166930 h 468903"/>
                <a:gd name="csX73" fmla="*/ 184703 w 876779"/>
                <a:gd name="csY73" fmla="*/ 166930 h 468903"/>
                <a:gd name="csX74" fmla="*/ 175475 w 876779"/>
                <a:gd name="csY74" fmla="*/ 157709 h 468903"/>
                <a:gd name="csX75" fmla="*/ 163168 w 876779"/>
                <a:gd name="csY75" fmla="*/ 159248 h 468903"/>
                <a:gd name="csX76" fmla="*/ 150861 w 876779"/>
                <a:gd name="csY76" fmla="*/ 142337 h 468903"/>
                <a:gd name="csX77" fmla="*/ 130865 w 876779"/>
                <a:gd name="csY77" fmla="*/ 143870 h 468903"/>
                <a:gd name="csX78" fmla="*/ 121637 w 876779"/>
                <a:gd name="csY78" fmla="*/ 136187 h 468903"/>
                <a:gd name="csX79" fmla="*/ 100102 w 876779"/>
                <a:gd name="csY79" fmla="*/ 136187 h 468903"/>
                <a:gd name="csX80" fmla="*/ 89334 w 876779"/>
                <a:gd name="csY80" fmla="*/ 123887 h 468903"/>
                <a:gd name="csX81" fmla="*/ 43192 w 876779"/>
                <a:gd name="csY81" fmla="*/ 154630 h 468903"/>
                <a:gd name="csX82" fmla="*/ 43192 w 876779"/>
                <a:gd name="csY82" fmla="*/ 177691 h 468903"/>
                <a:gd name="csX83" fmla="*/ 29346 w 876779"/>
                <a:gd name="csY83" fmla="*/ 179230 h 468903"/>
                <a:gd name="csX84" fmla="*/ 21657 w 876779"/>
                <a:gd name="csY84" fmla="*/ 168469 h 468903"/>
                <a:gd name="csX85" fmla="*/ 9350 w 876779"/>
                <a:gd name="csY85" fmla="*/ 171541 h 468903"/>
                <a:gd name="csX86" fmla="*/ 3193 w 876779"/>
                <a:gd name="csY86" fmla="*/ 259173 h 468903"/>
                <a:gd name="csX87" fmla="*/ 32418 w 876779"/>
                <a:gd name="csY87" fmla="*/ 265323 h 468903"/>
                <a:gd name="csX88" fmla="*/ 46264 w 876779"/>
                <a:gd name="csY88" fmla="*/ 282234 h 468903"/>
                <a:gd name="csX89" fmla="*/ 41646 w 876779"/>
                <a:gd name="csY89" fmla="*/ 303762 h 468903"/>
                <a:gd name="csX90" fmla="*/ 52544 w 876779"/>
                <a:gd name="csY90" fmla="*/ 309844 h 468903"/>
                <a:gd name="csX91" fmla="*/ 80106 w 876779"/>
                <a:gd name="csY91" fmla="*/ 300684 h 468903"/>
                <a:gd name="csX92" fmla="*/ 113790 w 876779"/>
                <a:gd name="csY92" fmla="*/ 287105 h 468903"/>
                <a:gd name="csX93" fmla="*/ 139629 w 876779"/>
                <a:gd name="csY93" fmla="*/ 300636 h 468903"/>
                <a:gd name="csX94" fmla="*/ 137781 w 876779"/>
                <a:gd name="csY94" fmla="*/ 319695 h 468903"/>
                <a:gd name="csX95" fmla="*/ 134094 w 876779"/>
                <a:gd name="csY95" fmla="*/ 339992 h 468903"/>
                <a:gd name="csX96" fmla="*/ 98405 w 876779"/>
                <a:gd name="csY96" fmla="*/ 347366 h 468903"/>
                <a:gd name="csX97" fmla="*/ 97174 w 876779"/>
                <a:gd name="csY97" fmla="*/ 358442 h 468903"/>
                <a:gd name="csX98" fmla="*/ 99021 w 876779"/>
                <a:gd name="csY98" fmla="*/ 364592 h 468903"/>
                <a:gd name="csX99" fmla="*/ 79333 w 876779"/>
                <a:gd name="csY99" fmla="*/ 359050 h 468903"/>
                <a:gd name="csX100" fmla="*/ 95327 w 876779"/>
                <a:gd name="csY100" fmla="*/ 386113 h 468903"/>
                <a:gd name="csX101" fmla="*/ 106402 w 876779"/>
                <a:gd name="csY101" fmla="*/ 408866 h 468903"/>
                <a:gd name="csX102" fmla="*/ 128553 w 876779"/>
                <a:gd name="csY102" fmla="*/ 416863 h 468903"/>
                <a:gd name="csX103" fmla="*/ 128047 w 876779"/>
                <a:gd name="csY103" fmla="*/ 434636 h 468903"/>
                <a:gd name="csX104" fmla="*/ 135989 w 876779"/>
                <a:gd name="csY104" fmla="*/ 427781 h 468903"/>
                <a:gd name="csX105" fmla="*/ 146244 w 876779"/>
                <a:gd name="csY105" fmla="*/ 425729 h 468903"/>
                <a:gd name="csX106" fmla="*/ 159577 w 876779"/>
                <a:gd name="csY106" fmla="*/ 431879 h 468903"/>
                <a:gd name="csX107" fmla="*/ 172910 w 876779"/>
                <a:gd name="csY107" fmla="*/ 445205 h 468903"/>
                <a:gd name="csX108" fmla="*/ 193419 w 876779"/>
                <a:gd name="csY108" fmla="*/ 443153 h 468903"/>
                <a:gd name="csX109" fmla="*/ 189314 w 876779"/>
                <a:gd name="csY109" fmla="*/ 363210 h 468903"/>
                <a:gd name="csX110" fmla="*/ 251614 w 876779"/>
                <a:gd name="csY110" fmla="*/ 329901 h 468903"/>
                <a:gd name="csX111" fmla="*/ 311602 w 876779"/>
                <a:gd name="csY111" fmla="*/ 370639 h 468903"/>
                <a:gd name="csX112" fmla="*/ 327754 w 876779"/>
                <a:gd name="csY112" fmla="*/ 389862 h 468903"/>
                <a:gd name="csX113" fmla="*/ 342113 w 876779"/>
                <a:gd name="csY113" fmla="*/ 387810 h 468903"/>
                <a:gd name="csX114" fmla="*/ 363641 w 876779"/>
                <a:gd name="csY114" fmla="*/ 389862 h 468903"/>
                <a:gd name="csX115" fmla="*/ 373902 w 876779"/>
                <a:gd name="csY115" fmla="*/ 388836 h 468903"/>
                <a:gd name="csX116" fmla="*/ 391333 w 876779"/>
                <a:gd name="csY116" fmla="*/ 400110 h 468903"/>
                <a:gd name="csX117" fmla="*/ 401588 w 876779"/>
                <a:gd name="csY117" fmla="*/ 422657 h 468903"/>
                <a:gd name="csX118" fmla="*/ 414921 w 876779"/>
                <a:gd name="csY118" fmla="*/ 418560 h 468903"/>
                <a:gd name="csX119" fmla="*/ 429273 w 876779"/>
                <a:gd name="csY119" fmla="*/ 455459 h 468903"/>
                <a:gd name="csX120" fmla="*/ 437475 w 876779"/>
                <a:gd name="csY120" fmla="*/ 456479 h 468903"/>
                <a:gd name="csX121" fmla="*/ 449782 w 876779"/>
                <a:gd name="csY121" fmla="*/ 469805 h 468903"/>
                <a:gd name="csX122" fmla="*/ 457984 w 876779"/>
                <a:gd name="csY122" fmla="*/ 468779 h 468903"/>
                <a:gd name="csX123" fmla="*/ 468239 w 876779"/>
                <a:gd name="csY123" fmla="*/ 460583 h 468903"/>
                <a:gd name="csX124" fmla="*/ 478644 w 876779"/>
                <a:gd name="csY124" fmla="*/ 457115 h 4689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Lst>
              <a:rect l="l" t="t" r="r" b="b"/>
              <a:pathLst>
                <a:path w="876779" h="468903">
                  <a:moveTo>
                    <a:pt x="478644" y="457115"/>
                  </a:moveTo>
                  <a:lnTo>
                    <a:pt x="481572" y="445205"/>
                  </a:lnTo>
                  <a:lnTo>
                    <a:pt x="495931" y="430859"/>
                  </a:lnTo>
                  <a:lnTo>
                    <a:pt x="523616" y="424710"/>
                  </a:lnTo>
                  <a:lnTo>
                    <a:pt x="531825" y="414462"/>
                  </a:lnTo>
                  <a:lnTo>
                    <a:pt x="547203" y="414462"/>
                  </a:lnTo>
                  <a:lnTo>
                    <a:pt x="557458" y="423683"/>
                  </a:lnTo>
                  <a:lnTo>
                    <a:pt x="582071" y="420612"/>
                  </a:lnTo>
                  <a:lnTo>
                    <a:pt x="576941" y="407286"/>
                  </a:lnTo>
                  <a:lnTo>
                    <a:pt x="599502" y="393960"/>
                  </a:lnTo>
                  <a:lnTo>
                    <a:pt x="610783" y="399090"/>
                  </a:lnTo>
                  <a:lnTo>
                    <a:pt x="620011" y="412410"/>
                  </a:lnTo>
                  <a:lnTo>
                    <a:pt x="650775" y="402162"/>
                  </a:lnTo>
                  <a:lnTo>
                    <a:pt x="686669" y="408312"/>
                  </a:lnTo>
                  <a:lnTo>
                    <a:pt x="715380" y="416514"/>
                  </a:lnTo>
                  <a:lnTo>
                    <a:pt x="726148" y="425223"/>
                  </a:lnTo>
                  <a:lnTo>
                    <a:pt x="733837" y="403701"/>
                  </a:lnTo>
                  <a:lnTo>
                    <a:pt x="729226" y="389862"/>
                  </a:lnTo>
                  <a:lnTo>
                    <a:pt x="727687" y="366801"/>
                  </a:lnTo>
                  <a:lnTo>
                    <a:pt x="713848" y="351430"/>
                  </a:lnTo>
                  <a:lnTo>
                    <a:pt x="756911" y="336058"/>
                  </a:lnTo>
                  <a:lnTo>
                    <a:pt x="767679" y="349890"/>
                  </a:lnTo>
                  <a:lnTo>
                    <a:pt x="777270" y="339588"/>
                  </a:lnTo>
                  <a:lnTo>
                    <a:pt x="775368" y="326830"/>
                  </a:lnTo>
                  <a:lnTo>
                    <a:pt x="792293" y="286858"/>
                  </a:lnTo>
                  <a:lnTo>
                    <a:pt x="818446" y="285326"/>
                  </a:lnTo>
                  <a:lnTo>
                    <a:pt x="835363" y="293008"/>
                  </a:lnTo>
                  <a:lnTo>
                    <a:pt x="847670" y="280708"/>
                  </a:lnTo>
                  <a:lnTo>
                    <a:pt x="839981" y="251498"/>
                  </a:lnTo>
                  <a:lnTo>
                    <a:pt x="879973" y="219215"/>
                  </a:lnTo>
                  <a:lnTo>
                    <a:pt x="876894" y="208455"/>
                  </a:lnTo>
                  <a:lnTo>
                    <a:pt x="833824" y="196155"/>
                  </a:lnTo>
                  <a:lnTo>
                    <a:pt x="799989" y="156183"/>
                  </a:lnTo>
                  <a:lnTo>
                    <a:pt x="719998" y="156183"/>
                  </a:lnTo>
                  <a:lnTo>
                    <a:pt x="700002" y="120816"/>
                  </a:lnTo>
                  <a:lnTo>
                    <a:pt x="689234" y="94683"/>
                  </a:lnTo>
                  <a:lnTo>
                    <a:pt x="656932" y="74694"/>
                  </a:lnTo>
                  <a:lnTo>
                    <a:pt x="649242" y="51634"/>
                  </a:lnTo>
                  <a:lnTo>
                    <a:pt x="649242" y="36262"/>
                  </a:lnTo>
                  <a:lnTo>
                    <a:pt x="621557" y="33184"/>
                  </a:lnTo>
                  <a:lnTo>
                    <a:pt x="610790" y="45484"/>
                  </a:lnTo>
                  <a:lnTo>
                    <a:pt x="604640" y="59323"/>
                  </a:lnTo>
                  <a:lnTo>
                    <a:pt x="578487" y="63934"/>
                  </a:lnTo>
                  <a:lnTo>
                    <a:pt x="575408" y="45484"/>
                  </a:lnTo>
                  <a:lnTo>
                    <a:pt x="546184" y="33184"/>
                  </a:lnTo>
                  <a:lnTo>
                    <a:pt x="529266" y="37801"/>
                  </a:lnTo>
                  <a:lnTo>
                    <a:pt x="520031" y="10123"/>
                  </a:lnTo>
                  <a:lnTo>
                    <a:pt x="504653" y="3973"/>
                  </a:lnTo>
                  <a:lnTo>
                    <a:pt x="475428" y="901"/>
                  </a:lnTo>
                  <a:lnTo>
                    <a:pt x="447743" y="3973"/>
                  </a:lnTo>
                  <a:lnTo>
                    <a:pt x="423130" y="23962"/>
                  </a:lnTo>
                  <a:lnTo>
                    <a:pt x="364674" y="48555"/>
                  </a:lnTo>
                  <a:lnTo>
                    <a:pt x="330832" y="57784"/>
                  </a:lnTo>
                  <a:lnTo>
                    <a:pt x="303147" y="62394"/>
                  </a:lnTo>
                  <a:lnTo>
                    <a:pt x="303147" y="79305"/>
                  </a:lnTo>
                  <a:lnTo>
                    <a:pt x="323143" y="77766"/>
                  </a:lnTo>
                  <a:lnTo>
                    <a:pt x="323143" y="83916"/>
                  </a:lnTo>
                  <a:lnTo>
                    <a:pt x="304686" y="90066"/>
                  </a:lnTo>
                  <a:lnTo>
                    <a:pt x="301608" y="99287"/>
                  </a:lnTo>
                  <a:lnTo>
                    <a:pt x="310836" y="106977"/>
                  </a:lnTo>
                  <a:lnTo>
                    <a:pt x="307758" y="116198"/>
                  </a:lnTo>
                  <a:lnTo>
                    <a:pt x="295458" y="119277"/>
                  </a:lnTo>
                  <a:lnTo>
                    <a:pt x="293918" y="134648"/>
                  </a:lnTo>
                  <a:lnTo>
                    <a:pt x="309297" y="145409"/>
                  </a:lnTo>
                  <a:lnTo>
                    <a:pt x="310836" y="162326"/>
                  </a:lnTo>
                  <a:lnTo>
                    <a:pt x="300068" y="170009"/>
                  </a:lnTo>
                  <a:lnTo>
                    <a:pt x="290840" y="156176"/>
                  </a:lnTo>
                  <a:lnTo>
                    <a:pt x="284690" y="157709"/>
                  </a:lnTo>
                  <a:lnTo>
                    <a:pt x="283151" y="170009"/>
                  </a:lnTo>
                  <a:lnTo>
                    <a:pt x="253920" y="163859"/>
                  </a:lnTo>
                  <a:lnTo>
                    <a:pt x="243152" y="154637"/>
                  </a:lnTo>
                  <a:lnTo>
                    <a:pt x="204699" y="154637"/>
                  </a:lnTo>
                  <a:lnTo>
                    <a:pt x="192392" y="166930"/>
                  </a:lnTo>
                  <a:lnTo>
                    <a:pt x="184703" y="166930"/>
                  </a:lnTo>
                  <a:lnTo>
                    <a:pt x="175475" y="157709"/>
                  </a:lnTo>
                  <a:lnTo>
                    <a:pt x="163168" y="159248"/>
                  </a:lnTo>
                  <a:lnTo>
                    <a:pt x="150861" y="142337"/>
                  </a:lnTo>
                  <a:lnTo>
                    <a:pt x="130865" y="143870"/>
                  </a:lnTo>
                  <a:lnTo>
                    <a:pt x="121637" y="136187"/>
                  </a:lnTo>
                  <a:lnTo>
                    <a:pt x="100102" y="136187"/>
                  </a:lnTo>
                  <a:lnTo>
                    <a:pt x="89334" y="123887"/>
                  </a:lnTo>
                  <a:lnTo>
                    <a:pt x="43192" y="154630"/>
                  </a:lnTo>
                  <a:lnTo>
                    <a:pt x="43192" y="177691"/>
                  </a:lnTo>
                  <a:lnTo>
                    <a:pt x="29346" y="179230"/>
                  </a:lnTo>
                  <a:lnTo>
                    <a:pt x="21657" y="168469"/>
                  </a:lnTo>
                  <a:lnTo>
                    <a:pt x="9350" y="171541"/>
                  </a:lnTo>
                  <a:lnTo>
                    <a:pt x="3193" y="259173"/>
                  </a:lnTo>
                  <a:lnTo>
                    <a:pt x="32418" y="265323"/>
                  </a:lnTo>
                  <a:lnTo>
                    <a:pt x="46264" y="282234"/>
                  </a:lnTo>
                  <a:lnTo>
                    <a:pt x="41646" y="303762"/>
                  </a:lnTo>
                  <a:lnTo>
                    <a:pt x="52544" y="309844"/>
                  </a:lnTo>
                  <a:cubicBezTo>
                    <a:pt x="62648" y="307956"/>
                    <a:pt x="68606" y="305678"/>
                    <a:pt x="80106" y="300684"/>
                  </a:cubicBezTo>
                  <a:cubicBezTo>
                    <a:pt x="91181" y="303147"/>
                    <a:pt x="80106" y="282234"/>
                    <a:pt x="113790" y="287105"/>
                  </a:cubicBezTo>
                  <a:cubicBezTo>
                    <a:pt x="118709" y="300020"/>
                    <a:pt x="137166" y="284642"/>
                    <a:pt x="139629" y="300636"/>
                  </a:cubicBezTo>
                  <a:cubicBezTo>
                    <a:pt x="144554" y="307395"/>
                    <a:pt x="136557" y="312929"/>
                    <a:pt x="137781" y="319695"/>
                  </a:cubicBezTo>
                  <a:cubicBezTo>
                    <a:pt x="136557" y="326460"/>
                    <a:pt x="140860" y="336298"/>
                    <a:pt x="134094" y="339992"/>
                  </a:cubicBezTo>
                  <a:cubicBezTo>
                    <a:pt x="121172" y="339992"/>
                    <a:pt x="108865" y="341223"/>
                    <a:pt x="98405" y="347366"/>
                  </a:cubicBezTo>
                  <a:cubicBezTo>
                    <a:pt x="97174" y="351060"/>
                    <a:pt x="95942" y="355363"/>
                    <a:pt x="97174" y="358442"/>
                  </a:cubicBezTo>
                  <a:cubicBezTo>
                    <a:pt x="99637" y="359666"/>
                    <a:pt x="100252" y="362745"/>
                    <a:pt x="99021" y="364592"/>
                  </a:cubicBezTo>
                  <a:cubicBezTo>
                    <a:pt x="91640" y="370126"/>
                    <a:pt x="87330" y="357826"/>
                    <a:pt x="79333" y="359050"/>
                  </a:cubicBezTo>
                  <a:cubicBezTo>
                    <a:pt x="76870" y="370735"/>
                    <a:pt x="90408" y="377500"/>
                    <a:pt x="95327" y="386113"/>
                  </a:cubicBezTo>
                  <a:cubicBezTo>
                    <a:pt x="98405" y="394103"/>
                    <a:pt x="98405" y="403947"/>
                    <a:pt x="106402" y="408866"/>
                  </a:cubicBezTo>
                  <a:cubicBezTo>
                    <a:pt x="116246" y="405172"/>
                    <a:pt x="119940" y="416247"/>
                    <a:pt x="128553" y="416863"/>
                  </a:cubicBezTo>
                  <a:cubicBezTo>
                    <a:pt x="130749" y="422712"/>
                    <a:pt x="128984" y="428513"/>
                    <a:pt x="128047" y="434636"/>
                  </a:cubicBezTo>
                  <a:lnTo>
                    <a:pt x="135989" y="427781"/>
                  </a:lnTo>
                  <a:lnTo>
                    <a:pt x="146244" y="425729"/>
                  </a:lnTo>
                  <a:lnTo>
                    <a:pt x="159577" y="431879"/>
                  </a:lnTo>
                  <a:lnTo>
                    <a:pt x="172910" y="445205"/>
                  </a:lnTo>
                  <a:lnTo>
                    <a:pt x="193419" y="443153"/>
                  </a:lnTo>
                  <a:lnTo>
                    <a:pt x="189314" y="363210"/>
                  </a:lnTo>
                  <a:lnTo>
                    <a:pt x="251614" y="329901"/>
                  </a:lnTo>
                  <a:lnTo>
                    <a:pt x="311602" y="370639"/>
                  </a:lnTo>
                  <a:lnTo>
                    <a:pt x="327754" y="389862"/>
                  </a:lnTo>
                  <a:lnTo>
                    <a:pt x="342113" y="387810"/>
                  </a:lnTo>
                  <a:lnTo>
                    <a:pt x="363641" y="389862"/>
                  </a:lnTo>
                  <a:lnTo>
                    <a:pt x="373902" y="388836"/>
                  </a:lnTo>
                  <a:lnTo>
                    <a:pt x="391333" y="400110"/>
                  </a:lnTo>
                  <a:lnTo>
                    <a:pt x="401588" y="422657"/>
                  </a:lnTo>
                  <a:lnTo>
                    <a:pt x="414921" y="418560"/>
                  </a:lnTo>
                  <a:lnTo>
                    <a:pt x="429273" y="455459"/>
                  </a:lnTo>
                  <a:lnTo>
                    <a:pt x="437475" y="456479"/>
                  </a:lnTo>
                  <a:lnTo>
                    <a:pt x="449782" y="469805"/>
                  </a:lnTo>
                  <a:lnTo>
                    <a:pt x="457984" y="468779"/>
                  </a:lnTo>
                  <a:lnTo>
                    <a:pt x="468239" y="460583"/>
                  </a:lnTo>
                  <a:lnTo>
                    <a:pt x="478644" y="4571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0" name="Forme libre : forme 468">
              <a:extLst>
                <a:ext uri="{FF2B5EF4-FFF2-40B4-BE49-F238E27FC236}">
                  <a16:creationId xmlns:a16="http://schemas.microsoft.com/office/drawing/2014/main" id="{2B37A745-EC8C-FCA5-02CE-23520335198F}"/>
                </a:ext>
              </a:extLst>
            </p:cNvPr>
            <p:cNvSpPr/>
            <p:nvPr/>
          </p:nvSpPr>
          <p:spPr>
            <a:xfrm>
              <a:off x="6571997" y="3641536"/>
              <a:ext cx="102291" cy="106896"/>
            </a:xfrm>
            <a:custGeom>
              <a:avLst/>
              <a:gdLst>
                <a:gd name="csX0" fmla="*/ 39842 w 102291"/>
                <a:gd name="csY0" fmla="*/ 77905 h 106896"/>
                <a:gd name="csX1" fmla="*/ 62916 w 102291"/>
                <a:gd name="csY1" fmla="*/ 70216 h 106896"/>
                <a:gd name="csX2" fmla="*/ 65995 w 102291"/>
                <a:gd name="csY2" fmla="*/ 76366 h 106896"/>
                <a:gd name="csX3" fmla="*/ 64456 w 102291"/>
                <a:gd name="csY3" fmla="*/ 97888 h 106896"/>
                <a:gd name="csX4" fmla="*/ 78144 w 102291"/>
                <a:gd name="csY4" fmla="*/ 107985 h 106896"/>
                <a:gd name="csX5" fmla="*/ 80600 w 102291"/>
                <a:gd name="csY5" fmla="*/ 76004 h 106896"/>
                <a:gd name="csX6" fmla="*/ 104448 w 102291"/>
                <a:gd name="csY6" fmla="*/ 54845 h 106896"/>
                <a:gd name="csX7" fmla="*/ 93680 w 102291"/>
                <a:gd name="csY7" fmla="*/ 28706 h 106896"/>
                <a:gd name="csX8" fmla="*/ 70920 w 102291"/>
                <a:gd name="csY8" fmla="*/ 1089 h 106896"/>
                <a:gd name="csX9" fmla="*/ 70606 w 102291"/>
                <a:gd name="csY9" fmla="*/ 17945 h 106896"/>
                <a:gd name="csX10" fmla="*/ 56766 w 102291"/>
                <a:gd name="csY10" fmla="*/ 22556 h 106896"/>
                <a:gd name="csX11" fmla="*/ 29074 w 102291"/>
                <a:gd name="csY11" fmla="*/ 8723 h 106896"/>
                <a:gd name="csX12" fmla="*/ 36764 w 102291"/>
                <a:gd name="csY12" fmla="*/ 25634 h 106896"/>
                <a:gd name="csX13" fmla="*/ 35231 w 102291"/>
                <a:gd name="csY13" fmla="*/ 31784 h 106896"/>
                <a:gd name="csX14" fmla="*/ 2928 w 102291"/>
                <a:gd name="csY14" fmla="*/ 30245 h 106896"/>
                <a:gd name="csX15" fmla="*/ 10618 w 102291"/>
                <a:gd name="csY15" fmla="*/ 42545 h 106896"/>
                <a:gd name="csX16" fmla="*/ 18307 w 102291"/>
                <a:gd name="csY16" fmla="*/ 56377 h 106896"/>
                <a:gd name="csX17" fmla="*/ 39842 w 102291"/>
                <a:gd name="csY17" fmla="*/ 77905 h 1068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2291" h="106896">
                  <a:moveTo>
                    <a:pt x="39842" y="77905"/>
                  </a:moveTo>
                  <a:lnTo>
                    <a:pt x="62916" y="70216"/>
                  </a:lnTo>
                  <a:lnTo>
                    <a:pt x="65995" y="76366"/>
                  </a:lnTo>
                  <a:lnTo>
                    <a:pt x="64456" y="97888"/>
                  </a:lnTo>
                  <a:lnTo>
                    <a:pt x="78144" y="107985"/>
                  </a:lnTo>
                  <a:cubicBezTo>
                    <a:pt x="78760" y="96916"/>
                    <a:pt x="71372" y="85232"/>
                    <a:pt x="80600" y="76004"/>
                  </a:cubicBezTo>
                  <a:cubicBezTo>
                    <a:pt x="83063" y="74164"/>
                    <a:pt x="103216" y="58532"/>
                    <a:pt x="104448" y="54845"/>
                  </a:cubicBezTo>
                  <a:cubicBezTo>
                    <a:pt x="106910" y="41313"/>
                    <a:pt x="103524" y="39165"/>
                    <a:pt x="93680" y="28706"/>
                  </a:cubicBezTo>
                  <a:cubicBezTo>
                    <a:pt x="93680" y="16255"/>
                    <a:pt x="80128" y="9749"/>
                    <a:pt x="70920" y="1089"/>
                  </a:cubicBezTo>
                  <a:lnTo>
                    <a:pt x="70606" y="17945"/>
                  </a:lnTo>
                  <a:lnTo>
                    <a:pt x="56766" y="22556"/>
                  </a:lnTo>
                  <a:lnTo>
                    <a:pt x="29074" y="8723"/>
                  </a:lnTo>
                  <a:lnTo>
                    <a:pt x="36764" y="25634"/>
                  </a:lnTo>
                  <a:lnTo>
                    <a:pt x="35231" y="31784"/>
                  </a:lnTo>
                  <a:lnTo>
                    <a:pt x="2928" y="30245"/>
                  </a:lnTo>
                  <a:lnTo>
                    <a:pt x="10618" y="42545"/>
                  </a:lnTo>
                  <a:lnTo>
                    <a:pt x="18307" y="56377"/>
                  </a:lnTo>
                  <a:lnTo>
                    <a:pt x="39842" y="779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1" name="Forme libre : forme 469">
              <a:extLst>
                <a:ext uri="{FF2B5EF4-FFF2-40B4-BE49-F238E27FC236}">
                  <a16:creationId xmlns:a16="http://schemas.microsoft.com/office/drawing/2014/main" id="{F1DF2F1D-FA5C-E0BE-9763-10253233A186}"/>
                </a:ext>
              </a:extLst>
            </p:cNvPr>
            <p:cNvSpPr/>
            <p:nvPr/>
          </p:nvSpPr>
          <p:spPr>
            <a:xfrm rot="-427738" flipV="1">
              <a:off x="6559254" y="3705267"/>
              <a:ext cx="36065" cy="20023"/>
            </a:xfrm>
            <a:custGeom>
              <a:avLst/>
              <a:gdLst>
                <a:gd name="csX0" fmla="*/ 2900 w 36065"/>
                <a:gd name="csY0" fmla="*/ 21129 h 20023"/>
                <a:gd name="csX1" fmla="*/ 15302 w 36065"/>
                <a:gd name="csY1" fmla="*/ 21129 h 20023"/>
                <a:gd name="csX2" fmla="*/ 38965 w 36065"/>
                <a:gd name="csY2" fmla="*/ 2583 h 20023"/>
                <a:gd name="csX3" fmla="*/ 26747 w 36065"/>
                <a:gd name="csY3" fmla="*/ 1106 h 20023"/>
                <a:gd name="csX4" fmla="*/ 2900 w 36065"/>
                <a:gd name="csY4" fmla="*/ 21129 h 20023"/>
              </a:gdLst>
              <a:ahLst/>
              <a:cxnLst>
                <a:cxn ang="0">
                  <a:pos x="csX0" y="csY0"/>
                </a:cxn>
                <a:cxn ang="0">
                  <a:pos x="csX1" y="csY1"/>
                </a:cxn>
                <a:cxn ang="0">
                  <a:pos x="csX2" y="csY2"/>
                </a:cxn>
                <a:cxn ang="0">
                  <a:pos x="csX3" y="csY3"/>
                </a:cxn>
                <a:cxn ang="0">
                  <a:pos x="csX4" y="csY4"/>
                </a:cxn>
              </a:cxnLst>
              <a:rect l="l" t="t" r="r" b="b"/>
              <a:pathLst>
                <a:path w="36065" h="20023">
                  <a:moveTo>
                    <a:pt x="2900" y="21129"/>
                  </a:moveTo>
                  <a:lnTo>
                    <a:pt x="15302" y="21129"/>
                  </a:lnTo>
                  <a:lnTo>
                    <a:pt x="38965" y="2583"/>
                  </a:lnTo>
                  <a:lnTo>
                    <a:pt x="26747" y="1106"/>
                  </a:lnTo>
                  <a:lnTo>
                    <a:pt x="2900" y="211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2" name="Forme libre : forme 470">
              <a:extLst>
                <a:ext uri="{FF2B5EF4-FFF2-40B4-BE49-F238E27FC236}">
                  <a16:creationId xmlns:a16="http://schemas.microsoft.com/office/drawing/2014/main" id="{F862209E-EA43-6F10-BE62-DF71A6828FE8}"/>
                </a:ext>
              </a:extLst>
            </p:cNvPr>
            <p:cNvSpPr/>
            <p:nvPr/>
          </p:nvSpPr>
          <p:spPr>
            <a:xfrm>
              <a:off x="6351508" y="3900272"/>
              <a:ext cx="14359" cy="31769"/>
            </a:xfrm>
            <a:custGeom>
              <a:avLst/>
              <a:gdLst>
                <a:gd name="csX0" fmla="*/ 17130 w 14359"/>
                <a:gd name="csY0" fmla="*/ 5326 h 31769"/>
                <a:gd name="csX1" fmla="*/ 9440 w 14359"/>
                <a:gd name="csY1" fmla="*/ 32998 h 31769"/>
                <a:gd name="csX2" fmla="*/ 2770 w 14359"/>
                <a:gd name="csY2" fmla="*/ 25822 h 31769"/>
                <a:gd name="csX3" fmla="*/ 8414 w 14359"/>
                <a:gd name="csY3" fmla="*/ 20698 h 31769"/>
                <a:gd name="csX4" fmla="*/ 3797 w 14359"/>
                <a:gd name="csY4" fmla="*/ 13016 h 31769"/>
                <a:gd name="csX5" fmla="*/ 6875 w 14359"/>
                <a:gd name="csY5" fmla="*/ 1229 h 31769"/>
                <a:gd name="csX6" fmla="*/ 17130 w 14359"/>
                <a:gd name="csY6" fmla="*/ 5326 h 317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359" h="31769">
                  <a:moveTo>
                    <a:pt x="17130" y="5326"/>
                  </a:moveTo>
                  <a:lnTo>
                    <a:pt x="9440" y="32998"/>
                  </a:lnTo>
                  <a:lnTo>
                    <a:pt x="2770" y="25822"/>
                  </a:lnTo>
                  <a:lnTo>
                    <a:pt x="8414" y="20698"/>
                  </a:lnTo>
                  <a:lnTo>
                    <a:pt x="3797" y="13016"/>
                  </a:lnTo>
                  <a:lnTo>
                    <a:pt x="6875" y="1229"/>
                  </a:lnTo>
                  <a:lnTo>
                    <a:pt x="17130" y="53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3" name="Forme libre : forme 471">
              <a:extLst>
                <a:ext uri="{FF2B5EF4-FFF2-40B4-BE49-F238E27FC236}">
                  <a16:creationId xmlns:a16="http://schemas.microsoft.com/office/drawing/2014/main" id="{B6BB7E37-8A0C-0E7F-1B47-6D591718F8C3}"/>
                </a:ext>
              </a:extLst>
            </p:cNvPr>
            <p:cNvSpPr/>
            <p:nvPr/>
          </p:nvSpPr>
          <p:spPr>
            <a:xfrm>
              <a:off x="6347410" y="3880796"/>
              <a:ext cx="96908" cy="101464"/>
            </a:xfrm>
            <a:custGeom>
              <a:avLst/>
              <a:gdLst>
                <a:gd name="csX0" fmla="*/ 13554 w 96908"/>
                <a:gd name="csY0" fmla="*/ 52482 h 101464"/>
                <a:gd name="csX1" fmla="*/ 21243 w 96908"/>
                <a:gd name="csY1" fmla="*/ 24810 h 101464"/>
                <a:gd name="csX2" fmla="*/ 22037 w 96908"/>
                <a:gd name="csY2" fmla="*/ 21095 h 101464"/>
                <a:gd name="csX3" fmla="*/ 40220 w 96908"/>
                <a:gd name="csY3" fmla="*/ 22245 h 101464"/>
                <a:gd name="csX4" fmla="*/ 66366 w 96908"/>
                <a:gd name="csY4" fmla="*/ 5334 h 101464"/>
                <a:gd name="csX5" fmla="*/ 86875 w 96908"/>
                <a:gd name="csY5" fmla="*/ 1236 h 101464"/>
                <a:gd name="csX6" fmla="*/ 99695 w 96908"/>
                <a:gd name="csY6" fmla="*/ 22245 h 101464"/>
                <a:gd name="csX7" fmla="*/ 89954 w 96908"/>
                <a:gd name="csY7" fmla="*/ 32492 h 101464"/>
                <a:gd name="csX8" fmla="*/ 50468 w 96908"/>
                <a:gd name="csY8" fmla="*/ 33006 h 101464"/>
                <a:gd name="csX9" fmla="*/ 66366 w 96908"/>
                <a:gd name="csY9" fmla="*/ 74516 h 101464"/>
                <a:gd name="csX10" fmla="*/ 61748 w 96908"/>
                <a:gd name="csY10" fmla="*/ 80666 h 101464"/>
                <a:gd name="csX11" fmla="*/ 42779 w 96908"/>
                <a:gd name="csY11" fmla="*/ 82718 h 101464"/>
                <a:gd name="csX12" fmla="*/ 28933 w 96908"/>
                <a:gd name="csY12" fmla="*/ 98603 h 101464"/>
                <a:gd name="csX13" fmla="*/ 2787 w 96908"/>
                <a:gd name="csY13" fmla="*/ 102701 h 101464"/>
                <a:gd name="csX14" fmla="*/ 2787 w 96908"/>
                <a:gd name="csY14" fmla="*/ 92453 h 101464"/>
                <a:gd name="csX15" fmla="*/ 10989 w 96908"/>
                <a:gd name="csY15" fmla="*/ 70418 h 101464"/>
                <a:gd name="csX16" fmla="*/ 13554 w 96908"/>
                <a:gd name="csY16" fmla="*/ 52482 h 1014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6908" h="101464">
                  <a:moveTo>
                    <a:pt x="13554" y="52482"/>
                  </a:moveTo>
                  <a:lnTo>
                    <a:pt x="21243" y="24810"/>
                  </a:lnTo>
                  <a:lnTo>
                    <a:pt x="22037" y="21095"/>
                  </a:lnTo>
                  <a:lnTo>
                    <a:pt x="40220" y="22245"/>
                  </a:lnTo>
                  <a:lnTo>
                    <a:pt x="66366" y="5334"/>
                  </a:lnTo>
                  <a:lnTo>
                    <a:pt x="86875" y="1236"/>
                  </a:lnTo>
                  <a:lnTo>
                    <a:pt x="99695" y="22245"/>
                  </a:lnTo>
                  <a:lnTo>
                    <a:pt x="89954" y="32492"/>
                  </a:lnTo>
                  <a:lnTo>
                    <a:pt x="50468" y="33006"/>
                  </a:lnTo>
                  <a:lnTo>
                    <a:pt x="66366" y="74516"/>
                  </a:lnTo>
                  <a:lnTo>
                    <a:pt x="61748" y="80666"/>
                  </a:lnTo>
                  <a:lnTo>
                    <a:pt x="42779" y="82718"/>
                  </a:lnTo>
                  <a:lnTo>
                    <a:pt x="28933" y="98603"/>
                  </a:lnTo>
                  <a:lnTo>
                    <a:pt x="2787" y="102701"/>
                  </a:lnTo>
                  <a:lnTo>
                    <a:pt x="2787" y="92453"/>
                  </a:lnTo>
                  <a:lnTo>
                    <a:pt x="10989" y="70418"/>
                  </a:lnTo>
                  <a:lnTo>
                    <a:pt x="13554" y="524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4" name="Forme libre : forme 472">
              <a:extLst>
                <a:ext uri="{FF2B5EF4-FFF2-40B4-BE49-F238E27FC236}">
                  <a16:creationId xmlns:a16="http://schemas.microsoft.com/office/drawing/2014/main" id="{CDD242E2-048A-1D21-4139-AFDC385BCA00}"/>
                </a:ext>
              </a:extLst>
            </p:cNvPr>
            <p:cNvSpPr/>
            <p:nvPr/>
          </p:nvSpPr>
          <p:spPr>
            <a:xfrm>
              <a:off x="6346384" y="3901812"/>
              <a:ext cx="453251" cy="388454"/>
            </a:xfrm>
            <a:custGeom>
              <a:avLst/>
              <a:gdLst>
                <a:gd name="csX0" fmla="*/ 439265 w 453251"/>
                <a:gd name="csY0" fmla="*/ 237581 h 388454"/>
                <a:gd name="csX1" fmla="*/ 382355 w 453251"/>
                <a:gd name="csY1" fmla="*/ 229892 h 388454"/>
                <a:gd name="csX2" fmla="*/ 366970 w 453251"/>
                <a:gd name="csY2" fmla="*/ 214521 h 388454"/>
                <a:gd name="csX3" fmla="*/ 371068 w 453251"/>
                <a:gd name="csY3" fmla="*/ 205292 h 388454"/>
                <a:gd name="csX4" fmla="*/ 362872 w 453251"/>
                <a:gd name="csY4" fmla="*/ 197097 h 388454"/>
                <a:gd name="csX5" fmla="*/ 352105 w 453251"/>
                <a:gd name="csY5" fmla="*/ 194018 h 388454"/>
                <a:gd name="csX6" fmla="*/ 348513 w 453251"/>
                <a:gd name="csY6" fmla="*/ 183771 h 388454"/>
                <a:gd name="csX7" fmla="*/ 330056 w 453251"/>
                <a:gd name="csY7" fmla="*/ 161223 h 388454"/>
                <a:gd name="csX8" fmla="*/ 332109 w 453251"/>
                <a:gd name="csY8" fmla="*/ 142773 h 388454"/>
                <a:gd name="csX9" fmla="*/ 324926 w 453251"/>
                <a:gd name="csY9" fmla="*/ 138675 h 388454"/>
                <a:gd name="csX10" fmla="*/ 312619 w 453251"/>
                <a:gd name="csY10" fmla="*/ 112023 h 388454"/>
                <a:gd name="csX11" fmla="*/ 301345 w 453251"/>
                <a:gd name="csY11" fmla="*/ 106899 h 388454"/>
                <a:gd name="csX12" fmla="*/ 299293 w 453251"/>
                <a:gd name="csY12" fmla="*/ 97678 h 388454"/>
                <a:gd name="csX13" fmla="*/ 290064 w 453251"/>
                <a:gd name="csY13" fmla="*/ 89989 h 388454"/>
                <a:gd name="csX14" fmla="*/ 276218 w 453251"/>
                <a:gd name="csY14" fmla="*/ 89989 h 388454"/>
                <a:gd name="csX15" fmla="*/ 265451 w 453251"/>
                <a:gd name="csY15" fmla="*/ 80767 h 388454"/>
                <a:gd name="csX16" fmla="*/ 225459 w 453251"/>
                <a:gd name="csY16" fmla="*/ 85378 h 388454"/>
                <a:gd name="csX17" fmla="*/ 188538 w 453251"/>
                <a:gd name="csY17" fmla="*/ 68460 h 388454"/>
                <a:gd name="csX18" fmla="*/ 188538 w 453251"/>
                <a:gd name="csY18" fmla="*/ 45400 h 388454"/>
                <a:gd name="csX19" fmla="*/ 163932 w 453251"/>
                <a:gd name="csY19" fmla="*/ 30028 h 388454"/>
                <a:gd name="csX20" fmla="*/ 130090 w 453251"/>
                <a:gd name="csY20" fmla="*/ 10039 h 388454"/>
                <a:gd name="csX21" fmla="*/ 100865 w 453251"/>
                <a:gd name="csY21" fmla="*/ 1330 h 388454"/>
                <a:gd name="csX22" fmla="*/ 91124 w 453251"/>
                <a:gd name="csY22" fmla="*/ 11578 h 388454"/>
                <a:gd name="csX23" fmla="*/ 51638 w 453251"/>
                <a:gd name="csY23" fmla="*/ 12091 h 388454"/>
                <a:gd name="csX24" fmla="*/ 67536 w 453251"/>
                <a:gd name="csY24" fmla="*/ 53602 h 388454"/>
                <a:gd name="csX25" fmla="*/ 62919 w 453251"/>
                <a:gd name="csY25" fmla="*/ 59752 h 388454"/>
                <a:gd name="csX26" fmla="*/ 43949 w 453251"/>
                <a:gd name="csY26" fmla="*/ 61797 h 388454"/>
                <a:gd name="csX27" fmla="*/ 30103 w 453251"/>
                <a:gd name="csY27" fmla="*/ 77689 h 388454"/>
                <a:gd name="csX28" fmla="*/ 3957 w 453251"/>
                <a:gd name="csY28" fmla="*/ 81786 h 388454"/>
                <a:gd name="csX29" fmla="*/ 3957 w 453251"/>
                <a:gd name="csY29" fmla="*/ 83326 h 388454"/>
                <a:gd name="csX30" fmla="*/ 2931 w 453251"/>
                <a:gd name="csY30" fmla="*/ 112016 h 388454"/>
                <a:gd name="csX31" fmla="*/ 15237 w 453251"/>
                <a:gd name="csY31" fmla="*/ 115095 h 388454"/>
                <a:gd name="csX32" fmla="*/ 17290 w 453251"/>
                <a:gd name="csY32" fmla="*/ 120219 h 388454"/>
                <a:gd name="csX33" fmla="*/ 30616 w 453251"/>
                <a:gd name="csY33" fmla="*/ 145845 h 388454"/>
                <a:gd name="csX34" fmla="*/ 34720 w 453251"/>
                <a:gd name="csY34" fmla="*/ 158145 h 388454"/>
                <a:gd name="csX35" fmla="*/ 49079 w 453251"/>
                <a:gd name="csY35" fmla="*/ 171464 h 388454"/>
                <a:gd name="csX36" fmla="*/ 50099 w 453251"/>
                <a:gd name="csY36" fmla="*/ 190940 h 388454"/>
                <a:gd name="csX37" fmla="*/ 61379 w 453251"/>
                <a:gd name="csY37" fmla="*/ 205292 h 388454"/>
                <a:gd name="csX38" fmla="*/ 72660 w 453251"/>
                <a:gd name="csY38" fmla="*/ 212462 h 388454"/>
                <a:gd name="csX39" fmla="*/ 83941 w 453251"/>
                <a:gd name="csY39" fmla="*/ 222716 h 388454"/>
                <a:gd name="csX40" fmla="*/ 93169 w 453251"/>
                <a:gd name="csY40" fmla="*/ 236035 h 388454"/>
                <a:gd name="csX41" fmla="*/ 93169 w 453251"/>
                <a:gd name="csY41" fmla="*/ 261661 h 388454"/>
                <a:gd name="csX42" fmla="*/ 101371 w 453251"/>
                <a:gd name="csY42" fmla="*/ 278059 h 388454"/>
                <a:gd name="csX43" fmla="*/ 113678 w 453251"/>
                <a:gd name="csY43" fmla="*/ 293437 h 388454"/>
                <a:gd name="csX44" fmla="*/ 128037 w 453251"/>
                <a:gd name="csY44" fmla="*/ 300607 h 388454"/>
                <a:gd name="csX45" fmla="*/ 131109 w 453251"/>
                <a:gd name="csY45" fmla="*/ 309835 h 388454"/>
                <a:gd name="csX46" fmla="*/ 142390 w 453251"/>
                <a:gd name="csY46" fmla="*/ 338533 h 388454"/>
                <a:gd name="csX47" fmla="*/ 154696 w 453251"/>
                <a:gd name="csY47" fmla="*/ 347754 h 388454"/>
                <a:gd name="csX48" fmla="*/ 169049 w 453251"/>
                <a:gd name="csY48" fmla="*/ 367230 h 388454"/>
                <a:gd name="csX49" fmla="*/ 188538 w 453251"/>
                <a:gd name="csY49" fmla="*/ 355956 h 388454"/>
                <a:gd name="csX50" fmla="*/ 235706 w 453251"/>
                <a:gd name="csY50" fmla="*/ 367230 h 388454"/>
                <a:gd name="csX51" fmla="*/ 254163 w 453251"/>
                <a:gd name="csY51" fmla="*/ 389785 h 388454"/>
                <a:gd name="csX52" fmla="*/ 301338 w 453251"/>
                <a:gd name="csY52" fmla="*/ 336487 h 388454"/>
                <a:gd name="csX53" fmla="*/ 379270 w 453251"/>
                <a:gd name="csY53" fmla="*/ 320090 h 388454"/>
                <a:gd name="csX54" fmla="*/ 429523 w 453251"/>
                <a:gd name="csY54" fmla="*/ 297542 h 388454"/>
                <a:gd name="csX55" fmla="*/ 444908 w 453251"/>
                <a:gd name="csY55" fmla="*/ 297542 h 388454"/>
                <a:gd name="csX56" fmla="*/ 456182 w 453251"/>
                <a:gd name="csY56" fmla="*/ 248342 h 388454"/>
                <a:gd name="csX57" fmla="*/ 439265 w 453251"/>
                <a:gd name="csY57" fmla="*/ 237581 h 38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Lst>
              <a:rect l="l" t="t" r="r" b="b"/>
              <a:pathLst>
                <a:path w="453251" h="388454">
                  <a:moveTo>
                    <a:pt x="439265" y="237581"/>
                  </a:moveTo>
                  <a:lnTo>
                    <a:pt x="382355" y="229892"/>
                  </a:lnTo>
                  <a:lnTo>
                    <a:pt x="366970" y="214521"/>
                  </a:lnTo>
                  <a:lnTo>
                    <a:pt x="371068" y="205292"/>
                  </a:lnTo>
                  <a:lnTo>
                    <a:pt x="362872" y="197097"/>
                  </a:lnTo>
                  <a:lnTo>
                    <a:pt x="352105" y="194018"/>
                  </a:lnTo>
                  <a:lnTo>
                    <a:pt x="348513" y="183771"/>
                  </a:lnTo>
                  <a:lnTo>
                    <a:pt x="330056" y="161223"/>
                  </a:lnTo>
                  <a:lnTo>
                    <a:pt x="332109" y="142773"/>
                  </a:lnTo>
                  <a:lnTo>
                    <a:pt x="324926" y="138675"/>
                  </a:lnTo>
                  <a:lnTo>
                    <a:pt x="312619" y="112023"/>
                  </a:lnTo>
                  <a:lnTo>
                    <a:pt x="301345" y="106899"/>
                  </a:lnTo>
                  <a:lnTo>
                    <a:pt x="299293" y="97678"/>
                  </a:lnTo>
                  <a:lnTo>
                    <a:pt x="290064" y="89989"/>
                  </a:lnTo>
                  <a:lnTo>
                    <a:pt x="276218" y="89989"/>
                  </a:lnTo>
                  <a:lnTo>
                    <a:pt x="265451" y="80767"/>
                  </a:lnTo>
                  <a:lnTo>
                    <a:pt x="225459" y="85378"/>
                  </a:lnTo>
                  <a:lnTo>
                    <a:pt x="188538" y="68460"/>
                  </a:lnTo>
                  <a:lnTo>
                    <a:pt x="188538" y="45400"/>
                  </a:lnTo>
                  <a:lnTo>
                    <a:pt x="163932" y="30028"/>
                  </a:lnTo>
                  <a:lnTo>
                    <a:pt x="130090" y="10039"/>
                  </a:lnTo>
                  <a:lnTo>
                    <a:pt x="100865" y="1330"/>
                  </a:lnTo>
                  <a:lnTo>
                    <a:pt x="91124" y="11578"/>
                  </a:lnTo>
                  <a:lnTo>
                    <a:pt x="51638" y="12091"/>
                  </a:lnTo>
                  <a:lnTo>
                    <a:pt x="67536" y="53602"/>
                  </a:lnTo>
                  <a:lnTo>
                    <a:pt x="62919" y="59752"/>
                  </a:lnTo>
                  <a:lnTo>
                    <a:pt x="43949" y="61797"/>
                  </a:lnTo>
                  <a:lnTo>
                    <a:pt x="30103" y="77689"/>
                  </a:lnTo>
                  <a:lnTo>
                    <a:pt x="3957" y="81786"/>
                  </a:lnTo>
                  <a:lnTo>
                    <a:pt x="3957" y="83326"/>
                  </a:lnTo>
                  <a:lnTo>
                    <a:pt x="2931" y="112016"/>
                  </a:lnTo>
                  <a:lnTo>
                    <a:pt x="15237" y="115095"/>
                  </a:lnTo>
                  <a:lnTo>
                    <a:pt x="17290" y="120219"/>
                  </a:lnTo>
                  <a:lnTo>
                    <a:pt x="30616" y="145845"/>
                  </a:lnTo>
                  <a:lnTo>
                    <a:pt x="34720" y="158145"/>
                  </a:lnTo>
                  <a:lnTo>
                    <a:pt x="49079" y="171464"/>
                  </a:lnTo>
                  <a:lnTo>
                    <a:pt x="50099" y="190940"/>
                  </a:lnTo>
                  <a:lnTo>
                    <a:pt x="61379" y="205292"/>
                  </a:lnTo>
                  <a:lnTo>
                    <a:pt x="72660" y="212462"/>
                  </a:lnTo>
                  <a:lnTo>
                    <a:pt x="83941" y="222716"/>
                  </a:lnTo>
                  <a:lnTo>
                    <a:pt x="93169" y="236035"/>
                  </a:lnTo>
                  <a:lnTo>
                    <a:pt x="93169" y="261661"/>
                  </a:lnTo>
                  <a:lnTo>
                    <a:pt x="101371" y="278059"/>
                  </a:lnTo>
                  <a:lnTo>
                    <a:pt x="113678" y="293437"/>
                  </a:lnTo>
                  <a:lnTo>
                    <a:pt x="128037" y="300607"/>
                  </a:lnTo>
                  <a:lnTo>
                    <a:pt x="131109" y="309835"/>
                  </a:lnTo>
                  <a:lnTo>
                    <a:pt x="142390" y="338533"/>
                  </a:lnTo>
                  <a:lnTo>
                    <a:pt x="154696" y="347754"/>
                  </a:lnTo>
                  <a:lnTo>
                    <a:pt x="169049" y="367230"/>
                  </a:lnTo>
                  <a:lnTo>
                    <a:pt x="188538" y="355956"/>
                  </a:lnTo>
                  <a:lnTo>
                    <a:pt x="235706" y="367230"/>
                  </a:lnTo>
                  <a:lnTo>
                    <a:pt x="254163" y="389785"/>
                  </a:lnTo>
                  <a:lnTo>
                    <a:pt x="301338" y="336487"/>
                  </a:lnTo>
                  <a:lnTo>
                    <a:pt x="379270" y="320090"/>
                  </a:lnTo>
                  <a:lnTo>
                    <a:pt x="429523" y="297542"/>
                  </a:lnTo>
                  <a:lnTo>
                    <a:pt x="444908" y="297542"/>
                  </a:lnTo>
                  <a:lnTo>
                    <a:pt x="456182" y="248342"/>
                  </a:lnTo>
                  <a:lnTo>
                    <a:pt x="439265" y="237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5" name="Forme libre : forme 473">
              <a:extLst>
                <a:ext uri="{FF2B5EF4-FFF2-40B4-BE49-F238E27FC236}">
                  <a16:creationId xmlns:a16="http://schemas.microsoft.com/office/drawing/2014/main" id="{A7F7AC81-A5FF-4222-0C8B-D131B6C6FDA1}"/>
                </a:ext>
              </a:extLst>
            </p:cNvPr>
            <p:cNvSpPr/>
            <p:nvPr/>
          </p:nvSpPr>
          <p:spPr>
            <a:xfrm>
              <a:off x="6512509" y="4220571"/>
              <a:ext cx="242010" cy="143488"/>
            </a:xfrm>
            <a:custGeom>
              <a:avLst/>
              <a:gdLst>
                <a:gd name="csX0" fmla="*/ 244966 w 242010"/>
                <a:gd name="csY0" fmla="*/ 47581 h 143488"/>
                <a:gd name="csX1" fmla="*/ 236763 w 242010"/>
                <a:gd name="csY1" fmla="*/ 39379 h 143488"/>
                <a:gd name="csX2" fmla="*/ 225483 w 242010"/>
                <a:gd name="csY2" fmla="*/ 33229 h 143488"/>
                <a:gd name="csX3" fmla="*/ 219326 w 242010"/>
                <a:gd name="csY3" fmla="*/ 28105 h 143488"/>
                <a:gd name="csX4" fmla="*/ 223430 w 242010"/>
                <a:gd name="csY4" fmla="*/ 24008 h 143488"/>
                <a:gd name="csX5" fmla="*/ 213176 w 242010"/>
                <a:gd name="csY5" fmla="*/ 1460 h 143488"/>
                <a:gd name="csX6" fmla="*/ 135237 w 242010"/>
                <a:gd name="csY6" fmla="*/ 17858 h 143488"/>
                <a:gd name="csX7" fmla="*/ 88069 w 242010"/>
                <a:gd name="csY7" fmla="*/ 71155 h 143488"/>
                <a:gd name="csX8" fmla="*/ 69606 w 242010"/>
                <a:gd name="csY8" fmla="*/ 48607 h 143488"/>
                <a:gd name="csX9" fmla="*/ 22437 w 242010"/>
                <a:gd name="csY9" fmla="*/ 37327 h 143488"/>
                <a:gd name="csX10" fmla="*/ 2955 w 242010"/>
                <a:gd name="csY10" fmla="*/ 48601 h 143488"/>
                <a:gd name="csX11" fmla="*/ 2955 w 242010"/>
                <a:gd name="csY11" fmla="*/ 60901 h 143488"/>
                <a:gd name="csX12" fmla="*/ 6033 w 242010"/>
                <a:gd name="csY12" fmla="*/ 81403 h 143488"/>
                <a:gd name="csX13" fmla="*/ 5000 w 242010"/>
                <a:gd name="csY13" fmla="*/ 90624 h 143488"/>
                <a:gd name="csX14" fmla="*/ 16287 w 242010"/>
                <a:gd name="csY14" fmla="*/ 113172 h 143488"/>
                <a:gd name="csX15" fmla="*/ 17307 w 242010"/>
                <a:gd name="csY15" fmla="*/ 133674 h 143488"/>
                <a:gd name="csX16" fmla="*/ 27561 w 242010"/>
                <a:gd name="csY16" fmla="*/ 139824 h 143488"/>
                <a:gd name="csX17" fmla="*/ 31666 w 242010"/>
                <a:gd name="csY17" fmla="*/ 144948 h 143488"/>
                <a:gd name="csX18" fmla="*/ 61403 w 242010"/>
                <a:gd name="csY18" fmla="*/ 138798 h 143488"/>
                <a:gd name="csX19" fmla="*/ 69606 w 242010"/>
                <a:gd name="csY19" fmla="*/ 128550 h 143488"/>
                <a:gd name="csX20" fmla="*/ 86017 w 242010"/>
                <a:gd name="csY20" fmla="*/ 128550 h 143488"/>
                <a:gd name="csX21" fmla="*/ 96271 w 242010"/>
                <a:gd name="csY21" fmla="*/ 123426 h 143488"/>
                <a:gd name="csX22" fmla="*/ 136263 w 242010"/>
                <a:gd name="csY22" fmla="*/ 111127 h 143488"/>
                <a:gd name="csX23" fmla="*/ 139342 w 242010"/>
                <a:gd name="csY23" fmla="*/ 103950 h 143488"/>
                <a:gd name="csX24" fmla="*/ 150622 w 242010"/>
                <a:gd name="csY24" fmla="*/ 98827 h 143488"/>
                <a:gd name="csX25" fmla="*/ 157799 w 242010"/>
                <a:gd name="csY25" fmla="*/ 94729 h 143488"/>
                <a:gd name="csX26" fmla="*/ 176255 w 242010"/>
                <a:gd name="csY26" fmla="*/ 91650 h 143488"/>
                <a:gd name="csX27" fmla="*/ 188562 w 242010"/>
                <a:gd name="csY27" fmla="*/ 85500 h 143488"/>
                <a:gd name="csX28" fmla="*/ 205993 w 242010"/>
                <a:gd name="csY28" fmla="*/ 81403 h 143488"/>
                <a:gd name="csX29" fmla="*/ 214202 w 242010"/>
                <a:gd name="csY29" fmla="*/ 73201 h 143488"/>
                <a:gd name="csX30" fmla="*/ 214202 w 242010"/>
                <a:gd name="csY30" fmla="*/ 69103 h 143488"/>
                <a:gd name="csX31" fmla="*/ 227022 w 242010"/>
                <a:gd name="csY31" fmla="*/ 53731 h 143488"/>
                <a:gd name="csX32" fmla="*/ 244966 w 242010"/>
                <a:gd name="csY32" fmla="*/ 47581 h 143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42010" h="143488">
                  <a:moveTo>
                    <a:pt x="244966" y="47581"/>
                  </a:moveTo>
                  <a:lnTo>
                    <a:pt x="236763" y="39379"/>
                  </a:lnTo>
                  <a:lnTo>
                    <a:pt x="225483" y="33229"/>
                  </a:lnTo>
                  <a:lnTo>
                    <a:pt x="219326" y="28105"/>
                  </a:lnTo>
                  <a:lnTo>
                    <a:pt x="223430" y="24008"/>
                  </a:lnTo>
                  <a:lnTo>
                    <a:pt x="213176" y="1460"/>
                  </a:lnTo>
                  <a:lnTo>
                    <a:pt x="135237" y="17858"/>
                  </a:lnTo>
                  <a:lnTo>
                    <a:pt x="88069" y="71155"/>
                  </a:lnTo>
                  <a:lnTo>
                    <a:pt x="69606" y="48607"/>
                  </a:lnTo>
                  <a:lnTo>
                    <a:pt x="22437" y="37327"/>
                  </a:lnTo>
                  <a:lnTo>
                    <a:pt x="2955" y="48601"/>
                  </a:lnTo>
                  <a:lnTo>
                    <a:pt x="2955" y="60901"/>
                  </a:lnTo>
                  <a:lnTo>
                    <a:pt x="6033" y="81403"/>
                  </a:lnTo>
                  <a:lnTo>
                    <a:pt x="5000" y="90624"/>
                  </a:lnTo>
                  <a:lnTo>
                    <a:pt x="16287" y="113172"/>
                  </a:lnTo>
                  <a:lnTo>
                    <a:pt x="17307" y="133674"/>
                  </a:lnTo>
                  <a:lnTo>
                    <a:pt x="27561" y="139824"/>
                  </a:lnTo>
                  <a:lnTo>
                    <a:pt x="31666" y="144948"/>
                  </a:lnTo>
                  <a:lnTo>
                    <a:pt x="61403" y="138798"/>
                  </a:lnTo>
                  <a:lnTo>
                    <a:pt x="69606" y="128550"/>
                  </a:lnTo>
                  <a:lnTo>
                    <a:pt x="86017" y="128550"/>
                  </a:lnTo>
                  <a:lnTo>
                    <a:pt x="96271" y="123426"/>
                  </a:lnTo>
                  <a:lnTo>
                    <a:pt x="136263" y="111127"/>
                  </a:lnTo>
                  <a:lnTo>
                    <a:pt x="139342" y="103950"/>
                  </a:lnTo>
                  <a:lnTo>
                    <a:pt x="150622" y="98827"/>
                  </a:lnTo>
                  <a:lnTo>
                    <a:pt x="157799" y="94729"/>
                  </a:lnTo>
                  <a:lnTo>
                    <a:pt x="176255" y="91650"/>
                  </a:lnTo>
                  <a:lnTo>
                    <a:pt x="188562" y="85500"/>
                  </a:lnTo>
                  <a:lnTo>
                    <a:pt x="205993" y="81403"/>
                  </a:lnTo>
                  <a:lnTo>
                    <a:pt x="214202" y="73201"/>
                  </a:lnTo>
                  <a:lnTo>
                    <a:pt x="214202" y="69103"/>
                  </a:lnTo>
                  <a:lnTo>
                    <a:pt x="227022" y="53731"/>
                  </a:lnTo>
                  <a:lnTo>
                    <a:pt x="244966" y="475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6" name="Forme libre : forme 474">
              <a:extLst>
                <a:ext uri="{FF2B5EF4-FFF2-40B4-BE49-F238E27FC236}">
                  <a16:creationId xmlns:a16="http://schemas.microsoft.com/office/drawing/2014/main" id="{EABE2AF4-9DCE-F436-EC27-05C2EC9111EC}"/>
                </a:ext>
              </a:extLst>
            </p:cNvPr>
            <p:cNvSpPr/>
            <p:nvPr/>
          </p:nvSpPr>
          <p:spPr>
            <a:xfrm>
              <a:off x="6722730" y="4080154"/>
              <a:ext cx="167150" cy="186537"/>
            </a:xfrm>
            <a:custGeom>
              <a:avLst/>
              <a:gdLst>
                <a:gd name="csX0" fmla="*/ 34824 w 167150"/>
                <a:gd name="csY0" fmla="*/ 187908 h 186537"/>
                <a:gd name="csX1" fmla="*/ 66614 w 167150"/>
                <a:gd name="csY1" fmla="*/ 184837 h 186537"/>
                <a:gd name="csX2" fmla="*/ 71738 w 167150"/>
                <a:gd name="csY2" fmla="*/ 171510 h 186537"/>
                <a:gd name="csX3" fmla="*/ 89175 w 167150"/>
                <a:gd name="csY3" fmla="*/ 167413 h 186537"/>
                <a:gd name="csX4" fmla="*/ 98404 w 167150"/>
                <a:gd name="csY4" fmla="*/ 162289 h 186537"/>
                <a:gd name="csX5" fmla="*/ 98404 w 167150"/>
                <a:gd name="csY5" fmla="*/ 153060 h 186537"/>
                <a:gd name="csX6" fmla="*/ 117887 w 167150"/>
                <a:gd name="csY6" fmla="*/ 136663 h 186537"/>
                <a:gd name="csX7" fmla="*/ 120965 w 167150"/>
                <a:gd name="csY7" fmla="*/ 123337 h 186537"/>
                <a:gd name="csX8" fmla="*/ 131220 w 167150"/>
                <a:gd name="csY8" fmla="*/ 110017 h 186537"/>
                <a:gd name="csX9" fmla="*/ 140448 w 167150"/>
                <a:gd name="csY9" fmla="*/ 105913 h 186537"/>
                <a:gd name="csX10" fmla="*/ 159931 w 167150"/>
                <a:gd name="csY10" fmla="*/ 85418 h 186537"/>
                <a:gd name="csX11" fmla="*/ 170185 w 167150"/>
                <a:gd name="csY11" fmla="*/ 69020 h 186537"/>
                <a:gd name="csX12" fmla="*/ 165062 w 167150"/>
                <a:gd name="csY12" fmla="*/ 58765 h 186537"/>
                <a:gd name="csX13" fmla="*/ 155833 w 167150"/>
                <a:gd name="csY13" fmla="*/ 56720 h 186537"/>
                <a:gd name="csX14" fmla="*/ 141474 w 167150"/>
                <a:gd name="csY14" fmla="*/ 41342 h 186537"/>
                <a:gd name="csX15" fmla="*/ 137370 w 167150"/>
                <a:gd name="csY15" fmla="*/ 33146 h 186537"/>
                <a:gd name="csX16" fmla="*/ 120965 w 167150"/>
                <a:gd name="csY16" fmla="*/ 31094 h 186537"/>
                <a:gd name="csX17" fmla="*/ 102508 w 167150"/>
                <a:gd name="csY17" fmla="*/ 22898 h 186537"/>
                <a:gd name="csX18" fmla="*/ 96351 w 167150"/>
                <a:gd name="csY18" fmla="*/ 12644 h 186537"/>
                <a:gd name="csX19" fmla="*/ 92254 w 167150"/>
                <a:gd name="csY19" fmla="*/ 1370 h 186537"/>
                <a:gd name="csX20" fmla="*/ 78408 w 167150"/>
                <a:gd name="csY20" fmla="*/ 2396 h 186537"/>
                <a:gd name="csX21" fmla="*/ 84565 w 167150"/>
                <a:gd name="csY21" fmla="*/ 20846 h 186537"/>
                <a:gd name="csX22" fmla="*/ 64562 w 167150"/>
                <a:gd name="csY22" fmla="*/ 40828 h 186537"/>
                <a:gd name="csX23" fmla="*/ 63022 w 167150"/>
                <a:gd name="csY23" fmla="*/ 59278 h 186537"/>
                <a:gd name="csX24" fmla="*/ 79947 w 167150"/>
                <a:gd name="csY24" fmla="*/ 70039 h 186537"/>
                <a:gd name="csX25" fmla="*/ 68666 w 167150"/>
                <a:gd name="csY25" fmla="*/ 119239 h 186537"/>
                <a:gd name="csX26" fmla="*/ 53281 w 167150"/>
                <a:gd name="csY26" fmla="*/ 119239 h 186537"/>
                <a:gd name="csX27" fmla="*/ 3035 w 167150"/>
                <a:gd name="csY27" fmla="*/ 141787 h 186537"/>
                <a:gd name="csX28" fmla="*/ 13289 w 167150"/>
                <a:gd name="csY28" fmla="*/ 164334 h 186537"/>
                <a:gd name="csX29" fmla="*/ 9184 w 167150"/>
                <a:gd name="csY29" fmla="*/ 168432 h 186537"/>
                <a:gd name="csX30" fmla="*/ 15341 w 167150"/>
                <a:gd name="csY30" fmla="*/ 173556 h 186537"/>
                <a:gd name="csX31" fmla="*/ 26622 w 167150"/>
                <a:gd name="csY31" fmla="*/ 179706 h 186537"/>
                <a:gd name="csX32" fmla="*/ 34824 w 167150"/>
                <a:gd name="csY32" fmla="*/ 187908 h 186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167150" h="186537">
                  <a:moveTo>
                    <a:pt x="34824" y="187908"/>
                  </a:moveTo>
                  <a:lnTo>
                    <a:pt x="66614" y="184837"/>
                  </a:lnTo>
                  <a:lnTo>
                    <a:pt x="71738" y="171510"/>
                  </a:lnTo>
                  <a:lnTo>
                    <a:pt x="89175" y="167413"/>
                  </a:lnTo>
                  <a:lnTo>
                    <a:pt x="98404" y="162289"/>
                  </a:lnTo>
                  <a:lnTo>
                    <a:pt x="98404" y="153060"/>
                  </a:lnTo>
                  <a:lnTo>
                    <a:pt x="117887" y="136663"/>
                  </a:lnTo>
                  <a:lnTo>
                    <a:pt x="120965" y="123337"/>
                  </a:lnTo>
                  <a:lnTo>
                    <a:pt x="131220" y="110017"/>
                  </a:lnTo>
                  <a:lnTo>
                    <a:pt x="140448" y="105913"/>
                  </a:lnTo>
                  <a:lnTo>
                    <a:pt x="159931" y="85418"/>
                  </a:lnTo>
                  <a:lnTo>
                    <a:pt x="170185" y="69020"/>
                  </a:lnTo>
                  <a:lnTo>
                    <a:pt x="165062" y="58765"/>
                  </a:lnTo>
                  <a:lnTo>
                    <a:pt x="155833" y="56720"/>
                  </a:lnTo>
                  <a:lnTo>
                    <a:pt x="141474" y="41342"/>
                  </a:lnTo>
                  <a:lnTo>
                    <a:pt x="137370" y="33146"/>
                  </a:lnTo>
                  <a:lnTo>
                    <a:pt x="120965" y="31094"/>
                  </a:lnTo>
                  <a:lnTo>
                    <a:pt x="102508" y="22898"/>
                  </a:lnTo>
                  <a:lnTo>
                    <a:pt x="96351" y="12644"/>
                  </a:lnTo>
                  <a:lnTo>
                    <a:pt x="92254" y="1370"/>
                  </a:lnTo>
                  <a:lnTo>
                    <a:pt x="78408" y="2396"/>
                  </a:lnTo>
                  <a:lnTo>
                    <a:pt x="84565" y="20846"/>
                  </a:lnTo>
                  <a:lnTo>
                    <a:pt x="64562" y="40828"/>
                  </a:lnTo>
                  <a:lnTo>
                    <a:pt x="63022" y="59278"/>
                  </a:lnTo>
                  <a:lnTo>
                    <a:pt x="79947" y="70039"/>
                  </a:lnTo>
                  <a:lnTo>
                    <a:pt x="68666" y="119239"/>
                  </a:lnTo>
                  <a:lnTo>
                    <a:pt x="53281" y="119239"/>
                  </a:lnTo>
                  <a:lnTo>
                    <a:pt x="3035" y="141787"/>
                  </a:lnTo>
                  <a:lnTo>
                    <a:pt x="13289" y="164334"/>
                  </a:lnTo>
                  <a:lnTo>
                    <a:pt x="9184" y="168432"/>
                  </a:lnTo>
                  <a:lnTo>
                    <a:pt x="15341" y="173556"/>
                  </a:lnTo>
                  <a:lnTo>
                    <a:pt x="26622" y="179706"/>
                  </a:lnTo>
                  <a:lnTo>
                    <a:pt x="34824" y="1879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7" name="Forme libre : forme 475">
              <a:extLst>
                <a:ext uri="{FF2B5EF4-FFF2-40B4-BE49-F238E27FC236}">
                  <a16:creationId xmlns:a16="http://schemas.microsoft.com/office/drawing/2014/main" id="{872375DB-C3B1-8E1A-7CA8-64398A4660BD}"/>
                </a:ext>
              </a:extLst>
            </p:cNvPr>
            <p:cNvSpPr/>
            <p:nvPr/>
          </p:nvSpPr>
          <p:spPr>
            <a:xfrm>
              <a:off x="6366661" y="3770617"/>
              <a:ext cx="137728" cy="131188"/>
            </a:xfrm>
            <a:custGeom>
              <a:avLst/>
              <a:gdLst>
                <a:gd name="csX0" fmla="*/ 67654 w 137728"/>
                <a:gd name="csY0" fmla="*/ 111352 h 131188"/>
                <a:gd name="csX1" fmla="*/ 47145 w 137728"/>
                <a:gd name="csY1" fmla="*/ 115449 h 131188"/>
                <a:gd name="csX2" fmla="*/ 20999 w 137728"/>
                <a:gd name="csY2" fmla="*/ 132360 h 131188"/>
                <a:gd name="csX3" fmla="*/ 2816 w 137728"/>
                <a:gd name="csY3" fmla="*/ 131211 h 131188"/>
                <a:gd name="csX4" fmla="*/ 11764 w 137728"/>
                <a:gd name="csY4" fmla="*/ 101104 h 131188"/>
                <a:gd name="csX5" fmla="*/ 16675 w 137728"/>
                <a:gd name="csY5" fmla="*/ 94133 h 131188"/>
                <a:gd name="csX6" fmla="*/ 16381 w 137728"/>
                <a:gd name="csY6" fmla="*/ 85212 h 131188"/>
                <a:gd name="csX7" fmla="*/ 24269 w 137728"/>
                <a:gd name="csY7" fmla="*/ 77728 h 131188"/>
                <a:gd name="csX8" fmla="*/ 23557 w 137728"/>
                <a:gd name="csY8" fmla="*/ 61132 h 131188"/>
                <a:gd name="csX9" fmla="*/ 26061 w 137728"/>
                <a:gd name="csY9" fmla="*/ 41205 h 131188"/>
                <a:gd name="csX10" fmla="*/ 19391 w 137728"/>
                <a:gd name="csY10" fmla="*/ 34159 h 131188"/>
                <a:gd name="csX11" fmla="*/ 20486 w 137728"/>
                <a:gd name="csY11" fmla="*/ 21667 h 131188"/>
                <a:gd name="csX12" fmla="*/ 52275 w 137728"/>
                <a:gd name="csY12" fmla="*/ 14498 h 131188"/>
                <a:gd name="csX13" fmla="*/ 63556 w 137728"/>
                <a:gd name="csY13" fmla="*/ 17569 h 131188"/>
                <a:gd name="csX14" fmla="*/ 89189 w 137728"/>
                <a:gd name="csY14" fmla="*/ 13472 h 131188"/>
                <a:gd name="csX15" fmla="*/ 115855 w 137728"/>
                <a:gd name="csY15" fmla="*/ 4250 h 131188"/>
                <a:gd name="csX16" fmla="*/ 135338 w 137728"/>
                <a:gd name="csY16" fmla="*/ 1172 h 131188"/>
                <a:gd name="csX17" fmla="*/ 140544 w 137728"/>
                <a:gd name="csY17" fmla="*/ 7725 h 131188"/>
                <a:gd name="csX18" fmla="*/ 114829 w 137728"/>
                <a:gd name="csY18" fmla="*/ 25772 h 131188"/>
                <a:gd name="csX19" fmla="*/ 125083 w 137728"/>
                <a:gd name="csY19" fmla="*/ 46267 h 131188"/>
                <a:gd name="csX20" fmla="*/ 116881 w 137728"/>
                <a:gd name="csY20" fmla="*/ 71893 h 131188"/>
                <a:gd name="csX21" fmla="*/ 71758 w 137728"/>
                <a:gd name="csY21" fmla="*/ 101617 h 131188"/>
                <a:gd name="csX22" fmla="*/ 67654 w 137728"/>
                <a:gd name="csY22" fmla="*/ 111352 h 131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37728" h="131188">
                  <a:moveTo>
                    <a:pt x="67654" y="111352"/>
                  </a:moveTo>
                  <a:lnTo>
                    <a:pt x="47145" y="115449"/>
                  </a:lnTo>
                  <a:lnTo>
                    <a:pt x="20999" y="132360"/>
                  </a:lnTo>
                  <a:lnTo>
                    <a:pt x="2816" y="131211"/>
                  </a:lnTo>
                  <a:lnTo>
                    <a:pt x="11764" y="101104"/>
                  </a:lnTo>
                  <a:lnTo>
                    <a:pt x="16675" y="94133"/>
                  </a:lnTo>
                  <a:lnTo>
                    <a:pt x="16381" y="85212"/>
                  </a:lnTo>
                  <a:lnTo>
                    <a:pt x="24269" y="77728"/>
                  </a:lnTo>
                  <a:lnTo>
                    <a:pt x="23557" y="61132"/>
                  </a:lnTo>
                  <a:lnTo>
                    <a:pt x="26061" y="41205"/>
                  </a:lnTo>
                  <a:lnTo>
                    <a:pt x="19391" y="34159"/>
                  </a:lnTo>
                  <a:lnTo>
                    <a:pt x="20486" y="21667"/>
                  </a:lnTo>
                  <a:lnTo>
                    <a:pt x="52275" y="14498"/>
                  </a:lnTo>
                  <a:lnTo>
                    <a:pt x="63556" y="17569"/>
                  </a:lnTo>
                  <a:lnTo>
                    <a:pt x="89189" y="13472"/>
                  </a:lnTo>
                  <a:lnTo>
                    <a:pt x="115855" y="4250"/>
                  </a:lnTo>
                  <a:lnTo>
                    <a:pt x="135338" y="1172"/>
                  </a:lnTo>
                  <a:lnTo>
                    <a:pt x="140544" y="7725"/>
                  </a:lnTo>
                  <a:lnTo>
                    <a:pt x="114829" y="25772"/>
                  </a:lnTo>
                  <a:lnTo>
                    <a:pt x="125083" y="46267"/>
                  </a:lnTo>
                  <a:lnTo>
                    <a:pt x="116881" y="71893"/>
                  </a:lnTo>
                  <a:lnTo>
                    <a:pt x="71758" y="101617"/>
                  </a:lnTo>
                  <a:lnTo>
                    <a:pt x="67654" y="1113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8" name="Forme libre : forme 476">
              <a:extLst>
                <a:ext uri="{FF2B5EF4-FFF2-40B4-BE49-F238E27FC236}">
                  <a16:creationId xmlns:a16="http://schemas.microsoft.com/office/drawing/2014/main" id="{3C4C1BD4-1FD6-56D1-38BD-DD6DBE683CEE}"/>
                </a:ext>
              </a:extLst>
            </p:cNvPr>
            <p:cNvSpPr/>
            <p:nvPr/>
          </p:nvSpPr>
          <p:spPr>
            <a:xfrm>
              <a:off x="6431499" y="3766519"/>
              <a:ext cx="208168" cy="219340"/>
            </a:xfrm>
            <a:custGeom>
              <a:avLst/>
              <a:gdLst>
                <a:gd name="csX0" fmla="*/ 203453 w 208168"/>
                <a:gd name="csY0" fmla="*/ 201443 h 219340"/>
                <a:gd name="csX1" fmla="*/ 184914 w 208168"/>
                <a:gd name="csY1" fmla="*/ 195930 h 219340"/>
                <a:gd name="csX2" fmla="*/ 177218 w 208168"/>
                <a:gd name="csY2" fmla="*/ 205151 h 219340"/>
                <a:gd name="csX3" fmla="*/ 180297 w 208168"/>
                <a:gd name="csY3" fmla="*/ 215919 h 219340"/>
                <a:gd name="csX4" fmla="*/ 140305 w 208168"/>
                <a:gd name="csY4" fmla="*/ 220530 h 219340"/>
                <a:gd name="csX5" fmla="*/ 103384 w 208168"/>
                <a:gd name="csY5" fmla="*/ 203619 h 219340"/>
                <a:gd name="csX6" fmla="*/ 103384 w 208168"/>
                <a:gd name="csY6" fmla="*/ 180551 h 219340"/>
                <a:gd name="csX7" fmla="*/ 78778 w 208168"/>
                <a:gd name="csY7" fmla="*/ 165180 h 219340"/>
                <a:gd name="csX8" fmla="*/ 44936 w 208168"/>
                <a:gd name="csY8" fmla="*/ 145191 h 219340"/>
                <a:gd name="csX9" fmla="*/ 15711 w 208168"/>
                <a:gd name="csY9" fmla="*/ 136482 h 219340"/>
                <a:gd name="csX10" fmla="*/ 2891 w 208168"/>
                <a:gd name="csY10" fmla="*/ 115467 h 219340"/>
                <a:gd name="csX11" fmla="*/ 6996 w 208168"/>
                <a:gd name="csY11" fmla="*/ 105732 h 219340"/>
                <a:gd name="csX12" fmla="*/ 52119 w 208168"/>
                <a:gd name="csY12" fmla="*/ 76008 h 219340"/>
                <a:gd name="csX13" fmla="*/ 60321 w 208168"/>
                <a:gd name="csY13" fmla="*/ 50389 h 219340"/>
                <a:gd name="csX14" fmla="*/ 50066 w 208168"/>
                <a:gd name="csY14" fmla="*/ 29887 h 219340"/>
                <a:gd name="csX15" fmla="*/ 75781 w 208168"/>
                <a:gd name="csY15" fmla="*/ 11848 h 219340"/>
                <a:gd name="csX16" fmla="*/ 91084 w 208168"/>
                <a:gd name="csY16" fmla="*/ 1189 h 219340"/>
                <a:gd name="csX17" fmla="*/ 107496 w 208168"/>
                <a:gd name="csY17" fmla="*/ 4268 h 219340"/>
                <a:gd name="csX18" fmla="*/ 115698 w 208168"/>
                <a:gd name="csY18" fmla="*/ 14516 h 219340"/>
                <a:gd name="csX19" fmla="*/ 129537 w 208168"/>
                <a:gd name="csY19" fmla="*/ 11444 h 219340"/>
                <a:gd name="csX20" fmla="*/ 148001 w 208168"/>
                <a:gd name="csY20" fmla="*/ 43726 h 219340"/>
                <a:gd name="csX21" fmla="*/ 160301 w 208168"/>
                <a:gd name="csY21" fmla="*/ 43726 h 219340"/>
                <a:gd name="csX22" fmla="*/ 166458 w 208168"/>
                <a:gd name="csY22" fmla="*/ 52955 h 219340"/>
                <a:gd name="csX23" fmla="*/ 144922 w 208168"/>
                <a:gd name="csY23" fmla="*/ 94458 h 219340"/>
                <a:gd name="csX24" fmla="*/ 167997 w 208168"/>
                <a:gd name="csY24" fmla="*/ 125208 h 219340"/>
                <a:gd name="csX25" fmla="*/ 184914 w 208168"/>
                <a:gd name="csY25" fmla="*/ 128287 h 219340"/>
                <a:gd name="csX26" fmla="*/ 200300 w 208168"/>
                <a:gd name="csY26" fmla="*/ 151347 h 219340"/>
                <a:gd name="csX27" fmla="*/ 198753 w 208168"/>
                <a:gd name="csY27" fmla="*/ 177480 h 219340"/>
                <a:gd name="csX28" fmla="*/ 211060 w 208168"/>
                <a:gd name="csY28" fmla="*/ 192858 h 219340"/>
                <a:gd name="csX29" fmla="*/ 203453 w 208168"/>
                <a:gd name="csY29" fmla="*/ 201443 h 2193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08168" h="219340">
                  <a:moveTo>
                    <a:pt x="203453" y="201443"/>
                  </a:moveTo>
                  <a:lnTo>
                    <a:pt x="184914" y="195930"/>
                  </a:lnTo>
                  <a:lnTo>
                    <a:pt x="177218" y="205151"/>
                  </a:lnTo>
                  <a:lnTo>
                    <a:pt x="180297" y="215919"/>
                  </a:lnTo>
                  <a:lnTo>
                    <a:pt x="140305" y="220530"/>
                  </a:lnTo>
                  <a:lnTo>
                    <a:pt x="103384" y="203619"/>
                  </a:lnTo>
                  <a:lnTo>
                    <a:pt x="103384" y="180551"/>
                  </a:lnTo>
                  <a:lnTo>
                    <a:pt x="78778" y="165180"/>
                  </a:lnTo>
                  <a:lnTo>
                    <a:pt x="44936" y="145191"/>
                  </a:lnTo>
                  <a:lnTo>
                    <a:pt x="15711" y="136482"/>
                  </a:lnTo>
                  <a:lnTo>
                    <a:pt x="2891" y="115467"/>
                  </a:lnTo>
                  <a:lnTo>
                    <a:pt x="6996" y="105732"/>
                  </a:lnTo>
                  <a:lnTo>
                    <a:pt x="52119" y="76008"/>
                  </a:lnTo>
                  <a:lnTo>
                    <a:pt x="60321" y="50389"/>
                  </a:lnTo>
                  <a:lnTo>
                    <a:pt x="50066" y="29887"/>
                  </a:lnTo>
                  <a:lnTo>
                    <a:pt x="75781" y="11848"/>
                  </a:lnTo>
                  <a:lnTo>
                    <a:pt x="91084" y="1189"/>
                  </a:lnTo>
                  <a:lnTo>
                    <a:pt x="107496" y="4268"/>
                  </a:lnTo>
                  <a:lnTo>
                    <a:pt x="115698" y="14516"/>
                  </a:lnTo>
                  <a:lnTo>
                    <a:pt x="129537" y="11444"/>
                  </a:lnTo>
                  <a:lnTo>
                    <a:pt x="148001" y="43726"/>
                  </a:lnTo>
                  <a:lnTo>
                    <a:pt x="160301" y="43726"/>
                  </a:lnTo>
                  <a:lnTo>
                    <a:pt x="166458" y="52955"/>
                  </a:lnTo>
                  <a:lnTo>
                    <a:pt x="144922" y="94458"/>
                  </a:lnTo>
                  <a:lnTo>
                    <a:pt x="167997" y="125208"/>
                  </a:lnTo>
                  <a:lnTo>
                    <a:pt x="184914" y="128287"/>
                  </a:lnTo>
                  <a:lnTo>
                    <a:pt x="200300" y="151347"/>
                  </a:lnTo>
                  <a:lnTo>
                    <a:pt x="198753" y="177480"/>
                  </a:lnTo>
                  <a:lnTo>
                    <a:pt x="211060" y="192858"/>
                  </a:lnTo>
                  <a:lnTo>
                    <a:pt x="203453" y="2014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099" name="Forme libre : forme 477">
              <a:extLst>
                <a:ext uri="{FF2B5EF4-FFF2-40B4-BE49-F238E27FC236}">
                  <a16:creationId xmlns:a16="http://schemas.microsoft.com/office/drawing/2014/main" id="{13D6EE72-03EC-9235-F4B0-32057CAEE942}"/>
                </a:ext>
              </a:extLst>
            </p:cNvPr>
            <p:cNvSpPr/>
            <p:nvPr/>
          </p:nvSpPr>
          <p:spPr>
            <a:xfrm>
              <a:off x="7067293" y="3835195"/>
              <a:ext cx="633742" cy="629309"/>
            </a:xfrm>
            <a:custGeom>
              <a:avLst/>
              <a:gdLst>
                <a:gd name="csX0" fmla="*/ 278728 w 633742"/>
                <a:gd name="csY0" fmla="*/ 115170 h 629309"/>
                <a:gd name="csX1" fmla="*/ 273084 w 633742"/>
                <a:gd name="csY1" fmla="*/ 130541 h 629309"/>
                <a:gd name="csX2" fmla="*/ 266934 w 633742"/>
                <a:gd name="csY2" fmla="*/ 144894 h 629309"/>
                <a:gd name="csX3" fmla="*/ 272058 w 633742"/>
                <a:gd name="csY3" fmla="*/ 161291 h 629309"/>
                <a:gd name="csX4" fmla="*/ 286417 w 633742"/>
                <a:gd name="csY4" fmla="*/ 167441 h 629309"/>
                <a:gd name="csX5" fmla="*/ 296672 w 633742"/>
                <a:gd name="csY5" fmla="*/ 173591 h 629309"/>
                <a:gd name="csX6" fmla="*/ 335637 w 633742"/>
                <a:gd name="csY6" fmla="*/ 181794 h 629309"/>
                <a:gd name="csX7" fmla="*/ 358199 w 633742"/>
                <a:gd name="csY7" fmla="*/ 183839 h 629309"/>
                <a:gd name="csX8" fmla="*/ 383839 w 633742"/>
                <a:gd name="csY8" fmla="*/ 203315 h 629309"/>
                <a:gd name="csX9" fmla="*/ 408445 w 633742"/>
                <a:gd name="csY9" fmla="*/ 211517 h 629309"/>
                <a:gd name="csX10" fmla="*/ 433059 w 633742"/>
                <a:gd name="csY10" fmla="*/ 207413 h 629309"/>
                <a:gd name="csX11" fmla="*/ 440235 w 633742"/>
                <a:gd name="csY11" fmla="*/ 191015 h 629309"/>
                <a:gd name="csX12" fmla="*/ 435624 w 633742"/>
                <a:gd name="csY12" fmla="*/ 173591 h 629309"/>
                <a:gd name="csX13" fmla="*/ 446392 w 633742"/>
                <a:gd name="csY13" fmla="*/ 170520 h 629309"/>
                <a:gd name="csX14" fmla="*/ 460231 w 633742"/>
                <a:gd name="csY14" fmla="*/ 176670 h 629309"/>
                <a:gd name="csX15" fmla="*/ 463822 w 633742"/>
                <a:gd name="csY15" fmla="*/ 188970 h 629309"/>
                <a:gd name="csX16" fmla="*/ 473051 w 633742"/>
                <a:gd name="csY16" fmla="*/ 201270 h 629309"/>
                <a:gd name="csX17" fmla="*/ 527402 w 633742"/>
                <a:gd name="csY17" fmla="*/ 197165 h 629309"/>
                <a:gd name="csX18" fmla="*/ 527915 w 633742"/>
                <a:gd name="csY18" fmla="*/ 175131 h 629309"/>
                <a:gd name="csX19" fmla="*/ 563296 w 633742"/>
                <a:gd name="csY19" fmla="*/ 148998 h 629309"/>
                <a:gd name="csX20" fmla="*/ 612517 w 633742"/>
                <a:gd name="csY20" fmla="*/ 133627 h 629309"/>
                <a:gd name="csX21" fmla="*/ 621745 w 633742"/>
                <a:gd name="csY21" fmla="*/ 141309 h 629309"/>
                <a:gd name="csX22" fmla="*/ 620206 w 633742"/>
                <a:gd name="csY22" fmla="*/ 148998 h 629309"/>
                <a:gd name="csX23" fmla="*/ 637130 w 633742"/>
                <a:gd name="csY23" fmla="*/ 164370 h 629309"/>
                <a:gd name="csX24" fmla="*/ 626876 w 633742"/>
                <a:gd name="csY24" fmla="*/ 179748 h 629309"/>
                <a:gd name="csX25" fmla="*/ 597138 w 633742"/>
                <a:gd name="csY25" fmla="*/ 192048 h 629309"/>
                <a:gd name="csX26" fmla="*/ 574577 w 633742"/>
                <a:gd name="csY26" fmla="*/ 258665 h 629309"/>
                <a:gd name="csX27" fmla="*/ 563296 w 633742"/>
                <a:gd name="csY27" fmla="*/ 260717 h 629309"/>
                <a:gd name="csX28" fmla="*/ 560218 w 633742"/>
                <a:gd name="csY28" fmla="*/ 273010 h 629309"/>
                <a:gd name="csX29" fmla="*/ 550989 w 633742"/>
                <a:gd name="csY29" fmla="*/ 275063 h 629309"/>
                <a:gd name="csX30" fmla="*/ 555087 w 633742"/>
                <a:gd name="csY30" fmla="*/ 303760 h 629309"/>
                <a:gd name="csX31" fmla="*/ 539709 w 633742"/>
                <a:gd name="csY31" fmla="*/ 311962 h 629309"/>
                <a:gd name="csX32" fmla="*/ 535604 w 633742"/>
                <a:gd name="csY32" fmla="*/ 296591 h 629309"/>
                <a:gd name="csX33" fmla="*/ 530480 w 633742"/>
                <a:gd name="csY33" fmla="*/ 275063 h 629309"/>
                <a:gd name="csX34" fmla="*/ 515095 w 633742"/>
                <a:gd name="csY34" fmla="*/ 270965 h 629309"/>
                <a:gd name="csX35" fmla="*/ 510997 w 633742"/>
                <a:gd name="csY35" fmla="*/ 254567 h 629309"/>
                <a:gd name="csX36" fmla="*/ 525350 w 633742"/>
                <a:gd name="csY36" fmla="*/ 242267 h 629309"/>
                <a:gd name="csX37" fmla="*/ 526376 w 633742"/>
                <a:gd name="csY37" fmla="*/ 233039 h 629309"/>
                <a:gd name="csX38" fmla="*/ 518174 w 633742"/>
                <a:gd name="csY38" fmla="*/ 221765 h 629309"/>
                <a:gd name="csX39" fmla="*/ 481253 w 633742"/>
                <a:gd name="csY39" fmla="*/ 224843 h 629309"/>
                <a:gd name="csX40" fmla="*/ 467927 w 633742"/>
                <a:gd name="csY40" fmla="*/ 210491 h 629309"/>
                <a:gd name="csX41" fmla="*/ 450496 w 633742"/>
                <a:gd name="csY41" fmla="*/ 209465 h 629309"/>
                <a:gd name="csX42" fmla="*/ 441261 w 633742"/>
                <a:gd name="csY42" fmla="*/ 217667 h 629309"/>
                <a:gd name="csX43" fmla="*/ 449470 w 633742"/>
                <a:gd name="csY43" fmla="*/ 219713 h 629309"/>
                <a:gd name="csX44" fmla="*/ 455620 w 633742"/>
                <a:gd name="csY44" fmla="*/ 227915 h 629309"/>
                <a:gd name="csX45" fmla="*/ 457673 w 633742"/>
                <a:gd name="csY45" fmla="*/ 238163 h 629309"/>
                <a:gd name="csX46" fmla="*/ 441261 w 633742"/>
                <a:gd name="csY46" fmla="*/ 238163 h 629309"/>
                <a:gd name="csX47" fmla="*/ 440235 w 633742"/>
                <a:gd name="csY47" fmla="*/ 245339 h 629309"/>
                <a:gd name="csX48" fmla="*/ 450496 w 633742"/>
                <a:gd name="csY48" fmla="*/ 256613 h 629309"/>
                <a:gd name="csX49" fmla="*/ 451516 w 633742"/>
                <a:gd name="csY49" fmla="*/ 276089 h 629309"/>
                <a:gd name="csX50" fmla="*/ 456646 w 633742"/>
                <a:gd name="csY50" fmla="*/ 286336 h 629309"/>
                <a:gd name="csX51" fmla="*/ 456646 w 633742"/>
                <a:gd name="csY51" fmla="*/ 317086 h 629309"/>
                <a:gd name="csX52" fmla="*/ 420752 w 633742"/>
                <a:gd name="csY52" fmla="*/ 328360 h 629309"/>
                <a:gd name="csX53" fmla="*/ 412550 w 633742"/>
                <a:gd name="csY53" fmla="*/ 339634 h 629309"/>
                <a:gd name="csX54" fmla="*/ 416648 w 633742"/>
                <a:gd name="csY54" fmla="*/ 348855 h 629309"/>
                <a:gd name="csX55" fmla="*/ 412550 w 633742"/>
                <a:gd name="csY55" fmla="*/ 358084 h 629309"/>
                <a:gd name="csX56" fmla="*/ 397165 w 633742"/>
                <a:gd name="csY56" fmla="*/ 365253 h 629309"/>
                <a:gd name="csX57" fmla="*/ 379734 w 633742"/>
                <a:gd name="csY57" fmla="*/ 371403 h 629309"/>
                <a:gd name="csX58" fmla="*/ 366401 w 633742"/>
                <a:gd name="csY58" fmla="*/ 383703 h 629309"/>
                <a:gd name="csX59" fmla="*/ 363323 w 633742"/>
                <a:gd name="csY59" fmla="*/ 394977 h 629309"/>
                <a:gd name="csX60" fmla="*/ 349990 w 633742"/>
                <a:gd name="csY60" fmla="*/ 402153 h 629309"/>
                <a:gd name="csX61" fmla="*/ 344866 w 633742"/>
                <a:gd name="csY61" fmla="*/ 408303 h 629309"/>
                <a:gd name="csX62" fmla="*/ 331533 w 633742"/>
                <a:gd name="csY62" fmla="*/ 416498 h 629309"/>
                <a:gd name="csX63" fmla="*/ 315128 w 633742"/>
                <a:gd name="csY63" fmla="*/ 433922 h 629309"/>
                <a:gd name="csX64" fmla="*/ 306926 w 633742"/>
                <a:gd name="csY64" fmla="*/ 449301 h 629309"/>
                <a:gd name="csX65" fmla="*/ 296665 w 633742"/>
                <a:gd name="csY65" fmla="*/ 449301 h 629309"/>
                <a:gd name="csX66" fmla="*/ 283339 w 633742"/>
                <a:gd name="csY66" fmla="*/ 461594 h 629309"/>
                <a:gd name="csX67" fmla="*/ 273084 w 633742"/>
                <a:gd name="csY67" fmla="*/ 462620 h 629309"/>
                <a:gd name="csX68" fmla="*/ 266927 w 633742"/>
                <a:gd name="csY68" fmla="*/ 470822 h 629309"/>
                <a:gd name="csX69" fmla="*/ 267953 w 633742"/>
                <a:gd name="csY69" fmla="*/ 493370 h 629309"/>
                <a:gd name="csX70" fmla="*/ 268980 w 633742"/>
                <a:gd name="csY70" fmla="*/ 503617 h 629309"/>
                <a:gd name="csX71" fmla="*/ 266927 w 633742"/>
                <a:gd name="csY71" fmla="*/ 533341 h 629309"/>
                <a:gd name="csX72" fmla="*/ 259751 w 633742"/>
                <a:gd name="csY72" fmla="*/ 547693 h 629309"/>
                <a:gd name="csX73" fmla="*/ 261803 w 633742"/>
                <a:gd name="csY73" fmla="*/ 577417 h 629309"/>
                <a:gd name="csX74" fmla="*/ 254621 w 633742"/>
                <a:gd name="csY74" fmla="*/ 578436 h 629309"/>
                <a:gd name="csX75" fmla="*/ 247444 w 633742"/>
                <a:gd name="csY75" fmla="*/ 586639 h 629309"/>
                <a:gd name="csX76" fmla="*/ 246418 w 633742"/>
                <a:gd name="csY76" fmla="*/ 596886 h 629309"/>
                <a:gd name="csX77" fmla="*/ 235138 w 633742"/>
                <a:gd name="csY77" fmla="*/ 605089 h 629309"/>
                <a:gd name="csX78" fmla="*/ 228981 w 633742"/>
                <a:gd name="csY78" fmla="*/ 612258 h 629309"/>
                <a:gd name="csX79" fmla="*/ 224883 w 633742"/>
                <a:gd name="csY79" fmla="*/ 618408 h 629309"/>
                <a:gd name="csX80" fmla="*/ 212576 w 633742"/>
                <a:gd name="csY80" fmla="*/ 630708 h 629309"/>
                <a:gd name="csX81" fmla="*/ 198217 w 633742"/>
                <a:gd name="csY81" fmla="*/ 624558 h 629309"/>
                <a:gd name="csX82" fmla="*/ 188989 w 633742"/>
                <a:gd name="csY82" fmla="*/ 613284 h 629309"/>
                <a:gd name="csX83" fmla="*/ 181813 w 633742"/>
                <a:gd name="csY83" fmla="*/ 586639 h 629309"/>
                <a:gd name="csX84" fmla="*/ 173610 w 633742"/>
                <a:gd name="csY84" fmla="*/ 567163 h 629309"/>
                <a:gd name="csX85" fmla="*/ 165408 w 633742"/>
                <a:gd name="csY85" fmla="*/ 548713 h 629309"/>
                <a:gd name="csX86" fmla="*/ 153101 w 633742"/>
                <a:gd name="csY86" fmla="*/ 531289 h 629309"/>
                <a:gd name="csX87" fmla="*/ 151049 w 633742"/>
                <a:gd name="csY87" fmla="*/ 521041 h 629309"/>
                <a:gd name="csX88" fmla="*/ 146951 w 633742"/>
                <a:gd name="csY88" fmla="*/ 508741 h 629309"/>
                <a:gd name="csX89" fmla="*/ 143873 w 633742"/>
                <a:gd name="csY89" fmla="*/ 496441 h 629309"/>
                <a:gd name="csX90" fmla="*/ 129514 w 633742"/>
                <a:gd name="csY90" fmla="*/ 461594 h 629309"/>
                <a:gd name="csX91" fmla="*/ 121312 w 633742"/>
                <a:gd name="csY91" fmla="*/ 449294 h 629309"/>
                <a:gd name="csX92" fmla="*/ 110038 w 633742"/>
                <a:gd name="csY92" fmla="*/ 411375 h 629309"/>
                <a:gd name="csX93" fmla="*/ 104907 w 633742"/>
                <a:gd name="csY93" fmla="*/ 378572 h 629309"/>
                <a:gd name="csX94" fmla="*/ 103881 w 633742"/>
                <a:gd name="csY94" fmla="*/ 343725 h 629309"/>
                <a:gd name="csX95" fmla="*/ 100803 w 633742"/>
                <a:gd name="csY95" fmla="*/ 338601 h 629309"/>
                <a:gd name="csX96" fmla="*/ 101829 w 633742"/>
                <a:gd name="csY96" fmla="*/ 319132 h 629309"/>
                <a:gd name="csX97" fmla="*/ 93626 w 633742"/>
                <a:gd name="csY97" fmla="*/ 310929 h 629309"/>
                <a:gd name="csX98" fmla="*/ 89522 w 633742"/>
                <a:gd name="csY98" fmla="*/ 330406 h 629309"/>
                <a:gd name="csX99" fmla="*/ 89522 w 633742"/>
                <a:gd name="csY99" fmla="*/ 336556 h 629309"/>
                <a:gd name="csX100" fmla="*/ 83372 w 633742"/>
                <a:gd name="csY100" fmla="*/ 345777 h 629309"/>
                <a:gd name="csX101" fmla="*/ 60811 w 633742"/>
                <a:gd name="csY101" fmla="*/ 348849 h 629309"/>
                <a:gd name="csX102" fmla="*/ 46458 w 633742"/>
                <a:gd name="csY102" fmla="*/ 340653 h 629309"/>
                <a:gd name="csX103" fmla="*/ 24916 w 633742"/>
                <a:gd name="csY103" fmla="*/ 319125 h 629309"/>
                <a:gd name="csX104" fmla="*/ 23897 w 633742"/>
                <a:gd name="csY104" fmla="*/ 307851 h 629309"/>
                <a:gd name="csX105" fmla="*/ 33125 w 633742"/>
                <a:gd name="csY105" fmla="*/ 309903 h 629309"/>
                <a:gd name="csX106" fmla="*/ 43380 w 633742"/>
                <a:gd name="csY106" fmla="*/ 307851 h 629309"/>
                <a:gd name="csX107" fmla="*/ 51582 w 633742"/>
                <a:gd name="csY107" fmla="*/ 297603 h 629309"/>
                <a:gd name="csX108" fmla="*/ 36197 w 633742"/>
                <a:gd name="csY108" fmla="*/ 301701 h 629309"/>
                <a:gd name="csX109" fmla="*/ 20819 w 633742"/>
                <a:gd name="csY109" fmla="*/ 301701 h 629309"/>
                <a:gd name="csX110" fmla="*/ 14669 w 633742"/>
                <a:gd name="csY110" fmla="*/ 295551 h 629309"/>
                <a:gd name="csX111" fmla="*/ 13643 w 633742"/>
                <a:gd name="csY111" fmla="*/ 286330 h 629309"/>
                <a:gd name="csX112" fmla="*/ 7486 w 633742"/>
                <a:gd name="csY112" fmla="*/ 284277 h 629309"/>
                <a:gd name="csX113" fmla="*/ 3388 w 633742"/>
                <a:gd name="csY113" fmla="*/ 279153 h 629309"/>
                <a:gd name="csX114" fmla="*/ 14669 w 633742"/>
                <a:gd name="csY114" fmla="*/ 266853 h 629309"/>
                <a:gd name="csX115" fmla="*/ 32099 w 633742"/>
                <a:gd name="csY115" fmla="*/ 257632 h 629309"/>
                <a:gd name="csX116" fmla="*/ 63889 w 633742"/>
                <a:gd name="csY116" fmla="*/ 261730 h 629309"/>
                <a:gd name="csX117" fmla="*/ 65941 w 633742"/>
                <a:gd name="csY117" fmla="*/ 243287 h 629309"/>
                <a:gd name="csX118" fmla="*/ 41328 w 633742"/>
                <a:gd name="csY118" fmla="*/ 201263 h 629309"/>
                <a:gd name="csX119" fmla="*/ 52608 w 633742"/>
                <a:gd name="csY119" fmla="*/ 173584 h 629309"/>
                <a:gd name="csX120" fmla="*/ 60811 w 633742"/>
                <a:gd name="csY120" fmla="*/ 180761 h 629309"/>
                <a:gd name="csX121" fmla="*/ 77222 w 633742"/>
                <a:gd name="csY121" fmla="*/ 179741 h 629309"/>
                <a:gd name="csX122" fmla="*/ 120292 w 633742"/>
                <a:gd name="csY122" fmla="*/ 138744 h 629309"/>
                <a:gd name="csX123" fmla="*/ 125416 w 633742"/>
                <a:gd name="csY123" fmla="*/ 118242 h 629309"/>
                <a:gd name="csX124" fmla="*/ 139775 w 633742"/>
                <a:gd name="csY124" fmla="*/ 111065 h 629309"/>
                <a:gd name="csX125" fmla="*/ 142854 w 633742"/>
                <a:gd name="csY125" fmla="*/ 88518 h 629309"/>
                <a:gd name="csX126" fmla="*/ 158232 w 633742"/>
                <a:gd name="csY126" fmla="*/ 76225 h 629309"/>
                <a:gd name="csX127" fmla="*/ 162337 w 633742"/>
                <a:gd name="csY127" fmla="*/ 65970 h 629309"/>
                <a:gd name="csX128" fmla="*/ 146958 w 633742"/>
                <a:gd name="csY128" fmla="*/ 49572 h 629309"/>
                <a:gd name="csX129" fmla="*/ 131573 w 633742"/>
                <a:gd name="csY129" fmla="*/ 44449 h 629309"/>
                <a:gd name="csX130" fmla="*/ 133625 w 633742"/>
                <a:gd name="csY130" fmla="*/ 3451 h 629309"/>
                <a:gd name="csX131" fmla="*/ 154134 w 633742"/>
                <a:gd name="csY131" fmla="*/ 1399 h 629309"/>
                <a:gd name="csX132" fmla="*/ 177209 w 633742"/>
                <a:gd name="csY132" fmla="*/ 6016 h 629309"/>
                <a:gd name="csX133" fmla="*/ 204894 w 633742"/>
                <a:gd name="csY133" fmla="*/ 1399 h 629309"/>
                <a:gd name="csX134" fmla="*/ 208164 w 633742"/>
                <a:gd name="csY134" fmla="*/ 4101 h 629309"/>
                <a:gd name="csX135" fmla="*/ 215853 w 633742"/>
                <a:gd name="csY135" fmla="*/ 11790 h 629309"/>
                <a:gd name="csX136" fmla="*/ 225854 w 633742"/>
                <a:gd name="csY136" fmla="*/ 17167 h 629309"/>
                <a:gd name="csX137" fmla="*/ 229699 w 633742"/>
                <a:gd name="csY137" fmla="*/ 33312 h 629309"/>
                <a:gd name="csX138" fmla="*/ 240467 w 633742"/>
                <a:gd name="csY138" fmla="*/ 47917 h 629309"/>
                <a:gd name="csX139" fmla="*/ 241233 w 633742"/>
                <a:gd name="csY139" fmla="*/ 54833 h 629309"/>
                <a:gd name="csX140" fmla="*/ 235083 w 633742"/>
                <a:gd name="csY140" fmla="*/ 59451 h 629309"/>
                <a:gd name="csX141" fmla="*/ 227968 w 633742"/>
                <a:gd name="csY141" fmla="*/ 56749 h 629309"/>
                <a:gd name="csX142" fmla="*/ 223351 w 633742"/>
                <a:gd name="csY142" fmla="*/ 61359 h 629309"/>
                <a:gd name="csX143" fmla="*/ 235658 w 633742"/>
                <a:gd name="csY143" fmla="*/ 72120 h 629309"/>
                <a:gd name="csX144" fmla="*/ 234118 w 633742"/>
                <a:gd name="csY144" fmla="*/ 92109 h 629309"/>
                <a:gd name="csX145" fmla="*/ 244886 w 633742"/>
                <a:gd name="csY145" fmla="*/ 98259 h 629309"/>
                <a:gd name="csX146" fmla="*/ 261810 w 633742"/>
                <a:gd name="csY146" fmla="*/ 98259 h 629309"/>
                <a:gd name="csX147" fmla="*/ 278728 w 633742"/>
                <a:gd name="csY147" fmla="*/ 115170 h 629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Lst>
              <a:rect l="l" t="t" r="r" b="b"/>
              <a:pathLst>
                <a:path w="633742" h="629309">
                  <a:moveTo>
                    <a:pt x="278728" y="115170"/>
                  </a:moveTo>
                  <a:lnTo>
                    <a:pt x="273084" y="130541"/>
                  </a:lnTo>
                  <a:lnTo>
                    <a:pt x="266934" y="144894"/>
                  </a:lnTo>
                  <a:lnTo>
                    <a:pt x="272058" y="161291"/>
                  </a:lnTo>
                  <a:lnTo>
                    <a:pt x="286417" y="167441"/>
                  </a:lnTo>
                  <a:lnTo>
                    <a:pt x="296672" y="173591"/>
                  </a:lnTo>
                  <a:lnTo>
                    <a:pt x="335637" y="181794"/>
                  </a:lnTo>
                  <a:lnTo>
                    <a:pt x="358199" y="183839"/>
                  </a:lnTo>
                  <a:lnTo>
                    <a:pt x="383839" y="203315"/>
                  </a:lnTo>
                  <a:lnTo>
                    <a:pt x="408445" y="211517"/>
                  </a:lnTo>
                  <a:lnTo>
                    <a:pt x="433059" y="207413"/>
                  </a:lnTo>
                  <a:lnTo>
                    <a:pt x="440235" y="191015"/>
                  </a:lnTo>
                  <a:lnTo>
                    <a:pt x="435624" y="173591"/>
                  </a:lnTo>
                  <a:lnTo>
                    <a:pt x="446392" y="170520"/>
                  </a:lnTo>
                  <a:lnTo>
                    <a:pt x="460231" y="176670"/>
                  </a:lnTo>
                  <a:lnTo>
                    <a:pt x="463822" y="188970"/>
                  </a:lnTo>
                  <a:lnTo>
                    <a:pt x="473051" y="201270"/>
                  </a:lnTo>
                  <a:lnTo>
                    <a:pt x="527402" y="197165"/>
                  </a:lnTo>
                  <a:lnTo>
                    <a:pt x="527915" y="175131"/>
                  </a:lnTo>
                  <a:lnTo>
                    <a:pt x="563296" y="148998"/>
                  </a:lnTo>
                  <a:lnTo>
                    <a:pt x="612517" y="133627"/>
                  </a:lnTo>
                  <a:lnTo>
                    <a:pt x="621745" y="141309"/>
                  </a:lnTo>
                  <a:lnTo>
                    <a:pt x="620206" y="148998"/>
                  </a:lnTo>
                  <a:lnTo>
                    <a:pt x="637130" y="164370"/>
                  </a:lnTo>
                  <a:lnTo>
                    <a:pt x="626876" y="179748"/>
                  </a:lnTo>
                  <a:lnTo>
                    <a:pt x="597138" y="192048"/>
                  </a:lnTo>
                  <a:lnTo>
                    <a:pt x="574577" y="258665"/>
                  </a:lnTo>
                  <a:lnTo>
                    <a:pt x="563296" y="260717"/>
                  </a:lnTo>
                  <a:lnTo>
                    <a:pt x="560218" y="273010"/>
                  </a:lnTo>
                  <a:lnTo>
                    <a:pt x="550989" y="275063"/>
                  </a:lnTo>
                  <a:lnTo>
                    <a:pt x="555087" y="303760"/>
                  </a:lnTo>
                  <a:lnTo>
                    <a:pt x="539709" y="311962"/>
                  </a:lnTo>
                  <a:lnTo>
                    <a:pt x="535604" y="296591"/>
                  </a:lnTo>
                  <a:lnTo>
                    <a:pt x="530480" y="275063"/>
                  </a:lnTo>
                  <a:lnTo>
                    <a:pt x="515095" y="270965"/>
                  </a:lnTo>
                  <a:lnTo>
                    <a:pt x="510997" y="254567"/>
                  </a:lnTo>
                  <a:lnTo>
                    <a:pt x="525350" y="242267"/>
                  </a:lnTo>
                  <a:lnTo>
                    <a:pt x="526376" y="233039"/>
                  </a:lnTo>
                  <a:lnTo>
                    <a:pt x="518174" y="221765"/>
                  </a:lnTo>
                  <a:lnTo>
                    <a:pt x="481253" y="224843"/>
                  </a:lnTo>
                  <a:lnTo>
                    <a:pt x="467927" y="210491"/>
                  </a:lnTo>
                  <a:lnTo>
                    <a:pt x="450496" y="209465"/>
                  </a:lnTo>
                  <a:lnTo>
                    <a:pt x="441261" y="217667"/>
                  </a:lnTo>
                  <a:lnTo>
                    <a:pt x="449470" y="219713"/>
                  </a:lnTo>
                  <a:lnTo>
                    <a:pt x="455620" y="227915"/>
                  </a:lnTo>
                  <a:lnTo>
                    <a:pt x="457673" y="238163"/>
                  </a:lnTo>
                  <a:lnTo>
                    <a:pt x="441261" y="238163"/>
                  </a:lnTo>
                  <a:lnTo>
                    <a:pt x="440235" y="245339"/>
                  </a:lnTo>
                  <a:lnTo>
                    <a:pt x="450496" y="256613"/>
                  </a:lnTo>
                  <a:lnTo>
                    <a:pt x="451516" y="276089"/>
                  </a:lnTo>
                  <a:lnTo>
                    <a:pt x="456646" y="286336"/>
                  </a:lnTo>
                  <a:lnTo>
                    <a:pt x="456646" y="317086"/>
                  </a:lnTo>
                  <a:lnTo>
                    <a:pt x="420752" y="328360"/>
                  </a:lnTo>
                  <a:lnTo>
                    <a:pt x="412550" y="339634"/>
                  </a:lnTo>
                  <a:lnTo>
                    <a:pt x="416648" y="348855"/>
                  </a:lnTo>
                  <a:lnTo>
                    <a:pt x="412550" y="358084"/>
                  </a:lnTo>
                  <a:lnTo>
                    <a:pt x="397165" y="365253"/>
                  </a:lnTo>
                  <a:lnTo>
                    <a:pt x="379734" y="371403"/>
                  </a:lnTo>
                  <a:lnTo>
                    <a:pt x="366401" y="383703"/>
                  </a:lnTo>
                  <a:lnTo>
                    <a:pt x="363323" y="394977"/>
                  </a:lnTo>
                  <a:lnTo>
                    <a:pt x="349990" y="402153"/>
                  </a:lnTo>
                  <a:lnTo>
                    <a:pt x="344866" y="408303"/>
                  </a:lnTo>
                  <a:lnTo>
                    <a:pt x="331533" y="416498"/>
                  </a:lnTo>
                  <a:lnTo>
                    <a:pt x="315128" y="433922"/>
                  </a:lnTo>
                  <a:lnTo>
                    <a:pt x="306926" y="449301"/>
                  </a:lnTo>
                  <a:lnTo>
                    <a:pt x="296665" y="449301"/>
                  </a:lnTo>
                  <a:lnTo>
                    <a:pt x="283339" y="461594"/>
                  </a:lnTo>
                  <a:lnTo>
                    <a:pt x="273084" y="462620"/>
                  </a:lnTo>
                  <a:lnTo>
                    <a:pt x="266927" y="470822"/>
                  </a:lnTo>
                  <a:lnTo>
                    <a:pt x="267953" y="493370"/>
                  </a:lnTo>
                  <a:lnTo>
                    <a:pt x="268980" y="503617"/>
                  </a:lnTo>
                  <a:lnTo>
                    <a:pt x="266927" y="533341"/>
                  </a:lnTo>
                  <a:lnTo>
                    <a:pt x="259751" y="547693"/>
                  </a:lnTo>
                  <a:lnTo>
                    <a:pt x="261803" y="577417"/>
                  </a:lnTo>
                  <a:lnTo>
                    <a:pt x="254621" y="578436"/>
                  </a:lnTo>
                  <a:lnTo>
                    <a:pt x="247444" y="586639"/>
                  </a:lnTo>
                  <a:lnTo>
                    <a:pt x="246418" y="596886"/>
                  </a:lnTo>
                  <a:lnTo>
                    <a:pt x="235138" y="605089"/>
                  </a:lnTo>
                  <a:lnTo>
                    <a:pt x="228981" y="612258"/>
                  </a:lnTo>
                  <a:lnTo>
                    <a:pt x="224883" y="618408"/>
                  </a:lnTo>
                  <a:lnTo>
                    <a:pt x="212576" y="630708"/>
                  </a:lnTo>
                  <a:lnTo>
                    <a:pt x="198217" y="624558"/>
                  </a:lnTo>
                  <a:lnTo>
                    <a:pt x="188989" y="613284"/>
                  </a:lnTo>
                  <a:lnTo>
                    <a:pt x="181813" y="586639"/>
                  </a:lnTo>
                  <a:lnTo>
                    <a:pt x="173610" y="567163"/>
                  </a:lnTo>
                  <a:lnTo>
                    <a:pt x="165408" y="548713"/>
                  </a:lnTo>
                  <a:lnTo>
                    <a:pt x="153101" y="531289"/>
                  </a:lnTo>
                  <a:lnTo>
                    <a:pt x="151049" y="521041"/>
                  </a:lnTo>
                  <a:lnTo>
                    <a:pt x="146951" y="508741"/>
                  </a:lnTo>
                  <a:lnTo>
                    <a:pt x="143873" y="496441"/>
                  </a:lnTo>
                  <a:lnTo>
                    <a:pt x="129514" y="461594"/>
                  </a:lnTo>
                  <a:lnTo>
                    <a:pt x="121312" y="449294"/>
                  </a:lnTo>
                  <a:lnTo>
                    <a:pt x="110038" y="411375"/>
                  </a:lnTo>
                  <a:lnTo>
                    <a:pt x="104907" y="378572"/>
                  </a:lnTo>
                  <a:lnTo>
                    <a:pt x="103881" y="343725"/>
                  </a:lnTo>
                  <a:lnTo>
                    <a:pt x="100803" y="338601"/>
                  </a:lnTo>
                  <a:lnTo>
                    <a:pt x="101829" y="319132"/>
                  </a:lnTo>
                  <a:lnTo>
                    <a:pt x="93626" y="310929"/>
                  </a:lnTo>
                  <a:lnTo>
                    <a:pt x="89522" y="330406"/>
                  </a:lnTo>
                  <a:lnTo>
                    <a:pt x="89522" y="336556"/>
                  </a:lnTo>
                  <a:lnTo>
                    <a:pt x="83372" y="345777"/>
                  </a:lnTo>
                  <a:lnTo>
                    <a:pt x="60811" y="348849"/>
                  </a:lnTo>
                  <a:lnTo>
                    <a:pt x="46458" y="340653"/>
                  </a:lnTo>
                  <a:lnTo>
                    <a:pt x="24916" y="319125"/>
                  </a:lnTo>
                  <a:lnTo>
                    <a:pt x="23897" y="307851"/>
                  </a:lnTo>
                  <a:lnTo>
                    <a:pt x="33125" y="309903"/>
                  </a:lnTo>
                  <a:lnTo>
                    <a:pt x="43380" y="307851"/>
                  </a:lnTo>
                  <a:lnTo>
                    <a:pt x="51582" y="297603"/>
                  </a:lnTo>
                  <a:lnTo>
                    <a:pt x="36197" y="301701"/>
                  </a:lnTo>
                  <a:lnTo>
                    <a:pt x="20819" y="301701"/>
                  </a:lnTo>
                  <a:lnTo>
                    <a:pt x="14669" y="295551"/>
                  </a:lnTo>
                  <a:lnTo>
                    <a:pt x="13643" y="286330"/>
                  </a:lnTo>
                  <a:lnTo>
                    <a:pt x="7486" y="284277"/>
                  </a:lnTo>
                  <a:lnTo>
                    <a:pt x="3388" y="279153"/>
                  </a:lnTo>
                  <a:lnTo>
                    <a:pt x="14669" y="266853"/>
                  </a:lnTo>
                  <a:lnTo>
                    <a:pt x="32099" y="257632"/>
                  </a:lnTo>
                  <a:lnTo>
                    <a:pt x="63889" y="261730"/>
                  </a:lnTo>
                  <a:lnTo>
                    <a:pt x="65941" y="243287"/>
                  </a:lnTo>
                  <a:lnTo>
                    <a:pt x="41328" y="201263"/>
                  </a:lnTo>
                  <a:lnTo>
                    <a:pt x="52608" y="173584"/>
                  </a:lnTo>
                  <a:lnTo>
                    <a:pt x="60811" y="180761"/>
                  </a:lnTo>
                  <a:lnTo>
                    <a:pt x="77222" y="179741"/>
                  </a:lnTo>
                  <a:lnTo>
                    <a:pt x="120292" y="138744"/>
                  </a:lnTo>
                  <a:lnTo>
                    <a:pt x="125416" y="118242"/>
                  </a:lnTo>
                  <a:lnTo>
                    <a:pt x="139775" y="111065"/>
                  </a:lnTo>
                  <a:lnTo>
                    <a:pt x="142854" y="88518"/>
                  </a:lnTo>
                  <a:lnTo>
                    <a:pt x="158232" y="76225"/>
                  </a:lnTo>
                  <a:lnTo>
                    <a:pt x="162337" y="65970"/>
                  </a:lnTo>
                  <a:lnTo>
                    <a:pt x="146958" y="49572"/>
                  </a:lnTo>
                  <a:lnTo>
                    <a:pt x="131573" y="44449"/>
                  </a:lnTo>
                  <a:lnTo>
                    <a:pt x="133625" y="3451"/>
                  </a:lnTo>
                  <a:lnTo>
                    <a:pt x="154134" y="1399"/>
                  </a:lnTo>
                  <a:lnTo>
                    <a:pt x="177209" y="6016"/>
                  </a:lnTo>
                  <a:lnTo>
                    <a:pt x="204894" y="1399"/>
                  </a:lnTo>
                  <a:lnTo>
                    <a:pt x="208164" y="4101"/>
                  </a:lnTo>
                  <a:lnTo>
                    <a:pt x="215853" y="11790"/>
                  </a:lnTo>
                  <a:lnTo>
                    <a:pt x="225854" y="17167"/>
                  </a:lnTo>
                  <a:lnTo>
                    <a:pt x="229699" y="33312"/>
                  </a:lnTo>
                  <a:lnTo>
                    <a:pt x="240467" y="47917"/>
                  </a:lnTo>
                  <a:lnTo>
                    <a:pt x="241233" y="54833"/>
                  </a:lnTo>
                  <a:lnTo>
                    <a:pt x="235083" y="59451"/>
                  </a:lnTo>
                  <a:lnTo>
                    <a:pt x="227968" y="56749"/>
                  </a:lnTo>
                  <a:lnTo>
                    <a:pt x="223351" y="61359"/>
                  </a:lnTo>
                  <a:lnTo>
                    <a:pt x="235658" y="72120"/>
                  </a:lnTo>
                  <a:lnTo>
                    <a:pt x="234118" y="92109"/>
                  </a:lnTo>
                  <a:lnTo>
                    <a:pt x="244886" y="98259"/>
                  </a:lnTo>
                  <a:lnTo>
                    <a:pt x="261810" y="98259"/>
                  </a:lnTo>
                  <a:lnTo>
                    <a:pt x="278728" y="1151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0" name="Forme libre : forme 478">
              <a:extLst>
                <a:ext uri="{FF2B5EF4-FFF2-40B4-BE49-F238E27FC236}">
                  <a16:creationId xmlns:a16="http://schemas.microsoft.com/office/drawing/2014/main" id="{54C2936B-22C4-CEBD-7F6C-5C99E3E5CCA3}"/>
                </a:ext>
              </a:extLst>
            </p:cNvPr>
            <p:cNvSpPr/>
            <p:nvPr/>
          </p:nvSpPr>
          <p:spPr>
            <a:xfrm>
              <a:off x="7712309" y="4180606"/>
              <a:ext cx="168177" cy="332078"/>
            </a:xfrm>
            <a:custGeom>
              <a:avLst/>
              <a:gdLst>
                <a:gd name="csX0" fmla="*/ 56966 w 168177"/>
                <a:gd name="csY0" fmla="*/ 1514 h 332078"/>
                <a:gd name="csX1" fmla="*/ 29280 w 168177"/>
                <a:gd name="csY1" fmla="*/ 8690 h 332078"/>
                <a:gd name="csX2" fmla="*/ 24150 w 168177"/>
                <a:gd name="csY2" fmla="*/ 23035 h 332078"/>
                <a:gd name="csX3" fmla="*/ 13895 w 168177"/>
                <a:gd name="csY3" fmla="*/ 24061 h 332078"/>
                <a:gd name="csX4" fmla="*/ 3641 w 168177"/>
                <a:gd name="csY4" fmla="*/ 30211 h 332078"/>
                <a:gd name="csX5" fmla="*/ 5693 w 168177"/>
                <a:gd name="csY5" fmla="*/ 57883 h 332078"/>
                <a:gd name="csX6" fmla="*/ 21071 w 168177"/>
                <a:gd name="csY6" fmla="*/ 72235 h 332078"/>
                <a:gd name="csX7" fmla="*/ 26202 w 168177"/>
                <a:gd name="csY7" fmla="*/ 105030 h 332078"/>
                <a:gd name="csX8" fmla="*/ 16974 w 168177"/>
                <a:gd name="csY8" fmla="*/ 117330 h 332078"/>
                <a:gd name="csX9" fmla="*/ 34404 w 168177"/>
                <a:gd name="csY9" fmla="*/ 153204 h 332078"/>
                <a:gd name="csX10" fmla="*/ 34404 w 168177"/>
                <a:gd name="csY10" fmla="*/ 184973 h 332078"/>
                <a:gd name="csX11" fmla="*/ 32352 w 168177"/>
                <a:gd name="csY11" fmla="*/ 206501 h 332078"/>
                <a:gd name="csX12" fmla="*/ 28247 w 168177"/>
                <a:gd name="csY12" fmla="*/ 219828 h 332078"/>
                <a:gd name="csX13" fmla="*/ 21071 w 168177"/>
                <a:gd name="csY13" fmla="*/ 236225 h 332078"/>
                <a:gd name="csX14" fmla="*/ 22097 w 168177"/>
                <a:gd name="csY14" fmla="*/ 247499 h 332078"/>
                <a:gd name="csX15" fmla="*/ 19019 w 168177"/>
                <a:gd name="csY15" fmla="*/ 259799 h 332078"/>
                <a:gd name="csX16" fmla="*/ 20045 w 168177"/>
                <a:gd name="csY16" fmla="*/ 282347 h 332078"/>
                <a:gd name="csX17" fmla="*/ 29274 w 168177"/>
                <a:gd name="csY17" fmla="*/ 283373 h 332078"/>
                <a:gd name="csX18" fmla="*/ 41580 w 168177"/>
                <a:gd name="csY18" fmla="*/ 301816 h 332078"/>
                <a:gd name="csX19" fmla="*/ 56959 w 168177"/>
                <a:gd name="csY19" fmla="*/ 319240 h 332078"/>
                <a:gd name="csX20" fmla="*/ 69266 w 168177"/>
                <a:gd name="csY20" fmla="*/ 317194 h 332078"/>
                <a:gd name="csX21" fmla="*/ 77468 w 168177"/>
                <a:gd name="csY21" fmla="*/ 328468 h 332078"/>
                <a:gd name="csX22" fmla="*/ 90801 w 168177"/>
                <a:gd name="csY22" fmla="*/ 333592 h 332078"/>
                <a:gd name="csX23" fmla="*/ 110284 w 168177"/>
                <a:gd name="csY23" fmla="*/ 331540 h 332078"/>
                <a:gd name="csX24" fmla="*/ 101055 w 168177"/>
                <a:gd name="csY24" fmla="*/ 324370 h 332078"/>
                <a:gd name="csX25" fmla="*/ 86696 w 168177"/>
                <a:gd name="csY25" fmla="*/ 311044 h 332078"/>
                <a:gd name="csX26" fmla="*/ 73370 w 168177"/>
                <a:gd name="csY26" fmla="*/ 304894 h 332078"/>
                <a:gd name="csX27" fmla="*/ 60037 w 168177"/>
                <a:gd name="csY27" fmla="*/ 288497 h 332078"/>
                <a:gd name="csX28" fmla="*/ 51835 w 168177"/>
                <a:gd name="csY28" fmla="*/ 262871 h 332078"/>
                <a:gd name="csX29" fmla="*/ 41580 w 168177"/>
                <a:gd name="csY29" fmla="*/ 259799 h 332078"/>
                <a:gd name="csX30" fmla="*/ 35430 w 168177"/>
                <a:gd name="csY30" fmla="*/ 240323 h 332078"/>
                <a:gd name="csX31" fmla="*/ 41580 w 168177"/>
                <a:gd name="csY31" fmla="*/ 212651 h 332078"/>
                <a:gd name="csX32" fmla="*/ 54913 w 168177"/>
                <a:gd name="csY32" fmla="*/ 194201 h 332078"/>
                <a:gd name="csX33" fmla="*/ 55939 w 168177"/>
                <a:gd name="csY33" fmla="*/ 172680 h 332078"/>
                <a:gd name="csX34" fmla="*/ 66194 w 168177"/>
                <a:gd name="csY34" fmla="*/ 164478 h 332078"/>
                <a:gd name="csX35" fmla="*/ 75422 w 168177"/>
                <a:gd name="csY35" fmla="*/ 165504 h 332078"/>
                <a:gd name="csX36" fmla="*/ 81572 w 168177"/>
                <a:gd name="csY36" fmla="*/ 181901 h 332078"/>
                <a:gd name="csX37" fmla="*/ 99010 w 168177"/>
                <a:gd name="csY37" fmla="*/ 187025 h 332078"/>
                <a:gd name="csX38" fmla="*/ 109264 w 168177"/>
                <a:gd name="csY38" fmla="*/ 194201 h 332078"/>
                <a:gd name="csX39" fmla="*/ 113362 w 168177"/>
                <a:gd name="csY39" fmla="*/ 173706 h 332078"/>
                <a:gd name="csX40" fmla="*/ 105160 w 168177"/>
                <a:gd name="csY40" fmla="*/ 167556 h 332078"/>
                <a:gd name="csX41" fmla="*/ 106186 w 168177"/>
                <a:gd name="csY41" fmla="*/ 157302 h 332078"/>
                <a:gd name="csX42" fmla="*/ 114388 w 168177"/>
                <a:gd name="csY42" fmla="*/ 150132 h 332078"/>
                <a:gd name="csX43" fmla="*/ 118493 w 168177"/>
                <a:gd name="csY43" fmla="*/ 137832 h 332078"/>
                <a:gd name="csX44" fmla="*/ 132845 w 168177"/>
                <a:gd name="csY44" fmla="*/ 133735 h 332078"/>
                <a:gd name="csX45" fmla="*/ 163615 w 168177"/>
                <a:gd name="csY45" fmla="*/ 142956 h 332078"/>
                <a:gd name="csX46" fmla="*/ 171818 w 168177"/>
                <a:gd name="csY46" fmla="*/ 114259 h 332078"/>
                <a:gd name="csX47" fmla="*/ 168739 w 168177"/>
                <a:gd name="csY47" fmla="*/ 101959 h 332078"/>
                <a:gd name="csX48" fmla="*/ 148230 w 168177"/>
                <a:gd name="csY48" fmla="*/ 76339 h 332078"/>
                <a:gd name="csX49" fmla="*/ 142080 w 168177"/>
                <a:gd name="csY49" fmla="*/ 50713 h 332078"/>
                <a:gd name="csX50" fmla="*/ 130800 w 168177"/>
                <a:gd name="csY50" fmla="*/ 48661 h 332078"/>
                <a:gd name="csX51" fmla="*/ 120545 w 168177"/>
                <a:gd name="csY51" fmla="*/ 58909 h 332078"/>
                <a:gd name="csX52" fmla="*/ 110290 w 168177"/>
                <a:gd name="csY52" fmla="*/ 58909 h 332078"/>
                <a:gd name="csX53" fmla="*/ 103108 w 168177"/>
                <a:gd name="csY53" fmla="*/ 51733 h 332078"/>
                <a:gd name="csX54" fmla="*/ 91834 w 168177"/>
                <a:gd name="csY54" fmla="*/ 51733 h 332078"/>
                <a:gd name="csX55" fmla="*/ 76448 w 168177"/>
                <a:gd name="csY55" fmla="*/ 67111 h 332078"/>
                <a:gd name="csX56" fmla="*/ 69272 w 168177"/>
                <a:gd name="csY56" fmla="*/ 58909 h 332078"/>
                <a:gd name="csX57" fmla="*/ 71325 w 168177"/>
                <a:gd name="csY57" fmla="*/ 50713 h 332078"/>
                <a:gd name="csX58" fmla="*/ 75422 w 168177"/>
                <a:gd name="csY58" fmla="*/ 25087 h 332078"/>
                <a:gd name="csX59" fmla="*/ 61063 w 168177"/>
                <a:gd name="csY59" fmla="*/ 18937 h 332078"/>
                <a:gd name="csX60" fmla="*/ 56966 w 168177"/>
                <a:gd name="csY60" fmla="*/ 1514 h 332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Lst>
              <a:rect l="l" t="t" r="r" b="b"/>
              <a:pathLst>
                <a:path w="168177" h="332078">
                  <a:moveTo>
                    <a:pt x="56966" y="1514"/>
                  </a:moveTo>
                  <a:lnTo>
                    <a:pt x="29280" y="8690"/>
                  </a:lnTo>
                  <a:lnTo>
                    <a:pt x="24150" y="23035"/>
                  </a:lnTo>
                  <a:lnTo>
                    <a:pt x="13895" y="24061"/>
                  </a:lnTo>
                  <a:lnTo>
                    <a:pt x="3641" y="30211"/>
                  </a:lnTo>
                  <a:lnTo>
                    <a:pt x="5693" y="57883"/>
                  </a:lnTo>
                  <a:lnTo>
                    <a:pt x="21071" y="72235"/>
                  </a:lnTo>
                  <a:lnTo>
                    <a:pt x="26202" y="105030"/>
                  </a:lnTo>
                  <a:lnTo>
                    <a:pt x="16974" y="117330"/>
                  </a:lnTo>
                  <a:lnTo>
                    <a:pt x="34404" y="153204"/>
                  </a:lnTo>
                  <a:lnTo>
                    <a:pt x="34404" y="184973"/>
                  </a:lnTo>
                  <a:lnTo>
                    <a:pt x="32352" y="206501"/>
                  </a:lnTo>
                  <a:lnTo>
                    <a:pt x="28247" y="219828"/>
                  </a:lnTo>
                  <a:lnTo>
                    <a:pt x="21071" y="236225"/>
                  </a:lnTo>
                  <a:lnTo>
                    <a:pt x="22097" y="247499"/>
                  </a:lnTo>
                  <a:lnTo>
                    <a:pt x="19019" y="259799"/>
                  </a:lnTo>
                  <a:lnTo>
                    <a:pt x="20045" y="282347"/>
                  </a:lnTo>
                  <a:lnTo>
                    <a:pt x="29274" y="283373"/>
                  </a:lnTo>
                  <a:lnTo>
                    <a:pt x="41580" y="301816"/>
                  </a:lnTo>
                  <a:lnTo>
                    <a:pt x="56959" y="319240"/>
                  </a:lnTo>
                  <a:lnTo>
                    <a:pt x="69266" y="317194"/>
                  </a:lnTo>
                  <a:lnTo>
                    <a:pt x="77468" y="328468"/>
                  </a:lnTo>
                  <a:lnTo>
                    <a:pt x="90801" y="333592"/>
                  </a:lnTo>
                  <a:lnTo>
                    <a:pt x="110284" y="331540"/>
                  </a:lnTo>
                  <a:lnTo>
                    <a:pt x="101055" y="324370"/>
                  </a:lnTo>
                  <a:lnTo>
                    <a:pt x="86696" y="311044"/>
                  </a:lnTo>
                  <a:lnTo>
                    <a:pt x="73370" y="304894"/>
                  </a:lnTo>
                  <a:lnTo>
                    <a:pt x="60037" y="288497"/>
                  </a:lnTo>
                  <a:lnTo>
                    <a:pt x="51835" y="262871"/>
                  </a:lnTo>
                  <a:lnTo>
                    <a:pt x="41580" y="259799"/>
                  </a:lnTo>
                  <a:lnTo>
                    <a:pt x="35430" y="240323"/>
                  </a:lnTo>
                  <a:lnTo>
                    <a:pt x="41580" y="212651"/>
                  </a:lnTo>
                  <a:lnTo>
                    <a:pt x="54913" y="194201"/>
                  </a:lnTo>
                  <a:lnTo>
                    <a:pt x="55939" y="172680"/>
                  </a:lnTo>
                  <a:lnTo>
                    <a:pt x="66194" y="164478"/>
                  </a:lnTo>
                  <a:lnTo>
                    <a:pt x="75422" y="165504"/>
                  </a:lnTo>
                  <a:lnTo>
                    <a:pt x="81572" y="181901"/>
                  </a:lnTo>
                  <a:lnTo>
                    <a:pt x="99010" y="187025"/>
                  </a:lnTo>
                  <a:lnTo>
                    <a:pt x="109264" y="194201"/>
                  </a:lnTo>
                  <a:lnTo>
                    <a:pt x="113362" y="173706"/>
                  </a:lnTo>
                  <a:lnTo>
                    <a:pt x="105160" y="167556"/>
                  </a:lnTo>
                  <a:lnTo>
                    <a:pt x="106186" y="157302"/>
                  </a:lnTo>
                  <a:lnTo>
                    <a:pt x="114388" y="150132"/>
                  </a:lnTo>
                  <a:lnTo>
                    <a:pt x="118493" y="137832"/>
                  </a:lnTo>
                  <a:lnTo>
                    <a:pt x="132845" y="133735"/>
                  </a:lnTo>
                  <a:lnTo>
                    <a:pt x="163615" y="142956"/>
                  </a:lnTo>
                  <a:lnTo>
                    <a:pt x="171818" y="114259"/>
                  </a:lnTo>
                  <a:lnTo>
                    <a:pt x="168739" y="101959"/>
                  </a:lnTo>
                  <a:lnTo>
                    <a:pt x="148230" y="76339"/>
                  </a:lnTo>
                  <a:lnTo>
                    <a:pt x="142080" y="50713"/>
                  </a:lnTo>
                  <a:lnTo>
                    <a:pt x="130800" y="48661"/>
                  </a:lnTo>
                  <a:lnTo>
                    <a:pt x="120545" y="58909"/>
                  </a:lnTo>
                  <a:lnTo>
                    <a:pt x="110290" y="58909"/>
                  </a:lnTo>
                  <a:lnTo>
                    <a:pt x="103108" y="51733"/>
                  </a:lnTo>
                  <a:lnTo>
                    <a:pt x="91834" y="51733"/>
                  </a:lnTo>
                  <a:lnTo>
                    <a:pt x="76448" y="67111"/>
                  </a:lnTo>
                  <a:lnTo>
                    <a:pt x="69272" y="58909"/>
                  </a:lnTo>
                  <a:lnTo>
                    <a:pt x="71325" y="50713"/>
                  </a:lnTo>
                  <a:lnTo>
                    <a:pt x="75422" y="25087"/>
                  </a:lnTo>
                  <a:lnTo>
                    <a:pt x="61063" y="18937"/>
                  </a:lnTo>
                  <a:lnTo>
                    <a:pt x="56966" y="15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1" name="Forme libre : forme 479">
              <a:extLst>
                <a:ext uri="{FF2B5EF4-FFF2-40B4-BE49-F238E27FC236}">
                  <a16:creationId xmlns:a16="http://schemas.microsoft.com/office/drawing/2014/main" id="{1C67E24D-7391-AF07-FB91-13A9C8C6DF92}"/>
                </a:ext>
              </a:extLst>
            </p:cNvPr>
            <p:cNvSpPr/>
            <p:nvPr/>
          </p:nvSpPr>
          <p:spPr>
            <a:xfrm>
              <a:off x="8077368" y="4524991"/>
              <a:ext cx="22561" cy="17423"/>
            </a:xfrm>
            <a:custGeom>
              <a:avLst/>
              <a:gdLst>
                <a:gd name="csX0" fmla="*/ 26386 w 22561"/>
                <a:gd name="csY0" fmla="*/ 2630 h 17423"/>
                <a:gd name="csX1" fmla="*/ 12027 w 22561"/>
                <a:gd name="csY1" fmla="*/ 1604 h 17423"/>
                <a:gd name="csX2" fmla="*/ 5166 w 22561"/>
                <a:gd name="csY2" fmla="*/ 4430 h 17423"/>
                <a:gd name="csX3" fmla="*/ 3825 w 22561"/>
                <a:gd name="csY3" fmla="*/ 18002 h 17423"/>
                <a:gd name="csX4" fmla="*/ 9975 w 22561"/>
                <a:gd name="csY4" fmla="*/ 19028 h 17423"/>
                <a:gd name="csX5" fmla="*/ 12027 w 22561"/>
                <a:gd name="csY5" fmla="*/ 10826 h 17423"/>
                <a:gd name="csX6" fmla="*/ 21255 w 22561"/>
                <a:gd name="csY6" fmla="*/ 17174 h 17423"/>
                <a:gd name="csX7" fmla="*/ 24334 w 22561"/>
                <a:gd name="csY7" fmla="*/ 11852 h 17423"/>
                <a:gd name="csX8" fmla="*/ 26386 w 22561"/>
                <a:gd name="csY8" fmla="*/ 2630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561" h="17423">
                  <a:moveTo>
                    <a:pt x="26386" y="2630"/>
                  </a:moveTo>
                  <a:lnTo>
                    <a:pt x="12027" y="1604"/>
                  </a:lnTo>
                  <a:lnTo>
                    <a:pt x="5166" y="4430"/>
                  </a:lnTo>
                  <a:lnTo>
                    <a:pt x="3825" y="18002"/>
                  </a:lnTo>
                  <a:lnTo>
                    <a:pt x="9975" y="19028"/>
                  </a:lnTo>
                  <a:lnTo>
                    <a:pt x="12027" y="10826"/>
                  </a:lnTo>
                  <a:lnTo>
                    <a:pt x="21255" y="17174"/>
                  </a:lnTo>
                  <a:lnTo>
                    <a:pt x="24334" y="11852"/>
                  </a:lnTo>
                  <a:lnTo>
                    <a:pt x="26386" y="26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2" name="Forme libre : forme 480">
              <a:extLst>
                <a:ext uri="{FF2B5EF4-FFF2-40B4-BE49-F238E27FC236}">
                  <a16:creationId xmlns:a16="http://schemas.microsoft.com/office/drawing/2014/main" id="{39F3A8E7-9700-3ADC-8734-EAD968F8A434}"/>
                </a:ext>
              </a:extLst>
            </p:cNvPr>
            <p:cNvSpPr/>
            <p:nvPr/>
          </p:nvSpPr>
          <p:spPr>
            <a:xfrm>
              <a:off x="7959437" y="4537291"/>
              <a:ext cx="215351" cy="174238"/>
            </a:xfrm>
            <a:custGeom>
              <a:avLst/>
              <a:gdLst>
                <a:gd name="csX0" fmla="*/ 187383 w 215351"/>
                <a:gd name="csY0" fmla="*/ 7820 h 174238"/>
                <a:gd name="csX1" fmla="*/ 187383 w 215351"/>
                <a:gd name="csY1" fmla="*/ 24218 h 174238"/>
                <a:gd name="csX2" fmla="*/ 198664 w 215351"/>
                <a:gd name="csY2" fmla="*/ 35492 h 174238"/>
                <a:gd name="csX3" fmla="*/ 197638 w 215351"/>
                <a:gd name="csY3" fmla="*/ 55994 h 174238"/>
                <a:gd name="csX4" fmla="*/ 214049 w 215351"/>
                <a:gd name="csY4" fmla="*/ 62144 h 174238"/>
                <a:gd name="csX5" fmla="*/ 219173 w 215351"/>
                <a:gd name="csY5" fmla="*/ 73418 h 174238"/>
                <a:gd name="csX6" fmla="*/ 203788 w 215351"/>
                <a:gd name="csY6" fmla="*/ 74437 h 174238"/>
                <a:gd name="csX7" fmla="*/ 199690 w 215351"/>
                <a:gd name="csY7" fmla="*/ 68294 h 174238"/>
                <a:gd name="csX8" fmla="*/ 186357 w 215351"/>
                <a:gd name="csY8" fmla="*/ 81613 h 174238"/>
                <a:gd name="csX9" fmla="*/ 190462 w 215351"/>
                <a:gd name="csY9" fmla="*/ 101089 h 174238"/>
                <a:gd name="csX10" fmla="*/ 173024 w 215351"/>
                <a:gd name="csY10" fmla="*/ 123637 h 174238"/>
                <a:gd name="csX11" fmla="*/ 161744 w 215351"/>
                <a:gd name="csY11" fmla="*/ 127735 h 174238"/>
                <a:gd name="csX12" fmla="*/ 163796 w 215351"/>
                <a:gd name="csY12" fmla="*/ 149263 h 174238"/>
                <a:gd name="csX13" fmla="*/ 144313 w 215351"/>
                <a:gd name="csY13" fmla="*/ 169758 h 174238"/>
                <a:gd name="csX14" fmla="*/ 127902 w 215351"/>
                <a:gd name="csY14" fmla="*/ 175908 h 174238"/>
                <a:gd name="csX15" fmla="*/ 126875 w 215351"/>
                <a:gd name="csY15" fmla="*/ 170784 h 174238"/>
                <a:gd name="csX16" fmla="*/ 114575 w 215351"/>
                <a:gd name="csY16" fmla="*/ 161556 h 174238"/>
                <a:gd name="csX17" fmla="*/ 104314 w 215351"/>
                <a:gd name="csY17" fmla="*/ 164634 h 174238"/>
                <a:gd name="csX18" fmla="*/ 99190 w 215351"/>
                <a:gd name="csY18" fmla="*/ 159511 h 174238"/>
                <a:gd name="csX19" fmla="*/ 86883 w 215351"/>
                <a:gd name="csY19" fmla="*/ 157458 h 174238"/>
                <a:gd name="csX20" fmla="*/ 71505 w 215351"/>
                <a:gd name="csY20" fmla="*/ 165661 h 174238"/>
                <a:gd name="csX21" fmla="*/ 62270 w 215351"/>
                <a:gd name="csY21" fmla="*/ 156432 h 174238"/>
                <a:gd name="csX22" fmla="*/ 33559 w 215351"/>
                <a:gd name="csY22" fmla="*/ 151308 h 174238"/>
                <a:gd name="csX23" fmla="*/ 23304 w 215351"/>
                <a:gd name="csY23" fmla="*/ 116461 h 174238"/>
                <a:gd name="csX24" fmla="*/ 8952 w 215351"/>
                <a:gd name="csY24" fmla="*/ 104161 h 174238"/>
                <a:gd name="csX25" fmla="*/ 3821 w 215351"/>
                <a:gd name="csY25" fmla="*/ 61118 h 174238"/>
                <a:gd name="csX26" fmla="*/ 14076 w 215351"/>
                <a:gd name="csY26" fmla="*/ 53942 h 174238"/>
                <a:gd name="csX27" fmla="*/ 21259 w 215351"/>
                <a:gd name="csY27" fmla="*/ 57013 h 174238"/>
                <a:gd name="csX28" fmla="*/ 19206 w 215351"/>
                <a:gd name="csY28" fmla="*/ 55987 h 174238"/>
                <a:gd name="csX29" fmla="*/ 23311 w 215351"/>
                <a:gd name="csY29" fmla="*/ 63163 h 174238"/>
                <a:gd name="csX30" fmla="*/ 30487 w 215351"/>
                <a:gd name="csY30" fmla="*/ 75463 h 174238"/>
                <a:gd name="csX31" fmla="*/ 60224 w 215351"/>
                <a:gd name="csY31" fmla="*/ 75463 h 174238"/>
                <a:gd name="csX32" fmla="*/ 75610 w 215351"/>
                <a:gd name="csY32" fmla="*/ 66242 h 174238"/>
                <a:gd name="csX33" fmla="*/ 86890 w 215351"/>
                <a:gd name="csY33" fmla="*/ 64189 h 174238"/>
                <a:gd name="csX34" fmla="*/ 97138 w 215351"/>
                <a:gd name="csY34" fmla="*/ 69313 h 174238"/>
                <a:gd name="csX35" fmla="*/ 116628 w 215351"/>
                <a:gd name="csY35" fmla="*/ 64189 h 174238"/>
                <a:gd name="csX36" fmla="*/ 136111 w 215351"/>
                <a:gd name="csY36" fmla="*/ 40616 h 174238"/>
                <a:gd name="csX37" fmla="*/ 146365 w 215351"/>
                <a:gd name="csY37" fmla="*/ 11918 h 174238"/>
                <a:gd name="csX38" fmla="*/ 153541 w 215351"/>
                <a:gd name="csY38" fmla="*/ 2696 h 174238"/>
                <a:gd name="csX39" fmla="*/ 180207 w 215351"/>
                <a:gd name="csY39" fmla="*/ 1670 h 174238"/>
                <a:gd name="csX40" fmla="*/ 187383 w 215351"/>
                <a:gd name="csY40" fmla="*/ 7820 h 1742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215351" h="174238">
                  <a:moveTo>
                    <a:pt x="187383" y="7820"/>
                  </a:moveTo>
                  <a:lnTo>
                    <a:pt x="187383" y="24218"/>
                  </a:lnTo>
                  <a:lnTo>
                    <a:pt x="198664" y="35492"/>
                  </a:lnTo>
                  <a:lnTo>
                    <a:pt x="197638" y="55994"/>
                  </a:lnTo>
                  <a:lnTo>
                    <a:pt x="214049" y="62144"/>
                  </a:lnTo>
                  <a:lnTo>
                    <a:pt x="219173" y="73418"/>
                  </a:lnTo>
                  <a:lnTo>
                    <a:pt x="203788" y="74437"/>
                  </a:lnTo>
                  <a:lnTo>
                    <a:pt x="199690" y="68294"/>
                  </a:lnTo>
                  <a:lnTo>
                    <a:pt x="186357" y="81613"/>
                  </a:lnTo>
                  <a:lnTo>
                    <a:pt x="190462" y="101089"/>
                  </a:lnTo>
                  <a:lnTo>
                    <a:pt x="173024" y="123637"/>
                  </a:lnTo>
                  <a:lnTo>
                    <a:pt x="161744" y="127735"/>
                  </a:lnTo>
                  <a:lnTo>
                    <a:pt x="163796" y="149263"/>
                  </a:lnTo>
                  <a:lnTo>
                    <a:pt x="144313" y="169758"/>
                  </a:lnTo>
                  <a:lnTo>
                    <a:pt x="127902" y="175908"/>
                  </a:lnTo>
                  <a:lnTo>
                    <a:pt x="126875" y="170784"/>
                  </a:lnTo>
                  <a:lnTo>
                    <a:pt x="114575" y="161556"/>
                  </a:lnTo>
                  <a:lnTo>
                    <a:pt x="104314" y="164634"/>
                  </a:lnTo>
                  <a:lnTo>
                    <a:pt x="99190" y="159511"/>
                  </a:lnTo>
                  <a:lnTo>
                    <a:pt x="86883" y="157458"/>
                  </a:lnTo>
                  <a:lnTo>
                    <a:pt x="71505" y="165661"/>
                  </a:lnTo>
                  <a:lnTo>
                    <a:pt x="62270" y="156432"/>
                  </a:lnTo>
                  <a:lnTo>
                    <a:pt x="33559" y="151308"/>
                  </a:lnTo>
                  <a:lnTo>
                    <a:pt x="23304" y="116461"/>
                  </a:lnTo>
                  <a:lnTo>
                    <a:pt x="8952" y="104161"/>
                  </a:lnTo>
                  <a:lnTo>
                    <a:pt x="3821" y="61118"/>
                  </a:lnTo>
                  <a:lnTo>
                    <a:pt x="14076" y="53942"/>
                  </a:lnTo>
                  <a:lnTo>
                    <a:pt x="21259" y="57013"/>
                  </a:lnTo>
                  <a:lnTo>
                    <a:pt x="19206" y="55987"/>
                  </a:lnTo>
                  <a:lnTo>
                    <a:pt x="23311" y="63163"/>
                  </a:lnTo>
                  <a:lnTo>
                    <a:pt x="30487" y="75463"/>
                  </a:lnTo>
                  <a:lnTo>
                    <a:pt x="60224" y="75463"/>
                  </a:lnTo>
                  <a:lnTo>
                    <a:pt x="75610" y="66242"/>
                  </a:lnTo>
                  <a:lnTo>
                    <a:pt x="86890" y="64189"/>
                  </a:lnTo>
                  <a:lnTo>
                    <a:pt x="97138" y="69313"/>
                  </a:lnTo>
                  <a:lnTo>
                    <a:pt x="116628" y="64189"/>
                  </a:lnTo>
                  <a:lnTo>
                    <a:pt x="136111" y="40616"/>
                  </a:lnTo>
                  <a:lnTo>
                    <a:pt x="146365" y="11918"/>
                  </a:lnTo>
                  <a:lnTo>
                    <a:pt x="153541" y="2696"/>
                  </a:lnTo>
                  <a:lnTo>
                    <a:pt x="180207" y="1670"/>
                  </a:lnTo>
                  <a:lnTo>
                    <a:pt x="187383" y="7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3" name="Forme libre : forme 481">
              <a:extLst>
                <a:ext uri="{FF2B5EF4-FFF2-40B4-BE49-F238E27FC236}">
                  <a16:creationId xmlns:a16="http://schemas.microsoft.com/office/drawing/2014/main" id="{C552D60E-E020-3E3C-251A-09F51F6FF90C}"/>
                </a:ext>
              </a:extLst>
            </p:cNvPr>
            <p:cNvSpPr/>
            <p:nvPr/>
          </p:nvSpPr>
          <p:spPr>
            <a:xfrm>
              <a:off x="7974822" y="4471694"/>
              <a:ext cx="204071" cy="139390"/>
            </a:xfrm>
            <a:custGeom>
              <a:avLst/>
              <a:gdLst>
                <a:gd name="csX0" fmla="*/ 5854 w 204071"/>
                <a:gd name="csY0" fmla="*/ 122541 h 139390"/>
                <a:gd name="csX1" fmla="*/ 34565 w 204071"/>
                <a:gd name="csY1" fmla="*/ 121515 h 139390"/>
                <a:gd name="csX2" fmla="*/ 37643 w 204071"/>
                <a:gd name="csY2" fmla="*/ 98967 h 139390"/>
                <a:gd name="csX3" fmla="*/ 54048 w 204071"/>
                <a:gd name="csY3" fmla="*/ 97941 h 139390"/>
                <a:gd name="csX4" fmla="*/ 63276 w 204071"/>
                <a:gd name="csY4" fmla="*/ 90772 h 139390"/>
                <a:gd name="csX5" fmla="*/ 85838 w 204071"/>
                <a:gd name="csY5" fmla="*/ 82569 h 139390"/>
                <a:gd name="csX6" fmla="*/ 97118 w 204071"/>
                <a:gd name="csY6" fmla="*/ 62074 h 139390"/>
                <a:gd name="csX7" fmla="*/ 107694 w 204071"/>
                <a:gd name="csY7" fmla="*/ 57723 h 139390"/>
                <a:gd name="csX8" fmla="*/ 106353 w 204071"/>
                <a:gd name="csY8" fmla="*/ 71296 h 139390"/>
                <a:gd name="csX9" fmla="*/ 112503 w 204071"/>
                <a:gd name="csY9" fmla="*/ 72322 h 139390"/>
                <a:gd name="csX10" fmla="*/ 114556 w 204071"/>
                <a:gd name="csY10" fmla="*/ 64119 h 139390"/>
                <a:gd name="csX11" fmla="*/ 123784 w 204071"/>
                <a:gd name="csY11" fmla="*/ 70461 h 139390"/>
                <a:gd name="csX12" fmla="*/ 126863 w 204071"/>
                <a:gd name="csY12" fmla="*/ 65146 h 139390"/>
                <a:gd name="csX13" fmla="*/ 128915 w 204071"/>
                <a:gd name="csY13" fmla="*/ 55924 h 139390"/>
                <a:gd name="csX14" fmla="*/ 131986 w 204071"/>
                <a:gd name="csY14" fmla="*/ 35422 h 139390"/>
                <a:gd name="csX15" fmla="*/ 166855 w 204071"/>
                <a:gd name="csY15" fmla="*/ 1600 h 139390"/>
                <a:gd name="csX16" fmla="*/ 175057 w 204071"/>
                <a:gd name="csY16" fmla="*/ 25174 h 139390"/>
                <a:gd name="csX17" fmla="*/ 194540 w 204071"/>
                <a:gd name="csY17" fmla="*/ 28253 h 139390"/>
                <a:gd name="csX18" fmla="*/ 207873 w 204071"/>
                <a:gd name="csY18" fmla="*/ 43624 h 139390"/>
                <a:gd name="csX19" fmla="*/ 188390 w 204071"/>
                <a:gd name="csY19" fmla="*/ 49774 h 139390"/>
                <a:gd name="csX20" fmla="*/ 193514 w 204071"/>
                <a:gd name="csY20" fmla="*/ 60022 h 139390"/>
                <a:gd name="csX21" fmla="*/ 182240 w 204071"/>
                <a:gd name="csY21" fmla="*/ 64126 h 139390"/>
                <a:gd name="csX22" fmla="*/ 171978 w 204071"/>
                <a:gd name="csY22" fmla="*/ 73348 h 139390"/>
                <a:gd name="csX23" fmla="*/ 164802 w 204071"/>
                <a:gd name="csY23" fmla="*/ 67198 h 139390"/>
                <a:gd name="csX24" fmla="*/ 138143 w 204071"/>
                <a:gd name="csY24" fmla="*/ 68224 h 139390"/>
                <a:gd name="csX25" fmla="*/ 130960 w 204071"/>
                <a:gd name="csY25" fmla="*/ 77446 h 139390"/>
                <a:gd name="csX26" fmla="*/ 120706 w 204071"/>
                <a:gd name="csY26" fmla="*/ 106143 h 139390"/>
                <a:gd name="csX27" fmla="*/ 101223 w 204071"/>
                <a:gd name="csY27" fmla="*/ 129717 h 139390"/>
                <a:gd name="csX28" fmla="*/ 81740 w 204071"/>
                <a:gd name="csY28" fmla="*/ 134841 h 139390"/>
                <a:gd name="csX29" fmla="*/ 71485 w 204071"/>
                <a:gd name="csY29" fmla="*/ 129717 h 139390"/>
                <a:gd name="csX30" fmla="*/ 60205 w 204071"/>
                <a:gd name="csY30" fmla="*/ 131769 h 139390"/>
                <a:gd name="csX31" fmla="*/ 44819 w 204071"/>
                <a:gd name="csY31" fmla="*/ 140991 h 139390"/>
                <a:gd name="csX32" fmla="*/ 15082 w 204071"/>
                <a:gd name="csY32" fmla="*/ 140991 h 139390"/>
                <a:gd name="csX33" fmla="*/ 7906 w 204071"/>
                <a:gd name="csY33" fmla="*/ 128691 h 139390"/>
                <a:gd name="csX34" fmla="*/ 3801 w 204071"/>
                <a:gd name="csY34" fmla="*/ 121515 h 139390"/>
                <a:gd name="csX35" fmla="*/ 5854 w 204071"/>
                <a:gd name="csY35" fmla="*/ 122541 h 1393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04071" h="139390">
                  <a:moveTo>
                    <a:pt x="5854" y="122541"/>
                  </a:moveTo>
                  <a:lnTo>
                    <a:pt x="34565" y="121515"/>
                  </a:lnTo>
                  <a:lnTo>
                    <a:pt x="37643" y="98967"/>
                  </a:lnTo>
                  <a:lnTo>
                    <a:pt x="54048" y="97941"/>
                  </a:lnTo>
                  <a:lnTo>
                    <a:pt x="63276" y="90772"/>
                  </a:lnTo>
                  <a:lnTo>
                    <a:pt x="85838" y="82569"/>
                  </a:lnTo>
                  <a:lnTo>
                    <a:pt x="97118" y="62074"/>
                  </a:lnTo>
                  <a:lnTo>
                    <a:pt x="107694" y="57723"/>
                  </a:lnTo>
                  <a:lnTo>
                    <a:pt x="106353" y="71296"/>
                  </a:lnTo>
                  <a:lnTo>
                    <a:pt x="112503" y="72322"/>
                  </a:lnTo>
                  <a:lnTo>
                    <a:pt x="114556" y="64119"/>
                  </a:lnTo>
                  <a:lnTo>
                    <a:pt x="123784" y="70461"/>
                  </a:lnTo>
                  <a:lnTo>
                    <a:pt x="126863" y="65146"/>
                  </a:lnTo>
                  <a:lnTo>
                    <a:pt x="128915" y="55924"/>
                  </a:lnTo>
                  <a:lnTo>
                    <a:pt x="131986" y="35422"/>
                  </a:lnTo>
                  <a:lnTo>
                    <a:pt x="166855" y="1600"/>
                  </a:lnTo>
                  <a:lnTo>
                    <a:pt x="175057" y="25174"/>
                  </a:lnTo>
                  <a:lnTo>
                    <a:pt x="194540" y="28253"/>
                  </a:lnTo>
                  <a:lnTo>
                    <a:pt x="207873" y="43624"/>
                  </a:lnTo>
                  <a:lnTo>
                    <a:pt x="188390" y="49774"/>
                  </a:lnTo>
                  <a:lnTo>
                    <a:pt x="193514" y="60022"/>
                  </a:lnTo>
                  <a:lnTo>
                    <a:pt x="182240" y="64126"/>
                  </a:lnTo>
                  <a:lnTo>
                    <a:pt x="171978" y="73348"/>
                  </a:lnTo>
                  <a:lnTo>
                    <a:pt x="164802" y="67198"/>
                  </a:lnTo>
                  <a:lnTo>
                    <a:pt x="138143" y="68224"/>
                  </a:lnTo>
                  <a:lnTo>
                    <a:pt x="130960" y="77446"/>
                  </a:lnTo>
                  <a:lnTo>
                    <a:pt x="120706" y="106143"/>
                  </a:lnTo>
                  <a:lnTo>
                    <a:pt x="101223" y="129717"/>
                  </a:lnTo>
                  <a:lnTo>
                    <a:pt x="81740" y="134841"/>
                  </a:lnTo>
                  <a:lnTo>
                    <a:pt x="71485" y="129717"/>
                  </a:lnTo>
                  <a:lnTo>
                    <a:pt x="60205" y="131769"/>
                  </a:lnTo>
                  <a:lnTo>
                    <a:pt x="44819" y="140991"/>
                  </a:lnTo>
                  <a:lnTo>
                    <a:pt x="15082" y="140991"/>
                  </a:lnTo>
                  <a:lnTo>
                    <a:pt x="7906" y="128691"/>
                  </a:lnTo>
                  <a:lnTo>
                    <a:pt x="3801" y="121515"/>
                  </a:lnTo>
                  <a:lnTo>
                    <a:pt x="5854" y="1225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4" name="Forme libre : forme 482">
              <a:extLst>
                <a:ext uri="{FF2B5EF4-FFF2-40B4-BE49-F238E27FC236}">
                  <a16:creationId xmlns:a16="http://schemas.microsoft.com/office/drawing/2014/main" id="{65F44BE5-C96A-7837-FCEA-D9D8F16905E7}"/>
                </a:ext>
              </a:extLst>
            </p:cNvPr>
            <p:cNvSpPr/>
            <p:nvPr/>
          </p:nvSpPr>
          <p:spPr>
            <a:xfrm>
              <a:off x="8440408" y="4638769"/>
              <a:ext cx="217397" cy="187564"/>
            </a:xfrm>
            <a:custGeom>
              <a:avLst/>
              <a:gdLst>
                <a:gd name="csX0" fmla="*/ 221517 w 217397"/>
                <a:gd name="csY0" fmla="*/ 189275 h 187564"/>
                <a:gd name="csX1" fmla="*/ 218438 w 217397"/>
                <a:gd name="csY1" fmla="*/ 145206 h 187564"/>
                <a:gd name="csX2" fmla="*/ 212288 w 217397"/>
                <a:gd name="csY2" fmla="*/ 135977 h 187564"/>
                <a:gd name="csX3" fmla="*/ 211262 w 217397"/>
                <a:gd name="csY3" fmla="*/ 127782 h 187564"/>
                <a:gd name="csX4" fmla="*/ 218438 w 217397"/>
                <a:gd name="csY4" fmla="*/ 118553 h 187564"/>
                <a:gd name="csX5" fmla="*/ 214628 w 217397"/>
                <a:gd name="csY5" fmla="*/ 45356 h 187564"/>
                <a:gd name="csX6" fmla="*/ 213315 w 217397"/>
                <a:gd name="csY6" fmla="*/ 44760 h 187564"/>
                <a:gd name="csX7" fmla="*/ 196910 w 217397"/>
                <a:gd name="csY7" fmla="*/ 43734 h 187564"/>
                <a:gd name="csX8" fmla="*/ 175375 w 217397"/>
                <a:gd name="csY8" fmla="*/ 28363 h 187564"/>
                <a:gd name="csX9" fmla="*/ 138454 w 217397"/>
                <a:gd name="csY9" fmla="*/ 23232 h 187564"/>
                <a:gd name="csX10" fmla="*/ 126148 w 217397"/>
                <a:gd name="csY10" fmla="*/ 28356 h 187564"/>
                <a:gd name="csX11" fmla="*/ 125128 w 217397"/>
                <a:gd name="csY11" fmla="*/ 35532 h 187564"/>
                <a:gd name="csX12" fmla="*/ 93332 w 217397"/>
                <a:gd name="csY12" fmla="*/ 64230 h 187564"/>
                <a:gd name="csX13" fmla="*/ 83084 w 217397"/>
                <a:gd name="csY13" fmla="*/ 56027 h 187564"/>
                <a:gd name="csX14" fmla="*/ 80006 w 217397"/>
                <a:gd name="csY14" fmla="*/ 44760 h 187564"/>
                <a:gd name="csX15" fmla="*/ 69751 w 217397"/>
                <a:gd name="csY15" fmla="*/ 37584 h 187564"/>
                <a:gd name="csX16" fmla="*/ 69751 w 217397"/>
                <a:gd name="csY16" fmla="*/ 20161 h 187564"/>
                <a:gd name="csX17" fmla="*/ 64621 w 217397"/>
                <a:gd name="csY17" fmla="*/ 8887 h 187564"/>
                <a:gd name="csX18" fmla="*/ 47190 w 217397"/>
                <a:gd name="csY18" fmla="*/ 8887 h 187564"/>
                <a:gd name="csX19" fmla="*/ 34883 w 217397"/>
                <a:gd name="csY19" fmla="*/ 1711 h 187564"/>
                <a:gd name="csX20" fmla="*/ 26681 w 217397"/>
                <a:gd name="csY20" fmla="*/ 1711 h 187564"/>
                <a:gd name="csX21" fmla="*/ 17452 w 217397"/>
                <a:gd name="csY21" fmla="*/ 7861 h 187564"/>
                <a:gd name="csX22" fmla="*/ 10269 w 217397"/>
                <a:gd name="csY22" fmla="*/ 7861 h 187564"/>
                <a:gd name="csX23" fmla="*/ 4119 w 217397"/>
                <a:gd name="csY23" fmla="*/ 21180 h 187564"/>
                <a:gd name="csX24" fmla="*/ 17452 w 217397"/>
                <a:gd name="csY24" fmla="*/ 24258 h 187564"/>
                <a:gd name="csX25" fmla="*/ 26681 w 217397"/>
                <a:gd name="csY25" fmla="*/ 37584 h 187564"/>
                <a:gd name="csX26" fmla="*/ 33857 w 217397"/>
                <a:gd name="csY26" fmla="*/ 40656 h 187564"/>
                <a:gd name="csX27" fmla="*/ 54366 w 217397"/>
                <a:gd name="csY27" fmla="*/ 40656 h 187564"/>
                <a:gd name="csX28" fmla="*/ 59497 w 217397"/>
                <a:gd name="csY28" fmla="*/ 43734 h 187564"/>
                <a:gd name="csX29" fmla="*/ 54366 w 217397"/>
                <a:gd name="csY29" fmla="*/ 51930 h 187564"/>
                <a:gd name="csX30" fmla="*/ 22576 w 217397"/>
                <a:gd name="csY30" fmla="*/ 48858 h 187564"/>
                <a:gd name="csX31" fmla="*/ 23602 w 217397"/>
                <a:gd name="csY31" fmla="*/ 52956 h 187564"/>
                <a:gd name="csX32" fmla="*/ 32831 w 217397"/>
                <a:gd name="csY32" fmla="*/ 61158 h 187564"/>
                <a:gd name="csX33" fmla="*/ 37955 w 217397"/>
                <a:gd name="csY33" fmla="*/ 77556 h 187564"/>
                <a:gd name="csX34" fmla="*/ 50261 w 217397"/>
                <a:gd name="csY34" fmla="*/ 83706 h 187564"/>
                <a:gd name="csX35" fmla="*/ 54366 w 217397"/>
                <a:gd name="csY35" fmla="*/ 75503 h 187564"/>
                <a:gd name="csX36" fmla="*/ 62568 w 217397"/>
                <a:gd name="csY36" fmla="*/ 73451 h 187564"/>
                <a:gd name="csX37" fmla="*/ 82058 w 217397"/>
                <a:gd name="csY37" fmla="*/ 82680 h 187564"/>
                <a:gd name="csX38" fmla="*/ 102560 w 217397"/>
                <a:gd name="csY38" fmla="*/ 90882 h 187564"/>
                <a:gd name="csX39" fmla="*/ 119998 w 217397"/>
                <a:gd name="csY39" fmla="*/ 93953 h 187564"/>
                <a:gd name="csX40" fmla="*/ 136402 w 217397"/>
                <a:gd name="csY40" fmla="*/ 99077 h 187564"/>
                <a:gd name="csX41" fmla="*/ 157937 w 217397"/>
                <a:gd name="csY41" fmla="*/ 116501 h 187564"/>
                <a:gd name="csX42" fmla="*/ 161016 w 217397"/>
                <a:gd name="csY42" fmla="*/ 134951 h 187564"/>
                <a:gd name="csX43" fmla="*/ 169218 w 217397"/>
                <a:gd name="csY43" fmla="*/ 142127 h 187564"/>
                <a:gd name="csX44" fmla="*/ 173323 w 217397"/>
                <a:gd name="csY44" fmla="*/ 152375 h 187564"/>
                <a:gd name="csX45" fmla="*/ 175375 w 217397"/>
                <a:gd name="csY45" fmla="*/ 168772 h 187564"/>
                <a:gd name="csX46" fmla="*/ 194858 w 217397"/>
                <a:gd name="csY46" fmla="*/ 167753 h 187564"/>
                <a:gd name="csX47" fmla="*/ 206132 w 217397"/>
                <a:gd name="csY47" fmla="*/ 179027 h 187564"/>
                <a:gd name="csX48" fmla="*/ 221517 w 217397"/>
                <a:gd name="csY48" fmla="*/ 189275 h 187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217397" h="187564">
                  <a:moveTo>
                    <a:pt x="221517" y="189275"/>
                  </a:moveTo>
                  <a:lnTo>
                    <a:pt x="218438" y="145206"/>
                  </a:lnTo>
                  <a:lnTo>
                    <a:pt x="212288" y="135977"/>
                  </a:lnTo>
                  <a:lnTo>
                    <a:pt x="211262" y="127782"/>
                  </a:lnTo>
                  <a:lnTo>
                    <a:pt x="218438" y="118553"/>
                  </a:lnTo>
                  <a:lnTo>
                    <a:pt x="214628" y="45356"/>
                  </a:lnTo>
                  <a:lnTo>
                    <a:pt x="213315" y="44760"/>
                  </a:lnTo>
                  <a:lnTo>
                    <a:pt x="196910" y="43734"/>
                  </a:lnTo>
                  <a:lnTo>
                    <a:pt x="175375" y="28363"/>
                  </a:lnTo>
                  <a:lnTo>
                    <a:pt x="138454" y="23232"/>
                  </a:lnTo>
                  <a:lnTo>
                    <a:pt x="126148" y="28356"/>
                  </a:lnTo>
                  <a:lnTo>
                    <a:pt x="125128" y="35532"/>
                  </a:lnTo>
                  <a:lnTo>
                    <a:pt x="93332" y="64230"/>
                  </a:lnTo>
                  <a:lnTo>
                    <a:pt x="83084" y="56027"/>
                  </a:lnTo>
                  <a:lnTo>
                    <a:pt x="80006" y="44760"/>
                  </a:lnTo>
                  <a:lnTo>
                    <a:pt x="69751" y="37584"/>
                  </a:lnTo>
                  <a:lnTo>
                    <a:pt x="69751" y="20161"/>
                  </a:lnTo>
                  <a:lnTo>
                    <a:pt x="64621" y="8887"/>
                  </a:lnTo>
                  <a:lnTo>
                    <a:pt x="47190" y="8887"/>
                  </a:lnTo>
                  <a:lnTo>
                    <a:pt x="34883" y="1711"/>
                  </a:lnTo>
                  <a:lnTo>
                    <a:pt x="26681" y="1711"/>
                  </a:lnTo>
                  <a:lnTo>
                    <a:pt x="17452" y="7861"/>
                  </a:lnTo>
                  <a:lnTo>
                    <a:pt x="10269" y="7861"/>
                  </a:lnTo>
                  <a:lnTo>
                    <a:pt x="4119" y="21180"/>
                  </a:lnTo>
                  <a:lnTo>
                    <a:pt x="17452" y="24258"/>
                  </a:lnTo>
                  <a:lnTo>
                    <a:pt x="26681" y="37584"/>
                  </a:lnTo>
                  <a:lnTo>
                    <a:pt x="33857" y="40656"/>
                  </a:lnTo>
                  <a:lnTo>
                    <a:pt x="54366" y="40656"/>
                  </a:lnTo>
                  <a:lnTo>
                    <a:pt x="59497" y="43734"/>
                  </a:lnTo>
                  <a:lnTo>
                    <a:pt x="54366" y="51930"/>
                  </a:lnTo>
                  <a:lnTo>
                    <a:pt x="22576" y="48858"/>
                  </a:lnTo>
                  <a:lnTo>
                    <a:pt x="23602" y="52956"/>
                  </a:lnTo>
                  <a:lnTo>
                    <a:pt x="32831" y="61158"/>
                  </a:lnTo>
                  <a:lnTo>
                    <a:pt x="37955" y="77556"/>
                  </a:lnTo>
                  <a:lnTo>
                    <a:pt x="50261" y="83706"/>
                  </a:lnTo>
                  <a:lnTo>
                    <a:pt x="54366" y="75503"/>
                  </a:lnTo>
                  <a:lnTo>
                    <a:pt x="62568" y="73451"/>
                  </a:lnTo>
                  <a:lnTo>
                    <a:pt x="82058" y="82680"/>
                  </a:lnTo>
                  <a:lnTo>
                    <a:pt x="102560" y="90882"/>
                  </a:lnTo>
                  <a:lnTo>
                    <a:pt x="119998" y="93953"/>
                  </a:lnTo>
                  <a:lnTo>
                    <a:pt x="136402" y="99077"/>
                  </a:lnTo>
                  <a:lnTo>
                    <a:pt x="157937" y="116501"/>
                  </a:lnTo>
                  <a:lnTo>
                    <a:pt x="161016" y="134951"/>
                  </a:lnTo>
                  <a:lnTo>
                    <a:pt x="169218" y="142127"/>
                  </a:lnTo>
                  <a:lnTo>
                    <a:pt x="173323" y="152375"/>
                  </a:lnTo>
                  <a:lnTo>
                    <a:pt x="175375" y="168772"/>
                  </a:lnTo>
                  <a:lnTo>
                    <a:pt x="194858" y="167753"/>
                  </a:lnTo>
                  <a:lnTo>
                    <a:pt x="206132" y="179027"/>
                  </a:lnTo>
                  <a:lnTo>
                    <a:pt x="221517" y="1892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5" name="Forme libre : forme 483">
              <a:extLst>
                <a:ext uri="{FF2B5EF4-FFF2-40B4-BE49-F238E27FC236}">
                  <a16:creationId xmlns:a16="http://schemas.microsoft.com/office/drawing/2014/main" id="{80B4EB13-88CF-6667-0049-CB30DD848B43}"/>
                </a:ext>
              </a:extLst>
            </p:cNvPr>
            <p:cNvSpPr/>
            <p:nvPr/>
          </p:nvSpPr>
          <p:spPr>
            <a:xfrm>
              <a:off x="8328628" y="3729653"/>
              <a:ext cx="72807" cy="115809"/>
            </a:xfrm>
            <a:custGeom>
              <a:avLst/>
              <a:gdLst>
                <a:gd name="csX0" fmla="*/ 5594 w 72807"/>
                <a:gd name="csY0" fmla="*/ 26998 h 115809"/>
                <a:gd name="csX1" fmla="*/ 21253 w 72807"/>
                <a:gd name="csY1" fmla="*/ 9923 h 115809"/>
                <a:gd name="csX2" fmla="*/ 55259 w 72807"/>
                <a:gd name="csY2" fmla="*/ 1153 h 115809"/>
                <a:gd name="csX3" fmla="*/ 59357 w 72807"/>
                <a:gd name="csY3" fmla="*/ 12427 h 115809"/>
                <a:gd name="csX4" fmla="*/ 70637 w 72807"/>
                <a:gd name="csY4" fmla="*/ 33949 h 115809"/>
                <a:gd name="csX5" fmla="*/ 70637 w 72807"/>
                <a:gd name="csY5" fmla="*/ 49320 h 115809"/>
                <a:gd name="csX6" fmla="*/ 76794 w 72807"/>
                <a:gd name="csY6" fmla="*/ 75972 h 115809"/>
                <a:gd name="csX7" fmla="*/ 73716 w 72807"/>
                <a:gd name="csY7" fmla="*/ 84168 h 115809"/>
                <a:gd name="csX8" fmla="*/ 70637 w 72807"/>
                <a:gd name="csY8" fmla="*/ 92370 h 115809"/>
                <a:gd name="csX9" fmla="*/ 66540 w 72807"/>
                <a:gd name="csY9" fmla="*/ 97494 h 115809"/>
                <a:gd name="csX10" fmla="*/ 58337 w 72807"/>
                <a:gd name="csY10" fmla="*/ 100566 h 115809"/>
                <a:gd name="csX11" fmla="*/ 51154 w 72807"/>
                <a:gd name="csY11" fmla="*/ 106715 h 115809"/>
                <a:gd name="csX12" fmla="*/ 41926 w 72807"/>
                <a:gd name="csY12" fmla="*/ 107742 h 115809"/>
                <a:gd name="csX13" fmla="*/ 27567 w 72807"/>
                <a:gd name="csY13" fmla="*/ 112865 h 115809"/>
                <a:gd name="csX14" fmla="*/ 21417 w 72807"/>
                <a:gd name="csY14" fmla="*/ 116963 h 115809"/>
                <a:gd name="csX15" fmla="*/ 13215 w 72807"/>
                <a:gd name="csY15" fmla="*/ 116963 h 115809"/>
                <a:gd name="csX16" fmla="*/ 5006 w 72807"/>
                <a:gd name="csY16" fmla="*/ 103644 h 115809"/>
                <a:gd name="csX17" fmla="*/ 10136 w 72807"/>
                <a:gd name="csY17" fmla="*/ 98520 h 115809"/>
                <a:gd name="csX18" fmla="*/ 11163 w 72807"/>
                <a:gd name="csY18" fmla="*/ 87246 h 115809"/>
                <a:gd name="csX19" fmla="*/ 13215 w 72807"/>
                <a:gd name="csY19" fmla="*/ 78018 h 115809"/>
                <a:gd name="csX20" fmla="*/ 10136 w 72807"/>
                <a:gd name="csY20" fmla="*/ 59575 h 115809"/>
                <a:gd name="csX21" fmla="*/ 7065 w 72807"/>
                <a:gd name="csY21" fmla="*/ 50346 h 115809"/>
                <a:gd name="csX22" fmla="*/ 13215 w 72807"/>
                <a:gd name="csY22" fmla="*/ 45223 h 115809"/>
                <a:gd name="csX23" fmla="*/ 14241 w 72807"/>
                <a:gd name="csY23" fmla="*/ 33949 h 115809"/>
                <a:gd name="csX24" fmla="*/ 3986 w 72807"/>
                <a:gd name="csY24" fmla="*/ 25746 h 115809"/>
                <a:gd name="csX25" fmla="*/ 5594 w 72807"/>
                <a:gd name="csY25" fmla="*/ 26998 h 1158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72807" h="115809">
                  <a:moveTo>
                    <a:pt x="5594" y="26998"/>
                  </a:moveTo>
                  <a:lnTo>
                    <a:pt x="21253" y="9923"/>
                  </a:lnTo>
                  <a:lnTo>
                    <a:pt x="55259" y="1153"/>
                  </a:lnTo>
                  <a:lnTo>
                    <a:pt x="59357" y="12427"/>
                  </a:lnTo>
                  <a:lnTo>
                    <a:pt x="70637" y="33949"/>
                  </a:lnTo>
                  <a:lnTo>
                    <a:pt x="70637" y="49320"/>
                  </a:lnTo>
                  <a:lnTo>
                    <a:pt x="76794" y="75972"/>
                  </a:lnTo>
                  <a:lnTo>
                    <a:pt x="73716" y="84168"/>
                  </a:lnTo>
                  <a:lnTo>
                    <a:pt x="70637" y="92370"/>
                  </a:lnTo>
                  <a:lnTo>
                    <a:pt x="66540" y="97494"/>
                  </a:lnTo>
                  <a:lnTo>
                    <a:pt x="58337" y="100566"/>
                  </a:lnTo>
                  <a:lnTo>
                    <a:pt x="51154" y="106715"/>
                  </a:lnTo>
                  <a:lnTo>
                    <a:pt x="41926" y="107742"/>
                  </a:lnTo>
                  <a:lnTo>
                    <a:pt x="27567" y="112865"/>
                  </a:lnTo>
                  <a:lnTo>
                    <a:pt x="21417" y="116963"/>
                  </a:lnTo>
                  <a:lnTo>
                    <a:pt x="13215" y="116963"/>
                  </a:lnTo>
                  <a:lnTo>
                    <a:pt x="5006" y="103644"/>
                  </a:lnTo>
                  <a:lnTo>
                    <a:pt x="10136" y="98520"/>
                  </a:lnTo>
                  <a:lnTo>
                    <a:pt x="11163" y="87246"/>
                  </a:lnTo>
                  <a:lnTo>
                    <a:pt x="13215" y="78018"/>
                  </a:lnTo>
                  <a:lnTo>
                    <a:pt x="10136" y="59575"/>
                  </a:lnTo>
                  <a:lnTo>
                    <a:pt x="7065" y="50346"/>
                  </a:lnTo>
                  <a:lnTo>
                    <a:pt x="13215" y="45223"/>
                  </a:lnTo>
                  <a:lnTo>
                    <a:pt x="14241" y="33949"/>
                  </a:lnTo>
                  <a:lnTo>
                    <a:pt x="3986" y="25746"/>
                  </a:lnTo>
                  <a:lnTo>
                    <a:pt x="5594" y="26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6" name="Forme libre : forme 484">
              <a:extLst>
                <a:ext uri="{FF2B5EF4-FFF2-40B4-BE49-F238E27FC236}">
                  <a16:creationId xmlns:a16="http://schemas.microsoft.com/office/drawing/2014/main" id="{4032650F-9DF2-B6F3-2501-5B60E2DECB3F}"/>
                </a:ext>
              </a:extLst>
            </p:cNvPr>
            <p:cNvSpPr/>
            <p:nvPr/>
          </p:nvSpPr>
          <p:spPr>
            <a:xfrm>
              <a:off x="9729045" y="2541189"/>
              <a:ext cx="400925" cy="715107"/>
            </a:xfrm>
            <a:custGeom>
              <a:avLst/>
              <a:gdLst>
                <a:gd name="csX0" fmla="*/ 405899 w 400925"/>
                <a:gd name="csY0" fmla="*/ 32759 h 715107"/>
                <a:gd name="csX1" fmla="*/ 395686 w 400925"/>
                <a:gd name="csY1" fmla="*/ 31090 h 715107"/>
                <a:gd name="csX2" fmla="*/ 372611 w 400925"/>
                <a:gd name="csY2" fmla="*/ 33861 h 715107"/>
                <a:gd name="csX3" fmla="*/ 357226 w 400925"/>
                <a:gd name="csY3" fmla="*/ 36624 h 715107"/>
                <a:gd name="csX4" fmla="*/ 346465 w 400925"/>
                <a:gd name="csY4" fmla="*/ 33861 h 715107"/>
                <a:gd name="csX5" fmla="*/ 355694 w 400925"/>
                <a:gd name="csY5" fmla="*/ 28326 h 715107"/>
                <a:gd name="csX6" fmla="*/ 334158 w 400925"/>
                <a:gd name="csY6" fmla="*/ 23709 h 715107"/>
                <a:gd name="csX7" fmla="*/ 340308 w 400925"/>
                <a:gd name="csY7" fmla="*/ 16334 h 715107"/>
                <a:gd name="csX8" fmla="*/ 320312 w 400925"/>
                <a:gd name="csY8" fmla="*/ 16334 h 715107"/>
                <a:gd name="csX9" fmla="*/ 304934 w 400925"/>
                <a:gd name="csY9" fmla="*/ 20945 h 715107"/>
                <a:gd name="csX10" fmla="*/ 288010 w 400925"/>
                <a:gd name="csY10" fmla="*/ 11717 h 715107"/>
                <a:gd name="csX11" fmla="*/ 277242 w 400925"/>
                <a:gd name="csY11" fmla="*/ 12640 h 715107"/>
                <a:gd name="csX12" fmla="*/ 274170 w 400925"/>
                <a:gd name="csY12" fmla="*/ 19098 h 715107"/>
                <a:gd name="csX13" fmla="*/ 266474 w 400925"/>
                <a:gd name="csY13" fmla="*/ 19098 h 715107"/>
                <a:gd name="csX14" fmla="*/ 255707 w 400925"/>
                <a:gd name="csY14" fmla="*/ 13564 h 715107"/>
                <a:gd name="csX15" fmla="*/ 271092 w 400925"/>
                <a:gd name="csY15" fmla="*/ 6189 h 715107"/>
                <a:gd name="csX16" fmla="*/ 261864 w 400925"/>
                <a:gd name="csY16" fmla="*/ 5266 h 715107"/>
                <a:gd name="csX17" fmla="*/ 249557 w 400925"/>
                <a:gd name="csY17" fmla="*/ 655 h 715107"/>
                <a:gd name="csX18" fmla="*/ 221872 w 400925"/>
                <a:gd name="csY18" fmla="*/ 18175 h 715107"/>
                <a:gd name="csX19" fmla="*/ 198797 w 400925"/>
                <a:gd name="csY19" fmla="*/ 19098 h 715107"/>
                <a:gd name="csX20" fmla="*/ 194180 w 400925"/>
                <a:gd name="csY20" fmla="*/ 17251 h 715107"/>
                <a:gd name="csX21" fmla="*/ 172644 w 400925"/>
                <a:gd name="csY21" fmla="*/ 28326 h 715107"/>
                <a:gd name="csX22" fmla="*/ 151109 w 400925"/>
                <a:gd name="csY22" fmla="*/ 39395 h 715107"/>
                <a:gd name="csX23" fmla="*/ 143420 w 400925"/>
                <a:gd name="csY23" fmla="*/ 39395 h 715107"/>
                <a:gd name="csX24" fmla="*/ 121885 w 400925"/>
                <a:gd name="csY24" fmla="*/ 46770 h 715107"/>
                <a:gd name="csX25" fmla="*/ 111117 w 400925"/>
                <a:gd name="csY25" fmla="*/ 58762 h 715107"/>
                <a:gd name="csX26" fmla="*/ 103428 w 400925"/>
                <a:gd name="csY26" fmla="*/ 82746 h 715107"/>
                <a:gd name="csX27" fmla="*/ 83425 w 400925"/>
                <a:gd name="csY27" fmla="*/ 93814 h 715107"/>
                <a:gd name="csX28" fmla="*/ 38822 w 400925"/>
                <a:gd name="csY28" fmla="*/ 94738 h 715107"/>
                <a:gd name="csX29" fmla="*/ 37283 w 400925"/>
                <a:gd name="csY29" fmla="*/ 108577 h 715107"/>
                <a:gd name="csX30" fmla="*/ 28055 w 400925"/>
                <a:gd name="csY30" fmla="*/ 110417 h 715107"/>
                <a:gd name="csX31" fmla="*/ 38822 w 400925"/>
                <a:gd name="csY31" fmla="*/ 115952 h 715107"/>
                <a:gd name="csX32" fmla="*/ 49590 w 400925"/>
                <a:gd name="csY32" fmla="*/ 119646 h 715107"/>
                <a:gd name="csX33" fmla="*/ 69586 w 400925"/>
                <a:gd name="csY33" fmla="*/ 127944 h 715107"/>
                <a:gd name="csX34" fmla="*/ 89582 w 400925"/>
                <a:gd name="csY34" fmla="*/ 141783 h 715107"/>
                <a:gd name="csX35" fmla="*/ 91114 w 400925"/>
                <a:gd name="csY35" fmla="*/ 154699 h 715107"/>
                <a:gd name="csX36" fmla="*/ 100343 w 400925"/>
                <a:gd name="csY36" fmla="*/ 156546 h 715107"/>
                <a:gd name="csX37" fmla="*/ 109578 w 400925"/>
                <a:gd name="csY37" fmla="*/ 157462 h 715107"/>
                <a:gd name="csX38" fmla="*/ 129574 w 400925"/>
                <a:gd name="csY38" fmla="*/ 157462 h 715107"/>
                <a:gd name="csX39" fmla="*/ 135724 w 400925"/>
                <a:gd name="csY39" fmla="*/ 156546 h 715107"/>
                <a:gd name="csX40" fmla="*/ 143413 w 400925"/>
                <a:gd name="csY40" fmla="*/ 159309 h 715107"/>
                <a:gd name="csX41" fmla="*/ 140342 w 400925"/>
                <a:gd name="csY41" fmla="*/ 163920 h 715107"/>
                <a:gd name="csX42" fmla="*/ 134185 w 400925"/>
                <a:gd name="csY42" fmla="*/ 170754 h 715107"/>
                <a:gd name="csX43" fmla="*/ 148031 w 400925"/>
                <a:gd name="csY43" fmla="*/ 179976 h 715107"/>
                <a:gd name="csX44" fmla="*/ 160338 w 400925"/>
                <a:gd name="csY44" fmla="*/ 173833 h 715107"/>
                <a:gd name="csX45" fmla="*/ 178794 w 400925"/>
                <a:gd name="csY45" fmla="*/ 172293 h 715107"/>
                <a:gd name="csX46" fmla="*/ 184944 w 400925"/>
                <a:gd name="csY46" fmla="*/ 179983 h 715107"/>
                <a:gd name="csX47" fmla="*/ 178794 w 400925"/>
                <a:gd name="csY47" fmla="*/ 184593 h 715107"/>
                <a:gd name="csX48" fmla="*/ 157259 w 400925"/>
                <a:gd name="csY48" fmla="*/ 187665 h 715107"/>
                <a:gd name="csX49" fmla="*/ 152642 w 400925"/>
                <a:gd name="csY49" fmla="*/ 201504 h 715107"/>
                <a:gd name="csX50" fmla="*/ 143413 w 400925"/>
                <a:gd name="csY50" fmla="*/ 201504 h 715107"/>
                <a:gd name="csX51" fmla="*/ 134185 w 400925"/>
                <a:gd name="csY51" fmla="*/ 209186 h 715107"/>
                <a:gd name="csX52" fmla="*/ 109578 w 400925"/>
                <a:gd name="csY52" fmla="*/ 201504 h 715107"/>
                <a:gd name="csX53" fmla="*/ 88036 w 400925"/>
                <a:gd name="csY53" fmla="*/ 204576 h 715107"/>
                <a:gd name="csX54" fmla="*/ 89575 w 400925"/>
                <a:gd name="csY54" fmla="*/ 195354 h 715107"/>
                <a:gd name="csX55" fmla="*/ 91114 w 400925"/>
                <a:gd name="csY55" fmla="*/ 184593 h 715107"/>
                <a:gd name="csX56" fmla="*/ 71118 w 400925"/>
                <a:gd name="csY56" fmla="*/ 186126 h 715107"/>
                <a:gd name="csX57" fmla="*/ 52662 w 400925"/>
                <a:gd name="csY57" fmla="*/ 190737 h 715107"/>
                <a:gd name="csX58" fmla="*/ 46505 w 400925"/>
                <a:gd name="csY58" fmla="*/ 199965 h 715107"/>
                <a:gd name="csX59" fmla="*/ 31126 w 400925"/>
                <a:gd name="csY59" fmla="*/ 201497 h 715107"/>
                <a:gd name="csX60" fmla="*/ 26509 w 400925"/>
                <a:gd name="csY60" fmla="*/ 213797 h 715107"/>
                <a:gd name="csX61" fmla="*/ 18820 w 400925"/>
                <a:gd name="csY61" fmla="*/ 216876 h 715107"/>
                <a:gd name="csX62" fmla="*/ 4974 w 400925"/>
                <a:gd name="csY62" fmla="*/ 230708 h 715107"/>
                <a:gd name="csX63" fmla="*/ 17280 w 400925"/>
                <a:gd name="csY63" fmla="*/ 241469 h 715107"/>
                <a:gd name="csX64" fmla="*/ 24970 w 400925"/>
                <a:gd name="csY64" fmla="*/ 241469 h 715107"/>
                <a:gd name="csX65" fmla="*/ 38816 w 400925"/>
                <a:gd name="csY65" fmla="*/ 243008 h 715107"/>
                <a:gd name="csX66" fmla="*/ 44972 w 400925"/>
                <a:gd name="csY66" fmla="*/ 249158 h 715107"/>
                <a:gd name="csX67" fmla="*/ 38816 w 400925"/>
                <a:gd name="csY67" fmla="*/ 252236 h 715107"/>
                <a:gd name="csX68" fmla="*/ 24970 w 400925"/>
                <a:gd name="csY68" fmla="*/ 252236 h 715107"/>
                <a:gd name="csX69" fmla="*/ 44966 w 400925"/>
                <a:gd name="csY69" fmla="*/ 281447 h 715107"/>
                <a:gd name="csX70" fmla="*/ 66501 w 400925"/>
                <a:gd name="csY70" fmla="*/ 281447 h 715107"/>
                <a:gd name="csX71" fmla="*/ 81886 w 400925"/>
                <a:gd name="csY71" fmla="*/ 276836 h 715107"/>
                <a:gd name="csX72" fmla="*/ 94193 w 400925"/>
                <a:gd name="csY72" fmla="*/ 282986 h 715107"/>
                <a:gd name="csX73" fmla="*/ 114189 w 400925"/>
                <a:gd name="csY73" fmla="*/ 284519 h 715107"/>
                <a:gd name="csX74" fmla="*/ 121878 w 400925"/>
                <a:gd name="csY74" fmla="*/ 273758 h 715107"/>
                <a:gd name="csX75" fmla="*/ 134185 w 400925"/>
                <a:gd name="csY75" fmla="*/ 270686 h 715107"/>
                <a:gd name="csX76" fmla="*/ 141874 w 400925"/>
                <a:gd name="csY76" fmla="*/ 262997 h 715107"/>
                <a:gd name="csX77" fmla="*/ 160338 w 400925"/>
                <a:gd name="csY77" fmla="*/ 269147 h 715107"/>
                <a:gd name="csX78" fmla="*/ 160338 w 400925"/>
                <a:gd name="csY78" fmla="*/ 281447 h 715107"/>
                <a:gd name="csX79" fmla="*/ 148031 w 400925"/>
                <a:gd name="csY79" fmla="*/ 281447 h 715107"/>
                <a:gd name="csX80" fmla="*/ 146492 w 400925"/>
                <a:gd name="csY80" fmla="*/ 286058 h 715107"/>
                <a:gd name="csX81" fmla="*/ 160338 w 400925"/>
                <a:gd name="csY81" fmla="*/ 301436 h 715107"/>
                <a:gd name="csX82" fmla="*/ 161870 w 400925"/>
                <a:gd name="csY82" fmla="*/ 318347 h 715107"/>
                <a:gd name="csX83" fmla="*/ 141874 w 400925"/>
                <a:gd name="csY83" fmla="*/ 342947 h 715107"/>
                <a:gd name="csX84" fmla="*/ 129567 w 400925"/>
                <a:gd name="csY84" fmla="*/ 338329 h 715107"/>
                <a:gd name="csX85" fmla="*/ 115728 w 400925"/>
                <a:gd name="csY85" fmla="*/ 344479 h 715107"/>
                <a:gd name="csX86" fmla="*/ 95732 w 400925"/>
                <a:gd name="csY86" fmla="*/ 353701 h 715107"/>
                <a:gd name="csX87" fmla="*/ 86504 w 400925"/>
                <a:gd name="csY87" fmla="*/ 344479 h 715107"/>
                <a:gd name="csX88" fmla="*/ 71118 w 400925"/>
                <a:gd name="csY88" fmla="*/ 364468 h 715107"/>
                <a:gd name="csX89" fmla="*/ 68040 w 400925"/>
                <a:gd name="csY89" fmla="*/ 381379 h 715107"/>
                <a:gd name="csX90" fmla="*/ 60351 w 400925"/>
                <a:gd name="csY90" fmla="*/ 385990 h 715107"/>
                <a:gd name="csX91" fmla="*/ 49576 w 400925"/>
                <a:gd name="csY91" fmla="*/ 412122 h 715107"/>
                <a:gd name="csX92" fmla="*/ 44966 w 400925"/>
                <a:gd name="csY92" fmla="*/ 416733 h 715107"/>
                <a:gd name="csX93" fmla="*/ 48044 w 400925"/>
                <a:gd name="csY93" fmla="*/ 430572 h 715107"/>
                <a:gd name="csX94" fmla="*/ 57272 w 400925"/>
                <a:gd name="csY94" fmla="*/ 444411 h 715107"/>
                <a:gd name="csX95" fmla="*/ 63422 w 400925"/>
                <a:gd name="csY95" fmla="*/ 442872 h 715107"/>
                <a:gd name="csX96" fmla="*/ 68040 w 400925"/>
                <a:gd name="csY96" fmla="*/ 449022 h 715107"/>
                <a:gd name="csX97" fmla="*/ 63422 w 400925"/>
                <a:gd name="csY97" fmla="*/ 465933 h 715107"/>
                <a:gd name="csX98" fmla="*/ 54194 w 400925"/>
                <a:gd name="csY98" fmla="*/ 467472 h 715107"/>
                <a:gd name="csX99" fmla="*/ 88036 w 400925"/>
                <a:gd name="csY99" fmla="*/ 498222 h 715107"/>
                <a:gd name="csX100" fmla="*/ 103414 w 400925"/>
                <a:gd name="csY100" fmla="*/ 496683 h 715107"/>
                <a:gd name="csX101" fmla="*/ 120339 w 400925"/>
                <a:gd name="csY101" fmla="*/ 492072 h 715107"/>
                <a:gd name="csX102" fmla="*/ 121365 w 400925"/>
                <a:gd name="csY102" fmla="*/ 482843 h 715107"/>
                <a:gd name="csX103" fmla="*/ 127515 w 400925"/>
                <a:gd name="csY103" fmla="*/ 480798 h 715107"/>
                <a:gd name="csX104" fmla="*/ 127515 w 400925"/>
                <a:gd name="csY104" fmla="*/ 495143 h 715107"/>
                <a:gd name="csX105" fmla="*/ 131619 w 400925"/>
                <a:gd name="csY105" fmla="*/ 509496 h 715107"/>
                <a:gd name="csX106" fmla="*/ 135717 w 400925"/>
                <a:gd name="csY106" fmla="*/ 532043 h 715107"/>
                <a:gd name="csX107" fmla="*/ 131619 w 400925"/>
                <a:gd name="csY107" fmla="*/ 548441 h 715107"/>
                <a:gd name="csX108" fmla="*/ 143919 w 400925"/>
                <a:gd name="csY108" fmla="*/ 544343 h 715107"/>
                <a:gd name="csX109" fmla="*/ 166488 w 400925"/>
                <a:gd name="csY109" fmla="*/ 532043 h 715107"/>
                <a:gd name="csX110" fmla="*/ 174690 w 400925"/>
                <a:gd name="csY110" fmla="*/ 538193 h 715107"/>
                <a:gd name="csX111" fmla="*/ 182892 w 400925"/>
                <a:gd name="csY111" fmla="*/ 540246 h 715107"/>
                <a:gd name="csX112" fmla="*/ 191094 w 400925"/>
                <a:gd name="csY112" fmla="*/ 552539 h 715107"/>
                <a:gd name="csX113" fmla="*/ 197251 w 400925"/>
                <a:gd name="csY113" fmla="*/ 554591 h 715107"/>
                <a:gd name="csX114" fmla="*/ 203401 w 400925"/>
                <a:gd name="csY114" fmla="*/ 536141 h 715107"/>
                <a:gd name="csX115" fmla="*/ 213656 w 400925"/>
                <a:gd name="csY115" fmla="*/ 542291 h 715107"/>
                <a:gd name="csX116" fmla="*/ 219806 w 400925"/>
                <a:gd name="csY116" fmla="*/ 544343 h 715107"/>
                <a:gd name="csX117" fmla="*/ 230060 w 400925"/>
                <a:gd name="csY117" fmla="*/ 542291 h 715107"/>
                <a:gd name="csX118" fmla="*/ 240315 w 400925"/>
                <a:gd name="csY118" fmla="*/ 534096 h 715107"/>
                <a:gd name="csX119" fmla="*/ 242367 w 400925"/>
                <a:gd name="csY119" fmla="*/ 542298 h 715107"/>
                <a:gd name="csX120" fmla="*/ 230060 w 400925"/>
                <a:gd name="csY120" fmla="*/ 573041 h 715107"/>
                <a:gd name="csX121" fmla="*/ 230060 w 400925"/>
                <a:gd name="csY121" fmla="*/ 593536 h 715107"/>
                <a:gd name="csX122" fmla="*/ 213656 w 400925"/>
                <a:gd name="csY122" fmla="*/ 599686 h 715107"/>
                <a:gd name="csX123" fmla="*/ 199297 w 400925"/>
                <a:gd name="csY123" fmla="*/ 618136 h 715107"/>
                <a:gd name="csX124" fmla="*/ 178788 w 400925"/>
                <a:gd name="csY124" fmla="*/ 632488 h 715107"/>
                <a:gd name="csX125" fmla="*/ 169559 w 400925"/>
                <a:gd name="csY125" fmla="*/ 642736 h 715107"/>
                <a:gd name="csX126" fmla="*/ 166481 w 400925"/>
                <a:gd name="csY126" fmla="*/ 655036 h 715107"/>
                <a:gd name="csX127" fmla="*/ 160331 w 400925"/>
                <a:gd name="csY127" fmla="*/ 658108 h 715107"/>
                <a:gd name="csX128" fmla="*/ 151102 w 400925"/>
                <a:gd name="csY128" fmla="*/ 653497 h 715107"/>
                <a:gd name="csX129" fmla="*/ 137256 w 400925"/>
                <a:gd name="csY129" fmla="*/ 656575 h 715107"/>
                <a:gd name="csX130" fmla="*/ 120332 w 400925"/>
                <a:gd name="csY130" fmla="*/ 670408 h 715107"/>
                <a:gd name="csX131" fmla="*/ 111104 w 400925"/>
                <a:gd name="csY131" fmla="*/ 684247 h 715107"/>
                <a:gd name="csX132" fmla="*/ 100336 w 400925"/>
                <a:gd name="csY132" fmla="*/ 692702 h 715107"/>
                <a:gd name="csX133" fmla="*/ 91108 w 400925"/>
                <a:gd name="csY133" fmla="*/ 691163 h 715107"/>
                <a:gd name="csX134" fmla="*/ 78035 w 400925"/>
                <a:gd name="csY134" fmla="*/ 698079 h 715107"/>
                <a:gd name="csX135" fmla="*/ 73424 w 400925"/>
                <a:gd name="csY135" fmla="*/ 709613 h 715107"/>
                <a:gd name="csX136" fmla="*/ 74190 w 400925"/>
                <a:gd name="csY136" fmla="*/ 715763 h 715107"/>
                <a:gd name="csX137" fmla="*/ 90341 w 400925"/>
                <a:gd name="csY137" fmla="*/ 711152 h 715107"/>
                <a:gd name="csX138" fmla="*/ 102648 w 400925"/>
                <a:gd name="csY138" fmla="*/ 700384 h 715107"/>
                <a:gd name="csX139" fmla="*/ 106493 w 400925"/>
                <a:gd name="csY139" fmla="*/ 693468 h 715107"/>
                <a:gd name="csX140" fmla="*/ 112643 w 400925"/>
                <a:gd name="csY140" fmla="*/ 693468 h 715107"/>
                <a:gd name="csX141" fmla="*/ 132639 w 400925"/>
                <a:gd name="csY141" fmla="*/ 682708 h 715107"/>
                <a:gd name="csX142" fmla="*/ 137256 w 400925"/>
                <a:gd name="csY142" fmla="*/ 668868 h 715107"/>
                <a:gd name="csX143" fmla="*/ 143406 w 400925"/>
                <a:gd name="csY143" fmla="*/ 670408 h 715107"/>
                <a:gd name="csX144" fmla="*/ 148024 w 400925"/>
                <a:gd name="csY144" fmla="*/ 675018 h 715107"/>
                <a:gd name="csX145" fmla="*/ 158792 w 400925"/>
                <a:gd name="csY145" fmla="*/ 675018 h 715107"/>
                <a:gd name="csX146" fmla="*/ 180327 w 400925"/>
                <a:gd name="csY146" fmla="*/ 662718 h 715107"/>
                <a:gd name="csX147" fmla="*/ 192634 w 400925"/>
                <a:gd name="csY147" fmla="*/ 655036 h 715107"/>
                <a:gd name="csX148" fmla="*/ 206473 w 400925"/>
                <a:gd name="csY148" fmla="*/ 650425 h 715107"/>
                <a:gd name="csX149" fmla="*/ 208012 w 400925"/>
                <a:gd name="csY149" fmla="*/ 644275 h 715107"/>
                <a:gd name="csX150" fmla="*/ 241854 w 400925"/>
                <a:gd name="csY150" fmla="*/ 618136 h 715107"/>
                <a:gd name="csX151" fmla="*/ 251082 w 400925"/>
                <a:gd name="csY151" fmla="*/ 610454 h 715107"/>
                <a:gd name="csX152" fmla="*/ 251082 w 400925"/>
                <a:gd name="csY152" fmla="*/ 599693 h 715107"/>
                <a:gd name="csX153" fmla="*/ 271078 w 400925"/>
                <a:gd name="csY153" fmla="*/ 585854 h 715107"/>
                <a:gd name="csX154" fmla="*/ 284924 w 400925"/>
                <a:gd name="csY154" fmla="*/ 575093 h 715107"/>
                <a:gd name="csX155" fmla="*/ 301842 w 400925"/>
                <a:gd name="csY155" fmla="*/ 565865 h 715107"/>
                <a:gd name="csX156" fmla="*/ 304920 w 400925"/>
                <a:gd name="csY156" fmla="*/ 548954 h 715107"/>
                <a:gd name="csX157" fmla="*/ 315688 w 400925"/>
                <a:gd name="csY157" fmla="*/ 545882 h 715107"/>
                <a:gd name="csX158" fmla="*/ 314149 w 400925"/>
                <a:gd name="csY158" fmla="*/ 527433 h 715107"/>
                <a:gd name="csX159" fmla="*/ 303381 w 400925"/>
                <a:gd name="csY159" fmla="*/ 527433 h 715107"/>
                <a:gd name="csX160" fmla="*/ 301849 w 400925"/>
                <a:gd name="csY160" fmla="*/ 519743 h 715107"/>
                <a:gd name="csX161" fmla="*/ 312616 w 400925"/>
                <a:gd name="csY161" fmla="*/ 504372 h 715107"/>
                <a:gd name="csX162" fmla="*/ 326456 w 400925"/>
                <a:gd name="csY162" fmla="*/ 504372 h 715107"/>
                <a:gd name="csX163" fmla="*/ 337223 w 400925"/>
                <a:gd name="csY163" fmla="*/ 492072 h 715107"/>
                <a:gd name="csX164" fmla="*/ 334152 w 400925"/>
                <a:gd name="csY164" fmla="*/ 478239 h 715107"/>
                <a:gd name="csX165" fmla="*/ 374144 w 400925"/>
                <a:gd name="csY165" fmla="*/ 427500 h 715107"/>
                <a:gd name="csX166" fmla="*/ 389522 w 400925"/>
                <a:gd name="csY166" fmla="*/ 429040 h 715107"/>
                <a:gd name="csX167" fmla="*/ 397218 w 400925"/>
                <a:gd name="csY167" fmla="*/ 419818 h 715107"/>
                <a:gd name="csX168" fmla="*/ 404907 w 400925"/>
                <a:gd name="csY168" fmla="*/ 419818 h 715107"/>
                <a:gd name="csX169" fmla="*/ 400290 w 400925"/>
                <a:gd name="csY169" fmla="*/ 442879 h 715107"/>
                <a:gd name="csX170" fmla="*/ 386450 w 400925"/>
                <a:gd name="csY170" fmla="*/ 441340 h 715107"/>
                <a:gd name="csX171" fmla="*/ 364915 w 400925"/>
                <a:gd name="csY171" fmla="*/ 456711 h 715107"/>
                <a:gd name="csX172" fmla="*/ 366448 w 400925"/>
                <a:gd name="csY172" fmla="*/ 465940 h 715107"/>
                <a:gd name="csX173" fmla="*/ 354148 w 400925"/>
                <a:gd name="csY173" fmla="*/ 496683 h 715107"/>
                <a:gd name="csX174" fmla="*/ 355680 w 400925"/>
                <a:gd name="csY174" fmla="*/ 502833 h 715107"/>
                <a:gd name="csX175" fmla="*/ 360298 w 400925"/>
                <a:gd name="csY175" fmla="*/ 501293 h 715107"/>
                <a:gd name="csX176" fmla="*/ 364915 w 400925"/>
                <a:gd name="csY176" fmla="*/ 504372 h 715107"/>
                <a:gd name="csX177" fmla="*/ 360298 w 400925"/>
                <a:gd name="csY177" fmla="*/ 508983 h 715107"/>
                <a:gd name="csX178" fmla="*/ 354141 w 400925"/>
                <a:gd name="csY178" fmla="*/ 512061 h 715107"/>
                <a:gd name="csX179" fmla="*/ 351069 w 400925"/>
                <a:gd name="csY179" fmla="*/ 518211 h 715107"/>
                <a:gd name="csX180" fmla="*/ 369526 w 400925"/>
                <a:gd name="csY180" fmla="*/ 518211 h 715107"/>
                <a:gd name="csX181" fmla="*/ 392600 w 400925"/>
                <a:gd name="csY181" fmla="*/ 504372 h 715107"/>
                <a:gd name="csX182" fmla="*/ 403368 w 400925"/>
                <a:gd name="csY182" fmla="*/ 489000 h 715107"/>
                <a:gd name="csX183" fmla="*/ 405899 w 400925"/>
                <a:gd name="csY183" fmla="*/ 32759 h 71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Lst>
              <a:rect l="l" t="t" r="r" b="b"/>
              <a:pathLst>
                <a:path w="400925" h="715107">
                  <a:moveTo>
                    <a:pt x="405899" y="32759"/>
                  </a:moveTo>
                  <a:lnTo>
                    <a:pt x="395686" y="31090"/>
                  </a:lnTo>
                  <a:lnTo>
                    <a:pt x="372611" y="33861"/>
                  </a:lnTo>
                  <a:lnTo>
                    <a:pt x="357226" y="36624"/>
                  </a:lnTo>
                  <a:lnTo>
                    <a:pt x="346465" y="33861"/>
                  </a:lnTo>
                  <a:lnTo>
                    <a:pt x="355694" y="28326"/>
                  </a:lnTo>
                  <a:lnTo>
                    <a:pt x="334158" y="23709"/>
                  </a:lnTo>
                  <a:lnTo>
                    <a:pt x="340308" y="16334"/>
                  </a:lnTo>
                  <a:lnTo>
                    <a:pt x="320312" y="16334"/>
                  </a:lnTo>
                  <a:lnTo>
                    <a:pt x="304934" y="20945"/>
                  </a:lnTo>
                  <a:lnTo>
                    <a:pt x="288010" y="11717"/>
                  </a:lnTo>
                  <a:lnTo>
                    <a:pt x="277242" y="12640"/>
                  </a:lnTo>
                  <a:lnTo>
                    <a:pt x="274170" y="19098"/>
                  </a:lnTo>
                  <a:lnTo>
                    <a:pt x="266474" y="19098"/>
                  </a:lnTo>
                  <a:lnTo>
                    <a:pt x="255707" y="13564"/>
                  </a:lnTo>
                  <a:lnTo>
                    <a:pt x="271092" y="6189"/>
                  </a:lnTo>
                  <a:lnTo>
                    <a:pt x="261864" y="5266"/>
                  </a:lnTo>
                  <a:lnTo>
                    <a:pt x="249557" y="655"/>
                  </a:lnTo>
                  <a:lnTo>
                    <a:pt x="221872" y="18175"/>
                  </a:lnTo>
                  <a:lnTo>
                    <a:pt x="198797" y="19098"/>
                  </a:lnTo>
                  <a:lnTo>
                    <a:pt x="194180" y="17251"/>
                  </a:lnTo>
                  <a:lnTo>
                    <a:pt x="172644" y="28326"/>
                  </a:lnTo>
                  <a:lnTo>
                    <a:pt x="151109" y="39395"/>
                  </a:lnTo>
                  <a:lnTo>
                    <a:pt x="143420" y="39395"/>
                  </a:lnTo>
                  <a:lnTo>
                    <a:pt x="121885" y="46770"/>
                  </a:lnTo>
                  <a:lnTo>
                    <a:pt x="111117" y="58762"/>
                  </a:lnTo>
                  <a:lnTo>
                    <a:pt x="103428" y="82746"/>
                  </a:lnTo>
                  <a:lnTo>
                    <a:pt x="83425" y="93814"/>
                  </a:lnTo>
                  <a:lnTo>
                    <a:pt x="38822" y="94738"/>
                  </a:lnTo>
                  <a:lnTo>
                    <a:pt x="37283" y="108577"/>
                  </a:lnTo>
                  <a:lnTo>
                    <a:pt x="28055" y="110417"/>
                  </a:lnTo>
                  <a:lnTo>
                    <a:pt x="38822" y="115952"/>
                  </a:lnTo>
                  <a:lnTo>
                    <a:pt x="49590" y="119646"/>
                  </a:lnTo>
                  <a:lnTo>
                    <a:pt x="69586" y="127944"/>
                  </a:lnTo>
                  <a:lnTo>
                    <a:pt x="89582" y="141783"/>
                  </a:lnTo>
                  <a:lnTo>
                    <a:pt x="91114" y="154699"/>
                  </a:lnTo>
                  <a:lnTo>
                    <a:pt x="100343" y="156546"/>
                  </a:lnTo>
                  <a:lnTo>
                    <a:pt x="109578" y="157462"/>
                  </a:lnTo>
                  <a:lnTo>
                    <a:pt x="129574" y="157462"/>
                  </a:lnTo>
                  <a:lnTo>
                    <a:pt x="135724" y="156546"/>
                  </a:lnTo>
                  <a:lnTo>
                    <a:pt x="143413" y="159309"/>
                  </a:lnTo>
                  <a:lnTo>
                    <a:pt x="140342" y="163920"/>
                  </a:lnTo>
                  <a:lnTo>
                    <a:pt x="134185" y="170754"/>
                  </a:lnTo>
                  <a:lnTo>
                    <a:pt x="148031" y="179976"/>
                  </a:lnTo>
                  <a:lnTo>
                    <a:pt x="160338" y="173833"/>
                  </a:lnTo>
                  <a:lnTo>
                    <a:pt x="178794" y="172293"/>
                  </a:lnTo>
                  <a:lnTo>
                    <a:pt x="184944" y="179983"/>
                  </a:lnTo>
                  <a:lnTo>
                    <a:pt x="178794" y="184593"/>
                  </a:lnTo>
                  <a:lnTo>
                    <a:pt x="157259" y="187665"/>
                  </a:lnTo>
                  <a:lnTo>
                    <a:pt x="152642" y="201504"/>
                  </a:lnTo>
                  <a:lnTo>
                    <a:pt x="143413" y="201504"/>
                  </a:lnTo>
                  <a:lnTo>
                    <a:pt x="134185" y="209186"/>
                  </a:lnTo>
                  <a:lnTo>
                    <a:pt x="109578" y="201504"/>
                  </a:lnTo>
                  <a:lnTo>
                    <a:pt x="88036" y="204576"/>
                  </a:lnTo>
                  <a:lnTo>
                    <a:pt x="89575" y="195354"/>
                  </a:lnTo>
                  <a:lnTo>
                    <a:pt x="91114" y="184593"/>
                  </a:lnTo>
                  <a:lnTo>
                    <a:pt x="71118" y="186126"/>
                  </a:lnTo>
                  <a:lnTo>
                    <a:pt x="52662" y="190737"/>
                  </a:lnTo>
                  <a:lnTo>
                    <a:pt x="46505" y="199965"/>
                  </a:lnTo>
                  <a:lnTo>
                    <a:pt x="31126" y="201497"/>
                  </a:lnTo>
                  <a:lnTo>
                    <a:pt x="26509" y="213797"/>
                  </a:lnTo>
                  <a:lnTo>
                    <a:pt x="18820" y="216876"/>
                  </a:lnTo>
                  <a:lnTo>
                    <a:pt x="4974" y="230708"/>
                  </a:lnTo>
                  <a:lnTo>
                    <a:pt x="17280" y="241469"/>
                  </a:lnTo>
                  <a:lnTo>
                    <a:pt x="24970" y="241469"/>
                  </a:lnTo>
                  <a:lnTo>
                    <a:pt x="38816" y="243008"/>
                  </a:lnTo>
                  <a:lnTo>
                    <a:pt x="44972" y="249158"/>
                  </a:lnTo>
                  <a:lnTo>
                    <a:pt x="38816" y="252236"/>
                  </a:lnTo>
                  <a:lnTo>
                    <a:pt x="24970" y="252236"/>
                  </a:lnTo>
                  <a:lnTo>
                    <a:pt x="44966" y="281447"/>
                  </a:lnTo>
                  <a:lnTo>
                    <a:pt x="66501" y="281447"/>
                  </a:lnTo>
                  <a:lnTo>
                    <a:pt x="81886" y="276836"/>
                  </a:lnTo>
                  <a:lnTo>
                    <a:pt x="94193" y="282986"/>
                  </a:lnTo>
                  <a:lnTo>
                    <a:pt x="114189" y="284519"/>
                  </a:lnTo>
                  <a:lnTo>
                    <a:pt x="121878" y="273758"/>
                  </a:lnTo>
                  <a:lnTo>
                    <a:pt x="134185" y="270686"/>
                  </a:lnTo>
                  <a:lnTo>
                    <a:pt x="141874" y="262997"/>
                  </a:lnTo>
                  <a:lnTo>
                    <a:pt x="160338" y="269147"/>
                  </a:lnTo>
                  <a:lnTo>
                    <a:pt x="160338" y="281447"/>
                  </a:lnTo>
                  <a:lnTo>
                    <a:pt x="148031" y="281447"/>
                  </a:lnTo>
                  <a:lnTo>
                    <a:pt x="146492" y="286058"/>
                  </a:lnTo>
                  <a:lnTo>
                    <a:pt x="160338" y="301436"/>
                  </a:lnTo>
                  <a:lnTo>
                    <a:pt x="161870" y="318347"/>
                  </a:lnTo>
                  <a:lnTo>
                    <a:pt x="141874" y="342947"/>
                  </a:lnTo>
                  <a:lnTo>
                    <a:pt x="129567" y="338329"/>
                  </a:lnTo>
                  <a:lnTo>
                    <a:pt x="115728" y="344479"/>
                  </a:lnTo>
                  <a:lnTo>
                    <a:pt x="95732" y="353701"/>
                  </a:lnTo>
                  <a:lnTo>
                    <a:pt x="86504" y="344479"/>
                  </a:lnTo>
                  <a:lnTo>
                    <a:pt x="71118" y="364468"/>
                  </a:lnTo>
                  <a:lnTo>
                    <a:pt x="68040" y="381379"/>
                  </a:lnTo>
                  <a:lnTo>
                    <a:pt x="60351" y="385990"/>
                  </a:lnTo>
                  <a:lnTo>
                    <a:pt x="49576" y="412122"/>
                  </a:lnTo>
                  <a:lnTo>
                    <a:pt x="44966" y="416733"/>
                  </a:lnTo>
                  <a:lnTo>
                    <a:pt x="48044" y="430572"/>
                  </a:lnTo>
                  <a:lnTo>
                    <a:pt x="57272" y="444411"/>
                  </a:lnTo>
                  <a:lnTo>
                    <a:pt x="63422" y="442872"/>
                  </a:lnTo>
                  <a:lnTo>
                    <a:pt x="68040" y="449022"/>
                  </a:lnTo>
                  <a:lnTo>
                    <a:pt x="63422" y="465933"/>
                  </a:lnTo>
                  <a:lnTo>
                    <a:pt x="54194" y="467472"/>
                  </a:lnTo>
                  <a:lnTo>
                    <a:pt x="88036" y="498222"/>
                  </a:lnTo>
                  <a:lnTo>
                    <a:pt x="103414" y="496683"/>
                  </a:lnTo>
                  <a:lnTo>
                    <a:pt x="120339" y="492072"/>
                  </a:lnTo>
                  <a:lnTo>
                    <a:pt x="121365" y="482843"/>
                  </a:lnTo>
                  <a:lnTo>
                    <a:pt x="127515" y="480798"/>
                  </a:lnTo>
                  <a:lnTo>
                    <a:pt x="127515" y="495143"/>
                  </a:lnTo>
                  <a:lnTo>
                    <a:pt x="131619" y="509496"/>
                  </a:lnTo>
                  <a:lnTo>
                    <a:pt x="135717" y="532043"/>
                  </a:lnTo>
                  <a:lnTo>
                    <a:pt x="131619" y="548441"/>
                  </a:lnTo>
                  <a:lnTo>
                    <a:pt x="143919" y="544343"/>
                  </a:lnTo>
                  <a:lnTo>
                    <a:pt x="166488" y="532043"/>
                  </a:lnTo>
                  <a:lnTo>
                    <a:pt x="174690" y="538193"/>
                  </a:lnTo>
                  <a:lnTo>
                    <a:pt x="182892" y="540246"/>
                  </a:lnTo>
                  <a:lnTo>
                    <a:pt x="191094" y="552539"/>
                  </a:lnTo>
                  <a:lnTo>
                    <a:pt x="197251" y="554591"/>
                  </a:lnTo>
                  <a:lnTo>
                    <a:pt x="203401" y="536141"/>
                  </a:lnTo>
                  <a:lnTo>
                    <a:pt x="213656" y="542291"/>
                  </a:lnTo>
                  <a:lnTo>
                    <a:pt x="219806" y="544343"/>
                  </a:lnTo>
                  <a:lnTo>
                    <a:pt x="230060" y="542291"/>
                  </a:lnTo>
                  <a:lnTo>
                    <a:pt x="240315" y="534096"/>
                  </a:lnTo>
                  <a:lnTo>
                    <a:pt x="242367" y="542298"/>
                  </a:lnTo>
                  <a:lnTo>
                    <a:pt x="230060" y="573041"/>
                  </a:lnTo>
                  <a:lnTo>
                    <a:pt x="230060" y="593536"/>
                  </a:lnTo>
                  <a:lnTo>
                    <a:pt x="213656" y="599686"/>
                  </a:lnTo>
                  <a:lnTo>
                    <a:pt x="199297" y="618136"/>
                  </a:lnTo>
                  <a:lnTo>
                    <a:pt x="178788" y="632488"/>
                  </a:lnTo>
                  <a:lnTo>
                    <a:pt x="169559" y="642736"/>
                  </a:lnTo>
                  <a:lnTo>
                    <a:pt x="166481" y="655036"/>
                  </a:lnTo>
                  <a:lnTo>
                    <a:pt x="160331" y="658108"/>
                  </a:lnTo>
                  <a:lnTo>
                    <a:pt x="151102" y="653497"/>
                  </a:lnTo>
                  <a:lnTo>
                    <a:pt x="137256" y="656575"/>
                  </a:lnTo>
                  <a:lnTo>
                    <a:pt x="120332" y="670408"/>
                  </a:lnTo>
                  <a:lnTo>
                    <a:pt x="111104" y="684247"/>
                  </a:lnTo>
                  <a:lnTo>
                    <a:pt x="100336" y="692702"/>
                  </a:lnTo>
                  <a:lnTo>
                    <a:pt x="91108" y="691163"/>
                  </a:lnTo>
                  <a:lnTo>
                    <a:pt x="78035" y="698079"/>
                  </a:lnTo>
                  <a:lnTo>
                    <a:pt x="73424" y="709613"/>
                  </a:lnTo>
                  <a:lnTo>
                    <a:pt x="74190" y="715763"/>
                  </a:lnTo>
                  <a:lnTo>
                    <a:pt x="90341" y="711152"/>
                  </a:lnTo>
                  <a:lnTo>
                    <a:pt x="102648" y="700384"/>
                  </a:lnTo>
                  <a:lnTo>
                    <a:pt x="106493" y="693468"/>
                  </a:lnTo>
                  <a:lnTo>
                    <a:pt x="112643" y="693468"/>
                  </a:lnTo>
                  <a:lnTo>
                    <a:pt x="132639" y="682708"/>
                  </a:lnTo>
                  <a:lnTo>
                    <a:pt x="137256" y="668868"/>
                  </a:lnTo>
                  <a:lnTo>
                    <a:pt x="143406" y="670408"/>
                  </a:lnTo>
                  <a:lnTo>
                    <a:pt x="148024" y="675018"/>
                  </a:lnTo>
                  <a:lnTo>
                    <a:pt x="158792" y="675018"/>
                  </a:lnTo>
                  <a:lnTo>
                    <a:pt x="180327" y="662718"/>
                  </a:lnTo>
                  <a:lnTo>
                    <a:pt x="192634" y="655036"/>
                  </a:lnTo>
                  <a:lnTo>
                    <a:pt x="206473" y="650425"/>
                  </a:lnTo>
                  <a:lnTo>
                    <a:pt x="208012" y="644275"/>
                  </a:lnTo>
                  <a:lnTo>
                    <a:pt x="241854" y="618136"/>
                  </a:lnTo>
                  <a:lnTo>
                    <a:pt x="251082" y="610454"/>
                  </a:lnTo>
                  <a:lnTo>
                    <a:pt x="251082" y="599693"/>
                  </a:lnTo>
                  <a:lnTo>
                    <a:pt x="271078" y="585854"/>
                  </a:lnTo>
                  <a:lnTo>
                    <a:pt x="284924" y="575093"/>
                  </a:lnTo>
                  <a:lnTo>
                    <a:pt x="301842" y="565865"/>
                  </a:lnTo>
                  <a:lnTo>
                    <a:pt x="304920" y="548954"/>
                  </a:lnTo>
                  <a:lnTo>
                    <a:pt x="315688" y="545882"/>
                  </a:lnTo>
                  <a:lnTo>
                    <a:pt x="314149" y="527433"/>
                  </a:lnTo>
                  <a:lnTo>
                    <a:pt x="303381" y="527433"/>
                  </a:lnTo>
                  <a:lnTo>
                    <a:pt x="301849" y="519743"/>
                  </a:lnTo>
                  <a:lnTo>
                    <a:pt x="312616" y="504372"/>
                  </a:lnTo>
                  <a:lnTo>
                    <a:pt x="326456" y="504372"/>
                  </a:lnTo>
                  <a:lnTo>
                    <a:pt x="337223" y="492072"/>
                  </a:lnTo>
                  <a:lnTo>
                    <a:pt x="334152" y="478239"/>
                  </a:lnTo>
                  <a:lnTo>
                    <a:pt x="374144" y="427500"/>
                  </a:lnTo>
                  <a:lnTo>
                    <a:pt x="389522" y="429040"/>
                  </a:lnTo>
                  <a:lnTo>
                    <a:pt x="397218" y="419818"/>
                  </a:lnTo>
                  <a:lnTo>
                    <a:pt x="404907" y="419818"/>
                  </a:lnTo>
                  <a:lnTo>
                    <a:pt x="400290" y="442879"/>
                  </a:lnTo>
                  <a:lnTo>
                    <a:pt x="386450" y="441340"/>
                  </a:lnTo>
                  <a:lnTo>
                    <a:pt x="364915" y="456711"/>
                  </a:lnTo>
                  <a:lnTo>
                    <a:pt x="366448" y="465940"/>
                  </a:lnTo>
                  <a:lnTo>
                    <a:pt x="354148" y="496683"/>
                  </a:lnTo>
                  <a:lnTo>
                    <a:pt x="355680" y="502833"/>
                  </a:lnTo>
                  <a:lnTo>
                    <a:pt x="360298" y="501293"/>
                  </a:lnTo>
                  <a:lnTo>
                    <a:pt x="364915" y="504372"/>
                  </a:lnTo>
                  <a:lnTo>
                    <a:pt x="360298" y="508983"/>
                  </a:lnTo>
                  <a:lnTo>
                    <a:pt x="354141" y="512061"/>
                  </a:lnTo>
                  <a:lnTo>
                    <a:pt x="351069" y="518211"/>
                  </a:lnTo>
                  <a:lnTo>
                    <a:pt x="369526" y="518211"/>
                  </a:lnTo>
                  <a:lnTo>
                    <a:pt x="392600" y="504372"/>
                  </a:lnTo>
                  <a:lnTo>
                    <a:pt x="403368" y="489000"/>
                  </a:lnTo>
                  <a:lnTo>
                    <a:pt x="405899" y="327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7" name="Forme libre : forme 485">
              <a:extLst>
                <a:ext uri="{FF2B5EF4-FFF2-40B4-BE49-F238E27FC236}">
                  <a16:creationId xmlns:a16="http://schemas.microsoft.com/office/drawing/2014/main" id="{CFA19E54-61A2-1365-5ACF-32FD532C402E}"/>
                </a:ext>
              </a:extLst>
            </p:cNvPr>
            <p:cNvSpPr/>
            <p:nvPr/>
          </p:nvSpPr>
          <p:spPr>
            <a:xfrm rot="-1593905" flipV="1">
              <a:off x="5188216" y="4005836"/>
              <a:ext cx="5855" cy="4118"/>
            </a:xfrm>
            <a:custGeom>
              <a:avLst/>
              <a:gdLst>
                <a:gd name="csX0" fmla="*/ 2058 w 5855"/>
                <a:gd name="csY0" fmla="*/ 5401 h 4118"/>
                <a:gd name="csX1" fmla="*/ 7216 w 5855"/>
                <a:gd name="csY1" fmla="*/ 5401 h 4118"/>
                <a:gd name="csX2" fmla="*/ 7914 w 5855"/>
                <a:gd name="csY2" fmla="*/ 1625 h 4118"/>
                <a:gd name="csX3" fmla="*/ 3440 w 5855"/>
                <a:gd name="csY3" fmla="*/ 1283 h 4118"/>
                <a:gd name="csX4" fmla="*/ 2058 w 5855"/>
                <a:gd name="csY4" fmla="*/ 5401 h 4118"/>
              </a:gdLst>
              <a:ahLst/>
              <a:cxnLst>
                <a:cxn ang="0">
                  <a:pos x="csX0" y="csY0"/>
                </a:cxn>
                <a:cxn ang="0">
                  <a:pos x="csX1" y="csY1"/>
                </a:cxn>
                <a:cxn ang="0">
                  <a:pos x="csX2" y="csY2"/>
                </a:cxn>
                <a:cxn ang="0">
                  <a:pos x="csX3" y="csY3"/>
                </a:cxn>
                <a:cxn ang="0">
                  <a:pos x="csX4" y="csY4"/>
                </a:cxn>
              </a:cxnLst>
              <a:rect l="l" t="t" r="r" b="b"/>
              <a:pathLst>
                <a:path w="5855" h="4118">
                  <a:moveTo>
                    <a:pt x="2058" y="5401"/>
                  </a:moveTo>
                  <a:lnTo>
                    <a:pt x="7216" y="5401"/>
                  </a:lnTo>
                  <a:lnTo>
                    <a:pt x="7914" y="1625"/>
                  </a:lnTo>
                  <a:lnTo>
                    <a:pt x="3440" y="1283"/>
                  </a:lnTo>
                  <a:lnTo>
                    <a:pt x="2058" y="54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8" name="Forme libre : forme 486">
              <a:extLst>
                <a:ext uri="{FF2B5EF4-FFF2-40B4-BE49-F238E27FC236}">
                  <a16:creationId xmlns:a16="http://schemas.microsoft.com/office/drawing/2014/main" id="{8FA1DAE6-4C4B-F48B-3991-E4B4AAD6AF67}"/>
                </a:ext>
              </a:extLst>
            </p:cNvPr>
            <p:cNvSpPr/>
            <p:nvPr/>
          </p:nvSpPr>
          <p:spPr>
            <a:xfrm rot="-1106098" flipV="1">
              <a:off x="5209077" y="4018733"/>
              <a:ext cx="9727" cy="6074"/>
            </a:xfrm>
            <a:custGeom>
              <a:avLst/>
              <a:gdLst>
                <a:gd name="csX0" fmla="*/ 2071 w 9727"/>
                <a:gd name="csY0" fmla="*/ 7366 h 6074"/>
                <a:gd name="csX1" fmla="*/ 6942 w 9727"/>
                <a:gd name="csY1" fmla="*/ 7366 h 6074"/>
                <a:gd name="csX2" fmla="*/ 11799 w 9727"/>
                <a:gd name="csY2" fmla="*/ 2502 h 6074"/>
                <a:gd name="csX3" fmla="*/ 5724 w 9727"/>
                <a:gd name="csY3" fmla="*/ 1292 h 6074"/>
                <a:gd name="csX4" fmla="*/ 2071 w 9727"/>
                <a:gd name="csY4" fmla="*/ 7366 h 6074"/>
              </a:gdLst>
              <a:ahLst/>
              <a:cxnLst>
                <a:cxn ang="0">
                  <a:pos x="csX0" y="csY0"/>
                </a:cxn>
                <a:cxn ang="0">
                  <a:pos x="csX1" y="csY1"/>
                </a:cxn>
                <a:cxn ang="0">
                  <a:pos x="csX2" y="csY2"/>
                </a:cxn>
                <a:cxn ang="0">
                  <a:pos x="csX3" y="csY3"/>
                </a:cxn>
                <a:cxn ang="0">
                  <a:pos x="csX4" y="csY4"/>
                </a:cxn>
              </a:cxnLst>
              <a:rect l="l" t="t" r="r" b="b"/>
              <a:pathLst>
                <a:path w="9727" h="6074">
                  <a:moveTo>
                    <a:pt x="2071" y="7366"/>
                  </a:moveTo>
                  <a:lnTo>
                    <a:pt x="6942" y="7366"/>
                  </a:lnTo>
                  <a:lnTo>
                    <a:pt x="11799" y="2502"/>
                  </a:lnTo>
                  <a:lnTo>
                    <a:pt x="5724" y="1292"/>
                  </a:lnTo>
                  <a:lnTo>
                    <a:pt x="2071" y="73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09" name="Forme libre : forme 487">
              <a:extLst>
                <a:ext uri="{FF2B5EF4-FFF2-40B4-BE49-F238E27FC236}">
                  <a16:creationId xmlns:a16="http://schemas.microsoft.com/office/drawing/2014/main" id="{3BAF3DE2-1A12-F890-D5B5-5EAEF9A48B53}"/>
                </a:ext>
              </a:extLst>
            </p:cNvPr>
            <p:cNvSpPr/>
            <p:nvPr/>
          </p:nvSpPr>
          <p:spPr>
            <a:xfrm>
              <a:off x="5228367" y="4014276"/>
              <a:ext cx="6149" cy="6916"/>
            </a:xfrm>
            <a:custGeom>
              <a:avLst/>
              <a:gdLst>
                <a:gd name="csX0" fmla="*/ 2082 w 6149"/>
                <a:gd name="csY0" fmla="*/ 5900 h 6916"/>
                <a:gd name="csX1" fmla="*/ 2855 w 6149"/>
                <a:gd name="csY1" fmla="*/ 2821 h 6916"/>
                <a:gd name="csX2" fmla="*/ 7466 w 6149"/>
                <a:gd name="csY2" fmla="*/ 1289 h 6916"/>
                <a:gd name="csX3" fmla="*/ 8232 w 6149"/>
                <a:gd name="csY3" fmla="*/ 6666 h 6916"/>
                <a:gd name="csX4" fmla="*/ 5161 w 6149"/>
                <a:gd name="csY4" fmla="*/ 8205 h 6916"/>
                <a:gd name="csX5" fmla="*/ 2082 w 6149"/>
                <a:gd name="csY5" fmla="*/ 5900 h 6916"/>
              </a:gdLst>
              <a:ahLst/>
              <a:cxnLst>
                <a:cxn ang="0">
                  <a:pos x="csX0" y="csY0"/>
                </a:cxn>
                <a:cxn ang="0">
                  <a:pos x="csX1" y="csY1"/>
                </a:cxn>
                <a:cxn ang="0">
                  <a:pos x="csX2" y="csY2"/>
                </a:cxn>
                <a:cxn ang="0">
                  <a:pos x="csX3" y="csY3"/>
                </a:cxn>
                <a:cxn ang="0">
                  <a:pos x="csX4" y="csY4"/>
                </a:cxn>
                <a:cxn ang="0">
                  <a:pos x="csX5" y="csY5"/>
                </a:cxn>
              </a:cxnLst>
              <a:rect l="l" t="t" r="r" b="b"/>
              <a:pathLst>
                <a:path w="6149" h="6916">
                  <a:moveTo>
                    <a:pt x="2082" y="5900"/>
                  </a:moveTo>
                  <a:lnTo>
                    <a:pt x="2855" y="2821"/>
                  </a:lnTo>
                  <a:lnTo>
                    <a:pt x="7466" y="1289"/>
                  </a:lnTo>
                  <a:lnTo>
                    <a:pt x="8232" y="6666"/>
                  </a:lnTo>
                  <a:lnTo>
                    <a:pt x="5161" y="8205"/>
                  </a:lnTo>
                  <a:lnTo>
                    <a:pt x="2082" y="59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0" name="Forme libre : forme 488">
              <a:extLst>
                <a:ext uri="{FF2B5EF4-FFF2-40B4-BE49-F238E27FC236}">
                  <a16:creationId xmlns:a16="http://schemas.microsoft.com/office/drawing/2014/main" id="{C2519D10-42F3-CE72-A559-A6065E6971E1}"/>
                </a:ext>
              </a:extLst>
            </p:cNvPr>
            <p:cNvSpPr/>
            <p:nvPr/>
          </p:nvSpPr>
          <p:spPr>
            <a:xfrm>
              <a:off x="5242979" y="4006587"/>
              <a:ext cx="9228" cy="10760"/>
            </a:xfrm>
            <a:custGeom>
              <a:avLst/>
              <a:gdLst>
                <a:gd name="csX0" fmla="*/ 2092 w 9228"/>
                <a:gd name="csY0" fmla="*/ 5896 h 10760"/>
                <a:gd name="csX1" fmla="*/ 6710 w 9228"/>
                <a:gd name="csY1" fmla="*/ 1286 h 10760"/>
                <a:gd name="csX2" fmla="*/ 11320 w 9228"/>
                <a:gd name="csY2" fmla="*/ 4357 h 10760"/>
                <a:gd name="csX3" fmla="*/ 10554 w 9228"/>
                <a:gd name="csY3" fmla="*/ 9741 h 10760"/>
                <a:gd name="csX4" fmla="*/ 2858 w 9228"/>
                <a:gd name="csY4" fmla="*/ 12046 h 10760"/>
                <a:gd name="csX5" fmla="*/ 2092 w 9228"/>
                <a:gd name="csY5" fmla="*/ 5896 h 10760"/>
              </a:gdLst>
              <a:ahLst/>
              <a:cxnLst>
                <a:cxn ang="0">
                  <a:pos x="csX0" y="csY0"/>
                </a:cxn>
                <a:cxn ang="0">
                  <a:pos x="csX1" y="csY1"/>
                </a:cxn>
                <a:cxn ang="0">
                  <a:pos x="csX2" y="csY2"/>
                </a:cxn>
                <a:cxn ang="0">
                  <a:pos x="csX3" y="csY3"/>
                </a:cxn>
                <a:cxn ang="0">
                  <a:pos x="csX4" y="csY4"/>
                </a:cxn>
                <a:cxn ang="0">
                  <a:pos x="csX5" y="csY5"/>
                </a:cxn>
              </a:cxnLst>
              <a:rect l="l" t="t" r="r" b="b"/>
              <a:pathLst>
                <a:path w="9228" h="10760">
                  <a:moveTo>
                    <a:pt x="2092" y="5896"/>
                  </a:moveTo>
                  <a:lnTo>
                    <a:pt x="6710" y="1286"/>
                  </a:lnTo>
                  <a:lnTo>
                    <a:pt x="11320" y="4357"/>
                  </a:lnTo>
                  <a:lnTo>
                    <a:pt x="10554" y="9741"/>
                  </a:lnTo>
                  <a:lnTo>
                    <a:pt x="2858" y="12046"/>
                  </a:lnTo>
                  <a:lnTo>
                    <a:pt x="2092" y="58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1" name="Forme libre : forme 489">
              <a:extLst>
                <a:ext uri="{FF2B5EF4-FFF2-40B4-BE49-F238E27FC236}">
                  <a16:creationId xmlns:a16="http://schemas.microsoft.com/office/drawing/2014/main" id="{3CAF821F-6B1D-62FD-FBE4-A74A97F3B728}"/>
                </a:ext>
              </a:extLst>
            </p:cNvPr>
            <p:cNvSpPr/>
            <p:nvPr/>
          </p:nvSpPr>
          <p:spPr>
            <a:xfrm>
              <a:off x="5253747" y="3998898"/>
              <a:ext cx="5383" cy="5383"/>
            </a:xfrm>
            <a:custGeom>
              <a:avLst/>
              <a:gdLst>
                <a:gd name="csX0" fmla="*/ 2098 w 5383"/>
                <a:gd name="csY0" fmla="*/ 2818 h 5383"/>
                <a:gd name="csX1" fmla="*/ 7481 w 5383"/>
                <a:gd name="csY1" fmla="*/ 1279 h 5383"/>
                <a:gd name="csX2" fmla="*/ 6715 w 5383"/>
                <a:gd name="csY2" fmla="*/ 6663 h 5383"/>
                <a:gd name="csX3" fmla="*/ 2098 w 5383"/>
                <a:gd name="csY3" fmla="*/ 2818 h 5383"/>
              </a:gdLst>
              <a:ahLst/>
              <a:cxnLst>
                <a:cxn ang="0">
                  <a:pos x="csX0" y="csY0"/>
                </a:cxn>
                <a:cxn ang="0">
                  <a:pos x="csX1" y="csY1"/>
                </a:cxn>
                <a:cxn ang="0">
                  <a:pos x="csX2" y="csY2"/>
                </a:cxn>
                <a:cxn ang="0">
                  <a:pos x="csX3" y="csY3"/>
                </a:cxn>
              </a:cxnLst>
              <a:rect l="l" t="t" r="r" b="b"/>
              <a:pathLst>
                <a:path w="5383" h="5383">
                  <a:moveTo>
                    <a:pt x="2098" y="2818"/>
                  </a:moveTo>
                  <a:lnTo>
                    <a:pt x="7481" y="1279"/>
                  </a:lnTo>
                  <a:lnTo>
                    <a:pt x="6715" y="6663"/>
                  </a:lnTo>
                  <a:lnTo>
                    <a:pt x="2098" y="281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2" name="Forme libre : forme 490">
              <a:extLst>
                <a:ext uri="{FF2B5EF4-FFF2-40B4-BE49-F238E27FC236}">
                  <a16:creationId xmlns:a16="http://schemas.microsoft.com/office/drawing/2014/main" id="{641B41D4-B952-8DBD-1222-CD85102DC3ED}"/>
                </a:ext>
              </a:extLst>
            </p:cNvPr>
            <p:cNvSpPr/>
            <p:nvPr/>
          </p:nvSpPr>
          <p:spPr>
            <a:xfrm rot="-3543076" flipV="1">
              <a:off x="5079219" y="4271723"/>
              <a:ext cx="7251" cy="9625"/>
            </a:xfrm>
            <a:custGeom>
              <a:avLst/>
              <a:gdLst>
                <a:gd name="csX0" fmla="*/ 1992 w 7251"/>
                <a:gd name="csY0" fmla="*/ 11072 h 9625"/>
                <a:gd name="csX1" fmla="*/ 6479 w 7251"/>
                <a:gd name="csY1" fmla="*/ 11072 h 9625"/>
                <a:gd name="csX2" fmla="*/ 9243 w 7251"/>
                <a:gd name="csY2" fmla="*/ 6454 h 9625"/>
                <a:gd name="csX3" fmla="*/ 6876 w 7251"/>
                <a:gd name="csY3" fmla="*/ 1446 h 9625"/>
                <a:gd name="csX4" fmla="*/ 1992 w 7251"/>
                <a:gd name="csY4" fmla="*/ 11072 h 9625"/>
              </a:gdLst>
              <a:ahLst/>
              <a:cxnLst>
                <a:cxn ang="0">
                  <a:pos x="csX0" y="csY0"/>
                </a:cxn>
                <a:cxn ang="0">
                  <a:pos x="csX1" y="csY1"/>
                </a:cxn>
                <a:cxn ang="0">
                  <a:pos x="csX2" y="csY2"/>
                </a:cxn>
                <a:cxn ang="0">
                  <a:pos x="csX3" y="csY3"/>
                </a:cxn>
                <a:cxn ang="0">
                  <a:pos x="csX4" y="csY4"/>
                </a:cxn>
              </a:cxnLst>
              <a:rect l="l" t="t" r="r" b="b"/>
              <a:pathLst>
                <a:path w="7251" h="9625">
                  <a:moveTo>
                    <a:pt x="1992" y="11072"/>
                  </a:moveTo>
                  <a:lnTo>
                    <a:pt x="6479" y="11072"/>
                  </a:lnTo>
                  <a:lnTo>
                    <a:pt x="9243" y="6454"/>
                  </a:lnTo>
                  <a:lnTo>
                    <a:pt x="6876" y="1446"/>
                  </a:lnTo>
                  <a:lnTo>
                    <a:pt x="1992" y="110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3" name="Forme libre : forme 491">
              <a:extLst>
                <a:ext uri="{FF2B5EF4-FFF2-40B4-BE49-F238E27FC236}">
                  <a16:creationId xmlns:a16="http://schemas.microsoft.com/office/drawing/2014/main" id="{E5380FD8-7CDF-2F71-ABE0-4F8AF61D5235}"/>
                </a:ext>
              </a:extLst>
            </p:cNvPr>
            <p:cNvSpPr/>
            <p:nvPr/>
          </p:nvSpPr>
          <p:spPr>
            <a:xfrm rot="-1591864" flipV="1">
              <a:off x="5097036" y="4306910"/>
              <a:ext cx="6546" cy="5848"/>
            </a:xfrm>
            <a:custGeom>
              <a:avLst/>
              <a:gdLst>
                <a:gd name="csX0" fmla="*/ 2002 w 6546"/>
                <a:gd name="csY0" fmla="*/ 7316 h 5848"/>
                <a:gd name="csX1" fmla="*/ 7167 w 6546"/>
                <a:gd name="csY1" fmla="*/ 7316 h 5848"/>
                <a:gd name="csX2" fmla="*/ 8549 w 6546"/>
                <a:gd name="csY2" fmla="*/ 1467 h 5848"/>
                <a:gd name="csX3" fmla="*/ 2009 w 6546"/>
                <a:gd name="csY3" fmla="*/ 2158 h 5848"/>
                <a:gd name="csX4" fmla="*/ 2002 w 6546"/>
                <a:gd name="csY4" fmla="*/ 7316 h 5848"/>
              </a:gdLst>
              <a:ahLst/>
              <a:cxnLst>
                <a:cxn ang="0">
                  <a:pos x="csX0" y="csY0"/>
                </a:cxn>
                <a:cxn ang="0">
                  <a:pos x="csX1" y="csY1"/>
                </a:cxn>
                <a:cxn ang="0">
                  <a:pos x="csX2" y="csY2"/>
                </a:cxn>
                <a:cxn ang="0">
                  <a:pos x="csX3" y="csY3"/>
                </a:cxn>
                <a:cxn ang="0">
                  <a:pos x="csX4" y="csY4"/>
                </a:cxn>
              </a:cxnLst>
              <a:rect l="l" t="t" r="r" b="b"/>
              <a:pathLst>
                <a:path w="6546" h="5848">
                  <a:moveTo>
                    <a:pt x="2002" y="7316"/>
                  </a:moveTo>
                  <a:lnTo>
                    <a:pt x="7167" y="7316"/>
                  </a:lnTo>
                  <a:lnTo>
                    <a:pt x="8549" y="1467"/>
                  </a:lnTo>
                  <a:lnTo>
                    <a:pt x="2009" y="2158"/>
                  </a:lnTo>
                  <a:lnTo>
                    <a:pt x="2002" y="73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4" name="Forme libre : forme 492">
              <a:extLst>
                <a:ext uri="{FF2B5EF4-FFF2-40B4-BE49-F238E27FC236}">
                  <a16:creationId xmlns:a16="http://schemas.microsoft.com/office/drawing/2014/main" id="{0B1858E3-485D-F17B-1134-21985959D6D9}"/>
                </a:ext>
              </a:extLst>
            </p:cNvPr>
            <p:cNvSpPr/>
            <p:nvPr/>
          </p:nvSpPr>
          <p:spPr>
            <a:xfrm rot="-1856924" flipV="1">
              <a:off x="5075777" y="4312699"/>
              <a:ext cx="6464" cy="6594"/>
            </a:xfrm>
            <a:custGeom>
              <a:avLst/>
              <a:gdLst>
                <a:gd name="csX0" fmla="*/ 1989 w 6464"/>
                <a:gd name="csY0" fmla="*/ 8065 h 6594"/>
                <a:gd name="csX1" fmla="*/ 6470 w 6464"/>
                <a:gd name="csY1" fmla="*/ 8065 h 6594"/>
                <a:gd name="csX2" fmla="*/ 8454 w 6464"/>
                <a:gd name="csY2" fmla="*/ 2394 h 6594"/>
                <a:gd name="csX3" fmla="*/ 2516 w 6464"/>
                <a:gd name="csY3" fmla="*/ 1471 h 6594"/>
                <a:gd name="csX4" fmla="*/ 1989 w 6464"/>
                <a:gd name="csY4" fmla="*/ 8065 h 6594"/>
              </a:gdLst>
              <a:ahLst/>
              <a:cxnLst>
                <a:cxn ang="0">
                  <a:pos x="csX0" y="csY0"/>
                </a:cxn>
                <a:cxn ang="0">
                  <a:pos x="csX1" y="csY1"/>
                </a:cxn>
                <a:cxn ang="0">
                  <a:pos x="csX2" y="csY2"/>
                </a:cxn>
                <a:cxn ang="0">
                  <a:pos x="csX3" y="csY3"/>
                </a:cxn>
                <a:cxn ang="0">
                  <a:pos x="csX4" y="csY4"/>
                </a:cxn>
              </a:cxnLst>
              <a:rect l="l" t="t" r="r" b="b"/>
              <a:pathLst>
                <a:path w="6464" h="6594">
                  <a:moveTo>
                    <a:pt x="1989" y="8065"/>
                  </a:moveTo>
                  <a:lnTo>
                    <a:pt x="6470" y="8065"/>
                  </a:lnTo>
                  <a:lnTo>
                    <a:pt x="8454" y="2394"/>
                  </a:lnTo>
                  <a:lnTo>
                    <a:pt x="2516" y="1471"/>
                  </a:lnTo>
                  <a:lnTo>
                    <a:pt x="1989" y="80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5" name="Forme libre : forme 493">
              <a:extLst>
                <a:ext uri="{FF2B5EF4-FFF2-40B4-BE49-F238E27FC236}">
                  <a16:creationId xmlns:a16="http://schemas.microsoft.com/office/drawing/2014/main" id="{978FC5E1-BC51-4A0B-2200-1FBF8B69F6DC}"/>
                </a:ext>
              </a:extLst>
            </p:cNvPr>
            <p:cNvSpPr/>
            <p:nvPr/>
          </p:nvSpPr>
          <p:spPr>
            <a:xfrm>
              <a:off x="6830707" y="2254849"/>
              <a:ext cx="2877678" cy="1365131"/>
            </a:xfrm>
            <a:custGeom>
              <a:avLst/>
              <a:gdLst>
                <a:gd name="csX0" fmla="*/ 2855665 w 2877678"/>
                <a:gd name="csY0" fmla="*/ 444805 h 1365131"/>
                <a:gd name="csX1" fmla="*/ 2829512 w 2877678"/>
                <a:gd name="csY1" fmla="*/ 426355 h 1365131"/>
                <a:gd name="csX2" fmla="*/ 2817212 w 2877678"/>
                <a:gd name="csY2" fmla="*/ 428202 h 1365131"/>
                <a:gd name="csX3" fmla="*/ 2804906 w 2877678"/>
                <a:gd name="csY3" fmla="*/ 425432 h 1365131"/>
                <a:gd name="csX4" fmla="*/ 2783370 w 2877678"/>
                <a:gd name="csY4" fmla="*/ 425432 h 1365131"/>
                <a:gd name="csX5" fmla="*/ 2787981 w 2877678"/>
                <a:gd name="csY5" fmla="*/ 434660 h 1365131"/>
                <a:gd name="csX6" fmla="*/ 2786442 w 2877678"/>
                <a:gd name="csY6" fmla="*/ 441118 h 1365131"/>
                <a:gd name="csX7" fmla="*/ 2792599 w 2877678"/>
                <a:gd name="csY7" fmla="*/ 445729 h 1365131"/>
                <a:gd name="csX8" fmla="*/ 2787981 w 2877678"/>
                <a:gd name="csY8" fmla="*/ 451263 h 1365131"/>
                <a:gd name="csX9" fmla="*/ 2767985 w 2877678"/>
                <a:gd name="csY9" fmla="*/ 438347 h 1365131"/>
                <a:gd name="csX10" fmla="*/ 2777214 w 2877678"/>
                <a:gd name="csY10" fmla="*/ 430966 h 1365131"/>
                <a:gd name="csX11" fmla="*/ 2774142 w 2877678"/>
                <a:gd name="csY11" fmla="*/ 418050 h 1365131"/>
                <a:gd name="csX12" fmla="*/ 2754146 w 2877678"/>
                <a:gd name="csY12" fmla="*/ 404218 h 1365131"/>
                <a:gd name="csX13" fmla="*/ 2743378 w 2877678"/>
                <a:gd name="csY13" fmla="*/ 406058 h 1365131"/>
                <a:gd name="csX14" fmla="*/ 2743378 w 2877678"/>
                <a:gd name="csY14" fmla="*/ 398684 h 1365131"/>
                <a:gd name="csX15" fmla="*/ 2732611 w 2877678"/>
                <a:gd name="csY15" fmla="*/ 396837 h 1365131"/>
                <a:gd name="csX16" fmla="*/ 2732611 w 2877678"/>
                <a:gd name="csY16" fmla="*/ 392226 h 1365131"/>
                <a:gd name="csX17" fmla="*/ 2718765 w 2877678"/>
                <a:gd name="csY17" fmla="*/ 389455 h 1365131"/>
                <a:gd name="csX18" fmla="*/ 2688001 w 2877678"/>
                <a:gd name="csY18" fmla="*/ 374699 h 1365131"/>
                <a:gd name="csX19" fmla="*/ 2688001 w 2877678"/>
                <a:gd name="csY19" fmla="*/ 370082 h 1365131"/>
                <a:gd name="csX20" fmla="*/ 2677234 w 2877678"/>
                <a:gd name="csY20" fmla="*/ 363624 h 1365131"/>
                <a:gd name="csX21" fmla="*/ 2663388 w 2877678"/>
                <a:gd name="csY21" fmla="*/ 363624 h 1365131"/>
                <a:gd name="csX22" fmla="*/ 2661855 w 2877678"/>
                <a:gd name="csY22" fmla="*/ 358097 h 1365131"/>
                <a:gd name="csX23" fmla="*/ 2641859 w 2877678"/>
                <a:gd name="csY23" fmla="*/ 346104 h 1365131"/>
                <a:gd name="csX24" fmla="*/ 2628013 w 2877678"/>
                <a:gd name="csY24" fmla="*/ 344257 h 1365131"/>
                <a:gd name="csX25" fmla="*/ 2612628 w 2877678"/>
                <a:gd name="csY25" fmla="*/ 336876 h 1365131"/>
                <a:gd name="csX26" fmla="*/ 2601861 w 2877678"/>
                <a:gd name="csY26" fmla="*/ 336876 h 1365131"/>
                <a:gd name="csX27" fmla="*/ 2575715 w 2877678"/>
                <a:gd name="csY27" fmla="*/ 328571 h 1365131"/>
                <a:gd name="csX28" fmla="*/ 2569558 w 2877678"/>
                <a:gd name="csY28" fmla="*/ 330418 h 1365131"/>
                <a:gd name="csX29" fmla="*/ 2560336 w 2877678"/>
                <a:gd name="csY29" fmla="*/ 327655 h 1365131"/>
                <a:gd name="csX30" fmla="*/ 2546490 w 2877678"/>
                <a:gd name="csY30" fmla="*/ 326731 h 1365131"/>
                <a:gd name="csX31" fmla="*/ 2529566 w 2877678"/>
                <a:gd name="csY31" fmla="*/ 324884 h 1365131"/>
                <a:gd name="csX32" fmla="*/ 2520337 w 2877678"/>
                <a:gd name="csY32" fmla="*/ 327655 h 1365131"/>
                <a:gd name="csX33" fmla="*/ 2508031 w 2877678"/>
                <a:gd name="csY33" fmla="*/ 325807 h 1365131"/>
                <a:gd name="csX34" fmla="*/ 2460349 w 2877678"/>
                <a:gd name="csY34" fmla="*/ 316579 h 1365131"/>
                <a:gd name="csX35" fmla="*/ 2454193 w 2877678"/>
                <a:gd name="csY35" fmla="*/ 323037 h 1365131"/>
                <a:gd name="csX36" fmla="*/ 2461889 w 2877678"/>
                <a:gd name="csY36" fmla="*/ 327648 h 1365131"/>
                <a:gd name="csX37" fmla="*/ 2457271 w 2877678"/>
                <a:gd name="csY37" fmla="*/ 331342 h 1365131"/>
                <a:gd name="csX38" fmla="*/ 2451121 w 2877678"/>
                <a:gd name="csY38" fmla="*/ 332265 h 1365131"/>
                <a:gd name="csX39" fmla="*/ 2448043 w 2877678"/>
                <a:gd name="csY39" fmla="*/ 336876 h 1365131"/>
                <a:gd name="csX40" fmla="*/ 2472656 w 2877678"/>
                <a:gd name="csY40" fmla="*/ 350708 h 1365131"/>
                <a:gd name="csX41" fmla="*/ 2468039 w 2877678"/>
                <a:gd name="csY41" fmla="*/ 363624 h 1365131"/>
                <a:gd name="csX42" fmla="*/ 2437275 w 2877678"/>
                <a:gd name="csY42" fmla="*/ 362707 h 1365131"/>
                <a:gd name="csX43" fmla="*/ 2434197 w 2877678"/>
                <a:gd name="csY43" fmla="*/ 352555 h 1365131"/>
                <a:gd name="csX44" fmla="*/ 2414201 w 2877678"/>
                <a:gd name="csY44" fmla="*/ 351632 h 1365131"/>
                <a:gd name="csX45" fmla="*/ 2404972 w 2877678"/>
                <a:gd name="csY45" fmla="*/ 336876 h 1365131"/>
                <a:gd name="csX46" fmla="*/ 2397283 w 2877678"/>
                <a:gd name="csY46" fmla="*/ 332258 h 1365131"/>
                <a:gd name="csX47" fmla="*/ 2383437 w 2877678"/>
                <a:gd name="csY47" fmla="*/ 342410 h 1365131"/>
                <a:gd name="csX48" fmla="*/ 2338827 w 2877678"/>
                <a:gd name="csY48" fmla="*/ 339640 h 1365131"/>
                <a:gd name="csX49" fmla="*/ 2318831 w 2877678"/>
                <a:gd name="csY49" fmla="*/ 331342 h 1365131"/>
                <a:gd name="csX50" fmla="*/ 2308064 w 2877678"/>
                <a:gd name="csY50" fmla="*/ 335029 h 1365131"/>
                <a:gd name="csX51" fmla="*/ 2294225 w 2877678"/>
                <a:gd name="csY51" fmla="*/ 332258 h 1365131"/>
                <a:gd name="csX52" fmla="*/ 2280379 w 2877678"/>
                <a:gd name="csY52" fmla="*/ 337793 h 1365131"/>
                <a:gd name="csX53" fmla="*/ 2272689 w 2877678"/>
                <a:gd name="csY53" fmla="*/ 336876 h 1365131"/>
                <a:gd name="csX54" fmla="*/ 2268072 w 2877678"/>
                <a:gd name="csY54" fmla="*/ 338716 h 1365131"/>
                <a:gd name="csX55" fmla="*/ 2260383 w 2877678"/>
                <a:gd name="csY55" fmla="*/ 337793 h 1365131"/>
                <a:gd name="csX56" fmla="*/ 2255765 w 2877678"/>
                <a:gd name="csY56" fmla="*/ 339640 h 1365131"/>
                <a:gd name="csX57" fmla="*/ 2251154 w 2877678"/>
                <a:gd name="csY57" fmla="*/ 335953 h 1365131"/>
                <a:gd name="csX58" fmla="*/ 2243458 w 2877678"/>
                <a:gd name="csY58" fmla="*/ 336876 h 1365131"/>
                <a:gd name="csX59" fmla="*/ 2229619 w 2877678"/>
                <a:gd name="csY59" fmla="*/ 331335 h 1365131"/>
                <a:gd name="csX60" fmla="*/ 2226541 w 2877678"/>
                <a:gd name="csY60" fmla="*/ 320266 h 1365131"/>
                <a:gd name="csX61" fmla="*/ 2235769 w 2877678"/>
                <a:gd name="csY61" fmla="*/ 311968 h 1365131"/>
                <a:gd name="csX62" fmla="*/ 2231158 w 2877678"/>
                <a:gd name="csY62" fmla="*/ 299053 h 1365131"/>
                <a:gd name="csX63" fmla="*/ 2205005 w 2877678"/>
                <a:gd name="csY63" fmla="*/ 284290 h 1365131"/>
                <a:gd name="csX64" fmla="*/ 2186549 w 2877678"/>
                <a:gd name="csY64" fmla="*/ 282450 h 1365131"/>
                <a:gd name="csX65" fmla="*/ 2166553 w 2877678"/>
                <a:gd name="csY65" fmla="*/ 277832 h 1365131"/>
                <a:gd name="csX66" fmla="*/ 2141939 w 2877678"/>
                <a:gd name="csY66" fmla="*/ 278756 h 1365131"/>
                <a:gd name="csX67" fmla="*/ 2105026 w 2877678"/>
                <a:gd name="csY67" fmla="*/ 289824 h 1365131"/>
                <a:gd name="csX68" fmla="*/ 2077333 w 2877678"/>
                <a:gd name="csY68" fmla="*/ 292595 h 1365131"/>
                <a:gd name="csX69" fmla="*/ 2061955 w 2877678"/>
                <a:gd name="csY69" fmla="*/ 287061 h 1365131"/>
                <a:gd name="csX70" fmla="*/ 2060416 w 2877678"/>
                <a:gd name="csY70" fmla="*/ 279679 h 1365131"/>
                <a:gd name="csX71" fmla="*/ 2043498 w 2877678"/>
                <a:gd name="csY71" fmla="*/ 269534 h 1365131"/>
                <a:gd name="csX72" fmla="*/ 2020424 w 2877678"/>
                <a:gd name="csY72" fmla="*/ 260306 h 1365131"/>
                <a:gd name="csX73" fmla="*/ 2000428 w 2877678"/>
                <a:gd name="csY73" fmla="*/ 256619 h 1365131"/>
                <a:gd name="csX74" fmla="*/ 1998889 w 2877678"/>
                <a:gd name="csY74" fmla="*/ 250161 h 1365131"/>
                <a:gd name="csX75" fmla="*/ 2008117 w 2877678"/>
                <a:gd name="csY75" fmla="*/ 251084 h 1365131"/>
                <a:gd name="csX76" fmla="*/ 2017345 w 2877678"/>
                <a:gd name="csY76" fmla="*/ 252924 h 1365131"/>
                <a:gd name="csX77" fmla="*/ 2018885 w 2877678"/>
                <a:gd name="csY77" fmla="*/ 240932 h 1365131"/>
                <a:gd name="csX78" fmla="*/ 2009656 w 2877678"/>
                <a:gd name="csY78" fmla="*/ 240016 h 1365131"/>
                <a:gd name="csX79" fmla="*/ 1992739 w 2877678"/>
                <a:gd name="csY79" fmla="*/ 232634 h 1365131"/>
                <a:gd name="csX80" fmla="*/ 1958897 w 2877678"/>
                <a:gd name="csY80" fmla="*/ 232634 h 1365131"/>
                <a:gd name="csX81" fmla="*/ 1948129 w 2877678"/>
                <a:gd name="csY81" fmla="*/ 246473 h 1365131"/>
                <a:gd name="csX82" fmla="*/ 1929672 w 2877678"/>
                <a:gd name="csY82" fmla="*/ 254771 h 1365131"/>
                <a:gd name="csX83" fmla="*/ 1906598 w 2877678"/>
                <a:gd name="csY83" fmla="*/ 259382 h 1365131"/>
                <a:gd name="csX84" fmla="*/ 1903519 w 2877678"/>
                <a:gd name="csY84" fmla="*/ 247390 h 1365131"/>
                <a:gd name="csX85" fmla="*/ 1918905 w 2877678"/>
                <a:gd name="csY85" fmla="*/ 247390 h 1365131"/>
                <a:gd name="csX86" fmla="*/ 1921976 w 2877678"/>
                <a:gd name="csY86" fmla="*/ 237245 h 1365131"/>
                <a:gd name="csX87" fmla="*/ 1895830 w 2877678"/>
                <a:gd name="csY87" fmla="*/ 239092 h 1365131"/>
                <a:gd name="csX88" fmla="*/ 1889680 w 2877678"/>
                <a:gd name="csY88" fmla="*/ 234481 h 1365131"/>
                <a:gd name="csX89" fmla="*/ 1898902 w 2877678"/>
                <a:gd name="csY89" fmla="*/ 227100 h 1365131"/>
                <a:gd name="csX90" fmla="*/ 1918905 w 2877678"/>
                <a:gd name="csY90" fmla="*/ 227100 h 1365131"/>
                <a:gd name="csX91" fmla="*/ 1938901 w 2877678"/>
                <a:gd name="csY91" fmla="*/ 229864 h 1365131"/>
                <a:gd name="csX92" fmla="*/ 1898902 w 2877678"/>
                <a:gd name="csY92" fmla="*/ 217878 h 1365131"/>
                <a:gd name="csX93" fmla="*/ 1877374 w 2877678"/>
                <a:gd name="csY93" fmla="*/ 216031 h 1365131"/>
                <a:gd name="csX94" fmla="*/ 1849682 w 2877678"/>
                <a:gd name="csY94" fmla="*/ 212337 h 1365131"/>
                <a:gd name="csX95" fmla="*/ 1832764 w 2877678"/>
                <a:gd name="csY95" fmla="*/ 213261 h 1365131"/>
                <a:gd name="csX96" fmla="*/ 1829686 w 2877678"/>
                <a:gd name="csY96" fmla="*/ 208650 h 1365131"/>
                <a:gd name="csX97" fmla="*/ 1823536 w 2877678"/>
                <a:gd name="csY97" fmla="*/ 206803 h 1365131"/>
                <a:gd name="csX98" fmla="*/ 1820457 w 2877678"/>
                <a:gd name="csY98" fmla="*/ 211414 h 1365131"/>
                <a:gd name="csX99" fmla="*/ 1825075 w 2877678"/>
                <a:gd name="csY99" fmla="*/ 216025 h 1365131"/>
                <a:gd name="csX100" fmla="*/ 1808150 w 2877678"/>
                <a:gd name="csY100" fmla="*/ 224329 h 1365131"/>
                <a:gd name="csX101" fmla="*/ 1795844 w 2877678"/>
                <a:gd name="csY101" fmla="*/ 225253 h 1365131"/>
                <a:gd name="csX102" fmla="*/ 1786615 w 2877678"/>
                <a:gd name="csY102" fmla="*/ 223406 h 1365131"/>
                <a:gd name="csX103" fmla="*/ 1783544 w 2877678"/>
                <a:gd name="csY103" fmla="*/ 233558 h 1365131"/>
                <a:gd name="csX104" fmla="*/ 1803540 w 2877678"/>
                <a:gd name="csY104" fmla="*/ 232634 h 1365131"/>
                <a:gd name="csX105" fmla="*/ 1797383 w 2877678"/>
                <a:gd name="csY105" fmla="*/ 238169 h 1365131"/>
                <a:gd name="csX106" fmla="*/ 1795844 w 2877678"/>
                <a:gd name="csY106" fmla="*/ 252001 h 1365131"/>
                <a:gd name="csX107" fmla="*/ 1803540 w 2877678"/>
                <a:gd name="csY107" fmla="*/ 263076 h 1365131"/>
                <a:gd name="csX108" fmla="*/ 1783537 w 2877678"/>
                <a:gd name="csY108" fmla="*/ 266764 h 1365131"/>
                <a:gd name="csX109" fmla="*/ 1782004 w 2877678"/>
                <a:gd name="csY109" fmla="*/ 260306 h 1365131"/>
                <a:gd name="csX110" fmla="*/ 1771237 w 2877678"/>
                <a:gd name="csY110" fmla="*/ 257535 h 1365131"/>
                <a:gd name="csX111" fmla="*/ 1763541 w 2877678"/>
                <a:gd name="csY111" fmla="*/ 263993 h 1365131"/>
                <a:gd name="csX112" fmla="*/ 1760462 w 2877678"/>
                <a:gd name="csY112" fmla="*/ 274138 h 1365131"/>
                <a:gd name="csX113" fmla="*/ 1749702 w 2877678"/>
                <a:gd name="csY113" fmla="*/ 275062 h 1365131"/>
                <a:gd name="csX114" fmla="*/ 1731238 w 2877678"/>
                <a:gd name="csY114" fmla="*/ 263069 h 1365131"/>
                <a:gd name="csX115" fmla="*/ 1705092 w 2877678"/>
                <a:gd name="csY115" fmla="*/ 260306 h 1365131"/>
                <a:gd name="csX116" fmla="*/ 1683557 w 2877678"/>
                <a:gd name="csY116" fmla="*/ 268604 h 1365131"/>
                <a:gd name="csX117" fmla="*/ 1666632 w 2877678"/>
                <a:gd name="csY117" fmla="*/ 267687 h 1365131"/>
                <a:gd name="csX118" fmla="*/ 1648176 w 2877678"/>
                <a:gd name="csY118" fmla="*/ 255695 h 1365131"/>
                <a:gd name="csX119" fmla="*/ 1642026 w 2877678"/>
                <a:gd name="csY119" fmla="*/ 248314 h 1365131"/>
                <a:gd name="csX120" fmla="*/ 1629719 w 2877678"/>
                <a:gd name="csY120" fmla="*/ 263069 h 1365131"/>
                <a:gd name="csX121" fmla="*/ 1622030 w 2877678"/>
                <a:gd name="csY121" fmla="*/ 285213 h 1365131"/>
                <a:gd name="csX122" fmla="*/ 1612794 w 2877678"/>
                <a:gd name="csY122" fmla="*/ 293512 h 1365131"/>
                <a:gd name="csX123" fmla="*/ 1566652 w 2877678"/>
                <a:gd name="csY123" fmla="*/ 267687 h 1365131"/>
                <a:gd name="csX124" fmla="*/ 1563574 w 2877678"/>
                <a:gd name="csY124" fmla="*/ 259382 h 1365131"/>
                <a:gd name="csX125" fmla="*/ 1569731 w 2877678"/>
                <a:gd name="csY125" fmla="*/ 255688 h 1365131"/>
                <a:gd name="csX126" fmla="*/ 1562035 w 2877678"/>
                <a:gd name="csY126" fmla="*/ 248314 h 1365131"/>
                <a:gd name="csX127" fmla="*/ 1555885 w 2877678"/>
                <a:gd name="csY127" fmla="*/ 252001 h 1365131"/>
                <a:gd name="csX128" fmla="*/ 1546656 w 2877678"/>
                <a:gd name="csY128" fmla="*/ 245543 h 1365131"/>
                <a:gd name="csX129" fmla="*/ 1545117 w 2877678"/>
                <a:gd name="csY129" fmla="*/ 236322 h 1365131"/>
                <a:gd name="csX130" fmla="*/ 1560502 w 2877678"/>
                <a:gd name="csY130" fmla="*/ 240932 h 1365131"/>
                <a:gd name="csX131" fmla="*/ 1569731 w 2877678"/>
                <a:gd name="csY131" fmla="*/ 241856 h 1365131"/>
                <a:gd name="csX132" fmla="*/ 1571270 w 2877678"/>
                <a:gd name="csY132" fmla="*/ 229864 h 1365131"/>
                <a:gd name="csX133" fmla="*/ 1554346 w 2877678"/>
                <a:gd name="csY133" fmla="*/ 227093 h 1365131"/>
                <a:gd name="csX134" fmla="*/ 1548196 w 2877678"/>
                <a:gd name="csY134" fmla="*/ 224329 h 1365131"/>
                <a:gd name="csX135" fmla="*/ 1548196 w 2877678"/>
                <a:gd name="csY135" fmla="*/ 219712 h 1365131"/>
                <a:gd name="csX136" fmla="*/ 1563574 w 2877678"/>
                <a:gd name="csY136" fmla="*/ 222482 h 1365131"/>
                <a:gd name="csX137" fmla="*/ 1572809 w 2877678"/>
                <a:gd name="csY137" fmla="*/ 215101 h 1365131"/>
                <a:gd name="csX138" fmla="*/ 1560502 w 2877678"/>
                <a:gd name="csY138" fmla="*/ 210490 h 1365131"/>
                <a:gd name="csX139" fmla="*/ 1560502 w 2877678"/>
                <a:gd name="csY139" fmla="*/ 203109 h 1365131"/>
                <a:gd name="csX140" fmla="*/ 1538967 w 2877678"/>
                <a:gd name="csY140" fmla="*/ 182819 h 1365131"/>
                <a:gd name="csX141" fmla="*/ 1528200 w 2877678"/>
                <a:gd name="csY141" fmla="*/ 180972 h 1365131"/>
                <a:gd name="csX142" fmla="*/ 1514354 w 2877678"/>
                <a:gd name="csY142" fmla="*/ 188353 h 1365131"/>
                <a:gd name="csX143" fmla="*/ 1500514 w 2877678"/>
                <a:gd name="csY143" fmla="*/ 179131 h 1365131"/>
                <a:gd name="csX144" fmla="*/ 1488208 w 2877678"/>
                <a:gd name="csY144" fmla="*/ 183742 h 1365131"/>
                <a:gd name="csX145" fmla="*/ 1477440 w 2877678"/>
                <a:gd name="csY145" fmla="*/ 178208 h 1365131"/>
                <a:gd name="csX146" fmla="*/ 1478979 w 2877678"/>
                <a:gd name="csY146" fmla="*/ 172667 h 1365131"/>
                <a:gd name="csX147" fmla="*/ 1457444 w 2877678"/>
                <a:gd name="csY147" fmla="*/ 168980 h 1365131"/>
                <a:gd name="csX148" fmla="*/ 1451287 w 2877678"/>
                <a:gd name="csY148" fmla="*/ 171750 h 1365131"/>
                <a:gd name="csX149" fmla="*/ 1443598 w 2877678"/>
                <a:gd name="csY149" fmla="*/ 169903 h 1365131"/>
                <a:gd name="csX150" fmla="*/ 1438987 w 2877678"/>
                <a:gd name="csY150" fmla="*/ 173590 h 1365131"/>
                <a:gd name="csX151" fmla="*/ 1440520 w 2877678"/>
                <a:gd name="csY151" fmla="*/ 180972 h 1365131"/>
                <a:gd name="csX152" fmla="*/ 1445137 w 2877678"/>
                <a:gd name="csY152" fmla="*/ 185582 h 1365131"/>
                <a:gd name="csX153" fmla="*/ 1445137 w 2877678"/>
                <a:gd name="csY153" fmla="*/ 197575 h 1365131"/>
                <a:gd name="csX154" fmla="*/ 1434370 w 2877678"/>
                <a:gd name="csY154" fmla="*/ 199422 h 1365131"/>
                <a:gd name="csX155" fmla="*/ 1426681 w 2877678"/>
                <a:gd name="csY155" fmla="*/ 199422 h 1365131"/>
                <a:gd name="csX156" fmla="*/ 1418984 w 2877678"/>
                <a:gd name="csY156" fmla="*/ 205879 h 1365131"/>
                <a:gd name="csX157" fmla="*/ 1405145 w 2877678"/>
                <a:gd name="csY157" fmla="*/ 205879 h 1365131"/>
                <a:gd name="csX158" fmla="*/ 1386689 w 2877678"/>
                <a:gd name="csY158" fmla="*/ 201269 h 1365131"/>
                <a:gd name="csX159" fmla="*/ 1374382 w 2877678"/>
                <a:gd name="csY159" fmla="*/ 200345 h 1365131"/>
                <a:gd name="csX160" fmla="*/ 1368225 w 2877678"/>
                <a:gd name="csY160" fmla="*/ 203109 h 1365131"/>
                <a:gd name="csX161" fmla="*/ 1325154 w 2877678"/>
                <a:gd name="csY161" fmla="*/ 192040 h 1365131"/>
                <a:gd name="csX162" fmla="*/ 1326694 w 2877678"/>
                <a:gd name="csY162" fmla="*/ 183735 h 1365131"/>
                <a:gd name="csX163" fmla="*/ 1332851 w 2877678"/>
                <a:gd name="csY163" fmla="*/ 181895 h 1365131"/>
                <a:gd name="csX164" fmla="*/ 1345151 w 2877678"/>
                <a:gd name="csY164" fmla="*/ 180972 h 1365131"/>
                <a:gd name="csX165" fmla="*/ 1342079 w 2877678"/>
                <a:gd name="csY165" fmla="*/ 176361 h 1365131"/>
                <a:gd name="csX166" fmla="*/ 1322083 w 2877678"/>
                <a:gd name="csY166" fmla="*/ 174514 h 1365131"/>
                <a:gd name="csX167" fmla="*/ 1286702 w 2877678"/>
                <a:gd name="csY167" fmla="*/ 172667 h 1365131"/>
                <a:gd name="csX168" fmla="*/ 1269784 w 2877678"/>
                <a:gd name="csY168" fmla="*/ 169903 h 1365131"/>
                <a:gd name="csX169" fmla="*/ 1232864 w 2877678"/>
                <a:gd name="csY169" fmla="*/ 177278 h 1365131"/>
                <a:gd name="csX170" fmla="*/ 1231325 w 2877678"/>
                <a:gd name="csY170" fmla="*/ 184659 h 1365131"/>
                <a:gd name="csX171" fmla="*/ 1219025 w 2877678"/>
                <a:gd name="csY171" fmla="*/ 186506 h 1365131"/>
                <a:gd name="csX172" fmla="*/ 1215946 w 2877678"/>
                <a:gd name="csY172" fmla="*/ 180048 h 1365131"/>
                <a:gd name="csX173" fmla="*/ 1223635 w 2877678"/>
                <a:gd name="csY173" fmla="*/ 175437 h 1365131"/>
                <a:gd name="csX174" fmla="*/ 1228253 w 2877678"/>
                <a:gd name="csY174" fmla="*/ 168056 h 1365131"/>
                <a:gd name="csX175" fmla="*/ 1222096 w 2877678"/>
                <a:gd name="csY175" fmla="*/ 162522 h 1365131"/>
                <a:gd name="csX176" fmla="*/ 1211329 w 2877678"/>
                <a:gd name="csY176" fmla="*/ 159751 h 1365131"/>
                <a:gd name="csX177" fmla="*/ 1211329 w 2877678"/>
                <a:gd name="csY177" fmla="*/ 169903 h 1365131"/>
                <a:gd name="csX178" fmla="*/ 1197489 w 2877678"/>
                <a:gd name="csY178" fmla="*/ 170820 h 1365131"/>
                <a:gd name="csX179" fmla="*/ 1177487 w 2877678"/>
                <a:gd name="csY179" fmla="*/ 167133 h 1365131"/>
                <a:gd name="csX180" fmla="*/ 1179026 w 2877678"/>
                <a:gd name="csY180" fmla="*/ 156987 h 1365131"/>
                <a:gd name="csX181" fmla="*/ 1162108 w 2877678"/>
                <a:gd name="csY181" fmla="*/ 158834 h 1365131"/>
                <a:gd name="csX182" fmla="*/ 1151341 w 2877678"/>
                <a:gd name="csY182" fmla="*/ 156987 h 1365131"/>
                <a:gd name="csX183" fmla="*/ 1139034 w 2877678"/>
                <a:gd name="csY183" fmla="*/ 165285 h 1365131"/>
                <a:gd name="csX184" fmla="*/ 1142112 w 2877678"/>
                <a:gd name="csY184" fmla="*/ 170820 h 1365131"/>
                <a:gd name="csX185" fmla="*/ 1152880 w 2877678"/>
                <a:gd name="csY185" fmla="*/ 170820 h 1365131"/>
                <a:gd name="csX186" fmla="*/ 1163647 w 2877678"/>
                <a:gd name="csY186" fmla="*/ 168980 h 1365131"/>
                <a:gd name="csX187" fmla="*/ 1146723 w 2877678"/>
                <a:gd name="csY187" fmla="*/ 183735 h 1365131"/>
                <a:gd name="csX188" fmla="*/ 1132877 w 2877678"/>
                <a:gd name="csY188" fmla="*/ 182812 h 1365131"/>
                <a:gd name="csX189" fmla="*/ 1126727 w 2877678"/>
                <a:gd name="csY189" fmla="*/ 186506 h 1365131"/>
                <a:gd name="csX190" fmla="*/ 1115959 w 2877678"/>
                <a:gd name="csY190" fmla="*/ 186506 h 1365131"/>
                <a:gd name="csX191" fmla="*/ 1105192 w 2877678"/>
                <a:gd name="csY191" fmla="*/ 192040 h 1365131"/>
                <a:gd name="csX192" fmla="*/ 1102113 w 2877678"/>
                <a:gd name="csY192" fmla="*/ 196651 h 1365131"/>
                <a:gd name="csX193" fmla="*/ 1077507 w 2877678"/>
                <a:gd name="csY193" fmla="*/ 197575 h 1365131"/>
                <a:gd name="csX194" fmla="*/ 1074428 w 2877678"/>
                <a:gd name="csY194" fmla="*/ 205873 h 1365131"/>
                <a:gd name="csX195" fmla="*/ 1054432 w 2877678"/>
                <a:gd name="csY195" fmla="*/ 214177 h 1365131"/>
                <a:gd name="csX196" fmla="*/ 1040586 w 2877678"/>
                <a:gd name="csY196" fmla="*/ 215101 h 1365131"/>
                <a:gd name="csX197" fmla="*/ 1059043 w 2877678"/>
                <a:gd name="csY197" fmla="*/ 204032 h 1365131"/>
                <a:gd name="csX198" fmla="*/ 1059043 w 2877678"/>
                <a:gd name="csY198" fmla="*/ 192040 h 1365131"/>
                <a:gd name="csX199" fmla="*/ 1068278 w 2877678"/>
                <a:gd name="csY199" fmla="*/ 187423 h 1365131"/>
                <a:gd name="csX200" fmla="*/ 1077507 w 2877678"/>
                <a:gd name="csY200" fmla="*/ 187423 h 1365131"/>
                <a:gd name="csX201" fmla="*/ 1079046 w 2877678"/>
                <a:gd name="csY201" fmla="*/ 177278 h 1365131"/>
                <a:gd name="csX202" fmla="*/ 1089813 w 2877678"/>
                <a:gd name="csY202" fmla="*/ 173590 h 1365131"/>
                <a:gd name="csX203" fmla="*/ 1102113 w 2877678"/>
                <a:gd name="csY203" fmla="*/ 173590 h 1365131"/>
                <a:gd name="csX204" fmla="*/ 1115959 w 2877678"/>
                <a:gd name="csY204" fmla="*/ 159751 h 1365131"/>
                <a:gd name="csX205" fmla="*/ 1135955 w 2877678"/>
                <a:gd name="csY205" fmla="*/ 150530 h 1365131"/>
                <a:gd name="csX206" fmla="*/ 1145191 w 2877678"/>
                <a:gd name="csY206" fmla="*/ 149606 h 1365131"/>
                <a:gd name="csX207" fmla="*/ 1146723 w 2877678"/>
                <a:gd name="csY207" fmla="*/ 142225 h 1365131"/>
                <a:gd name="csX208" fmla="*/ 1175954 w 2877678"/>
                <a:gd name="csY208" fmla="*/ 125622 h 1365131"/>
                <a:gd name="csX209" fmla="*/ 1192872 w 2877678"/>
                <a:gd name="csY209" fmla="*/ 125622 h 1365131"/>
                <a:gd name="csX210" fmla="*/ 1194411 w 2877678"/>
                <a:gd name="csY210" fmla="*/ 116400 h 1365131"/>
                <a:gd name="csX211" fmla="*/ 1215946 w 2877678"/>
                <a:gd name="csY211" fmla="*/ 104408 h 1365131"/>
                <a:gd name="csX212" fmla="*/ 1225175 w 2877678"/>
                <a:gd name="csY212" fmla="*/ 92642 h 1365131"/>
                <a:gd name="csX213" fmla="*/ 1203639 w 2877678"/>
                <a:gd name="csY213" fmla="*/ 83981 h 1365131"/>
                <a:gd name="csX214" fmla="*/ 1199029 w 2877678"/>
                <a:gd name="csY214" fmla="*/ 78645 h 1365131"/>
                <a:gd name="csX215" fmla="*/ 1200568 w 2877678"/>
                <a:gd name="csY215" fmla="*/ 75984 h 1365131"/>
                <a:gd name="csX216" fmla="*/ 1205179 w 2877678"/>
                <a:gd name="csY216" fmla="*/ 75984 h 1365131"/>
                <a:gd name="csX217" fmla="*/ 1214407 w 2877678"/>
                <a:gd name="csY217" fmla="*/ 81984 h 1365131"/>
                <a:gd name="csX218" fmla="*/ 1231325 w 2877678"/>
                <a:gd name="csY218" fmla="*/ 85979 h 1365131"/>
                <a:gd name="csX219" fmla="*/ 1231325 w 2877678"/>
                <a:gd name="csY219" fmla="*/ 73316 h 1365131"/>
                <a:gd name="csX220" fmla="*/ 1223635 w 2877678"/>
                <a:gd name="csY220" fmla="*/ 71982 h 1365131"/>
                <a:gd name="csX221" fmla="*/ 1225175 w 2877678"/>
                <a:gd name="csY221" fmla="*/ 59983 h 1365131"/>
                <a:gd name="csX222" fmla="*/ 1217485 w 2877678"/>
                <a:gd name="csY222" fmla="*/ 58656 h 1365131"/>
                <a:gd name="csX223" fmla="*/ 1205179 w 2877678"/>
                <a:gd name="csY223" fmla="*/ 66653 h 1365131"/>
                <a:gd name="csX224" fmla="*/ 1200568 w 2877678"/>
                <a:gd name="csY224" fmla="*/ 65319 h 1365131"/>
                <a:gd name="csX225" fmla="*/ 1205179 w 2877678"/>
                <a:gd name="csY225" fmla="*/ 57986 h 1365131"/>
                <a:gd name="csX226" fmla="*/ 1182104 w 2877678"/>
                <a:gd name="csY226" fmla="*/ 46657 h 1365131"/>
                <a:gd name="csX227" fmla="*/ 1171337 w 2877678"/>
                <a:gd name="csY227" fmla="*/ 45323 h 1365131"/>
                <a:gd name="csX228" fmla="*/ 1165187 w 2877678"/>
                <a:gd name="csY228" fmla="*/ 41992 h 1365131"/>
                <a:gd name="csX229" fmla="*/ 1102120 w 2877678"/>
                <a:gd name="csY229" fmla="*/ 44660 h 1365131"/>
                <a:gd name="csX230" fmla="*/ 1097503 w 2877678"/>
                <a:gd name="csY230" fmla="*/ 49989 h 1365131"/>
                <a:gd name="csX231" fmla="*/ 1077507 w 2877678"/>
                <a:gd name="csY231" fmla="*/ 51986 h 1365131"/>
                <a:gd name="csX232" fmla="*/ 1065200 w 2877678"/>
                <a:gd name="csY232" fmla="*/ 47991 h 1365131"/>
                <a:gd name="csX233" fmla="*/ 1082124 w 2877678"/>
                <a:gd name="csY233" fmla="*/ 41328 h 1365131"/>
                <a:gd name="csX234" fmla="*/ 1085203 w 2877678"/>
                <a:gd name="csY234" fmla="*/ 31997 h 1365131"/>
                <a:gd name="csX235" fmla="*/ 1069818 w 2877678"/>
                <a:gd name="csY235" fmla="*/ 29329 h 1365131"/>
                <a:gd name="csX236" fmla="*/ 1059050 w 2877678"/>
                <a:gd name="csY236" fmla="*/ 33995 h 1365131"/>
                <a:gd name="csX237" fmla="*/ 1049822 w 2877678"/>
                <a:gd name="csY237" fmla="*/ 33324 h 1365131"/>
                <a:gd name="csX238" fmla="*/ 1049822 w 2877678"/>
                <a:gd name="csY238" fmla="*/ 27332 h 1365131"/>
                <a:gd name="csX239" fmla="*/ 1026747 w 2877678"/>
                <a:gd name="csY239" fmla="*/ 26661 h 1365131"/>
                <a:gd name="csX240" fmla="*/ 1026747 w 2877678"/>
                <a:gd name="csY240" fmla="*/ 23330 h 1365131"/>
                <a:gd name="csX241" fmla="*/ 1052900 w 2877678"/>
                <a:gd name="csY241" fmla="*/ 21332 h 1365131"/>
                <a:gd name="csX242" fmla="*/ 1063667 w 2877678"/>
                <a:gd name="csY242" fmla="*/ 12665 h 1365131"/>
                <a:gd name="csX243" fmla="*/ 1055978 w 2877678"/>
                <a:gd name="csY243" fmla="*/ 6002 h 1365131"/>
                <a:gd name="csX244" fmla="*/ 1042132 w 2877678"/>
                <a:gd name="csY244" fmla="*/ 6665 h 1365131"/>
                <a:gd name="csX245" fmla="*/ 1019058 w 2877678"/>
                <a:gd name="csY245" fmla="*/ 666 h 1365131"/>
                <a:gd name="csX246" fmla="*/ 989833 w 2877678"/>
                <a:gd name="csY246" fmla="*/ 7999 h 1365131"/>
                <a:gd name="csX247" fmla="*/ 983677 w 2877678"/>
                <a:gd name="csY247" fmla="*/ 12665 h 1365131"/>
                <a:gd name="csX248" fmla="*/ 963681 w 2877678"/>
                <a:gd name="csY248" fmla="*/ 21996 h 1365131"/>
                <a:gd name="csX249" fmla="*/ 962141 w 2877678"/>
                <a:gd name="csY249" fmla="*/ 28659 h 1365131"/>
                <a:gd name="csX250" fmla="*/ 949841 w 2877678"/>
                <a:gd name="csY250" fmla="*/ 33995 h 1365131"/>
                <a:gd name="csX251" fmla="*/ 954452 w 2877678"/>
                <a:gd name="csY251" fmla="*/ 40658 h 1365131"/>
                <a:gd name="csX252" fmla="*/ 962141 w 2877678"/>
                <a:gd name="csY252" fmla="*/ 43326 h 1365131"/>
                <a:gd name="csX253" fmla="*/ 955991 w 2877678"/>
                <a:gd name="csY253" fmla="*/ 44653 h 1365131"/>
                <a:gd name="csX254" fmla="*/ 962141 w 2877678"/>
                <a:gd name="csY254" fmla="*/ 50652 h 1365131"/>
                <a:gd name="csX255" fmla="*/ 974448 w 2877678"/>
                <a:gd name="csY255" fmla="*/ 51323 h 1365131"/>
                <a:gd name="csX256" fmla="*/ 985216 w 2877678"/>
                <a:gd name="csY256" fmla="*/ 54654 h 1365131"/>
                <a:gd name="csX257" fmla="*/ 1009829 w 2877678"/>
                <a:gd name="csY257" fmla="*/ 52657 h 1365131"/>
                <a:gd name="csX258" fmla="*/ 1012901 w 2877678"/>
                <a:gd name="csY258" fmla="*/ 55318 h 1365131"/>
                <a:gd name="csX259" fmla="*/ 991366 w 2877678"/>
                <a:gd name="csY259" fmla="*/ 58649 h 1365131"/>
                <a:gd name="csX260" fmla="*/ 971370 w 2877678"/>
                <a:gd name="csY260" fmla="*/ 55988 h 1365131"/>
                <a:gd name="csX261" fmla="*/ 960602 w 2877678"/>
                <a:gd name="csY261" fmla="*/ 54654 h 1365131"/>
                <a:gd name="csX262" fmla="*/ 946763 w 2877678"/>
                <a:gd name="csY262" fmla="*/ 51986 h 1365131"/>
                <a:gd name="csX263" fmla="*/ 926760 w 2877678"/>
                <a:gd name="csY263" fmla="*/ 53984 h 1365131"/>
                <a:gd name="csX264" fmla="*/ 911382 w 2877678"/>
                <a:gd name="csY264" fmla="*/ 49989 h 1365131"/>
                <a:gd name="csX265" fmla="*/ 906771 w 2877678"/>
                <a:gd name="csY265" fmla="*/ 52650 h 1365131"/>
                <a:gd name="csX266" fmla="*/ 912921 w 2877678"/>
                <a:gd name="csY266" fmla="*/ 55988 h 1365131"/>
                <a:gd name="csX267" fmla="*/ 934456 w 2877678"/>
                <a:gd name="csY267" fmla="*/ 63985 h 1365131"/>
                <a:gd name="csX268" fmla="*/ 939067 w 2877678"/>
                <a:gd name="csY268" fmla="*/ 69314 h 1365131"/>
                <a:gd name="csX269" fmla="*/ 935995 w 2877678"/>
                <a:gd name="csY269" fmla="*/ 78645 h 1365131"/>
                <a:gd name="csX270" fmla="*/ 919071 w 2877678"/>
                <a:gd name="csY270" fmla="*/ 81977 h 1365131"/>
                <a:gd name="csX271" fmla="*/ 914460 w 2877678"/>
                <a:gd name="csY271" fmla="*/ 74650 h 1365131"/>
                <a:gd name="csX272" fmla="*/ 923689 w 2877678"/>
                <a:gd name="csY272" fmla="*/ 68651 h 1365131"/>
                <a:gd name="csX273" fmla="*/ 902154 w 2877678"/>
                <a:gd name="csY273" fmla="*/ 61317 h 1365131"/>
                <a:gd name="csX274" fmla="*/ 891386 w 2877678"/>
                <a:gd name="csY274" fmla="*/ 65312 h 1365131"/>
                <a:gd name="csX275" fmla="*/ 882158 w 2877678"/>
                <a:gd name="csY275" fmla="*/ 71312 h 1365131"/>
                <a:gd name="csX276" fmla="*/ 859083 w 2877678"/>
                <a:gd name="csY276" fmla="*/ 78645 h 1365131"/>
                <a:gd name="csX277" fmla="*/ 859083 w 2877678"/>
                <a:gd name="csY277" fmla="*/ 73316 h 1365131"/>
                <a:gd name="csX278" fmla="*/ 848315 w 2877678"/>
                <a:gd name="csY278" fmla="*/ 73980 h 1365131"/>
                <a:gd name="csX279" fmla="*/ 839087 w 2877678"/>
                <a:gd name="csY279" fmla="*/ 78645 h 1365131"/>
                <a:gd name="csX280" fmla="*/ 832930 w 2877678"/>
                <a:gd name="csY280" fmla="*/ 77311 h 1365131"/>
                <a:gd name="csX281" fmla="*/ 846776 w 2877678"/>
                <a:gd name="csY281" fmla="*/ 69314 h 1365131"/>
                <a:gd name="csX282" fmla="*/ 823709 w 2877678"/>
                <a:gd name="csY282" fmla="*/ 65312 h 1365131"/>
                <a:gd name="csX283" fmla="*/ 809863 w 2877678"/>
                <a:gd name="csY283" fmla="*/ 67317 h 1365131"/>
                <a:gd name="csX284" fmla="*/ 785249 w 2877678"/>
                <a:gd name="csY284" fmla="*/ 67980 h 1365131"/>
                <a:gd name="csX285" fmla="*/ 774481 w 2877678"/>
                <a:gd name="csY285" fmla="*/ 70648 h 1365131"/>
                <a:gd name="csX286" fmla="*/ 779099 w 2877678"/>
                <a:gd name="csY286" fmla="*/ 74650 h 1365131"/>
                <a:gd name="csX287" fmla="*/ 788328 w 2877678"/>
                <a:gd name="csY287" fmla="*/ 75977 h 1365131"/>
                <a:gd name="csX288" fmla="*/ 800628 w 2877678"/>
                <a:gd name="csY288" fmla="*/ 75314 h 1365131"/>
                <a:gd name="csX289" fmla="*/ 797556 w 2877678"/>
                <a:gd name="csY289" fmla="*/ 78645 h 1365131"/>
                <a:gd name="csX290" fmla="*/ 777560 w 2877678"/>
                <a:gd name="csY290" fmla="*/ 80643 h 1365131"/>
                <a:gd name="csX291" fmla="*/ 746796 w 2877678"/>
                <a:gd name="csY291" fmla="*/ 81977 h 1365131"/>
                <a:gd name="csX292" fmla="*/ 739100 w 2877678"/>
                <a:gd name="csY292" fmla="*/ 86642 h 1365131"/>
                <a:gd name="csX293" fmla="*/ 726794 w 2877678"/>
                <a:gd name="csY293" fmla="*/ 85308 h 1365131"/>
                <a:gd name="csX294" fmla="*/ 709876 w 2877678"/>
                <a:gd name="csY294" fmla="*/ 89310 h 1365131"/>
                <a:gd name="csX295" fmla="*/ 688341 w 2877678"/>
                <a:gd name="csY295" fmla="*/ 91308 h 1365131"/>
                <a:gd name="csX296" fmla="*/ 671423 w 2877678"/>
                <a:gd name="csY296" fmla="*/ 101631 h 1365131"/>
                <a:gd name="csX297" fmla="*/ 659116 w 2877678"/>
                <a:gd name="csY297" fmla="*/ 101973 h 1365131"/>
                <a:gd name="csX298" fmla="*/ 648349 w 2877678"/>
                <a:gd name="csY298" fmla="*/ 101631 h 1365131"/>
                <a:gd name="csX299" fmla="*/ 643731 w 2877678"/>
                <a:gd name="csY299" fmla="*/ 105325 h 1365131"/>
                <a:gd name="csX300" fmla="*/ 651427 w 2877678"/>
                <a:gd name="csY300" fmla="*/ 106248 h 1365131"/>
                <a:gd name="csX301" fmla="*/ 662188 w 2877678"/>
                <a:gd name="csY301" fmla="*/ 107172 h 1365131"/>
                <a:gd name="csX302" fmla="*/ 659116 w 2877678"/>
                <a:gd name="csY302" fmla="*/ 111783 h 1365131"/>
                <a:gd name="csX303" fmla="*/ 649888 w 2877678"/>
                <a:gd name="csY303" fmla="*/ 117317 h 1365131"/>
                <a:gd name="csX304" fmla="*/ 642192 w 2877678"/>
                <a:gd name="csY304" fmla="*/ 124692 h 1365131"/>
                <a:gd name="csX305" fmla="*/ 628353 w 2877678"/>
                <a:gd name="csY305" fmla="*/ 119164 h 1365131"/>
                <a:gd name="csX306" fmla="*/ 620657 w 2877678"/>
                <a:gd name="csY306" fmla="*/ 125615 h 1365131"/>
                <a:gd name="csX307" fmla="*/ 625274 w 2877678"/>
                <a:gd name="csY307" fmla="*/ 132073 h 1365131"/>
                <a:gd name="csX308" fmla="*/ 636042 w 2877678"/>
                <a:gd name="csY308" fmla="*/ 131149 h 1365131"/>
                <a:gd name="csX309" fmla="*/ 646809 w 2877678"/>
                <a:gd name="csY309" fmla="*/ 134843 h 1365131"/>
                <a:gd name="csX310" fmla="*/ 645270 w 2877678"/>
                <a:gd name="csY310" fmla="*/ 138531 h 1365131"/>
                <a:gd name="csX311" fmla="*/ 628353 w 2877678"/>
                <a:gd name="csY311" fmla="*/ 137607 h 1365131"/>
                <a:gd name="csX312" fmla="*/ 625274 w 2877678"/>
                <a:gd name="csY312" fmla="*/ 144065 h 1365131"/>
                <a:gd name="csX313" fmla="*/ 636042 w 2877678"/>
                <a:gd name="csY313" fmla="*/ 144989 h 1365131"/>
                <a:gd name="csX314" fmla="*/ 645270 w 2877678"/>
                <a:gd name="csY314" fmla="*/ 150523 h 1365131"/>
                <a:gd name="csX315" fmla="*/ 643731 w 2877678"/>
                <a:gd name="csY315" fmla="*/ 156981 h 1365131"/>
                <a:gd name="csX316" fmla="*/ 651420 w 2877678"/>
                <a:gd name="csY316" fmla="*/ 163438 h 1365131"/>
                <a:gd name="csX317" fmla="*/ 649881 w 2877678"/>
                <a:gd name="csY317" fmla="*/ 171736 h 1365131"/>
                <a:gd name="csX318" fmla="*/ 640653 w 2877678"/>
                <a:gd name="csY318" fmla="*/ 165285 h 1365131"/>
                <a:gd name="csX319" fmla="*/ 620657 w 2877678"/>
                <a:gd name="csY319" fmla="*/ 165285 h 1365131"/>
                <a:gd name="csX320" fmla="*/ 611428 w 2877678"/>
                <a:gd name="csY320" fmla="*/ 170820 h 1365131"/>
                <a:gd name="csX321" fmla="*/ 596050 w 2877678"/>
                <a:gd name="csY321" fmla="*/ 170820 h 1365131"/>
                <a:gd name="csX322" fmla="*/ 586815 w 2877678"/>
                <a:gd name="csY322" fmla="*/ 168973 h 1365131"/>
                <a:gd name="csX323" fmla="*/ 563747 w 2877678"/>
                <a:gd name="csY323" fmla="*/ 172660 h 1365131"/>
                <a:gd name="csX324" fmla="*/ 528366 w 2877678"/>
                <a:gd name="csY324" fmla="*/ 177271 h 1365131"/>
                <a:gd name="csX325" fmla="*/ 517598 w 2877678"/>
                <a:gd name="csY325" fmla="*/ 177271 h 1365131"/>
                <a:gd name="csX326" fmla="*/ 505292 w 2877678"/>
                <a:gd name="csY326" fmla="*/ 190186 h 1365131"/>
                <a:gd name="csX327" fmla="*/ 512981 w 2877678"/>
                <a:gd name="csY327" fmla="*/ 196644 h 1365131"/>
                <a:gd name="csX328" fmla="*/ 511442 w 2877678"/>
                <a:gd name="csY328" fmla="*/ 214171 h 1365131"/>
                <a:gd name="csX329" fmla="*/ 519138 w 2877678"/>
                <a:gd name="csY329" fmla="*/ 219705 h 1365131"/>
                <a:gd name="csX330" fmla="*/ 517598 w 2877678"/>
                <a:gd name="csY330" fmla="*/ 228010 h 1365131"/>
                <a:gd name="csX331" fmla="*/ 548362 w 2877678"/>
                <a:gd name="csY331" fmla="*/ 236308 h 1365131"/>
                <a:gd name="csX332" fmla="*/ 548362 w 2877678"/>
                <a:gd name="csY332" fmla="*/ 246460 h 1365131"/>
                <a:gd name="csX333" fmla="*/ 571436 w 2877678"/>
                <a:gd name="csY333" fmla="*/ 251994 h 1365131"/>
                <a:gd name="csX334" fmla="*/ 576047 w 2877678"/>
                <a:gd name="csY334" fmla="*/ 263986 h 1365131"/>
                <a:gd name="csX335" fmla="*/ 568358 w 2877678"/>
                <a:gd name="csY335" fmla="*/ 275978 h 1365131"/>
                <a:gd name="csX336" fmla="*/ 568358 w 2877678"/>
                <a:gd name="csY336" fmla="*/ 287047 h 1365131"/>
                <a:gd name="csX337" fmla="*/ 583736 w 2877678"/>
                <a:gd name="csY337" fmla="*/ 302726 h 1365131"/>
                <a:gd name="csX338" fmla="*/ 580658 w 2877678"/>
                <a:gd name="csY338" fmla="*/ 311955 h 1365131"/>
                <a:gd name="csX339" fmla="*/ 566819 w 2877678"/>
                <a:gd name="csY339" fmla="*/ 317482 h 1365131"/>
                <a:gd name="csX340" fmla="*/ 594504 w 2877678"/>
                <a:gd name="csY340" fmla="*/ 335939 h 1365131"/>
                <a:gd name="csX341" fmla="*/ 599122 w 2877678"/>
                <a:gd name="csY341" fmla="*/ 339626 h 1365131"/>
                <a:gd name="csX342" fmla="*/ 591432 w 2877678"/>
                <a:gd name="csY342" fmla="*/ 343313 h 1365131"/>
                <a:gd name="csX343" fmla="*/ 582197 w 2877678"/>
                <a:gd name="csY343" fmla="*/ 341473 h 1365131"/>
                <a:gd name="csX344" fmla="*/ 574508 w 2877678"/>
                <a:gd name="csY344" fmla="*/ 332245 h 1365131"/>
                <a:gd name="csX345" fmla="*/ 552973 w 2877678"/>
                <a:gd name="csY345" fmla="*/ 316565 h 1365131"/>
                <a:gd name="csX346" fmla="*/ 568358 w 2877678"/>
                <a:gd name="csY346" fmla="*/ 305497 h 1365131"/>
                <a:gd name="csX347" fmla="*/ 566819 w 2877678"/>
                <a:gd name="csY347" fmla="*/ 290734 h 1365131"/>
                <a:gd name="csX348" fmla="*/ 548362 w 2877678"/>
                <a:gd name="csY348" fmla="*/ 295345 h 1365131"/>
                <a:gd name="csX349" fmla="*/ 546823 w 2877678"/>
                <a:gd name="csY349" fmla="*/ 282436 h 1365131"/>
                <a:gd name="csX350" fmla="*/ 539134 w 2877678"/>
                <a:gd name="csY350" fmla="*/ 278742 h 1365131"/>
                <a:gd name="csX351" fmla="*/ 548362 w 2877678"/>
                <a:gd name="csY351" fmla="*/ 273208 h 1365131"/>
                <a:gd name="csX352" fmla="*/ 557590 w 2877678"/>
                <a:gd name="csY352" fmla="*/ 272284 h 1365131"/>
                <a:gd name="csX353" fmla="*/ 565279 w 2877678"/>
                <a:gd name="csY353" fmla="*/ 262139 h 1365131"/>
                <a:gd name="csX354" fmla="*/ 562201 w 2877678"/>
                <a:gd name="csY354" fmla="*/ 258445 h 1365131"/>
                <a:gd name="csX355" fmla="*/ 537594 w 2877678"/>
                <a:gd name="csY355" fmla="*/ 261216 h 1365131"/>
                <a:gd name="csX356" fmla="*/ 509909 w 2877678"/>
                <a:gd name="csY356" fmla="*/ 245536 h 1365131"/>
                <a:gd name="csX357" fmla="*/ 477606 w 2877678"/>
                <a:gd name="csY357" fmla="*/ 231697 h 1365131"/>
                <a:gd name="csX358" fmla="*/ 457604 w 2877678"/>
                <a:gd name="csY358" fmla="*/ 231697 h 1365131"/>
                <a:gd name="csX359" fmla="*/ 439147 w 2877678"/>
                <a:gd name="csY359" fmla="*/ 239078 h 1365131"/>
                <a:gd name="csX360" fmla="*/ 439147 w 2877678"/>
                <a:gd name="csY360" fmla="*/ 243689 h 1365131"/>
                <a:gd name="csX361" fmla="*/ 446843 w 2877678"/>
                <a:gd name="csY361" fmla="*/ 243689 h 1365131"/>
                <a:gd name="csX362" fmla="*/ 456071 w 2877678"/>
                <a:gd name="csY362" fmla="*/ 241842 h 1365131"/>
                <a:gd name="csX363" fmla="*/ 456071 w 2877678"/>
                <a:gd name="csY363" fmla="*/ 253834 h 1365131"/>
                <a:gd name="csX364" fmla="*/ 443764 w 2877678"/>
                <a:gd name="csY364" fmla="*/ 253834 h 1365131"/>
                <a:gd name="csX365" fmla="*/ 431458 w 2877678"/>
                <a:gd name="csY365" fmla="*/ 245536 h 1365131"/>
                <a:gd name="csX366" fmla="*/ 419151 w 2877678"/>
                <a:gd name="csY366" fmla="*/ 247376 h 1365131"/>
                <a:gd name="csX367" fmla="*/ 411462 w 2877678"/>
                <a:gd name="csY367" fmla="*/ 254758 h 1365131"/>
                <a:gd name="csX368" fmla="*/ 422229 w 2877678"/>
                <a:gd name="csY368" fmla="*/ 265826 h 1365131"/>
                <a:gd name="csX369" fmla="*/ 446836 w 2877678"/>
                <a:gd name="csY369" fmla="*/ 274131 h 1365131"/>
                <a:gd name="csX370" fmla="*/ 457604 w 2877678"/>
                <a:gd name="csY370" fmla="*/ 273208 h 1365131"/>
                <a:gd name="csX371" fmla="*/ 457604 w 2877678"/>
                <a:gd name="csY371" fmla="*/ 278742 h 1365131"/>
                <a:gd name="csX372" fmla="*/ 466832 w 2877678"/>
                <a:gd name="csY372" fmla="*/ 285200 h 1365131"/>
                <a:gd name="csX373" fmla="*/ 477600 w 2877678"/>
                <a:gd name="csY373" fmla="*/ 287047 h 1365131"/>
                <a:gd name="csX374" fmla="*/ 476067 w 2877678"/>
                <a:gd name="csY374" fmla="*/ 292581 h 1365131"/>
                <a:gd name="csX375" fmla="*/ 460682 w 2877678"/>
                <a:gd name="csY375" fmla="*/ 290734 h 1365131"/>
                <a:gd name="csX376" fmla="*/ 448375 w 2877678"/>
                <a:gd name="csY376" fmla="*/ 283353 h 1365131"/>
                <a:gd name="csX377" fmla="*/ 431458 w 2877678"/>
                <a:gd name="csY377" fmla="*/ 283353 h 1365131"/>
                <a:gd name="csX378" fmla="*/ 397616 w 2877678"/>
                <a:gd name="csY378" fmla="*/ 274131 h 1365131"/>
                <a:gd name="csX379" fmla="*/ 405305 w 2877678"/>
                <a:gd name="csY379" fmla="*/ 262139 h 1365131"/>
                <a:gd name="csX380" fmla="*/ 396076 w 2877678"/>
                <a:gd name="csY380" fmla="*/ 257528 h 1365131"/>
                <a:gd name="csX381" fmla="*/ 396076 w 2877678"/>
                <a:gd name="csY381" fmla="*/ 249223 h 1365131"/>
                <a:gd name="csX382" fmla="*/ 406844 w 2877678"/>
                <a:gd name="csY382" fmla="*/ 239078 h 1365131"/>
                <a:gd name="csX383" fmla="*/ 405312 w 2877678"/>
                <a:gd name="csY383" fmla="*/ 219705 h 1365131"/>
                <a:gd name="csX384" fmla="*/ 391466 w 2877678"/>
                <a:gd name="csY384" fmla="*/ 208636 h 1365131"/>
                <a:gd name="csX385" fmla="*/ 382237 w 2877678"/>
                <a:gd name="csY385" fmla="*/ 206789 h 1365131"/>
                <a:gd name="csX386" fmla="*/ 377619 w 2877678"/>
                <a:gd name="csY386" fmla="*/ 208636 h 1365131"/>
                <a:gd name="csX387" fmla="*/ 388387 w 2877678"/>
                <a:gd name="csY387" fmla="*/ 216018 h 1365131"/>
                <a:gd name="csX388" fmla="*/ 391466 w 2877678"/>
                <a:gd name="csY388" fmla="*/ 225239 h 1365131"/>
                <a:gd name="csX389" fmla="*/ 394544 w 2877678"/>
                <a:gd name="csY389" fmla="*/ 229850 h 1365131"/>
                <a:gd name="csX390" fmla="*/ 393005 w 2877678"/>
                <a:gd name="csY390" fmla="*/ 241842 h 1365131"/>
                <a:gd name="csX391" fmla="*/ 359163 w 2877678"/>
                <a:gd name="csY391" fmla="*/ 254758 h 1365131"/>
                <a:gd name="csX392" fmla="*/ 349934 w 2877678"/>
                <a:gd name="csY392" fmla="*/ 272284 h 1365131"/>
                <a:gd name="csX393" fmla="*/ 369930 w 2877678"/>
                <a:gd name="csY393" fmla="*/ 287964 h 1365131"/>
                <a:gd name="csX394" fmla="*/ 376080 w 2877678"/>
                <a:gd name="csY394" fmla="*/ 304566 h 1365131"/>
                <a:gd name="csX395" fmla="*/ 366852 w 2877678"/>
                <a:gd name="csY395" fmla="*/ 313795 h 1365131"/>
                <a:gd name="csX396" fmla="*/ 356084 w 2877678"/>
                <a:gd name="csY396" fmla="*/ 323023 h 1365131"/>
                <a:gd name="csX397" fmla="*/ 354545 w 2877678"/>
                <a:gd name="csY397" fmla="*/ 334085 h 1365131"/>
                <a:gd name="csX398" fmla="*/ 360695 w 2877678"/>
                <a:gd name="csY398" fmla="*/ 346077 h 1365131"/>
                <a:gd name="csX399" fmla="*/ 363774 w 2877678"/>
                <a:gd name="csY399" fmla="*/ 357153 h 1365131"/>
                <a:gd name="csX400" fmla="*/ 386848 w 2877678"/>
                <a:gd name="csY400" fmla="*/ 361763 h 1365131"/>
                <a:gd name="csX401" fmla="*/ 400687 w 2877678"/>
                <a:gd name="csY401" fmla="*/ 355305 h 1365131"/>
                <a:gd name="csX402" fmla="*/ 426840 w 2877678"/>
                <a:gd name="csY402" fmla="*/ 359916 h 1365131"/>
                <a:gd name="csX403" fmla="*/ 434529 w 2877678"/>
                <a:gd name="csY403" fmla="*/ 368221 h 1365131"/>
                <a:gd name="csX404" fmla="*/ 445297 w 2877678"/>
                <a:gd name="csY404" fmla="*/ 371908 h 1365131"/>
                <a:gd name="csX405" fmla="*/ 459143 w 2877678"/>
                <a:gd name="csY405" fmla="*/ 388511 h 1365131"/>
                <a:gd name="csX406" fmla="*/ 443757 w 2877678"/>
                <a:gd name="csY406" fmla="*/ 397740 h 1365131"/>
                <a:gd name="csX407" fmla="*/ 445297 w 2877678"/>
                <a:gd name="csY407" fmla="*/ 405114 h 1365131"/>
                <a:gd name="csX408" fmla="*/ 456064 w 2877678"/>
                <a:gd name="csY408" fmla="*/ 413419 h 1365131"/>
                <a:gd name="csX409" fmla="*/ 465293 w 2877678"/>
                <a:gd name="csY409" fmla="*/ 411572 h 1365131"/>
                <a:gd name="csX410" fmla="*/ 474521 w 2877678"/>
                <a:gd name="csY410" fmla="*/ 415266 h 1365131"/>
                <a:gd name="csX411" fmla="*/ 462214 w 2877678"/>
                <a:gd name="csY411" fmla="*/ 418030 h 1365131"/>
                <a:gd name="csX412" fmla="*/ 442218 w 2877678"/>
                <a:gd name="csY412" fmla="*/ 415266 h 1365131"/>
                <a:gd name="csX413" fmla="*/ 432990 w 2877678"/>
                <a:gd name="csY413" fmla="*/ 409732 h 1365131"/>
                <a:gd name="csX414" fmla="*/ 439147 w 2877678"/>
                <a:gd name="csY414" fmla="*/ 385748 h 1365131"/>
                <a:gd name="csX415" fmla="*/ 426840 w 2877678"/>
                <a:gd name="csY415" fmla="*/ 372832 h 1365131"/>
                <a:gd name="csX416" fmla="*/ 422222 w 2877678"/>
                <a:gd name="csY416" fmla="*/ 366374 h 1365131"/>
                <a:gd name="csX417" fmla="*/ 406844 w 2877678"/>
                <a:gd name="csY417" fmla="*/ 365451 h 1365131"/>
                <a:gd name="csX418" fmla="*/ 368384 w 2877678"/>
                <a:gd name="csY418" fmla="*/ 379290 h 1365131"/>
                <a:gd name="csX419" fmla="*/ 374541 w 2877678"/>
                <a:gd name="csY419" fmla="*/ 384824 h 1365131"/>
                <a:gd name="csX420" fmla="*/ 386841 w 2877678"/>
                <a:gd name="csY420" fmla="*/ 404197 h 1365131"/>
                <a:gd name="csX421" fmla="*/ 382230 w 2877678"/>
                <a:gd name="csY421" fmla="*/ 415266 h 1365131"/>
                <a:gd name="csX422" fmla="*/ 369923 w 2877678"/>
                <a:gd name="csY422" fmla="*/ 421717 h 1365131"/>
                <a:gd name="csX423" fmla="*/ 356078 w 2877678"/>
                <a:gd name="csY423" fmla="*/ 440167 h 1365131"/>
                <a:gd name="csX424" fmla="*/ 336082 w 2877678"/>
                <a:gd name="csY424" fmla="*/ 451236 h 1365131"/>
                <a:gd name="csX425" fmla="*/ 326853 w 2877678"/>
                <a:gd name="csY425" fmla="*/ 466402 h 1365131"/>
                <a:gd name="csX426" fmla="*/ 319164 w 2877678"/>
                <a:gd name="csY426" fmla="*/ 460252 h 1365131"/>
                <a:gd name="csX427" fmla="*/ 279172 w 2877678"/>
                <a:gd name="csY427" fmla="*/ 458713 h 1365131"/>
                <a:gd name="csX428" fmla="*/ 263787 w 2877678"/>
                <a:gd name="csY428" fmla="*/ 446625 h 1365131"/>
                <a:gd name="csX429" fmla="*/ 248408 w 2877678"/>
                <a:gd name="csY429" fmla="*/ 445701 h 1365131"/>
                <a:gd name="csX430" fmla="*/ 243791 w 2877678"/>
                <a:gd name="csY430" fmla="*/ 441091 h 1365131"/>
                <a:gd name="csX431" fmla="*/ 249941 w 2877678"/>
                <a:gd name="csY431" fmla="*/ 438327 h 1365131"/>
                <a:gd name="csX432" fmla="*/ 265326 w 2877678"/>
                <a:gd name="csY432" fmla="*/ 438327 h 1365131"/>
                <a:gd name="csX433" fmla="*/ 276094 w 2877678"/>
                <a:gd name="csY433" fmla="*/ 435556 h 1365131"/>
                <a:gd name="csX434" fmla="*/ 285322 w 2877678"/>
                <a:gd name="csY434" fmla="*/ 439243 h 1365131"/>
                <a:gd name="csX435" fmla="*/ 297629 w 2877678"/>
                <a:gd name="csY435" fmla="*/ 449395 h 1365131"/>
                <a:gd name="csX436" fmla="*/ 314546 w 2877678"/>
                <a:gd name="csY436" fmla="*/ 442014 h 1365131"/>
                <a:gd name="csX437" fmla="*/ 314546 w 2877678"/>
                <a:gd name="csY437" fmla="*/ 435556 h 1365131"/>
                <a:gd name="csX438" fmla="*/ 323775 w 2877678"/>
                <a:gd name="csY438" fmla="*/ 430022 h 1365131"/>
                <a:gd name="csX439" fmla="*/ 322236 w 2877678"/>
                <a:gd name="csY439" fmla="*/ 424488 h 1365131"/>
                <a:gd name="csX440" fmla="*/ 340699 w 2877678"/>
                <a:gd name="csY440" fmla="*/ 413419 h 1365131"/>
                <a:gd name="csX441" fmla="*/ 349928 w 2877678"/>
                <a:gd name="csY441" fmla="*/ 397740 h 1365131"/>
                <a:gd name="csX442" fmla="*/ 345317 w 2877678"/>
                <a:gd name="csY442" fmla="*/ 391282 h 1365131"/>
                <a:gd name="csX443" fmla="*/ 362234 w 2877678"/>
                <a:gd name="csY443" fmla="*/ 379290 h 1365131"/>
                <a:gd name="csX444" fmla="*/ 346849 w 2877678"/>
                <a:gd name="csY444" fmla="*/ 376519 h 1365131"/>
                <a:gd name="csX445" fmla="*/ 333010 w 2877678"/>
                <a:gd name="csY445" fmla="*/ 363604 h 1365131"/>
                <a:gd name="csX446" fmla="*/ 340699 w 2877678"/>
                <a:gd name="csY446" fmla="*/ 351618 h 1365131"/>
                <a:gd name="csX447" fmla="*/ 333010 w 2877678"/>
                <a:gd name="csY447" fmla="*/ 346077 h 1365131"/>
                <a:gd name="csX448" fmla="*/ 333010 w 2877678"/>
                <a:gd name="csY448" fmla="*/ 318406 h 1365131"/>
                <a:gd name="csX449" fmla="*/ 346856 w 2877678"/>
                <a:gd name="csY449" fmla="*/ 309184 h 1365131"/>
                <a:gd name="csX450" fmla="*/ 336088 w 2877678"/>
                <a:gd name="csY450" fmla="*/ 304566 h 1365131"/>
                <a:gd name="csX451" fmla="*/ 334549 w 2877678"/>
                <a:gd name="csY451" fmla="*/ 278742 h 1365131"/>
                <a:gd name="csX452" fmla="*/ 316092 w 2877678"/>
                <a:gd name="csY452" fmla="*/ 275971 h 1365131"/>
                <a:gd name="csX453" fmla="*/ 317632 w 2877678"/>
                <a:gd name="csY453" fmla="*/ 265826 h 1365131"/>
                <a:gd name="csX454" fmla="*/ 342238 w 2877678"/>
                <a:gd name="csY454" fmla="*/ 247376 h 1365131"/>
                <a:gd name="csX455" fmla="*/ 343778 w 2877678"/>
                <a:gd name="csY455" fmla="*/ 237231 h 1365131"/>
                <a:gd name="csX456" fmla="*/ 339167 w 2877678"/>
                <a:gd name="csY456" fmla="*/ 235384 h 1365131"/>
                <a:gd name="csX457" fmla="*/ 342245 w 2877678"/>
                <a:gd name="csY457" fmla="*/ 218781 h 1365131"/>
                <a:gd name="csX458" fmla="*/ 320710 w 2877678"/>
                <a:gd name="csY458" fmla="*/ 207713 h 1365131"/>
                <a:gd name="csX459" fmla="*/ 297636 w 2877678"/>
                <a:gd name="csY459" fmla="*/ 209560 h 1365131"/>
                <a:gd name="csX460" fmla="*/ 283790 w 2877678"/>
                <a:gd name="csY460" fmla="*/ 204942 h 1365131"/>
                <a:gd name="csX461" fmla="*/ 266872 w 2877678"/>
                <a:gd name="csY461" fmla="*/ 208636 h 1365131"/>
                <a:gd name="csX462" fmla="*/ 256104 w 2877678"/>
                <a:gd name="csY462" fmla="*/ 245529 h 1365131"/>
                <a:gd name="csX463" fmla="*/ 239180 w 2877678"/>
                <a:gd name="csY463" fmla="*/ 267673 h 1365131"/>
                <a:gd name="csX464" fmla="*/ 219184 w 2877678"/>
                <a:gd name="csY464" fmla="*/ 285200 h 1365131"/>
                <a:gd name="csX465" fmla="*/ 213034 w 2877678"/>
                <a:gd name="csY465" fmla="*/ 298109 h 1365131"/>
                <a:gd name="csX466" fmla="*/ 217645 w 2877678"/>
                <a:gd name="csY466" fmla="*/ 300879 h 1365131"/>
                <a:gd name="csX467" fmla="*/ 216106 w 2877678"/>
                <a:gd name="csY467" fmla="*/ 326710 h 1365131"/>
                <a:gd name="csX468" fmla="*/ 211495 w 2877678"/>
                <a:gd name="csY468" fmla="*/ 328551 h 1365131"/>
                <a:gd name="csX469" fmla="*/ 216106 w 2877678"/>
                <a:gd name="csY469" fmla="*/ 344237 h 1365131"/>
                <a:gd name="csX470" fmla="*/ 223795 w 2877678"/>
                <a:gd name="csY470" fmla="*/ 340543 h 1365131"/>
                <a:gd name="csX471" fmla="*/ 237641 w 2877678"/>
                <a:gd name="csY471" fmla="*/ 348848 h 1365131"/>
                <a:gd name="csX472" fmla="*/ 234562 w 2877678"/>
                <a:gd name="csY472" fmla="*/ 356229 h 1365131"/>
                <a:gd name="csX473" fmla="*/ 249948 w 2877678"/>
                <a:gd name="csY473" fmla="*/ 367298 h 1365131"/>
                <a:gd name="csX474" fmla="*/ 262254 w 2877678"/>
                <a:gd name="csY474" fmla="*/ 368221 h 1365131"/>
                <a:gd name="csX475" fmla="*/ 260715 w 2877678"/>
                <a:gd name="csY475" fmla="*/ 381130 h 1365131"/>
                <a:gd name="csX476" fmla="*/ 240712 w 2877678"/>
                <a:gd name="csY476" fmla="*/ 393122 h 1365131"/>
                <a:gd name="csX477" fmla="*/ 234562 w 2877678"/>
                <a:gd name="csY477" fmla="*/ 389435 h 1365131"/>
                <a:gd name="csX478" fmla="*/ 233023 w 2877678"/>
                <a:gd name="csY478" fmla="*/ 380206 h 1365131"/>
                <a:gd name="csX479" fmla="*/ 219177 w 2877678"/>
                <a:gd name="csY479" fmla="*/ 371908 h 1365131"/>
                <a:gd name="csX480" fmla="*/ 208410 w 2877678"/>
                <a:gd name="csY480" fmla="*/ 371908 h 1365131"/>
                <a:gd name="csX481" fmla="*/ 196110 w 2877678"/>
                <a:gd name="csY481" fmla="*/ 364527 h 1365131"/>
                <a:gd name="csX482" fmla="*/ 182264 w 2877678"/>
                <a:gd name="csY482" fmla="*/ 361763 h 1365131"/>
                <a:gd name="csX483" fmla="*/ 169957 w 2877678"/>
                <a:gd name="csY483" fmla="*/ 354382 h 1365131"/>
                <a:gd name="csX484" fmla="*/ 145350 w 2877678"/>
                <a:gd name="csY484" fmla="*/ 343313 h 1365131"/>
                <a:gd name="csX485" fmla="*/ 158232 w 2877678"/>
                <a:gd name="csY485" fmla="*/ 374412 h 1365131"/>
                <a:gd name="csX486" fmla="*/ 146506 w 2877678"/>
                <a:gd name="csY486" fmla="*/ 382950 h 1365131"/>
                <a:gd name="csX487" fmla="*/ 159908 w 2877678"/>
                <a:gd name="csY487" fmla="*/ 442712 h 1365131"/>
                <a:gd name="csX488" fmla="*/ 154879 w 2877678"/>
                <a:gd name="csY488" fmla="*/ 466901 h 1365131"/>
                <a:gd name="csX489" fmla="*/ 136457 w 2877678"/>
                <a:gd name="csY489" fmla="*/ 475439 h 1365131"/>
                <a:gd name="csX490" fmla="*/ 72816 w 2877678"/>
                <a:gd name="csY490" fmla="*/ 546584 h 1365131"/>
                <a:gd name="csX491" fmla="*/ 66112 w 2877678"/>
                <a:gd name="csY491" fmla="*/ 621998 h 1365131"/>
                <a:gd name="csX492" fmla="*/ 77837 w 2877678"/>
                <a:gd name="csY492" fmla="*/ 637650 h 1365131"/>
                <a:gd name="csX493" fmla="*/ 67370 w 2877678"/>
                <a:gd name="csY493" fmla="*/ 683238 h 1365131"/>
                <a:gd name="csX494" fmla="*/ 64436 w 2877678"/>
                <a:gd name="csY494" fmla="*/ 695997 h 1365131"/>
                <a:gd name="csX495" fmla="*/ 54386 w 2877678"/>
                <a:gd name="csY495" fmla="*/ 772834 h 1365131"/>
                <a:gd name="csX496" fmla="*/ 61091 w 2877678"/>
                <a:gd name="csY496" fmla="*/ 814098 h 1365131"/>
                <a:gd name="csX497" fmla="*/ 62766 w 2877678"/>
                <a:gd name="csY497" fmla="*/ 866746 h 1365131"/>
                <a:gd name="csX498" fmla="*/ 54386 w 2877678"/>
                <a:gd name="csY498" fmla="*/ 900896 h 1365131"/>
                <a:gd name="csX499" fmla="*/ 34288 w 2877678"/>
                <a:gd name="csY499" fmla="*/ 912279 h 1365131"/>
                <a:gd name="csX500" fmla="*/ 24239 w 2877678"/>
                <a:gd name="csY500" fmla="*/ 937891 h 1365131"/>
                <a:gd name="csX501" fmla="*/ 42668 w 2877678"/>
                <a:gd name="csY501" fmla="*/ 954966 h 1365131"/>
                <a:gd name="csX502" fmla="*/ 10844 w 2877678"/>
                <a:gd name="csY502" fmla="*/ 1018997 h 1365131"/>
                <a:gd name="csX503" fmla="*/ 4140 w 2877678"/>
                <a:gd name="csY503" fmla="*/ 1046032 h 1365131"/>
                <a:gd name="csX504" fmla="*/ 39316 w 2877678"/>
                <a:gd name="csY504" fmla="*/ 1080182 h 1365131"/>
                <a:gd name="csX505" fmla="*/ 62274 w 2877678"/>
                <a:gd name="csY505" fmla="*/ 1102880 h 1365131"/>
                <a:gd name="csX506" fmla="*/ 68424 w 2877678"/>
                <a:gd name="csY506" fmla="*/ 1101348 h 1365131"/>
                <a:gd name="csX507" fmla="*/ 77652 w 2877678"/>
                <a:gd name="csY507" fmla="*/ 1115180 h 1365131"/>
                <a:gd name="csX508" fmla="*/ 88420 w 2877678"/>
                <a:gd name="csY508" fmla="*/ 1107491 h 1365131"/>
                <a:gd name="csX509" fmla="*/ 86888 w 2877678"/>
                <a:gd name="csY509" fmla="*/ 1090580 h 1365131"/>
                <a:gd name="csX510" fmla="*/ 71502 w 2877678"/>
                <a:gd name="csY510" fmla="*/ 1079820 h 1365131"/>
                <a:gd name="csX511" fmla="*/ 73042 w 2877678"/>
                <a:gd name="csY511" fmla="*/ 1064448 h 1365131"/>
                <a:gd name="csX512" fmla="*/ 85348 w 2877678"/>
                <a:gd name="csY512" fmla="*/ 1061370 h 1365131"/>
                <a:gd name="csX513" fmla="*/ 88420 w 2877678"/>
                <a:gd name="csY513" fmla="*/ 1052148 h 1365131"/>
                <a:gd name="csX514" fmla="*/ 79192 w 2877678"/>
                <a:gd name="csY514" fmla="*/ 1044459 h 1365131"/>
                <a:gd name="csX515" fmla="*/ 82270 w 2877678"/>
                <a:gd name="csY515" fmla="*/ 1035237 h 1365131"/>
                <a:gd name="csX516" fmla="*/ 100727 w 2877678"/>
                <a:gd name="csY516" fmla="*/ 1029087 h 1365131"/>
                <a:gd name="csX517" fmla="*/ 100727 w 2877678"/>
                <a:gd name="csY517" fmla="*/ 1022937 h 1365131"/>
                <a:gd name="csX518" fmla="*/ 80731 w 2877678"/>
                <a:gd name="csY518" fmla="*/ 1024477 h 1365131"/>
                <a:gd name="csX519" fmla="*/ 80731 w 2877678"/>
                <a:gd name="csY519" fmla="*/ 1007566 h 1365131"/>
                <a:gd name="csX520" fmla="*/ 108423 w 2877678"/>
                <a:gd name="csY520" fmla="*/ 1002948 h 1365131"/>
                <a:gd name="csX521" fmla="*/ 142258 w 2877678"/>
                <a:gd name="csY521" fmla="*/ 993727 h 1365131"/>
                <a:gd name="csX522" fmla="*/ 200714 w 2877678"/>
                <a:gd name="csY522" fmla="*/ 969127 h 1365131"/>
                <a:gd name="csX523" fmla="*/ 225327 w 2877678"/>
                <a:gd name="csY523" fmla="*/ 949144 h 1365131"/>
                <a:gd name="csX524" fmla="*/ 253012 w 2877678"/>
                <a:gd name="csY524" fmla="*/ 946073 h 1365131"/>
                <a:gd name="csX525" fmla="*/ 282237 w 2877678"/>
                <a:gd name="csY525" fmla="*/ 949144 h 1365131"/>
                <a:gd name="csX526" fmla="*/ 297622 w 2877678"/>
                <a:gd name="csY526" fmla="*/ 955294 h 1365131"/>
                <a:gd name="csX527" fmla="*/ 306850 w 2877678"/>
                <a:gd name="csY527" fmla="*/ 982966 h 1365131"/>
                <a:gd name="csX528" fmla="*/ 323768 w 2877678"/>
                <a:gd name="csY528" fmla="*/ 978355 h 1365131"/>
                <a:gd name="csX529" fmla="*/ 352999 w 2877678"/>
                <a:gd name="csY529" fmla="*/ 990655 h 1365131"/>
                <a:gd name="csX530" fmla="*/ 356071 w 2877678"/>
                <a:gd name="csY530" fmla="*/ 1009105 h 1365131"/>
                <a:gd name="csX531" fmla="*/ 382223 w 2877678"/>
                <a:gd name="csY531" fmla="*/ 1004494 h 1365131"/>
                <a:gd name="csX532" fmla="*/ 388374 w 2877678"/>
                <a:gd name="csY532" fmla="*/ 990655 h 1365131"/>
                <a:gd name="csX533" fmla="*/ 399141 w 2877678"/>
                <a:gd name="csY533" fmla="*/ 978355 h 1365131"/>
                <a:gd name="csX534" fmla="*/ 426833 w 2877678"/>
                <a:gd name="csY534" fmla="*/ 981434 h 1365131"/>
                <a:gd name="csX535" fmla="*/ 426833 w 2877678"/>
                <a:gd name="csY535" fmla="*/ 996805 h 1365131"/>
                <a:gd name="csX536" fmla="*/ 434522 w 2877678"/>
                <a:gd name="csY536" fmla="*/ 1019866 h 1365131"/>
                <a:gd name="csX537" fmla="*/ 466818 w 2877678"/>
                <a:gd name="csY537" fmla="*/ 1039855 h 1365131"/>
                <a:gd name="csX538" fmla="*/ 477586 w 2877678"/>
                <a:gd name="csY538" fmla="*/ 1065987 h 1365131"/>
                <a:gd name="csX539" fmla="*/ 497582 w 2877678"/>
                <a:gd name="csY539" fmla="*/ 1101348 h 1365131"/>
                <a:gd name="csX540" fmla="*/ 552959 w 2877678"/>
                <a:gd name="csY540" fmla="*/ 1101348 h 1365131"/>
                <a:gd name="csX541" fmla="*/ 577573 w 2877678"/>
                <a:gd name="csY541" fmla="*/ 1101355 h 1365131"/>
                <a:gd name="csX542" fmla="*/ 611415 w 2877678"/>
                <a:gd name="csY542" fmla="*/ 1141326 h 1365131"/>
                <a:gd name="csX543" fmla="*/ 654478 w 2877678"/>
                <a:gd name="csY543" fmla="*/ 1153626 h 1365131"/>
                <a:gd name="csX544" fmla="*/ 657557 w 2877678"/>
                <a:gd name="csY544" fmla="*/ 1164387 h 1365131"/>
                <a:gd name="csX545" fmla="*/ 663707 w 2877678"/>
                <a:gd name="csY545" fmla="*/ 1164387 h 1365131"/>
                <a:gd name="csX546" fmla="*/ 671403 w 2877678"/>
                <a:gd name="csY546" fmla="*/ 1152087 h 1365131"/>
                <a:gd name="csX547" fmla="*/ 708316 w 2877678"/>
                <a:gd name="csY547" fmla="*/ 1144398 h 1365131"/>
                <a:gd name="csX548" fmla="*/ 725241 w 2877678"/>
                <a:gd name="csY548" fmla="*/ 1121344 h 1365131"/>
                <a:gd name="csX549" fmla="*/ 737541 w 2877678"/>
                <a:gd name="csY549" fmla="*/ 1119805 h 1365131"/>
                <a:gd name="csX550" fmla="*/ 754465 w 2877678"/>
                <a:gd name="csY550" fmla="*/ 1104426 h 1365131"/>
                <a:gd name="csX551" fmla="*/ 766772 w 2877678"/>
                <a:gd name="csY551" fmla="*/ 1104426 h 1365131"/>
                <a:gd name="csX552" fmla="*/ 785229 w 2877678"/>
                <a:gd name="csY552" fmla="*/ 1116726 h 1365131"/>
                <a:gd name="csX553" fmla="*/ 805225 w 2877678"/>
                <a:gd name="csY553" fmla="*/ 1115194 h 1365131"/>
                <a:gd name="csX554" fmla="*/ 831377 w 2877678"/>
                <a:gd name="csY554" fmla="*/ 1141326 h 1365131"/>
                <a:gd name="csX555" fmla="*/ 839067 w 2877678"/>
                <a:gd name="csY555" fmla="*/ 1141326 h 1365131"/>
                <a:gd name="csX556" fmla="*/ 843677 w 2877678"/>
                <a:gd name="csY556" fmla="*/ 1129026 h 1365131"/>
                <a:gd name="csX557" fmla="*/ 860602 w 2877678"/>
                <a:gd name="csY557" fmla="*/ 1129026 h 1365131"/>
                <a:gd name="csX558" fmla="*/ 862141 w 2877678"/>
                <a:gd name="csY558" fmla="*/ 1139794 h 1365131"/>
                <a:gd name="csX559" fmla="*/ 889826 w 2877678"/>
                <a:gd name="csY559" fmla="*/ 1136715 h 1365131"/>
                <a:gd name="csX560" fmla="*/ 892904 w 2877678"/>
                <a:gd name="csY560" fmla="*/ 1113655 h 1365131"/>
                <a:gd name="csX561" fmla="*/ 883676 w 2877678"/>
                <a:gd name="csY561" fmla="*/ 1093672 h 1365131"/>
                <a:gd name="csX562" fmla="*/ 900594 w 2877678"/>
                <a:gd name="csY562" fmla="*/ 1078294 h 1365131"/>
                <a:gd name="csX563" fmla="*/ 912901 w 2877678"/>
                <a:gd name="csY563" fmla="*/ 1061383 h 1365131"/>
                <a:gd name="csX564" fmla="*/ 966738 w 2877678"/>
                <a:gd name="csY564" fmla="*/ 1076762 h 1365131"/>
                <a:gd name="csX565" fmla="*/ 1003652 w 2877678"/>
                <a:gd name="csY565" fmla="*/ 1127494 h 1365131"/>
                <a:gd name="csX566" fmla="*/ 1045183 w 2877678"/>
                <a:gd name="csY566" fmla="*/ 1112122 h 1365131"/>
                <a:gd name="csX567" fmla="*/ 1102100 w 2877678"/>
                <a:gd name="csY567" fmla="*/ 1129033 h 1365131"/>
                <a:gd name="csX568" fmla="*/ 1106711 w 2877678"/>
                <a:gd name="csY568" fmla="*/ 1141333 h 1365131"/>
                <a:gd name="csX569" fmla="*/ 1134402 w 2877678"/>
                <a:gd name="csY569" fmla="*/ 1152094 h 1365131"/>
                <a:gd name="csX570" fmla="*/ 1143631 w 2877678"/>
                <a:gd name="csY570" fmla="*/ 1159783 h 1365131"/>
                <a:gd name="csX571" fmla="*/ 1175934 w 2877678"/>
                <a:gd name="csY571" fmla="*/ 1153633 h 1365131"/>
                <a:gd name="csX572" fmla="*/ 1199008 w 2877678"/>
                <a:gd name="csY572" fmla="*/ 1155172 h 1365131"/>
                <a:gd name="csX573" fmla="*/ 1225154 w 2877678"/>
                <a:gd name="csY573" fmla="*/ 1138262 h 1365131"/>
                <a:gd name="csX574" fmla="*/ 1235922 w 2877678"/>
                <a:gd name="csY574" fmla="*/ 1119812 h 1365131"/>
                <a:gd name="csX575" fmla="*/ 1254378 w 2877678"/>
                <a:gd name="csY575" fmla="*/ 1122883 h 1365131"/>
                <a:gd name="csX576" fmla="*/ 1277453 w 2877678"/>
                <a:gd name="csY576" fmla="*/ 1141333 h 1365131"/>
                <a:gd name="csX577" fmla="*/ 1302833 w 2877678"/>
                <a:gd name="csY577" fmla="*/ 1138262 h 1365131"/>
                <a:gd name="csX578" fmla="*/ 1314373 w 2877678"/>
                <a:gd name="csY578" fmla="*/ 1150561 h 1365131"/>
                <a:gd name="csX579" fmla="*/ 1348215 w 2877678"/>
                <a:gd name="csY579" fmla="*/ 1127501 h 1365131"/>
                <a:gd name="csX580" fmla="*/ 1346676 w 2877678"/>
                <a:gd name="csY580" fmla="*/ 1109051 h 1365131"/>
                <a:gd name="csX581" fmla="*/ 1357444 w 2877678"/>
                <a:gd name="csY581" fmla="*/ 1102901 h 1365131"/>
                <a:gd name="csX582" fmla="*/ 1366672 w 2877678"/>
                <a:gd name="csY582" fmla="*/ 1072151 h 1365131"/>
                <a:gd name="csX583" fmla="*/ 1382050 w 2877678"/>
                <a:gd name="csY583" fmla="*/ 1059858 h 1365131"/>
                <a:gd name="csX584" fmla="*/ 1383590 w 2877678"/>
                <a:gd name="csY584" fmla="*/ 1042940 h 1365131"/>
                <a:gd name="csX585" fmla="*/ 1368211 w 2877678"/>
                <a:gd name="csY585" fmla="*/ 1044479 h 1365131"/>
                <a:gd name="csX586" fmla="*/ 1389746 w 2877678"/>
                <a:gd name="csY586" fmla="*/ 1009119 h 1365131"/>
                <a:gd name="csX587" fmla="*/ 1438967 w 2877678"/>
                <a:gd name="csY587" fmla="*/ 1002969 h 1365131"/>
                <a:gd name="csX588" fmla="*/ 1472809 w 2877678"/>
                <a:gd name="csY588" fmla="*/ 1013736 h 1365131"/>
                <a:gd name="csX589" fmla="*/ 1495883 w 2877678"/>
                <a:gd name="csY589" fmla="*/ 1018347 h 1365131"/>
                <a:gd name="csX590" fmla="*/ 1515879 w 2877678"/>
                <a:gd name="csY590" fmla="*/ 1056779 h 1365131"/>
                <a:gd name="csX591" fmla="*/ 1517418 w 2877678"/>
                <a:gd name="csY591" fmla="*/ 1073690 h 1365131"/>
                <a:gd name="csX592" fmla="*/ 1532797 w 2877678"/>
                <a:gd name="csY592" fmla="*/ 1105979 h 1365131"/>
                <a:gd name="csX593" fmla="*/ 1537414 w 2877678"/>
                <a:gd name="csY593" fmla="*/ 1136729 h 1365131"/>
                <a:gd name="csX594" fmla="*/ 1557403 w 2877678"/>
                <a:gd name="csY594" fmla="*/ 1138262 h 1365131"/>
                <a:gd name="csX595" fmla="*/ 1577406 w 2877678"/>
                <a:gd name="csY595" fmla="*/ 1145951 h 1365131"/>
                <a:gd name="csX596" fmla="*/ 1603552 w 2877678"/>
                <a:gd name="csY596" fmla="*/ 1172090 h 1365131"/>
                <a:gd name="csX597" fmla="*/ 1612781 w 2877678"/>
                <a:gd name="csY597" fmla="*/ 1202840 h 1365131"/>
                <a:gd name="csX598" fmla="*/ 1629705 w 2877678"/>
                <a:gd name="csY598" fmla="*/ 1201300 h 1365131"/>
                <a:gd name="csX599" fmla="*/ 1640473 w 2877678"/>
                <a:gd name="csY599" fmla="*/ 1195151 h 1365131"/>
                <a:gd name="csX600" fmla="*/ 1662008 w 2877678"/>
                <a:gd name="csY600" fmla="*/ 1193611 h 1365131"/>
                <a:gd name="csX601" fmla="*/ 1686615 w 2877678"/>
                <a:gd name="csY601" fmla="*/ 1178240 h 1365131"/>
                <a:gd name="csX602" fmla="*/ 1695843 w 2877678"/>
                <a:gd name="csY602" fmla="*/ 1181311 h 1365131"/>
                <a:gd name="csX603" fmla="*/ 1688154 w 2877678"/>
                <a:gd name="csY603" fmla="*/ 1222822 h 1365131"/>
                <a:gd name="csX604" fmla="*/ 1671236 w 2877678"/>
                <a:gd name="csY604" fmla="*/ 1235122 h 1365131"/>
                <a:gd name="csX605" fmla="*/ 1660462 w 2877678"/>
                <a:gd name="csY605" fmla="*/ 1282783 h 1365131"/>
                <a:gd name="csX606" fmla="*/ 1642005 w 2877678"/>
                <a:gd name="csY606" fmla="*/ 1290472 h 1365131"/>
                <a:gd name="csX607" fmla="*/ 1625088 w 2877678"/>
                <a:gd name="csY607" fmla="*/ 1285854 h 1365131"/>
                <a:gd name="csX608" fmla="*/ 1606631 w 2877678"/>
                <a:gd name="csY608" fmla="*/ 1293543 h 1365131"/>
                <a:gd name="csX609" fmla="*/ 1615859 w 2877678"/>
                <a:gd name="csY609" fmla="*/ 1321215 h 1365131"/>
                <a:gd name="csX610" fmla="*/ 1612781 w 2877678"/>
                <a:gd name="csY610" fmla="*/ 1345815 h 1365131"/>
                <a:gd name="csX611" fmla="*/ 1585184 w 2877678"/>
                <a:gd name="csY611" fmla="*/ 1354147 h 1365131"/>
                <a:gd name="csX612" fmla="*/ 1595856 w 2877678"/>
                <a:gd name="csY612" fmla="*/ 1361186 h 1365131"/>
                <a:gd name="csX613" fmla="*/ 1602526 w 2877678"/>
                <a:gd name="csY613" fmla="*/ 1365797 h 1365131"/>
                <a:gd name="csX614" fmla="*/ 1617911 w 2877678"/>
                <a:gd name="csY614" fmla="*/ 1361699 h 1365131"/>
                <a:gd name="csX615" fmla="*/ 1620983 w 2877678"/>
                <a:gd name="csY615" fmla="*/ 1352478 h 1365131"/>
                <a:gd name="csX616" fmla="*/ 1628159 w 2877678"/>
                <a:gd name="csY616" fmla="*/ 1347354 h 1365131"/>
                <a:gd name="csX617" fmla="*/ 1638414 w 2877678"/>
                <a:gd name="csY617" fmla="*/ 1352478 h 1365131"/>
                <a:gd name="csX618" fmla="*/ 1641492 w 2877678"/>
                <a:gd name="csY618" fmla="*/ 1357602 h 1365131"/>
                <a:gd name="csX619" fmla="*/ 1654825 w 2877678"/>
                <a:gd name="csY619" fmla="*/ 1358628 h 1365131"/>
                <a:gd name="csX620" fmla="*/ 1662001 w 2877678"/>
                <a:gd name="csY620" fmla="*/ 1362725 h 1365131"/>
                <a:gd name="csX621" fmla="*/ 1672256 w 2877678"/>
                <a:gd name="csY621" fmla="*/ 1351452 h 1365131"/>
                <a:gd name="csX622" fmla="*/ 1695843 w 2877678"/>
                <a:gd name="csY622" fmla="*/ 1343249 h 1365131"/>
                <a:gd name="csX623" fmla="*/ 1718404 w 2877678"/>
                <a:gd name="csY623" fmla="*/ 1306356 h 1365131"/>
                <a:gd name="csX624" fmla="*/ 1736861 w 2877678"/>
                <a:gd name="csY624" fmla="*/ 1286880 h 1365131"/>
                <a:gd name="csX625" fmla="*/ 1756351 w 2877678"/>
                <a:gd name="csY625" fmla="*/ 1268437 h 1365131"/>
                <a:gd name="csX626" fmla="*/ 1759423 w 2877678"/>
                <a:gd name="csY626" fmla="*/ 1243837 h 1365131"/>
                <a:gd name="csX627" fmla="*/ 1770703 w 2877678"/>
                <a:gd name="csY627" fmla="*/ 1223335 h 1365131"/>
                <a:gd name="csX628" fmla="*/ 1792238 w 2877678"/>
                <a:gd name="csY628" fmla="*/ 1200787 h 1365131"/>
                <a:gd name="csX629" fmla="*/ 1798395 w 2877678"/>
                <a:gd name="csY629" fmla="*/ 1192592 h 1365131"/>
                <a:gd name="csX630" fmla="*/ 1809676 w 2877678"/>
                <a:gd name="csY630" fmla="*/ 1161842 h 1365131"/>
                <a:gd name="csX631" fmla="*/ 1809676 w 2877678"/>
                <a:gd name="csY631" fmla="*/ 1150568 h 1365131"/>
                <a:gd name="csX632" fmla="*/ 1812747 w 2877678"/>
                <a:gd name="csY632" fmla="*/ 1128021 h 1365131"/>
                <a:gd name="csX633" fmla="*/ 1809676 w 2877678"/>
                <a:gd name="csY633" fmla="*/ 1116747 h 1365131"/>
                <a:gd name="csX634" fmla="*/ 1812754 w 2877678"/>
                <a:gd name="csY634" fmla="*/ 1092147 h 1365131"/>
                <a:gd name="csX635" fmla="*/ 1830185 w 2877678"/>
                <a:gd name="csY635" fmla="*/ 1065495 h 1365131"/>
                <a:gd name="csX636" fmla="*/ 1830185 w 2877678"/>
                <a:gd name="csY636" fmla="*/ 1047052 h 1365131"/>
                <a:gd name="csX637" fmla="*/ 1817878 w 2877678"/>
                <a:gd name="csY637" fmla="*/ 1036797 h 1365131"/>
                <a:gd name="csX638" fmla="*/ 1816852 w 2877678"/>
                <a:gd name="csY638" fmla="*/ 1029628 h 1365131"/>
                <a:gd name="csX639" fmla="*/ 1826080 w 2877678"/>
                <a:gd name="csY639" fmla="*/ 1034752 h 1365131"/>
                <a:gd name="csX640" fmla="*/ 1827106 w 2877678"/>
                <a:gd name="csY640" fmla="*/ 1026549 h 1365131"/>
                <a:gd name="csX641" fmla="*/ 1818904 w 2877678"/>
                <a:gd name="csY641" fmla="*/ 1012204 h 1365131"/>
                <a:gd name="csX642" fmla="*/ 1808650 w 2877678"/>
                <a:gd name="csY642" fmla="*/ 1001949 h 1365131"/>
                <a:gd name="csX643" fmla="*/ 1801474 w 2877678"/>
                <a:gd name="csY643" fmla="*/ 987604 h 1365131"/>
                <a:gd name="csX644" fmla="*/ 1775834 w 2877678"/>
                <a:gd name="csY644" fmla="*/ 982480 h 1365131"/>
                <a:gd name="csX645" fmla="*/ 1770710 w 2877678"/>
                <a:gd name="csY645" fmla="*/ 1002976 h 1365131"/>
                <a:gd name="csX646" fmla="*/ 1761482 w 2877678"/>
                <a:gd name="csY646" fmla="*/ 1004002 h 1365131"/>
                <a:gd name="csX647" fmla="*/ 1751220 w 2877678"/>
                <a:gd name="csY647" fmla="*/ 1009126 h 1365131"/>
                <a:gd name="csX648" fmla="*/ 1749175 w 2877678"/>
                <a:gd name="csY648" fmla="*/ 1005028 h 1365131"/>
                <a:gd name="csX649" fmla="*/ 1753273 w 2877678"/>
                <a:gd name="csY649" fmla="*/ 994780 h 1365131"/>
                <a:gd name="csX650" fmla="*/ 1748149 w 2877678"/>
                <a:gd name="csY650" fmla="*/ 983500 h 1365131"/>
                <a:gd name="csX651" fmla="*/ 1738920 w 2877678"/>
                <a:gd name="csY651" fmla="*/ 989650 h 1365131"/>
                <a:gd name="csX652" fmla="*/ 1731737 w 2877678"/>
                <a:gd name="csY652" fmla="*/ 997852 h 1365131"/>
                <a:gd name="csX653" fmla="*/ 1730718 w 2877678"/>
                <a:gd name="csY653" fmla="*/ 971200 h 1365131"/>
                <a:gd name="csX654" fmla="*/ 1714307 w 2877678"/>
                <a:gd name="csY654" fmla="*/ 967102 h 1365131"/>
                <a:gd name="csX655" fmla="*/ 1706104 w 2877678"/>
                <a:gd name="csY655" fmla="*/ 969154 h 1365131"/>
                <a:gd name="csX656" fmla="*/ 1694824 w 2877678"/>
                <a:gd name="csY656" fmla="*/ 961978 h 1365131"/>
                <a:gd name="csX657" fmla="*/ 1696876 w 2877678"/>
                <a:gd name="csY657" fmla="*/ 954802 h 1365131"/>
                <a:gd name="csX658" fmla="*/ 1711235 w 2877678"/>
                <a:gd name="csY658" fmla="*/ 949678 h 1365131"/>
                <a:gd name="csX659" fmla="*/ 1723535 w 2877678"/>
                <a:gd name="csY659" fmla="*/ 937378 h 1365131"/>
                <a:gd name="csX660" fmla="*/ 1741999 w 2877678"/>
                <a:gd name="csY660" fmla="*/ 924059 h 1365131"/>
                <a:gd name="csX661" fmla="*/ 1748149 w 2877678"/>
                <a:gd name="csY661" fmla="*/ 914830 h 1365131"/>
                <a:gd name="csX662" fmla="*/ 1764553 w 2877678"/>
                <a:gd name="csY662" fmla="*/ 895361 h 1365131"/>
                <a:gd name="csX663" fmla="*/ 1765579 w 2877678"/>
                <a:gd name="csY663" fmla="*/ 885107 h 1365131"/>
                <a:gd name="csX664" fmla="*/ 1790193 w 2877678"/>
                <a:gd name="csY664" fmla="*/ 867690 h 1365131"/>
                <a:gd name="csX665" fmla="*/ 1809676 w 2877678"/>
                <a:gd name="csY665" fmla="*/ 845135 h 1365131"/>
                <a:gd name="csX666" fmla="*/ 1813780 w 2877678"/>
                <a:gd name="csY666" fmla="*/ 832842 h 1365131"/>
                <a:gd name="csX667" fmla="*/ 1837368 w 2877678"/>
                <a:gd name="csY667" fmla="*/ 812340 h 1365131"/>
                <a:gd name="csX668" fmla="*/ 1841466 w 2877678"/>
                <a:gd name="csY668" fmla="*/ 800040 h 1365131"/>
                <a:gd name="csX669" fmla="*/ 1859929 w 2877678"/>
                <a:gd name="csY669" fmla="*/ 785695 h 1365131"/>
                <a:gd name="csX670" fmla="*/ 1879412 w 2877678"/>
                <a:gd name="csY670" fmla="*/ 781590 h 1365131"/>
                <a:gd name="csX671" fmla="*/ 1896843 w 2877678"/>
                <a:gd name="csY671" fmla="*/ 782616 h 1365131"/>
                <a:gd name="csX672" fmla="*/ 1908123 w 2877678"/>
                <a:gd name="csY672" fmla="*/ 778518 h 1365131"/>
                <a:gd name="csX673" fmla="*/ 1929659 w 2877678"/>
                <a:gd name="csY673" fmla="*/ 779545 h 1365131"/>
                <a:gd name="csX674" fmla="*/ 1923509 w 2877678"/>
                <a:gd name="csY674" fmla="*/ 786721 h 1365131"/>
                <a:gd name="csX675" fmla="*/ 1928633 w 2877678"/>
                <a:gd name="csY675" fmla="*/ 793890 h 1365131"/>
                <a:gd name="csX676" fmla="*/ 1938887 w 2877678"/>
                <a:gd name="csY676" fmla="*/ 790818 h 1365131"/>
                <a:gd name="csX677" fmla="*/ 1948115 w 2877678"/>
                <a:gd name="csY677" fmla="*/ 780571 h 1365131"/>
                <a:gd name="csX678" fmla="*/ 1956318 w 2877678"/>
                <a:gd name="csY678" fmla="*/ 786721 h 1365131"/>
                <a:gd name="csX679" fmla="*/ 1979905 w 2877678"/>
                <a:gd name="csY679" fmla="*/ 784668 h 1365131"/>
                <a:gd name="csX680" fmla="*/ 1988114 w 2877678"/>
                <a:gd name="csY680" fmla="*/ 786721 h 1365131"/>
                <a:gd name="csX681" fmla="*/ 1999395 w 2877678"/>
                <a:gd name="csY681" fmla="*/ 769297 h 1365131"/>
                <a:gd name="csX682" fmla="*/ 2014773 w 2877678"/>
                <a:gd name="csY682" fmla="*/ 768271 h 1365131"/>
                <a:gd name="csX683" fmla="*/ 2027080 w 2877678"/>
                <a:gd name="csY683" fmla="*/ 770323 h 1365131"/>
                <a:gd name="csX684" fmla="*/ 2052720 w 2877678"/>
                <a:gd name="csY684" fmla="*/ 771342 h 1365131"/>
                <a:gd name="csX685" fmla="*/ 2057844 w 2877678"/>
                <a:gd name="csY685" fmla="*/ 782623 h 1365131"/>
                <a:gd name="csX686" fmla="*/ 2049641 w 2877678"/>
                <a:gd name="csY686" fmla="*/ 787747 h 1365131"/>
                <a:gd name="csX687" fmla="*/ 2044511 w 2877678"/>
                <a:gd name="csY687" fmla="*/ 794923 h 1365131"/>
                <a:gd name="csX688" fmla="*/ 2051694 w 2877678"/>
                <a:gd name="csY688" fmla="*/ 800047 h 1365131"/>
                <a:gd name="csX689" fmla="*/ 2062974 w 2877678"/>
                <a:gd name="csY689" fmla="*/ 793897 h 1365131"/>
                <a:gd name="csX690" fmla="*/ 2076300 w 2877678"/>
                <a:gd name="csY690" fmla="*/ 797995 h 1365131"/>
                <a:gd name="csX691" fmla="*/ 2091686 w 2877678"/>
                <a:gd name="csY691" fmla="*/ 785695 h 1365131"/>
                <a:gd name="csX692" fmla="*/ 2100914 w 2877678"/>
                <a:gd name="csY692" fmla="*/ 796968 h 1365131"/>
                <a:gd name="csX693" fmla="*/ 2109116 w 2877678"/>
                <a:gd name="csY693" fmla="*/ 797995 h 1365131"/>
                <a:gd name="csX694" fmla="*/ 2111169 w 2877678"/>
                <a:gd name="csY694" fmla="*/ 788773 h 1365131"/>
                <a:gd name="csX695" fmla="*/ 2127573 w 2877678"/>
                <a:gd name="csY695" fmla="*/ 785695 h 1365131"/>
                <a:gd name="csX696" fmla="*/ 2127573 w 2877678"/>
                <a:gd name="csY696" fmla="*/ 773395 h 1365131"/>
                <a:gd name="csX697" fmla="*/ 2118345 w 2877678"/>
                <a:gd name="csY697" fmla="*/ 768271 h 1365131"/>
                <a:gd name="csX698" fmla="*/ 2108090 w 2877678"/>
                <a:gd name="csY698" fmla="*/ 772368 h 1365131"/>
                <a:gd name="csX699" fmla="*/ 2107064 w 2877678"/>
                <a:gd name="csY699" fmla="*/ 759049 h 1365131"/>
                <a:gd name="csX700" fmla="*/ 2115266 w 2877678"/>
                <a:gd name="csY700" fmla="*/ 751873 h 1365131"/>
                <a:gd name="csX701" fmla="*/ 2123475 w 2877678"/>
                <a:gd name="csY701" fmla="*/ 739573 h 1365131"/>
                <a:gd name="csX702" fmla="*/ 2139880 w 2877678"/>
                <a:gd name="csY702" fmla="*/ 727273 h 1365131"/>
                <a:gd name="csX703" fmla="*/ 2139880 w 2877678"/>
                <a:gd name="csY703" fmla="*/ 719078 h 1365131"/>
                <a:gd name="csX704" fmla="*/ 2161415 w 2877678"/>
                <a:gd name="csY704" fmla="*/ 700628 h 1365131"/>
                <a:gd name="csX705" fmla="*/ 2158344 w 2877678"/>
                <a:gd name="csY705" fmla="*/ 686276 h 1365131"/>
                <a:gd name="csX706" fmla="*/ 2162496 w 2877678"/>
                <a:gd name="csY706" fmla="*/ 683238 h 1365131"/>
                <a:gd name="csX707" fmla="*/ 2173722 w 2877678"/>
                <a:gd name="csY707" fmla="*/ 675002 h 1365131"/>
                <a:gd name="csX708" fmla="*/ 2200388 w 2877678"/>
                <a:gd name="csY708" fmla="*/ 673982 h 1365131"/>
                <a:gd name="csX709" fmla="*/ 2209616 w 2877678"/>
                <a:gd name="csY709" fmla="*/ 665780 h 1365131"/>
                <a:gd name="csX710" fmla="*/ 2221923 w 2877678"/>
                <a:gd name="csY710" fmla="*/ 675002 h 1365131"/>
                <a:gd name="csX711" fmla="*/ 2226021 w 2877678"/>
                <a:gd name="csY711" fmla="*/ 671930 h 1365131"/>
                <a:gd name="csX712" fmla="*/ 2231151 w 2877678"/>
                <a:gd name="csY712" fmla="*/ 665780 h 1365131"/>
                <a:gd name="csX713" fmla="*/ 2239354 w 2877678"/>
                <a:gd name="csY713" fmla="*/ 672956 h 1365131"/>
                <a:gd name="csX714" fmla="*/ 2237883 w 2877678"/>
                <a:gd name="csY714" fmla="*/ 683238 h 1365131"/>
                <a:gd name="csX715" fmla="*/ 2278299 w 2877678"/>
                <a:gd name="csY715" fmla="*/ 683238 h 1365131"/>
                <a:gd name="csX716" fmla="*/ 2278320 w 2877678"/>
                <a:gd name="csY716" fmla="*/ 683204 h 1365131"/>
                <a:gd name="csX717" fmla="*/ 2296776 w 2877678"/>
                <a:gd name="csY717" fmla="*/ 682185 h 1365131"/>
                <a:gd name="csX718" fmla="*/ 2299855 w 2877678"/>
                <a:gd name="csY718" fmla="*/ 672956 h 1365131"/>
                <a:gd name="csX719" fmla="*/ 2294731 w 2877678"/>
                <a:gd name="csY719" fmla="*/ 665780 h 1365131"/>
                <a:gd name="csX720" fmla="*/ 2306012 w 2877678"/>
                <a:gd name="csY720" fmla="*/ 637083 h 1365131"/>
                <a:gd name="csX721" fmla="*/ 2326521 w 2877678"/>
                <a:gd name="csY721" fmla="*/ 627861 h 1365131"/>
                <a:gd name="csX722" fmla="*/ 2339854 w 2877678"/>
                <a:gd name="csY722" fmla="*/ 641180 h 1365131"/>
                <a:gd name="csX723" fmla="*/ 2325494 w 2877678"/>
                <a:gd name="csY723" fmla="*/ 646311 h 1365131"/>
                <a:gd name="csX724" fmla="*/ 2320364 w 2877678"/>
                <a:gd name="csY724" fmla="*/ 664754 h 1365131"/>
                <a:gd name="csX725" fmla="*/ 2316266 w 2877678"/>
                <a:gd name="csY725" fmla="*/ 675009 h 1365131"/>
                <a:gd name="csX726" fmla="*/ 2315274 w 2877678"/>
                <a:gd name="csY726" fmla="*/ 683238 h 1365131"/>
                <a:gd name="csX727" fmla="*/ 2524004 w 2877678"/>
                <a:gd name="csY727" fmla="*/ 683238 h 1365131"/>
                <a:gd name="csX728" fmla="*/ 2526481 w 2877678"/>
                <a:gd name="csY728" fmla="*/ 680132 h 1365131"/>
                <a:gd name="csX729" fmla="*/ 2538787 w 2877678"/>
                <a:gd name="csY729" fmla="*/ 678087 h 1365131"/>
                <a:gd name="csX730" fmla="*/ 2554173 w 2877678"/>
                <a:gd name="csY730" fmla="*/ 662709 h 1365131"/>
                <a:gd name="csX731" fmla="*/ 2581858 w 2877678"/>
                <a:gd name="csY731" fmla="*/ 656566 h 1365131"/>
                <a:gd name="csX732" fmla="*/ 2590067 w 2877678"/>
                <a:gd name="csY732" fmla="*/ 643239 h 1365131"/>
                <a:gd name="csX733" fmla="*/ 2614674 w 2877678"/>
                <a:gd name="csY733" fmla="*/ 639142 h 1365131"/>
                <a:gd name="csX734" fmla="*/ 2626980 w 2877678"/>
                <a:gd name="csY734" fmla="*/ 646311 h 1365131"/>
                <a:gd name="csX735" fmla="*/ 2647489 w 2877678"/>
                <a:gd name="csY735" fmla="*/ 650416 h 1365131"/>
                <a:gd name="csX736" fmla="*/ 2648516 w 2877678"/>
                <a:gd name="csY736" fmla="*/ 641187 h 1365131"/>
                <a:gd name="csX737" fmla="*/ 2654672 w 2877678"/>
                <a:gd name="csY737" fmla="*/ 625816 h 1365131"/>
                <a:gd name="csX738" fmla="*/ 2648516 w 2877678"/>
                <a:gd name="csY738" fmla="*/ 620692 h 1365131"/>
                <a:gd name="csX739" fmla="*/ 2646463 w 2877678"/>
                <a:gd name="csY739" fmla="*/ 601216 h 1365131"/>
                <a:gd name="csX740" fmla="*/ 2638261 w 2877678"/>
                <a:gd name="csY740" fmla="*/ 594040 h 1365131"/>
                <a:gd name="csX741" fmla="*/ 2638261 w 2877678"/>
                <a:gd name="csY741" fmla="*/ 567394 h 1365131"/>
                <a:gd name="csX742" fmla="*/ 2630059 w 2877678"/>
                <a:gd name="csY742" fmla="*/ 561244 h 1365131"/>
                <a:gd name="csX743" fmla="*/ 2631085 w 2877678"/>
                <a:gd name="csY743" fmla="*/ 552016 h 1365131"/>
                <a:gd name="csX744" fmla="*/ 2623909 w 2877678"/>
                <a:gd name="csY744" fmla="*/ 548944 h 1365131"/>
                <a:gd name="csX745" fmla="*/ 2620830 w 2877678"/>
                <a:gd name="csY745" fmla="*/ 558166 h 1365131"/>
                <a:gd name="csX746" fmla="*/ 2608524 w 2877678"/>
                <a:gd name="csY746" fmla="*/ 547918 h 1365131"/>
                <a:gd name="csX747" fmla="*/ 2601347 w 2877678"/>
                <a:gd name="csY747" fmla="*/ 542794 h 1365131"/>
                <a:gd name="csX748" fmla="*/ 2588015 w 2877678"/>
                <a:gd name="csY748" fmla="*/ 539723 h 1365131"/>
                <a:gd name="csX749" fmla="*/ 2581865 w 2877678"/>
                <a:gd name="csY749" fmla="*/ 525371 h 1365131"/>
                <a:gd name="csX750" fmla="*/ 2592119 w 2877678"/>
                <a:gd name="csY750" fmla="*/ 526397 h 1365131"/>
                <a:gd name="csX751" fmla="*/ 2597243 w 2877678"/>
                <a:gd name="csY751" fmla="*/ 533573 h 1365131"/>
                <a:gd name="csX752" fmla="*/ 2601347 w 2877678"/>
                <a:gd name="csY752" fmla="*/ 529475 h 1365131"/>
                <a:gd name="csX753" fmla="*/ 2592119 w 2877678"/>
                <a:gd name="csY753" fmla="*/ 521273 h 1365131"/>
                <a:gd name="csX754" fmla="*/ 2601347 w 2877678"/>
                <a:gd name="csY754" fmla="*/ 516149 h 1365131"/>
                <a:gd name="csX755" fmla="*/ 2611602 w 2877678"/>
                <a:gd name="csY755" fmla="*/ 527423 h 1365131"/>
                <a:gd name="csX756" fmla="*/ 2616733 w 2877678"/>
                <a:gd name="csY756" fmla="*/ 537671 h 1365131"/>
                <a:gd name="csX757" fmla="*/ 2645444 w 2877678"/>
                <a:gd name="csY757" fmla="*/ 535625 h 1365131"/>
                <a:gd name="csX758" fmla="*/ 2654672 w 2877678"/>
                <a:gd name="csY758" fmla="*/ 524344 h 1365131"/>
                <a:gd name="csX759" fmla="*/ 2660822 w 2877678"/>
                <a:gd name="csY759" fmla="*/ 520247 h 1365131"/>
                <a:gd name="csX760" fmla="*/ 2677234 w 2877678"/>
                <a:gd name="csY760" fmla="*/ 500771 h 1365131"/>
                <a:gd name="csX761" fmla="*/ 2673129 w 2877678"/>
                <a:gd name="csY761" fmla="*/ 487451 h 1365131"/>
                <a:gd name="csX762" fmla="*/ 2664927 w 2877678"/>
                <a:gd name="csY762" fmla="*/ 464904 h 1365131"/>
                <a:gd name="csX763" fmla="*/ 2677234 w 2877678"/>
                <a:gd name="csY763" fmla="*/ 456701 h 1365131"/>
                <a:gd name="csX764" fmla="*/ 2682364 w 2877678"/>
                <a:gd name="csY764" fmla="*/ 458754 h 1365131"/>
                <a:gd name="csX765" fmla="*/ 2693638 w 2877678"/>
                <a:gd name="csY765" fmla="*/ 453623 h 1365131"/>
                <a:gd name="csX766" fmla="*/ 2694664 w 2877678"/>
                <a:gd name="csY766" fmla="*/ 463878 h 1365131"/>
                <a:gd name="csX767" fmla="*/ 2692612 w 2877678"/>
                <a:gd name="csY767" fmla="*/ 473099 h 1365131"/>
                <a:gd name="csX768" fmla="*/ 2691586 w 2877678"/>
                <a:gd name="csY768" fmla="*/ 489497 h 1365131"/>
                <a:gd name="csX769" fmla="*/ 2698769 w 2877678"/>
                <a:gd name="csY769" fmla="*/ 497699 h 1365131"/>
                <a:gd name="csX770" fmla="*/ 2714147 w 2877678"/>
                <a:gd name="csY770" fmla="*/ 496673 h 1365131"/>
                <a:gd name="csX771" fmla="*/ 2728506 w 2877678"/>
                <a:gd name="csY771" fmla="*/ 494627 h 1365131"/>
                <a:gd name="csX772" fmla="*/ 2744911 w 2877678"/>
                <a:gd name="csY772" fmla="*/ 500777 h 1365131"/>
                <a:gd name="csX773" fmla="*/ 2749015 w 2877678"/>
                <a:gd name="csY773" fmla="*/ 506927 h 1365131"/>
                <a:gd name="csX774" fmla="*/ 2752087 w 2877678"/>
                <a:gd name="csY774" fmla="*/ 532547 h 1365131"/>
                <a:gd name="csX775" fmla="*/ 2769524 w 2877678"/>
                <a:gd name="csY775" fmla="*/ 529475 h 1365131"/>
                <a:gd name="csX776" fmla="*/ 2780805 w 2877678"/>
                <a:gd name="csY776" fmla="*/ 535625 h 1365131"/>
                <a:gd name="csX777" fmla="*/ 2791060 w 2877678"/>
                <a:gd name="csY777" fmla="*/ 550997 h 1365131"/>
                <a:gd name="csX778" fmla="*/ 2803366 w 2877678"/>
                <a:gd name="csY778" fmla="*/ 558173 h 1365131"/>
                <a:gd name="csX779" fmla="*/ 2822849 w 2877678"/>
                <a:gd name="csY779" fmla="*/ 549970 h 1365131"/>
                <a:gd name="csX780" fmla="*/ 2812595 w 2877678"/>
                <a:gd name="csY780" fmla="*/ 540749 h 1365131"/>
                <a:gd name="csX781" fmla="*/ 2813621 w 2877678"/>
                <a:gd name="csY781" fmla="*/ 528449 h 1365131"/>
                <a:gd name="csX782" fmla="*/ 2827973 w 2877678"/>
                <a:gd name="csY782" fmla="*/ 517175 h 1365131"/>
                <a:gd name="csX783" fmla="*/ 2819771 w 2877678"/>
                <a:gd name="csY783" fmla="*/ 507954 h 1365131"/>
                <a:gd name="csX784" fmla="*/ 2824902 w 2877678"/>
                <a:gd name="csY784" fmla="*/ 503849 h 1365131"/>
                <a:gd name="csX785" fmla="*/ 2827973 w 2877678"/>
                <a:gd name="csY785" fmla="*/ 496673 h 1365131"/>
                <a:gd name="csX786" fmla="*/ 2855665 w 2877678"/>
                <a:gd name="csY786" fmla="*/ 490530 h 1365131"/>
                <a:gd name="csX787" fmla="*/ 2862841 w 2877678"/>
                <a:gd name="csY787" fmla="*/ 482328 h 1365131"/>
                <a:gd name="csX788" fmla="*/ 2864894 w 2877678"/>
                <a:gd name="csY788" fmla="*/ 471054 h 1365131"/>
                <a:gd name="csX789" fmla="*/ 2878733 w 2877678"/>
                <a:gd name="csY789" fmla="*/ 469514 h 1365131"/>
                <a:gd name="csX790" fmla="*/ 2881818 w 2877678"/>
                <a:gd name="csY790" fmla="*/ 458754 h 1365131"/>
                <a:gd name="csX791" fmla="*/ 2855665 w 2877678"/>
                <a:gd name="csY791" fmla="*/ 444805 h 1365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 ang="0">
                  <a:pos x="csX734" y="csY734"/>
                </a:cxn>
                <a:cxn ang="0">
                  <a:pos x="csX735" y="csY735"/>
                </a:cxn>
                <a:cxn ang="0">
                  <a:pos x="csX736" y="csY736"/>
                </a:cxn>
                <a:cxn ang="0">
                  <a:pos x="csX737" y="csY737"/>
                </a:cxn>
                <a:cxn ang="0">
                  <a:pos x="csX738" y="csY738"/>
                </a:cxn>
                <a:cxn ang="0">
                  <a:pos x="csX739" y="csY739"/>
                </a:cxn>
                <a:cxn ang="0">
                  <a:pos x="csX740" y="csY740"/>
                </a:cxn>
                <a:cxn ang="0">
                  <a:pos x="csX741" y="csY741"/>
                </a:cxn>
                <a:cxn ang="0">
                  <a:pos x="csX742" y="csY742"/>
                </a:cxn>
                <a:cxn ang="0">
                  <a:pos x="csX743" y="csY743"/>
                </a:cxn>
                <a:cxn ang="0">
                  <a:pos x="csX744" y="csY744"/>
                </a:cxn>
                <a:cxn ang="0">
                  <a:pos x="csX745" y="csY745"/>
                </a:cxn>
                <a:cxn ang="0">
                  <a:pos x="csX746" y="csY746"/>
                </a:cxn>
                <a:cxn ang="0">
                  <a:pos x="csX747" y="csY747"/>
                </a:cxn>
                <a:cxn ang="0">
                  <a:pos x="csX748" y="csY748"/>
                </a:cxn>
                <a:cxn ang="0">
                  <a:pos x="csX749" y="csY749"/>
                </a:cxn>
                <a:cxn ang="0">
                  <a:pos x="csX750" y="csY750"/>
                </a:cxn>
                <a:cxn ang="0">
                  <a:pos x="csX751" y="csY751"/>
                </a:cxn>
                <a:cxn ang="0">
                  <a:pos x="csX752" y="csY752"/>
                </a:cxn>
                <a:cxn ang="0">
                  <a:pos x="csX753" y="csY753"/>
                </a:cxn>
                <a:cxn ang="0">
                  <a:pos x="csX754" y="csY754"/>
                </a:cxn>
                <a:cxn ang="0">
                  <a:pos x="csX755" y="csY755"/>
                </a:cxn>
                <a:cxn ang="0">
                  <a:pos x="csX756" y="csY756"/>
                </a:cxn>
                <a:cxn ang="0">
                  <a:pos x="csX757" y="csY757"/>
                </a:cxn>
                <a:cxn ang="0">
                  <a:pos x="csX758" y="csY758"/>
                </a:cxn>
                <a:cxn ang="0">
                  <a:pos x="csX759" y="csY759"/>
                </a:cxn>
                <a:cxn ang="0">
                  <a:pos x="csX760" y="csY760"/>
                </a:cxn>
                <a:cxn ang="0">
                  <a:pos x="csX761" y="csY761"/>
                </a:cxn>
                <a:cxn ang="0">
                  <a:pos x="csX762" y="csY762"/>
                </a:cxn>
                <a:cxn ang="0">
                  <a:pos x="csX763" y="csY763"/>
                </a:cxn>
                <a:cxn ang="0">
                  <a:pos x="csX764" y="csY764"/>
                </a:cxn>
                <a:cxn ang="0">
                  <a:pos x="csX765" y="csY765"/>
                </a:cxn>
                <a:cxn ang="0">
                  <a:pos x="csX766" y="csY766"/>
                </a:cxn>
                <a:cxn ang="0">
                  <a:pos x="csX767" y="csY767"/>
                </a:cxn>
                <a:cxn ang="0">
                  <a:pos x="csX768" y="csY768"/>
                </a:cxn>
                <a:cxn ang="0">
                  <a:pos x="csX769" y="csY769"/>
                </a:cxn>
                <a:cxn ang="0">
                  <a:pos x="csX770" y="csY770"/>
                </a:cxn>
                <a:cxn ang="0">
                  <a:pos x="csX771" y="csY771"/>
                </a:cxn>
                <a:cxn ang="0">
                  <a:pos x="csX772" y="csY772"/>
                </a:cxn>
                <a:cxn ang="0">
                  <a:pos x="csX773" y="csY773"/>
                </a:cxn>
                <a:cxn ang="0">
                  <a:pos x="csX774" y="csY774"/>
                </a:cxn>
                <a:cxn ang="0">
                  <a:pos x="csX775" y="csY775"/>
                </a:cxn>
                <a:cxn ang="0">
                  <a:pos x="csX776" y="csY776"/>
                </a:cxn>
                <a:cxn ang="0">
                  <a:pos x="csX777" y="csY777"/>
                </a:cxn>
                <a:cxn ang="0">
                  <a:pos x="csX778" y="csY778"/>
                </a:cxn>
                <a:cxn ang="0">
                  <a:pos x="csX779" y="csY779"/>
                </a:cxn>
                <a:cxn ang="0">
                  <a:pos x="csX780" y="csY780"/>
                </a:cxn>
                <a:cxn ang="0">
                  <a:pos x="csX781" y="csY781"/>
                </a:cxn>
                <a:cxn ang="0">
                  <a:pos x="csX782" y="csY782"/>
                </a:cxn>
                <a:cxn ang="0">
                  <a:pos x="csX783" y="csY783"/>
                </a:cxn>
                <a:cxn ang="0">
                  <a:pos x="csX784" y="csY784"/>
                </a:cxn>
                <a:cxn ang="0">
                  <a:pos x="csX785" y="csY785"/>
                </a:cxn>
                <a:cxn ang="0">
                  <a:pos x="csX786" y="csY786"/>
                </a:cxn>
                <a:cxn ang="0">
                  <a:pos x="csX787" y="csY787"/>
                </a:cxn>
                <a:cxn ang="0">
                  <a:pos x="csX788" y="csY788"/>
                </a:cxn>
                <a:cxn ang="0">
                  <a:pos x="csX789" y="csY789"/>
                </a:cxn>
                <a:cxn ang="0">
                  <a:pos x="csX790" y="csY790"/>
                </a:cxn>
                <a:cxn ang="0">
                  <a:pos x="csX791" y="csY791"/>
                </a:cxn>
              </a:cxnLst>
              <a:rect l="l" t="t" r="r" b="b"/>
              <a:pathLst>
                <a:path w="2877678" h="1365131">
                  <a:moveTo>
                    <a:pt x="2855665" y="444805"/>
                  </a:moveTo>
                  <a:lnTo>
                    <a:pt x="2829512" y="426355"/>
                  </a:lnTo>
                  <a:lnTo>
                    <a:pt x="2817212" y="428202"/>
                  </a:lnTo>
                  <a:lnTo>
                    <a:pt x="2804906" y="425432"/>
                  </a:lnTo>
                  <a:lnTo>
                    <a:pt x="2783370" y="425432"/>
                  </a:lnTo>
                  <a:lnTo>
                    <a:pt x="2787981" y="434660"/>
                  </a:lnTo>
                  <a:lnTo>
                    <a:pt x="2786442" y="441118"/>
                  </a:lnTo>
                  <a:lnTo>
                    <a:pt x="2792599" y="445729"/>
                  </a:lnTo>
                  <a:lnTo>
                    <a:pt x="2787981" y="451263"/>
                  </a:lnTo>
                  <a:lnTo>
                    <a:pt x="2767985" y="438347"/>
                  </a:lnTo>
                  <a:lnTo>
                    <a:pt x="2777214" y="430966"/>
                  </a:lnTo>
                  <a:lnTo>
                    <a:pt x="2774142" y="418050"/>
                  </a:lnTo>
                  <a:lnTo>
                    <a:pt x="2754146" y="404218"/>
                  </a:lnTo>
                  <a:lnTo>
                    <a:pt x="2743378" y="406058"/>
                  </a:lnTo>
                  <a:lnTo>
                    <a:pt x="2743378" y="398684"/>
                  </a:lnTo>
                  <a:lnTo>
                    <a:pt x="2732611" y="396837"/>
                  </a:lnTo>
                  <a:lnTo>
                    <a:pt x="2732611" y="392226"/>
                  </a:lnTo>
                  <a:lnTo>
                    <a:pt x="2718765" y="389455"/>
                  </a:lnTo>
                  <a:lnTo>
                    <a:pt x="2688001" y="374699"/>
                  </a:lnTo>
                  <a:lnTo>
                    <a:pt x="2688001" y="370082"/>
                  </a:lnTo>
                  <a:lnTo>
                    <a:pt x="2677234" y="363624"/>
                  </a:lnTo>
                  <a:lnTo>
                    <a:pt x="2663388" y="363624"/>
                  </a:lnTo>
                  <a:lnTo>
                    <a:pt x="2661855" y="358097"/>
                  </a:lnTo>
                  <a:lnTo>
                    <a:pt x="2641859" y="346104"/>
                  </a:lnTo>
                  <a:lnTo>
                    <a:pt x="2628013" y="344257"/>
                  </a:lnTo>
                  <a:lnTo>
                    <a:pt x="2612628" y="336876"/>
                  </a:lnTo>
                  <a:lnTo>
                    <a:pt x="2601861" y="336876"/>
                  </a:lnTo>
                  <a:lnTo>
                    <a:pt x="2575715" y="328571"/>
                  </a:lnTo>
                  <a:lnTo>
                    <a:pt x="2569558" y="330418"/>
                  </a:lnTo>
                  <a:lnTo>
                    <a:pt x="2560336" y="327655"/>
                  </a:lnTo>
                  <a:lnTo>
                    <a:pt x="2546490" y="326731"/>
                  </a:lnTo>
                  <a:lnTo>
                    <a:pt x="2529566" y="324884"/>
                  </a:lnTo>
                  <a:lnTo>
                    <a:pt x="2520337" y="327655"/>
                  </a:lnTo>
                  <a:lnTo>
                    <a:pt x="2508031" y="325807"/>
                  </a:lnTo>
                  <a:lnTo>
                    <a:pt x="2460349" y="316579"/>
                  </a:lnTo>
                  <a:lnTo>
                    <a:pt x="2454193" y="323037"/>
                  </a:lnTo>
                  <a:lnTo>
                    <a:pt x="2461889" y="327648"/>
                  </a:lnTo>
                  <a:lnTo>
                    <a:pt x="2457271" y="331342"/>
                  </a:lnTo>
                  <a:lnTo>
                    <a:pt x="2451121" y="332265"/>
                  </a:lnTo>
                  <a:lnTo>
                    <a:pt x="2448043" y="336876"/>
                  </a:lnTo>
                  <a:lnTo>
                    <a:pt x="2472656" y="350708"/>
                  </a:lnTo>
                  <a:lnTo>
                    <a:pt x="2468039" y="363624"/>
                  </a:lnTo>
                  <a:lnTo>
                    <a:pt x="2437275" y="362707"/>
                  </a:lnTo>
                  <a:lnTo>
                    <a:pt x="2434197" y="352555"/>
                  </a:lnTo>
                  <a:lnTo>
                    <a:pt x="2414201" y="351632"/>
                  </a:lnTo>
                  <a:lnTo>
                    <a:pt x="2404972" y="336876"/>
                  </a:lnTo>
                  <a:lnTo>
                    <a:pt x="2397283" y="332258"/>
                  </a:lnTo>
                  <a:lnTo>
                    <a:pt x="2383437" y="342410"/>
                  </a:lnTo>
                  <a:lnTo>
                    <a:pt x="2338827" y="339640"/>
                  </a:lnTo>
                  <a:lnTo>
                    <a:pt x="2318831" y="331342"/>
                  </a:lnTo>
                  <a:lnTo>
                    <a:pt x="2308064" y="335029"/>
                  </a:lnTo>
                  <a:lnTo>
                    <a:pt x="2294225" y="332258"/>
                  </a:lnTo>
                  <a:lnTo>
                    <a:pt x="2280379" y="337793"/>
                  </a:lnTo>
                  <a:lnTo>
                    <a:pt x="2272689" y="336876"/>
                  </a:lnTo>
                  <a:lnTo>
                    <a:pt x="2268072" y="338716"/>
                  </a:lnTo>
                  <a:lnTo>
                    <a:pt x="2260383" y="337793"/>
                  </a:lnTo>
                  <a:lnTo>
                    <a:pt x="2255765" y="339640"/>
                  </a:lnTo>
                  <a:lnTo>
                    <a:pt x="2251154" y="335953"/>
                  </a:lnTo>
                  <a:lnTo>
                    <a:pt x="2243458" y="336876"/>
                  </a:lnTo>
                  <a:lnTo>
                    <a:pt x="2229619" y="331335"/>
                  </a:lnTo>
                  <a:lnTo>
                    <a:pt x="2226541" y="320266"/>
                  </a:lnTo>
                  <a:lnTo>
                    <a:pt x="2235769" y="311968"/>
                  </a:lnTo>
                  <a:lnTo>
                    <a:pt x="2231158" y="299053"/>
                  </a:lnTo>
                  <a:lnTo>
                    <a:pt x="2205005" y="284290"/>
                  </a:lnTo>
                  <a:lnTo>
                    <a:pt x="2186549" y="282450"/>
                  </a:lnTo>
                  <a:lnTo>
                    <a:pt x="2166553" y="277832"/>
                  </a:lnTo>
                  <a:lnTo>
                    <a:pt x="2141939" y="278756"/>
                  </a:lnTo>
                  <a:lnTo>
                    <a:pt x="2105026" y="289824"/>
                  </a:lnTo>
                  <a:lnTo>
                    <a:pt x="2077333" y="292595"/>
                  </a:lnTo>
                  <a:lnTo>
                    <a:pt x="2061955" y="287061"/>
                  </a:lnTo>
                  <a:lnTo>
                    <a:pt x="2060416" y="279679"/>
                  </a:lnTo>
                  <a:lnTo>
                    <a:pt x="2043498" y="269534"/>
                  </a:lnTo>
                  <a:lnTo>
                    <a:pt x="2020424" y="260306"/>
                  </a:lnTo>
                  <a:lnTo>
                    <a:pt x="2000428" y="256619"/>
                  </a:lnTo>
                  <a:lnTo>
                    <a:pt x="1998889" y="250161"/>
                  </a:lnTo>
                  <a:lnTo>
                    <a:pt x="2008117" y="251084"/>
                  </a:lnTo>
                  <a:lnTo>
                    <a:pt x="2017345" y="252924"/>
                  </a:lnTo>
                  <a:lnTo>
                    <a:pt x="2018885" y="240932"/>
                  </a:lnTo>
                  <a:lnTo>
                    <a:pt x="2009656" y="240016"/>
                  </a:lnTo>
                  <a:lnTo>
                    <a:pt x="1992739" y="232634"/>
                  </a:lnTo>
                  <a:lnTo>
                    <a:pt x="1958897" y="232634"/>
                  </a:lnTo>
                  <a:lnTo>
                    <a:pt x="1948129" y="246473"/>
                  </a:lnTo>
                  <a:lnTo>
                    <a:pt x="1929672" y="254771"/>
                  </a:lnTo>
                  <a:lnTo>
                    <a:pt x="1906598" y="259382"/>
                  </a:lnTo>
                  <a:lnTo>
                    <a:pt x="1903519" y="247390"/>
                  </a:lnTo>
                  <a:lnTo>
                    <a:pt x="1918905" y="247390"/>
                  </a:lnTo>
                  <a:lnTo>
                    <a:pt x="1921976" y="237245"/>
                  </a:lnTo>
                  <a:lnTo>
                    <a:pt x="1895830" y="239092"/>
                  </a:lnTo>
                  <a:lnTo>
                    <a:pt x="1889680" y="234481"/>
                  </a:lnTo>
                  <a:lnTo>
                    <a:pt x="1898902" y="227100"/>
                  </a:lnTo>
                  <a:lnTo>
                    <a:pt x="1918905" y="227100"/>
                  </a:lnTo>
                  <a:lnTo>
                    <a:pt x="1938901" y="229864"/>
                  </a:lnTo>
                  <a:lnTo>
                    <a:pt x="1898902" y="217878"/>
                  </a:lnTo>
                  <a:lnTo>
                    <a:pt x="1877374" y="216031"/>
                  </a:lnTo>
                  <a:lnTo>
                    <a:pt x="1849682" y="212337"/>
                  </a:lnTo>
                  <a:lnTo>
                    <a:pt x="1832764" y="213261"/>
                  </a:lnTo>
                  <a:lnTo>
                    <a:pt x="1829686" y="208650"/>
                  </a:lnTo>
                  <a:lnTo>
                    <a:pt x="1823536" y="206803"/>
                  </a:lnTo>
                  <a:lnTo>
                    <a:pt x="1820457" y="211414"/>
                  </a:lnTo>
                  <a:lnTo>
                    <a:pt x="1825075" y="216025"/>
                  </a:lnTo>
                  <a:lnTo>
                    <a:pt x="1808150" y="224329"/>
                  </a:lnTo>
                  <a:lnTo>
                    <a:pt x="1795844" y="225253"/>
                  </a:lnTo>
                  <a:lnTo>
                    <a:pt x="1786615" y="223406"/>
                  </a:lnTo>
                  <a:lnTo>
                    <a:pt x="1783544" y="233558"/>
                  </a:lnTo>
                  <a:lnTo>
                    <a:pt x="1803540" y="232634"/>
                  </a:lnTo>
                  <a:lnTo>
                    <a:pt x="1797383" y="238169"/>
                  </a:lnTo>
                  <a:lnTo>
                    <a:pt x="1795844" y="252001"/>
                  </a:lnTo>
                  <a:lnTo>
                    <a:pt x="1803540" y="263076"/>
                  </a:lnTo>
                  <a:lnTo>
                    <a:pt x="1783537" y="266764"/>
                  </a:lnTo>
                  <a:lnTo>
                    <a:pt x="1782004" y="260306"/>
                  </a:lnTo>
                  <a:lnTo>
                    <a:pt x="1771237" y="257535"/>
                  </a:lnTo>
                  <a:lnTo>
                    <a:pt x="1763541" y="263993"/>
                  </a:lnTo>
                  <a:lnTo>
                    <a:pt x="1760462" y="274138"/>
                  </a:lnTo>
                  <a:lnTo>
                    <a:pt x="1749702" y="275062"/>
                  </a:lnTo>
                  <a:lnTo>
                    <a:pt x="1731238" y="263069"/>
                  </a:lnTo>
                  <a:lnTo>
                    <a:pt x="1705092" y="260306"/>
                  </a:lnTo>
                  <a:lnTo>
                    <a:pt x="1683557" y="268604"/>
                  </a:lnTo>
                  <a:lnTo>
                    <a:pt x="1666632" y="267687"/>
                  </a:lnTo>
                  <a:lnTo>
                    <a:pt x="1648176" y="255695"/>
                  </a:lnTo>
                  <a:lnTo>
                    <a:pt x="1642026" y="248314"/>
                  </a:lnTo>
                  <a:lnTo>
                    <a:pt x="1629719" y="263069"/>
                  </a:lnTo>
                  <a:lnTo>
                    <a:pt x="1622030" y="285213"/>
                  </a:lnTo>
                  <a:lnTo>
                    <a:pt x="1612794" y="293512"/>
                  </a:lnTo>
                  <a:lnTo>
                    <a:pt x="1566652" y="267687"/>
                  </a:lnTo>
                  <a:lnTo>
                    <a:pt x="1563574" y="259382"/>
                  </a:lnTo>
                  <a:lnTo>
                    <a:pt x="1569731" y="255688"/>
                  </a:lnTo>
                  <a:lnTo>
                    <a:pt x="1562035" y="248314"/>
                  </a:lnTo>
                  <a:lnTo>
                    <a:pt x="1555885" y="252001"/>
                  </a:lnTo>
                  <a:lnTo>
                    <a:pt x="1546656" y="245543"/>
                  </a:lnTo>
                  <a:lnTo>
                    <a:pt x="1545117" y="236322"/>
                  </a:lnTo>
                  <a:lnTo>
                    <a:pt x="1560502" y="240932"/>
                  </a:lnTo>
                  <a:lnTo>
                    <a:pt x="1569731" y="241856"/>
                  </a:lnTo>
                  <a:lnTo>
                    <a:pt x="1571270" y="229864"/>
                  </a:lnTo>
                  <a:lnTo>
                    <a:pt x="1554346" y="227093"/>
                  </a:lnTo>
                  <a:lnTo>
                    <a:pt x="1548196" y="224329"/>
                  </a:lnTo>
                  <a:lnTo>
                    <a:pt x="1548196" y="219712"/>
                  </a:lnTo>
                  <a:lnTo>
                    <a:pt x="1563574" y="222482"/>
                  </a:lnTo>
                  <a:lnTo>
                    <a:pt x="1572809" y="215101"/>
                  </a:lnTo>
                  <a:lnTo>
                    <a:pt x="1560502" y="210490"/>
                  </a:lnTo>
                  <a:lnTo>
                    <a:pt x="1560502" y="203109"/>
                  </a:lnTo>
                  <a:lnTo>
                    <a:pt x="1538967" y="182819"/>
                  </a:lnTo>
                  <a:lnTo>
                    <a:pt x="1528200" y="180972"/>
                  </a:lnTo>
                  <a:lnTo>
                    <a:pt x="1514354" y="188353"/>
                  </a:lnTo>
                  <a:lnTo>
                    <a:pt x="1500514" y="179131"/>
                  </a:lnTo>
                  <a:lnTo>
                    <a:pt x="1488208" y="183742"/>
                  </a:lnTo>
                  <a:lnTo>
                    <a:pt x="1477440" y="178208"/>
                  </a:lnTo>
                  <a:lnTo>
                    <a:pt x="1478979" y="172667"/>
                  </a:lnTo>
                  <a:lnTo>
                    <a:pt x="1457444" y="168980"/>
                  </a:lnTo>
                  <a:lnTo>
                    <a:pt x="1451287" y="171750"/>
                  </a:lnTo>
                  <a:lnTo>
                    <a:pt x="1443598" y="169903"/>
                  </a:lnTo>
                  <a:lnTo>
                    <a:pt x="1438987" y="173590"/>
                  </a:lnTo>
                  <a:lnTo>
                    <a:pt x="1440520" y="180972"/>
                  </a:lnTo>
                  <a:lnTo>
                    <a:pt x="1445137" y="185582"/>
                  </a:lnTo>
                  <a:lnTo>
                    <a:pt x="1445137" y="197575"/>
                  </a:lnTo>
                  <a:lnTo>
                    <a:pt x="1434370" y="199422"/>
                  </a:lnTo>
                  <a:lnTo>
                    <a:pt x="1426681" y="199422"/>
                  </a:lnTo>
                  <a:lnTo>
                    <a:pt x="1418984" y="205879"/>
                  </a:lnTo>
                  <a:lnTo>
                    <a:pt x="1405145" y="205879"/>
                  </a:lnTo>
                  <a:lnTo>
                    <a:pt x="1386689" y="201269"/>
                  </a:lnTo>
                  <a:lnTo>
                    <a:pt x="1374382" y="200345"/>
                  </a:lnTo>
                  <a:lnTo>
                    <a:pt x="1368225" y="203109"/>
                  </a:lnTo>
                  <a:lnTo>
                    <a:pt x="1325154" y="192040"/>
                  </a:lnTo>
                  <a:lnTo>
                    <a:pt x="1326694" y="183735"/>
                  </a:lnTo>
                  <a:lnTo>
                    <a:pt x="1332851" y="181895"/>
                  </a:lnTo>
                  <a:lnTo>
                    <a:pt x="1345151" y="180972"/>
                  </a:lnTo>
                  <a:lnTo>
                    <a:pt x="1342079" y="176361"/>
                  </a:lnTo>
                  <a:lnTo>
                    <a:pt x="1322083" y="174514"/>
                  </a:lnTo>
                  <a:lnTo>
                    <a:pt x="1286702" y="172667"/>
                  </a:lnTo>
                  <a:lnTo>
                    <a:pt x="1269784" y="169903"/>
                  </a:lnTo>
                  <a:lnTo>
                    <a:pt x="1232864" y="177278"/>
                  </a:lnTo>
                  <a:lnTo>
                    <a:pt x="1231325" y="184659"/>
                  </a:lnTo>
                  <a:lnTo>
                    <a:pt x="1219025" y="186506"/>
                  </a:lnTo>
                  <a:lnTo>
                    <a:pt x="1215946" y="180048"/>
                  </a:lnTo>
                  <a:lnTo>
                    <a:pt x="1223635" y="175437"/>
                  </a:lnTo>
                  <a:lnTo>
                    <a:pt x="1228253" y="168056"/>
                  </a:lnTo>
                  <a:lnTo>
                    <a:pt x="1222096" y="162522"/>
                  </a:lnTo>
                  <a:lnTo>
                    <a:pt x="1211329" y="159751"/>
                  </a:lnTo>
                  <a:lnTo>
                    <a:pt x="1211329" y="169903"/>
                  </a:lnTo>
                  <a:lnTo>
                    <a:pt x="1197489" y="170820"/>
                  </a:lnTo>
                  <a:lnTo>
                    <a:pt x="1177487" y="167133"/>
                  </a:lnTo>
                  <a:lnTo>
                    <a:pt x="1179026" y="156987"/>
                  </a:lnTo>
                  <a:lnTo>
                    <a:pt x="1162108" y="158834"/>
                  </a:lnTo>
                  <a:lnTo>
                    <a:pt x="1151341" y="156987"/>
                  </a:lnTo>
                  <a:lnTo>
                    <a:pt x="1139034" y="165285"/>
                  </a:lnTo>
                  <a:lnTo>
                    <a:pt x="1142112" y="170820"/>
                  </a:lnTo>
                  <a:lnTo>
                    <a:pt x="1152880" y="170820"/>
                  </a:lnTo>
                  <a:lnTo>
                    <a:pt x="1163647" y="168980"/>
                  </a:lnTo>
                  <a:lnTo>
                    <a:pt x="1146723" y="183735"/>
                  </a:lnTo>
                  <a:lnTo>
                    <a:pt x="1132877" y="182812"/>
                  </a:lnTo>
                  <a:lnTo>
                    <a:pt x="1126727" y="186506"/>
                  </a:lnTo>
                  <a:lnTo>
                    <a:pt x="1115959" y="186506"/>
                  </a:lnTo>
                  <a:lnTo>
                    <a:pt x="1105192" y="192040"/>
                  </a:lnTo>
                  <a:lnTo>
                    <a:pt x="1102113" y="196651"/>
                  </a:lnTo>
                  <a:lnTo>
                    <a:pt x="1077507" y="197575"/>
                  </a:lnTo>
                  <a:lnTo>
                    <a:pt x="1074428" y="205873"/>
                  </a:lnTo>
                  <a:lnTo>
                    <a:pt x="1054432" y="214177"/>
                  </a:lnTo>
                  <a:lnTo>
                    <a:pt x="1040586" y="215101"/>
                  </a:lnTo>
                  <a:lnTo>
                    <a:pt x="1059043" y="204032"/>
                  </a:lnTo>
                  <a:lnTo>
                    <a:pt x="1059043" y="192040"/>
                  </a:lnTo>
                  <a:lnTo>
                    <a:pt x="1068278" y="187423"/>
                  </a:lnTo>
                  <a:lnTo>
                    <a:pt x="1077507" y="187423"/>
                  </a:lnTo>
                  <a:lnTo>
                    <a:pt x="1079046" y="177278"/>
                  </a:lnTo>
                  <a:lnTo>
                    <a:pt x="1089813" y="173590"/>
                  </a:lnTo>
                  <a:lnTo>
                    <a:pt x="1102113" y="173590"/>
                  </a:lnTo>
                  <a:lnTo>
                    <a:pt x="1115959" y="159751"/>
                  </a:lnTo>
                  <a:lnTo>
                    <a:pt x="1135955" y="150530"/>
                  </a:lnTo>
                  <a:lnTo>
                    <a:pt x="1145191" y="149606"/>
                  </a:lnTo>
                  <a:lnTo>
                    <a:pt x="1146723" y="142225"/>
                  </a:lnTo>
                  <a:lnTo>
                    <a:pt x="1175954" y="125622"/>
                  </a:lnTo>
                  <a:lnTo>
                    <a:pt x="1192872" y="125622"/>
                  </a:lnTo>
                  <a:lnTo>
                    <a:pt x="1194411" y="116400"/>
                  </a:lnTo>
                  <a:lnTo>
                    <a:pt x="1215946" y="104408"/>
                  </a:lnTo>
                  <a:lnTo>
                    <a:pt x="1225175" y="92642"/>
                  </a:lnTo>
                  <a:lnTo>
                    <a:pt x="1203639" y="83981"/>
                  </a:lnTo>
                  <a:lnTo>
                    <a:pt x="1199029" y="78645"/>
                  </a:lnTo>
                  <a:lnTo>
                    <a:pt x="1200568" y="75984"/>
                  </a:lnTo>
                  <a:lnTo>
                    <a:pt x="1205179" y="75984"/>
                  </a:lnTo>
                  <a:lnTo>
                    <a:pt x="1214407" y="81984"/>
                  </a:lnTo>
                  <a:lnTo>
                    <a:pt x="1231325" y="85979"/>
                  </a:lnTo>
                  <a:lnTo>
                    <a:pt x="1231325" y="73316"/>
                  </a:lnTo>
                  <a:lnTo>
                    <a:pt x="1223635" y="71982"/>
                  </a:lnTo>
                  <a:lnTo>
                    <a:pt x="1225175" y="59983"/>
                  </a:lnTo>
                  <a:lnTo>
                    <a:pt x="1217485" y="58656"/>
                  </a:lnTo>
                  <a:lnTo>
                    <a:pt x="1205179" y="66653"/>
                  </a:lnTo>
                  <a:lnTo>
                    <a:pt x="1200568" y="65319"/>
                  </a:lnTo>
                  <a:lnTo>
                    <a:pt x="1205179" y="57986"/>
                  </a:lnTo>
                  <a:lnTo>
                    <a:pt x="1182104" y="46657"/>
                  </a:lnTo>
                  <a:lnTo>
                    <a:pt x="1171337" y="45323"/>
                  </a:lnTo>
                  <a:lnTo>
                    <a:pt x="1165187" y="41992"/>
                  </a:lnTo>
                  <a:lnTo>
                    <a:pt x="1102120" y="44660"/>
                  </a:lnTo>
                  <a:lnTo>
                    <a:pt x="1097503" y="49989"/>
                  </a:lnTo>
                  <a:lnTo>
                    <a:pt x="1077507" y="51986"/>
                  </a:lnTo>
                  <a:lnTo>
                    <a:pt x="1065200" y="47991"/>
                  </a:lnTo>
                  <a:lnTo>
                    <a:pt x="1082124" y="41328"/>
                  </a:lnTo>
                  <a:lnTo>
                    <a:pt x="1085203" y="31997"/>
                  </a:lnTo>
                  <a:lnTo>
                    <a:pt x="1069818" y="29329"/>
                  </a:lnTo>
                  <a:lnTo>
                    <a:pt x="1059050" y="33995"/>
                  </a:lnTo>
                  <a:lnTo>
                    <a:pt x="1049822" y="33324"/>
                  </a:lnTo>
                  <a:lnTo>
                    <a:pt x="1049822" y="27332"/>
                  </a:lnTo>
                  <a:lnTo>
                    <a:pt x="1026747" y="26661"/>
                  </a:lnTo>
                  <a:lnTo>
                    <a:pt x="1026747" y="23330"/>
                  </a:lnTo>
                  <a:lnTo>
                    <a:pt x="1052900" y="21332"/>
                  </a:lnTo>
                  <a:lnTo>
                    <a:pt x="1063667" y="12665"/>
                  </a:lnTo>
                  <a:lnTo>
                    <a:pt x="1055978" y="6002"/>
                  </a:lnTo>
                  <a:lnTo>
                    <a:pt x="1042132" y="6665"/>
                  </a:lnTo>
                  <a:lnTo>
                    <a:pt x="1019058" y="666"/>
                  </a:lnTo>
                  <a:lnTo>
                    <a:pt x="989833" y="7999"/>
                  </a:lnTo>
                  <a:lnTo>
                    <a:pt x="983677" y="12665"/>
                  </a:lnTo>
                  <a:lnTo>
                    <a:pt x="963681" y="21996"/>
                  </a:lnTo>
                  <a:lnTo>
                    <a:pt x="962141" y="28659"/>
                  </a:lnTo>
                  <a:lnTo>
                    <a:pt x="949841" y="33995"/>
                  </a:lnTo>
                  <a:lnTo>
                    <a:pt x="954452" y="40658"/>
                  </a:lnTo>
                  <a:lnTo>
                    <a:pt x="962141" y="43326"/>
                  </a:lnTo>
                  <a:lnTo>
                    <a:pt x="955991" y="44653"/>
                  </a:lnTo>
                  <a:lnTo>
                    <a:pt x="962141" y="50652"/>
                  </a:lnTo>
                  <a:lnTo>
                    <a:pt x="974448" y="51323"/>
                  </a:lnTo>
                  <a:lnTo>
                    <a:pt x="985216" y="54654"/>
                  </a:lnTo>
                  <a:lnTo>
                    <a:pt x="1009829" y="52657"/>
                  </a:lnTo>
                  <a:lnTo>
                    <a:pt x="1012901" y="55318"/>
                  </a:lnTo>
                  <a:lnTo>
                    <a:pt x="991366" y="58649"/>
                  </a:lnTo>
                  <a:lnTo>
                    <a:pt x="971370" y="55988"/>
                  </a:lnTo>
                  <a:lnTo>
                    <a:pt x="960602" y="54654"/>
                  </a:lnTo>
                  <a:lnTo>
                    <a:pt x="946763" y="51986"/>
                  </a:lnTo>
                  <a:lnTo>
                    <a:pt x="926760" y="53984"/>
                  </a:lnTo>
                  <a:lnTo>
                    <a:pt x="911382" y="49989"/>
                  </a:lnTo>
                  <a:lnTo>
                    <a:pt x="906771" y="52650"/>
                  </a:lnTo>
                  <a:lnTo>
                    <a:pt x="912921" y="55988"/>
                  </a:lnTo>
                  <a:lnTo>
                    <a:pt x="934456" y="63985"/>
                  </a:lnTo>
                  <a:lnTo>
                    <a:pt x="939067" y="69314"/>
                  </a:lnTo>
                  <a:lnTo>
                    <a:pt x="935995" y="78645"/>
                  </a:lnTo>
                  <a:lnTo>
                    <a:pt x="919071" y="81977"/>
                  </a:lnTo>
                  <a:lnTo>
                    <a:pt x="914460" y="74650"/>
                  </a:lnTo>
                  <a:lnTo>
                    <a:pt x="923689" y="68651"/>
                  </a:lnTo>
                  <a:lnTo>
                    <a:pt x="902154" y="61317"/>
                  </a:lnTo>
                  <a:lnTo>
                    <a:pt x="891386" y="65312"/>
                  </a:lnTo>
                  <a:lnTo>
                    <a:pt x="882158" y="71312"/>
                  </a:lnTo>
                  <a:lnTo>
                    <a:pt x="859083" y="78645"/>
                  </a:lnTo>
                  <a:lnTo>
                    <a:pt x="859083" y="73316"/>
                  </a:lnTo>
                  <a:lnTo>
                    <a:pt x="848315" y="73980"/>
                  </a:lnTo>
                  <a:lnTo>
                    <a:pt x="839087" y="78645"/>
                  </a:lnTo>
                  <a:lnTo>
                    <a:pt x="832930" y="77311"/>
                  </a:lnTo>
                  <a:lnTo>
                    <a:pt x="846776" y="69314"/>
                  </a:lnTo>
                  <a:lnTo>
                    <a:pt x="823709" y="65312"/>
                  </a:lnTo>
                  <a:lnTo>
                    <a:pt x="809863" y="67317"/>
                  </a:lnTo>
                  <a:lnTo>
                    <a:pt x="785249" y="67980"/>
                  </a:lnTo>
                  <a:lnTo>
                    <a:pt x="774481" y="70648"/>
                  </a:lnTo>
                  <a:lnTo>
                    <a:pt x="779099" y="74650"/>
                  </a:lnTo>
                  <a:lnTo>
                    <a:pt x="788328" y="75977"/>
                  </a:lnTo>
                  <a:lnTo>
                    <a:pt x="800628" y="75314"/>
                  </a:lnTo>
                  <a:lnTo>
                    <a:pt x="797556" y="78645"/>
                  </a:lnTo>
                  <a:lnTo>
                    <a:pt x="777560" y="80643"/>
                  </a:lnTo>
                  <a:lnTo>
                    <a:pt x="746796" y="81977"/>
                  </a:lnTo>
                  <a:lnTo>
                    <a:pt x="739100" y="86642"/>
                  </a:lnTo>
                  <a:lnTo>
                    <a:pt x="726794" y="85308"/>
                  </a:lnTo>
                  <a:lnTo>
                    <a:pt x="709876" y="89310"/>
                  </a:lnTo>
                  <a:lnTo>
                    <a:pt x="688341" y="91308"/>
                  </a:lnTo>
                  <a:lnTo>
                    <a:pt x="671423" y="101631"/>
                  </a:lnTo>
                  <a:lnTo>
                    <a:pt x="659116" y="101973"/>
                  </a:lnTo>
                  <a:lnTo>
                    <a:pt x="648349" y="101631"/>
                  </a:lnTo>
                  <a:lnTo>
                    <a:pt x="643731" y="105325"/>
                  </a:lnTo>
                  <a:lnTo>
                    <a:pt x="651427" y="106248"/>
                  </a:lnTo>
                  <a:lnTo>
                    <a:pt x="662188" y="107172"/>
                  </a:lnTo>
                  <a:lnTo>
                    <a:pt x="659116" y="111783"/>
                  </a:lnTo>
                  <a:lnTo>
                    <a:pt x="649888" y="117317"/>
                  </a:lnTo>
                  <a:lnTo>
                    <a:pt x="642192" y="124692"/>
                  </a:lnTo>
                  <a:lnTo>
                    <a:pt x="628353" y="119164"/>
                  </a:lnTo>
                  <a:lnTo>
                    <a:pt x="620657" y="125615"/>
                  </a:lnTo>
                  <a:lnTo>
                    <a:pt x="625274" y="132073"/>
                  </a:lnTo>
                  <a:lnTo>
                    <a:pt x="636042" y="131149"/>
                  </a:lnTo>
                  <a:lnTo>
                    <a:pt x="646809" y="134843"/>
                  </a:lnTo>
                  <a:lnTo>
                    <a:pt x="645270" y="138531"/>
                  </a:lnTo>
                  <a:lnTo>
                    <a:pt x="628353" y="137607"/>
                  </a:lnTo>
                  <a:lnTo>
                    <a:pt x="625274" y="144065"/>
                  </a:lnTo>
                  <a:lnTo>
                    <a:pt x="636042" y="144989"/>
                  </a:lnTo>
                  <a:lnTo>
                    <a:pt x="645270" y="150523"/>
                  </a:lnTo>
                  <a:lnTo>
                    <a:pt x="643731" y="156981"/>
                  </a:lnTo>
                  <a:lnTo>
                    <a:pt x="651420" y="163438"/>
                  </a:lnTo>
                  <a:lnTo>
                    <a:pt x="649881" y="171736"/>
                  </a:lnTo>
                  <a:lnTo>
                    <a:pt x="640653" y="165285"/>
                  </a:lnTo>
                  <a:lnTo>
                    <a:pt x="620657" y="165285"/>
                  </a:lnTo>
                  <a:lnTo>
                    <a:pt x="611428" y="170820"/>
                  </a:lnTo>
                  <a:lnTo>
                    <a:pt x="596050" y="170820"/>
                  </a:lnTo>
                  <a:lnTo>
                    <a:pt x="586815" y="168973"/>
                  </a:lnTo>
                  <a:lnTo>
                    <a:pt x="563747" y="172660"/>
                  </a:lnTo>
                  <a:lnTo>
                    <a:pt x="528366" y="177271"/>
                  </a:lnTo>
                  <a:lnTo>
                    <a:pt x="517598" y="177271"/>
                  </a:lnTo>
                  <a:lnTo>
                    <a:pt x="505292" y="190186"/>
                  </a:lnTo>
                  <a:lnTo>
                    <a:pt x="512981" y="196644"/>
                  </a:lnTo>
                  <a:lnTo>
                    <a:pt x="511442" y="214171"/>
                  </a:lnTo>
                  <a:lnTo>
                    <a:pt x="519138" y="219705"/>
                  </a:lnTo>
                  <a:lnTo>
                    <a:pt x="517598" y="228010"/>
                  </a:lnTo>
                  <a:lnTo>
                    <a:pt x="548362" y="236308"/>
                  </a:lnTo>
                  <a:lnTo>
                    <a:pt x="548362" y="246460"/>
                  </a:lnTo>
                  <a:lnTo>
                    <a:pt x="571436" y="251994"/>
                  </a:lnTo>
                  <a:lnTo>
                    <a:pt x="576047" y="263986"/>
                  </a:lnTo>
                  <a:lnTo>
                    <a:pt x="568358" y="275978"/>
                  </a:lnTo>
                  <a:lnTo>
                    <a:pt x="568358" y="287047"/>
                  </a:lnTo>
                  <a:lnTo>
                    <a:pt x="583736" y="302726"/>
                  </a:lnTo>
                  <a:lnTo>
                    <a:pt x="580658" y="311955"/>
                  </a:lnTo>
                  <a:lnTo>
                    <a:pt x="566819" y="317482"/>
                  </a:lnTo>
                  <a:lnTo>
                    <a:pt x="594504" y="335939"/>
                  </a:lnTo>
                  <a:lnTo>
                    <a:pt x="599122" y="339626"/>
                  </a:lnTo>
                  <a:lnTo>
                    <a:pt x="591432" y="343313"/>
                  </a:lnTo>
                  <a:lnTo>
                    <a:pt x="582197" y="341473"/>
                  </a:lnTo>
                  <a:lnTo>
                    <a:pt x="574508" y="332245"/>
                  </a:lnTo>
                  <a:lnTo>
                    <a:pt x="552973" y="316565"/>
                  </a:lnTo>
                  <a:lnTo>
                    <a:pt x="568358" y="305497"/>
                  </a:lnTo>
                  <a:lnTo>
                    <a:pt x="566819" y="290734"/>
                  </a:lnTo>
                  <a:lnTo>
                    <a:pt x="548362" y="295345"/>
                  </a:lnTo>
                  <a:lnTo>
                    <a:pt x="546823" y="282436"/>
                  </a:lnTo>
                  <a:lnTo>
                    <a:pt x="539134" y="278742"/>
                  </a:lnTo>
                  <a:lnTo>
                    <a:pt x="548362" y="273208"/>
                  </a:lnTo>
                  <a:lnTo>
                    <a:pt x="557590" y="272284"/>
                  </a:lnTo>
                  <a:lnTo>
                    <a:pt x="565279" y="262139"/>
                  </a:lnTo>
                  <a:lnTo>
                    <a:pt x="562201" y="258445"/>
                  </a:lnTo>
                  <a:lnTo>
                    <a:pt x="537594" y="261216"/>
                  </a:lnTo>
                  <a:lnTo>
                    <a:pt x="509909" y="245536"/>
                  </a:lnTo>
                  <a:lnTo>
                    <a:pt x="477606" y="231697"/>
                  </a:lnTo>
                  <a:lnTo>
                    <a:pt x="457604" y="231697"/>
                  </a:lnTo>
                  <a:lnTo>
                    <a:pt x="439147" y="239078"/>
                  </a:lnTo>
                  <a:lnTo>
                    <a:pt x="439147" y="243689"/>
                  </a:lnTo>
                  <a:lnTo>
                    <a:pt x="446843" y="243689"/>
                  </a:lnTo>
                  <a:lnTo>
                    <a:pt x="456071" y="241842"/>
                  </a:lnTo>
                  <a:lnTo>
                    <a:pt x="456071" y="253834"/>
                  </a:lnTo>
                  <a:lnTo>
                    <a:pt x="443764" y="253834"/>
                  </a:lnTo>
                  <a:lnTo>
                    <a:pt x="431458" y="245536"/>
                  </a:lnTo>
                  <a:lnTo>
                    <a:pt x="419151" y="247376"/>
                  </a:lnTo>
                  <a:lnTo>
                    <a:pt x="411462" y="254758"/>
                  </a:lnTo>
                  <a:lnTo>
                    <a:pt x="422229" y="265826"/>
                  </a:lnTo>
                  <a:lnTo>
                    <a:pt x="446836" y="274131"/>
                  </a:lnTo>
                  <a:lnTo>
                    <a:pt x="457604" y="273208"/>
                  </a:lnTo>
                  <a:lnTo>
                    <a:pt x="457604" y="278742"/>
                  </a:lnTo>
                  <a:lnTo>
                    <a:pt x="466832" y="285200"/>
                  </a:lnTo>
                  <a:lnTo>
                    <a:pt x="477600" y="287047"/>
                  </a:lnTo>
                  <a:lnTo>
                    <a:pt x="476067" y="292581"/>
                  </a:lnTo>
                  <a:lnTo>
                    <a:pt x="460682" y="290734"/>
                  </a:lnTo>
                  <a:lnTo>
                    <a:pt x="448375" y="283353"/>
                  </a:lnTo>
                  <a:lnTo>
                    <a:pt x="431458" y="283353"/>
                  </a:lnTo>
                  <a:lnTo>
                    <a:pt x="397616" y="274131"/>
                  </a:lnTo>
                  <a:lnTo>
                    <a:pt x="405305" y="262139"/>
                  </a:lnTo>
                  <a:lnTo>
                    <a:pt x="396076" y="257528"/>
                  </a:lnTo>
                  <a:lnTo>
                    <a:pt x="396076" y="249223"/>
                  </a:lnTo>
                  <a:lnTo>
                    <a:pt x="406844" y="239078"/>
                  </a:lnTo>
                  <a:lnTo>
                    <a:pt x="405312" y="219705"/>
                  </a:lnTo>
                  <a:lnTo>
                    <a:pt x="391466" y="208636"/>
                  </a:lnTo>
                  <a:lnTo>
                    <a:pt x="382237" y="206789"/>
                  </a:lnTo>
                  <a:lnTo>
                    <a:pt x="377619" y="208636"/>
                  </a:lnTo>
                  <a:lnTo>
                    <a:pt x="388387" y="216018"/>
                  </a:lnTo>
                  <a:lnTo>
                    <a:pt x="391466" y="225239"/>
                  </a:lnTo>
                  <a:lnTo>
                    <a:pt x="394544" y="229850"/>
                  </a:lnTo>
                  <a:lnTo>
                    <a:pt x="393005" y="241842"/>
                  </a:lnTo>
                  <a:lnTo>
                    <a:pt x="359163" y="254758"/>
                  </a:lnTo>
                  <a:lnTo>
                    <a:pt x="349934" y="272284"/>
                  </a:lnTo>
                  <a:lnTo>
                    <a:pt x="369930" y="287964"/>
                  </a:lnTo>
                  <a:lnTo>
                    <a:pt x="376080" y="304566"/>
                  </a:lnTo>
                  <a:lnTo>
                    <a:pt x="366852" y="313795"/>
                  </a:lnTo>
                  <a:lnTo>
                    <a:pt x="356084" y="323023"/>
                  </a:lnTo>
                  <a:lnTo>
                    <a:pt x="354545" y="334085"/>
                  </a:lnTo>
                  <a:lnTo>
                    <a:pt x="360695" y="346077"/>
                  </a:lnTo>
                  <a:lnTo>
                    <a:pt x="363774" y="357153"/>
                  </a:lnTo>
                  <a:lnTo>
                    <a:pt x="386848" y="361763"/>
                  </a:lnTo>
                  <a:lnTo>
                    <a:pt x="400687" y="355305"/>
                  </a:lnTo>
                  <a:lnTo>
                    <a:pt x="426840" y="359916"/>
                  </a:lnTo>
                  <a:lnTo>
                    <a:pt x="434529" y="368221"/>
                  </a:lnTo>
                  <a:lnTo>
                    <a:pt x="445297" y="371908"/>
                  </a:lnTo>
                  <a:lnTo>
                    <a:pt x="459143" y="388511"/>
                  </a:lnTo>
                  <a:lnTo>
                    <a:pt x="443757" y="397740"/>
                  </a:lnTo>
                  <a:lnTo>
                    <a:pt x="445297" y="405114"/>
                  </a:lnTo>
                  <a:lnTo>
                    <a:pt x="456064" y="413419"/>
                  </a:lnTo>
                  <a:lnTo>
                    <a:pt x="465293" y="411572"/>
                  </a:lnTo>
                  <a:lnTo>
                    <a:pt x="474521" y="415266"/>
                  </a:lnTo>
                  <a:lnTo>
                    <a:pt x="462214" y="418030"/>
                  </a:lnTo>
                  <a:lnTo>
                    <a:pt x="442218" y="415266"/>
                  </a:lnTo>
                  <a:lnTo>
                    <a:pt x="432990" y="409732"/>
                  </a:lnTo>
                  <a:lnTo>
                    <a:pt x="439147" y="385748"/>
                  </a:lnTo>
                  <a:lnTo>
                    <a:pt x="426840" y="372832"/>
                  </a:lnTo>
                  <a:lnTo>
                    <a:pt x="422222" y="366374"/>
                  </a:lnTo>
                  <a:lnTo>
                    <a:pt x="406844" y="365451"/>
                  </a:lnTo>
                  <a:lnTo>
                    <a:pt x="368384" y="379290"/>
                  </a:lnTo>
                  <a:lnTo>
                    <a:pt x="374541" y="384824"/>
                  </a:lnTo>
                  <a:lnTo>
                    <a:pt x="386841" y="404197"/>
                  </a:lnTo>
                  <a:lnTo>
                    <a:pt x="382230" y="415266"/>
                  </a:lnTo>
                  <a:lnTo>
                    <a:pt x="369923" y="421717"/>
                  </a:lnTo>
                  <a:lnTo>
                    <a:pt x="356078" y="440167"/>
                  </a:lnTo>
                  <a:lnTo>
                    <a:pt x="336082" y="451236"/>
                  </a:lnTo>
                  <a:lnTo>
                    <a:pt x="326853" y="466402"/>
                  </a:lnTo>
                  <a:lnTo>
                    <a:pt x="319164" y="460252"/>
                  </a:lnTo>
                  <a:lnTo>
                    <a:pt x="279172" y="458713"/>
                  </a:lnTo>
                  <a:lnTo>
                    <a:pt x="263787" y="446625"/>
                  </a:lnTo>
                  <a:lnTo>
                    <a:pt x="248408" y="445701"/>
                  </a:lnTo>
                  <a:lnTo>
                    <a:pt x="243791" y="441091"/>
                  </a:lnTo>
                  <a:lnTo>
                    <a:pt x="249941" y="438327"/>
                  </a:lnTo>
                  <a:lnTo>
                    <a:pt x="265326" y="438327"/>
                  </a:lnTo>
                  <a:lnTo>
                    <a:pt x="276094" y="435556"/>
                  </a:lnTo>
                  <a:lnTo>
                    <a:pt x="285322" y="439243"/>
                  </a:lnTo>
                  <a:lnTo>
                    <a:pt x="297629" y="449395"/>
                  </a:lnTo>
                  <a:lnTo>
                    <a:pt x="314546" y="442014"/>
                  </a:lnTo>
                  <a:lnTo>
                    <a:pt x="314546" y="435556"/>
                  </a:lnTo>
                  <a:lnTo>
                    <a:pt x="323775" y="430022"/>
                  </a:lnTo>
                  <a:lnTo>
                    <a:pt x="322236" y="424488"/>
                  </a:lnTo>
                  <a:lnTo>
                    <a:pt x="340699" y="413419"/>
                  </a:lnTo>
                  <a:lnTo>
                    <a:pt x="349928" y="397740"/>
                  </a:lnTo>
                  <a:lnTo>
                    <a:pt x="345317" y="391282"/>
                  </a:lnTo>
                  <a:lnTo>
                    <a:pt x="362234" y="379290"/>
                  </a:lnTo>
                  <a:lnTo>
                    <a:pt x="346849" y="376519"/>
                  </a:lnTo>
                  <a:lnTo>
                    <a:pt x="333010" y="363604"/>
                  </a:lnTo>
                  <a:lnTo>
                    <a:pt x="340699" y="351618"/>
                  </a:lnTo>
                  <a:lnTo>
                    <a:pt x="333010" y="346077"/>
                  </a:lnTo>
                  <a:lnTo>
                    <a:pt x="333010" y="318406"/>
                  </a:lnTo>
                  <a:lnTo>
                    <a:pt x="346856" y="309184"/>
                  </a:lnTo>
                  <a:lnTo>
                    <a:pt x="336088" y="304566"/>
                  </a:lnTo>
                  <a:lnTo>
                    <a:pt x="334549" y="278742"/>
                  </a:lnTo>
                  <a:lnTo>
                    <a:pt x="316092" y="275971"/>
                  </a:lnTo>
                  <a:lnTo>
                    <a:pt x="317632" y="265826"/>
                  </a:lnTo>
                  <a:lnTo>
                    <a:pt x="342238" y="247376"/>
                  </a:lnTo>
                  <a:lnTo>
                    <a:pt x="343778" y="237231"/>
                  </a:lnTo>
                  <a:lnTo>
                    <a:pt x="339167" y="235384"/>
                  </a:lnTo>
                  <a:lnTo>
                    <a:pt x="342245" y="218781"/>
                  </a:lnTo>
                  <a:lnTo>
                    <a:pt x="320710" y="207713"/>
                  </a:lnTo>
                  <a:lnTo>
                    <a:pt x="297636" y="209560"/>
                  </a:lnTo>
                  <a:lnTo>
                    <a:pt x="283790" y="204942"/>
                  </a:lnTo>
                  <a:lnTo>
                    <a:pt x="266872" y="208636"/>
                  </a:lnTo>
                  <a:lnTo>
                    <a:pt x="256104" y="245529"/>
                  </a:lnTo>
                  <a:lnTo>
                    <a:pt x="239180" y="267673"/>
                  </a:lnTo>
                  <a:lnTo>
                    <a:pt x="219184" y="285200"/>
                  </a:lnTo>
                  <a:lnTo>
                    <a:pt x="213034" y="298109"/>
                  </a:lnTo>
                  <a:lnTo>
                    <a:pt x="217645" y="300879"/>
                  </a:lnTo>
                  <a:lnTo>
                    <a:pt x="216106" y="326710"/>
                  </a:lnTo>
                  <a:lnTo>
                    <a:pt x="211495" y="328551"/>
                  </a:lnTo>
                  <a:lnTo>
                    <a:pt x="216106" y="344237"/>
                  </a:lnTo>
                  <a:lnTo>
                    <a:pt x="223795" y="340543"/>
                  </a:lnTo>
                  <a:lnTo>
                    <a:pt x="237641" y="348848"/>
                  </a:lnTo>
                  <a:lnTo>
                    <a:pt x="234562" y="356229"/>
                  </a:lnTo>
                  <a:lnTo>
                    <a:pt x="249948" y="367298"/>
                  </a:lnTo>
                  <a:lnTo>
                    <a:pt x="262254" y="368221"/>
                  </a:lnTo>
                  <a:lnTo>
                    <a:pt x="260715" y="381130"/>
                  </a:lnTo>
                  <a:lnTo>
                    <a:pt x="240712" y="393122"/>
                  </a:lnTo>
                  <a:lnTo>
                    <a:pt x="234562" y="389435"/>
                  </a:lnTo>
                  <a:lnTo>
                    <a:pt x="233023" y="380206"/>
                  </a:lnTo>
                  <a:lnTo>
                    <a:pt x="219177" y="371908"/>
                  </a:lnTo>
                  <a:lnTo>
                    <a:pt x="208410" y="371908"/>
                  </a:lnTo>
                  <a:lnTo>
                    <a:pt x="196110" y="364527"/>
                  </a:lnTo>
                  <a:lnTo>
                    <a:pt x="182264" y="361763"/>
                  </a:lnTo>
                  <a:lnTo>
                    <a:pt x="169957" y="354382"/>
                  </a:lnTo>
                  <a:lnTo>
                    <a:pt x="145350" y="343313"/>
                  </a:lnTo>
                  <a:lnTo>
                    <a:pt x="158232" y="374412"/>
                  </a:lnTo>
                  <a:lnTo>
                    <a:pt x="146506" y="382950"/>
                  </a:lnTo>
                  <a:lnTo>
                    <a:pt x="159908" y="442712"/>
                  </a:lnTo>
                  <a:lnTo>
                    <a:pt x="154879" y="466901"/>
                  </a:lnTo>
                  <a:lnTo>
                    <a:pt x="136457" y="475439"/>
                  </a:lnTo>
                  <a:lnTo>
                    <a:pt x="72816" y="546584"/>
                  </a:lnTo>
                  <a:lnTo>
                    <a:pt x="66112" y="621998"/>
                  </a:lnTo>
                  <a:lnTo>
                    <a:pt x="77837" y="637650"/>
                  </a:lnTo>
                  <a:cubicBezTo>
                    <a:pt x="77837" y="637650"/>
                    <a:pt x="71311" y="666068"/>
                    <a:pt x="67370" y="683238"/>
                  </a:cubicBezTo>
                  <a:cubicBezTo>
                    <a:pt x="65660" y="690667"/>
                    <a:pt x="64436" y="695997"/>
                    <a:pt x="64436" y="695997"/>
                  </a:cubicBezTo>
                  <a:lnTo>
                    <a:pt x="54386" y="772834"/>
                  </a:lnTo>
                  <a:lnTo>
                    <a:pt x="61091" y="814098"/>
                  </a:lnTo>
                  <a:lnTo>
                    <a:pt x="62766" y="866746"/>
                  </a:lnTo>
                  <a:lnTo>
                    <a:pt x="54386" y="900896"/>
                  </a:lnTo>
                  <a:lnTo>
                    <a:pt x="34288" y="912279"/>
                  </a:lnTo>
                  <a:lnTo>
                    <a:pt x="24239" y="937891"/>
                  </a:lnTo>
                  <a:lnTo>
                    <a:pt x="42668" y="954966"/>
                  </a:lnTo>
                  <a:lnTo>
                    <a:pt x="10844" y="1018997"/>
                  </a:lnTo>
                  <a:lnTo>
                    <a:pt x="4140" y="1046032"/>
                  </a:lnTo>
                  <a:lnTo>
                    <a:pt x="39316" y="1080182"/>
                  </a:lnTo>
                  <a:lnTo>
                    <a:pt x="62274" y="1102880"/>
                  </a:lnTo>
                  <a:lnTo>
                    <a:pt x="68424" y="1101348"/>
                  </a:lnTo>
                  <a:lnTo>
                    <a:pt x="77652" y="1115180"/>
                  </a:lnTo>
                  <a:lnTo>
                    <a:pt x="88420" y="1107491"/>
                  </a:lnTo>
                  <a:lnTo>
                    <a:pt x="86888" y="1090580"/>
                  </a:lnTo>
                  <a:lnTo>
                    <a:pt x="71502" y="1079820"/>
                  </a:lnTo>
                  <a:lnTo>
                    <a:pt x="73042" y="1064448"/>
                  </a:lnTo>
                  <a:lnTo>
                    <a:pt x="85348" y="1061370"/>
                  </a:lnTo>
                  <a:lnTo>
                    <a:pt x="88420" y="1052148"/>
                  </a:lnTo>
                  <a:lnTo>
                    <a:pt x="79192" y="1044459"/>
                  </a:lnTo>
                  <a:lnTo>
                    <a:pt x="82270" y="1035237"/>
                  </a:lnTo>
                  <a:lnTo>
                    <a:pt x="100727" y="1029087"/>
                  </a:lnTo>
                  <a:lnTo>
                    <a:pt x="100727" y="1022937"/>
                  </a:lnTo>
                  <a:lnTo>
                    <a:pt x="80731" y="1024477"/>
                  </a:lnTo>
                  <a:lnTo>
                    <a:pt x="80731" y="1007566"/>
                  </a:lnTo>
                  <a:lnTo>
                    <a:pt x="108423" y="1002948"/>
                  </a:lnTo>
                  <a:lnTo>
                    <a:pt x="142258" y="993727"/>
                  </a:lnTo>
                  <a:lnTo>
                    <a:pt x="200714" y="969127"/>
                  </a:lnTo>
                  <a:lnTo>
                    <a:pt x="225327" y="949144"/>
                  </a:lnTo>
                  <a:lnTo>
                    <a:pt x="253012" y="946073"/>
                  </a:lnTo>
                  <a:lnTo>
                    <a:pt x="282237" y="949144"/>
                  </a:lnTo>
                  <a:lnTo>
                    <a:pt x="297622" y="955294"/>
                  </a:lnTo>
                  <a:lnTo>
                    <a:pt x="306850" y="982966"/>
                  </a:lnTo>
                  <a:lnTo>
                    <a:pt x="323768" y="978355"/>
                  </a:lnTo>
                  <a:lnTo>
                    <a:pt x="352999" y="990655"/>
                  </a:lnTo>
                  <a:lnTo>
                    <a:pt x="356071" y="1009105"/>
                  </a:lnTo>
                  <a:lnTo>
                    <a:pt x="382223" y="1004494"/>
                  </a:lnTo>
                  <a:lnTo>
                    <a:pt x="388374" y="990655"/>
                  </a:lnTo>
                  <a:lnTo>
                    <a:pt x="399141" y="978355"/>
                  </a:lnTo>
                  <a:lnTo>
                    <a:pt x="426833" y="981434"/>
                  </a:lnTo>
                  <a:lnTo>
                    <a:pt x="426833" y="996805"/>
                  </a:lnTo>
                  <a:lnTo>
                    <a:pt x="434522" y="1019866"/>
                  </a:lnTo>
                  <a:lnTo>
                    <a:pt x="466818" y="1039855"/>
                  </a:lnTo>
                  <a:lnTo>
                    <a:pt x="477586" y="1065987"/>
                  </a:lnTo>
                  <a:lnTo>
                    <a:pt x="497582" y="1101348"/>
                  </a:lnTo>
                  <a:lnTo>
                    <a:pt x="552959" y="1101348"/>
                  </a:lnTo>
                  <a:lnTo>
                    <a:pt x="577573" y="1101355"/>
                  </a:lnTo>
                  <a:lnTo>
                    <a:pt x="611415" y="1141326"/>
                  </a:lnTo>
                  <a:lnTo>
                    <a:pt x="654478" y="1153626"/>
                  </a:lnTo>
                  <a:lnTo>
                    <a:pt x="657557" y="1164387"/>
                  </a:lnTo>
                  <a:lnTo>
                    <a:pt x="663707" y="1164387"/>
                  </a:lnTo>
                  <a:lnTo>
                    <a:pt x="671403" y="1152087"/>
                  </a:lnTo>
                  <a:lnTo>
                    <a:pt x="708316" y="1144398"/>
                  </a:lnTo>
                  <a:lnTo>
                    <a:pt x="725241" y="1121344"/>
                  </a:lnTo>
                  <a:lnTo>
                    <a:pt x="737541" y="1119805"/>
                  </a:lnTo>
                  <a:lnTo>
                    <a:pt x="754465" y="1104426"/>
                  </a:lnTo>
                  <a:lnTo>
                    <a:pt x="766772" y="1104426"/>
                  </a:lnTo>
                  <a:lnTo>
                    <a:pt x="785229" y="1116726"/>
                  </a:lnTo>
                  <a:lnTo>
                    <a:pt x="805225" y="1115194"/>
                  </a:lnTo>
                  <a:lnTo>
                    <a:pt x="831377" y="1141326"/>
                  </a:lnTo>
                  <a:lnTo>
                    <a:pt x="839067" y="1141326"/>
                  </a:lnTo>
                  <a:lnTo>
                    <a:pt x="843677" y="1129026"/>
                  </a:lnTo>
                  <a:lnTo>
                    <a:pt x="860602" y="1129026"/>
                  </a:lnTo>
                  <a:lnTo>
                    <a:pt x="862141" y="1139794"/>
                  </a:lnTo>
                  <a:lnTo>
                    <a:pt x="889826" y="1136715"/>
                  </a:lnTo>
                  <a:lnTo>
                    <a:pt x="892904" y="1113655"/>
                  </a:lnTo>
                  <a:lnTo>
                    <a:pt x="883676" y="1093672"/>
                  </a:lnTo>
                  <a:lnTo>
                    <a:pt x="900594" y="1078294"/>
                  </a:lnTo>
                  <a:lnTo>
                    <a:pt x="912901" y="1061383"/>
                  </a:lnTo>
                  <a:lnTo>
                    <a:pt x="966738" y="1076762"/>
                  </a:lnTo>
                  <a:lnTo>
                    <a:pt x="1003652" y="1127494"/>
                  </a:lnTo>
                  <a:lnTo>
                    <a:pt x="1045183" y="1112122"/>
                  </a:lnTo>
                  <a:lnTo>
                    <a:pt x="1102100" y="1129033"/>
                  </a:lnTo>
                  <a:lnTo>
                    <a:pt x="1106711" y="1141333"/>
                  </a:lnTo>
                  <a:lnTo>
                    <a:pt x="1134402" y="1152094"/>
                  </a:lnTo>
                  <a:lnTo>
                    <a:pt x="1143631" y="1159783"/>
                  </a:lnTo>
                  <a:lnTo>
                    <a:pt x="1175934" y="1153633"/>
                  </a:lnTo>
                  <a:lnTo>
                    <a:pt x="1199008" y="1155172"/>
                  </a:lnTo>
                  <a:lnTo>
                    <a:pt x="1225154" y="1138262"/>
                  </a:lnTo>
                  <a:lnTo>
                    <a:pt x="1235922" y="1119812"/>
                  </a:lnTo>
                  <a:lnTo>
                    <a:pt x="1254378" y="1122883"/>
                  </a:lnTo>
                  <a:lnTo>
                    <a:pt x="1277453" y="1141333"/>
                  </a:lnTo>
                  <a:lnTo>
                    <a:pt x="1302833" y="1138262"/>
                  </a:lnTo>
                  <a:lnTo>
                    <a:pt x="1314373" y="1150561"/>
                  </a:lnTo>
                  <a:lnTo>
                    <a:pt x="1348215" y="1127501"/>
                  </a:lnTo>
                  <a:lnTo>
                    <a:pt x="1346676" y="1109051"/>
                  </a:lnTo>
                  <a:lnTo>
                    <a:pt x="1357444" y="1102901"/>
                  </a:lnTo>
                  <a:lnTo>
                    <a:pt x="1366672" y="1072151"/>
                  </a:lnTo>
                  <a:lnTo>
                    <a:pt x="1382050" y="1059858"/>
                  </a:lnTo>
                  <a:lnTo>
                    <a:pt x="1383590" y="1042940"/>
                  </a:lnTo>
                  <a:lnTo>
                    <a:pt x="1368211" y="1044479"/>
                  </a:lnTo>
                  <a:lnTo>
                    <a:pt x="1389746" y="1009119"/>
                  </a:lnTo>
                  <a:lnTo>
                    <a:pt x="1438967" y="1002969"/>
                  </a:lnTo>
                  <a:lnTo>
                    <a:pt x="1472809" y="1013736"/>
                  </a:lnTo>
                  <a:lnTo>
                    <a:pt x="1495883" y="1018347"/>
                  </a:lnTo>
                  <a:lnTo>
                    <a:pt x="1515879" y="1056779"/>
                  </a:lnTo>
                  <a:lnTo>
                    <a:pt x="1517418" y="1073690"/>
                  </a:lnTo>
                  <a:lnTo>
                    <a:pt x="1532797" y="1105979"/>
                  </a:lnTo>
                  <a:lnTo>
                    <a:pt x="1537414" y="1136729"/>
                  </a:lnTo>
                  <a:lnTo>
                    <a:pt x="1557403" y="1138262"/>
                  </a:lnTo>
                  <a:lnTo>
                    <a:pt x="1577406" y="1145951"/>
                  </a:lnTo>
                  <a:lnTo>
                    <a:pt x="1603552" y="1172090"/>
                  </a:lnTo>
                  <a:lnTo>
                    <a:pt x="1612781" y="1202840"/>
                  </a:lnTo>
                  <a:lnTo>
                    <a:pt x="1629705" y="1201300"/>
                  </a:lnTo>
                  <a:lnTo>
                    <a:pt x="1640473" y="1195151"/>
                  </a:lnTo>
                  <a:lnTo>
                    <a:pt x="1662008" y="1193611"/>
                  </a:lnTo>
                  <a:lnTo>
                    <a:pt x="1686615" y="1178240"/>
                  </a:lnTo>
                  <a:lnTo>
                    <a:pt x="1695843" y="1181311"/>
                  </a:lnTo>
                  <a:lnTo>
                    <a:pt x="1688154" y="1222822"/>
                  </a:lnTo>
                  <a:lnTo>
                    <a:pt x="1671236" y="1235122"/>
                  </a:lnTo>
                  <a:lnTo>
                    <a:pt x="1660462" y="1282783"/>
                  </a:lnTo>
                  <a:lnTo>
                    <a:pt x="1642005" y="1290472"/>
                  </a:lnTo>
                  <a:lnTo>
                    <a:pt x="1625088" y="1285854"/>
                  </a:lnTo>
                  <a:lnTo>
                    <a:pt x="1606631" y="1293543"/>
                  </a:lnTo>
                  <a:lnTo>
                    <a:pt x="1615859" y="1321215"/>
                  </a:lnTo>
                  <a:lnTo>
                    <a:pt x="1612781" y="1345815"/>
                  </a:lnTo>
                  <a:lnTo>
                    <a:pt x="1585184" y="1354147"/>
                  </a:lnTo>
                  <a:lnTo>
                    <a:pt x="1595856" y="1361186"/>
                  </a:lnTo>
                  <a:lnTo>
                    <a:pt x="1602526" y="1365797"/>
                  </a:lnTo>
                  <a:lnTo>
                    <a:pt x="1617911" y="1361699"/>
                  </a:lnTo>
                  <a:lnTo>
                    <a:pt x="1620983" y="1352478"/>
                  </a:lnTo>
                  <a:lnTo>
                    <a:pt x="1628159" y="1347354"/>
                  </a:lnTo>
                  <a:lnTo>
                    <a:pt x="1638414" y="1352478"/>
                  </a:lnTo>
                  <a:lnTo>
                    <a:pt x="1641492" y="1357602"/>
                  </a:lnTo>
                  <a:lnTo>
                    <a:pt x="1654825" y="1358628"/>
                  </a:lnTo>
                  <a:lnTo>
                    <a:pt x="1662001" y="1362725"/>
                  </a:lnTo>
                  <a:lnTo>
                    <a:pt x="1672256" y="1351452"/>
                  </a:lnTo>
                  <a:lnTo>
                    <a:pt x="1695843" y="1343249"/>
                  </a:lnTo>
                  <a:lnTo>
                    <a:pt x="1718404" y="1306356"/>
                  </a:lnTo>
                  <a:lnTo>
                    <a:pt x="1736861" y="1286880"/>
                  </a:lnTo>
                  <a:lnTo>
                    <a:pt x="1756351" y="1268437"/>
                  </a:lnTo>
                  <a:lnTo>
                    <a:pt x="1759423" y="1243837"/>
                  </a:lnTo>
                  <a:lnTo>
                    <a:pt x="1770703" y="1223335"/>
                  </a:lnTo>
                  <a:lnTo>
                    <a:pt x="1792238" y="1200787"/>
                  </a:lnTo>
                  <a:lnTo>
                    <a:pt x="1798395" y="1192592"/>
                  </a:lnTo>
                  <a:lnTo>
                    <a:pt x="1809676" y="1161842"/>
                  </a:lnTo>
                  <a:lnTo>
                    <a:pt x="1809676" y="1150568"/>
                  </a:lnTo>
                  <a:lnTo>
                    <a:pt x="1812747" y="1128021"/>
                  </a:lnTo>
                  <a:lnTo>
                    <a:pt x="1809676" y="1116747"/>
                  </a:lnTo>
                  <a:lnTo>
                    <a:pt x="1812754" y="1092147"/>
                  </a:lnTo>
                  <a:lnTo>
                    <a:pt x="1830185" y="1065495"/>
                  </a:lnTo>
                  <a:lnTo>
                    <a:pt x="1830185" y="1047052"/>
                  </a:lnTo>
                  <a:lnTo>
                    <a:pt x="1817878" y="1036797"/>
                  </a:lnTo>
                  <a:lnTo>
                    <a:pt x="1816852" y="1029628"/>
                  </a:lnTo>
                  <a:lnTo>
                    <a:pt x="1826080" y="1034752"/>
                  </a:lnTo>
                  <a:lnTo>
                    <a:pt x="1827106" y="1026549"/>
                  </a:lnTo>
                  <a:lnTo>
                    <a:pt x="1818904" y="1012204"/>
                  </a:lnTo>
                  <a:lnTo>
                    <a:pt x="1808650" y="1001949"/>
                  </a:lnTo>
                  <a:lnTo>
                    <a:pt x="1801474" y="987604"/>
                  </a:lnTo>
                  <a:lnTo>
                    <a:pt x="1775834" y="982480"/>
                  </a:lnTo>
                  <a:lnTo>
                    <a:pt x="1770710" y="1002976"/>
                  </a:lnTo>
                  <a:lnTo>
                    <a:pt x="1761482" y="1004002"/>
                  </a:lnTo>
                  <a:lnTo>
                    <a:pt x="1751220" y="1009126"/>
                  </a:lnTo>
                  <a:lnTo>
                    <a:pt x="1749175" y="1005028"/>
                  </a:lnTo>
                  <a:lnTo>
                    <a:pt x="1753273" y="994780"/>
                  </a:lnTo>
                  <a:lnTo>
                    <a:pt x="1748149" y="983500"/>
                  </a:lnTo>
                  <a:lnTo>
                    <a:pt x="1738920" y="989650"/>
                  </a:lnTo>
                  <a:lnTo>
                    <a:pt x="1731737" y="997852"/>
                  </a:lnTo>
                  <a:lnTo>
                    <a:pt x="1730718" y="971200"/>
                  </a:lnTo>
                  <a:lnTo>
                    <a:pt x="1714307" y="967102"/>
                  </a:lnTo>
                  <a:lnTo>
                    <a:pt x="1706104" y="969154"/>
                  </a:lnTo>
                  <a:lnTo>
                    <a:pt x="1694824" y="961978"/>
                  </a:lnTo>
                  <a:lnTo>
                    <a:pt x="1696876" y="954802"/>
                  </a:lnTo>
                  <a:lnTo>
                    <a:pt x="1711235" y="949678"/>
                  </a:lnTo>
                  <a:lnTo>
                    <a:pt x="1723535" y="937378"/>
                  </a:lnTo>
                  <a:lnTo>
                    <a:pt x="1741999" y="924059"/>
                  </a:lnTo>
                  <a:lnTo>
                    <a:pt x="1748149" y="914830"/>
                  </a:lnTo>
                  <a:lnTo>
                    <a:pt x="1764553" y="895361"/>
                  </a:lnTo>
                  <a:lnTo>
                    <a:pt x="1765579" y="885107"/>
                  </a:lnTo>
                  <a:lnTo>
                    <a:pt x="1790193" y="867690"/>
                  </a:lnTo>
                  <a:lnTo>
                    <a:pt x="1809676" y="845135"/>
                  </a:lnTo>
                  <a:lnTo>
                    <a:pt x="1813780" y="832842"/>
                  </a:lnTo>
                  <a:lnTo>
                    <a:pt x="1837368" y="812340"/>
                  </a:lnTo>
                  <a:lnTo>
                    <a:pt x="1841466" y="800040"/>
                  </a:lnTo>
                  <a:lnTo>
                    <a:pt x="1859929" y="785695"/>
                  </a:lnTo>
                  <a:lnTo>
                    <a:pt x="1879412" y="781590"/>
                  </a:lnTo>
                  <a:lnTo>
                    <a:pt x="1896843" y="782616"/>
                  </a:lnTo>
                  <a:lnTo>
                    <a:pt x="1908123" y="778518"/>
                  </a:lnTo>
                  <a:lnTo>
                    <a:pt x="1929659" y="779545"/>
                  </a:lnTo>
                  <a:lnTo>
                    <a:pt x="1923509" y="786721"/>
                  </a:lnTo>
                  <a:lnTo>
                    <a:pt x="1928633" y="793890"/>
                  </a:lnTo>
                  <a:lnTo>
                    <a:pt x="1938887" y="790818"/>
                  </a:lnTo>
                  <a:lnTo>
                    <a:pt x="1948115" y="780571"/>
                  </a:lnTo>
                  <a:lnTo>
                    <a:pt x="1956318" y="786721"/>
                  </a:lnTo>
                  <a:lnTo>
                    <a:pt x="1979905" y="784668"/>
                  </a:lnTo>
                  <a:lnTo>
                    <a:pt x="1988114" y="786721"/>
                  </a:lnTo>
                  <a:lnTo>
                    <a:pt x="1999395" y="769297"/>
                  </a:lnTo>
                  <a:lnTo>
                    <a:pt x="2014773" y="768271"/>
                  </a:lnTo>
                  <a:lnTo>
                    <a:pt x="2027080" y="770323"/>
                  </a:lnTo>
                  <a:lnTo>
                    <a:pt x="2052720" y="771342"/>
                  </a:lnTo>
                  <a:lnTo>
                    <a:pt x="2057844" y="782623"/>
                  </a:lnTo>
                  <a:lnTo>
                    <a:pt x="2049641" y="787747"/>
                  </a:lnTo>
                  <a:lnTo>
                    <a:pt x="2044511" y="794923"/>
                  </a:lnTo>
                  <a:lnTo>
                    <a:pt x="2051694" y="800047"/>
                  </a:lnTo>
                  <a:lnTo>
                    <a:pt x="2062974" y="793897"/>
                  </a:lnTo>
                  <a:lnTo>
                    <a:pt x="2076300" y="797995"/>
                  </a:lnTo>
                  <a:lnTo>
                    <a:pt x="2091686" y="785695"/>
                  </a:lnTo>
                  <a:lnTo>
                    <a:pt x="2100914" y="796968"/>
                  </a:lnTo>
                  <a:lnTo>
                    <a:pt x="2109116" y="797995"/>
                  </a:lnTo>
                  <a:lnTo>
                    <a:pt x="2111169" y="788773"/>
                  </a:lnTo>
                  <a:lnTo>
                    <a:pt x="2127573" y="785695"/>
                  </a:lnTo>
                  <a:lnTo>
                    <a:pt x="2127573" y="773395"/>
                  </a:lnTo>
                  <a:lnTo>
                    <a:pt x="2118345" y="768271"/>
                  </a:lnTo>
                  <a:lnTo>
                    <a:pt x="2108090" y="772368"/>
                  </a:lnTo>
                  <a:lnTo>
                    <a:pt x="2107064" y="759049"/>
                  </a:lnTo>
                  <a:lnTo>
                    <a:pt x="2115266" y="751873"/>
                  </a:lnTo>
                  <a:lnTo>
                    <a:pt x="2123475" y="739573"/>
                  </a:lnTo>
                  <a:lnTo>
                    <a:pt x="2139880" y="727273"/>
                  </a:lnTo>
                  <a:lnTo>
                    <a:pt x="2139880" y="719078"/>
                  </a:lnTo>
                  <a:lnTo>
                    <a:pt x="2161415" y="700628"/>
                  </a:lnTo>
                  <a:lnTo>
                    <a:pt x="2158344" y="686276"/>
                  </a:lnTo>
                  <a:cubicBezTo>
                    <a:pt x="2158344" y="686276"/>
                    <a:pt x="2160136" y="684969"/>
                    <a:pt x="2162496" y="683238"/>
                  </a:cubicBezTo>
                  <a:cubicBezTo>
                    <a:pt x="2167052" y="679893"/>
                    <a:pt x="2173722" y="675002"/>
                    <a:pt x="2173722" y="675002"/>
                  </a:cubicBezTo>
                  <a:lnTo>
                    <a:pt x="2200388" y="673982"/>
                  </a:lnTo>
                  <a:lnTo>
                    <a:pt x="2209616" y="665780"/>
                  </a:lnTo>
                  <a:lnTo>
                    <a:pt x="2221923" y="675002"/>
                  </a:lnTo>
                  <a:lnTo>
                    <a:pt x="2226021" y="671930"/>
                  </a:lnTo>
                  <a:lnTo>
                    <a:pt x="2231151" y="665780"/>
                  </a:lnTo>
                  <a:lnTo>
                    <a:pt x="2239354" y="672956"/>
                  </a:lnTo>
                  <a:cubicBezTo>
                    <a:pt x="2239354" y="672956"/>
                    <a:pt x="2238492" y="678990"/>
                    <a:pt x="2237883" y="683238"/>
                  </a:cubicBezTo>
                  <a:lnTo>
                    <a:pt x="2278299" y="683238"/>
                  </a:lnTo>
                  <a:cubicBezTo>
                    <a:pt x="2278313" y="683218"/>
                    <a:pt x="2278320" y="683204"/>
                    <a:pt x="2278320" y="683204"/>
                  </a:cubicBezTo>
                  <a:lnTo>
                    <a:pt x="2296776" y="682185"/>
                  </a:lnTo>
                  <a:lnTo>
                    <a:pt x="2299855" y="672956"/>
                  </a:lnTo>
                  <a:lnTo>
                    <a:pt x="2294731" y="665780"/>
                  </a:lnTo>
                  <a:lnTo>
                    <a:pt x="2306012" y="637083"/>
                  </a:lnTo>
                  <a:lnTo>
                    <a:pt x="2326521" y="627861"/>
                  </a:lnTo>
                  <a:lnTo>
                    <a:pt x="2339854" y="641180"/>
                  </a:lnTo>
                  <a:lnTo>
                    <a:pt x="2325494" y="646311"/>
                  </a:lnTo>
                  <a:lnTo>
                    <a:pt x="2320364" y="664754"/>
                  </a:lnTo>
                  <a:lnTo>
                    <a:pt x="2316266" y="675009"/>
                  </a:lnTo>
                  <a:cubicBezTo>
                    <a:pt x="2316266" y="675009"/>
                    <a:pt x="2315821" y="678675"/>
                    <a:pt x="2315274" y="683238"/>
                  </a:cubicBezTo>
                  <a:lnTo>
                    <a:pt x="2524004" y="683238"/>
                  </a:lnTo>
                  <a:cubicBezTo>
                    <a:pt x="2525461" y="681412"/>
                    <a:pt x="2526481" y="680132"/>
                    <a:pt x="2526481" y="680132"/>
                  </a:cubicBezTo>
                  <a:lnTo>
                    <a:pt x="2538787" y="678087"/>
                  </a:lnTo>
                  <a:lnTo>
                    <a:pt x="2554173" y="662709"/>
                  </a:lnTo>
                  <a:lnTo>
                    <a:pt x="2581858" y="656566"/>
                  </a:lnTo>
                  <a:lnTo>
                    <a:pt x="2590067" y="643239"/>
                  </a:lnTo>
                  <a:lnTo>
                    <a:pt x="2614674" y="639142"/>
                  </a:lnTo>
                  <a:lnTo>
                    <a:pt x="2626980" y="646311"/>
                  </a:lnTo>
                  <a:lnTo>
                    <a:pt x="2647489" y="650416"/>
                  </a:lnTo>
                  <a:lnTo>
                    <a:pt x="2648516" y="641187"/>
                  </a:lnTo>
                  <a:lnTo>
                    <a:pt x="2654672" y="625816"/>
                  </a:lnTo>
                  <a:lnTo>
                    <a:pt x="2648516" y="620692"/>
                  </a:lnTo>
                  <a:lnTo>
                    <a:pt x="2646463" y="601216"/>
                  </a:lnTo>
                  <a:lnTo>
                    <a:pt x="2638261" y="594040"/>
                  </a:lnTo>
                  <a:lnTo>
                    <a:pt x="2638261" y="567394"/>
                  </a:lnTo>
                  <a:lnTo>
                    <a:pt x="2630059" y="561244"/>
                  </a:lnTo>
                  <a:lnTo>
                    <a:pt x="2631085" y="552016"/>
                  </a:lnTo>
                  <a:lnTo>
                    <a:pt x="2623909" y="548944"/>
                  </a:lnTo>
                  <a:lnTo>
                    <a:pt x="2620830" y="558166"/>
                  </a:lnTo>
                  <a:lnTo>
                    <a:pt x="2608524" y="547918"/>
                  </a:lnTo>
                  <a:lnTo>
                    <a:pt x="2601347" y="542794"/>
                  </a:lnTo>
                  <a:lnTo>
                    <a:pt x="2588015" y="539723"/>
                  </a:lnTo>
                  <a:lnTo>
                    <a:pt x="2581865" y="525371"/>
                  </a:lnTo>
                  <a:lnTo>
                    <a:pt x="2592119" y="526397"/>
                  </a:lnTo>
                  <a:lnTo>
                    <a:pt x="2597243" y="533573"/>
                  </a:lnTo>
                  <a:lnTo>
                    <a:pt x="2601347" y="529475"/>
                  </a:lnTo>
                  <a:lnTo>
                    <a:pt x="2592119" y="521273"/>
                  </a:lnTo>
                  <a:lnTo>
                    <a:pt x="2601347" y="516149"/>
                  </a:lnTo>
                  <a:lnTo>
                    <a:pt x="2611602" y="527423"/>
                  </a:lnTo>
                  <a:lnTo>
                    <a:pt x="2616733" y="537671"/>
                  </a:lnTo>
                  <a:lnTo>
                    <a:pt x="2645444" y="535625"/>
                  </a:lnTo>
                  <a:lnTo>
                    <a:pt x="2654672" y="524344"/>
                  </a:lnTo>
                  <a:lnTo>
                    <a:pt x="2660822" y="520247"/>
                  </a:lnTo>
                  <a:lnTo>
                    <a:pt x="2677234" y="500771"/>
                  </a:lnTo>
                  <a:lnTo>
                    <a:pt x="2673129" y="487451"/>
                  </a:lnTo>
                  <a:lnTo>
                    <a:pt x="2664927" y="464904"/>
                  </a:lnTo>
                  <a:lnTo>
                    <a:pt x="2677234" y="456701"/>
                  </a:lnTo>
                  <a:lnTo>
                    <a:pt x="2682364" y="458754"/>
                  </a:lnTo>
                  <a:lnTo>
                    <a:pt x="2693638" y="453623"/>
                  </a:lnTo>
                  <a:lnTo>
                    <a:pt x="2694664" y="463878"/>
                  </a:lnTo>
                  <a:lnTo>
                    <a:pt x="2692612" y="473099"/>
                  </a:lnTo>
                  <a:lnTo>
                    <a:pt x="2691586" y="489497"/>
                  </a:lnTo>
                  <a:lnTo>
                    <a:pt x="2698769" y="497699"/>
                  </a:lnTo>
                  <a:lnTo>
                    <a:pt x="2714147" y="496673"/>
                  </a:lnTo>
                  <a:lnTo>
                    <a:pt x="2728506" y="494627"/>
                  </a:lnTo>
                  <a:lnTo>
                    <a:pt x="2744911" y="500777"/>
                  </a:lnTo>
                  <a:lnTo>
                    <a:pt x="2749015" y="506927"/>
                  </a:lnTo>
                  <a:lnTo>
                    <a:pt x="2752087" y="532547"/>
                  </a:lnTo>
                  <a:lnTo>
                    <a:pt x="2769524" y="529475"/>
                  </a:lnTo>
                  <a:lnTo>
                    <a:pt x="2780805" y="535625"/>
                  </a:lnTo>
                  <a:lnTo>
                    <a:pt x="2791060" y="550997"/>
                  </a:lnTo>
                  <a:lnTo>
                    <a:pt x="2803366" y="558173"/>
                  </a:lnTo>
                  <a:lnTo>
                    <a:pt x="2822849" y="549970"/>
                  </a:lnTo>
                  <a:lnTo>
                    <a:pt x="2812595" y="540749"/>
                  </a:lnTo>
                  <a:lnTo>
                    <a:pt x="2813621" y="528449"/>
                  </a:lnTo>
                  <a:lnTo>
                    <a:pt x="2827973" y="517175"/>
                  </a:lnTo>
                  <a:lnTo>
                    <a:pt x="2819771" y="507954"/>
                  </a:lnTo>
                  <a:lnTo>
                    <a:pt x="2824902" y="503849"/>
                  </a:lnTo>
                  <a:lnTo>
                    <a:pt x="2827973" y="496673"/>
                  </a:lnTo>
                  <a:lnTo>
                    <a:pt x="2855665" y="490530"/>
                  </a:lnTo>
                  <a:lnTo>
                    <a:pt x="2862841" y="482328"/>
                  </a:lnTo>
                  <a:lnTo>
                    <a:pt x="2864894" y="471054"/>
                  </a:lnTo>
                  <a:lnTo>
                    <a:pt x="2878733" y="469514"/>
                  </a:lnTo>
                  <a:lnTo>
                    <a:pt x="2881818" y="458754"/>
                  </a:lnTo>
                  <a:lnTo>
                    <a:pt x="2855665" y="4448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6" name="Forme libre : forme 494">
              <a:extLst>
                <a:ext uri="{FF2B5EF4-FFF2-40B4-BE49-F238E27FC236}">
                  <a16:creationId xmlns:a16="http://schemas.microsoft.com/office/drawing/2014/main" id="{946D177D-679F-3587-DD2B-D436C6CA42A3}"/>
                </a:ext>
              </a:extLst>
            </p:cNvPr>
            <p:cNvSpPr/>
            <p:nvPr/>
          </p:nvSpPr>
          <p:spPr>
            <a:xfrm>
              <a:off x="9052649" y="2937421"/>
              <a:ext cx="52278" cy="40970"/>
            </a:xfrm>
            <a:custGeom>
              <a:avLst/>
              <a:gdLst>
                <a:gd name="csX0" fmla="*/ 56708 w 52278"/>
                <a:gd name="csY0" fmla="*/ 646 h 40970"/>
                <a:gd name="csX1" fmla="*/ 52624 w 52278"/>
                <a:gd name="csY1" fmla="*/ 6769 h 40970"/>
                <a:gd name="csX2" fmla="*/ 31089 w 52278"/>
                <a:gd name="csY2" fmla="*/ 24186 h 40970"/>
                <a:gd name="csX3" fmla="*/ 24939 w 52278"/>
                <a:gd name="csY3" fmla="*/ 41617 h 40970"/>
                <a:gd name="csX4" fmla="*/ 15704 w 52278"/>
                <a:gd name="csY4" fmla="*/ 41617 h 40970"/>
                <a:gd name="csX5" fmla="*/ 14685 w 52278"/>
                <a:gd name="csY5" fmla="*/ 26238 h 40970"/>
                <a:gd name="csX6" fmla="*/ 9554 w 52278"/>
                <a:gd name="csY6" fmla="*/ 24186 h 40970"/>
                <a:gd name="csX7" fmla="*/ 4430 w 52278"/>
                <a:gd name="csY7" fmla="*/ 18036 h 40970"/>
                <a:gd name="csX8" fmla="*/ 15711 w 52278"/>
                <a:gd name="csY8" fmla="*/ 4717 h 40970"/>
                <a:gd name="csX9" fmla="*/ 16292 w 52278"/>
                <a:gd name="csY9" fmla="*/ 646 h 40970"/>
                <a:gd name="csX10" fmla="*/ 56708 w 52278"/>
                <a:gd name="csY10" fmla="*/ 646 h 4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2278" h="40970">
                  <a:moveTo>
                    <a:pt x="56708" y="646"/>
                  </a:moveTo>
                  <a:cubicBezTo>
                    <a:pt x="56400" y="1105"/>
                    <a:pt x="52624" y="6769"/>
                    <a:pt x="52624" y="6769"/>
                  </a:cubicBezTo>
                  <a:lnTo>
                    <a:pt x="31089" y="24186"/>
                  </a:lnTo>
                  <a:lnTo>
                    <a:pt x="24939" y="41617"/>
                  </a:lnTo>
                  <a:lnTo>
                    <a:pt x="15704" y="41617"/>
                  </a:lnTo>
                  <a:lnTo>
                    <a:pt x="14685" y="26238"/>
                  </a:lnTo>
                  <a:lnTo>
                    <a:pt x="9554" y="24186"/>
                  </a:lnTo>
                  <a:lnTo>
                    <a:pt x="4430" y="18036"/>
                  </a:lnTo>
                  <a:lnTo>
                    <a:pt x="15711" y="4717"/>
                  </a:lnTo>
                  <a:cubicBezTo>
                    <a:pt x="15711" y="4717"/>
                    <a:pt x="15964" y="2945"/>
                    <a:pt x="16292" y="646"/>
                  </a:cubicBezTo>
                  <a:lnTo>
                    <a:pt x="56708" y="6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7" name="Forme libre : forme 495">
              <a:extLst>
                <a:ext uri="{FF2B5EF4-FFF2-40B4-BE49-F238E27FC236}">
                  <a16:creationId xmlns:a16="http://schemas.microsoft.com/office/drawing/2014/main" id="{5D2E0113-D513-AE66-EDDF-4682BA58C93A}"/>
                </a:ext>
              </a:extLst>
            </p:cNvPr>
            <p:cNvSpPr/>
            <p:nvPr/>
          </p:nvSpPr>
          <p:spPr>
            <a:xfrm>
              <a:off x="8964408" y="2937421"/>
              <a:ext cx="386176" cy="419163"/>
            </a:xfrm>
            <a:custGeom>
              <a:avLst/>
              <a:gdLst>
                <a:gd name="csX0" fmla="*/ 390679 w 386176"/>
                <a:gd name="csY0" fmla="*/ 789 h 419163"/>
                <a:gd name="csX1" fmla="*/ 380855 w 386176"/>
                <a:gd name="csY1" fmla="*/ 13062 h 419163"/>
                <a:gd name="csX2" fmla="*/ 369575 w 386176"/>
                <a:gd name="csY2" fmla="*/ 16140 h 419163"/>
                <a:gd name="csX3" fmla="*/ 363425 w 386176"/>
                <a:gd name="csY3" fmla="*/ 28440 h 419163"/>
                <a:gd name="csX4" fmla="*/ 341889 w 386176"/>
                <a:gd name="csY4" fmla="*/ 39707 h 419163"/>
                <a:gd name="csX5" fmla="*/ 327530 w 386176"/>
                <a:gd name="csY5" fmla="*/ 56105 h 419163"/>
                <a:gd name="csX6" fmla="*/ 324452 w 386176"/>
                <a:gd name="csY6" fmla="*/ 66359 h 419163"/>
                <a:gd name="csX7" fmla="*/ 314197 w 386176"/>
                <a:gd name="csY7" fmla="*/ 72509 h 419163"/>
                <a:gd name="csX8" fmla="*/ 312152 w 386176"/>
                <a:gd name="csY8" fmla="*/ 60209 h 419163"/>
                <a:gd name="csX9" fmla="*/ 307021 w 386176"/>
                <a:gd name="csY9" fmla="*/ 49962 h 419163"/>
                <a:gd name="csX10" fmla="*/ 287538 w 386176"/>
                <a:gd name="csY10" fmla="*/ 39707 h 419163"/>
                <a:gd name="csX11" fmla="*/ 249592 w 386176"/>
                <a:gd name="csY11" fmla="*/ 57131 h 419163"/>
                <a:gd name="csX12" fmla="*/ 240363 w 386176"/>
                <a:gd name="csY12" fmla="*/ 75581 h 419163"/>
                <a:gd name="csX13" fmla="*/ 229083 w 386176"/>
                <a:gd name="csY13" fmla="*/ 83783 h 419163"/>
                <a:gd name="csX14" fmla="*/ 228057 w 386176"/>
                <a:gd name="csY14" fmla="*/ 68405 h 419163"/>
                <a:gd name="csX15" fmla="*/ 236259 w 386176"/>
                <a:gd name="csY15" fmla="*/ 53033 h 419163"/>
                <a:gd name="csX16" fmla="*/ 234213 w 386176"/>
                <a:gd name="csY16" fmla="*/ 48936 h 419163"/>
                <a:gd name="csX17" fmla="*/ 222933 w 386176"/>
                <a:gd name="csY17" fmla="*/ 59183 h 419163"/>
                <a:gd name="csX18" fmla="*/ 213698 w 386176"/>
                <a:gd name="csY18" fmla="*/ 66352 h 419163"/>
                <a:gd name="csX19" fmla="*/ 205502 w 386176"/>
                <a:gd name="csY19" fmla="*/ 77633 h 419163"/>
                <a:gd name="csX20" fmla="*/ 197293 w 386176"/>
                <a:gd name="csY20" fmla="*/ 72502 h 419163"/>
                <a:gd name="csX21" fmla="*/ 187038 w 386176"/>
                <a:gd name="csY21" fmla="*/ 71483 h 419163"/>
                <a:gd name="csX22" fmla="*/ 171653 w 386176"/>
                <a:gd name="csY22" fmla="*/ 86855 h 419163"/>
                <a:gd name="csX23" fmla="*/ 167556 w 386176"/>
                <a:gd name="csY23" fmla="*/ 107350 h 419163"/>
                <a:gd name="csX24" fmla="*/ 156275 w 386176"/>
                <a:gd name="csY24" fmla="*/ 124774 h 419163"/>
                <a:gd name="csX25" fmla="*/ 148073 w 386176"/>
                <a:gd name="csY25" fmla="*/ 128878 h 419163"/>
                <a:gd name="csX26" fmla="*/ 141916 w 386176"/>
                <a:gd name="csY26" fmla="*/ 152452 h 419163"/>
                <a:gd name="csX27" fmla="*/ 153196 w 386176"/>
                <a:gd name="csY27" fmla="*/ 163726 h 419163"/>
                <a:gd name="csX28" fmla="*/ 156275 w 386176"/>
                <a:gd name="csY28" fmla="*/ 156550 h 419163"/>
                <a:gd name="csX29" fmla="*/ 170627 w 386176"/>
                <a:gd name="csY29" fmla="*/ 162700 h 419163"/>
                <a:gd name="csX30" fmla="*/ 172679 w 386176"/>
                <a:gd name="csY30" fmla="*/ 167824 h 419163"/>
                <a:gd name="csX31" fmla="*/ 158327 w 386176"/>
                <a:gd name="csY31" fmla="*/ 181150 h 419163"/>
                <a:gd name="csX32" fmla="*/ 159353 w 386176"/>
                <a:gd name="csY32" fmla="*/ 199593 h 419163"/>
                <a:gd name="csX33" fmla="*/ 169601 w 386176"/>
                <a:gd name="csY33" fmla="*/ 204724 h 419163"/>
                <a:gd name="csX34" fmla="*/ 175758 w 386176"/>
                <a:gd name="csY34" fmla="*/ 226245 h 419163"/>
                <a:gd name="csX35" fmla="*/ 170627 w 386176"/>
                <a:gd name="csY35" fmla="*/ 231369 h 419163"/>
                <a:gd name="csX36" fmla="*/ 159353 w 386176"/>
                <a:gd name="csY36" fmla="*/ 231369 h 419163"/>
                <a:gd name="csX37" fmla="*/ 159353 w 386176"/>
                <a:gd name="csY37" fmla="*/ 215997 h 419163"/>
                <a:gd name="csX38" fmla="*/ 144994 w 386176"/>
                <a:gd name="csY38" fmla="*/ 231369 h 419163"/>
                <a:gd name="csX39" fmla="*/ 135759 w 386176"/>
                <a:gd name="csY39" fmla="*/ 255969 h 419163"/>
                <a:gd name="csX40" fmla="*/ 138837 w 386176"/>
                <a:gd name="csY40" fmla="*/ 262119 h 419163"/>
                <a:gd name="csX41" fmla="*/ 146020 w 386176"/>
                <a:gd name="csY41" fmla="*/ 272367 h 419163"/>
                <a:gd name="csX42" fmla="*/ 139864 w 386176"/>
                <a:gd name="csY42" fmla="*/ 287738 h 419163"/>
                <a:gd name="csX43" fmla="*/ 130635 w 386176"/>
                <a:gd name="csY43" fmla="*/ 290816 h 419163"/>
                <a:gd name="csX44" fmla="*/ 126537 w 386176"/>
                <a:gd name="csY44" fmla="*/ 284666 h 419163"/>
                <a:gd name="csX45" fmla="*/ 98845 w 386176"/>
                <a:gd name="csY45" fmla="*/ 307214 h 419163"/>
                <a:gd name="csX46" fmla="*/ 103969 w 386176"/>
                <a:gd name="csY46" fmla="*/ 333859 h 419163"/>
                <a:gd name="csX47" fmla="*/ 99872 w 386176"/>
                <a:gd name="csY47" fmla="*/ 342062 h 419163"/>
                <a:gd name="csX48" fmla="*/ 87565 w 386176"/>
                <a:gd name="csY48" fmla="*/ 337964 h 419163"/>
                <a:gd name="csX49" fmla="*/ 74232 w 386176"/>
                <a:gd name="csY49" fmla="*/ 342062 h 419163"/>
                <a:gd name="csX50" fmla="*/ 70134 w 386176"/>
                <a:gd name="csY50" fmla="*/ 361538 h 419163"/>
                <a:gd name="csX51" fmla="*/ 68082 w 386176"/>
                <a:gd name="csY51" fmla="*/ 372812 h 419163"/>
                <a:gd name="csX52" fmla="*/ 33214 w 386176"/>
                <a:gd name="csY52" fmla="*/ 417907 h 419163"/>
                <a:gd name="csX53" fmla="*/ 23985 w 386176"/>
                <a:gd name="csY53" fmla="*/ 419952 h 419163"/>
                <a:gd name="csX54" fmla="*/ 28083 w 386176"/>
                <a:gd name="csY54" fmla="*/ 413802 h 419163"/>
                <a:gd name="csX55" fmla="*/ 22959 w 386176"/>
                <a:gd name="csY55" fmla="*/ 399457 h 419163"/>
                <a:gd name="csX56" fmla="*/ 23985 w 386176"/>
                <a:gd name="csY56" fmla="*/ 379981 h 419163"/>
                <a:gd name="csX57" fmla="*/ 21933 w 386176"/>
                <a:gd name="csY57" fmla="*/ 361531 h 419163"/>
                <a:gd name="csX58" fmla="*/ 13731 w 386176"/>
                <a:gd name="csY58" fmla="*/ 326690 h 419163"/>
                <a:gd name="csX59" fmla="*/ 8600 w 386176"/>
                <a:gd name="csY59" fmla="*/ 313364 h 419163"/>
                <a:gd name="csX60" fmla="*/ 7581 w 386176"/>
                <a:gd name="csY60" fmla="*/ 293888 h 419163"/>
                <a:gd name="csX61" fmla="*/ 4502 w 386176"/>
                <a:gd name="csY61" fmla="*/ 256988 h 419163"/>
                <a:gd name="csX62" fmla="*/ 7581 w 386176"/>
                <a:gd name="csY62" fmla="*/ 219069 h 419163"/>
                <a:gd name="csX63" fmla="*/ 22966 w 386176"/>
                <a:gd name="csY63" fmla="*/ 200619 h 419163"/>
                <a:gd name="csX64" fmla="*/ 26038 w 386176"/>
                <a:gd name="csY64" fmla="*/ 194469 h 419163"/>
                <a:gd name="csX65" fmla="*/ 30142 w 386176"/>
                <a:gd name="csY65" fmla="*/ 158595 h 419163"/>
                <a:gd name="csX66" fmla="*/ 48599 w 386176"/>
                <a:gd name="csY66" fmla="*/ 158595 h 419163"/>
                <a:gd name="csX67" fmla="*/ 55782 w 386176"/>
                <a:gd name="csY67" fmla="*/ 149374 h 419163"/>
                <a:gd name="csX68" fmla="*/ 63984 w 386176"/>
                <a:gd name="csY68" fmla="*/ 146302 h 419163"/>
                <a:gd name="csX69" fmla="*/ 77310 w 386176"/>
                <a:gd name="csY69" fmla="*/ 135028 h 419163"/>
                <a:gd name="csX70" fmla="*/ 78336 w 386176"/>
                <a:gd name="csY70" fmla="*/ 127852 h 419163"/>
                <a:gd name="csX71" fmla="*/ 101924 w 386176"/>
                <a:gd name="csY71" fmla="*/ 107350 h 419163"/>
                <a:gd name="csX72" fmla="*/ 103976 w 386176"/>
                <a:gd name="csY72" fmla="*/ 89926 h 419163"/>
                <a:gd name="csX73" fmla="*/ 115257 w 386176"/>
                <a:gd name="csY73" fmla="*/ 87881 h 419163"/>
                <a:gd name="csX74" fmla="*/ 135766 w 386176"/>
                <a:gd name="csY74" fmla="*/ 61229 h 419163"/>
                <a:gd name="csX75" fmla="*/ 140897 w 386176"/>
                <a:gd name="csY75" fmla="*/ 48929 h 419163"/>
                <a:gd name="csX76" fmla="*/ 175758 w 386176"/>
                <a:gd name="csY76" fmla="*/ 34583 h 419163"/>
                <a:gd name="csX77" fmla="*/ 176784 w 386176"/>
                <a:gd name="csY77" fmla="*/ 23309 h 419163"/>
                <a:gd name="csX78" fmla="*/ 179862 w 386176"/>
                <a:gd name="csY78" fmla="*/ 18186 h 419163"/>
                <a:gd name="csX79" fmla="*/ 181949 w 386176"/>
                <a:gd name="csY79" fmla="*/ 789 h 419163"/>
                <a:gd name="csX80" fmla="*/ 390679 w 386176"/>
                <a:gd name="csY80" fmla="*/ 789 h 4191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386176" h="419163">
                  <a:moveTo>
                    <a:pt x="390679" y="789"/>
                  </a:moveTo>
                  <a:cubicBezTo>
                    <a:pt x="387087" y="5277"/>
                    <a:pt x="380855" y="13062"/>
                    <a:pt x="380855" y="13062"/>
                  </a:cubicBezTo>
                  <a:lnTo>
                    <a:pt x="369575" y="16140"/>
                  </a:lnTo>
                  <a:lnTo>
                    <a:pt x="363425" y="28440"/>
                  </a:lnTo>
                  <a:lnTo>
                    <a:pt x="341889" y="39707"/>
                  </a:lnTo>
                  <a:lnTo>
                    <a:pt x="327530" y="56105"/>
                  </a:lnTo>
                  <a:lnTo>
                    <a:pt x="324452" y="66359"/>
                  </a:lnTo>
                  <a:lnTo>
                    <a:pt x="314197" y="72509"/>
                  </a:lnTo>
                  <a:lnTo>
                    <a:pt x="312152" y="60209"/>
                  </a:lnTo>
                  <a:lnTo>
                    <a:pt x="307021" y="49962"/>
                  </a:lnTo>
                  <a:lnTo>
                    <a:pt x="287538" y="39707"/>
                  </a:lnTo>
                  <a:lnTo>
                    <a:pt x="249592" y="57131"/>
                  </a:lnTo>
                  <a:lnTo>
                    <a:pt x="240363" y="75581"/>
                  </a:lnTo>
                  <a:lnTo>
                    <a:pt x="229083" y="83783"/>
                  </a:lnTo>
                  <a:lnTo>
                    <a:pt x="228057" y="68405"/>
                  </a:lnTo>
                  <a:lnTo>
                    <a:pt x="236259" y="53033"/>
                  </a:lnTo>
                  <a:lnTo>
                    <a:pt x="234213" y="48936"/>
                  </a:lnTo>
                  <a:lnTo>
                    <a:pt x="222933" y="59183"/>
                  </a:lnTo>
                  <a:lnTo>
                    <a:pt x="213698" y="66352"/>
                  </a:lnTo>
                  <a:lnTo>
                    <a:pt x="205502" y="77633"/>
                  </a:lnTo>
                  <a:lnTo>
                    <a:pt x="197293" y="72502"/>
                  </a:lnTo>
                  <a:lnTo>
                    <a:pt x="187038" y="71483"/>
                  </a:lnTo>
                  <a:lnTo>
                    <a:pt x="171653" y="86855"/>
                  </a:lnTo>
                  <a:lnTo>
                    <a:pt x="167556" y="107350"/>
                  </a:lnTo>
                  <a:lnTo>
                    <a:pt x="156275" y="124774"/>
                  </a:lnTo>
                  <a:lnTo>
                    <a:pt x="148073" y="128878"/>
                  </a:lnTo>
                  <a:lnTo>
                    <a:pt x="141916" y="152452"/>
                  </a:lnTo>
                  <a:lnTo>
                    <a:pt x="153196" y="163726"/>
                  </a:lnTo>
                  <a:lnTo>
                    <a:pt x="156275" y="156550"/>
                  </a:lnTo>
                  <a:lnTo>
                    <a:pt x="170627" y="162700"/>
                  </a:lnTo>
                  <a:lnTo>
                    <a:pt x="172679" y="167824"/>
                  </a:lnTo>
                  <a:lnTo>
                    <a:pt x="158327" y="181150"/>
                  </a:lnTo>
                  <a:lnTo>
                    <a:pt x="159353" y="199593"/>
                  </a:lnTo>
                  <a:lnTo>
                    <a:pt x="169601" y="204724"/>
                  </a:lnTo>
                  <a:lnTo>
                    <a:pt x="175758" y="226245"/>
                  </a:lnTo>
                  <a:lnTo>
                    <a:pt x="170627" y="231369"/>
                  </a:lnTo>
                  <a:lnTo>
                    <a:pt x="159353" y="231369"/>
                  </a:lnTo>
                  <a:lnTo>
                    <a:pt x="159353" y="215997"/>
                  </a:lnTo>
                  <a:lnTo>
                    <a:pt x="144994" y="231369"/>
                  </a:lnTo>
                  <a:lnTo>
                    <a:pt x="135759" y="255969"/>
                  </a:lnTo>
                  <a:lnTo>
                    <a:pt x="138837" y="262119"/>
                  </a:lnTo>
                  <a:lnTo>
                    <a:pt x="146020" y="272367"/>
                  </a:lnTo>
                  <a:lnTo>
                    <a:pt x="139864" y="287738"/>
                  </a:lnTo>
                  <a:lnTo>
                    <a:pt x="130635" y="290816"/>
                  </a:lnTo>
                  <a:lnTo>
                    <a:pt x="126537" y="284666"/>
                  </a:lnTo>
                  <a:lnTo>
                    <a:pt x="98845" y="307214"/>
                  </a:lnTo>
                  <a:lnTo>
                    <a:pt x="103969" y="333859"/>
                  </a:lnTo>
                  <a:lnTo>
                    <a:pt x="99872" y="342062"/>
                  </a:lnTo>
                  <a:lnTo>
                    <a:pt x="87565" y="337964"/>
                  </a:lnTo>
                  <a:lnTo>
                    <a:pt x="74232" y="342062"/>
                  </a:lnTo>
                  <a:lnTo>
                    <a:pt x="70134" y="361538"/>
                  </a:lnTo>
                  <a:lnTo>
                    <a:pt x="68082" y="372812"/>
                  </a:lnTo>
                  <a:lnTo>
                    <a:pt x="33214" y="417907"/>
                  </a:lnTo>
                  <a:lnTo>
                    <a:pt x="23985" y="419952"/>
                  </a:lnTo>
                  <a:lnTo>
                    <a:pt x="28083" y="413802"/>
                  </a:lnTo>
                  <a:lnTo>
                    <a:pt x="22959" y="399457"/>
                  </a:lnTo>
                  <a:lnTo>
                    <a:pt x="23985" y="379981"/>
                  </a:lnTo>
                  <a:lnTo>
                    <a:pt x="21933" y="361531"/>
                  </a:lnTo>
                  <a:lnTo>
                    <a:pt x="13731" y="326690"/>
                  </a:lnTo>
                  <a:lnTo>
                    <a:pt x="8600" y="313364"/>
                  </a:lnTo>
                  <a:lnTo>
                    <a:pt x="7581" y="293888"/>
                  </a:lnTo>
                  <a:lnTo>
                    <a:pt x="4502" y="256988"/>
                  </a:lnTo>
                  <a:lnTo>
                    <a:pt x="7581" y="219069"/>
                  </a:lnTo>
                  <a:lnTo>
                    <a:pt x="22966" y="200619"/>
                  </a:lnTo>
                  <a:lnTo>
                    <a:pt x="26038" y="194469"/>
                  </a:lnTo>
                  <a:lnTo>
                    <a:pt x="30142" y="158595"/>
                  </a:lnTo>
                  <a:lnTo>
                    <a:pt x="48599" y="158595"/>
                  </a:lnTo>
                  <a:lnTo>
                    <a:pt x="55782" y="149374"/>
                  </a:lnTo>
                  <a:lnTo>
                    <a:pt x="63984" y="146302"/>
                  </a:lnTo>
                  <a:lnTo>
                    <a:pt x="77310" y="135028"/>
                  </a:lnTo>
                  <a:lnTo>
                    <a:pt x="78336" y="127852"/>
                  </a:lnTo>
                  <a:lnTo>
                    <a:pt x="101924" y="107350"/>
                  </a:lnTo>
                  <a:lnTo>
                    <a:pt x="103976" y="89926"/>
                  </a:lnTo>
                  <a:lnTo>
                    <a:pt x="115257" y="87881"/>
                  </a:lnTo>
                  <a:lnTo>
                    <a:pt x="135766" y="61229"/>
                  </a:lnTo>
                  <a:lnTo>
                    <a:pt x="140897" y="48929"/>
                  </a:lnTo>
                  <a:lnTo>
                    <a:pt x="175758" y="34583"/>
                  </a:lnTo>
                  <a:lnTo>
                    <a:pt x="176784" y="23309"/>
                  </a:lnTo>
                  <a:lnTo>
                    <a:pt x="179862" y="18186"/>
                  </a:lnTo>
                  <a:cubicBezTo>
                    <a:pt x="179862" y="18186"/>
                    <a:pt x="181053" y="8280"/>
                    <a:pt x="181949" y="789"/>
                  </a:cubicBezTo>
                  <a:lnTo>
                    <a:pt x="390679"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8" name="Forme libre : forme 496">
              <a:extLst>
                <a:ext uri="{FF2B5EF4-FFF2-40B4-BE49-F238E27FC236}">
                  <a16:creationId xmlns:a16="http://schemas.microsoft.com/office/drawing/2014/main" id="{7F186DC5-8A2F-6AE0-FF65-8D83F52DBEB3}"/>
                </a:ext>
              </a:extLst>
            </p:cNvPr>
            <p:cNvSpPr/>
            <p:nvPr/>
          </p:nvSpPr>
          <p:spPr>
            <a:xfrm>
              <a:off x="4981786" y="6062849"/>
              <a:ext cx="10357" cy="10562"/>
            </a:xfrm>
            <a:custGeom>
              <a:avLst/>
              <a:gdLst>
                <a:gd name="csX0" fmla="*/ 1933 w 10357"/>
                <a:gd name="csY0" fmla="*/ 7819 h 10562"/>
                <a:gd name="csX1" fmla="*/ 6079 w 10357"/>
                <a:gd name="csY1" fmla="*/ 2538 h 10562"/>
                <a:gd name="csX2" fmla="*/ 11257 w 10357"/>
                <a:gd name="csY2" fmla="*/ 4296 h 10562"/>
                <a:gd name="csX3" fmla="*/ 12290 w 10357"/>
                <a:gd name="csY3" fmla="*/ 11342 h 10562"/>
                <a:gd name="csX4" fmla="*/ 6079 w 10357"/>
                <a:gd name="csY4" fmla="*/ 13100 h 10562"/>
                <a:gd name="csX5" fmla="*/ 1933 w 10357"/>
                <a:gd name="csY5" fmla="*/ 7819 h 10562"/>
              </a:gdLst>
              <a:ahLst/>
              <a:cxnLst>
                <a:cxn ang="0">
                  <a:pos x="csX0" y="csY0"/>
                </a:cxn>
                <a:cxn ang="0">
                  <a:pos x="csX1" y="csY1"/>
                </a:cxn>
                <a:cxn ang="0">
                  <a:pos x="csX2" y="csY2"/>
                </a:cxn>
                <a:cxn ang="0">
                  <a:pos x="csX3" y="csY3"/>
                </a:cxn>
                <a:cxn ang="0">
                  <a:pos x="csX4" y="csY4"/>
                </a:cxn>
                <a:cxn ang="0">
                  <a:pos x="csX5" y="csY5"/>
                </a:cxn>
              </a:cxnLst>
              <a:rect l="l" t="t" r="r" b="b"/>
              <a:pathLst>
                <a:path w="10357" h="10562">
                  <a:moveTo>
                    <a:pt x="1933" y="7819"/>
                  </a:moveTo>
                  <a:lnTo>
                    <a:pt x="6079" y="2538"/>
                  </a:lnTo>
                  <a:lnTo>
                    <a:pt x="11257" y="4296"/>
                  </a:lnTo>
                  <a:lnTo>
                    <a:pt x="12290" y="11342"/>
                  </a:lnTo>
                  <a:lnTo>
                    <a:pt x="6079" y="13100"/>
                  </a:lnTo>
                  <a:lnTo>
                    <a:pt x="1933" y="7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19" name="Forme libre : forme 497">
              <a:extLst>
                <a:ext uri="{FF2B5EF4-FFF2-40B4-BE49-F238E27FC236}">
                  <a16:creationId xmlns:a16="http://schemas.microsoft.com/office/drawing/2014/main" id="{6B51DBF2-3A2C-8531-5CEF-6F5F00A30912}"/>
                </a:ext>
              </a:extLst>
            </p:cNvPr>
            <p:cNvSpPr/>
            <p:nvPr/>
          </p:nvSpPr>
          <p:spPr>
            <a:xfrm rot="-1621043" flipV="1">
              <a:off x="4995381" y="6049640"/>
              <a:ext cx="6177" cy="6587"/>
            </a:xfrm>
            <a:custGeom>
              <a:avLst/>
              <a:gdLst>
                <a:gd name="csX0" fmla="*/ 1940 w 6177"/>
                <a:gd name="csY0" fmla="*/ 9117 h 6587"/>
                <a:gd name="csX1" fmla="*/ 7748 w 6177"/>
                <a:gd name="csY1" fmla="*/ 9117 h 6587"/>
                <a:gd name="csX2" fmla="*/ 8118 w 6177"/>
                <a:gd name="csY2" fmla="*/ 3001 h 6587"/>
                <a:gd name="csX3" fmla="*/ 3233 w 6177"/>
                <a:gd name="csY3" fmla="*/ 2529 h 6587"/>
                <a:gd name="csX4" fmla="*/ 1940 w 6177"/>
                <a:gd name="csY4" fmla="*/ 9117 h 6587"/>
              </a:gdLst>
              <a:ahLst/>
              <a:cxnLst>
                <a:cxn ang="0">
                  <a:pos x="csX0" y="csY0"/>
                </a:cxn>
                <a:cxn ang="0">
                  <a:pos x="csX1" y="csY1"/>
                </a:cxn>
                <a:cxn ang="0">
                  <a:pos x="csX2" y="csY2"/>
                </a:cxn>
                <a:cxn ang="0">
                  <a:pos x="csX3" y="csY3"/>
                </a:cxn>
                <a:cxn ang="0">
                  <a:pos x="csX4" y="csY4"/>
                </a:cxn>
              </a:cxnLst>
              <a:rect l="l" t="t" r="r" b="b"/>
              <a:pathLst>
                <a:path w="6177" h="6587">
                  <a:moveTo>
                    <a:pt x="1940" y="9117"/>
                  </a:moveTo>
                  <a:lnTo>
                    <a:pt x="7748" y="9117"/>
                  </a:lnTo>
                  <a:lnTo>
                    <a:pt x="8118" y="3001"/>
                  </a:lnTo>
                  <a:lnTo>
                    <a:pt x="3233" y="2529"/>
                  </a:lnTo>
                  <a:lnTo>
                    <a:pt x="1940" y="9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0" name="Forme libre : forme 498">
              <a:extLst>
                <a:ext uri="{FF2B5EF4-FFF2-40B4-BE49-F238E27FC236}">
                  <a16:creationId xmlns:a16="http://schemas.microsoft.com/office/drawing/2014/main" id="{9D2F086D-A0D2-573E-FEE7-55F258F475EB}"/>
                </a:ext>
              </a:extLst>
            </p:cNvPr>
            <p:cNvSpPr/>
            <p:nvPr/>
          </p:nvSpPr>
          <p:spPr>
            <a:xfrm rot="-2801809" flipV="1">
              <a:off x="5002301" y="6062687"/>
              <a:ext cx="9741" cy="6478"/>
            </a:xfrm>
            <a:custGeom>
              <a:avLst/>
              <a:gdLst>
                <a:gd name="csX0" fmla="*/ 1945 w 9741"/>
                <a:gd name="csY0" fmla="*/ 9015 h 6478"/>
                <a:gd name="csX1" fmla="*/ 7993 w 9741"/>
                <a:gd name="csY1" fmla="*/ 9015 h 6478"/>
                <a:gd name="csX2" fmla="*/ 11687 w 9741"/>
                <a:gd name="csY2" fmla="*/ 2536 h 6478"/>
                <a:gd name="csX3" fmla="*/ 2937 w 9741"/>
                <a:gd name="csY3" fmla="*/ 2830 h 6478"/>
                <a:gd name="csX4" fmla="*/ 1945 w 9741"/>
                <a:gd name="csY4" fmla="*/ 9015 h 6478"/>
              </a:gdLst>
              <a:ahLst/>
              <a:cxnLst>
                <a:cxn ang="0">
                  <a:pos x="csX0" y="csY0"/>
                </a:cxn>
                <a:cxn ang="0">
                  <a:pos x="csX1" y="csY1"/>
                </a:cxn>
                <a:cxn ang="0">
                  <a:pos x="csX2" y="csY2"/>
                </a:cxn>
                <a:cxn ang="0">
                  <a:pos x="csX3" y="csY3"/>
                </a:cxn>
                <a:cxn ang="0">
                  <a:pos x="csX4" y="csY4"/>
                </a:cxn>
              </a:cxnLst>
              <a:rect l="l" t="t" r="r" b="b"/>
              <a:pathLst>
                <a:path w="9741" h="6478">
                  <a:moveTo>
                    <a:pt x="1945" y="9015"/>
                  </a:moveTo>
                  <a:lnTo>
                    <a:pt x="7993" y="9015"/>
                  </a:lnTo>
                  <a:lnTo>
                    <a:pt x="11687" y="2536"/>
                  </a:lnTo>
                  <a:lnTo>
                    <a:pt x="2937" y="2830"/>
                  </a:lnTo>
                  <a:lnTo>
                    <a:pt x="1945" y="90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1" name="Forme libre : forme 499">
              <a:extLst>
                <a:ext uri="{FF2B5EF4-FFF2-40B4-BE49-F238E27FC236}">
                  <a16:creationId xmlns:a16="http://schemas.microsoft.com/office/drawing/2014/main" id="{13852A88-6292-D8A0-4117-E68EAEA1B129}"/>
                </a:ext>
              </a:extLst>
            </p:cNvPr>
            <p:cNvSpPr/>
            <p:nvPr/>
          </p:nvSpPr>
          <p:spPr>
            <a:xfrm rot="-2053686" flipV="1">
              <a:off x="5019778" y="6084943"/>
              <a:ext cx="8332" cy="7278"/>
            </a:xfrm>
            <a:custGeom>
              <a:avLst/>
              <a:gdLst>
                <a:gd name="csX0" fmla="*/ 2715 w 8332"/>
                <a:gd name="csY0" fmla="*/ 9829 h 7278"/>
                <a:gd name="csX1" fmla="*/ 8981 w 8332"/>
                <a:gd name="csY1" fmla="*/ 9829 h 7278"/>
                <a:gd name="csX2" fmla="*/ 10288 w 8332"/>
                <a:gd name="csY2" fmla="*/ 2550 h 7278"/>
                <a:gd name="csX3" fmla="*/ 1956 w 8332"/>
                <a:gd name="csY3" fmla="*/ 5027 h 7278"/>
                <a:gd name="csX4" fmla="*/ 2715 w 8332"/>
                <a:gd name="csY4" fmla="*/ 9829 h 7278"/>
              </a:gdLst>
              <a:ahLst/>
              <a:cxnLst>
                <a:cxn ang="0">
                  <a:pos x="csX0" y="csY0"/>
                </a:cxn>
                <a:cxn ang="0">
                  <a:pos x="csX1" y="csY1"/>
                </a:cxn>
                <a:cxn ang="0">
                  <a:pos x="csX2" y="csY2"/>
                </a:cxn>
                <a:cxn ang="0">
                  <a:pos x="csX3" y="csY3"/>
                </a:cxn>
                <a:cxn ang="0">
                  <a:pos x="csX4" y="csY4"/>
                </a:cxn>
              </a:cxnLst>
              <a:rect l="l" t="t" r="r" b="b"/>
              <a:pathLst>
                <a:path w="8332" h="7278">
                  <a:moveTo>
                    <a:pt x="2715" y="9829"/>
                  </a:moveTo>
                  <a:lnTo>
                    <a:pt x="8981" y="9829"/>
                  </a:lnTo>
                  <a:lnTo>
                    <a:pt x="10288" y="2550"/>
                  </a:lnTo>
                  <a:lnTo>
                    <a:pt x="1956" y="5027"/>
                  </a:lnTo>
                  <a:lnTo>
                    <a:pt x="2715" y="98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2" name="Forme libre : forme 500">
              <a:extLst>
                <a:ext uri="{FF2B5EF4-FFF2-40B4-BE49-F238E27FC236}">
                  <a16:creationId xmlns:a16="http://schemas.microsoft.com/office/drawing/2014/main" id="{408725BA-A8C3-0B82-7282-0DA6E0ACB9E4}"/>
                </a:ext>
              </a:extLst>
            </p:cNvPr>
            <p:cNvSpPr/>
            <p:nvPr/>
          </p:nvSpPr>
          <p:spPr>
            <a:xfrm rot="-580251" flipV="1">
              <a:off x="5021886" y="6107361"/>
              <a:ext cx="7299" cy="3646"/>
            </a:xfrm>
            <a:custGeom>
              <a:avLst/>
              <a:gdLst>
                <a:gd name="csX0" fmla="*/ 3572 w 7299"/>
                <a:gd name="csY0" fmla="*/ 6209 h 3646"/>
                <a:gd name="csX1" fmla="*/ 8825 w 7299"/>
                <a:gd name="csY1" fmla="*/ 6209 h 3646"/>
                <a:gd name="csX2" fmla="*/ 9256 w 7299"/>
                <a:gd name="csY2" fmla="*/ 2563 h 3646"/>
                <a:gd name="csX3" fmla="*/ 1957 w 7299"/>
                <a:gd name="csY3" fmla="*/ 2912 h 3646"/>
                <a:gd name="csX4" fmla="*/ 3572 w 7299"/>
                <a:gd name="csY4" fmla="*/ 6209 h 3646"/>
              </a:gdLst>
              <a:ahLst/>
              <a:cxnLst>
                <a:cxn ang="0">
                  <a:pos x="csX0" y="csY0"/>
                </a:cxn>
                <a:cxn ang="0">
                  <a:pos x="csX1" y="csY1"/>
                </a:cxn>
                <a:cxn ang="0">
                  <a:pos x="csX2" y="csY2"/>
                </a:cxn>
                <a:cxn ang="0">
                  <a:pos x="csX3" y="csY3"/>
                </a:cxn>
                <a:cxn ang="0">
                  <a:pos x="csX4" y="csY4"/>
                </a:cxn>
              </a:cxnLst>
              <a:rect l="l" t="t" r="r" b="b"/>
              <a:pathLst>
                <a:path w="7299" h="3646">
                  <a:moveTo>
                    <a:pt x="3572" y="6209"/>
                  </a:moveTo>
                  <a:lnTo>
                    <a:pt x="8825" y="6209"/>
                  </a:lnTo>
                  <a:lnTo>
                    <a:pt x="9256" y="2563"/>
                  </a:lnTo>
                  <a:lnTo>
                    <a:pt x="1957" y="2912"/>
                  </a:lnTo>
                  <a:lnTo>
                    <a:pt x="3572" y="62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3" name="Forme libre : forme 501">
              <a:extLst>
                <a:ext uri="{FF2B5EF4-FFF2-40B4-BE49-F238E27FC236}">
                  <a16:creationId xmlns:a16="http://schemas.microsoft.com/office/drawing/2014/main" id="{C591FF82-D37C-FE32-63E9-10C126F3D04A}"/>
                </a:ext>
              </a:extLst>
            </p:cNvPr>
            <p:cNvSpPr/>
            <p:nvPr/>
          </p:nvSpPr>
          <p:spPr>
            <a:xfrm rot="-1772041" flipV="1">
              <a:off x="5024267" y="6125789"/>
              <a:ext cx="7244" cy="6129"/>
            </a:xfrm>
            <a:custGeom>
              <a:avLst/>
              <a:gdLst>
                <a:gd name="csX0" fmla="*/ 1958 w 7244"/>
                <a:gd name="csY0" fmla="*/ 8704 h 6129"/>
                <a:gd name="csX1" fmla="*/ 9100 w 7244"/>
                <a:gd name="csY1" fmla="*/ 8704 h 6129"/>
                <a:gd name="csX2" fmla="*/ 9203 w 7244"/>
                <a:gd name="csY2" fmla="*/ 2575 h 6129"/>
                <a:gd name="csX3" fmla="*/ 2923 w 7244"/>
                <a:gd name="csY3" fmla="*/ 4107 h 6129"/>
                <a:gd name="csX4" fmla="*/ 1958 w 7244"/>
                <a:gd name="csY4" fmla="*/ 8704 h 6129"/>
              </a:gdLst>
              <a:ahLst/>
              <a:cxnLst>
                <a:cxn ang="0">
                  <a:pos x="csX0" y="csY0"/>
                </a:cxn>
                <a:cxn ang="0">
                  <a:pos x="csX1" y="csY1"/>
                </a:cxn>
                <a:cxn ang="0">
                  <a:pos x="csX2" y="csY2"/>
                </a:cxn>
                <a:cxn ang="0">
                  <a:pos x="csX3" y="csY3"/>
                </a:cxn>
                <a:cxn ang="0">
                  <a:pos x="csX4" y="csY4"/>
                </a:cxn>
              </a:cxnLst>
              <a:rect l="l" t="t" r="r" b="b"/>
              <a:pathLst>
                <a:path w="7244" h="6129">
                  <a:moveTo>
                    <a:pt x="1958" y="8704"/>
                  </a:moveTo>
                  <a:lnTo>
                    <a:pt x="9100" y="8704"/>
                  </a:lnTo>
                  <a:lnTo>
                    <a:pt x="9203" y="2575"/>
                  </a:lnTo>
                  <a:lnTo>
                    <a:pt x="2923" y="4107"/>
                  </a:lnTo>
                  <a:lnTo>
                    <a:pt x="1958" y="87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4" name="Forme libre : forme 502">
              <a:extLst>
                <a:ext uri="{FF2B5EF4-FFF2-40B4-BE49-F238E27FC236}">
                  <a16:creationId xmlns:a16="http://schemas.microsoft.com/office/drawing/2014/main" id="{CED5CF2A-2DC0-FE4C-3CD1-0AD037CD6B83}"/>
                </a:ext>
              </a:extLst>
            </p:cNvPr>
            <p:cNvSpPr/>
            <p:nvPr/>
          </p:nvSpPr>
          <p:spPr>
            <a:xfrm rot="-1621043" flipV="1">
              <a:off x="5021974" y="6149263"/>
              <a:ext cx="5965" cy="5650"/>
            </a:xfrm>
            <a:custGeom>
              <a:avLst/>
              <a:gdLst>
                <a:gd name="csX0" fmla="*/ 2107 w 5965"/>
                <a:gd name="csY0" fmla="*/ 8240 h 5650"/>
                <a:gd name="csX1" fmla="*/ 7922 w 5965"/>
                <a:gd name="csY1" fmla="*/ 8240 h 5650"/>
                <a:gd name="csX2" fmla="*/ 7368 w 5965"/>
                <a:gd name="csY2" fmla="*/ 2589 h 5650"/>
                <a:gd name="csX3" fmla="*/ 1957 w 5965"/>
                <a:gd name="csY3" fmla="*/ 3376 h 5650"/>
                <a:gd name="csX4" fmla="*/ 2107 w 5965"/>
                <a:gd name="csY4" fmla="*/ 8240 h 5650"/>
              </a:gdLst>
              <a:ahLst/>
              <a:cxnLst>
                <a:cxn ang="0">
                  <a:pos x="csX0" y="csY0"/>
                </a:cxn>
                <a:cxn ang="0">
                  <a:pos x="csX1" y="csY1"/>
                </a:cxn>
                <a:cxn ang="0">
                  <a:pos x="csX2" y="csY2"/>
                </a:cxn>
                <a:cxn ang="0">
                  <a:pos x="csX3" y="csY3"/>
                </a:cxn>
                <a:cxn ang="0">
                  <a:pos x="csX4" y="csY4"/>
                </a:cxn>
              </a:cxnLst>
              <a:rect l="l" t="t" r="r" b="b"/>
              <a:pathLst>
                <a:path w="5965" h="5650">
                  <a:moveTo>
                    <a:pt x="2107" y="8240"/>
                  </a:moveTo>
                  <a:lnTo>
                    <a:pt x="7922" y="8240"/>
                  </a:lnTo>
                  <a:lnTo>
                    <a:pt x="7368" y="2589"/>
                  </a:lnTo>
                  <a:lnTo>
                    <a:pt x="1957" y="3376"/>
                  </a:lnTo>
                  <a:lnTo>
                    <a:pt x="2107" y="824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5" name="Forme libre : forme 503">
              <a:extLst>
                <a:ext uri="{FF2B5EF4-FFF2-40B4-BE49-F238E27FC236}">
                  <a16:creationId xmlns:a16="http://schemas.microsoft.com/office/drawing/2014/main" id="{7E0E9668-F182-2EEF-D8C4-B4958FDF3EB2}"/>
                </a:ext>
              </a:extLst>
            </p:cNvPr>
            <p:cNvSpPr/>
            <p:nvPr/>
          </p:nvSpPr>
          <p:spPr>
            <a:xfrm>
              <a:off x="5006653" y="6160537"/>
              <a:ext cx="10357" cy="5281"/>
            </a:xfrm>
            <a:custGeom>
              <a:avLst/>
              <a:gdLst>
                <a:gd name="csX0" fmla="*/ 2981 w 10357"/>
                <a:gd name="csY0" fmla="*/ 7876 h 5281"/>
                <a:gd name="csX1" fmla="*/ 6087 w 10357"/>
                <a:gd name="csY1" fmla="*/ 7876 h 5281"/>
                <a:gd name="csX2" fmla="*/ 12306 w 10357"/>
                <a:gd name="csY2" fmla="*/ 6118 h 5281"/>
                <a:gd name="csX3" fmla="*/ 9200 w 10357"/>
                <a:gd name="csY3" fmla="*/ 3478 h 5281"/>
                <a:gd name="csX4" fmla="*/ 1948 w 10357"/>
                <a:gd name="csY4" fmla="*/ 2595 h 5281"/>
                <a:gd name="csX5" fmla="*/ 2981 w 10357"/>
                <a:gd name="csY5" fmla="*/ 7876 h 5281"/>
              </a:gdLst>
              <a:ahLst/>
              <a:cxnLst>
                <a:cxn ang="0">
                  <a:pos x="csX0" y="csY0"/>
                </a:cxn>
                <a:cxn ang="0">
                  <a:pos x="csX1" y="csY1"/>
                </a:cxn>
                <a:cxn ang="0">
                  <a:pos x="csX2" y="csY2"/>
                </a:cxn>
                <a:cxn ang="0">
                  <a:pos x="csX3" y="csY3"/>
                </a:cxn>
                <a:cxn ang="0">
                  <a:pos x="csX4" y="csY4"/>
                </a:cxn>
                <a:cxn ang="0">
                  <a:pos x="csX5" y="csY5"/>
                </a:cxn>
              </a:cxnLst>
              <a:rect l="l" t="t" r="r" b="b"/>
              <a:pathLst>
                <a:path w="10357" h="5281">
                  <a:moveTo>
                    <a:pt x="2981" y="7876"/>
                  </a:moveTo>
                  <a:lnTo>
                    <a:pt x="6087" y="7876"/>
                  </a:lnTo>
                  <a:lnTo>
                    <a:pt x="12306" y="6118"/>
                  </a:lnTo>
                  <a:lnTo>
                    <a:pt x="9200" y="3478"/>
                  </a:lnTo>
                  <a:lnTo>
                    <a:pt x="1948" y="2595"/>
                  </a:lnTo>
                  <a:lnTo>
                    <a:pt x="2981" y="78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6" name="Forme libre : forme 504">
              <a:extLst>
                <a:ext uri="{FF2B5EF4-FFF2-40B4-BE49-F238E27FC236}">
                  <a16:creationId xmlns:a16="http://schemas.microsoft.com/office/drawing/2014/main" id="{48D72C9B-1DF8-1EB2-6CE9-6AEC9CEC4E92}"/>
                </a:ext>
              </a:extLst>
            </p:cNvPr>
            <p:cNvSpPr/>
            <p:nvPr/>
          </p:nvSpPr>
          <p:spPr>
            <a:xfrm rot="2916126" flipV="1">
              <a:off x="4996827" y="6166726"/>
              <a:ext cx="6779" cy="5630"/>
            </a:xfrm>
            <a:custGeom>
              <a:avLst/>
              <a:gdLst>
                <a:gd name="csX0" fmla="*/ 4022 w 6779"/>
                <a:gd name="csY0" fmla="*/ 8230 h 5630"/>
                <a:gd name="csX1" fmla="*/ 8722 w 6779"/>
                <a:gd name="csY1" fmla="*/ 8230 h 5630"/>
                <a:gd name="csX2" fmla="*/ 7278 w 6779"/>
                <a:gd name="csY2" fmla="*/ 2600 h 5630"/>
                <a:gd name="csX3" fmla="*/ 1942 w 6779"/>
                <a:gd name="csY3" fmla="*/ 4543 h 5630"/>
                <a:gd name="csX4" fmla="*/ 4022 w 6779"/>
                <a:gd name="csY4" fmla="*/ 8230 h 5630"/>
              </a:gdLst>
              <a:ahLst/>
              <a:cxnLst>
                <a:cxn ang="0">
                  <a:pos x="csX0" y="csY0"/>
                </a:cxn>
                <a:cxn ang="0">
                  <a:pos x="csX1" y="csY1"/>
                </a:cxn>
                <a:cxn ang="0">
                  <a:pos x="csX2" y="csY2"/>
                </a:cxn>
                <a:cxn ang="0">
                  <a:pos x="csX3" y="csY3"/>
                </a:cxn>
                <a:cxn ang="0">
                  <a:pos x="csX4" y="csY4"/>
                </a:cxn>
              </a:cxnLst>
              <a:rect l="l" t="t" r="r" b="b"/>
              <a:pathLst>
                <a:path w="6779" h="5630">
                  <a:moveTo>
                    <a:pt x="4022" y="8230"/>
                  </a:moveTo>
                  <a:lnTo>
                    <a:pt x="8722" y="8230"/>
                  </a:lnTo>
                  <a:lnTo>
                    <a:pt x="7278" y="2600"/>
                  </a:lnTo>
                  <a:lnTo>
                    <a:pt x="1942" y="4543"/>
                  </a:lnTo>
                  <a:lnTo>
                    <a:pt x="4022" y="82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7" name="Forme libre : forme 505">
              <a:extLst>
                <a:ext uri="{FF2B5EF4-FFF2-40B4-BE49-F238E27FC236}">
                  <a16:creationId xmlns:a16="http://schemas.microsoft.com/office/drawing/2014/main" id="{A559D990-14CA-CF18-957D-5633290819E1}"/>
                </a:ext>
              </a:extLst>
            </p:cNvPr>
            <p:cNvSpPr/>
            <p:nvPr/>
          </p:nvSpPr>
          <p:spPr>
            <a:xfrm>
              <a:off x="2227327" y="4207936"/>
              <a:ext cx="22301" cy="28444"/>
            </a:xfrm>
            <a:custGeom>
              <a:avLst/>
              <a:gdLst>
                <a:gd name="csX0" fmla="*/ 6409 w 22301"/>
                <a:gd name="csY0" fmla="*/ 29856 h 28444"/>
                <a:gd name="csX1" fmla="*/ 22561 w 22301"/>
                <a:gd name="csY1" fmla="*/ 18329 h 28444"/>
                <a:gd name="csX2" fmla="*/ 21788 w 22301"/>
                <a:gd name="csY2" fmla="*/ 12945 h 28444"/>
                <a:gd name="csX3" fmla="*/ 17177 w 22301"/>
                <a:gd name="csY3" fmla="*/ 11406 h 28444"/>
                <a:gd name="csX4" fmla="*/ 8715 w 22301"/>
                <a:gd name="csY4" fmla="*/ 1411 h 28444"/>
                <a:gd name="csX5" fmla="*/ 4870 w 22301"/>
                <a:gd name="csY5" fmla="*/ 1411 h 28444"/>
                <a:gd name="csX6" fmla="*/ 259 w 22301"/>
                <a:gd name="csY6" fmla="*/ 8334 h 28444"/>
                <a:gd name="csX7" fmla="*/ 1798 w 22301"/>
                <a:gd name="csY7" fmla="*/ 22167 h 28444"/>
                <a:gd name="csX8" fmla="*/ 6409 w 22301"/>
                <a:gd name="csY8" fmla="*/ 29856 h 284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2301" h="28444">
                  <a:moveTo>
                    <a:pt x="6409" y="29856"/>
                  </a:moveTo>
                  <a:lnTo>
                    <a:pt x="22561" y="18329"/>
                  </a:lnTo>
                  <a:lnTo>
                    <a:pt x="21788" y="12945"/>
                  </a:lnTo>
                  <a:lnTo>
                    <a:pt x="17177" y="11406"/>
                  </a:lnTo>
                  <a:lnTo>
                    <a:pt x="8715" y="1411"/>
                  </a:lnTo>
                  <a:lnTo>
                    <a:pt x="4870" y="1411"/>
                  </a:lnTo>
                  <a:lnTo>
                    <a:pt x="259" y="8334"/>
                  </a:lnTo>
                  <a:lnTo>
                    <a:pt x="1798" y="22167"/>
                  </a:lnTo>
                  <a:lnTo>
                    <a:pt x="6409" y="298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8" name="Forme libre : forme 506">
              <a:extLst>
                <a:ext uri="{FF2B5EF4-FFF2-40B4-BE49-F238E27FC236}">
                  <a16:creationId xmlns:a16="http://schemas.microsoft.com/office/drawing/2014/main" id="{B4E155FD-08B4-7C0C-0339-7B1D554137FD}"/>
                </a:ext>
              </a:extLst>
            </p:cNvPr>
            <p:cNvSpPr/>
            <p:nvPr/>
          </p:nvSpPr>
          <p:spPr>
            <a:xfrm>
              <a:off x="2215793" y="4191798"/>
              <a:ext cx="9994" cy="5383"/>
            </a:xfrm>
            <a:custGeom>
              <a:avLst/>
              <a:gdLst>
                <a:gd name="csX0" fmla="*/ 6399 w 9994"/>
                <a:gd name="csY0" fmla="*/ 6780 h 5383"/>
                <a:gd name="csX1" fmla="*/ 10244 w 9994"/>
                <a:gd name="csY1" fmla="*/ 6780 h 5383"/>
                <a:gd name="csX2" fmla="*/ 9478 w 9994"/>
                <a:gd name="csY2" fmla="*/ 2935 h 5383"/>
                <a:gd name="csX3" fmla="*/ 5633 w 9994"/>
                <a:gd name="csY3" fmla="*/ 1396 h 5383"/>
                <a:gd name="csX4" fmla="*/ 249 w 9994"/>
                <a:gd name="csY4" fmla="*/ 2169 h 5383"/>
                <a:gd name="csX5" fmla="*/ 6399 w 9994"/>
                <a:gd name="csY5" fmla="*/ 6780 h 5383"/>
              </a:gdLst>
              <a:ahLst/>
              <a:cxnLst>
                <a:cxn ang="0">
                  <a:pos x="csX0" y="csY0"/>
                </a:cxn>
                <a:cxn ang="0">
                  <a:pos x="csX1" y="csY1"/>
                </a:cxn>
                <a:cxn ang="0">
                  <a:pos x="csX2" y="csY2"/>
                </a:cxn>
                <a:cxn ang="0">
                  <a:pos x="csX3" y="csY3"/>
                </a:cxn>
                <a:cxn ang="0">
                  <a:pos x="csX4" y="csY4"/>
                </a:cxn>
                <a:cxn ang="0">
                  <a:pos x="csX5" y="csY5"/>
                </a:cxn>
              </a:cxnLst>
              <a:rect l="l" t="t" r="r" b="b"/>
              <a:pathLst>
                <a:path w="9994" h="5383">
                  <a:moveTo>
                    <a:pt x="6399" y="6780"/>
                  </a:moveTo>
                  <a:lnTo>
                    <a:pt x="10244" y="6780"/>
                  </a:lnTo>
                  <a:lnTo>
                    <a:pt x="9478" y="2935"/>
                  </a:lnTo>
                  <a:lnTo>
                    <a:pt x="5633" y="1396"/>
                  </a:lnTo>
                  <a:lnTo>
                    <a:pt x="249" y="2169"/>
                  </a:lnTo>
                  <a:lnTo>
                    <a:pt x="6399" y="67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29" name="Forme libre : forme 507">
              <a:extLst>
                <a:ext uri="{FF2B5EF4-FFF2-40B4-BE49-F238E27FC236}">
                  <a16:creationId xmlns:a16="http://schemas.microsoft.com/office/drawing/2014/main" id="{704D8456-00A4-1ED6-07C8-3811D334D19C}"/>
                </a:ext>
              </a:extLst>
            </p:cNvPr>
            <p:cNvSpPr/>
            <p:nvPr/>
          </p:nvSpPr>
          <p:spPr>
            <a:xfrm rot="-2023759" flipV="1">
              <a:off x="2203412" y="4183886"/>
              <a:ext cx="5117" cy="4049"/>
            </a:xfrm>
            <a:custGeom>
              <a:avLst/>
              <a:gdLst>
                <a:gd name="csX0" fmla="*/ 240 w 5117"/>
                <a:gd name="csY0" fmla="*/ 5441 h 4049"/>
                <a:gd name="csX1" fmla="*/ 3010 w 5117"/>
                <a:gd name="csY1" fmla="*/ 5441 h 4049"/>
                <a:gd name="csX2" fmla="*/ 5357 w 5117"/>
                <a:gd name="csY2" fmla="*/ 2028 h 4049"/>
                <a:gd name="csX3" fmla="*/ 2155 w 5117"/>
                <a:gd name="csY3" fmla="*/ 1391 h 4049"/>
                <a:gd name="csX4" fmla="*/ 240 w 5117"/>
                <a:gd name="csY4" fmla="*/ 5441 h 4049"/>
              </a:gdLst>
              <a:ahLst/>
              <a:cxnLst>
                <a:cxn ang="0">
                  <a:pos x="csX0" y="csY0"/>
                </a:cxn>
                <a:cxn ang="0">
                  <a:pos x="csX1" y="csY1"/>
                </a:cxn>
                <a:cxn ang="0">
                  <a:pos x="csX2" y="csY2"/>
                </a:cxn>
                <a:cxn ang="0">
                  <a:pos x="csX3" y="csY3"/>
                </a:cxn>
                <a:cxn ang="0">
                  <a:pos x="csX4" y="csY4"/>
                </a:cxn>
              </a:cxnLst>
              <a:rect l="l" t="t" r="r" b="b"/>
              <a:pathLst>
                <a:path w="5117" h="4049">
                  <a:moveTo>
                    <a:pt x="240" y="5441"/>
                  </a:moveTo>
                  <a:lnTo>
                    <a:pt x="3010" y="5441"/>
                  </a:lnTo>
                  <a:lnTo>
                    <a:pt x="5357" y="2028"/>
                  </a:lnTo>
                  <a:lnTo>
                    <a:pt x="2155" y="1391"/>
                  </a:lnTo>
                  <a:lnTo>
                    <a:pt x="240" y="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0" name="Forme libre : forme 508">
              <a:extLst>
                <a:ext uri="{FF2B5EF4-FFF2-40B4-BE49-F238E27FC236}">
                  <a16:creationId xmlns:a16="http://schemas.microsoft.com/office/drawing/2014/main" id="{FE001EB2-4A08-EC02-B7EB-C9A70D6AD8AE}"/>
                </a:ext>
              </a:extLst>
            </p:cNvPr>
            <p:cNvSpPr/>
            <p:nvPr/>
          </p:nvSpPr>
          <p:spPr>
            <a:xfrm rot="-2019057" flipV="1">
              <a:off x="2180709" y="4178265"/>
              <a:ext cx="5547" cy="5541"/>
            </a:xfrm>
            <a:custGeom>
              <a:avLst/>
              <a:gdLst>
                <a:gd name="csX0" fmla="*/ 226 w 5547"/>
                <a:gd name="csY0" fmla="*/ 6930 h 5541"/>
                <a:gd name="csX1" fmla="*/ 3003 w 5547"/>
                <a:gd name="csY1" fmla="*/ 6930 h 5541"/>
                <a:gd name="csX2" fmla="*/ 5774 w 5547"/>
                <a:gd name="csY2" fmla="*/ 1388 h 5541"/>
                <a:gd name="csX3" fmla="*/ 1512 w 5547"/>
                <a:gd name="csY3" fmla="*/ 3304 h 5541"/>
                <a:gd name="csX4" fmla="*/ 226 w 5547"/>
                <a:gd name="csY4" fmla="*/ 6930 h 5541"/>
              </a:gdLst>
              <a:ahLst/>
              <a:cxnLst>
                <a:cxn ang="0">
                  <a:pos x="csX0" y="csY0"/>
                </a:cxn>
                <a:cxn ang="0">
                  <a:pos x="csX1" y="csY1"/>
                </a:cxn>
                <a:cxn ang="0">
                  <a:pos x="csX2" y="csY2"/>
                </a:cxn>
                <a:cxn ang="0">
                  <a:pos x="csX3" y="csY3"/>
                </a:cxn>
                <a:cxn ang="0">
                  <a:pos x="csX4" y="csY4"/>
                </a:cxn>
              </a:cxnLst>
              <a:rect l="l" t="t" r="r" b="b"/>
              <a:pathLst>
                <a:path w="5547" h="5541">
                  <a:moveTo>
                    <a:pt x="226" y="6930"/>
                  </a:moveTo>
                  <a:lnTo>
                    <a:pt x="3003" y="6930"/>
                  </a:lnTo>
                  <a:lnTo>
                    <a:pt x="5774" y="1388"/>
                  </a:lnTo>
                  <a:lnTo>
                    <a:pt x="1512" y="3304"/>
                  </a:lnTo>
                  <a:lnTo>
                    <a:pt x="226" y="6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1" name="Forme libre : forme 509">
              <a:extLst>
                <a:ext uri="{FF2B5EF4-FFF2-40B4-BE49-F238E27FC236}">
                  <a16:creationId xmlns:a16="http://schemas.microsoft.com/office/drawing/2014/main" id="{5A679787-F136-7441-4381-2500D7B725A5}"/>
                </a:ext>
              </a:extLst>
            </p:cNvPr>
            <p:cNvSpPr/>
            <p:nvPr/>
          </p:nvSpPr>
          <p:spPr>
            <a:xfrm rot="-1595431" flipV="1">
              <a:off x="2147016" y="4162999"/>
              <a:ext cx="7566" cy="3789"/>
            </a:xfrm>
            <a:custGeom>
              <a:avLst/>
              <a:gdLst>
                <a:gd name="csX0" fmla="*/ 206 w 7566"/>
                <a:gd name="csY0" fmla="*/ 5168 h 3789"/>
                <a:gd name="csX1" fmla="*/ 7081 w 7566"/>
                <a:gd name="csY1" fmla="*/ 5168 h 3789"/>
                <a:gd name="csX2" fmla="*/ 7772 w 7566"/>
                <a:gd name="csY2" fmla="*/ 1379 h 3789"/>
                <a:gd name="csX3" fmla="*/ 548 w 7566"/>
                <a:gd name="csY3" fmla="*/ 2418 h 3789"/>
                <a:gd name="csX4" fmla="*/ 206 w 7566"/>
                <a:gd name="csY4" fmla="*/ 5168 h 3789"/>
              </a:gdLst>
              <a:ahLst/>
              <a:cxnLst>
                <a:cxn ang="0">
                  <a:pos x="csX0" y="csY0"/>
                </a:cxn>
                <a:cxn ang="0">
                  <a:pos x="csX1" y="csY1"/>
                </a:cxn>
                <a:cxn ang="0">
                  <a:pos x="csX2" y="csY2"/>
                </a:cxn>
                <a:cxn ang="0">
                  <a:pos x="csX3" y="csY3"/>
                </a:cxn>
                <a:cxn ang="0">
                  <a:pos x="csX4" y="csY4"/>
                </a:cxn>
              </a:cxnLst>
              <a:rect l="l" t="t" r="r" b="b"/>
              <a:pathLst>
                <a:path w="7566" h="3789">
                  <a:moveTo>
                    <a:pt x="206" y="5168"/>
                  </a:moveTo>
                  <a:lnTo>
                    <a:pt x="7081" y="5168"/>
                  </a:lnTo>
                  <a:lnTo>
                    <a:pt x="7772" y="1379"/>
                  </a:lnTo>
                  <a:lnTo>
                    <a:pt x="548" y="2418"/>
                  </a:lnTo>
                  <a:lnTo>
                    <a:pt x="206" y="51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2" name="Forme libre : forme 510">
              <a:extLst>
                <a:ext uri="{FF2B5EF4-FFF2-40B4-BE49-F238E27FC236}">
                  <a16:creationId xmlns:a16="http://schemas.microsoft.com/office/drawing/2014/main" id="{B054946C-941A-D2E7-8C38-F31A7FFC997D}"/>
                </a:ext>
              </a:extLst>
            </p:cNvPr>
            <p:cNvSpPr/>
            <p:nvPr/>
          </p:nvSpPr>
          <p:spPr>
            <a:xfrm rot="-2209748" flipV="1">
              <a:off x="1961876" y="4093697"/>
              <a:ext cx="6929" cy="7073"/>
            </a:xfrm>
            <a:custGeom>
              <a:avLst/>
              <a:gdLst>
                <a:gd name="csX0" fmla="*/ 93 w 6929"/>
                <a:gd name="csY0" fmla="*/ 8411 h 7073"/>
                <a:gd name="csX1" fmla="*/ 3944 w 6929"/>
                <a:gd name="csY1" fmla="*/ 8411 h 7073"/>
                <a:gd name="csX2" fmla="*/ 7023 w 6929"/>
                <a:gd name="csY2" fmla="*/ 2268 h 7073"/>
                <a:gd name="csX3" fmla="*/ 565 w 6929"/>
                <a:gd name="csY3" fmla="*/ 1337 h 7073"/>
                <a:gd name="csX4" fmla="*/ 93 w 6929"/>
                <a:gd name="csY4" fmla="*/ 8411 h 7073"/>
              </a:gdLst>
              <a:ahLst/>
              <a:cxnLst>
                <a:cxn ang="0">
                  <a:pos x="csX0" y="csY0"/>
                </a:cxn>
                <a:cxn ang="0">
                  <a:pos x="csX1" y="csY1"/>
                </a:cxn>
                <a:cxn ang="0">
                  <a:pos x="csX2" y="csY2"/>
                </a:cxn>
                <a:cxn ang="0">
                  <a:pos x="csX3" y="csY3"/>
                </a:cxn>
                <a:cxn ang="0">
                  <a:pos x="csX4" y="csY4"/>
                </a:cxn>
              </a:cxnLst>
              <a:rect l="l" t="t" r="r" b="b"/>
              <a:pathLst>
                <a:path w="6929" h="7073">
                  <a:moveTo>
                    <a:pt x="93" y="8411"/>
                  </a:moveTo>
                  <a:lnTo>
                    <a:pt x="3944" y="8411"/>
                  </a:lnTo>
                  <a:lnTo>
                    <a:pt x="7023" y="2268"/>
                  </a:lnTo>
                  <a:lnTo>
                    <a:pt x="565" y="1337"/>
                  </a:lnTo>
                  <a:lnTo>
                    <a:pt x="93" y="84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3" name="Forme libre : forme 511">
              <a:extLst>
                <a:ext uri="{FF2B5EF4-FFF2-40B4-BE49-F238E27FC236}">
                  <a16:creationId xmlns:a16="http://schemas.microsoft.com/office/drawing/2014/main" id="{734AD07A-6CDC-2FC8-BC32-6708DD5F5B10}"/>
                </a:ext>
              </a:extLst>
            </p:cNvPr>
            <p:cNvSpPr/>
            <p:nvPr/>
          </p:nvSpPr>
          <p:spPr>
            <a:xfrm>
              <a:off x="4080065" y="6014771"/>
              <a:ext cx="42044" cy="18292"/>
            </a:xfrm>
            <a:custGeom>
              <a:avLst/>
              <a:gdLst>
                <a:gd name="csX0" fmla="*/ 34212 w 42044"/>
                <a:gd name="csY0" fmla="*/ 20802 h 18292"/>
                <a:gd name="csX1" fmla="*/ 41388 w 42044"/>
                <a:gd name="csY1" fmla="*/ 20802 h 18292"/>
                <a:gd name="csX2" fmla="*/ 43440 w 42044"/>
                <a:gd name="csY2" fmla="*/ 16444 h 18292"/>
                <a:gd name="csX3" fmla="*/ 33186 w 42044"/>
                <a:gd name="csY3" fmla="*/ 5992 h 18292"/>
                <a:gd name="csX4" fmla="*/ 17807 w 42044"/>
                <a:gd name="csY4" fmla="*/ 2509 h 18292"/>
                <a:gd name="csX5" fmla="*/ 2422 w 42044"/>
                <a:gd name="csY5" fmla="*/ 5123 h 18292"/>
                <a:gd name="csX6" fmla="*/ 1396 w 42044"/>
                <a:gd name="csY6" fmla="*/ 8605 h 18292"/>
                <a:gd name="csX7" fmla="*/ 7553 w 42044"/>
                <a:gd name="csY7" fmla="*/ 12094 h 18292"/>
                <a:gd name="csX8" fmla="*/ 19853 w 42044"/>
                <a:gd name="csY8" fmla="*/ 12094 h 18292"/>
                <a:gd name="csX9" fmla="*/ 28055 w 42044"/>
                <a:gd name="csY9" fmla="*/ 16444 h 18292"/>
                <a:gd name="csX10" fmla="*/ 34212 w 42044"/>
                <a:gd name="csY10" fmla="*/ 20802 h 182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2044" h="18292">
                  <a:moveTo>
                    <a:pt x="34212" y="20802"/>
                  </a:moveTo>
                  <a:lnTo>
                    <a:pt x="41388" y="20802"/>
                  </a:lnTo>
                  <a:lnTo>
                    <a:pt x="43440" y="16444"/>
                  </a:lnTo>
                  <a:lnTo>
                    <a:pt x="33186" y="5992"/>
                  </a:lnTo>
                  <a:lnTo>
                    <a:pt x="17807" y="2509"/>
                  </a:lnTo>
                  <a:lnTo>
                    <a:pt x="2422" y="5123"/>
                  </a:lnTo>
                  <a:lnTo>
                    <a:pt x="1396" y="8605"/>
                  </a:lnTo>
                  <a:lnTo>
                    <a:pt x="7553" y="12094"/>
                  </a:lnTo>
                  <a:lnTo>
                    <a:pt x="19853" y="12094"/>
                  </a:lnTo>
                  <a:lnTo>
                    <a:pt x="28055" y="16444"/>
                  </a:lnTo>
                  <a:lnTo>
                    <a:pt x="34212" y="208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4" name="Forme libre : forme 512">
              <a:extLst>
                <a:ext uri="{FF2B5EF4-FFF2-40B4-BE49-F238E27FC236}">
                  <a16:creationId xmlns:a16="http://schemas.microsoft.com/office/drawing/2014/main" id="{B4B95C57-B161-9978-923B-42E1B574A8FA}"/>
                </a:ext>
              </a:extLst>
            </p:cNvPr>
            <p:cNvSpPr/>
            <p:nvPr/>
          </p:nvSpPr>
          <p:spPr>
            <a:xfrm>
              <a:off x="4123135" y="6014771"/>
              <a:ext cx="17430" cy="9584"/>
            </a:xfrm>
            <a:custGeom>
              <a:avLst/>
              <a:gdLst>
                <a:gd name="csX0" fmla="*/ 1412 w 17430"/>
                <a:gd name="csY0" fmla="*/ 8603 h 9584"/>
                <a:gd name="csX1" fmla="*/ 1412 w 17430"/>
                <a:gd name="csY1" fmla="*/ 5990 h 9584"/>
                <a:gd name="csX2" fmla="*/ 7562 w 17430"/>
                <a:gd name="csY2" fmla="*/ 2508 h 9584"/>
                <a:gd name="csX3" fmla="*/ 18842 w 17430"/>
                <a:gd name="csY3" fmla="*/ 5990 h 9584"/>
                <a:gd name="csX4" fmla="*/ 18842 w 17430"/>
                <a:gd name="csY4" fmla="*/ 11216 h 9584"/>
                <a:gd name="csX5" fmla="*/ 11666 w 17430"/>
                <a:gd name="csY5" fmla="*/ 12092 h 9584"/>
                <a:gd name="csX6" fmla="*/ 1412 w 17430"/>
                <a:gd name="csY6" fmla="*/ 8603 h 95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430" h="9584">
                  <a:moveTo>
                    <a:pt x="1412" y="8603"/>
                  </a:moveTo>
                  <a:lnTo>
                    <a:pt x="1412" y="5990"/>
                  </a:lnTo>
                  <a:lnTo>
                    <a:pt x="7562" y="2508"/>
                  </a:lnTo>
                  <a:lnTo>
                    <a:pt x="18842" y="5990"/>
                  </a:lnTo>
                  <a:lnTo>
                    <a:pt x="18842" y="11216"/>
                  </a:lnTo>
                  <a:lnTo>
                    <a:pt x="11666" y="12092"/>
                  </a:lnTo>
                  <a:lnTo>
                    <a:pt x="1412" y="86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5" name="Forme libre : forme 513">
              <a:extLst>
                <a:ext uri="{FF2B5EF4-FFF2-40B4-BE49-F238E27FC236}">
                  <a16:creationId xmlns:a16="http://schemas.microsoft.com/office/drawing/2014/main" id="{BEBA204E-350D-4F1C-8ACF-AD4BE133841A}"/>
                </a:ext>
              </a:extLst>
            </p:cNvPr>
            <p:cNvSpPr/>
            <p:nvPr/>
          </p:nvSpPr>
          <p:spPr>
            <a:xfrm>
              <a:off x="4122109" y="6033932"/>
              <a:ext cx="16404" cy="7846"/>
            </a:xfrm>
            <a:custGeom>
              <a:avLst/>
              <a:gdLst>
                <a:gd name="csX0" fmla="*/ 1411 w 16404"/>
                <a:gd name="csY0" fmla="*/ 6008 h 7846"/>
                <a:gd name="csX1" fmla="*/ 10639 w 16404"/>
                <a:gd name="csY1" fmla="*/ 2519 h 7846"/>
                <a:gd name="csX2" fmla="*/ 17815 w 16404"/>
                <a:gd name="csY2" fmla="*/ 6008 h 7846"/>
                <a:gd name="csX3" fmla="*/ 16796 w 16404"/>
                <a:gd name="csY3" fmla="*/ 10366 h 7846"/>
                <a:gd name="csX4" fmla="*/ 4489 w 16404"/>
                <a:gd name="csY4" fmla="*/ 8621 h 7846"/>
                <a:gd name="csX5" fmla="*/ 1411 w 16404"/>
                <a:gd name="csY5" fmla="*/ 6008 h 7846"/>
              </a:gdLst>
              <a:ahLst/>
              <a:cxnLst>
                <a:cxn ang="0">
                  <a:pos x="csX0" y="csY0"/>
                </a:cxn>
                <a:cxn ang="0">
                  <a:pos x="csX1" y="csY1"/>
                </a:cxn>
                <a:cxn ang="0">
                  <a:pos x="csX2" y="csY2"/>
                </a:cxn>
                <a:cxn ang="0">
                  <a:pos x="csX3" y="csY3"/>
                </a:cxn>
                <a:cxn ang="0">
                  <a:pos x="csX4" y="csY4"/>
                </a:cxn>
                <a:cxn ang="0">
                  <a:pos x="csX5" y="csY5"/>
                </a:cxn>
              </a:cxnLst>
              <a:rect l="l" t="t" r="r" b="b"/>
              <a:pathLst>
                <a:path w="16404" h="7846">
                  <a:moveTo>
                    <a:pt x="1411" y="6008"/>
                  </a:moveTo>
                  <a:lnTo>
                    <a:pt x="10639" y="2519"/>
                  </a:lnTo>
                  <a:lnTo>
                    <a:pt x="17815" y="6008"/>
                  </a:lnTo>
                  <a:lnTo>
                    <a:pt x="16796" y="10366"/>
                  </a:lnTo>
                  <a:lnTo>
                    <a:pt x="4489" y="8621"/>
                  </a:lnTo>
                  <a:lnTo>
                    <a:pt x="1411" y="60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6" name="Forme libre : forme 514">
              <a:extLst>
                <a:ext uri="{FF2B5EF4-FFF2-40B4-BE49-F238E27FC236}">
                  <a16:creationId xmlns:a16="http://schemas.microsoft.com/office/drawing/2014/main" id="{6FFC3C4B-5DFC-521A-E4D4-011E692104C0}"/>
                </a:ext>
              </a:extLst>
            </p:cNvPr>
            <p:cNvSpPr/>
            <p:nvPr/>
          </p:nvSpPr>
          <p:spPr>
            <a:xfrm>
              <a:off x="4191845" y="6002573"/>
              <a:ext cx="19482" cy="7839"/>
            </a:xfrm>
            <a:custGeom>
              <a:avLst/>
              <a:gdLst>
                <a:gd name="csX0" fmla="*/ 19914 w 19482"/>
                <a:gd name="csY0" fmla="*/ 7726 h 7839"/>
                <a:gd name="csX1" fmla="*/ 20940 w 19482"/>
                <a:gd name="csY1" fmla="*/ 4244 h 7839"/>
                <a:gd name="csX2" fmla="*/ 15809 w 19482"/>
                <a:gd name="csY2" fmla="*/ 2500 h 7839"/>
                <a:gd name="csX3" fmla="*/ 12738 w 19482"/>
                <a:gd name="csY3" fmla="*/ 5113 h 7839"/>
                <a:gd name="csX4" fmla="*/ 2483 w 19482"/>
                <a:gd name="csY4" fmla="*/ 6851 h 7839"/>
                <a:gd name="csX5" fmla="*/ 1457 w 19482"/>
                <a:gd name="csY5" fmla="*/ 10340 h 7839"/>
                <a:gd name="csX6" fmla="*/ 19914 w 19482"/>
                <a:gd name="csY6" fmla="*/ 7726 h 7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7839">
                  <a:moveTo>
                    <a:pt x="19914" y="7726"/>
                  </a:moveTo>
                  <a:lnTo>
                    <a:pt x="20940" y="4244"/>
                  </a:lnTo>
                  <a:lnTo>
                    <a:pt x="15809" y="2500"/>
                  </a:lnTo>
                  <a:lnTo>
                    <a:pt x="12738" y="5113"/>
                  </a:lnTo>
                  <a:lnTo>
                    <a:pt x="2483" y="6851"/>
                  </a:lnTo>
                  <a:lnTo>
                    <a:pt x="1457" y="10340"/>
                  </a:lnTo>
                  <a:lnTo>
                    <a:pt x="19914" y="77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7" name="Forme libre : forme 515">
              <a:extLst>
                <a:ext uri="{FF2B5EF4-FFF2-40B4-BE49-F238E27FC236}">
                  <a16:creationId xmlns:a16="http://schemas.microsoft.com/office/drawing/2014/main" id="{CFC07B36-EBC7-6B10-1BF4-A3FF82D09F0F}"/>
                </a:ext>
              </a:extLst>
            </p:cNvPr>
            <p:cNvSpPr/>
            <p:nvPr/>
          </p:nvSpPr>
          <p:spPr>
            <a:xfrm>
              <a:off x="4064680" y="5974697"/>
              <a:ext cx="8202" cy="13941"/>
            </a:xfrm>
            <a:custGeom>
              <a:avLst/>
              <a:gdLst>
                <a:gd name="csX0" fmla="*/ 3427 w 8202"/>
                <a:gd name="csY0" fmla="*/ 2486 h 13941"/>
                <a:gd name="csX1" fmla="*/ 8557 w 8202"/>
                <a:gd name="csY1" fmla="*/ 7713 h 13941"/>
                <a:gd name="csX2" fmla="*/ 9577 w 8202"/>
                <a:gd name="csY2" fmla="*/ 16428 h 13941"/>
                <a:gd name="csX3" fmla="*/ 3427 w 8202"/>
                <a:gd name="csY3" fmla="*/ 16428 h 13941"/>
                <a:gd name="csX4" fmla="*/ 1374 w 8202"/>
                <a:gd name="csY4" fmla="*/ 11201 h 13941"/>
                <a:gd name="csX5" fmla="*/ 3427 w 8202"/>
                <a:gd name="csY5" fmla="*/ 2486 h 13941"/>
              </a:gdLst>
              <a:ahLst/>
              <a:cxnLst>
                <a:cxn ang="0">
                  <a:pos x="csX0" y="csY0"/>
                </a:cxn>
                <a:cxn ang="0">
                  <a:pos x="csX1" y="csY1"/>
                </a:cxn>
                <a:cxn ang="0">
                  <a:pos x="csX2" y="csY2"/>
                </a:cxn>
                <a:cxn ang="0">
                  <a:pos x="csX3" y="csY3"/>
                </a:cxn>
                <a:cxn ang="0">
                  <a:pos x="csX4" y="csY4"/>
                </a:cxn>
                <a:cxn ang="0">
                  <a:pos x="csX5" y="csY5"/>
                </a:cxn>
              </a:cxnLst>
              <a:rect l="l" t="t" r="r" b="b"/>
              <a:pathLst>
                <a:path w="8202" h="13941">
                  <a:moveTo>
                    <a:pt x="3427" y="2486"/>
                  </a:moveTo>
                  <a:lnTo>
                    <a:pt x="8557" y="7713"/>
                  </a:lnTo>
                  <a:lnTo>
                    <a:pt x="9577" y="16428"/>
                  </a:lnTo>
                  <a:lnTo>
                    <a:pt x="3427" y="16428"/>
                  </a:lnTo>
                  <a:lnTo>
                    <a:pt x="1374" y="11201"/>
                  </a:lnTo>
                  <a:lnTo>
                    <a:pt x="3427" y="24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8" name="Forme libre : forme 516">
              <a:extLst>
                <a:ext uri="{FF2B5EF4-FFF2-40B4-BE49-F238E27FC236}">
                  <a16:creationId xmlns:a16="http://schemas.microsoft.com/office/drawing/2014/main" id="{34688ED1-F993-B42C-5B74-1EC512022E1D}"/>
                </a:ext>
              </a:extLst>
            </p:cNvPr>
            <p:cNvSpPr/>
            <p:nvPr/>
          </p:nvSpPr>
          <p:spPr>
            <a:xfrm>
              <a:off x="4055451" y="5979923"/>
              <a:ext cx="5130" cy="11321"/>
            </a:xfrm>
            <a:custGeom>
              <a:avLst/>
              <a:gdLst>
                <a:gd name="csX0" fmla="*/ 5473 w 5130"/>
                <a:gd name="csY0" fmla="*/ 2488 h 11321"/>
                <a:gd name="csX1" fmla="*/ 5473 w 5130"/>
                <a:gd name="csY1" fmla="*/ 6846 h 11321"/>
                <a:gd name="csX2" fmla="*/ 6499 w 5130"/>
                <a:gd name="csY2" fmla="*/ 12941 h 11321"/>
                <a:gd name="csX3" fmla="*/ 1368 w 5130"/>
                <a:gd name="csY3" fmla="*/ 13810 h 11321"/>
                <a:gd name="csX4" fmla="*/ 1368 w 5130"/>
                <a:gd name="csY4" fmla="*/ 2488 h 11321"/>
                <a:gd name="csX5" fmla="*/ 5473 w 5130"/>
                <a:gd name="csY5" fmla="*/ 2488 h 11321"/>
              </a:gdLst>
              <a:ahLst/>
              <a:cxnLst>
                <a:cxn ang="0">
                  <a:pos x="csX0" y="csY0"/>
                </a:cxn>
                <a:cxn ang="0">
                  <a:pos x="csX1" y="csY1"/>
                </a:cxn>
                <a:cxn ang="0">
                  <a:pos x="csX2" y="csY2"/>
                </a:cxn>
                <a:cxn ang="0">
                  <a:pos x="csX3" y="csY3"/>
                </a:cxn>
                <a:cxn ang="0">
                  <a:pos x="csX4" y="csY4"/>
                </a:cxn>
                <a:cxn ang="0">
                  <a:pos x="csX5" y="csY5"/>
                </a:cxn>
              </a:cxnLst>
              <a:rect l="l" t="t" r="r" b="b"/>
              <a:pathLst>
                <a:path w="5130" h="11321">
                  <a:moveTo>
                    <a:pt x="5473" y="2488"/>
                  </a:moveTo>
                  <a:lnTo>
                    <a:pt x="5473" y="6846"/>
                  </a:lnTo>
                  <a:lnTo>
                    <a:pt x="6499" y="12941"/>
                  </a:lnTo>
                  <a:lnTo>
                    <a:pt x="1368" y="13810"/>
                  </a:lnTo>
                  <a:lnTo>
                    <a:pt x="1368" y="2488"/>
                  </a:lnTo>
                  <a:lnTo>
                    <a:pt x="5473"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39" name="Forme libre : forme 517">
              <a:extLst>
                <a:ext uri="{FF2B5EF4-FFF2-40B4-BE49-F238E27FC236}">
                  <a16:creationId xmlns:a16="http://schemas.microsoft.com/office/drawing/2014/main" id="{115198CE-216F-0C8C-058C-47A73FC46679}"/>
                </a:ext>
              </a:extLst>
            </p:cNvPr>
            <p:cNvSpPr/>
            <p:nvPr/>
          </p:nvSpPr>
          <p:spPr>
            <a:xfrm>
              <a:off x="4045197" y="5979054"/>
              <a:ext cx="6156" cy="10452"/>
            </a:xfrm>
            <a:custGeom>
              <a:avLst/>
              <a:gdLst>
                <a:gd name="csX0" fmla="*/ 6493 w 6156"/>
                <a:gd name="csY0" fmla="*/ 2487 h 10452"/>
                <a:gd name="csX1" fmla="*/ 7519 w 6156"/>
                <a:gd name="csY1" fmla="*/ 9458 h 10452"/>
                <a:gd name="csX2" fmla="*/ 5467 w 6156"/>
                <a:gd name="csY2" fmla="*/ 12940 h 10452"/>
                <a:gd name="csX3" fmla="*/ 1363 w 6156"/>
                <a:gd name="csY3" fmla="*/ 11196 h 10452"/>
                <a:gd name="csX4" fmla="*/ 2389 w 6156"/>
                <a:gd name="csY4" fmla="*/ 8583 h 10452"/>
                <a:gd name="csX5" fmla="*/ 6493 w 6156"/>
                <a:gd name="csY5" fmla="*/ 2487 h 10452"/>
              </a:gdLst>
              <a:ahLst/>
              <a:cxnLst>
                <a:cxn ang="0">
                  <a:pos x="csX0" y="csY0"/>
                </a:cxn>
                <a:cxn ang="0">
                  <a:pos x="csX1" y="csY1"/>
                </a:cxn>
                <a:cxn ang="0">
                  <a:pos x="csX2" y="csY2"/>
                </a:cxn>
                <a:cxn ang="0">
                  <a:pos x="csX3" y="csY3"/>
                </a:cxn>
                <a:cxn ang="0">
                  <a:pos x="csX4" y="csY4"/>
                </a:cxn>
                <a:cxn ang="0">
                  <a:pos x="csX5" y="csY5"/>
                </a:cxn>
              </a:cxnLst>
              <a:rect l="l" t="t" r="r" b="b"/>
              <a:pathLst>
                <a:path w="6156" h="10452">
                  <a:moveTo>
                    <a:pt x="6493" y="2487"/>
                  </a:moveTo>
                  <a:lnTo>
                    <a:pt x="7519" y="9458"/>
                  </a:lnTo>
                  <a:lnTo>
                    <a:pt x="5467" y="12940"/>
                  </a:lnTo>
                  <a:lnTo>
                    <a:pt x="1363" y="11196"/>
                  </a:lnTo>
                  <a:lnTo>
                    <a:pt x="2389" y="8583"/>
                  </a:lnTo>
                  <a:lnTo>
                    <a:pt x="6493" y="24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0" name="Forme libre : forme 518">
              <a:extLst>
                <a:ext uri="{FF2B5EF4-FFF2-40B4-BE49-F238E27FC236}">
                  <a16:creationId xmlns:a16="http://schemas.microsoft.com/office/drawing/2014/main" id="{5CC7F8BA-F8D7-2EC1-8BA1-5CD71A3887EC}"/>
                </a:ext>
              </a:extLst>
            </p:cNvPr>
            <p:cNvSpPr/>
            <p:nvPr/>
          </p:nvSpPr>
          <p:spPr>
            <a:xfrm>
              <a:off x="4033916" y="5980792"/>
              <a:ext cx="7182" cy="8715"/>
            </a:xfrm>
            <a:custGeom>
              <a:avLst/>
              <a:gdLst>
                <a:gd name="csX0" fmla="*/ 8539 w 7182"/>
                <a:gd name="csY0" fmla="*/ 2488 h 8715"/>
                <a:gd name="csX1" fmla="*/ 5461 w 7182"/>
                <a:gd name="csY1" fmla="*/ 6846 h 8715"/>
                <a:gd name="csX2" fmla="*/ 6487 w 7182"/>
                <a:gd name="csY2" fmla="*/ 11203 h 8715"/>
                <a:gd name="csX3" fmla="*/ 1356 w 7182"/>
                <a:gd name="csY3" fmla="*/ 10328 h 8715"/>
                <a:gd name="csX4" fmla="*/ 1356 w 7182"/>
                <a:gd name="csY4" fmla="*/ 5101 h 8715"/>
                <a:gd name="csX5" fmla="*/ 8539 w 7182"/>
                <a:gd name="csY5" fmla="*/ 2488 h 8715"/>
              </a:gdLst>
              <a:ahLst/>
              <a:cxnLst>
                <a:cxn ang="0">
                  <a:pos x="csX0" y="csY0"/>
                </a:cxn>
                <a:cxn ang="0">
                  <a:pos x="csX1" y="csY1"/>
                </a:cxn>
                <a:cxn ang="0">
                  <a:pos x="csX2" y="csY2"/>
                </a:cxn>
                <a:cxn ang="0">
                  <a:pos x="csX3" y="csY3"/>
                </a:cxn>
                <a:cxn ang="0">
                  <a:pos x="csX4" y="csY4"/>
                </a:cxn>
                <a:cxn ang="0">
                  <a:pos x="csX5" y="csY5"/>
                </a:cxn>
              </a:cxnLst>
              <a:rect l="l" t="t" r="r" b="b"/>
              <a:pathLst>
                <a:path w="7182" h="8715">
                  <a:moveTo>
                    <a:pt x="8539" y="2488"/>
                  </a:moveTo>
                  <a:lnTo>
                    <a:pt x="5461" y="6846"/>
                  </a:lnTo>
                  <a:lnTo>
                    <a:pt x="6487" y="11203"/>
                  </a:lnTo>
                  <a:lnTo>
                    <a:pt x="1356" y="10328"/>
                  </a:lnTo>
                  <a:lnTo>
                    <a:pt x="1356" y="5101"/>
                  </a:lnTo>
                  <a:lnTo>
                    <a:pt x="8539" y="2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1" name="Forme libre : forme 519">
              <a:extLst>
                <a:ext uri="{FF2B5EF4-FFF2-40B4-BE49-F238E27FC236}">
                  <a16:creationId xmlns:a16="http://schemas.microsoft.com/office/drawing/2014/main" id="{BE7251E0-3F96-32C4-D10C-DF2C1C27963F}"/>
                </a:ext>
              </a:extLst>
            </p:cNvPr>
            <p:cNvSpPr/>
            <p:nvPr/>
          </p:nvSpPr>
          <p:spPr>
            <a:xfrm>
              <a:off x="3999055" y="5968595"/>
              <a:ext cx="29737" cy="21781"/>
            </a:xfrm>
            <a:custGeom>
              <a:avLst/>
              <a:gdLst>
                <a:gd name="csX0" fmla="*/ 31081 w 29737"/>
                <a:gd name="csY0" fmla="*/ 12068 h 21781"/>
                <a:gd name="csX1" fmla="*/ 28003 w 29737"/>
                <a:gd name="csY1" fmla="*/ 16426 h 21781"/>
                <a:gd name="csX2" fmla="*/ 23905 w 29737"/>
                <a:gd name="csY2" fmla="*/ 24265 h 21781"/>
                <a:gd name="csX3" fmla="*/ 11598 w 29737"/>
                <a:gd name="csY3" fmla="*/ 16426 h 21781"/>
                <a:gd name="csX4" fmla="*/ 4415 w 29737"/>
                <a:gd name="csY4" fmla="*/ 10324 h 21781"/>
                <a:gd name="csX5" fmla="*/ 1343 w 29737"/>
                <a:gd name="csY5" fmla="*/ 2484 h 21781"/>
                <a:gd name="csX6" fmla="*/ 18774 w 29737"/>
                <a:gd name="csY6" fmla="*/ 3360 h 21781"/>
                <a:gd name="csX7" fmla="*/ 31081 w 29737"/>
                <a:gd name="csY7" fmla="*/ 12068 h 21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1781">
                  <a:moveTo>
                    <a:pt x="31081" y="12068"/>
                  </a:moveTo>
                  <a:lnTo>
                    <a:pt x="28003" y="16426"/>
                  </a:lnTo>
                  <a:lnTo>
                    <a:pt x="23905" y="24265"/>
                  </a:lnTo>
                  <a:lnTo>
                    <a:pt x="11598" y="16426"/>
                  </a:lnTo>
                  <a:lnTo>
                    <a:pt x="4415" y="10324"/>
                  </a:lnTo>
                  <a:lnTo>
                    <a:pt x="1343" y="2484"/>
                  </a:lnTo>
                  <a:lnTo>
                    <a:pt x="18774" y="3360"/>
                  </a:lnTo>
                  <a:lnTo>
                    <a:pt x="31081" y="120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2" name="Forme libre : forme 520">
              <a:extLst>
                <a:ext uri="{FF2B5EF4-FFF2-40B4-BE49-F238E27FC236}">
                  <a16:creationId xmlns:a16="http://schemas.microsoft.com/office/drawing/2014/main" id="{0199D39F-E01C-AFBC-832F-9A838C6B8E7B}"/>
                </a:ext>
              </a:extLst>
            </p:cNvPr>
            <p:cNvSpPr/>
            <p:nvPr/>
          </p:nvSpPr>
          <p:spPr>
            <a:xfrm>
              <a:off x="3974441" y="5942462"/>
              <a:ext cx="29737" cy="22650"/>
            </a:xfrm>
            <a:custGeom>
              <a:avLst/>
              <a:gdLst>
                <a:gd name="csX0" fmla="*/ 23889 w 29737"/>
                <a:gd name="csY0" fmla="*/ 25117 h 22650"/>
                <a:gd name="csX1" fmla="*/ 31065 w 29737"/>
                <a:gd name="csY1" fmla="*/ 25117 h 22650"/>
                <a:gd name="csX2" fmla="*/ 22863 w 29737"/>
                <a:gd name="csY2" fmla="*/ 15533 h 22650"/>
                <a:gd name="csX3" fmla="*/ 5432 w 29737"/>
                <a:gd name="csY3" fmla="*/ 2466 h 22650"/>
                <a:gd name="csX4" fmla="*/ 1327 w 29737"/>
                <a:gd name="csY4" fmla="*/ 2466 h 22650"/>
                <a:gd name="csX5" fmla="*/ 1327 w 29737"/>
                <a:gd name="csY5" fmla="*/ 6824 h 22650"/>
                <a:gd name="csX6" fmla="*/ 11582 w 29737"/>
                <a:gd name="csY6" fmla="*/ 13788 h 22650"/>
                <a:gd name="csX7" fmla="*/ 23889 w 29737"/>
                <a:gd name="csY7" fmla="*/ 25117 h 2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737" h="22650">
                  <a:moveTo>
                    <a:pt x="23889" y="25117"/>
                  </a:moveTo>
                  <a:lnTo>
                    <a:pt x="31065" y="25117"/>
                  </a:lnTo>
                  <a:lnTo>
                    <a:pt x="22863" y="15533"/>
                  </a:lnTo>
                  <a:lnTo>
                    <a:pt x="5432" y="2466"/>
                  </a:lnTo>
                  <a:lnTo>
                    <a:pt x="1327" y="2466"/>
                  </a:lnTo>
                  <a:lnTo>
                    <a:pt x="1327" y="6824"/>
                  </a:lnTo>
                  <a:lnTo>
                    <a:pt x="11582" y="13788"/>
                  </a:lnTo>
                  <a:lnTo>
                    <a:pt x="23889" y="251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3" name="Forme libre : forme 521">
              <a:extLst>
                <a:ext uri="{FF2B5EF4-FFF2-40B4-BE49-F238E27FC236}">
                  <a16:creationId xmlns:a16="http://schemas.microsoft.com/office/drawing/2014/main" id="{CE911D7F-EC02-B45D-85A1-A49C51944081}"/>
                </a:ext>
              </a:extLst>
            </p:cNvPr>
            <p:cNvSpPr/>
            <p:nvPr/>
          </p:nvSpPr>
          <p:spPr>
            <a:xfrm>
              <a:off x="4015459" y="5942455"/>
              <a:ext cx="20509" cy="17423"/>
            </a:xfrm>
            <a:custGeom>
              <a:avLst/>
              <a:gdLst>
                <a:gd name="csX0" fmla="*/ 1347 w 20509"/>
                <a:gd name="csY0" fmla="*/ 19889 h 17423"/>
                <a:gd name="csX1" fmla="*/ 9556 w 20509"/>
                <a:gd name="csY1" fmla="*/ 11181 h 17423"/>
                <a:gd name="csX2" fmla="*/ 19804 w 20509"/>
                <a:gd name="csY2" fmla="*/ 12049 h 17423"/>
                <a:gd name="csX3" fmla="*/ 21856 w 20509"/>
                <a:gd name="csY3" fmla="*/ 4210 h 17423"/>
                <a:gd name="csX4" fmla="*/ 10575 w 20509"/>
                <a:gd name="csY4" fmla="*/ 2465 h 17423"/>
                <a:gd name="csX5" fmla="*/ 2373 w 20509"/>
                <a:gd name="csY5" fmla="*/ 7692 h 17423"/>
                <a:gd name="csX6" fmla="*/ 1347 w 20509"/>
                <a:gd name="csY6" fmla="*/ 19889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509" h="17423">
                  <a:moveTo>
                    <a:pt x="1347" y="19889"/>
                  </a:moveTo>
                  <a:lnTo>
                    <a:pt x="9556" y="11181"/>
                  </a:lnTo>
                  <a:lnTo>
                    <a:pt x="19804" y="12049"/>
                  </a:lnTo>
                  <a:lnTo>
                    <a:pt x="21856" y="4210"/>
                  </a:lnTo>
                  <a:lnTo>
                    <a:pt x="10575" y="2465"/>
                  </a:lnTo>
                  <a:lnTo>
                    <a:pt x="2373" y="7692"/>
                  </a:lnTo>
                  <a:lnTo>
                    <a:pt x="1347" y="198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4" name="Forme libre : forme 522">
              <a:extLst>
                <a:ext uri="{FF2B5EF4-FFF2-40B4-BE49-F238E27FC236}">
                  <a16:creationId xmlns:a16="http://schemas.microsoft.com/office/drawing/2014/main" id="{5688488A-83DA-EE6B-F3D6-0E68F4B43999}"/>
                </a:ext>
              </a:extLst>
            </p:cNvPr>
            <p:cNvSpPr/>
            <p:nvPr/>
          </p:nvSpPr>
          <p:spPr>
            <a:xfrm>
              <a:off x="3982643" y="5909352"/>
              <a:ext cx="9228" cy="13066"/>
            </a:xfrm>
            <a:custGeom>
              <a:avLst/>
              <a:gdLst>
                <a:gd name="csX0" fmla="*/ 5430 w 9228"/>
                <a:gd name="csY0" fmla="*/ 2446 h 13066"/>
                <a:gd name="csX1" fmla="*/ 5430 w 9228"/>
                <a:gd name="csY1" fmla="*/ 6804 h 13066"/>
                <a:gd name="csX2" fmla="*/ 10553 w 9228"/>
                <a:gd name="csY2" fmla="*/ 13775 h 13066"/>
                <a:gd name="csX3" fmla="*/ 5430 w 9228"/>
                <a:gd name="csY3" fmla="*/ 15512 h 13066"/>
                <a:gd name="csX4" fmla="*/ 1325 w 9228"/>
                <a:gd name="csY4" fmla="*/ 9417 h 13066"/>
                <a:gd name="csX5" fmla="*/ 1325 w 9228"/>
                <a:gd name="csY5" fmla="*/ 3315 h 13066"/>
                <a:gd name="csX6" fmla="*/ 5430 w 9228"/>
                <a:gd name="csY6" fmla="*/ 2446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228" h="13066">
                  <a:moveTo>
                    <a:pt x="5430" y="2446"/>
                  </a:moveTo>
                  <a:lnTo>
                    <a:pt x="5430" y="6804"/>
                  </a:lnTo>
                  <a:lnTo>
                    <a:pt x="10553" y="13775"/>
                  </a:lnTo>
                  <a:lnTo>
                    <a:pt x="5430" y="15512"/>
                  </a:lnTo>
                  <a:lnTo>
                    <a:pt x="1325" y="9417"/>
                  </a:lnTo>
                  <a:lnTo>
                    <a:pt x="1325" y="3315"/>
                  </a:lnTo>
                  <a:lnTo>
                    <a:pt x="5430" y="24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5" name="Forme libre : forme 523">
              <a:extLst>
                <a:ext uri="{FF2B5EF4-FFF2-40B4-BE49-F238E27FC236}">
                  <a16:creationId xmlns:a16="http://schemas.microsoft.com/office/drawing/2014/main" id="{3F27CB40-532C-3669-3A69-4A7F7CEE4749}"/>
                </a:ext>
              </a:extLst>
            </p:cNvPr>
            <p:cNvSpPr/>
            <p:nvPr/>
          </p:nvSpPr>
          <p:spPr>
            <a:xfrm rot="-2418543" flipV="1">
              <a:off x="3971055" y="5923805"/>
              <a:ext cx="7285" cy="4651"/>
            </a:xfrm>
            <a:custGeom>
              <a:avLst/>
              <a:gdLst>
                <a:gd name="csX0" fmla="*/ 2569 w 7285"/>
                <a:gd name="csY0" fmla="*/ 7103 h 4651"/>
                <a:gd name="csX1" fmla="*/ 7953 w 7285"/>
                <a:gd name="csY1" fmla="*/ 7103 h 4651"/>
                <a:gd name="csX2" fmla="*/ 8602 w 7285"/>
                <a:gd name="csY2" fmla="*/ 3122 h 4651"/>
                <a:gd name="csX3" fmla="*/ 1317 w 7285"/>
                <a:gd name="csY3" fmla="*/ 2451 h 4651"/>
                <a:gd name="csX4" fmla="*/ 2569 w 7285"/>
                <a:gd name="csY4" fmla="*/ 7103 h 4651"/>
              </a:gdLst>
              <a:ahLst/>
              <a:cxnLst>
                <a:cxn ang="0">
                  <a:pos x="csX0" y="csY0"/>
                </a:cxn>
                <a:cxn ang="0">
                  <a:pos x="csX1" y="csY1"/>
                </a:cxn>
                <a:cxn ang="0">
                  <a:pos x="csX2" y="csY2"/>
                </a:cxn>
                <a:cxn ang="0">
                  <a:pos x="csX3" y="csY3"/>
                </a:cxn>
                <a:cxn ang="0">
                  <a:pos x="csX4" y="csY4"/>
                </a:cxn>
              </a:cxnLst>
              <a:rect l="l" t="t" r="r" b="b"/>
              <a:pathLst>
                <a:path w="7285" h="4651">
                  <a:moveTo>
                    <a:pt x="2569" y="7103"/>
                  </a:moveTo>
                  <a:lnTo>
                    <a:pt x="7953" y="7103"/>
                  </a:lnTo>
                  <a:lnTo>
                    <a:pt x="8602" y="3122"/>
                  </a:lnTo>
                  <a:lnTo>
                    <a:pt x="1317" y="2451"/>
                  </a:lnTo>
                  <a:lnTo>
                    <a:pt x="2569" y="71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6" name="Forme libre : forme 524">
              <a:extLst>
                <a:ext uri="{FF2B5EF4-FFF2-40B4-BE49-F238E27FC236}">
                  <a16:creationId xmlns:a16="http://schemas.microsoft.com/office/drawing/2014/main" id="{11F8A754-49C2-125A-834D-43E976F8CD55}"/>
                </a:ext>
              </a:extLst>
            </p:cNvPr>
            <p:cNvSpPr/>
            <p:nvPr/>
          </p:nvSpPr>
          <p:spPr>
            <a:xfrm rot="-950154" flipV="1">
              <a:off x="3985642" y="5930983"/>
              <a:ext cx="6389" cy="7819"/>
            </a:xfrm>
            <a:custGeom>
              <a:avLst/>
              <a:gdLst>
                <a:gd name="csX0" fmla="*/ 1325 w 6389"/>
                <a:gd name="csY0" fmla="*/ 10276 h 7819"/>
                <a:gd name="csX1" fmla="*/ 7715 w 6389"/>
                <a:gd name="csY1" fmla="*/ 10276 h 7819"/>
                <a:gd name="csX2" fmla="*/ 7038 w 6389"/>
                <a:gd name="csY2" fmla="*/ 4126 h 7819"/>
                <a:gd name="csX3" fmla="*/ 3364 w 6389"/>
                <a:gd name="csY3" fmla="*/ 2457 h 7819"/>
                <a:gd name="csX4" fmla="*/ 1325 w 6389"/>
                <a:gd name="csY4" fmla="*/ 10276 h 7819"/>
              </a:gdLst>
              <a:ahLst/>
              <a:cxnLst>
                <a:cxn ang="0">
                  <a:pos x="csX0" y="csY0"/>
                </a:cxn>
                <a:cxn ang="0">
                  <a:pos x="csX1" y="csY1"/>
                </a:cxn>
                <a:cxn ang="0">
                  <a:pos x="csX2" y="csY2"/>
                </a:cxn>
                <a:cxn ang="0">
                  <a:pos x="csX3" y="csY3"/>
                </a:cxn>
                <a:cxn ang="0">
                  <a:pos x="csX4" y="csY4"/>
                </a:cxn>
              </a:cxnLst>
              <a:rect l="l" t="t" r="r" b="b"/>
              <a:pathLst>
                <a:path w="6389" h="7819">
                  <a:moveTo>
                    <a:pt x="1325" y="10276"/>
                  </a:moveTo>
                  <a:lnTo>
                    <a:pt x="7715" y="10276"/>
                  </a:lnTo>
                  <a:lnTo>
                    <a:pt x="7038" y="4126"/>
                  </a:lnTo>
                  <a:lnTo>
                    <a:pt x="3364" y="2457"/>
                  </a:lnTo>
                  <a:lnTo>
                    <a:pt x="1325" y="10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7" name="Forme libre : forme 525">
              <a:extLst>
                <a:ext uri="{FF2B5EF4-FFF2-40B4-BE49-F238E27FC236}">
                  <a16:creationId xmlns:a16="http://schemas.microsoft.com/office/drawing/2014/main" id="{F222FFB0-E453-45A4-4468-FA238FFC50D7}"/>
                </a:ext>
              </a:extLst>
            </p:cNvPr>
            <p:cNvSpPr/>
            <p:nvPr/>
          </p:nvSpPr>
          <p:spPr>
            <a:xfrm>
              <a:off x="3961108" y="5901506"/>
              <a:ext cx="9228" cy="13941"/>
            </a:xfrm>
            <a:custGeom>
              <a:avLst/>
              <a:gdLst>
                <a:gd name="csX0" fmla="*/ 6443 w 9228"/>
                <a:gd name="csY0" fmla="*/ 16381 h 13941"/>
                <a:gd name="csX1" fmla="*/ 1312 w 9228"/>
                <a:gd name="csY1" fmla="*/ 8542 h 13941"/>
                <a:gd name="csX2" fmla="*/ 3364 w 9228"/>
                <a:gd name="csY2" fmla="*/ 2439 h 13941"/>
                <a:gd name="csX3" fmla="*/ 7469 w 9228"/>
                <a:gd name="csY3" fmla="*/ 2439 h 13941"/>
                <a:gd name="csX4" fmla="*/ 10540 w 9228"/>
                <a:gd name="csY4" fmla="*/ 12899 h 13941"/>
                <a:gd name="csX5" fmla="*/ 6443 w 9228"/>
                <a:gd name="csY5" fmla="*/ 16381 h 13941"/>
              </a:gdLst>
              <a:ahLst/>
              <a:cxnLst>
                <a:cxn ang="0">
                  <a:pos x="csX0" y="csY0"/>
                </a:cxn>
                <a:cxn ang="0">
                  <a:pos x="csX1" y="csY1"/>
                </a:cxn>
                <a:cxn ang="0">
                  <a:pos x="csX2" y="csY2"/>
                </a:cxn>
                <a:cxn ang="0">
                  <a:pos x="csX3" y="csY3"/>
                </a:cxn>
                <a:cxn ang="0">
                  <a:pos x="csX4" y="csY4"/>
                </a:cxn>
                <a:cxn ang="0">
                  <a:pos x="csX5" y="csY5"/>
                </a:cxn>
              </a:cxnLst>
              <a:rect l="l" t="t" r="r" b="b"/>
              <a:pathLst>
                <a:path w="9228" h="13941">
                  <a:moveTo>
                    <a:pt x="6443" y="16381"/>
                  </a:moveTo>
                  <a:lnTo>
                    <a:pt x="1312" y="8542"/>
                  </a:lnTo>
                  <a:lnTo>
                    <a:pt x="3364" y="2439"/>
                  </a:lnTo>
                  <a:lnTo>
                    <a:pt x="7469" y="2439"/>
                  </a:lnTo>
                  <a:lnTo>
                    <a:pt x="10540" y="12899"/>
                  </a:lnTo>
                  <a:lnTo>
                    <a:pt x="6443" y="163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8" name="Forme libre : forme 526">
              <a:extLst>
                <a:ext uri="{FF2B5EF4-FFF2-40B4-BE49-F238E27FC236}">
                  <a16:creationId xmlns:a16="http://schemas.microsoft.com/office/drawing/2014/main" id="{81A4D79A-528D-78EA-E3DD-AE67CF27401D}"/>
                </a:ext>
              </a:extLst>
            </p:cNvPr>
            <p:cNvSpPr/>
            <p:nvPr/>
          </p:nvSpPr>
          <p:spPr>
            <a:xfrm rot="-4897561" flipV="1">
              <a:off x="3967815" y="5892367"/>
              <a:ext cx="14393" cy="7100"/>
            </a:xfrm>
            <a:custGeom>
              <a:avLst/>
              <a:gdLst>
                <a:gd name="csX0" fmla="*/ 7617 w 14393"/>
                <a:gd name="csY0" fmla="*/ 9534 h 7100"/>
                <a:gd name="csX1" fmla="*/ 14664 w 14393"/>
                <a:gd name="csY1" fmla="*/ 9534 h 7100"/>
                <a:gd name="csX2" fmla="*/ 15710 w 14393"/>
                <a:gd name="csY2" fmla="*/ 2433 h 7100"/>
                <a:gd name="csX3" fmla="*/ 1317 w 14393"/>
                <a:gd name="csY3" fmla="*/ 4465 h 7100"/>
                <a:gd name="csX4" fmla="*/ 7617 w 14393"/>
                <a:gd name="csY4" fmla="*/ 9534 h 7100"/>
              </a:gdLst>
              <a:ahLst/>
              <a:cxnLst>
                <a:cxn ang="0">
                  <a:pos x="csX0" y="csY0"/>
                </a:cxn>
                <a:cxn ang="0">
                  <a:pos x="csX1" y="csY1"/>
                </a:cxn>
                <a:cxn ang="0">
                  <a:pos x="csX2" y="csY2"/>
                </a:cxn>
                <a:cxn ang="0">
                  <a:pos x="csX3" y="csY3"/>
                </a:cxn>
                <a:cxn ang="0">
                  <a:pos x="csX4" y="csY4"/>
                </a:cxn>
              </a:cxnLst>
              <a:rect l="l" t="t" r="r" b="b"/>
              <a:pathLst>
                <a:path w="14393" h="7100">
                  <a:moveTo>
                    <a:pt x="7617" y="9534"/>
                  </a:moveTo>
                  <a:lnTo>
                    <a:pt x="14664" y="9534"/>
                  </a:lnTo>
                  <a:lnTo>
                    <a:pt x="15710" y="2433"/>
                  </a:lnTo>
                  <a:lnTo>
                    <a:pt x="1317" y="4465"/>
                  </a:lnTo>
                  <a:lnTo>
                    <a:pt x="7617" y="95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49" name="Forme libre : forme 527">
              <a:extLst>
                <a:ext uri="{FF2B5EF4-FFF2-40B4-BE49-F238E27FC236}">
                  <a16:creationId xmlns:a16="http://schemas.microsoft.com/office/drawing/2014/main" id="{4BAF8258-3F28-FB03-8F6E-4968AF763FB9}"/>
                </a:ext>
              </a:extLst>
            </p:cNvPr>
            <p:cNvSpPr/>
            <p:nvPr/>
          </p:nvSpPr>
          <p:spPr>
            <a:xfrm>
              <a:off x="3964187" y="5827460"/>
              <a:ext cx="13332" cy="31365"/>
            </a:xfrm>
            <a:custGeom>
              <a:avLst/>
              <a:gdLst>
                <a:gd name="csX0" fmla="*/ 14649 w 13332"/>
                <a:gd name="csY0" fmla="*/ 33764 h 31365"/>
                <a:gd name="csX1" fmla="*/ 12597 w 13332"/>
                <a:gd name="csY1" fmla="*/ 25049 h 31365"/>
                <a:gd name="csX2" fmla="*/ 13623 w 13332"/>
                <a:gd name="csY2" fmla="*/ 12858 h 31365"/>
                <a:gd name="csX3" fmla="*/ 12597 w 13332"/>
                <a:gd name="csY3" fmla="*/ 3274 h 31365"/>
                <a:gd name="csX4" fmla="*/ 8499 w 13332"/>
                <a:gd name="csY4" fmla="*/ 2398 h 31365"/>
                <a:gd name="csX5" fmla="*/ 6447 w 13332"/>
                <a:gd name="csY5" fmla="*/ 11983 h 31365"/>
                <a:gd name="csX6" fmla="*/ 1316 w 13332"/>
                <a:gd name="csY6" fmla="*/ 16340 h 31365"/>
                <a:gd name="csX7" fmla="*/ 2342 w 13332"/>
                <a:gd name="csY7" fmla="*/ 21567 h 31365"/>
                <a:gd name="csX8" fmla="*/ 9525 w 13332"/>
                <a:gd name="csY8" fmla="*/ 30282 h 31365"/>
                <a:gd name="csX9" fmla="*/ 14649 w 13332"/>
                <a:gd name="csY9" fmla="*/ 33764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332" h="31365">
                  <a:moveTo>
                    <a:pt x="14649" y="33764"/>
                  </a:moveTo>
                  <a:lnTo>
                    <a:pt x="12597" y="25049"/>
                  </a:lnTo>
                  <a:lnTo>
                    <a:pt x="13623" y="12858"/>
                  </a:lnTo>
                  <a:lnTo>
                    <a:pt x="12597" y="3274"/>
                  </a:lnTo>
                  <a:lnTo>
                    <a:pt x="8499" y="2398"/>
                  </a:lnTo>
                  <a:lnTo>
                    <a:pt x="6447" y="11983"/>
                  </a:lnTo>
                  <a:lnTo>
                    <a:pt x="1316" y="16340"/>
                  </a:lnTo>
                  <a:lnTo>
                    <a:pt x="2342" y="21567"/>
                  </a:lnTo>
                  <a:lnTo>
                    <a:pt x="9525" y="30282"/>
                  </a:lnTo>
                  <a:lnTo>
                    <a:pt x="14649" y="337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0" name="Forme libre : forme 528">
              <a:extLst>
                <a:ext uri="{FF2B5EF4-FFF2-40B4-BE49-F238E27FC236}">
                  <a16:creationId xmlns:a16="http://schemas.microsoft.com/office/drawing/2014/main" id="{90B75F6C-16FA-105F-6F4C-9784BDEFA392}"/>
                </a:ext>
              </a:extLst>
            </p:cNvPr>
            <p:cNvSpPr/>
            <p:nvPr/>
          </p:nvSpPr>
          <p:spPr>
            <a:xfrm rot="-3573100" flipV="1">
              <a:off x="3967622" y="5871391"/>
              <a:ext cx="10856" cy="4863"/>
            </a:xfrm>
            <a:custGeom>
              <a:avLst/>
              <a:gdLst>
                <a:gd name="csX0" fmla="*/ 4087 w 10856"/>
                <a:gd name="csY0" fmla="*/ 2864 h 4863"/>
                <a:gd name="csX1" fmla="*/ 12173 w 10856"/>
                <a:gd name="csY1" fmla="*/ 2864 h 4863"/>
                <a:gd name="csX2" fmla="*/ 3512 w 10856"/>
                <a:gd name="csY2" fmla="*/ 7283 h 4863"/>
                <a:gd name="csX3" fmla="*/ 1316 w 10856"/>
                <a:gd name="csY3" fmla="*/ 2419 h 4863"/>
                <a:gd name="csX4" fmla="*/ 4087 w 10856"/>
                <a:gd name="csY4" fmla="*/ 2864 h 4863"/>
              </a:gdLst>
              <a:ahLst/>
              <a:cxnLst>
                <a:cxn ang="0">
                  <a:pos x="csX0" y="csY0"/>
                </a:cxn>
                <a:cxn ang="0">
                  <a:pos x="csX1" y="csY1"/>
                </a:cxn>
                <a:cxn ang="0">
                  <a:pos x="csX2" y="csY2"/>
                </a:cxn>
                <a:cxn ang="0">
                  <a:pos x="csX3" y="csY3"/>
                </a:cxn>
                <a:cxn ang="0">
                  <a:pos x="csX4" y="csY4"/>
                </a:cxn>
              </a:cxnLst>
              <a:rect l="l" t="t" r="r" b="b"/>
              <a:pathLst>
                <a:path w="10856" h="4863">
                  <a:moveTo>
                    <a:pt x="4087" y="2864"/>
                  </a:moveTo>
                  <a:lnTo>
                    <a:pt x="12173" y="2864"/>
                  </a:lnTo>
                  <a:lnTo>
                    <a:pt x="3512" y="7283"/>
                  </a:lnTo>
                  <a:lnTo>
                    <a:pt x="1316" y="2419"/>
                  </a:lnTo>
                  <a:lnTo>
                    <a:pt x="4087" y="28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1" name="Forme libre : forme 529">
              <a:extLst>
                <a:ext uri="{FF2B5EF4-FFF2-40B4-BE49-F238E27FC236}">
                  <a16:creationId xmlns:a16="http://schemas.microsoft.com/office/drawing/2014/main" id="{0D5E12F4-8E90-D47D-2CAF-197CB68D7511}"/>
                </a:ext>
              </a:extLst>
            </p:cNvPr>
            <p:cNvSpPr/>
            <p:nvPr/>
          </p:nvSpPr>
          <p:spPr>
            <a:xfrm>
              <a:off x="3961108" y="5863183"/>
              <a:ext cx="12306" cy="7839"/>
            </a:xfrm>
            <a:custGeom>
              <a:avLst/>
              <a:gdLst>
                <a:gd name="csX0" fmla="*/ 6443 w 12306"/>
                <a:gd name="csY0" fmla="*/ 10254 h 7839"/>
                <a:gd name="csX1" fmla="*/ 13620 w 12306"/>
                <a:gd name="csY1" fmla="*/ 6772 h 7839"/>
                <a:gd name="csX2" fmla="*/ 10548 w 12306"/>
                <a:gd name="csY2" fmla="*/ 2415 h 7839"/>
                <a:gd name="csX3" fmla="*/ 3365 w 12306"/>
                <a:gd name="csY3" fmla="*/ 4159 h 7839"/>
                <a:gd name="csX4" fmla="*/ 1313 w 12306"/>
                <a:gd name="csY4" fmla="*/ 8510 h 7839"/>
                <a:gd name="csX5" fmla="*/ 6443 w 12306"/>
                <a:gd name="csY5" fmla="*/ 10254 h 7839"/>
              </a:gdLst>
              <a:ahLst/>
              <a:cxnLst>
                <a:cxn ang="0">
                  <a:pos x="csX0" y="csY0"/>
                </a:cxn>
                <a:cxn ang="0">
                  <a:pos x="csX1" y="csY1"/>
                </a:cxn>
                <a:cxn ang="0">
                  <a:pos x="csX2" y="csY2"/>
                </a:cxn>
                <a:cxn ang="0">
                  <a:pos x="csX3" y="csY3"/>
                </a:cxn>
                <a:cxn ang="0">
                  <a:pos x="csX4" y="csY4"/>
                </a:cxn>
                <a:cxn ang="0">
                  <a:pos x="csX5" y="csY5"/>
                </a:cxn>
              </a:cxnLst>
              <a:rect l="l" t="t" r="r" b="b"/>
              <a:pathLst>
                <a:path w="12306" h="7839">
                  <a:moveTo>
                    <a:pt x="6443" y="10254"/>
                  </a:moveTo>
                  <a:lnTo>
                    <a:pt x="13620" y="6772"/>
                  </a:lnTo>
                  <a:lnTo>
                    <a:pt x="10548" y="2415"/>
                  </a:lnTo>
                  <a:lnTo>
                    <a:pt x="3365" y="4159"/>
                  </a:lnTo>
                  <a:lnTo>
                    <a:pt x="1313" y="8510"/>
                  </a:lnTo>
                  <a:lnTo>
                    <a:pt x="6443" y="102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2" name="Forme libre : forme 530">
              <a:extLst>
                <a:ext uri="{FF2B5EF4-FFF2-40B4-BE49-F238E27FC236}">
                  <a16:creationId xmlns:a16="http://schemas.microsoft.com/office/drawing/2014/main" id="{45B49287-A170-2F31-760B-C611133FBC05}"/>
                </a:ext>
              </a:extLst>
            </p:cNvPr>
            <p:cNvSpPr/>
            <p:nvPr/>
          </p:nvSpPr>
          <p:spPr>
            <a:xfrm rot="-2423428" flipV="1">
              <a:off x="3956607" y="5878279"/>
              <a:ext cx="7983" cy="4644"/>
            </a:xfrm>
            <a:custGeom>
              <a:avLst/>
              <a:gdLst>
                <a:gd name="csX0" fmla="*/ 5256 w 7983"/>
                <a:gd name="csY0" fmla="*/ 7069 h 4644"/>
                <a:gd name="csX1" fmla="*/ 9292 w 7983"/>
                <a:gd name="csY1" fmla="*/ 7069 h 4644"/>
                <a:gd name="csX2" fmla="*/ 8594 w 7983"/>
                <a:gd name="csY2" fmla="*/ 3087 h 4644"/>
                <a:gd name="csX3" fmla="*/ 1309 w 7983"/>
                <a:gd name="csY3" fmla="*/ 2424 h 4644"/>
                <a:gd name="csX4" fmla="*/ 5256 w 7983"/>
                <a:gd name="csY4" fmla="*/ 7069 h 4644"/>
              </a:gdLst>
              <a:ahLst/>
              <a:cxnLst>
                <a:cxn ang="0">
                  <a:pos x="csX0" y="csY0"/>
                </a:cxn>
                <a:cxn ang="0">
                  <a:pos x="csX1" y="csY1"/>
                </a:cxn>
                <a:cxn ang="0">
                  <a:pos x="csX2" y="csY2"/>
                </a:cxn>
                <a:cxn ang="0">
                  <a:pos x="csX3" y="csY3"/>
                </a:cxn>
                <a:cxn ang="0">
                  <a:pos x="csX4" y="csY4"/>
                </a:cxn>
              </a:cxnLst>
              <a:rect l="l" t="t" r="r" b="b"/>
              <a:pathLst>
                <a:path w="7983" h="4644">
                  <a:moveTo>
                    <a:pt x="5256" y="7069"/>
                  </a:moveTo>
                  <a:lnTo>
                    <a:pt x="9292" y="7069"/>
                  </a:lnTo>
                  <a:lnTo>
                    <a:pt x="8594" y="3087"/>
                  </a:lnTo>
                  <a:lnTo>
                    <a:pt x="1309" y="2424"/>
                  </a:lnTo>
                  <a:lnTo>
                    <a:pt x="5256" y="706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3" name="Forme libre : forme 531">
              <a:extLst>
                <a:ext uri="{FF2B5EF4-FFF2-40B4-BE49-F238E27FC236}">
                  <a16:creationId xmlns:a16="http://schemas.microsoft.com/office/drawing/2014/main" id="{E32E6C0B-BB98-2AA2-85E7-E6D58A9CDA4F}"/>
                </a:ext>
              </a:extLst>
            </p:cNvPr>
            <p:cNvSpPr/>
            <p:nvPr/>
          </p:nvSpPr>
          <p:spPr>
            <a:xfrm rot="-5400000" flipV="1">
              <a:off x="3968195" y="5804502"/>
              <a:ext cx="10446" cy="4097"/>
            </a:xfrm>
            <a:custGeom>
              <a:avLst/>
              <a:gdLst>
                <a:gd name="csX0" fmla="*/ 2185 w 10446"/>
                <a:gd name="csY0" fmla="*/ 6476 h 4097"/>
                <a:gd name="csX1" fmla="*/ 11762 w 10446"/>
                <a:gd name="csY1" fmla="*/ 6476 h 4097"/>
                <a:gd name="csX2" fmla="*/ 6543 w 10446"/>
                <a:gd name="csY2" fmla="*/ 2378 h 4097"/>
                <a:gd name="csX3" fmla="*/ 1316 w 10446"/>
                <a:gd name="csY3" fmla="*/ 2378 h 4097"/>
                <a:gd name="csX4" fmla="*/ 2185 w 10446"/>
                <a:gd name="csY4" fmla="*/ 6476 h 4097"/>
              </a:gdLst>
              <a:ahLst/>
              <a:cxnLst>
                <a:cxn ang="0">
                  <a:pos x="csX0" y="csY0"/>
                </a:cxn>
                <a:cxn ang="0">
                  <a:pos x="csX1" y="csY1"/>
                </a:cxn>
                <a:cxn ang="0">
                  <a:pos x="csX2" y="csY2"/>
                </a:cxn>
                <a:cxn ang="0">
                  <a:pos x="csX3" y="csY3"/>
                </a:cxn>
                <a:cxn ang="0">
                  <a:pos x="csX4" y="csY4"/>
                </a:cxn>
              </a:cxnLst>
              <a:rect l="l" t="t" r="r" b="b"/>
              <a:pathLst>
                <a:path w="10446" h="4097">
                  <a:moveTo>
                    <a:pt x="2185" y="6476"/>
                  </a:moveTo>
                  <a:lnTo>
                    <a:pt x="11762" y="6476"/>
                  </a:lnTo>
                  <a:lnTo>
                    <a:pt x="6543" y="2378"/>
                  </a:lnTo>
                  <a:lnTo>
                    <a:pt x="1316" y="2378"/>
                  </a:lnTo>
                  <a:lnTo>
                    <a:pt x="2185" y="64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4" name="Forme libre : forme 532">
              <a:extLst>
                <a:ext uri="{FF2B5EF4-FFF2-40B4-BE49-F238E27FC236}">
                  <a16:creationId xmlns:a16="http://schemas.microsoft.com/office/drawing/2014/main" id="{5BC18632-297C-8425-DB40-9A8A9A14FC7F}"/>
                </a:ext>
              </a:extLst>
            </p:cNvPr>
            <p:cNvSpPr/>
            <p:nvPr/>
          </p:nvSpPr>
          <p:spPr>
            <a:xfrm rot="-2911231" flipV="1">
              <a:off x="3958875" y="5808023"/>
              <a:ext cx="6526" cy="5766"/>
            </a:xfrm>
            <a:custGeom>
              <a:avLst/>
              <a:gdLst>
                <a:gd name="csX0" fmla="*/ 3184 w 6526"/>
                <a:gd name="csY0" fmla="*/ 8148 h 5766"/>
                <a:gd name="csX1" fmla="*/ 7836 w 6526"/>
                <a:gd name="csY1" fmla="*/ 8148 h 5766"/>
                <a:gd name="csX2" fmla="*/ 7261 w 6526"/>
                <a:gd name="csY2" fmla="*/ 3537 h 5766"/>
                <a:gd name="csX3" fmla="*/ 1309 w 6526"/>
                <a:gd name="csY3" fmla="*/ 2381 h 5766"/>
                <a:gd name="csX4" fmla="*/ 3184 w 6526"/>
                <a:gd name="csY4" fmla="*/ 8148 h 5766"/>
              </a:gdLst>
              <a:ahLst/>
              <a:cxnLst>
                <a:cxn ang="0">
                  <a:pos x="csX0" y="csY0"/>
                </a:cxn>
                <a:cxn ang="0">
                  <a:pos x="csX1" y="csY1"/>
                </a:cxn>
                <a:cxn ang="0">
                  <a:pos x="csX2" y="csY2"/>
                </a:cxn>
                <a:cxn ang="0">
                  <a:pos x="csX3" y="csY3"/>
                </a:cxn>
                <a:cxn ang="0">
                  <a:pos x="csX4" y="csY4"/>
                </a:cxn>
              </a:cxnLst>
              <a:rect l="l" t="t" r="r" b="b"/>
              <a:pathLst>
                <a:path w="6526" h="5766">
                  <a:moveTo>
                    <a:pt x="3184" y="8148"/>
                  </a:moveTo>
                  <a:lnTo>
                    <a:pt x="7836" y="8148"/>
                  </a:lnTo>
                  <a:lnTo>
                    <a:pt x="7261" y="3537"/>
                  </a:lnTo>
                  <a:lnTo>
                    <a:pt x="1309" y="2381"/>
                  </a:lnTo>
                  <a:lnTo>
                    <a:pt x="3184" y="81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5" name="Forme libre : forme 533">
              <a:extLst>
                <a:ext uri="{FF2B5EF4-FFF2-40B4-BE49-F238E27FC236}">
                  <a16:creationId xmlns:a16="http://schemas.microsoft.com/office/drawing/2014/main" id="{6DCAD1B4-07CB-6184-AB75-ACF5365E0B5F}"/>
                </a:ext>
              </a:extLst>
            </p:cNvPr>
            <p:cNvSpPr/>
            <p:nvPr/>
          </p:nvSpPr>
          <p:spPr>
            <a:xfrm rot="3409937" flipV="1">
              <a:off x="3953178" y="5846517"/>
              <a:ext cx="9481" cy="6485"/>
            </a:xfrm>
            <a:custGeom>
              <a:avLst/>
              <a:gdLst>
                <a:gd name="csX0" fmla="*/ 1307 w 9481"/>
                <a:gd name="csY0" fmla="*/ 8891 h 6485"/>
                <a:gd name="csX1" fmla="*/ 10672 w 9481"/>
                <a:gd name="csY1" fmla="*/ 8891 h 6485"/>
                <a:gd name="csX2" fmla="*/ 10789 w 9481"/>
                <a:gd name="csY2" fmla="*/ 2693 h 6485"/>
                <a:gd name="csX3" fmla="*/ 7471 w 9481"/>
                <a:gd name="csY3" fmla="*/ 2406 h 6485"/>
                <a:gd name="csX4" fmla="*/ 1307 w 9481"/>
                <a:gd name="csY4" fmla="*/ 8891 h 6485"/>
              </a:gdLst>
              <a:ahLst/>
              <a:cxnLst>
                <a:cxn ang="0">
                  <a:pos x="csX0" y="csY0"/>
                </a:cxn>
                <a:cxn ang="0">
                  <a:pos x="csX1" y="csY1"/>
                </a:cxn>
                <a:cxn ang="0">
                  <a:pos x="csX2" y="csY2"/>
                </a:cxn>
                <a:cxn ang="0">
                  <a:pos x="csX3" y="csY3"/>
                </a:cxn>
                <a:cxn ang="0">
                  <a:pos x="csX4" y="csY4"/>
                </a:cxn>
              </a:cxnLst>
              <a:rect l="l" t="t" r="r" b="b"/>
              <a:pathLst>
                <a:path w="9481" h="6485">
                  <a:moveTo>
                    <a:pt x="1307" y="8891"/>
                  </a:moveTo>
                  <a:lnTo>
                    <a:pt x="10672" y="8891"/>
                  </a:lnTo>
                  <a:lnTo>
                    <a:pt x="10789" y="2693"/>
                  </a:lnTo>
                  <a:lnTo>
                    <a:pt x="7471" y="2406"/>
                  </a:lnTo>
                  <a:lnTo>
                    <a:pt x="1307" y="8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6" name="Forme libre : forme 534">
              <a:extLst>
                <a:ext uri="{FF2B5EF4-FFF2-40B4-BE49-F238E27FC236}">
                  <a16:creationId xmlns:a16="http://schemas.microsoft.com/office/drawing/2014/main" id="{5CB31028-4812-3D6A-FE87-8D90E2320E10}"/>
                </a:ext>
              </a:extLst>
            </p:cNvPr>
            <p:cNvSpPr/>
            <p:nvPr/>
          </p:nvSpPr>
          <p:spPr>
            <a:xfrm>
              <a:off x="4274908" y="5899775"/>
              <a:ext cx="33841" cy="27007"/>
            </a:xfrm>
            <a:custGeom>
              <a:avLst/>
              <a:gdLst>
                <a:gd name="csX0" fmla="*/ 12790 w 33841"/>
                <a:gd name="csY0" fmla="*/ 29449 h 27007"/>
                <a:gd name="csX1" fmla="*/ 20993 w 33841"/>
                <a:gd name="csY1" fmla="*/ 18121 h 27007"/>
                <a:gd name="csX2" fmla="*/ 35352 w 33841"/>
                <a:gd name="csY2" fmla="*/ 12894 h 27007"/>
                <a:gd name="csX3" fmla="*/ 34326 w 33841"/>
                <a:gd name="csY3" fmla="*/ 2441 h 27007"/>
                <a:gd name="csX4" fmla="*/ 14843 w 33841"/>
                <a:gd name="csY4" fmla="*/ 7668 h 27007"/>
                <a:gd name="csX5" fmla="*/ 14843 w 33841"/>
                <a:gd name="csY5" fmla="*/ 17252 h 27007"/>
                <a:gd name="csX6" fmla="*/ 6640 w 33841"/>
                <a:gd name="csY6" fmla="*/ 19865 h 27007"/>
                <a:gd name="csX7" fmla="*/ 1510 w 33841"/>
                <a:gd name="csY7" fmla="*/ 25967 h 27007"/>
                <a:gd name="csX8" fmla="*/ 12790 w 33841"/>
                <a:gd name="csY8" fmla="*/ 29449 h 270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3841" h="27007">
                  <a:moveTo>
                    <a:pt x="12790" y="29449"/>
                  </a:moveTo>
                  <a:lnTo>
                    <a:pt x="20993" y="18121"/>
                  </a:lnTo>
                  <a:lnTo>
                    <a:pt x="35352" y="12894"/>
                  </a:lnTo>
                  <a:lnTo>
                    <a:pt x="34326" y="2441"/>
                  </a:lnTo>
                  <a:lnTo>
                    <a:pt x="14843" y="7668"/>
                  </a:lnTo>
                  <a:lnTo>
                    <a:pt x="14843" y="17252"/>
                  </a:lnTo>
                  <a:lnTo>
                    <a:pt x="6640" y="19865"/>
                  </a:lnTo>
                  <a:lnTo>
                    <a:pt x="1510" y="25967"/>
                  </a:lnTo>
                  <a:lnTo>
                    <a:pt x="12790" y="294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7" name="Forme libre : forme 535">
              <a:extLst>
                <a:ext uri="{FF2B5EF4-FFF2-40B4-BE49-F238E27FC236}">
                  <a16:creationId xmlns:a16="http://schemas.microsoft.com/office/drawing/2014/main" id="{7A38B8A3-D7DE-DC31-906B-528E12C85BCD}"/>
                </a:ext>
              </a:extLst>
            </p:cNvPr>
            <p:cNvSpPr/>
            <p:nvPr/>
          </p:nvSpPr>
          <p:spPr>
            <a:xfrm>
              <a:off x="4304638" y="5904133"/>
              <a:ext cx="32815" cy="25263"/>
            </a:xfrm>
            <a:custGeom>
              <a:avLst/>
              <a:gdLst>
                <a:gd name="csX0" fmla="*/ 6657 w 32815"/>
                <a:gd name="csY0" fmla="*/ 27707 h 25263"/>
                <a:gd name="csX1" fmla="*/ 1527 w 32815"/>
                <a:gd name="csY1" fmla="*/ 23350 h 25263"/>
                <a:gd name="csX2" fmla="*/ 8710 w 32815"/>
                <a:gd name="csY2" fmla="*/ 12897 h 25263"/>
                <a:gd name="csX3" fmla="*/ 18964 w 32815"/>
                <a:gd name="csY3" fmla="*/ 8539 h 25263"/>
                <a:gd name="csX4" fmla="*/ 18964 w 32815"/>
                <a:gd name="csY4" fmla="*/ 2444 h 25263"/>
                <a:gd name="csX5" fmla="*/ 27166 w 32815"/>
                <a:gd name="csY5" fmla="*/ 2444 h 25263"/>
                <a:gd name="csX6" fmla="*/ 34343 w 32815"/>
                <a:gd name="csY6" fmla="*/ 9415 h 25263"/>
                <a:gd name="csX7" fmla="*/ 21016 w 32815"/>
                <a:gd name="csY7" fmla="*/ 13765 h 25263"/>
                <a:gd name="csX8" fmla="*/ 19983 w 32815"/>
                <a:gd name="csY8" fmla="*/ 20736 h 25263"/>
                <a:gd name="csX9" fmla="*/ 6657 w 32815"/>
                <a:gd name="csY9" fmla="*/ 27707 h 252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815" h="25263">
                  <a:moveTo>
                    <a:pt x="6657" y="27707"/>
                  </a:moveTo>
                  <a:lnTo>
                    <a:pt x="1527" y="23350"/>
                  </a:lnTo>
                  <a:lnTo>
                    <a:pt x="8710" y="12897"/>
                  </a:lnTo>
                  <a:lnTo>
                    <a:pt x="18964" y="8539"/>
                  </a:lnTo>
                  <a:lnTo>
                    <a:pt x="18964" y="2444"/>
                  </a:lnTo>
                  <a:lnTo>
                    <a:pt x="27166" y="2444"/>
                  </a:lnTo>
                  <a:lnTo>
                    <a:pt x="34343" y="9415"/>
                  </a:lnTo>
                  <a:lnTo>
                    <a:pt x="21016" y="13765"/>
                  </a:lnTo>
                  <a:lnTo>
                    <a:pt x="19983" y="20736"/>
                  </a:lnTo>
                  <a:lnTo>
                    <a:pt x="6657" y="277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8" name="Forme libre : forme 536">
              <a:extLst>
                <a:ext uri="{FF2B5EF4-FFF2-40B4-BE49-F238E27FC236}">
                  <a16:creationId xmlns:a16="http://schemas.microsoft.com/office/drawing/2014/main" id="{0B0E3780-3570-B315-2469-075455E61806}"/>
                </a:ext>
              </a:extLst>
            </p:cNvPr>
            <p:cNvSpPr/>
            <p:nvPr/>
          </p:nvSpPr>
          <p:spPr>
            <a:xfrm>
              <a:off x="3976500" y="5732501"/>
              <a:ext cx="10254" cy="10452"/>
            </a:xfrm>
            <a:custGeom>
              <a:avLst/>
              <a:gdLst>
                <a:gd name="csX0" fmla="*/ 1321 w 10254"/>
                <a:gd name="csY0" fmla="*/ 12789 h 10452"/>
                <a:gd name="csX1" fmla="*/ 3373 w 10254"/>
                <a:gd name="csY1" fmla="*/ 5818 h 10452"/>
                <a:gd name="csX2" fmla="*/ 8497 w 10254"/>
                <a:gd name="csY2" fmla="*/ 2336 h 10452"/>
                <a:gd name="csX3" fmla="*/ 11575 w 10254"/>
                <a:gd name="csY3" fmla="*/ 9307 h 10452"/>
                <a:gd name="csX4" fmla="*/ 7478 w 10254"/>
                <a:gd name="csY4" fmla="*/ 12789 h 10452"/>
                <a:gd name="csX5" fmla="*/ 1321 w 10254"/>
                <a:gd name="csY5" fmla="*/ 12789 h 10452"/>
              </a:gdLst>
              <a:ahLst/>
              <a:cxnLst>
                <a:cxn ang="0">
                  <a:pos x="csX0" y="csY0"/>
                </a:cxn>
                <a:cxn ang="0">
                  <a:pos x="csX1" y="csY1"/>
                </a:cxn>
                <a:cxn ang="0">
                  <a:pos x="csX2" y="csY2"/>
                </a:cxn>
                <a:cxn ang="0">
                  <a:pos x="csX3" y="csY3"/>
                </a:cxn>
                <a:cxn ang="0">
                  <a:pos x="csX4" y="csY4"/>
                </a:cxn>
                <a:cxn ang="0">
                  <a:pos x="csX5" y="csY5"/>
                </a:cxn>
              </a:cxnLst>
              <a:rect l="l" t="t" r="r" b="b"/>
              <a:pathLst>
                <a:path w="10254" h="10452">
                  <a:moveTo>
                    <a:pt x="1321" y="12789"/>
                  </a:moveTo>
                  <a:lnTo>
                    <a:pt x="3373" y="5818"/>
                  </a:lnTo>
                  <a:lnTo>
                    <a:pt x="8497" y="2336"/>
                  </a:lnTo>
                  <a:lnTo>
                    <a:pt x="11575" y="9307"/>
                  </a:lnTo>
                  <a:lnTo>
                    <a:pt x="7478" y="12789"/>
                  </a:lnTo>
                  <a:lnTo>
                    <a:pt x="1321" y="12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59" name="Forme libre : forme 537">
              <a:extLst>
                <a:ext uri="{FF2B5EF4-FFF2-40B4-BE49-F238E27FC236}">
                  <a16:creationId xmlns:a16="http://schemas.microsoft.com/office/drawing/2014/main" id="{57AF4BA3-E6C5-9D70-5CE8-B0C13178F295}"/>
                </a:ext>
              </a:extLst>
            </p:cNvPr>
            <p:cNvSpPr/>
            <p:nvPr/>
          </p:nvSpPr>
          <p:spPr>
            <a:xfrm>
              <a:off x="3985729" y="5721173"/>
              <a:ext cx="9228" cy="12197"/>
            </a:xfrm>
            <a:custGeom>
              <a:avLst/>
              <a:gdLst>
                <a:gd name="csX0" fmla="*/ 1326 w 9228"/>
                <a:gd name="csY0" fmla="*/ 10170 h 12197"/>
                <a:gd name="csX1" fmla="*/ 2352 w 9228"/>
                <a:gd name="csY1" fmla="*/ 2330 h 12197"/>
                <a:gd name="csX2" fmla="*/ 9529 w 9228"/>
                <a:gd name="csY2" fmla="*/ 4943 h 12197"/>
                <a:gd name="csX3" fmla="*/ 10555 w 9228"/>
                <a:gd name="csY3" fmla="*/ 11914 h 12197"/>
                <a:gd name="csX4" fmla="*/ 7476 w 9228"/>
                <a:gd name="csY4" fmla="*/ 14527 h 12197"/>
                <a:gd name="csX5" fmla="*/ 1326 w 9228"/>
                <a:gd name="csY5" fmla="*/ 10170 h 12197"/>
              </a:gdLst>
              <a:ahLst/>
              <a:cxnLst>
                <a:cxn ang="0">
                  <a:pos x="csX0" y="csY0"/>
                </a:cxn>
                <a:cxn ang="0">
                  <a:pos x="csX1" y="csY1"/>
                </a:cxn>
                <a:cxn ang="0">
                  <a:pos x="csX2" y="csY2"/>
                </a:cxn>
                <a:cxn ang="0">
                  <a:pos x="csX3" y="csY3"/>
                </a:cxn>
                <a:cxn ang="0">
                  <a:pos x="csX4" y="csY4"/>
                </a:cxn>
                <a:cxn ang="0">
                  <a:pos x="csX5" y="csY5"/>
                </a:cxn>
              </a:cxnLst>
              <a:rect l="l" t="t" r="r" b="b"/>
              <a:pathLst>
                <a:path w="9228" h="12197">
                  <a:moveTo>
                    <a:pt x="1326" y="10170"/>
                  </a:moveTo>
                  <a:lnTo>
                    <a:pt x="2352" y="2330"/>
                  </a:lnTo>
                  <a:lnTo>
                    <a:pt x="9529" y="4943"/>
                  </a:lnTo>
                  <a:lnTo>
                    <a:pt x="10555" y="11914"/>
                  </a:lnTo>
                  <a:lnTo>
                    <a:pt x="7476" y="14527"/>
                  </a:lnTo>
                  <a:lnTo>
                    <a:pt x="1326" y="101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0" name="Forme libre : forme 538">
              <a:extLst>
                <a:ext uri="{FF2B5EF4-FFF2-40B4-BE49-F238E27FC236}">
                  <a16:creationId xmlns:a16="http://schemas.microsoft.com/office/drawing/2014/main" id="{B5A11C4B-F302-2B82-2EE8-E8B82B2FF573}"/>
                </a:ext>
              </a:extLst>
            </p:cNvPr>
            <p:cNvSpPr/>
            <p:nvPr/>
          </p:nvSpPr>
          <p:spPr>
            <a:xfrm>
              <a:off x="4001107" y="5712827"/>
              <a:ext cx="8209" cy="10090"/>
            </a:xfrm>
            <a:custGeom>
              <a:avLst/>
              <a:gdLst>
                <a:gd name="csX0" fmla="*/ 3388 w 8209"/>
                <a:gd name="csY0" fmla="*/ 12414 h 10090"/>
                <a:gd name="csX1" fmla="*/ 7493 w 8209"/>
                <a:gd name="csY1" fmla="*/ 8056 h 10090"/>
                <a:gd name="csX2" fmla="*/ 9545 w 8209"/>
                <a:gd name="csY2" fmla="*/ 5395 h 10090"/>
                <a:gd name="csX3" fmla="*/ 4414 w 8209"/>
                <a:gd name="csY3" fmla="*/ 2324 h 10090"/>
                <a:gd name="csX4" fmla="*/ 1336 w 8209"/>
                <a:gd name="csY4" fmla="*/ 7188 h 10090"/>
                <a:gd name="csX5" fmla="*/ 3388 w 8209"/>
                <a:gd name="csY5" fmla="*/ 12414 h 10090"/>
              </a:gdLst>
              <a:ahLst/>
              <a:cxnLst>
                <a:cxn ang="0">
                  <a:pos x="csX0" y="csY0"/>
                </a:cxn>
                <a:cxn ang="0">
                  <a:pos x="csX1" y="csY1"/>
                </a:cxn>
                <a:cxn ang="0">
                  <a:pos x="csX2" y="csY2"/>
                </a:cxn>
                <a:cxn ang="0">
                  <a:pos x="csX3" y="csY3"/>
                </a:cxn>
                <a:cxn ang="0">
                  <a:pos x="csX4" y="csY4"/>
                </a:cxn>
                <a:cxn ang="0">
                  <a:pos x="csX5" y="csY5"/>
                </a:cxn>
              </a:cxnLst>
              <a:rect l="l" t="t" r="r" b="b"/>
              <a:pathLst>
                <a:path w="8209" h="10090">
                  <a:moveTo>
                    <a:pt x="3388" y="12414"/>
                  </a:moveTo>
                  <a:lnTo>
                    <a:pt x="7493" y="8056"/>
                  </a:lnTo>
                  <a:lnTo>
                    <a:pt x="9545" y="5395"/>
                  </a:lnTo>
                  <a:lnTo>
                    <a:pt x="4414" y="2324"/>
                  </a:lnTo>
                  <a:lnTo>
                    <a:pt x="1336" y="7188"/>
                  </a:lnTo>
                  <a:lnTo>
                    <a:pt x="3388" y="124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1" name="Forme libre : forme 539">
              <a:extLst>
                <a:ext uri="{FF2B5EF4-FFF2-40B4-BE49-F238E27FC236}">
                  <a16:creationId xmlns:a16="http://schemas.microsoft.com/office/drawing/2014/main" id="{B39DDA18-4B38-B5BE-F03D-348C7BD8BAE9}"/>
                </a:ext>
              </a:extLst>
            </p:cNvPr>
            <p:cNvSpPr/>
            <p:nvPr/>
          </p:nvSpPr>
          <p:spPr>
            <a:xfrm>
              <a:off x="3984702" y="5632877"/>
              <a:ext cx="19482" cy="43049"/>
            </a:xfrm>
            <a:custGeom>
              <a:avLst/>
              <a:gdLst>
                <a:gd name="csX0" fmla="*/ 3381 w 19482"/>
                <a:gd name="csY0" fmla="*/ 11516 h 43049"/>
                <a:gd name="csX1" fmla="*/ 3381 w 19482"/>
                <a:gd name="csY1" fmla="*/ 5366 h 43049"/>
                <a:gd name="csX2" fmla="*/ 8504 w 19482"/>
                <a:gd name="csY2" fmla="*/ 2288 h 43049"/>
                <a:gd name="csX3" fmla="*/ 20811 w 19482"/>
                <a:gd name="csY3" fmla="*/ 9464 h 43049"/>
                <a:gd name="csX4" fmla="*/ 20811 w 19482"/>
                <a:gd name="csY4" fmla="*/ 23816 h 43049"/>
                <a:gd name="csX5" fmla="*/ 12609 w 19482"/>
                <a:gd name="csY5" fmla="*/ 39187 h 43049"/>
                <a:gd name="csX6" fmla="*/ 10557 w 19482"/>
                <a:gd name="csY6" fmla="*/ 45337 h 43049"/>
                <a:gd name="csX7" fmla="*/ 1328 w 19482"/>
                <a:gd name="csY7" fmla="*/ 43292 h 43049"/>
                <a:gd name="csX8" fmla="*/ 3381 w 19482"/>
                <a:gd name="csY8" fmla="*/ 11516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482" h="43049">
                  <a:moveTo>
                    <a:pt x="3381" y="11516"/>
                  </a:moveTo>
                  <a:lnTo>
                    <a:pt x="3381" y="5366"/>
                  </a:lnTo>
                  <a:lnTo>
                    <a:pt x="8504" y="2288"/>
                  </a:lnTo>
                  <a:lnTo>
                    <a:pt x="20811" y="9464"/>
                  </a:lnTo>
                  <a:lnTo>
                    <a:pt x="20811" y="23816"/>
                  </a:lnTo>
                  <a:lnTo>
                    <a:pt x="12609" y="39187"/>
                  </a:lnTo>
                  <a:lnTo>
                    <a:pt x="10557" y="45337"/>
                  </a:lnTo>
                  <a:lnTo>
                    <a:pt x="1328" y="43292"/>
                  </a:lnTo>
                  <a:lnTo>
                    <a:pt x="3381" y="115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2" name="Forme libre : forme 540">
              <a:extLst>
                <a:ext uri="{FF2B5EF4-FFF2-40B4-BE49-F238E27FC236}">
                  <a16:creationId xmlns:a16="http://schemas.microsoft.com/office/drawing/2014/main" id="{7347C79D-3209-ABA3-4C6D-510210E55FA3}"/>
                </a:ext>
              </a:extLst>
            </p:cNvPr>
            <p:cNvSpPr/>
            <p:nvPr/>
          </p:nvSpPr>
          <p:spPr>
            <a:xfrm>
              <a:off x="2081987" y="2706670"/>
              <a:ext cx="13846" cy="13839"/>
            </a:xfrm>
            <a:custGeom>
              <a:avLst/>
              <a:gdLst>
                <a:gd name="csX0" fmla="*/ 9398 w 13846"/>
                <a:gd name="csY0" fmla="*/ 496 h 13839"/>
                <a:gd name="csX1" fmla="*/ 9398 w 13846"/>
                <a:gd name="csY1" fmla="*/ 5106 h 13839"/>
                <a:gd name="csX2" fmla="*/ 14015 w 13846"/>
                <a:gd name="csY2" fmla="*/ 9717 h 13839"/>
                <a:gd name="csX3" fmla="*/ 10937 w 13846"/>
                <a:gd name="csY3" fmla="*/ 14335 h 13839"/>
                <a:gd name="csX4" fmla="*/ 169 w 13846"/>
                <a:gd name="csY4" fmla="*/ 2035 h 13839"/>
                <a:gd name="csX5" fmla="*/ 9398 w 13846"/>
                <a:gd name="csY5" fmla="*/ 496 h 13839"/>
              </a:gdLst>
              <a:ahLst/>
              <a:cxnLst>
                <a:cxn ang="0">
                  <a:pos x="csX0" y="csY0"/>
                </a:cxn>
                <a:cxn ang="0">
                  <a:pos x="csX1" y="csY1"/>
                </a:cxn>
                <a:cxn ang="0">
                  <a:pos x="csX2" y="csY2"/>
                </a:cxn>
                <a:cxn ang="0">
                  <a:pos x="csX3" y="csY3"/>
                </a:cxn>
                <a:cxn ang="0">
                  <a:pos x="csX4" y="csY4"/>
                </a:cxn>
                <a:cxn ang="0">
                  <a:pos x="csX5" y="csY5"/>
                </a:cxn>
              </a:cxnLst>
              <a:rect l="l" t="t" r="r" b="b"/>
              <a:pathLst>
                <a:path w="13846" h="13839">
                  <a:moveTo>
                    <a:pt x="9398" y="496"/>
                  </a:moveTo>
                  <a:lnTo>
                    <a:pt x="9398" y="5106"/>
                  </a:lnTo>
                  <a:lnTo>
                    <a:pt x="14015" y="9717"/>
                  </a:lnTo>
                  <a:lnTo>
                    <a:pt x="10937" y="14335"/>
                  </a:lnTo>
                  <a:lnTo>
                    <a:pt x="169" y="2035"/>
                  </a:lnTo>
                  <a:lnTo>
                    <a:pt x="9398" y="4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3" name="Forme libre : forme 541">
              <a:extLst>
                <a:ext uri="{FF2B5EF4-FFF2-40B4-BE49-F238E27FC236}">
                  <a16:creationId xmlns:a16="http://schemas.microsoft.com/office/drawing/2014/main" id="{FD1213E4-ECF5-55AE-F1FF-87835488D3B3}"/>
                </a:ext>
              </a:extLst>
            </p:cNvPr>
            <p:cNvSpPr/>
            <p:nvPr/>
          </p:nvSpPr>
          <p:spPr>
            <a:xfrm>
              <a:off x="2825961" y="3370841"/>
              <a:ext cx="109721" cy="81995"/>
            </a:xfrm>
            <a:custGeom>
              <a:avLst/>
              <a:gdLst>
                <a:gd name="csX0" fmla="*/ 88842 w 109721"/>
                <a:gd name="csY0" fmla="*/ 77786 h 81995"/>
                <a:gd name="csX1" fmla="*/ 102175 w 109721"/>
                <a:gd name="csY1" fmla="*/ 82910 h 81995"/>
                <a:gd name="csX2" fmla="*/ 110377 w 109721"/>
                <a:gd name="csY2" fmla="*/ 80858 h 81995"/>
                <a:gd name="csX3" fmla="*/ 104227 w 109721"/>
                <a:gd name="csY3" fmla="*/ 65486 h 81995"/>
                <a:gd name="csX4" fmla="*/ 93973 w 109721"/>
                <a:gd name="csY4" fmla="*/ 59336 h 81995"/>
                <a:gd name="csX5" fmla="*/ 77562 w 109721"/>
                <a:gd name="csY5" fmla="*/ 44991 h 81995"/>
                <a:gd name="csX6" fmla="*/ 76535 w 109721"/>
                <a:gd name="csY6" fmla="*/ 34736 h 81995"/>
                <a:gd name="csX7" fmla="*/ 66281 w 109721"/>
                <a:gd name="csY7" fmla="*/ 26541 h 81995"/>
                <a:gd name="csX8" fmla="*/ 53981 w 109721"/>
                <a:gd name="csY8" fmla="*/ 27567 h 81995"/>
                <a:gd name="csX9" fmla="*/ 28341 w 109721"/>
                <a:gd name="csY9" fmla="*/ 19365 h 81995"/>
                <a:gd name="csX10" fmla="*/ 16034 w 109721"/>
                <a:gd name="csY10" fmla="*/ 915 h 81995"/>
                <a:gd name="csX11" fmla="*/ 656 w 109721"/>
                <a:gd name="csY11" fmla="*/ 1941 h 81995"/>
                <a:gd name="csX12" fmla="*/ 656 w 109721"/>
                <a:gd name="csY12" fmla="*/ 8091 h 81995"/>
                <a:gd name="csX13" fmla="*/ 10911 w 109721"/>
                <a:gd name="csY13" fmla="*/ 33710 h 81995"/>
                <a:gd name="csX14" fmla="*/ 20139 w 109721"/>
                <a:gd name="csY14" fmla="*/ 34736 h 81995"/>
                <a:gd name="csX15" fmla="*/ 28341 w 109721"/>
                <a:gd name="csY15" fmla="*/ 41912 h 81995"/>
                <a:gd name="csX16" fmla="*/ 37570 w 109721"/>
                <a:gd name="csY16" fmla="*/ 41912 h 81995"/>
                <a:gd name="csX17" fmla="*/ 46798 w 109721"/>
                <a:gd name="csY17" fmla="*/ 51134 h 81995"/>
                <a:gd name="csX18" fmla="*/ 64229 w 109721"/>
                <a:gd name="csY18" fmla="*/ 69584 h 81995"/>
                <a:gd name="csX19" fmla="*/ 77562 w 109721"/>
                <a:gd name="csY19" fmla="*/ 75734 h 81995"/>
                <a:gd name="csX20" fmla="*/ 88842 w 109721"/>
                <a:gd name="csY20" fmla="*/ 77786 h 819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9721" h="81995">
                  <a:moveTo>
                    <a:pt x="88842" y="77786"/>
                  </a:moveTo>
                  <a:lnTo>
                    <a:pt x="102175" y="82910"/>
                  </a:lnTo>
                  <a:lnTo>
                    <a:pt x="110377" y="80858"/>
                  </a:lnTo>
                  <a:lnTo>
                    <a:pt x="104227" y="65486"/>
                  </a:lnTo>
                  <a:lnTo>
                    <a:pt x="93973" y="59336"/>
                  </a:lnTo>
                  <a:lnTo>
                    <a:pt x="77562" y="44991"/>
                  </a:lnTo>
                  <a:lnTo>
                    <a:pt x="76535" y="34736"/>
                  </a:lnTo>
                  <a:lnTo>
                    <a:pt x="66281" y="26541"/>
                  </a:lnTo>
                  <a:lnTo>
                    <a:pt x="53981" y="27567"/>
                  </a:lnTo>
                  <a:lnTo>
                    <a:pt x="28341" y="19365"/>
                  </a:lnTo>
                  <a:lnTo>
                    <a:pt x="16034" y="915"/>
                  </a:lnTo>
                  <a:lnTo>
                    <a:pt x="656" y="1941"/>
                  </a:lnTo>
                  <a:lnTo>
                    <a:pt x="656" y="8091"/>
                  </a:lnTo>
                  <a:lnTo>
                    <a:pt x="10911" y="33710"/>
                  </a:lnTo>
                  <a:lnTo>
                    <a:pt x="20139" y="34736"/>
                  </a:lnTo>
                  <a:lnTo>
                    <a:pt x="28341" y="41912"/>
                  </a:lnTo>
                  <a:lnTo>
                    <a:pt x="37570" y="41912"/>
                  </a:lnTo>
                  <a:lnTo>
                    <a:pt x="46798" y="51134"/>
                  </a:lnTo>
                  <a:lnTo>
                    <a:pt x="64229" y="69584"/>
                  </a:lnTo>
                  <a:lnTo>
                    <a:pt x="77562" y="75734"/>
                  </a:lnTo>
                  <a:lnTo>
                    <a:pt x="88842" y="777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4" name="Forme libre : forme 542">
              <a:extLst>
                <a:ext uri="{FF2B5EF4-FFF2-40B4-BE49-F238E27FC236}">
                  <a16:creationId xmlns:a16="http://schemas.microsoft.com/office/drawing/2014/main" id="{58B9545F-0FA4-B2BB-F65A-1E65CA1E160B}"/>
                </a:ext>
              </a:extLst>
            </p:cNvPr>
            <p:cNvSpPr/>
            <p:nvPr/>
          </p:nvSpPr>
          <p:spPr>
            <a:xfrm>
              <a:off x="2726488" y="3259115"/>
              <a:ext cx="25639" cy="32802"/>
            </a:xfrm>
            <a:custGeom>
              <a:avLst/>
              <a:gdLst>
                <a:gd name="csX0" fmla="*/ 1589 w 25639"/>
                <a:gd name="csY0" fmla="*/ 2891 h 32802"/>
                <a:gd name="csX1" fmla="*/ 11844 w 25639"/>
                <a:gd name="csY1" fmla="*/ 839 h 32802"/>
                <a:gd name="csX2" fmla="*/ 16975 w 25639"/>
                <a:gd name="csY2" fmla="*/ 3917 h 32802"/>
                <a:gd name="csX3" fmla="*/ 18001 w 25639"/>
                <a:gd name="csY3" fmla="*/ 9041 h 32802"/>
                <a:gd name="csX4" fmla="*/ 26203 w 25639"/>
                <a:gd name="csY4" fmla="*/ 5970 h 32802"/>
                <a:gd name="csX5" fmla="*/ 24151 w 25639"/>
                <a:gd name="csY5" fmla="*/ 18270 h 32802"/>
                <a:gd name="csX6" fmla="*/ 22098 w 25639"/>
                <a:gd name="csY6" fmla="*/ 32615 h 32802"/>
                <a:gd name="csX7" fmla="*/ 8765 w 25639"/>
                <a:gd name="csY7" fmla="*/ 33641 h 32802"/>
                <a:gd name="csX8" fmla="*/ 563 w 25639"/>
                <a:gd name="csY8" fmla="*/ 18263 h 32802"/>
                <a:gd name="csX9" fmla="*/ 1589 w 25639"/>
                <a:gd name="csY9" fmla="*/ 2891 h 328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5639" h="32802">
                  <a:moveTo>
                    <a:pt x="1589" y="2891"/>
                  </a:moveTo>
                  <a:lnTo>
                    <a:pt x="11844" y="839"/>
                  </a:lnTo>
                  <a:lnTo>
                    <a:pt x="16975" y="3917"/>
                  </a:lnTo>
                  <a:lnTo>
                    <a:pt x="18001" y="9041"/>
                  </a:lnTo>
                  <a:lnTo>
                    <a:pt x="26203" y="5970"/>
                  </a:lnTo>
                  <a:lnTo>
                    <a:pt x="24151" y="18270"/>
                  </a:lnTo>
                  <a:lnTo>
                    <a:pt x="22098" y="32615"/>
                  </a:lnTo>
                  <a:lnTo>
                    <a:pt x="8765" y="33641"/>
                  </a:lnTo>
                  <a:lnTo>
                    <a:pt x="563" y="18263"/>
                  </a:lnTo>
                  <a:lnTo>
                    <a:pt x="1589" y="28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5" name="Forme libre : forme 543">
              <a:extLst>
                <a:ext uri="{FF2B5EF4-FFF2-40B4-BE49-F238E27FC236}">
                  <a16:creationId xmlns:a16="http://schemas.microsoft.com/office/drawing/2014/main" id="{CCDECD56-3040-CA4E-CD18-84818AD86BC8}"/>
                </a:ext>
              </a:extLst>
            </p:cNvPr>
            <p:cNvSpPr/>
            <p:nvPr/>
          </p:nvSpPr>
          <p:spPr>
            <a:xfrm>
              <a:off x="2719311" y="3183270"/>
              <a:ext cx="27685" cy="49199"/>
            </a:xfrm>
            <a:custGeom>
              <a:avLst/>
              <a:gdLst>
                <a:gd name="csX0" fmla="*/ 559 w 27685"/>
                <a:gd name="csY0" fmla="*/ 799 h 49199"/>
                <a:gd name="csX1" fmla="*/ 5683 w 27685"/>
                <a:gd name="csY1" fmla="*/ 799 h 49199"/>
                <a:gd name="csX2" fmla="*/ 19016 w 27685"/>
                <a:gd name="csY2" fmla="*/ 19249 h 49199"/>
                <a:gd name="csX3" fmla="*/ 28244 w 27685"/>
                <a:gd name="csY3" fmla="*/ 46921 h 49199"/>
                <a:gd name="csX4" fmla="*/ 25166 w 27685"/>
                <a:gd name="csY4" fmla="*/ 49999 h 49199"/>
                <a:gd name="csX5" fmla="*/ 2611 w 27685"/>
                <a:gd name="csY5" fmla="*/ 24373 h 49199"/>
                <a:gd name="csX6" fmla="*/ 559 w 27685"/>
                <a:gd name="csY6" fmla="*/ 799 h 4919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49199">
                  <a:moveTo>
                    <a:pt x="559" y="799"/>
                  </a:moveTo>
                  <a:lnTo>
                    <a:pt x="5683" y="799"/>
                  </a:lnTo>
                  <a:lnTo>
                    <a:pt x="19016" y="19249"/>
                  </a:lnTo>
                  <a:lnTo>
                    <a:pt x="28244" y="46921"/>
                  </a:lnTo>
                  <a:lnTo>
                    <a:pt x="25166" y="49999"/>
                  </a:lnTo>
                  <a:lnTo>
                    <a:pt x="2611" y="24373"/>
                  </a:lnTo>
                  <a:lnTo>
                    <a:pt x="559" y="7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6" name="Forme libre : forme 544">
              <a:extLst>
                <a:ext uri="{FF2B5EF4-FFF2-40B4-BE49-F238E27FC236}">
                  <a16:creationId xmlns:a16="http://schemas.microsoft.com/office/drawing/2014/main" id="{1642343D-54C8-F0D9-914E-5D39188047CC}"/>
                </a:ext>
              </a:extLst>
            </p:cNvPr>
            <p:cNvSpPr/>
            <p:nvPr/>
          </p:nvSpPr>
          <p:spPr>
            <a:xfrm rot="3503253" flipV="1">
              <a:off x="2718483" y="3224254"/>
              <a:ext cx="17389" cy="5096"/>
            </a:xfrm>
            <a:custGeom>
              <a:avLst/>
              <a:gdLst>
                <a:gd name="csX0" fmla="*/ 1830 w 17389"/>
                <a:gd name="csY0" fmla="*/ 5905 h 5096"/>
                <a:gd name="csX1" fmla="*/ 17482 w 17389"/>
                <a:gd name="csY1" fmla="*/ 5905 h 5096"/>
                <a:gd name="csX2" fmla="*/ 17947 w 17389"/>
                <a:gd name="csY2" fmla="*/ 808 h 5096"/>
                <a:gd name="csX3" fmla="*/ 557 w 17389"/>
                <a:gd name="csY3" fmla="*/ 1876 h 5096"/>
                <a:gd name="csX4" fmla="*/ 1830 w 17389"/>
                <a:gd name="csY4" fmla="*/ 5905 h 5096"/>
              </a:gdLst>
              <a:ahLst/>
              <a:cxnLst>
                <a:cxn ang="0">
                  <a:pos x="csX0" y="csY0"/>
                </a:cxn>
                <a:cxn ang="0">
                  <a:pos x="csX1" y="csY1"/>
                </a:cxn>
                <a:cxn ang="0">
                  <a:pos x="csX2" y="csY2"/>
                </a:cxn>
                <a:cxn ang="0">
                  <a:pos x="csX3" y="csY3"/>
                </a:cxn>
                <a:cxn ang="0">
                  <a:pos x="csX4" y="csY4"/>
                </a:cxn>
              </a:cxnLst>
              <a:rect l="l" t="t" r="r" b="b"/>
              <a:pathLst>
                <a:path w="17389" h="5096">
                  <a:moveTo>
                    <a:pt x="1830" y="5905"/>
                  </a:moveTo>
                  <a:lnTo>
                    <a:pt x="17482" y="5905"/>
                  </a:lnTo>
                  <a:lnTo>
                    <a:pt x="17947" y="808"/>
                  </a:lnTo>
                  <a:lnTo>
                    <a:pt x="557" y="1876"/>
                  </a:lnTo>
                  <a:lnTo>
                    <a:pt x="1830" y="59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7" name="Forme libre : forme 545">
              <a:extLst>
                <a:ext uri="{FF2B5EF4-FFF2-40B4-BE49-F238E27FC236}">
                  <a16:creationId xmlns:a16="http://schemas.microsoft.com/office/drawing/2014/main" id="{1BE07CB0-C17B-89CE-19D0-A680DC8B16A2}"/>
                </a:ext>
              </a:extLst>
            </p:cNvPr>
            <p:cNvSpPr/>
            <p:nvPr/>
          </p:nvSpPr>
          <p:spPr>
            <a:xfrm>
              <a:off x="2698802" y="3154579"/>
              <a:ext cx="7176" cy="30743"/>
            </a:xfrm>
            <a:custGeom>
              <a:avLst/>
              <a:gdLst>
                <a:gd name="csX0" fmla="*/ 542 w 7176"/>
                <a:gd name="csY0" fmla="*/ 4872 h 30743"/>
                <a:gd name="csX1" fmla="*/ 3620 w 7176"/>
                <a:gd name="csY1" fmla="*/ 774 h 30743"/>
                <a:gd name="csX2" fmla="*/ 6692 w 7176"/>
                <a:gd name="csY2" fmla="*/ 4872 h 30743"/>
                <a:gd name="csX3" fmla="*/ 7718 w 7176"/>
                <a:gd name="csY3" fmla="*/ 31517 h 30743"/>
                <a:gd name="csX4" fmla="*/ 3620 w 7176"/>
                <a:gd name="csY4" fmla="*/ 29472 h 30743"/>
                <a:gd name="csX5" fmla="*/ 542 w 7176"/>
                <a:gd name="csY5" fmla="*/ 4872 h 30743"/>
              </a:gdLst>
              <a:ahLst/>
              <a:cxnLst>
                <a:cxn ang="0">
                  <a:pos x="csX0" y="csY0"/>
                </a:cxn>
                <a:cxn ang="0">
                  <a:pos x="csX1" y="csY1"/>
                </a:cxn>
                <a:cxn ang="0">
                  <a:pos x="csX2" y="csY2"/>
                </a:cxn>
                <a:cxn ang="0">
                  <a:pos x="csX3" y="csY3"/>
                </a:cxn>
                <a:cxn ang="0">
                  <a:pos x="csX4" y="csY4"/>
                </a:cxn>
                <a:cxn ang="0">
                  <a:pos x="csX5" y="csY5"/>
                </a:cxn>
              </a:cxnLst>
              <a:rect l="l" t="t" r="r" b="b"/>
              <a:pathLst>
                <a:path w="7176" h="30743">
                  <a:moveTo>
                    <a:pt x="542" y="4872"/>
                  </a:moveTo>
                  <a:lnTo>
                    <a:pt x="3620" y="774"/>
                  </a:lnTo>
                  <a:lnTo>
                    <a:pt x="6692" y="4872"/>
                  </a:lnTo>
                  <a:lnTo>
                    <a:pt x="7718" y="31517"/>
                  </a:lnTo>
                  <a:lnTo>
                    <a:pt x="3620" y="29472"/>
                  </a:lnTo>
                  <a:lnTo>
                    <a:pt x="542" y="48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8" name="Forme libre : forme 546">
              <a:extLst>
                <a:ext uri="{FF2B5EF4-FFF2-40B4-BE49-F238E27FC236}">
                  <a16:creationId xmlns:a16="http://schemas.microsoft.com/office/drawing/2014/main" id="{413FFF13-DC4D-F3BC-C923-31784D1CFD91}"/>
                </a:ext>
              </a:extLst>
            </p:cNvPr>
            <p:cNvSpPr/>
            <p:nvPr/>
          </p:nvSpPr>
          <p:spPr>
            <a:xfrm>
              <a:off x="2680346" y="3148429"/>
              <a:ext cx="11280" cy="28697"/>
            </a:xfrm>
            <a:custGeom>
              <a:avLst/>
              <a:gdLst>
                <a:gd name="csX0" fmla="*/ 6683 w 11280"/>
                <a:gd name="csY0" fmla="*/ 770 h 28697"/>
                <a:gd name="csX1" fmla="*/ 10787 w 11280"/>
                <a:gd name="csY1" fmla="*/ 12044 h 28697"/>
                <a:gd name="csX2" fmla="*/ 11813 w 11280"/>
                <a:gd name="csY2" fmla="*/ 27416 h 28697"/>
                <a:gd name="csX3" fmla="*/ 7709 w 11280"/>
                <a:gd name="csY3" fmla="*/ 29468 h 28697"/>
                <a:gd name="csX4" fmla="*/ 533 w 11280"/>
                <a:gd name="csY4" fmla="*/ 14096 h 28697"/>
                <a:gd name="csX5" fmla="*/ 6683 w 11280"/>
                <a:gd name="csY5" fmla="*/ 770 h 28697"/>
              </a:gdLst>
              <a:ahLst/>
              <a:cxnLst>
                <a:cxn ang="0">
                  <a:pos x="csX0" y="csY0"/>
                </a:cxn>
                <a:cxn ang="0">
                  <a:pos x="csX1" y="csY1"/>
                </a:cxn>
                <a:cxn ang="0">
                  <a:pos x="csX2" y="csY2"/>
                </a:cxn>
                <a:cxn ang="0">
                  <a:pos x="csX3" y="csY3"/>
                </a:cxn>
                <a:cxn ang="0">
                  <a:pos x="csX4" y="csY4"/>
                </a:cxn>
                <a:cxn ang="0">
                  <a:pos x="csX5" y="csY5"/>
                </a:cxn>
              </a:cxnLst>
              <a:rect l="l" t="t" r="r" b="b"/>
              <a:pathLst>
                <a:path w="11280" h="28697">
                  <a:moveTo>
                    <a:pt x="6683" y="770"/>
                  </a:moveTo>
                  <a:lnTo>
                    <a:pt x="10787" y="12044"/>
                  </a:lnTo>
                  <a:lnTo>
                    <a:pt x="11813" y="27416"/>
                  </a:lnTo>
                  <a:lnTo>
                    <a:pt x="7709" y="29468"/>
                  </a:lnTo>
                  <a:lnTo>
                    <a:pt x="533" y="14096"/>
                  </a:lnTo>
                  <a:lnTo>
                    <a:pt x="6683" y="7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69" name="Forme libre : forme 547">
              <a:extLst>
                <a:ext uri="{FF2B5EF4-FFF2-40B4-BE49-F238E27FC236}">
                  <a16:creationId xmlns:a16="http://schemas.microsoft.com/office/drawing/2014/main" id="{8E6C8740-9D85-129E-CF72-91FD8797D856}"/>
                </a:ext>
              </a:extLst>
            </p:cNvPr>
            <p:cNvSpPr/>
            <p:nvPr/>
          </p:nvSpPr>
          <p:spPr>
            <a:xfrm>
              <a:off x="2693672" y="3105379"/>
              <a:ext cx="12306" cy="39971"/>
            </a:xfrm>
            <a:custGeom>
              <a:avLst/>
              <a:gdLst>
                <a:gd name="csX0" fmla="*/ 1566 w 12306"/>
                <a:gd name="csY0" fmla="*/ 748 h 39971"/>
                <a:gd name="csX1" fmla="*/ 540 w 12306"/>
                <a:gd name="csY1" fmla="*/ 5872 h 39971"/>
                <a:gd name="csX2" fmla="*/ 540 w 12306"/>
                <a:gd name="csY2" fmla="*/ 39694 h 39971"/>
                <a:gd name="csX3" fmla="*/ 6690 w 12306"/>
                <a:gd name="csY3" fmla="*/ 40720 h 39971"/>
                <a:gd name="csX4" fmla="*/ 12847 w 12306"/>
                <a:gd name="csY4" fmla="*/ 35596 h 39971"/>
                <a:gd name="csX5" fmla="*/ 11821 w 12306"/>
                <a:gd name="csY5" fmla="*/ 12022 h 39971"/>
                <a:gd name="csX6" fmla="*/ 1566 w 12306"/>
                <a:gd name="csY6" fmla="*/ 748 h 399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39971">
                  <a:moveTo>
                    <a:pt x="1566" y="748"/>
                  </a:moveTo>
                  <a:lnTo>
                    <a:pt x="540" y="5872"/>
                  </a:lnTo>
                  <a:lnTo>
                    <a:pt x="540" y="39694"/>
                  </a:lnTo>
                  <a:lnTo>
                    <a:pt x="6690" y="40720"/>
                  </a:lnTo>
                  <a:lnTo>
                    <a:pt x="12847" y="35596"/>
                  </a:lnTo>
                  <a:lnTo>
                    <a:pt x="11821" y="12022"/>
                  </a:lnTo>
                  <a:lnTo>
                    <a:pt x="1566" y="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0" name="Forme libre : forme 548">
              <a:extLst>
                <a:ext uri="{FF2B5EF4-FFF2-40B4-BE49-F238E27FC236}">
                  <a16:creationId xmlns:a16="http://schemas.microsoft.com/office/drawing/2014/main" id="{8DE579BF-591A-B5E6-2E9B-35230A637FB6}"/>
                </a:ext>
              </a:extLst>
            </p:cNvPr>
            <p:cNvSpPr/>
            <p:nvPr/>
          </p:nvSpPr>
          <p:spPr>
            <a:xfrm>
              <a:off x="2650601" y="3099229"/>
              <a:ext cx="34868" cy="34847"/>
            </a:xfrm>
            <a:custGeom>
              <a:avLst/>
              <a:gdLst>
                <a:gd name="csX0" fmla="*/ 14880 w 34868"/>
                <a:gd name="csY0" fmla="*/ 34559 h 34847"/>
                <a:gd name="csX1" fmla="*/ 8723 w 34868"/>
                <a:gd name="csY1" fmla="*/ 24311 h 34847"/>
                <a:gd name="csX2" fmla="*/ 521 w 34868"/>
                <a:gd name="csY2" fmla="*/ 13038 h 34847"/>
                <a:gd name="csX3" fmla="*/ 528 w 34868"/>
                <a:gd name="csY3" fmla="*/ 6888 h 34847"/>
                <a:gd name="csX4" fmla="*/ 17959 w 34868"/>
                <a:gd name="csY4" fmla="*/ 738 h 34847"/>
                <a:gd name="csX5" fmla="*/ 27187 w 34868"/>
                <a:gd name="csY5" fmla="*/ 4835 h 34847"/>
                <a:gd name="csX6" fmla="*/ 35389 w 34868"/>
                <a:gd name="csY6" fmla="*/ 8940 h 34847"/>
                <a:gd name="csX7" fmla="*/ 35389 w 34868"/>
                <a:gd name="csY7" fmla="*/ 13038 h 34847"/>
                <a:gd name="csX8" fmla="*/ 26161 w 34868"/>
                <a:gd name="csY8" fmla="*/ 10985 h 34847"/>
                <a:gd name="csX9" fmla="*/ 26161 w 34868"/>
                <a:gd name="csY9" fmla="*/ 16109 h 34847"/>
                <a:gd name="csX10" fmla="*/ 34363 w 34868"/>
                <a:gd name="csY10" fmla="*/ 25338 h 34847"/>
                <a:gd name="csX11" fmla="*/ 30265 w 34868"/>
                <a:gd name="csY11" fmla="*/ 28409 h 34847"/>
                <a:gd name="csX12" fmla="*/ 20011 w 34868"/>
                <a:gd name="csY12" fmla="*/ 18161 h 34847"/>
                <a:gd name="csX13" fmla="*/ 16932 w 34868"/>
                <a:gd name="csY13" fmla="*/ 21240 h 34847"/>
                <a:gd name="csX14" fmla="*/ 21030 w 34868"/>
                <a:gd name="csY14" fmla="*/ 35585 h 34847"/>
                <a:gd name="csX15" fmla="*/ 14880 w 34868"/>
                <a:gd name="csY15" fmla="*/ 34559 h 348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868" h="34847">
                  <a:moveTo>
                    <a:pt x="14880" y="34559"/>
                  </a:moveTo>
                  <a:lnTo>
                    <a:pt x="8723" y="24311"/>
                  </a:lnTo>
                  <a:lnTo>
                    <a:pt x="521" y="13038"/>
                  </a:lnTo>
                  <a:lnTo>
                    <a:pt x="528" y="6888"/>
                  </a:lnTo>
                  <a:lnTo>
                    <a:pt x="17959" y="738"/>
                  </a:lnTo>
                  <a:lnTo>
                    <a:pt x="27187" y="4835"/>
                  </a:lnTo>
                  <a:lnTo>
                    <a:pt x="35389" y="8940"/>
                  </a:lnTo>
                  <a:lnTo>
                    <a:pt x="35389" y="13038"/>
                  </a:lnTo>
                  <a:lnTo>
                    <a:pt x="26161" y="10985"/>
                  </a:lnTo>
                  <a:lnTo>
                    <a:pt x="26161" y="16109"/>
                  </a:lnTo>
                  <a:lnTo>
                    <a:pt x="34363" y="25338"/>
                  </a:lnTo>
                  <a:lnTo>
                    <a:pt x="30265" y="28409"/>
                  </a:lnTo>
                  <a:lnTo>
                    <a:pt x="20011" y="18161"/>
                  </a:lnTo>
                  <a:lnTo>
                    <a:pt x="16932" y="21240"/>
                  </a:lnTo>
                  <a:lnTo>
                    <a:pt x="21030" y="35585"/>
                  </a:lnTo>
                  <a:lnTo>
                    <a:pt x="14880" y="34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1" name="Forme libre : forme 549">
              <a:extLst>
                <a:ext uri="{FF2B5EF4-FFF2-40B4-BE49-F238E27FC236}">
                  <a16:creationId xmlns:a16="http://schemas.microsoft.com/office/drawing/2014/main" id="{E8976098-79CC-6AC5-B7C4-09CB11ABBE4E}"/>
                </a:ext>
              </a:extLst>
            </p:cNvPr>
            <p:cNvSpPr/>
            <p:nvPr/>
          </p:nvSpPr>
          <p:spPr>
            <a:xfrm>
              <a:off x="2708024" y="3149448"/>
              <a:ext cx="20515" cy="18449"/>
            </a:xfrm>
            <a:custGeom>
              <a:avLst/>
              <a:gdLst>
                <a:gd name="csX0" fmla="*/ 6708 w 20515"/>
                <a:gd name="csY0" fmla="*/ 19214 h 18449"/>
                <a:gd name="csX1" fmla="*/ 552 w 20515"/>
                <a:gd name="csY1" fmla="*/ 5888 h 18449"/>
                <a:gd name="csX2" fmla="*/ 3630 w 20515"/>
                <a:gd name="csY2" fmla="*/ 764 h 18449"/>
                <a:gd name="csX3" fmla="*/ 13884 w 20515"/>
                <a:gd name="csY3" fmla="*/ 5888 h 18449"/>
                <a:gd name="csX4" fmla="*/ 21067 w 20515"/>
                <a:gd name="csY4" fmla="*/ 12038 h 18449"/>
                <a:gd name="csX5" fmla="*/ 20041 w 20515"/>
                <a:gd name="csY5" fmla="*/ 15117 h 18449"/>
                <a:gd name="csX6" fmla="*/ 11832 w 20515"/>
                <a:gd name="csY6" fmla="*/ 11019 h 18449"/>
                <a:gd name="csX7" fmla="*/ 13884 w 20515"/>
                <a:gd name="csY7" fmla="*/ 17169 h 18449"/>
                <a:gd name="csX8" fmla="*/ 6708 w 20515"/>
                <a:gd name="csY8" fmla="*/ 19214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515" h="18449">
                  <a:moveTo>
                    <a:pt x="6708" y="19214"/>
                  </a:moveTo>
                  <a:lnTo>
                    <a:pt x="552" y="5888"/>
                  </a:lnTo>
                  <a:lnTo>
                    <a:pt x="3630" y="764"/>
                  </a:lnTo>
                  <a:lnTo>
                    <a:pt x="13884" y="5888"/>
                  </a:lnTo>
                  <a:lnTo>
                    <a:pt x="21067" y="12038"/>
                  </a:lnTo>
                  <a:lnTo>
                    <a:pt x="20041" y="15117"/>
                  </a:lnTo>
                  <a:lnTo>
                    <a:pt x="11832" y="11019"/>
                  </a:lnTo>
                  <a:lnTo>
                    <a:pt x="13884" y="17169"/>
                  </a:lnTo>
                  <a:lnTo>
                    <a:pt x="6708" y="1921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2" name="Forme libre : forme 550">
              <a:extLst>
                <a:ext uri="{FF2B5EF4-FFF2-40B4-BE49-F238E27FC236}">
                  <a16:creationId xmlns:a16="http://schemas.microsoft.com/office/drawing/2014/main" id="{7F8BF39B-B6EF-C572-070D-AC110E3479DF}"/>
                </a:ext>
              </a:extLst>
            </p:cNvPr>
            <p:cNvSpPr/>
            <p:nvPr/>
          </p:nvSpPr>
          <p:spPr>
            <a:xfrm>
              <a:off x="2742639" y="3294736"/>
              <a:ext cx="12306" cy="5376"/>
            </a:xfrm>
            <a:custGeom>
              <a:avLst/>
              <a:gdLst>
                <a:gd name="csX0" fmla="*/ 570 w 12306"/>
                <a:gd name="csY0" fmla="*/ 3922 h 5376"/>
                <a:gd name="csX1" fmla="*/ 5181 w 12306"/>
                <a:gd name="csY1" fmla="*/ 850 h 5376"/>
                <a:gd name="csX2" fmla="*/ 12877 w 12306"/>
                <a:gd name="csY2" fmla="*/ 1616 h 5376"/>
                <a:gd name="csX3" fmla="*/ 12877 w 12306"/>
                <a:gd name="csY3" fmla="*/ 5461 h 5376"/>
                <a:gd name="csX4" fmla="*/ 4414 w 12306"/>
                <a:gd name="csY4" fmla="*/ 6227 h 5376"/>
                <a:gd name="csX5" fmla="*/ 570 w 12306"/>
                <a:gd name="csY5" fmla="*/ 3922 h 5376"/>
              </a:gdLst>
              <a:ahLst/>
              <a:cxnLst>
                <a:cxn ang="0">
                  <a:pos x="csX0" y="csY0"/>
                </a:cxn>
                <a:cxn ang="0">
                  <a:pos x="csX1" y="csY1"/>
                </a:cxn>
                <a:cxn ang="0">
                  <a:pos x="csX2" y="csY2"/>
                </a:cxn>
                <a:cxn ang="0">
                  <a:pos x="csX3" y="csY3"/>
                </a:cxn>
                <a:cxn ang="0">
                  <a:pos x="csX4" y="csY4"/>
                </a:cxn>
                <a:cxn ang="0">
                  <a:pos x="csX5" y="csY5"/>
                </a:cxn>
              </a:cxnLst>
              <a:rect l="l" t="t" r="r" b="b"/>
              <a:pathLst>
                <a:path w="12306" h="5376">
                  <a:moveTo>
                    <a:pt x="570" y="3922"/>
                  </a:moveTo>
                  <a:lnTo>
                    <a:pt x="5181" y="850"/>
                  </a:lnTo>
                  <a:lnTo>
                    <a:pt x="12877" y="1616"/>
                  </a:lnTo>
                  <a:lnTo>
                    <a:pt x="12877" y="5461"/>
                  </a:lnTo>
                  <a:lnTo>
                    <a:pt x="4414" y="6227"/>
                  </a:lnTo>
                  <a:lnTo>
                    <a:pt x="570" y="39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3" name="Forme libre : forme 551">
              <a:extLst>
                <a:ext uri="{FF2B5EF4-FFF2-40B4-BE49-F238E27FC236}">
                  <a16:creationId xmlns:a16="http://schemas.microsoft.com/office/drawing/2014/main" id="{374EDFC1-2FE6-A8DE-0171-7B033DC0E041}"/>
                </a:ext>
              </a:extLst>
            </p:cNvPr>
            <p:cNvSpPr/>
            <p:nvPr/>
          </p:nvSpPr>
          <p:spPr>
            <a:xfrm>
              <a:off x="2746484" y="3307802"/>
              <a:ext cx="13846" cy="4610"/>
            </a:xfrm>
            <a:custGeom>
              <a:avLst/>
              <a:gdLst>
                <a:gd name="csX0" fmla="*/ 573 w 13846"/>
                <a:gd name="csY0" fmla="*/ 3163 h 4610"/>
                <a:gd name="csX1" fmla="*/ 4417 w 13846"/>
                <a:gd name="csY1" fmla="*/ 858 h 4610"/>
                <a:gd name="csX2" fmla="*/ 14419 w 13846"/>
                <a:gd name="csY2" fmla="*/ 858 h 4610"/>
                <a:gd name="csX3" fmla="*/ 14419 w 13846"/>
                <a:gd name="csY3" fmla="*/ 4702 h 4610"/>
                <a:gd name="csX4" fmla="*/ 4417 w 13846"/>
                <a:gd name="csY4" fmla="*/ 5469 h 4610"/>
                <a:gd name="csX5" fmla="*/ 573 w 13846"/>
                <a:gd name="csY5" fmla="*/ 3163 h 4610"/>
              </a:gdLst>
              <a:ahLst/>
              <a:cxnLst>
                <a:cxn ang="0">
                  <a:pos x="csX0" y="csY0"/>
                </a:cxn>
                <a:cxn ang="0">
                  <a:pos x="csX1" y="csY1"/>
                </a:cxn>
                <a:cxn ang="0">
                  <a:pos x="csX2" y="csY2"/>
                </a:cxn>
                <a:cxn ang="0">
                  <a:pos x="csX3" y="csY3"/>
                </a:cxn>
                <a:cxn ang="0">
                  <a:pos x="csX4" y="csY4"/>
                </a:cxn>
                <a:cxn ang="0">
                  <a:pos x="csX5" y="csY5"/>
                </a:cxn>
              </a:cxnLst>
              <a:rect l="l" t="t" r="r" b="b"/>
              <a:pathLst>
                <a:path w="13846" h="4610">
                  <a:moveTo>
                    <a:pt x="573" y="3163"/>
                  </a:moveTo>
                  <a:lnTo>
                    <a:pt x="4417" y="858"/>
                  </a:lnTo>
                  <a:lnTo>
                    <a:pt x="14419" y="858"/>
                  </a:lnTo>
                  <a:lnTo>
                    <a:pt x="14419" y="4702"/>
                  </a:lnTo>
                  <a:lnTo>
                    <a:pt x="4417" y="5469"/>
                  </a:lnTo>
                  <a:lnTo>
                    <a:pt x="573" y="31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4" name="Forme libre : forme 552">
              <a:extLst>
                <a:ext uri="{FF2B5EF4-FFF2-40B4-BE49-F238E27FC236}">
                  <a16:creationId xmlns:a16="http://schemas.microsoft.com/office/drawing/2014/main" id="{40C7DE89-809B-B0BE-9CEB-8682FE574154}"/>
                </a:ext>
              </a:extLst>
            </p:cNvPr>
            <p:cNvSpPr/>
            <p:nvPr/>
          </p:nvSpPr>
          <p:spPr>
            <a:xfrm>
              <a:off x="2760330" y="3320108"/>
              <a:ext cx="9228" cy="8455"/>
            </a:xfrm>
            <a:custGeom>
              <a:avLst/>
              <a:gdLst>
                <a:gd name="csX0" fmla="*/ 1346 w 9228"/>
                <a:gd name="csY0" fmla="*/ 6243 h 8455"/>
                <a:gd name="csX1" fmla="*/ 580 w 9228"/>
                <a:gd name="csY1" fmla="*/ 866 h 8455"/>
                <a:gd name="csX2" fmla="*/ 5191 w 9228"/>
                <a:gd name="csY2" fmla="*/ 2399 h 8455"/>
                <a:gd name="csX3" fmla="*/ 9808 w 9228"/>
                <a:gd name="csY3" fmla="*/ 6243 h 8455"/>
                <a:gd name="csX4" fmla="*/ 8269 w 9228"/>
                <a:gd name="csY4" fmla="*/ 9322 h 8455"/>
                <a:gd name="csX5" fmla="*/ 1346 w 9228"/>
                <a:gd name="csY5" fmla="*/ 6243 h 8455"/>
              </a:gdLst>
              <a:ahLst/>
              <a:cxnLst>
                <a:cxn ang="0">
                  <a:pos x="csX0" y="csY0"/>
                </a:cxn>
                <a:cxn ang="0">
                  <a:pos x="csX1" y="csY1"/>
                </a:cxn>
                <a:cxn ang="0">
                  <a:pos x="csX2" y="csY2"/>
                </a:cxn>
                <a:cxn ang="0">
                  <a:pos x="csX3" y="csY3"/>
                </a:cxn>
                <a:cxn ang="0">
                  <a:pos x="csX4" y="csY4"/>
                </a:cxn>
                <a:cxn ang="0">
                  <a:pos x="csX5" y="csY5"/>
                </a:cxn>
              </a:cxnLst>
              <a:rect l="l" t="t" r="r" b="b"/>
              <a:pathLst>
                <a:path w="9228" h="8455">
                  <a:moveTo>
                    <a:pt x="1346" y="6243"/>
                  </a:moveTo>
                  <a:lnTo>
                    <a:pt x="580" y="866"/>
                  </a:lnTo>
                  <a:lnTo>
                    <a:pt x="5191" y="2399"/>
                  </a:lnTo>
                  <a:lnTo>
                    <a:pt x="9808" y="6243"/>
                  </a:lnTo>
                  <a:lnTo>
                    <a:pt x="8269" y="9322"/>
                  </a:lnTo>
                  <a:lnTo>
                    <a:pt x="1346" y="62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5" name="Forme libre : forme 553">
              <a:extLst>
                <a:ext uri="{FF2B5EF4-FFF2-40B4-BE49-F238E27FC236}">
                  <a16:creationId xmlns:a16="http://schemas.microsoft.com/office/drawing/2014/main" id="{D8492CDA-7E90-B7BE-923B-B1EBBB9B9F65}"/>
                </a:ext>
              </a:extLst>
            </p:cNvPr>
            <p:cNvSpPr/>
            <p:nvPr/>
          </p:nvSpPr>
          <p:spPr>
            <a:xfrm>
              <a:off x="2774169" y="3263213"/>
              <a:ext cx="8462" cy="6923"/>
            </a:xfrm>
            <a:custGeom>
              <a:avLst/>
              <a:gdLst>
                <a:gd name="csX0" fmla="*/ 3667 w 8462"/>
                <a:gd name="csY0" fmla="*/ 6215 h 6923"/>
                <a:gd name="csX1" fmla="*/ 589 w 8462"/>
                <a:gd name="csY1" fmla="*/ 3910 h 6923"/>
                <a:gd name="csX2" fmla="*/ 2901 w 8462"/>
                <a:gd name="csY2" fmla="*/ 831 h 6923"/>
                <a:gd name="csX3" fmla="*/ 8285 w 8462"/>
                <a:gd name="csY3" fmla="*/ 2370 h 6923"/>
                <a:gd name="csX4" fmla="*/ 9051 w 8462"/>
                <a:gd name="csY4" fmla="*/ 7754 h 6923"/>
                <a:gd name="csX5" fmla="*/ 3667 w 8462"/>
                <a:gd name="csY5" fmla="*/ 6215 h 6923"/>
              </a:gdLst>
              <a:ahLst/>
              <a:cxnLst>
                <a:cxn ang="0">
                  <a:pos x="csX0" y="csY0"/>
                </a:cxn>
                <a:cxn ang="0">
                  <a:pos x="csX1" y="csY1"/>
                </a:cxn>
                <a:cxn ang="0">
                  <a:pos x="csX2" y="csY2"/>
                </a:cxn>
                <a:cxn ang="0">
                  <a:pos x="csX3" y="csY3"/>
                </a:cxn>
                <a:cxn ang="0">
                  <a:pos x="csX4" y="csY4"/>
                </a:cxn>
                <a:cxn ang="0">
                  <a:pos x="csX5" y="csY5"/>
                </a:cxn>
              </a:cxnLst>
              <a:rect l="l" t="t" r="r" b="b"/>
              <a:pathLst>
                <a:path w="8462" h="6923">
                  <a:moveTo>
                    <a:pt x="3667" y="6215"/>
                  </a:moveTo>
                  <a:lnTo>
                    <a:pt x="589" y="3910"/>
                  </a:lnTo>
                  <a:lnTo>
                    <a:pt x="2901" y="831"/>
                  </a:lnTo>
                  <a:lnTo>
                    <a:pt x="8285" y="2370"/>
                  </a:lnTo>
                  <a:lnTo>
                    <a:pt x="9051" y="7754"/>
                  </a:lnTo>
                  <a:lnTo>
                    <a:pt x="3667" y="621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6" name="Forme libre : forme 554">
              <a:extLst>
                <a:ext uri="{FF2B5EF4-FFF2-40B4-BE49-F238E27FC236}">
                  <a16:creationId xmlns:a16="http://schemas.microsoft.com/office/drawing/2014/main" id="{1D96BE68-B4BB-5DB4-EFAA-229975742D83}"/>
                </a:ext>
              </a:extLst>
            </p:cNvPr>
            <p:cNvSpPr/>
            <p:nvPr/>
          </p:nvSpPr>
          <p:spPr>
            <a:xfrm>
              <a:off x="2783397" y="3280903"/>
              <a:ext cx="14612" cy="9987"/>
            </a:xfrm>
            <a:custGeom>
              <a:avLst/>
              <a:gdLst>
                <a:gd name="csX0" fmla="*/ 595 w 14612"/>
                <a:gd name="csY0" fmla="*/ 5454 h 9987"/>
                <a:gd name="csX1" fmla="*/ 1368 w 14612"/>
                <a:gd name="csY1" fmla="*/ 843 h 9987"/>
                <a:gd name="csX2" fmla="*/ 7518 w 14612"/>
                <a:gd name="csY2" fmla="*/ 3915 h 9987"/>
                <a:gd name="csX3" fmla="*/ 15207 w 14612"/>
                <a:gd name="csY3" fmla="*/ 9299 h 9987"/>
                <a:gd name="csX4" fmla="*/ 9824 w 14612"/>
                <a:gd name="csY4" fmla="*/ 10831 h 9987"/>
                <a:gd name="csX5" fmla="*/ 595 w 14612"/>
                <a:gd name="csY5" fmla="*/ 5454 h 9987"/>
              </a:gdLst>
              <a:ahLst/>
              <a:cxnLst>
                <a:cxn ang="0">
                  <a:pos x="csX0" y="csY0"/>
                </a:cxn>
                <a:cxn ang="0">
                  <a:pos x="csX1" y="csY1"/>
                </a:cxn>
                <a:cxn ang="0">
                  <a:pos x="csX2" y="csY2"/>
                </a:cxn>
                <a:cxn ang="0">
                  <a:pos x="csX3" y="csY3"/>
                </a:cxn>
                <a:cxn ang="0">
                  <a:pos x="csX4" y="csY4"/>
                </a:cxn>
                <a:cxn ang="0">
                  <a:pos x="csX5" y="csY5"/>
                </a:cxn>
              </a:cxnLst>
              <a:rect l="l" t="t" r="r" b="b"/>
              <a:pathLst>
                <a:path w="14612" h="9987">
                  <a:moveTo>
                    <a:pt x="595" y="5454"/>
                  </a:moveTo>
                  <a:lnTo>
                    <a:pt x="1368" y="843"/>
                  </a:lnTo>
                  <a:lnTo>
                    <a:pt x="7518" y="3915"/>
                  </a:lnTo>
                  <a:lnTo>
                    <a:pt x="15207" y="9299"/>
                  </a:lnTo>
                  <a:lnTo>
                    <a:pt x="9824" y="10831"/>
                  </a:lnTo>
                  <a:lnTo>
                    <a:pt x="595" y="54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7" name="Forme libre : forme 555">
              <a:extLst>
                <a:ext uri="{FF2B5EF4-FFF2-40B4-BE49-F238E27FC236}">
                  <a16:creationId xmlns:a16="http://schemas.microsoft.com/office/drawing/2014/main" id="{001D83FE-AE1E-AA32-207F-71755F603397}"/>
                </a:ext>
              </a:extLst>
            </p:cNvPr>
            <p:cNvSpPr/>
            <p:nvPr/>
          </p:nvSpPr>
          <p:spPr>
            <a:xfrm>
              <a:off x="2402700" y="3015695"/>
              <a:ext cx="20762" cy="22287"/>
            </a:xfrm>
            <a:custGeom>
              <a:avLst/>
              <a:gdLst>
                <a:gd name="csX0" fmla="*/ 21130 w 20762"/>
                <a:gd name="csY0" fmla="*/ 687 h 22287"/>
                <a:gd name="csX1" fmla="*/ 14980 w 20762"/>
                <a:gd name="csY1" fmla="*/ 2219 h 22287"/>
                <a:gd name="csX2" fmla="*/ 1134 w 20762"/>
                <a:gd name="csY2" fmla="*/ 17598 h 22287"/>
                <a:gd name="csX3" fmla="*/ 368 w 20762"/>
                <a:gd name="csY3" fmla="*/ 22975 h 22287"/>
                <a:gd name="csX4" fmla="*/ 8823 w 20762"/>
                <a:gd name="csY4" fmla="*/ 22209 h 22287"/>
                <a:gd name="csX5" fmla="*/ 21130 w 20762"/>
                <a:gd name="csY5" fmla="*/ 7603 h 22287"/>
                <a:gd name="csX6" fmla="*/ 21130 w 20762"/>
                <a:gd name="csY6" fmla="*/ 687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21130" y="687"/>
                  </a:moveTo>
                  <a:lnTo>
                    <a:pt x="14980" y="2219"/>
                  </a:lnTo>
                  <a:lnTo>
                    <a:pt x="1134" y="17598"/>
                  </a:lnTo>
                  <a:lnTo>
                    <a:pt x="368" y="22975"/>
                  </a:lnTo>
                  <a:lnTo>
                    <a:pt x="8823" y="22209"/>
                  </a:lnTo>
                  <a:lnTo>
                    <a:pt x="21130" y="7603"/>
                  </a:lnTo>
                  <a:lnTo>
                    <a:pt x="21130" y="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8" name="Forme libre : forme 556">
              <a:extLst>
                <a:ext uri="{FF2B5EF4-FFF2-40B4-BE49-F238E27FC236}">
                  <a16:creationId xmlns:a16="http://schemas.microsoft.com/office/drawing/2014/main" id="{4E58B52B-B4A5-A5A8-D452-B308646186DB}"/>
                </a:ext>
              </a:extLst>
            </p:cNvPr>
            <p:cNvSpPr/>
            <p:nvPr/>
          </p:nvSpPr>
          <p:spPr>
            <a:xfrm>
              <a:off x="2428846" y="3005700"/>
              <a:ext cx="12306" cy="12299"/>
            </a:xfrm>
            <a:custGeom>
              <a:avLst/>
              <a:gdLst>
                <a:gd name="csX0" fmla="*/ 379 w 12306"/>
                <a:gd name="csY0" fmla="*/ 7592 h 12299"/>
                <a:gd name="csX1" fmla="*/ 1145 w 12306"/>
                <a:gd name="csY1" fmla="*/ 2215 h 12299"/>
                <a:gd name="csX2" fmla="*/ 11146 w 12306"/>
                <a:gd name="csY2" fmla="*/ 676 h 12299"/>
                <a:gd name="csX3" fmla="*/ 12686 w 12306"/>
                <a:gd name="csY3" fmla="*/ 8358 h 12299"/>
                <a:gd name="csX4" fmla="*/ 4996 w 12306"/>
                <a:gd name="csY4" fmla="*/ 12976 h 12299"/>
                <a:gd name="csX5" fmla="*/ 379 w 12306"/>
                <a:gd name="csY5" fmla="*/ 7592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79" y="7592"/>
                  </a:moveTo>
                  <a:lnTo>
                    <a:pt x="1145" y="2215"/>
                  </a:lnTo>
                  <a:lnTo>
                    <a:pt x="11146" y="676"/>
                  </a:lnTo>
                  <a:lnTo>
                    <a:pt x="12686" y="8358"/>
                  </a:lnTo>
                  <a:lnTo>
                    <a:pt x="4996" y="12976"/>
                  </a:lnTo>
                  <a:lnTo>
                    <a:pt x="379" y="7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79" name="Forme libre : forme 557">
              <a:extLst>
                <a:ext uri="{FF2B5EF4-FFF2-40B4-BE49-F238E27FC236}">
                  <a16:creationId xmlns:a16="http://schemas.microsoft.com/office/drawing/2014/main" id="{9E363A05-B256-6540-80F6-CEA0F4268295}"/>
                </a:ext>
              </a:extLst>
            </p:cNvPr>
            <p:cNvSpPr/>
            <p:nvPr/>
          </p:nvSpPr>
          <p:spPr>
            <a:xfrm rot="8590252" flipV="1">
              <a:off x="2402339" y="3008640"/>
              <a:ext cx="4309" cy="6615"/>
            </a:xfrm>
            <a:custGeom>
              <a:avLst/>
              <a:gdLst>
                <a:gd name="csX0" fmla="*/ 512 w 4309"/>
                <a:gd name="csY0" fmla="*/ 7291 h 6615"/>
                <a:gd name="csX1" fmla="*/ 4357 w 4309"/>
                <a:gd name="csY1" fmla="*/ 7291 h 6615"/>
                <a:gd name="csX2" fmla="*/ 4671 w 4309"/>
                <a:gd name="csY2" fmla="*/ 1292 h 6615"/>
                <a:gd name="csX3" fmla="*/ 362 w 4309"/>
                <a:gd name="csY3" fmla="*/ 676 h 6615"/>
                <a:gd name="csX4" fmla="*/ 512 w 4309"/>
                <a:gd name="csY4" fmla="*/ 7291 h 6615"/>
              </a:gdLst>
              <a:ahLst/>
              <a:cxnLst>
                <a:cxn ang="0">
                  <a:pos x="csX0" y="csY0"/>
                </a:cxn>
                <a:cxn ang="0">
                  <a:pos x="csX1" y="csY1"/>
                </a:cxn>
                <a:cxn ang="0">
                  <a:pos x="csX2" y="csY2"/>
                </a:cxn>
                <a:cxn ang="0">
                  <a:pos x="csX3" y="csY3"/>
                </a:cxn>
                <a:cxn ang="0">
                  <a:pos x="csX4" y="csY4"/>
                </a:cxn>
              </a:cxnLst>
              <a:rect l="l" t="t" r="r" b="b"/>
              <a:pathLst>
                <a:path w="4309" h="6615">
                  <a:moveTo>
                    <a:pt x="512" y="7291"/>
                  </a:moveTo>
                  <a:lnTo>
                    <a:pt x="4357" y="7291"/>
                  </a:lnTo>
                  <a:lnTo>
                    <a:pt x="4671" y="1292"/>
                  </a:lnTo>
                  <a:lnTo>
                    <a:pt x="362" y="676"/>
                  </a:lnTo>
                  <a:lnTo>
                    <a:pt x="512" y="7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0" name="Forme libre : forme 558">
              <a:extLst>
                <a:ext uri="{FF2B5EF4-FFF2-40B4-BE49-F238E27FC236}">
                  <a16:creationId xmlns:a16="http://schemas.microsoft.com/office/drawing/2014/main" id="{F345EBED-7D77-5F55-7465-5FD956A2C27B}"/>
                </a:ext>
              </a:extLst>
            </p:cNvPr>
            <p:cNvSpPr/>
            <p:nvPr/>
          </p:nvSpPr>
          <p:spPr>
            <a:xfrm rot="6794551" flipV="1">
              <a:off x="2396568" y="3022201"/>
              <a:ext cx="5862" cy="4446"/>
            </a:xfrm>
            <a:custGeom>
              <a:avLst/>
              <a:gdLst>
                <a:gd name="csX0" fmla="*/ 358 w 5862"/>
                <a:gd name="csY0" fmla="*/ 5131 h 4446"/>
                <a:gd name="csX1" fmla="*/ 6221 w 5862"/>
                <a:gd name="csY1" fmla="*/ 5131 h 4446"/>
                <a:gd name="csX2" fmla="*/ 5619 w 5862"/>
                <a:gd name="csY2" fmla="*/ 684 h 4446"/>
                <a:gd name="csX3" fmla="*/ 461 w 5862"/>
                <a:gd name="csY3" fmla="*/ 985 h 4446"/>
                <a:gd name="csX4" fmla="*/ 358 w 5862"/>
                <a:gd name="csY4" fmla="*/ 5131 h 4446"/>
              </a:gdLst>
              <a:ahLst/>
              <a:cxnLst>
                <a:cxn ang="0">
                  <a:pos x="csX0" y="csY0"/>
                </a:cxn>
                <a:cxn ang="0">
                  <a:pos x="csX1" y="csY1"/>
                </a:cxn>
                <a:cxn ang="0">
                  <a:pos x="csX2" y="csY2"/>
                </a:cxn>
                <a:cxn ang="0">
                  <a:pos x="csX3" y="csY3"/>
                </a:cxn>
                <a:cxn ang="0">
                  <a:pos x="csX4" y="csY4"/>
                </a:cxn>
              </a:cxnLst>
              <a:rect l="l" t="t" r="r" b="b"/>
              <a:pathLst>
                <a:path w="5862" h="4446">
                  <a:moveTo>
                    <a:pt x="358" y="5131"/>
                  </a:moveTo>
                  <a:lnTo>
                    <a:pt x="6221" y="5131"/>
                  </a:lnTo>
                  <a:lnTo>
                    <a:pt x="5619" y="684"/>
                  </a:lnTo>
                  <a:lnTo>
                    <a:pt x="461" y="985"/>
                  </a:lnTo>
                  <a:lnTo>
                    <a:pt x="358" y="5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1" name="Forme libre : forme 559">
              <a:extLst>
                <a:ext uri="{FF2B5EF4-FFF2-40B4-BE49-F238E27FC236}">
                  <a16:creationId xmlns:a16="http://schemas.microsoft.com/office/drawing/2014/main" id="{11B23922-732B-5FE7-ABD2-CED2835E8F8C}"/>
                </a:ext>
              </a:extLst>
            </p:cNvPr>
            <p:cNvSpPr/>
            <p:nvPr/>
          </p:nvSpPr>
          <p:spPr>
            <a:xfrm>
              <a:off x="1981995" y="3274480"/>
              <a:ext cx="22561" cy="17423"/>
            </a:xfrm>
            <a:custGeom>
              <a:avLst/>
              <a:gdLst>
                <a:gd name="csX0" fmla="*/ 22674 w 22561"/>
                <a:gd name="csY0" fmla="*/ 5966 h 17423"/>
                <a:gd name="csX1" fmla="*/ 21647 w 22561"/>
                <a:gd name="csY1" fmla="*/ 1868 h 17423"/>
                <a:gd name="csX2" fmla="*/ 17543 w 22561"/>
                <a:gd name="csY2" fmla="*/ 842 h 17423"/>
                <a:gd name="csX3" fmla="*/ 1138 w 22561"/>
                <a:gd name="csY3" fmla="*/ 14168 h 17423"/>
                <a:gd name="csX4" fmla="*/ 112 w 22561"/>
                <a:gd name="csY4" fmla="*/ 18266 h 17423"/>
                <a:gd name="csX5" fmla="*/ 7288 w 22561"/>
                <a:gd name="csY5" fmla="*/ 17240 h 17423"/>
                <a:gd name="csX6" fmla="*/ 22674 w 22561"/>
                <a:gd name="csY6" fmla="*/ 5966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561" h="17423">
                  <a:moveTo>
                    <a:pt x="22674" y="5966"/>
                  </a:moveTo>
                  <a:lnTo>
                    <a:pt x="21647" y="1868"/>
                  </a:lnTo>
                  <a:lnTo>
                    <a:pt x="17543" y="842"/>
                  </a:lnTo>
                  <a:lnTo>
                    <a:pt x="1138" y="14168"/>
                  </a:lnTo>
                  <a:lnTo>
                    <a:pt x="112" y="18266"/>
                  </a:lnTo>
                  <a:lnTo>
                    <a:pt x="7288" y="17240"/>
                  </a:lnTo>
                  <a:lnTo>
                    <a:pt x="22674" y="596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2" name="Forme libre : forme 560">
              <a:extLst>
                <a:ext uri="{FF2B5EF4-FFF2-40B4-BE49-F238E27FC236}">
                  <a16:creationId xmlns:a16="http://schemas.microsoft.com/office/drawing/2014/main" id="{CB281743-7786-67AF-4A7D-D33457B22D57}"/>
                </a:ext>
              </a:extLst>
            </p:cNvPr>
            <p:cNvSpPr/>
            <p:nvPr/>
          </p:nvSpPr>
          <p:spPr>
            <a:xfrm>
              <a:off x="1949178" y="3286780"/>
              <a:ext cx="23587" cy="22547"/>
            </a:xfrm>
            <a:custGeom>
              <a:avLst/>
              <a:gdLst>
                <a:gd name="csX0" fmla="*/ 23680 w 23587"/>
                <a:gd name="csY0" fmla="*/ 3930 h 22547"/>
                <a:gd name="csX1" fmla="*/ 3171 w 23587"/>
                <a:gd name="csY1" fmla="*/ 23399 h 22547"/>
                <a:gd name="csX2" fmla="*/ 93 w 23587"/>
                <a:gd name="csY2" fmla="*/ 20328 h 22547"/>
                <a:gd name="csX3" fmla="*/ 6243 w 23587"/>
                <a:gd name="csY3" fmla="*/ 11106 h 22547"/>
                <a:gd name="csX4" fmla="*/ 7276 w 23587"/>
                <a:gd name="csY4" fmla="*/ 3930 h 22547"/>
                <a:gd name="csX5" fmla="*/ 16504 w 23587"/>
                <a:gd name="csY5" fmla="*/ 852 h 22547"/>
                <a:gd name="csX6" fmla="*/ 23680 w 23587"/>
                <a:gd name="csY6" fmla="*/ 3930 h 2254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587" h="22547">
                  <a:moveTo>
                    <a:pt x="23680" y="3930"/>
                  </a:moveTo>
                  <a:lnTo>
                    <a:pt x="3171" y="23399"/>
                  </a:lnTo>
                  <a:lnTo>
                    <a:pt x="93" y="20328"/>
                  </a:lnTo>
                  <a:lnTo>
                    <a:pt x="6243" y="11106"/>
                  </a:lnTo>
                  <a:lnTo>
                    <a:pt x="7276" y="3930"/>
                  </a:lnTo>
                  <a:lnTo>
                    <a:pt x="16504" y="852"/>
                  </a:lnTo>
                  <a:lnTo>
                    <a:pt x="23680" y="393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3" name="Forme libre : forme 561">
              <a:extLst>
                <a:ext uri="{FF2B5EF4-FFF2-40B4-BE49-F238E27FC236}">
                  <a16:creationId xmlns:a16="http://schemas.microsoft.com/office/drawing/2014/main" id="{2476F97B-2461-5F17-D234-0740E69E66E8}"/>
                </a:ext>
              </a:extLst>
            </p:cNvPr>
            <p:cNvSpPr/>
            <p:nvPr/>
          </p:nvSpPr>
          <p:spPr>
            <a:xfrm>
              <a:off x="1811763" y="3327770"/>
              <a:ext cx="24613" cy="16397"/>
            </a:xfrm>
            <a:custGeom>
              <a:avLst/>
              <a:gdLst>
                <a:gd name="csX0" fmla="*/ 24623 w 24613"/>
                <a:gd name="csY0" fmla="*/ 1901 h 16397"/>
                <a:gd name="csX1" fmla="*/ 22571 w 24613"/>
                <a:gd name="csY1" fmla="*/ 8051 h 16397"/>
                <a:gd name="csX2" fmla="*/ 8218 w 24613"/>
                <a:gd name="csY2" fmla="*/ 17272 h 16397"/>
                <a:gd name="csX3" fmla="*/ 9 w 24613"/>
                <a:gd name="csY3" fmla="*/ 15227 h 16397"/>
                <a:gd name="csX4" fmla="*/ 2062 w 24613"/>
                <a:gd name="csY4" fmla="*/ 11129 h 16397"/>
                <a:gd name="csX5" fmla="*/ 16421 w 24613"/>
                <a:gd name="csY5" fmla="*/ 3953 h 16397"/>
                <a:gd name="csX6" fmla="*/ 18466 w 24613"/>
                <a:gd name="csY6" fmla="*/ 875 h 16397"/>
                <a:gd name="csX7" fmla="*/ 24623 w 24613"/>
                <a:gd name="csY7" fmla="*/ 1901 h 16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613" h="16397">
                  <a:moveTo>
                    <a:pt x="24623" y="1901"/>
                  </a:moveTo>
                  <a:lnTo>
                    <a:pt x="22571" y="8051"/>
                  </a:lnTo>
                  <a:lnTo>
                    <a:pt x="8218" y="17272"/>
                  </a:lnTo>
                  <a:lnTo>
                    <a:pt x="9" y="15227"/>
                  </a:lnTo>
                  <a:lnTo>
                    <a:pt x="2062" y="11129"/>
                  </a:lnTo>
                  <a:lnTo>
                    <a:pt x="16421" y="3953"/>
                  </a:lnTo>
                  <a:lnTo>
                    <a:pt x="18466" y="875"/>
                  </a:lnTo>
                  <a:lnTo>
                    <a:pt x="24623" y="190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4" name="Forme libre : forme 562">
              <a:extLst>
                <a:ext uri="{FF2B5EF4-FFF2-40B4-BE49-F238E27FC236}">
                  <a16:creationId xmlns:a16="http://schemas.microsoft.com/office/drawing/2014/main" id="{58AEBFB1-AFD9-19E0-E992-1564A8E34066}"/>
                </a:ext>
              </a:extLst>
            </p:cNvPr>
            <p:cNvSpPr/>
            <p:nvPr/>
          </p:nvSpPr>
          <p:spPr>
            <a:xfrm rot="-3078174" flipV="1">
              <a:off x="1836973" y="3334104"/>
              <a:ext cx="16185" cy="14564"/>
            </a:xfrm>
            <a:custGeom>
              <a:avLst/>
              <a:gdLst>
                <a:gd name="csX0" fmla="*/ 19 w 16185"/>
                <a:gd name="csY0" fmla="*/ 15441 h 14564"/>
                <a:gd name="csX1" fmla="*/ 6586 w 16185"/>
                <a:gd name="csY1" fmla="*/ 15441 h 14564"/>
                <a:gd name="csX2" fmla="*/ 16204 w 16185"/>
                <a:gd name="csY2" fmla="*/ 3435 h 14564"/>
                <a:gd name="csX3" fmla="*/ 13003 w 16185"/>
                <a:gd name="csY3" fmla="*/ 877 h 14564"/>
                <a:gd name="csX4" fmla="*/ 19 w 16185"/>
                <a:gd name="csY4" fmla="*/ 15441 h 14564"/>
              </a:gdLst>
              <a:ahLst/>
              <a:cxnLst>
                <a:cxn ang="0">
                  <a:pos x="csX0" y="csY0"/>
                </a:cxn>
                <a:cxn ang="0">
                  <a:pos x="csX1" y="csY1"/>
                </a:cxn>
                <a:cxn ang="0">
                  <a:pos x="csX2" y="csY2"/>
                </a:cxn>
                <a:cxn ang="0">
                  <a:pos x="csX3" y="csY3"/>
                </a:cxn>
                <a:cxn ang="0">
                  <a:pos x="csX4" y="csY4"/>
                </a:cxn>
              </a:cxnLst>
              <a:rect l="l" t="t" r="r" b="b"/>
              <a:pathLst>
                <a:path w="16185" h="14564">
                  <a:moveTo>
                    <a:pt x="19" y="15441"/>
                  </a:moveTo>
                  <a:lnTo>
                    <a:pt x="6586" y="15441"/>
                  </a:lnTo>
                  <a:lnTo>
                    <a:pt x="16204" y="3435"/>
                  </a:lnTo>
                  <a:lnTo>
                    <a:pt x="13003" y="877"/>
                  </a:lnTo>
                  <a:lnTo>
                    <a:pt x="19" y="154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5" name="Forme libre : forme 563">
              <a:extLst>
                <a:ext uri="{FF2B5EF4-FFF2-40B4-BE49-F238E27FC236}">
                  <a16:creationId xmlns:a16="http://schemas.microsoft.com/office/drawing/2014/main" id="{A67C0B5E-C5B1-DFEC-C845-5D59541A8B58}"/>
                </a:ext>
              </a:extLst>
            </p:cNvPr>
            <p:cNvSpPr/>
            <p:nvPr/>
          </p:nvSpPr>
          <p:spPr>
            <a:xfrm>
              <a:off x="1978921" y="3015175"/>
              <a:ext cx="37946" cy="29723"/>
            </a:xfrm>
            <a:custGeom>
              <a:avLst/>
              <a:gdLst>
                <a:gd name="csX0" fmla="*/ 23702 w 37946"/>
                <a:gd name="csY0" fmla="*/ 689 h 29723"/>
                <a:gd name="csX1" fmla="*/ 37034 w 37946"/>
                <a:gd name="csY1" fmla="*/ 7866 h 29723"/>
                <a:gd name="csX2" fmla="*/ 38061 w 37946"/>
                <a:gd name="csY2" fmla="*/ 22211 h 29723"/>
                <a:gd name="csX3" fmla="*/ 29851 w 37946"/>
                <a:gd name="csY3" fmla="*/ 25289 h 29723"/>
                <a:gd name="csX4" fmla="*/ 21649 w 37946"/>
                <a:gd name="csY4" fmla="*/ 30413 h 29723"/>
                <a:gd name="csX5" fmla="*/ 9342 w 37946"/>
                <a:gd name="csY5" fmla="*/ 19139 h 29723"/>
                <a:gd name="csX6" fmla="*/ 1140 w 37946"/>
                <a:gd name="csY6" fmla="*/ 17087 h 29723"/>
                <a:gd name="csX7" fmla="*/ 114 w 37946"/>
                <a:gd name="csY7" fmla="*/ 8885 h 29723"/>
                <a:gd name="csX8" fmla="*/ 13447 w 37946"/>
                <a:gd name="csY8" fmla="*/ 5813 h 29723"/>
                <a:gd name="csX9" fmla="*/ 23702 w 37946"/>
                <a:gd name="csY9" fmla="*/ 68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7946" h="29723">
                  <a:moveTo>
                    <a:pt x="23702" y="689"/>
                  </a:moveTo>
                  <a:lnTo>
                    <a:pt x="37034" y="7866"/>
                  </a:lnTo>
                  <a:lnTo>
                    <a:pt x="38061" y="22211"/>
                  </a:lnTo>
                  <a:lnTo>
                    <a:pt x="29851" y="25289"/>
                  </a:lnTo>
                  <a:lnTo>
                    <a:pt x="21649" y="30413"/>
                  </a:lnTo>
                  <a:lnTo>
                    <a:pt x="9342" y="19139"/>
                  </a:lnTo>
                  <a:lnTo>
                    <a:pt x="1140" y="17087"/>
                  </a:lnTo>
                  <a:lnTo>
                    <a:pt x="114" y="8885"/>
                  </a:lnTo>
                  <a:lnTo>
                    <a:pt x="13447" y="5813"/>
                  </a:lnTo>
                  <a:lnTo>
                    <a:pt x="23702" y="6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6" name="Forme libre : forme 564">
              <a:extLst>
                <a:ext uri="{FF2B5EF4-FFF2-40B4-BE49-F238E27FC236}">
                  <a16:creationId xmlns:a16="http://schemas.microsoft.com/office/drawing/2014/main" id="{FE42C18C-E2BB-DADD-7C45-DA34E361406F}"/>
                </a:ext>
              </a:extLst>
            </p:cNvPr>
            <p:cNvSpPr/>
            <p:nvPr/>
          </p:nvSpPr>
          <p:spPr>
            <a:xfrm>
              <a:off x="1877402" y="2866556"/>
              <a:ext cx="74860" cy="29723"/>
            </a:xfrm>
            <a:custGeom>
              <a:avLst/>
              <a:gdLst>
                <a:gd name="csX0" fmla="*/ 3136 w 74860"/>
                <a:gd name="csY0" fmla="*/ 599 h 29723"/>
                <a:gd name="csX1" fmla="*/ 19541 w 74860"/>
                <a:gd name="csY1" fmla="*/ 2651 h 29723"/>
                <a:gd name="csX2" fmla="*/ 42102 w 74860"/>
                <a:gd name="csY2" fmla="*/ 2651 h 29723"/>
                <a:gd name="csX3" fmla="*/ 61585 w 74860"/>
                <a:gd name="csY3" fmla="*/ 14951 h 29723"/>
                <a:gd name="csX4" fmla="*/ 74918 w 74860"/>
                <a:gd name="csY4" fmla="*/ 16997 h 29723"/>
                <a:gd name="csX5" fmla="*/ 72866 w 74860"/>
                <a:gd name="csY5" fmla="*/ 22120 h 29723"/>
                <a:gd name="csX6" fmla="*/ 58507 w 74860"/>
                <a:gd name="csY6" fmla="*/ 26225 h 29723"/>
                <a:gd name="csX7" fmla="*/ 49278 w 74860"/>
                <a:gd name="csY7" fmla="*/ 30323 h 29723"/>
                <a:gd name="csX8" fmla="*/ 25698 w 74860"/>
                <a:gd name="csY8" fmla="*/ 15970 h 29723"/>
                <a:gd name="csX9" fmla="*/ 6208 w 74860"/>
                <a:gd name="csY9" fmla="*/ 21101 h 29723"/>
                <a:gd name="csX10" fmla="*/ 58 w 74860"/>
                <a:gd name="csY10" fmla="*/ 10847 h 29723"/>
                <a:gd name="csX11" fmla="*/ 3136 w 74860"/>
                <a:gd name="csY11" fmla="*/ 599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4860" h="29723">
                  <a:moveTo>
                    <a:pt x="3136" y="599"/>
                  </a:moveTo>
                  <a:lnTo>
                    <a:pt x="19541" y="2651"/>
                  </a:lnTo>
                  <a:lnTo>
                    <a:pt x="42102" y="2651"/>
                  </a:lnTo>
                  <a:lnTo>
                    <a:pt x="61585" y="14951"/>
                  </a:lnTo>
                  <a:lnTo>
                    <a:pt x="74918" y="16997"/>
                  </a:lnTo>
                  <a:lnTo>
                    <a:pt x="72866" y="22120"/>
                  </a:lnTo>
                  <a:lnTo>
                    <a:pt x="58507" y="26225"/>
                  </a:lnTo>
                  <a:lnTo>
                    <a:pt x="49278" y="30323"/>
                  </a:lnTo>
                  <a:lnTo>
                    <a:pt x="25698" y="15970"/>
                  </a:lnTo>
                  <a:lnTo>
                    <a:pt x="6208" y="21101"/>
                  </a:lnTo>
                  <a:lnTo>
                    <a:pt x="58" y="10847"/>
                  </a:lnTo>
                  <a:lnTo>
                    <a:pt x="3136" y="5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7" name="Forme libre : forme 565">
              <a:extLst>
                <a:ext uri="{FF2B5EF4-FFF2-40B4-BE49-F238E27FC236}">
                  <a16:creationId xmlns:a16="http://schemas.microsoft.com/office/drawing/2014/main" id="{51A57B49-023B-87D8-2158-1333DB3BE10B}"/>
                </a:ext>
              </a:extLst>
            </p:cNvPr>
            <p:cNvSpPr/>
            <p:nvPr/>
          </p:nvSpPr>
          <p:spPr>
            <a:xfrm>
              <a:off x="2402700" y="3015695"/>
              <a:ext cx="20762" cy="22287"/>
            </a:xfrm>
            <a:custGeom>
              <a:avLst/>
              <a:gdLst>
                <a:gd name="csX0" fmla="*/ 21130 w 20762"/>
                <a:gd name="csY0" fmla="*/ 687 h 22287"/>
                <a:gd name="csX1" fmla="*/ 14980 w 20762"/>
                <a:gd name="csY1" fmla="*/ 2219 h 22287"/>
                <a:gd name="csX2" fmla="*/ 1134 w 20762"/>
                <a:gd name="csY2" fmla="*/ 17598 h 22287"/>
                <a:gd name="csX3" fmla="*/ 368 w 20762"/>
                <a:gd name="csY3" fmla="*/ 22975 h 22287"/>
                <a:gd name="csX4" fmla="*/ 8823 w 20762"/>
                <a:gd name="csY4" fmla="*/ 22209 h 22287"/>
                <a:gd name="csX5" fmla="*/ 21130 w 20762"/>
                <a:gd name="csY5" fmla="*/ 7603 h 22287"/>
                <a:gd name="csX6" fmla="*/ 21130 w 20762"/>
                <a:gd name="csY6" fmla="*/ 687 h 222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762" h="22287">
                  <a:moveTo>
                    <a:pt x="21130" y="687"/>
                  </a:moveTo>
                  <a:lnTo>
                    <a:pt x="14980" y="2219"/>
                  </a:lnTo>
                  <a:lnTo>
                    <a:pt x="1134" y="17598"/>
                  </a:lnTo>
                  <a:lnTo>
                    <a:pt x="368" y="22975"/>
                  </a:lnTo>
                  <a:lnTo>
                    <a:pt x="8823" y="22209"/>
                  </a:lnTo>
                  <a:lnTo>
                    <a:pt x="21130" y="7603"/>
                  </a:lnTo>
                  <a:lnTo>
                    <a:pt x="21130" y="68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8" name="Forme libre : forme 566">
              <a:extLst>
                <a:ext uri="{FF2B5EF4-FFF2-40B4-BE49-F238E27FC236}">
                  <a16:creationId xmlns:a16="http://schemas.microsoft.com/office/drawing/2014/main" id="{E2A9D839-5198-FAD6-CA4A-417EBA684B77}"/>
                </a:ext>
              </a:extLst>
            </p:cNvPr>
            <p:cNvSpPr/>
            <p:nvPr/>
          </p:nvSpPr>
          <p:spPr>
            <a:xfrm>
              <a:off x="2428846" y="3005700"/>
              <a:ext cx="12306" cy="12299"/>
            </a:xfrm>
            <a:custGeom>
              <a:avLst/>
              <a:gdLst>
                <a:gd name="csX0" fmla="*/ 379 w 12306"/>
                <a:gd name="csY0" fmla="*/ 7592 h 12299"/>
                <a:gd name="csX1" fmla="*/ 1145 w 12306"/>
                <a:gd name="csY1" fmla="*/ 2215 h 12299"/>
                <a:gd name="csX2" fmla="*/ 11146 w 12306"/>
                <a:gd name="csY2" fmla="*/ 676 h 12299"/>
                <a:gd name="csX3" fmla="*/ 12686 w 12306"/>
                <a:gd name="csY3" fmla="*/ 8358 h 12299"/>
                <a:gd name="csX4" fmla="*/ 4996 w 12306"/>
                <a:gd name="csY4" fmla="*/ 12976 h 12299"/>
                <a:gd name="csX5" fmla="*/ 379 w 12306"/>
                <a:gd name="csY5" fmla="*/ 7592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379" y="7592"/>
                  </a:moveTo>
                  <a:lnTo>
                    <a:pt x="1145" y="2215"/>
                  </a:lnTo>
                  <a:lnTo>
                    <a:pt x="11146" y="676"/>
                  </a:lnTo>
                  <a:lnTo>
                    <a:pt x="12686" y="8358"/>
                  </a:lnTo>
                  <a:lnTo>
                    <a:pt x="4996" y="12976"/>
                  </a:lnTo>
                  <a:lnTo>
                    <a:pt x="379" y="75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89" name="Forme libre : forme 567">
              <a:extLst>
                <a:ext uri="{FF2B5EF4-FFF2-40B4-BE49-F238E27FC236}">
                  <a16:creationId xmlns:a16="http://schemas.microsoft.com/office/drawing/2014/main" id="{D1F93DD7-AAFE-15D9-126A-9559BFFE883A}"/>
                </a:ext>
              </a:extLst>
            </p:cNvPr>
            <p:cNvSpPr/>
            <p:nvPr/>
          </p:nvSpPr>
          <p:spPr>
            <a:xfrm>
              <a:off x="2285023" y="3097177"/>
              <a:ext cx="29997" cy="13066"/>
            </a:xfrm>
            <a:custGeom>
              <a:avLst/>
              <a:gdLst>
                <a:gd name="csX0" fmla="*/ 1835 w 29997"/>
                <a:gd name="csY0" fmla="*/ 13797 h 13066"/>
                <a:gd name="csX1" fmla="*/ 27981 w 29997"/>
                <a:gd name="csY1" fmla="*/ 11492 h 13066"/>
                <a:gd name="csX2" fmla="*/ 30293 w 29997"/>
                <a:gd name="csY2" fmla="*/ 6881 h 13066"/>
                <a:gd name="csX3" fmla="*/ 21064 w 29997"/>
                <a:gd name="csY3" fmla="*/ 731 h 13066"/>
                <a:gd name="csX4" fmla="*/ 3374 w 29997"/>
                <a:gd name="csY4" fmla="*/ 2264 h 13066"/>
                <a:gd name="csX5" fmla="*/ 295 w 29997"/>
                <a:gd name="csY5" fmla="*/ 6108 h 13066"/>
                <a:gd name="csX6" fmla="*/ 1835 w 29997"/>
                <a:gd name="csY6" fmla="*/ 13797 h 130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997" h="13066">
                  <a:moveTo>
                    <a:pt x="1835" y="13797"/>
                  </a:moveTo>
                  <a:lnTo>
                    <a:pt x="27981" y="11492"/>
                  </a:lnTo>
                  <a:lnTo>
                    <a:pt x="30293" y="6881"/>
                  </a:lnTo>
                  <a:lnTo>
                    <a:pt x="21064" y="731"/>
                  </a:lnTo>
                  <a:lnTo>
                    <a:pt x="3374" y="2264"/>
                  </a:lnTo>
                  <a:lnTo>
                    <a:pt x="295" y="6108"/>
                  </a:lnTo>
                  <a:lnTo>
                    <a:pt x="1835" y="137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0" name="Forme libre : forme 568">
              <a:extLst>
                <a:ext uri="{FF2B5EF4-FFF2-40B4-BE49-F238E27FC236}">
                  <a16:creationId xmlns:a16="http://schemas.microsoft.com/office/drawing/2014/main" id="{7DF446F4-D271-EBBB-7EAC-85F9E0174DCA}"/>
                </a:ext>
              </a:extLst>
            </p:cNvPr>
            <p:cNvSpPr/>
            <p:nvPr/>
          </p:nvSpPr>
          <p:spPr>
            <a:xfrm>
              <a:off x="2253493" y="3120231"/>
              <a:ext cx="56916" cy="35360"/>
            </a:xfrm>
            <a:custGeom>
              <a:avLst/>
              <a:gdLst>
                <a:gd name="csX0" fmla="*/ 5667 w 56916"/>
                <a:gd name="csY0" fmla="*/ 9210 h 35360"/>
                <a:gd name="csX1" fmla="*/ 17974 w 56916"/>
                <a:gd name="csY1" fmla="*/ 7671 h 35360"/>
                <a:gd name="csX2" fmla="*/ 28741 w 56916"/>
                <a:gd name="csY2" fmla="*/ 1521 h 35360"/>
                <a:gd name="csX3" fmla="*/ 54121 w 56916"/>
                <a:gd name="csY3" fmla="*/ 754 h 35360"/>
                <a:gd name="csX4" fmla="*/ 57199 w 56916"/>
                <a:gd name="csY4" fmla="*/ 6904 h 35360"/>
                <a:gd name="csX5" fmla="*/ 52582 w 56916"/>
                <a:gd name="csY5" fmla="*/ 13821 h 35360"/>
                <a:gd name="csX6" fmla="*/ 36430 w 56916"/>
                <a:gd name="csY6" fmla="*/ 23815 h 35360"/>
                <a:gd name="csX7" fmla="*/ 36430 w 56916"/>
                <a:gd name="csY7" fmla="*/ 29199 h 35360"/>
                <a:gd name="csX8" fmla="*/ 22584 w 56916"/>
                <a:gd name="csY8" fmla="*/ 30731 h 35360"/>
                <a:gd name="csX9" fmla="*/ 17974 w 56916"/>
                <a:gd name="csY9" fmla="*/ 36115 h 35360"/>
                <a:gd name="csX10" fmla="*/ 9511 w 56916"/>
                <a:gd name="csY10" fmla="*/ 32270 h 35360"/>
                <a:gd name="csX11" fmla="*/ 9511 w 56916"/>
                <a:gd name="csY11" fmla="*/ 26887 h 35360"/>
                <a:gd name="csX12" fmla="*/ 1049 w 56916"/>
                <a:gd name="csY12" fmla="*/ 21510 h 35360"/>
                <a:gd name="csX13" fmla="*/ 283 w 56916"/>
                <a:gd name="csY13" fmla="*/ 11515 h 35360"/>
                <a:gd name="csX14" fmla="*/ 5667 w 56916"/>
                <a:gd name="csY14" fmla="*/ 9210 h 353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6916" h="35360">
                  <a:moveTo>
                    <a:pt x="5667" y="9210"/>
                  </a:moveTo>
                  <a:lnTo>
                    <a:pt x="17974" y="7671"/>
                  </a:lnTo>
                  <a:lnTo>
                    <a:pt x="28741" y="1521"/>
                  </a:lnTo>
                  <a:lnTo>
                    <a:pt x="54121" y="754"/>
                  </a:lnTo>
                  <a:lnTo>
                    <a:pt x="57199" y="6904"/>
                  </a:lnTo>
                  <a:lnTo>
                    <a:pt x="52582" y="13821"/>
                  </a:lnTo>
                  <a:lnTo>
                    <a:pt x="36430" y="23815"/>
                  </a:lnTo>
                  <a:lnTo>
                    <a:pt x="36430" y="29199"/>
                  </a:lnTo>
                  <a:lnTo>
                    <a:pt x="22584" y="30731"/>
                  </a:lnTo>
                  <a:lnTo>
                    <a:pt x="17974" y="36115"/>
                  </a:lnTo>
                  <a:lnTo>
                    <a:pt x="9511" y="32270"/>
                  </a:lnTo>
                  <a:lnTo>
                    <a:pt x="9511" y="26887"/>
                  </a:lnTo>
                  <a:lnTo>
                    <a:pt x="1049" y="21510"/>
                  </a:lnTo>
                  <a:lnTo>
                    <a:pt x="283" y="11515"/>
                  </a:lnTo>
                  <a:lnTo>
                    <a:pt x="5667" y="92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1" name="Forme libre : forme 569">
              <a:extLst>
                <a:ext uri="{FF2B5EF4-FFF2-40B4-BE49-F238E27FC236}">
                  <a16:creationId xmlns:a16="http://schemas.microsoft.com/office/drawing/2014/main" id="{554F1435-E7F6-4AB6-5C6B-0871702BCE5D}"/>
                </a:ext>
              </a:extLst>
            </p:cNvPr>
            <p:cNvSpPr/>
            <p:nvPr/>
          </p:nvSpPr>
          <p:spPr>
            <a:xfrm rot="8590252" flipV="1">
              <a:off x="2402339" y="3008640"/>
              <a:ext cx="4309" cy="6615"/>
            </a:xfrm>
            <a:custGeom>
              <a:avLst/>
              <a:gdLst>
                <a:gd name="csX0" fmla="*/ 512 w 4309"/>
                <a:gd name="csY0" fmla="*/ 7291 h 6615"/>
                <a:gd name="csX1" fmla="*/ 4357 w 4309"/>
                <a:gd name="csY1" fmla="*/ 7291 h 6615"/>
                <a:gd name="csX2" fmla="*/ 4671 w 4309"/>
                <a:gd name="csY2" fmla="*/ 1292 h 6615"/>
                <a:gd name="csX3" fmla="*/ 362 w 4309"/>
                <a:gd name="csY3" fmla="*/ 676 h 6615"/>
                <a:gd name="csX4" fmla="*/ 512 w 4309"/>
                <a:gd name="csY4" fmla="*/ 7291 h 6615"/>
              </a:gdLst>
              <a:ahLst/>
              <a:cxnLst>
                <a:cxn ang="0">
                  <a:pos x="csX0" y="csY0"/>
                </a:cxn>
                <a:cxn ang="0">
                  <a:pos x="csX1" y="csY1"/>
                </a:cxn>
                <a:cxn ang="0">
                  <a:pos x="csX2" y="csY2"/>
                </a:cxn>
                <a:cxn ang="0">
                  <a:pos x="csX3" y="csY3"/>
                </a:cxn>
                <a:cxn ang="0">
                  <a:pos x="csX4" y="csY4"/>
                </a:cxn>
              </a:cxnLst>
              <a:rect l="l" t="t" r="r" b="b"/>
              <a:pathLst>
                <a:path w="4309" h="6615">
                  <a:moveTo>
                    <a:pt x="512" y="7291"/>
                  </a:moveTo>
                  <a:lnTo>
                    <a:pt x="4357" y="7291"/>
                  </a:lnTo>
                  <a:lnTo>
                    <a:pt x="4671" y="1292"/>
                  </a:lnTo>
                  <a:lnTo>
                    <a:pt x="362" y="676"/>
                  </a:lnTo>
                  <a:lnTo>
                    <a:pt x="512" y="72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2" name="Forme libre : forme 570">
              <a:extLst>
                <a:ext uri="{FF2B5EF4-FFF2-40B4-BE49-F238E27FC236}">
                  <a16:creationId xmlns:a16="http://schemas.microsoft.com/office/drawing/2014/main" id="{6609B78B-049F-1547-97D5-028AB875B668}"/>
                </a:ext>
              </a:extLst>
            </p:cNvPr>
            <p:cNvSpPr/>
            <p:nvPr/>
          </p:nvSpPr>
          <p:spPr>
            <a:xfrm rot="6794551" flipV="1">
              <a:off x="2396568" y="3022201"/>
              <a:ext cx="5862" cy="4446"/>
            </a:xfrm>
            <a:custGeom>
              <a:avLst/>
              <a:gdLst>
                <a:gd name="csX0" fmla="*/ 358 w 5862"/>
                <a:gd name="csY0" fmla="*/ 5131 h 4446"/>
                <a:gd name="csX1" fmla="*/ 6221 w 5862"/>
                <a:gd name="csY1" fmla="*/ 5131 h 4446"/>
                <a:gd name="csX2" fmla="*/ 5619 w 5862"/>
                <a:gd name="csY2" fmla="*/ 684 h 4446"/>
                <a:gd name="csX3" fmla="*/ 461 w 5862"/>
                <a:gd name="csY3" fmla="*/ 985 h 4446"/>
                <a:gd name="csX4" fmla="*/ 358 w 5862"/>
                <a:gd name="csY4" fmla="*/ 5131 h 4446"/>
              </a:gdLst>
              <a:ahLst/>
              <a:cxnLst>
                <a:cxn ang="0">
                  <a:pos x="csX0" y="csY0"/>
                </a:cxn>
                <a:cxn ang="0">
                  <a:pos x="csX1" y="csY1"/>
                </a:cxn>
                <a:cxn ang="0">
                  <a:pos x="csX2" y="csY2"/>
                </a:cxn>
                <a:cxn ang="0">
                  <a:pos x="csX3" y="csY3"/>
                </a:cxn>
                <a:cxn ang="0">
                  <a:pos x="csX4" y="csY4"/>
                </a:cxn>
              </a:cxnLst>
              <a:rect l="l" t="t" r="r" b="b"/>
              <a:pathLst>
                <a:path w="5862" h="4446">
                  <a:moveTo>
                    <a:pt x="358" y="5131"/>
                  </a:moveTo>
                  <a:lnTo>
                    <a:pt x="6221" y="5131"/>
                  </a:lnTo>
                  <a:lnTo>
                    <a:pt x="5619" y="684"/>
                  </a:lnTo>
                  <a:lnTo>
                    <a:pt x="461" y="985"/>
                  </a:lnTo>
                  <a:lnTo>
                    <a:pt x="358" y="51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3" name="Forme libre : forme 571">
              <a:extLst>
                <a:ext uri="{FF2B5EF4-FFF2-40B4-BE49-F238E27FC236}">
                  <a16:creationId xmlns:a16="http://schemas.microsoft.com/office/drawing/2014/main" id="{EE64E3B3-7799-A9DA-910B-C67B590FA120}"/>
                </a:ext>
              </a:extLst>
            </p:cNvPr>
            <p:cNvSpPr/>
            <p:nvPr/>
          </p:nvSpPr>
          <p:spPr>
            <a:xfrm rot="-2435808" flipV="1">
              <a:off x="2119360" y="3219906"/>
              <a:ext cx="9447" cy="6115"/>
            </a:xfrm>
            <a:custGeom>
              <a:avLst/>
              <a:gdLst>
                <a:gd name="csX0" fmla="*/ 190 w 9447"/>
                <a:gd name="csY0" fmla="*/ 804 h 6115"/>
                <a:gd name="csX1" fmla="*/ 9637 w 9447"/>
                <a:gd name="csY1" fmla="*/ 804 h 6115"/>
                <a:gd name="csX2" fmla="*/ 9302 w 9447"/>
                <a:gd name="csY2" fmla="*/ 5134 h 6115"/>
                <a:gd name="csX3" fmla="*/ 4076 w 9447"/>
                <a:gd name="csY3" fmla="*/ 6920 h 6115"/>
                <a:gd name="csX4" fmla="*/ 190 w 9447"/>
                <a:gd name="csY4" fmla="*/ 804 h 6115"/>
              </a:gdLst>
              <a:ahLst/>
              <a:cxnLst>
                <a:cxn ang="0">
                  <a:pos x="csX0" y="csY0"/>
                </a:cxn>
                <a:cxn ang="0">
                  <a:pos x="csX1" y="csY1"/>
                </a:cxn>
                <a:cxn ang="0">
                  <a:pos x="csX2" y="csY2"/>
                </a:cxn>
                <a:cxn ang="0">
                  <a:pos x="csX3" y="csY3"/>
                </a:cxn>
                <a:cxn ang="0">
                  <a:pos x="csX4" y="csY4"/>
                </a:cxn>
              </a:cxnLst>
              <a:rect l="l" t="t" r="r" b="b"/>
              <a:pathLst>
                <a:path w="9447" h="6115">
                  <a:moveTo>
                    <a:pt x="190" y="804"/>
                  </a:moveTo>
                  <a:lnTo>
                    <a:pt x="9637" y="804"/>
                  </a:lnTo>
                  <a:lnTo>
                    <a:pt x="9302" y="5134"/>
                  </a:lnTo>
                  <a:lnTo>
                    <a:pt x="4076" y="6920"/>
                  </a:lnTo>
                  <a:lnTo>
                    <a:pt x="190" y="80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4" name="Forme libre : forme 572">
              <a:extLst>
                <a:ext uri="{FF2B5EF4-FFF2-40B4-BE49-F238E27FC236}">
                  <a16:creationId xmlns:a16="http://schemas.microsoft.com/office/drawing/2014/main" id="{ECCBA6D5-E1E5-EC3F-8CEA-0082DFC3DCE0}"/>
                </a:ext>
              </a:extLst>
            </p:cNvPr>
            <p:cNvSpPr/>
            <p:nvPr/>
          </p:nvSpPr>
          <p:spPr>
            <a:xfrm rot="-2020522" flipV="1">
              <a:off x="2135165" y="3226608"/>
              <a:ext cx="9666" cy="6827"/>
            </a:xfrm>
            <a:custGeom>
              <a:avLst/>
              <a:gdLst>
                <a:gd name="csX0" fmla="*/ 1047 w 9666"/>
                <a:gd name="csY0" fmla="*/ 7637 h 6827"/>
                <a:gd name="csX1" fmla="*/ 8442 w 9666"/>
                <a:gd name="csY1" fmla="*/ 7637 h 6827"/>
                <a:gd name="csX2" fmla="*/ 9865 w 9666"/>
                <a:gd name="csY2" fmla="*/ 4223 h 6827"/>
                <a:gd name="csX3" fmla="*/ 199 w 9666"/>
                <a:gd name="csY3" fmla="*/ 809 h 6827"/>
                <a:gd name="csX4" fmla="*/ 1047 w 9666"/>
                <a:gd name="csY4" fmla="*/ 7637 h 6827"/>
              </a:gdLst>
              <a:ahLst/>
              <a:cxnLst>
                <a:cxn ang="0">
                  <a:pos x="csX0" y="csY0"/>
                </a:cxn>
                <a:cxn ang="0">
                  <a:pos x="csX1" y="csY1"/>
                </a:cxn>
                <a:cxn ang="0">
                  <a:pos x="csX2" y="csY2"/>
                </a:cxn>
                <a:cxn ang="0">
                  <a:pos x="csX3" y="csY3"/>
                </a:cxn>
                <a:cxn ang="0">
                  <a:pos x="csX4" y="csY4"/>
                </a:cxn>
              </a:cxnLst>
              <a:rect l="l" t="t" r="r" b="b"/>
              <a:pathLst>
                <a:path w="9666" h="6827">
                  <a:moveTo>
                    <a:pt x="1047" y="7637"/>
                  </a:moveTo>
                  <a:lnTo>
                    <a:pt x="8442" y="7637"/>
                  </a:lnTo>
                  <a:lnTo>
                    <a:pt x="9865" y="4223"/>
                  </a:lnTo>
                  <a:lnTo>
                    <a:pt x="199" y="809"/>
                  </a:lnTo>
                  <a:lnTo>
                    <a:pt x="1047" y="763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5" name="Forme libre : forme 573">
              <a:extLst>
                <a:ext uri="{FF2B5EF4-FFF2-40B4-BE49-F238E27FC236}">
                  <a16:creationId xmlns:a16="http://schemas.microsoft.com/office/drawing/2014/main" id="{14298273-C352-CC58-E09D-13DCC6815F86}"/>
                </a:ext>
              </a:extLst>
            </p:cNvPr>
            <p:cNvSpPr/>
            <p:nvPr/>
          </p:nvSpPr>
          <p:spPr>
            <a:xfrm>
              <a:off x="3035676" y="2448946"/>
              <a:ext cx="387626" cy="192790"/>
            </a:xfrm>
            <a:custGeom>
              <a:avLst/>
              <a:gdLst>
                <a:gd name="csX0" fmla="*/ 268012 w 387626"/>
                <a:gd name="csY0" fmla="*/ 5016 h 192790"/>
                <a:gd name="csX1" fmla="*/ 276214 w 387626"/>
                <a:gd name="csY1" fmla="*/ 9935 h 192790"/>
                <a:gd name="csX2" fmla="*/ 276214 w 387626"/>
                <a:gd name="csY2" fmla="*/ 13622 h 192790"/>
                <a:gd name="csX3" fmla="*/ 294671 w 387626"/>
                <a:gd name="csY3" fmla="*/ 22235 h 192790"/>
                <a:gd name="csX4" fmla="*/ 294671 w 387626"/>
                <a:gd name="csY4" fmla="*/ 46835 h 192790"/>
                <a:gd name="csX5" fmla="*/ 300821 w 387626"/>
                <a:gd name="csY5" fmla="*/ 64977 h 192790"/>
                <a:gd name="csX6" fmla="*/ 314667 w 387626"/>
                <a:gd name="csY6" fmla="*/ 78816 h 192790"/>
                <a:gd name="csX7" fmla="*/ 310056 w 387626"/>
                <a:gd name="csY7" fmla="*/ 96336 h 192790"/>
                <a:gd name="csX8" fmla="*/ 339281 w 387626"/>
                <a:gd name="csY8" fmla="*/ 112945 h 192790"/>
                <a:gd name="csX9" fmla="*/ 345431 w 387626"/>
                <a:gd name="csY9" fmla="*/ 109251 h 192790"/>
                <a:gd name="csX10" fmla="*/ 357737 w 387626"/>
                <a:gd name="csY10" fmla="*/ 112022 h 192790"/>
                <a:gd name="csX11" fmla="*/ 360816 w 387626"/>
                <a:gd name="csY11" fmla="*/ 123090 h 192790"/>
                <a:gd name="csX12" fmla="*/ 388501 w 387626"/>
                <a:gd name="csY12" fmla="*/ 136930 h 192790"/>
                <a:gd name="csX13" fmla="*/ 388501 w 387626"/>
                <a:gd name="csY13" fmla="*/ 143387 h 192790"/>
                <a:gd name="csX14" fmla="*/ 385422 w 387626"/>
                <a:gd name="csY14" fmla="*/ 147075 h 192790"/>
                <a:gd name="csX15" fmla="*/ 376194 w 387626"/>
                <a:gd name="csY15" fmla="*/ 147075 h 192790"/>
                <a:gd name="csX16" fmla="*/ 368505 w 387626"/>
                <a:gd name="csY16" fmla="*/ 148922 h 192790"/>
                <a:gd name="csX17" fmla="*/ 360809 w 387626"/>
                <a:gd name="csY17" fmla="*/ 146151 h 192790"/>
                <a:gd name="csX18" fmla="*/ 351580 w 387626"/>
                <a:gd name="csY18" fmla="*/ 152609 h 192790"/>
                <a:gd name="csX19" fmla="*/ 337741 w 387626"/>
                <a:gd name="csY19" fmla="*/ 148922 h 192790"/>
                <a:gd name="csX20" fmla="*/ 334663 w 387626"/>
                <a:gd name="csY20" fmla="*/ 152609 h 192790"/>
                <a:gd name="csX21" fmla="*/ 337741 w 387626"/>
                <a:gd name="csY21" fmla="*/ 162754 h 192790"/>
                <a:gd name="csX22" fmla="*/ 351580 w 387626"/>
                <a:gd name="csY22" fmla="*/ 159067 h 192790"/>
                <a:gd name="csX23" fmla="*/ 360809 w 387626"/>
                <a:gd name="csY23" fmla="*/ 161830 h 192790"/>
                <a:gd name="csX24" fmla="*/ 365269 w 387626"/>
                <a:gd name="csY24" fmla="*/ 175341 h 192790"/>
                <a:gd name="csX25" fmla="*/ 350041 w 387626"/>
                <a:gd name="csY25" fmla="*/ 176593 h 192790"/>
                <a:gd name="csX26" fmla="*/ 331585 w 387626"/>
                <a:gd name="csY26" fmla="*/ 182127 h 192790"/>
                <a:gd name="csX27" fmla="*/ 313128 w 387626"/>
                <a:gd name="csY27" fmla="*/ 180280 h 192790"/>
                <a:gd name="csX28" fmla="*/ 300821 w 387626"/>
                <a:gd name="csY28" fmla="*/ 183051 h 192790"/>
                <a:gd name="csX29" fmla="*/ 294671 w 387626"/>
                <a:gd name="csY29" fmla="*/ 173823 h 192790"/>
                <a:gd name="csX30" fmla="*/ 274675 w 387626"/>
                <a:gd name="csY30" fmla="*/ 169212 h 192790"/>
                <a:gd name="csX31" fmla="*/ 271597 w 387626"/>
                <a:gd name="csY31" fmla="*/ 161830 h 192790"/>
                <a:gd name="csX32" fmla="*/ 260829 w 387626"/>
                <a:gd name="csY32" fmla="*/ 161830 h 192790"/>
                <a:gd name="csX33" fmla="*/ 257751 w 387626"/>
                <a:gd name="csY33" fmla="*/ 171976 h 192790"/>
                <a:gd name="csX34" fmla="*/ 243911 w 387626"/>
                <a:gd name="csY34" fmla="*/ 179357 h 192790"/>
                <a:gd name="csX35" fmla="*/ 219298 w 387626"/>
                <a:gd name="csY35" fmla="*/ 179357 h 192790"/>
                <a:gd name="csX36" fmla="*/ 196223 w 387626"/>
                <a:gd name="csY36" fmla="*/ 189502 h 192790"/>
                <a:gd name="csX37" fmla="*/ 182377 w 387626"/>
                <a:gd name="csY37" fmla="*/ 190426 h 192790"/>
                <a:gd name="csX38" fmla="*/ 125468 w 387626"/>
                <a:gd name="csY38" fmla="*/ 193196 h 192790"/>
                <a:gd name="csX39" fmla="*/ 111622 w 387626"/>
                <a:gd name="csY39" fmla="*/ 183968 h 192790"/>
                <a:gd name="csX40" fmla="*/ 111622 w 387626"/>
                <a:gd name="csY40" fmla="*/ 169212 h 192790"/>
                <a:gd name="csX41" fmla="*/ 103933 w 387626"/>
                <a:gd name="csY41" fmla="*/ 164601 h 192790"/>
                <a:gd name="csX42" fmla="*/ 74708 w 387626"/>
                <a:gd name="csY42" fmla="*/ 163678 h 192790"/>
                <a:gd name="csX43" fmla="*/ 51634 w 387626"/>
                <a:gd name="csY43" fmla="*/ 160907 h 192790"/>
                <a:gd name="csX44" fmla="*/ 30099 w 387626"/>
                <a:gd name="csY44" fmla="*/ 147068 h 192790"/>
                <a:gd name="csX45" fmla="*/ 30099 w 387626"/>
                <a:gd name="csY45" fmla="*/ 138770 h 192790"/>
                <a:gd name="csX46" fmla="*/ 48555 w 387626"/>
                <a:gd name="csY46" fmla="*/ 131388 h 192790"/>
                <a:gd name="csX47" fmla="*/ 96243 w 387626"/>
                <a:gd name="csY47" fmla="*/ 126778 h 192790"/>
                <a:gd name="csX48" fmla="*/ 123929 w 387626"/>
                <a:gd name="csY48" fmla="*/ 128625 h 192790"/>
                <a:gd name="csX49" fmla="*/ 148542 w 387626"/>
                <a:gd name="csY49" fmla="*/ 126778 h 192790"/>
                <a:gd name="csX50" fmla="*/ 151614 w 387626"/>
                <a:gd name="csY50" fmla="*/ 123090 h 192790"/>
                <a:gd name="csX51" fmla="*/ 127007 w 387626"/>
                <a:gd name="csY51" fmla="*/ 116633 h 192790"/>
                <a:gd name="csX52" fmla="*/ 117779 w 387626"/>
                <a:gd name="csY52" fmla="*/ 115709 h 192790"/>
                <a:gd name="csX53" fmla="*/ 96243 w 387626"/>
                <a:gd name="csY53" fmla="*/ 111098 h 192790"/>
                <a:gd name="csX54" fmla="*/ 67012 w 387626"/>
                <a:gd name="csY54" fmla="*/ 118473 h 192790"/>
                <a:gd name="csX55" fmla="*/ 45484 w 387626"/>
                <a:gd name="csY55" fmla="*/ 117556 h 192790"/>
                <a:gd name="csX56" fmla="*/ 25481 w 387626"/>
                <a:gd name="csY56" fmla="*/ 112022 h 192790"/>
                <a:gd name="csX57" fmla="*/ 11642 w 387626"/>
                <a:gd name="csY57" fmla="*/ 96336 h 192790"/>
                <a:gd name="csX58" fmla="*/ 31638 w 387626"/>
                <a:gd name="csY58" fmla="*/ 91725 h 192790"/>
                <a:gd name="csX59" fmla="*/ 54712 w 387626"/>
                <a:gd name="csY59" fmla="*/ 89878 h 192790"/>
                <a:gd name="csX60" fmla="*/ 65480 w 387626"/>
                <a:gd name="csY60" fmla="*/ 80656 h 192790"/>
                <a:gd name="csX61" fmla="*/ 57791 w 387626"/>
                <a:gd name="csY61" fmla="*/ 77886 h 192790"/>
                <a:gd name="csX62" fmla="*/ 30099 w 387626"/>
                <a:gd name="csY62" fmla="*/ 80656 h 192790"/>
                <a:gd name="csX63" fmla="*/ 22409 w 387626"/>
                <a:gd name="csY63" fmla="*/ 84343 h 192790"/>
                <a:gd name="csX64" fmla="*/ 16253 w 387626"/>
                <a:gd name="csY64" fmla="*/ 82503 h 192790"/>
                <a:gd name="csX65" fmla="*/ 17792 w 387626"/>
                <a:gd name="csY65" fmla="*/ 75122 h 192790"/>
                <a:gd name="csX66" fmla="*/ 2413 w 387626"/>
                <a:gd name="csY66" fmla="*/ 74198 h 192790"/>
                <a:gd name="csX67" fmla="*/ 874 w 387626"/>
                <a:gd name="csY67" fmla="*/ 57589 h 192790"/>
                <a:gd name="csX68" fmla="*/ 17792 w 387626"/>
                <a:gd name="csY68" fmla="*/ 52985 h 192790"/>
                <a:gd name="csX69" fmla="*/ 16259 w 387626"/>
                <a:gd name="csY69" fmla="*/ 46527 h 192790"/>
                <a:gd name="csX70" fmla="*/ 3953 w 387626"/>
                <a:gd name="csY70" fmla="*/ 41909 h 192790"/>
                <a:gd name="csX71" fmla="*/ 13181 w 387626"/>
                <a:gd name="csY71" fmla="*/ 28077 h 192790"/>
                <a:gd name="csX72" fmla="*/ 30099 w 387626"/>
                <a:gd name="csY72" fmla="*/ 23466 h 192790"/>
                <a:gd name="csX73" fmla="*/ 39327 w 387626"/>
                <a:gd name="csY73" fmla="*/ 21619 h 192790"/>
                <a:gd name="csX74" fmla="*/ 65480 w 387626"/>
                <a:gd name="csY74" fmla="*/ 5933 h 192790"/>
                <a:gd name="csX75" fmla="*/ 83937 w 387626"/>
                <a:gd name="csY75" fmla="*/ 406 h 192790"/>
                <a:gd name="csX76" fmla="*/ 96243 w 387626"/>
                <a:gd name="csY76" fmla="*/ 4093 h 192790"/>
                <a:gd name="csX77" fmla="*/ 102400 w 387626"/>
                <a:gd name="csY77" fmla="*/ 14238 h 192790"/>
                <a:gd name="csX78" fmla="*/ 90093 w 387626"/>
                <a:gd name="csY78" fmla="*/ 24390 h 192790"/>
                <a:gd name="csX79" fmla="*/ 93165 w 387626"/>
                <a:gd name="csY79" fmla="*/ 32688 h 192790"/>
                <a:gd name="csX80" fmla="*/ 102400 w 387626"/>
                <a:gd name="csY80" fmla="*/ 27153 h 192790"/>
                <a:gd name="csX81" fmla="*/ 108550 w 387626"/>
                <a:gd name="csY81" fmla="*/ 29924 h 192790"/>
                <a:gd name="csX82" fmla="*/ 116239 w 387626"/>
                <a:gd name="csY82" fmla="*/ 27153 h 192790"/>
                <a:gd name="csX83" fmla="*/ 114700 w 387626"/>
                <a:gd name="csY83" fmla="*/ 18849 h 192790"/>
                <a:gd name="csX84" fmla="*/ 123929 w 387626"/>
                <a:gd name="csY84" fmla="*/ 15161 h 192790"/>
                <a:gd name="csX85" fmla="*/ 157771 w 387626"/>
                <a:gd name="csY85" fmla="*/ 26230 h 192790"/>
                <a:gd name="csX86" fmla="*/ 159310 w 387626"/>
                <a:gd name="csY86" fmla="*/ 36382 h 192790"/>
                <a:gd name="csX87" fmla="*/ 148542 w 387626"/>
                <a:gd name="csY87" fmla="*/ 42833 h 192790"/>
                <a:gd name="csX88" fmla="*/ 148542 w 387626"/>
                <a:gd name="csY88" fmla="*/ 46527 h 192790"/>
                <a:gd name="csX89" fmla="*/ 162388 w 387626"/>
                <a:gd name="csY89" fmla="*/ 46527 h 192790"/>
                <a:gd name="csX90" fmla="*/ 166999 w 387626"/>
                <a:gd name="csY90" fmla="*/ 40069 h 192790"/>
                <a:gd name="csX91" fmla="*/ 174695 w 387626"/>
                <a:gd name="csY91" fmla="*/ 34535 h 192790"/>
                <a:gd name="csX92" fmla="*/ 185463 w 387626"/>
                <a:gd name="csY92" fmla="*/ 39146 h 192790"/>
                <a:gd name="csX93" fmla="*/ 188534 w 387626"/>
                <a:gd name="csY93" fmla="*/ 34535 h 192790"/>
                <a:gd name="csX94" fmla="*/ 183923 w 387626"/>
                <a:gd name="csY94" fmla="*/ 24390 h 192790"/>
                <a:gd name="csX95" fmla="*/ 180845 w 387626"/>
                <a:gd name="csY95" fmla="*/ 17008 h 192790"/>
                <a:gd name="csX96" fmla="*/ 194691 w 387626"/>
                <a:gd name="csY96" fmla="*/ 17008 h 192790"/>
                <a:gd name="csX97" fmla="*/ 214687 w 387626"/>
                <a:gd name="csY97" fmla="*/ 33611 h 192790"/>
                <a:gd name="csX98" fmla="*/ 219298 w 387626"/>
                <a:gd name="csY98" fmla="*/ 48374 h 192790"/>
                <a:gd name="csX99" fmla="*/ 223915 w 387626"/>
                <a:gd name="csY99" fmla="*/ 69588 h 192790"/>
                <a:gd name="csX100" fmla="*/ 233144 w 387626"/>
                <a:gd name="csY100" fmla="*/ 74198 h 192790"/>
                <a:gd name="csX101" fmla="*/ 248529 w 387626"/>
                <a:gd name="csY101" fmla="*/ 59443 h 192790"/>
                <a:gd name="csX102" fmla="*/ 240833 w 387626"/>
                <a:gd name="csY102" fmla="*/ 51138 h 192790"/>
                <a:gd name="csX103" fmla="*/ 234683 w 387626"/>
                <a:gd name="csY103" fmla="*/ 35458 h 192790"/>
                <a:gd name="csX104" fmla="*/ 237761 w 387626"/>
                <a:gd name="csY104" fmla="*/ 25306 h 192790"/>
                <a:gd name="csX105" fmla="*/ 233144 w 387626"/>
                <a:gd name="csY105" fmla="*/ 12398 h 192790"/>
                <a:gd name="csX106" fmla="*/ 233144 w 387626"/>
                <a:gd name="csY106" fmla="*/ 3169 h 192790"/>
                <a:gd name="csX107" fmla="*/ 239294 w 387626"/>
                <a:gd name="csY107" fmla="*/ 2246 h 192790"/>
                <a:gd name="csX108" fmla="*/ 246990 w 387626"/>
                <a:gd name="csY108" fmla="*/ 5940 h 192790"/>
                <a:gd name="csX109" fmla="*/ 256218 w 387626"/>
                <a:gd name="csY109" fmla="*/ 7787 h 192790"/>
                <a:gd name="csX110" fmla="*/ 268012 w 387626"/>
                <a:gd name="csY110" fmla="*/ 5016 h 192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Lst>
              <a:rect l="l" t="t" r="r" b="b"/>
              <a:pathLst>
                <a:path w="387626" h="192790">
                  <a:moveTo>
                    <a:pt x="268012" y="5016"/>
                  </a:moveTo>
                  <a:lnTo>
                    <a:pt x="276214" y="9935"/>
                  </a:lnTo>
                  <a:lnTo>
                    <a:pt x="276214" y="13622"/>
                  </a:lnTo>
                  <a:lnTo>
                    <a:pt x="294671" y="22235"/>
                  </a:lnTo>
                  <a:lnTo>
                    <a:pt x="294671" y="46835"/>
                  </a:lnTo>
                  <a:lnTo>
                    <a:pt x="300821" y="64977"/>
                  </a:lnTo>
                  <a:lnTo>
                    <a:pt x="314667" y="78816"/>
                  </a:lnTo>
                  <a:lnTo>
                    <a:pt x="310056" y="96336"/>
                  </a:lnTo>
                  <a:lnTo>
                    <a:pt x="339281" y="112945"/>
                  </a:lnTo>
                  <a:lnTo>
                    <a:pt x="345431" y="109251"/>
                  </a:lnTo>
                  <a:lnTo>
                    <a:pt x="357737" y="112022"/>
                  </a:lnTo>
                  <a:lnTo>
                    <a:pt x="360816" y="123090"/>
                  </a:lnTo>
                  <a:lnTo>
                    <a:pt x="388501" y="136930"/>
                  </a:lnTo>
                  <a:lnTo>
                    <a:pt x="388501" y="143387"/>
                  </a:lnTo>
                  <a:lnTo>
                    <a:pt x="385422" y="147075"/>
                  </a:lnTo>
                  <a:lnTo>
                    <a:pt x="376194" y="147075"/>
                  </a:lnTo>
                  <a:lnTo>
                    <a:pt x="368505" y="148922"/>
                  </a:lnTo>
                  <a:lnTo>
                    <a:pt x="360809" y="146151"/>
                  </a:lnTo>
                  <a:lnTo>
                    <a:pt x="351580" y="152609"/>
                  </a:lnTo>
                  <a:lnTo>
                    <a:pt x="337741" y="148922"/>
                  </a:lnTo>
                  <a:lnTo>
                    <a:pt x="334663" y="152609"/>
                  </a:lnTo>
                  <a:lnTo>
                    <a:pt x="337741" y="162754"/>
                  </a:lnTo>
                  <a:lnTo>
                    <a:pt x="351580" y="159067"/>
                  </a:lnTo>
                  <a:lnTo>
                    <a:pt x="360809" y="161830"/>
                  </a:lnTo>
                  <a:lnTo>
                    <a:pt x="365269" y="175341"/>
                  </a:lnTo>
                  <a:lnTo>
                    <a:pt x="350041" y="176593"/>
                  </a:lnTo>
                  <a:lnTo>
                    <a:pt x="331585" y="182127"/>
                  </a:lnTo>
                  <a:lnTo>
                    <a:pt x="313128" y="180280"/>
                  </a:lnTo>
                  <a:lnTo>
                    <a:pt x="300821" y="183051"/>
                  </a:lnTo>
                  <a:lnTo>
                    <a:pt x="294671" y="173823"/>
                  </a:lnTo>
                  <a:lnTo>
                    <a:pt x="274675" y="169212"/>
                  </a:lnTo>
                  <a:lnTo>
                    <a:pt x="271597" y="161830"/>
                  </a:lnTo>
                  <a:lnTo>
                    <a:pt x="260829" y="161830"/>
                  </a:lnTo>
                  <a:lnTo>
                    <a:pt x="257751" y="171976"/>
                  </a:lnTo>
                  <a:lnTo>
                    <a:pt x="243911" y="179357"/>
                  </a:lnTo>
                  <a:lnTo>
                    <a:pt x="219298" y="179357"/>
                  </a:lnTo>
                  <a:lnTo>
                    <a:pt x="196223" y="189502"/>
                  </a:lnTo>
                  <a:lnTo>
                    <a:pt x="182377" y="190426"/>
                  </a:lnTo>
                  <a:lnTo>
                    <a:pt x="125468" y="193196"/>
                  </a:lnTo>
                  <a:lnTo>
                    <a:pt x="111622" y="183968"/>
                  </a:lnTo>
                  <a:lnTo>
                    <a:pt x="111622" y="169212"/>
                  </a:lnTo>
                  <a:lnTo>
                    <a:pt x="103933" y="164601"/>
                  </a:lnTo>
                  <a:lnTo>
                    <a:pt x="74708" y="163678"/>
                  </a:lnTo>
                  <a:lnTo>
                    <a:pt x="51634" y="160907"/>
                  </a:lnTo>
                  <a:lnTo>
                    <a:pt x="30099" y="147068"/>
                  </a:lnTo>
                  <a:lnTo>
                    <a:pt x="30099" y="138770"/>
                  </a:lnTo>
                  <a:lnTo>
                    <a:pt x="48555" y="131388"/>
                  </a:lnTo>
                  <a:lnTo>
                    <a:pt x="96243" y="126778"/>
                  </a:lnTo>
                  <a:lnTo>
                    <a:pt x="123929" y="128625"/>
                  </a:lnTo>
                  <a:lnTo>
                    <a:pt x="148542" y="126778"/>
                  </a:lnTo>
                  <a:lnTo>
                    <a:pt x="151614" y="123090"/>
                  </a:lnTo>
                  <a:lnTo>
                    <a:pt x="127007" y="116633"/>
                  </a:lnTo>
                  <a:lnTo>
                    <a:pt x="117779" y="115709"/>
                  </a:lnTo>
                  <a:lnTo>
                    <a:pt x="96243" y="111098"/>
                  </a:lnTo>
                  <a:lnTo>
                    <a:pt x="67012" y="118473"/>
                  </a:lnTo>
                  <a:lnTo>
                    <a:pt x="45484" y="117556"/>
                  </a:lnTo>
                  <a:lnTo>
                    <a:pt x="25481" y="112022"/>
                  </a:lnTo>
                  <a:lnTo>
                    <a:pt x="11642" y="96336"/>
                  </a:lnTo>
                  <a:lnTo>
                    <a:pt x="31638" y="91725"/>
                  </a:lnTo>
                  <a:lnTo>
                    <a:pt x="54712" y="89878"/>
                  </a:lnTo>
                  <a:lnTo>
                    <a:pt x="65480" y="80656"/>
                  </a:lnTo>
                  <a:lnTo>
                    <a:pt x="57791" y="77886"/>
                  </a:lnTo>
                  <a:lnTo>
                    <a:pt x="30099" y="80656"/>
                  </a:lnTo>
                  <a:lnTo>
                    <a:pt x="22409" y="84343"/>
                  </a:lnTo>
                  <a:lnTo>
                    <a:pt x="16253" y="82503"/>
                  </a:lnTo>
                  <a:lnTo>
                    <a:pt x="17792" y="75122"/>
                  </a:lnTo>
                  <a:lnTo>
                    <a:pt x="2413" y="74198"/>
                  </a:lnTo>
                  <a:lnTo>
                    <a:pt x="874" y="57589"/>
                  </a:lnTo>
                  <a:lnTo>
                    <a:pt x="17792" y="52985"/>
                  </a:lnTo>
                  <a:lnTo>
                    <a:pt x="16259" y="46527"/>
                  </a:lnTo>
                  <a:lnTo>
                    <a:pt x="3953" y="41909"/>
                  </a:lnTo>
                  <a:lnTo>
                    <a:pt x="13181" y="28077"/>
                  </a:lnTo>
                  <a:lnTo>
                    <a:pt x="30099" y="23466"/>
                  </a:lnTo>
                  <a:lnTo>
                    <a:pt x="39327" y="21619"/>
                  </a:lnTo>
                  <a:lnTo>
                    <a:pt x="65480" y="5933"/>
                  </a:lnTo>
                  <a:lnTo>
                    <a:pt x="83937" y="406"/>
                  </a:lnTo>
                  <a:lnTo>
                    <a:pt x="96243" y="4093"/>
                  </a:lnTo>
                  <a:lnTo>
                    <a:pt x="102400" y="14238"/>
                  </a:lnTo>
                  <a:lnTo>
                    <a:pt x="90093" y="24390"/>
                  </a:lnTo>
                  <a:lnTo>
                    <a:pt x="93165" y="32688"/>
                  </a:lnTo>
                  <a:lnTo>
                    <a:pt x="102400" y="27153"/>
                  </a:lnTo>
                  <a:lnTo>
                    <a:pt x="108550" y="29924"/>
                  </a:lnTo>
                  <a:lnTo>
                    <a:pt x="116239" y="27153"/>
                  </a:lnTo>
                  <a:lnTo>
                    <a:pt x="114700" y="18849"/>
                  </a:lnTo>
                  <a:lnTo>
                    <a:pt x="123929" y="15161"/>
                  </a:lnTo>
                  <a:lnTo>
                    <a:pt x="157771" y="26230"/>
                  </a:lnTo>
                  <a:lnTo>
                    <a:pt x="159310" y="36382"/>
                  </a:lnTo>
                  <a:lnTo>
                    <a:pt x="148542" y="42833"/>
                  </a:lnTo>
                  <a:lnTo>
                    <a:pt x="148542" y="46527"/>
                  </a:lnTo>
                  <a:lnTo>
                    <a:pt x="162388" y="46527"/>
                  </a:lnTo>
                  <a:lnTo>
                    <a:pt x="166999" y="40069"/>
                  </a:lnTo>
                  <a:lnTo>
                    <a:pt x="174695" y="34535"/>
                  </a:lnTo>
                  <a:lnTo>
                    <a:pt x="185463" y="39146"/>
                  </a:lnTo>
                  <a:lnTo>
                    <a:pt x="188534" y="34535"/>
                  </a:lnTo>
                  <a:lnTo>
                    <a:pt x="183923" y="24390"/>
                  </a:lnTo>
                  <a:lnTo>
                    <a:pt x="180845" y="17008"/>
                  </a:lnTo>
                  <a:lnTo>
                    <a:pt x="194691" y="17008"/>
                  </a:lnTo>
                  <a:lnTo>
                    <a:pt x="214687" y="33611"/>
                  </a:lnTo>
                  <a:lnTo>
                    <a:pt x="219298" y="48374"/>
                  </a:lnTo>
                  <a:lnTo>
                    <a:pt x="223915" y="69588"/>
                  </a:lnTo>
                  <a:lnTo>
                    <a:pt x="233144" y="74198"/>
                  </a:lnTo>
                  <a:lnTo>
                    <a:pt x="248529" y="59443"/>
                  </a:lnTo>
                  <a:lnTo>
                    <a:pt x="240833" y="51138"/>
                  </a:lnTo>
                  <a:lnTo>
                    <a:pt x="234683" y="35458"/>
                  </a:lnTo>
                  <a:lnTo>
                    <a:pt x="237761" y="25306"/>
                  </a:lnTo>
                  <a:lnTo>
                    <a:pt x="233144" y="12398"/>
                  </a:lnTo>
                  <a:lnTo>
                    <a:pt x="233144" y="3169"/>
                  </a:lnTo>
                  <a:lnTo>
                    <a:pt x="239294" y="2246"/>
                  </a:lnTo>
                  <a:lnTo>
                    <a:pt x="246990" y="5940"/>
                  </a:lnTo>
                  <a:lnTo>
                    <a:pt x="256218" y="7787"/>
                  </a:lnTo>
                  <a:lnTo>
                    <a:pt x="268012" y="50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6" name="Forme libre : forme 574">
              <a:extLst>
                <a:ext uri="{FF2B5EF4-FFF2-40B4-BE49-F238E27FC236}">
                  <a16:creationId xmlns:a16="http://schemas.microsoft.com/office/drawing/2014/main" id="{C80BE4B1-ACA4-AC28-923B-D769D5DAE014}"/>
                </a:ext>
              </a:extLst>
            </p:cNvPr>
            <p:cNvSpPr/>
            <p:nvPr/>
          </p:nvSpPr>
          <p:spPr>
            <a:xfrm>
              <a:off x="3258717" y="2630668"/>
              <a:ext cx="58455" cy="20290"/>
            </a:xfrm>
            <a:custGeom>
              <a:avLst/>
              <a:gdLst>
                <a:gd name="csX0" fmla="*/ 53201 w 58455"/>
                <a:gd name="csY0" fmla="*/ 452 h 20290"/>
                <a:gd name="csX1" fmla="*/ 59358 w 58455"/>
                <a:gd name="csY1" fmla="*/ 3215 h 20290"/>
                <a:gd name="csX2" fmla="*/ 59358 w 58455"/>
                <a:gd name="csY2" fmla="*/ 7833 h 20290"/>
                <a:gd name="csX3" fmla="*/ 48590 w 58455"/>
                <a:gd name="csY3" fmla="*/ 10597 h 20290"/>
                <a:gd name="csX4" fmla="*/ 39355 w 58455"/>
                <a:gd name="csY4" fmla="*/ 17978 h 20290"/>
                <a:gd name="csX5" fmla="*/ 14748 w 58455"/>
                <a:gd name="csY5" fmla="*/ 20742 h 20290"/>
                <a:gd name="csX6" fmla="*/ 902 w 58455"/>
                <a:gd name="csY6" fmla="*/ 15208 h 20290"/>
                <a:gd name="csX7" fmla="*/ 10131 w 58455"/>
                <a:gd name="csY7" fmla="*/ 5986 h 20290"/>
                <a:gd name="csX8" fmla="*/ 31666 w 58455"/>
                <a:gd name="csY8" fmla="*/ 5063 h 20290"/>
                <a:gd name="csX9" fmla="*/ 53201 w 58455"/>
                <a:gd name="csY9" fmla="*/ 452 h 2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8455" h="20290">
                  <a:moveTo>
                    <a:pt x="53201" y="452"/>
                  </a:moveTo>
                  <a:lnTo>
                    <a:pt x="59358" y="3215"/>
                  </a:lnTo>
                  <a:lnTo>
                    <a:pt x="59358" y="7833"/>
                  </a:lnTo>
                  <a:lnTo>
                    <a:pt x="48590" y="10597"/>
                  </a:lnTo>
                  <a:lnTo>
                    <a:pt x="39355" y="17978"/>
                  </a:lnTo>
                  <a:lnTo>
                    <a:pt x="14748" y="20742"/>
                  </a:lnTo>
                  <a:lnTo>
                    <a:pt x="902" y="15208"/>
                  </a:lnTo>
                  <a:lnTo>
                    <a:pt x="10131" y="5986"/>
                  </a:lnTo>
                  <a:lnTo>
                    <a:pt x="31666" y="5063"/>
                  </a:lnTo>
                  <a:lnTo>
                    <a:pt x="53201" y="4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7" name="Forme libre : forme 575">
              <a:extLst>
                <a:ext uri="{FF2B5EF4-FFF2-40B4-BE49-F238E27FC236}">
                  <a16:creationId xmlns:a16="http://schemas.microsoft.com/office/drawing/2014/main" id="{2F6412F7-D8D0-277B-B528-6A03F58EFF73}"/>
                </a:ext>
              </a:extLst>
            </p:cNvPr>
            <p:cNvSpPr/>
            <p:nvPr/>
          </p:nvSpPr>
          <p:spPr>
            <a:xfrm>
              <a:off x="2883398" y="2389902"/>
              <a:ext cx="219962" cy="155890"/>
            </a:xfrm>
            <a:custGeom>
              <a:avLst/>
              <a:gdLst>
                <a:gd name="csX0" fmla="*/ 220699 w 219962"/>
                <a:gd name="csY0" fmla="*/ 53851 h 155890"/>
                <a:gd name="csX1" fmla="*/ 211470 w 219962"/>
                <a:gd name="csY1" fmla="*/ 55698 h 155890"/>
                <a:gd name="csX2" fmla="*/ 205313 w 219962"/>
                <a:gd name="csY2" fmla="*/ 60309 h 155890"/>
                <a:gd name="csX3" fmla="*/ 169939 w 219962"/>
                <a:gd name="csY3" fmla="*/ 76912 h 155890"/>
                <a:gd name="csX4" fmla="*/ 160711 w 219962"/>
                <a:gd name="csY4" fmla="*/ 82446 h 155890"/>
                <a:gd name="csX5" fmla="*/ 140715 w 219962"/>
                <a:gd name="csY5" fmla="*/ 93515 h 155890"/>
                <a:gd name="csX6" fmla="*/ 137636 w 219962"/>
                <a:gd name="csY6" fmla="*/ 105507 h 155890"/>
                <a:gd name="csX7" fmla="*/ 131479 w 219962"/>
                <a:gd name="csY7" fmla="*/ 108278 h 155890"/>
                <a:gd name="csX8" fmla="*/ 126869 w 219962"/>
                <a:gd name="csY8" fmla="*/ 104583 h 155890"/>
                <a:gd name="csX9" fmla="*/ 114562 w 219962"/>
                <a:gd name="csY9" fmla="*/ 110118 h 155890"/>
                <a:gd name="csX10" fmla="*/ 114562 w 219962"/>
                <a:gd name="csY10" fmla="*/ 132255 h 155890"/>
                <a:gd name="csX11" fmla="*/ 99177 w 219962"/>
                <a:gd name="csY11" fmla="*/ 141483 h 155890"/>
                <a:gd name="csX12" fmla="*/ 93027 w 219962"/>
                <a:gd name="csY12" fmla="*/ 137796 h 155890"/>
                <a:gd name="csX13" fmla="*/ 76102 w 219962"/>
                <a:gd name="csY13" fmla="*/ 149781 h 155890"/>
                <a:gd name="csX14" fmla="*/ 63802 w 219962"/>
                <a:gd name="csY14" fmla="*/ 156239 h 155890"/>
                <a:gd name="csX15" fmla="*/ 51495 w 219962"/>
                <a:gd name="csY15" fmla="*/ 155322 h 155890"/>
                <a:gd name="csX16" fmla="*/ 48417 w 219962"/>
                <a:gd name="csY16" fmla="*/ 136873 h 155890"/>
                <a:gd name="csX17" fmla="*/ 11503 w 219962"/>
                <a:gd name="csY17" fmla="*/ 120263 h 155890"/>
                <a:gd name="csX18" fmla="*/ 736 w 219962"/>
                <a:gd name="csY18" fmla="*/ 119339 h 155890"/>
                <a:gd name="csX19" fmla="*/ 2275 w 219962"/>
                <a:gd name="csY19" fmla="*/ 103660 h 155890"/>
                <a:gd name="csX20" fmla="*/ 20732 w 219962"/>
                <a:gd name="csY20" fmla="*/ 94438 h 155890"/>
                <a:gd name="csX21" fmla="*/ 19193 w 219962"/>
                <a:gd name="csY21" fmla="*/ 88904 h 155890"/>
                <a:gd name="csX22" fmla="*/ 13043 w 219962"/>
                <a:gd name="csY22" fmla="*/ 84293 h 155890"/>
                <a:gd name="csX23" fmla="*/ 13043 w 219962"/>
                <a:gd name="csY23" fmla="*/ 75988 h 155890"/>
                <a:gd name="csX24" fmla="*/ 20732 w 219962"/>
                <a:gd name="csY24" fmla="*/ 76912 h 155890"/>
                <a:gd name="csX25" fmla="*/ 29960 w 219962"/>
                <a:gd name="csY25" fmla="*/ 71378 h 155890"/>
                <a:gd name="csX26" fmla="*/ 19193 w 219962"/>
                <a:gd name="csY26" fmla="*/ 66767 h 155890"/>
                <a:gd name="csX27" fmla="*/ 19193 w 219962"/>
                <a:gd name="csY27" fmla="*/ 58462 h 155890"/>
                <a:gd name="csX28" fmla="*/ 39189 w 219962"/>
                <a:gd name="csY28" fmla="*/ 42783 h 155890"/>
                <a:gd name="csX29" fmla="*/ 23810 w 219962"/>
                <a:gd name="csY29" fmla="*/ 8653 h 155890"/>
                <a:gd name="csX30" fmla="*/ 71491 w 219962"/>
                <a:gd name="csY30" fmla="*/ 4959 h 155890"/>
                <a:gd name="csX31" fmla="*/ 83798 w 219962"/>
                <a:gd name="csY31" fmla="*/ 348 h 155890"/>
                <a:gd name="csX32" fmla="*/ 102255 w 219962"/>
                <a:gd name="csY32" fmla="*/ 1272 h 155890"/>
                <a:gd name="csX33" fmla="*/ 125329 w 219962"/>
                <a:gd name="csY33" fmla="*/ 17875 h 155890"/>
                <a:gd name="csX34" fmla="*/ 129947 w 219962"/>
                <a:gd name="csY34" fmla="*/ 23409 h 155890"/>
                <a:gd name="csX35" fmla="*/ 136097 w 219962"/>
                <a:gd name="csY35" fmla="*/ 17875 h 155890"/>
                <a:gd name="csX36" fmla="*/ 142254 w 219962"/>
                <a:gd name="csY36" fmla="*/ 17875 h 155890"/>
                <a:gd name="csX37" fmla="*/ 143786 w 219962"/>
                <a:gd name="csY37" fmla="*/ 27096 h 155890"/>
                <a:gd name="csX38" fmla="*/ 149943 w 219962"/>
                <a:gd name="csY38" fmla="*/ 24333 h 155890"/>
                <a:gd name="csX39" fmla="*/ 151482 w 219962"/>
                <a:gd name="csY39" fmla="*/ 17875 h 155890"/>
                <a:gd name="csX40" fmla="*/ 177628 w 219962"/>
                <a:gd name="csY40" fmla="*/ 16028 h 155890"/>
                <a:gd name="csX41" fmla="*/ 219159 w 219962"/>
                <a:gd name="csY41" fmla="*/ 45546 h 155890"/>
                <a:gd name="csX42" fmla="*/ 220699 w 219962"/>
                <a:gd name="csY42" fmla="*/ 53851 h 1558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219962" h="155890">
                  <a:moveTo>
                    <a:pt x="220699" y="53851"/>
                  </a:moveTo>
                  <a:lnTo>
                    <a:pt x="211470" y="55698"/>
                  </a:lnTo>
                  <a:lnTo>
                    <a:pt x="205313" y="60309"/>
                  </a:lnTo>
                  <a:lnTo>
                    <a:pt x="169939" y="76912"/>
                  </a:lnTo>
                  <a:lnTo>
                    <a:pt x="160711" y="82446"/>
                  </a:lnTo>
                  <a:lnTo>
                    <a:pt x="140715" y="93515"/>
                  </a:lnTo>
                  <a:lnTo>
                    <a:pt x="137636" y="105507"/>
                  </a:lnTo>
                  <a:lnTo>
                    <a:pt x="131479" y="108278"/>
                  </a:lnTo>
                  <a:lnTo>
                    <a:pt x="126869" y="104583"/>
                  </a:lnTo>
                  <a:lnTo>
                    <a:pt x="114562" y="110118"/>
                  </a:lnTo>
                  <a:lnTo>
                    <a:pt x="114562" y="132255"/>
                  </a:lnTo>
                  <a:lnTo>
                    <a:pt x="99177" y="141483"/>
                  </a:lnTo>
                  <a:lnTo>
                    <a:pt x="93027" y="137796"/>
                  </a:lnTo>
                  <a:lnTo>
                    <a:pt x="76102" y="149781"/>
                  </a:lnTo>
                  <a:lnTo>
                    <a:pt x="63802" y="156239"/>
                  </a:lnTo>
                  <a:lnTo>
                    <a:pt x="51495" y="155322"/>
                  </a:lnTo>
                  <a:lnTo>
                    <a:pt x="48417" y="136873"/>
                  </a:lnTo>
                  <a:lnTo>
                    <a:pt x="11503" y="120263"/>
                  </a:lnTo>
                  <a:lnTo>
                    <a:pt x="736" y="119339"/>
                  </a:lnTo>
                  <a:lnTo>
                    <a:pt x="2275" y="103660"/>
                  </a:lnTo>
                  <a:lnTo>
                    <a:pt x="20732" y="94438"/>
                  </a:lnTo>
                  <a:lnTo>
                    <a:pt x="19193" y="88904"/>
                  </a:lnTo>
                  <a:lnTo>
                    <a:pt x="13043" y="84293"/>
                  </a:lnTo>
                  <a:lnTo>
                    <a:pt x="13043" y="75988"/>
                  </a:lnTo>
                  <a:lnTo>
                    <a:pt x="20732" y="76912"/>
                  </a:lnTo>
                  <a:lnTo>
                    <a:pt x="29960" y="71378"/>
                  </a:lnTo>
                  <a:lnTo>
                    <a:pt x="19193" y="66767"/>
                  </a:lnTo>
                  <a:lnTo>
                    <a:pt x="19193" y="58462"/>
                  </a:lnTo>
                  <a:lnTo>
                    <a:pt x="39189" y="42783"/>
                  </a:lnTo>
                  <a:lnTo>
                    <a:pt x="23810" y="8653"/>
                  </a:lnTo>
                  <a:lnTo>
                    <a:pt x="71491" y="4959"/>
                  </a:lnTo>
                  <a:lnTo>
                    <a:pt x="83798" y="348"/>
                  </a:lnTo>
                  <a:lnTo>
                    <a:pt x="102255" y="1272"/>
                  </a:lnTo>
                  <a:lnTo>
                    <a:pt x="125329" y="17875"/>
                  </a:lnTo>
                  <a:lnTo>
                    <a:pt x="129947" y="23409"/>
                  </a:lnTo>
                  <a:lnTo>
                    <a:pt x="136097" y="17875"/>
                  </a:lnTo>
                  <a:lnTo>
                    <a:pt x="142254" y="17875"/>
                  </a:lnTo>
                  <a:lnTo>
                    <a:pt x="143786" y="27096"/>
                  </a:lnTo>
                  <a:lnTo>
                    <a:pt x="149943" y="24333"/>
                  </a:lnTo>
                  <a:lnTo>
                    <a:pt x="151482" y="17875"/>
                  </a:lnTo>
                  <a:lnTo>
                    <a:pt x="177628" y="16028"/>
                  </a:lnTo>
                  <a:lnTo>
                    <a:pt x="219159" y="45546"/>
                  </a:lnTo>
                  <a:lnTo>
                    <a:pt x="220699" y="53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8" name="Forme libre : forme 576">
              <a:extLst>
                <a:ext uri="{FF2B5EF4-FFF2-40B4-BE49-F238E27FC236}">
                  <a16:creationId xmlns:a16="http://schemas.microsoft.com/office/drawing/2014/main" id="{20B9130B-CA40-CCF8-2F6D-79B76E646C2B}"/>
                </a:ext>
              </a:extLst>
            </p:cNvPr>
            <p:cNvSpPr/>
            <p:nvPr/>
          </p:nvSpPr>
          <p:spPr>
            <a:xfrm>
              <a:off x="3387929" y="2425885"/>
              <a:ext cx="136900" cy="111616"/>
            </a:xfrm>
            <a:custGeom>
              <a:avLst/>
              <a:gdLst>
                <a:gd name="csX0" fmla="*/ 107144 w 136900"/>
                <a:gd name="csY0" fmla="*/ 2208 h 111616"/>
                <a:gd name="csX1" fmla="*/ 97916 w 136900"/>
                <a:gd name="csY1" fmla="*/ 4972 h 111616"/>
                <a:gd name="csX2" fmla="*/ 88687 w 136900"/>
                <a:gd name="csY2" fmla="*/ 7743 h 111616"/>
                <a:gd name="csX3" fmla="*/ 74841 w 136900"/>
                <a:gd name="csY3" fmla="*/ 6819 h 111616"/>
                <a:gd name="csX4" fmla="*/ 64074 w 136900"/>
                <a:gd name="csY4" fmla="*/ 1285 h 111616"/>
                <a:gd name="csX5" fmla="*/ 50228 w 136900"/>
                <a:gd name="csY5" fmla="*/ 4972 h 111616"/>
                <a:gd name="csX6" fmla="*/ 44078 w 136900"/>
                <a:gd name="csY6" fmla="*/ 361 h 111616"/>
                <a:gd name="csX7" fmla="*/ 36388 w 136900"/>
                <a:gd name="csY7" fmla="*/ 2208 h 111616"/>
                <a:gd name="csX8" fmla="*/ 37928 w 136900"/>
                <a:gd name="csY8" fmla="*/ 11430 h 111616"/>
                <a:gd name="csX9" fmla="*/ 45617 w 136900"/>
                <a:gd name="csY9" fmla="*/ 16041 h 111616"/>
                <a:gd name="csX10" fmla="*/ 34849 w 136900"/>
                <a:gd name="csY10" fmla="*/ 17888 h 111616"/>
                <a:gd name="csX11" fmla="*/ 34849 w 136900"/>
                <a:gd name="csY11" fmla="*/ 23422 h 111616"/>
                <a:gd name="csX12" fmla="*/ 40999 w 136900"/>
                <a:gd name="csY12" fmla="*/ 28956 h 111616"/>
                <a:gd name="csX13" fmla="*/ 53306 w 136900"/>
                <a:gd name="csY13" fmla="*/ 29880 h 111616"/>
                <a:gd name="csX14" fmla="*/ 54845 w 136900"/>
                <a:gd name="csY14" fmla="*/ 32650 h 111616"/>
                <a:gd name="csX15" fmla="*/ 48695 w 136900"/>
                <a:gd name="csY15" fmla="*/ 34491 h 111616"/>
                <a:gd name="csX16" fmla="*/ 56384 w 136900"/>
                <a:gd name="csY16" fmla="*/ 49253 h 111616"/>
                <a:gd name="csX17" fmla="*/ 44078 w 136900"/>
                <a:gd name="csY17" fmla="*/ 52940 h 111616"/>
                <a:gd name="csX18" fmla="*/ 39460 w 136900"/>
                <a:gd name="csY18" fmla="*/ 54788 h 111616"/>
                <a:gd name="csX19" fmla="*/ 17932 w 136900"/>
                <a:gd name="csY19" fmla="*/ 40025 h 111616"/>
                <a:gd name="csX20" fmla="*/ 4086 w 136900"/>
                <a:gd name="csY20" fmla="*/ 40948 h 111616"/>
                <a:gd name="csX21" fmla="*/ 1007 w 136900"/>
                <a:gd name="csY21" fmla="*/ 52017 h 111616"/>
                <a:gd name="csX22" fmla="*/ 5618 w 136900"/>
                <a:gd name="csY22" fmla="*/ 61245 h 111616"/>
                <a:gd name="csX23" fmla="*/ 22542 w 136900"/>
                <a:gd name="csY23" fmla="*/ 69543 h 111616"/>
                <a:gd name="csX24" fmla="*/ 25614 w 136900"/>
                <a:gd name="csY24" fmla="*/ 74161 h 111616"/>
                <a:gd name="csX25" fmla="*/ 42538 w 136900"/>
                <a:gd name="csY25" fmla="*/ 76925 h 111616"/>
                <a:gd name="csX26" fmla="*/ 48688 w 136900"/>
                <a:gd name="csY26" fmla="*/ 84306 h 111616"/>
                <a:gd name="csX27" fmla="*/ 62534 w 136900"/>
                <a:gd name="csY27" fmla="*/ 87993 h 111616"/>
                <a:gd name="csX28" fmla="*/ 74841 w 136900"/>
                <a:gd name="csY28" fmla="*/ 111978 h 111616"/>
                <a:gd name="csX29" fmla="*/ 97916 w 136900"/>
                <a:gd name="csY29" fmla="*/ 108290 h 111616"/>
                <a:gd name="csX30" fmla="*/ 97916 w 136900"/>
                <a:gd name="csY30" fmla="*/ 101832 h 111616"/>
                <a:gd name="csX31" fmla="*/ 90220 w 136900"/>
                <a:gd name="csY31" fmla="*/ 99062 h 111616"/>
                <a:gd name="csX32" fmla="*/ 90220 w 136900"/>
                <a:gd name="csY32" fmla="*/ 92604 h 111616"/>
                <a:gd name="csX33" fmla="*/ 104066 w 136900"/>
                <a:gd name="csY33" fmla="*/ 99062 h 111616"/>
                <a:gd name="csX34" fmla="*/ 128679 w 136900"/>
                <a:gd name="csY34" fmla="*/ 93528 h 111616"/>
                <a:gd name="csX35" fmla="*/ 133290 w 136900"/>
                <a:gd name="csY35" fmla="*/ 84306 h 111616"/>
                <a:gd name="csX36" fmla="*/ 128679 w 136900"/>
                <a:gd name="csY36" fmla="*/ 71390 h 111616"/>
                <a:gd name="csX37" fmla="*/ 137908 w 136900"/>
                <a:gd name="csY37" fmla="*/ 64933 h 111616"/>
                <a:gd name="csX38" fmla="*/ 131758 w 136900"/>
                <a:gd name="csY38" fmla="*/ 57558 h 111616"/>
                <a:gd name="csX39" fmla="*/ 130218 w 136900"/>
                <a:gd name="csY39" fmla="*/ 54788 h 111616"/>
                <a:gd name="csX40" fmla="*/ 116372 w 136900"/>
                <a:gd name="csY40" fmla="*/ 53864 h 111616"/>
                <a:gd name="csX41" fmla="*/ 116372 w 136900"/>
                <a:gd name="csY41" fmla="*/ 44642 h 111616"/>
                <a:gd name="csX42" fmla="*/ 110222 w 136900"/>
                <a:gd name="csY42" fmla="*/ 41872 h 111616"/>
                <a:gd name="csX43" fmla="*/ 91759 w 136900"/>
                <a:gd name="csY43" fmla="*/ 42795 h 111616"/>
                <a:gd name="csX44" fmla="*/ 96376 w 136900"/>
                <a:gd name="csY44" fmla="*/ 35414 h 111616"/>
                <a:gd name="csX45" fmla="*/ 110222 w 136900"/>
                <a:gd name="csY45" fmla="*/ 19735 h 111616"/>
                <a:gd name="csX46" fmla="*/ 111755 w 136900"/>
                <a:gd name="csY46" fmla="*/ 16047 h 111616"/>
                <a:gd name="csX47" fmla="*/ 119451 w 136900"/>
                <a:gd name="csY47" fmla="*/ 12353 h 111616"/>
                <a:gd name="csX48" fmla="*/ 124062 w 136900"/>
                <a:gd name="csY48" fmla="*/ 2208 h 111616"/>
                <a:gd name="csX49" fmla="*/ 107144 w 136900"/>
                <a:gd name="csY49" fmla="*/ 2208 h 111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Lst>
              <a:rect l="l" t="t" r="r" b="b"/>
              <a:pathLst>
                <a:path w="136900" h="111616">
                  <a:moveTo>
                    <a:pt x="107144" y="2208"/>
                  </a:moveTo>
                  <a:lnTo>
                    <a:pt x="97916" y="4972"/>
                  </a:lnTo>
                  <a:lnTo>
                    <a:pt x="88687" y="7743"/>
                  </a:lnTo>
                  <a:lnTo>
                    <a:pt x="74841" y="6819"/>
                  </a:lnTo>
                  <a:lnTo>
                    <a:pt x="64074" y="1285"/>
                  </a:lnTo>
                  <a:lnTo>
                    <a:pt x="50228" y="4972"/>
                  </a:lnTo>
                  <a:lnTo>
                    <a:pt x="44078" y="361"/>
                  </a:lnTo>
                  <a:lnTo>
                    <a:pt x="36388" y="2208"/>
                  </a:lnTo>
                  <a:lnTo>
                    <a:pt x="37928" y="11430"/>
                  </a:lnTo>
                  <a:lnTo>
                    <a:pt x="45617" y="16041"/>
                  </a:lnTo>
                  <a:lnTo>
                    <a:pt x="34849" y="17888"/>
                  </a:lnTo>
                  <a:lnTo>
                    <a:pt x="34849" y="23422"/>
                  </a:lnTo>
                  <a:lnTo>
                    <a:pt x="40999" y="28956"/>
                  </a:lnTo>
                  <a:lnTo>
                    <a:pt x="53306" y="29880"/>
                  </a:lnTo>
                  <a:lnTo>
                    <a:pt x="54845" y="32650"/>
                  </a:lnTo>
                  <a:lnTo>
                    <a:pt x="48695" y="34491"/>
                  </a:lnTo>
                  <a:lnTo>
                    <a:pt x="56384" y="49253"/>
                  </a:lnTo>
                  <a:lnTo>
                    <a:pt x="44078" y="52940"/>
                  </a:lnTo>
                  <a:lnTo>
                    <a:pt x="39460" y="54788"/>
                  </a:lnTo>
                  <a:lnTo>
                    <a:pt x="17932" y="40025"/>
                  </a:lnTo>
                  <a:lnTo>
                    <a:pt x="4086" y="40948"/>
                  </a:lnTo>
                  <a:lnTo>
                    <a:pt x="1007" y="52017"/>
                  </a:lnTo>
                  <a:lnTo>
                    <a:pt x="5618" y="61245"/>
                  </a:lnTo>
                  <a:lnTo>
                    <a:pt x="22542" y="69543"/>
                  </a:lnTo>
                  <a:lnTo>
                    <a:pt x="25614" y="74161"/>
                  </a:lnTo>
                  <a:lnTo>
                    <a:pt x="42538" y="76925"/>
                  </a:lnTo>
                  <a:lnTo>
                    <a:pt x="48688" y="84306"/>
                  </a:lnTo>
                  <a:lnTo>
                    <a:pt x="62534" y="87993"/>
                  </a:lnTo>
                  <a:lnTo>
                    <a:pt x="74841" y="111978"/>
                  </a:lnTo>
                  <a:lnTo>
                    <a:pt x="97916" y="108290"/>
                  </a:lnTo>
                  <a:lnTo>
                    <a:pt x="97916" y="101832"/>
                  </a:lnTo>
                  <a:lnTo>
                    <a:pt x="90220" y="99062"/>
                  </a:lnTo>
                  <a:lnTo>
                    <a:pt x="90220" y="92604"/>
                  </a:lnTo>
                  <a:lnTo>
                    <a:pt x="104066" y="99062"/>
                  </a:lnTo>
                  <a:lnTo>
                    <a:pt x="128679" y="93528"/>
                  </a:lnTo>
                  <a:lnTo>
                    <a:pt x="133290" y="84306"/>
                  </a:lnTo>
                  <a:lnTo>
                    <a:pt x="128679" y="71390"/>
                  </a:lnTo>
                  <a:lnTo>
                    <a:pt x="137908" y="64933"/>
                  </a:lnTo>
                  <a:lnTo>
                    <a:pt x="131758" y="57558"/>
                  </a:lnTo>
                  <a:lnTo>
                    <a:pt x="130218" y="54788"/>
                  </a:lnTo>
                  <a:lnTo>
                    <a:pt x="116372" y="53864"/>
                  </a:lnTo>
                  <a:lnTo>
                    <a:pt x="116372" y="44642"/>
                  </a:lnTo>
                  <a:lnTo>
                    <a:pt x="110222" y="41872"/>
                  </a:lnTo>
                  <a:lnTo>
                    <a:pt x="91759" y="42795"/>
                  </a:lnTo>
                  <a:lnTo>
                    <a:pt x="96376" y="35414"/>
                  </a:lnTo>
                  <a:lnTo>
                    <a:pt x="110222" y="19735"/>
                  </a:lnTo>
                  <a:lnTo>
                    <a:pt x="111755" y="16047"/>
                  </a:lnTo>
                  <a:lnTo>
                    <a:pt x="119451" y="12353"/>
                  </a:lnTo>
                  <a:lnTo>
                    <a:pt x="124062" y="2208"/>
                  </a:lnTo>
                  <a:lnTo>
                    <a:pt x="107144" y="22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199" name="Forme libre : forme 577">
              <a:extLst>
                <a:ext uri="{FF2B5EF4-FFF2-40B4-BE49-F238E27FC236}">
                  <a16:creationId xmlns:a16="http://schemas.microsoft.com/office/drawing/2014/main" id="{7CABFAC4-2918-5E41-8F47-368BB85F9CF9}"/>
                </a:ext>
              </a:extLst>
            </p:cNvPr>
            <p:cNvSpPr/>
            <p:nvPr/>
          </p:nvSpPr>
          <p:spPr>
            <a:xfrm>
              <a:off x="3450988" y="2595615"/>
              <a:ext cx="90758" cy="45197"/>
            </a:xfrm>
            <a:custGeom>
              <a:avLst/>
              <a:gdLst>
                <a:gd name="csX0" fmla="*/ 28715 w 90758"/>
                <a:gd name="csY0" fmla="*/ 5973 h 45197"/>
                <a:gd name="csX1" fmla="*/ 37944 w 90758"/>
                <a:gd name="csY1" fmla="*/ 439 h 45197"/>
                <a:gd name="csX2" fmla="*/ 45633 w 90758"/>
                <a:gd name="csY2" fmla="*/ 1362 h 45197"/>
                <a:gd name="csX3" fmla="*/ 57940 w 90758"/>
                <a:gd name="csY3" fmla="*/ 7820 h 45197"/>
                <a:gd name="csX4" fmla="*/ 62557 w 90758"/>
                <a:gd name="csY4" fmla="*/ 13355 h 45197"/>
                <a:gd name="csX5" fmla="*/ 70247 w 90758"/>
                <a:gd name="csY5" fmla="*/ 16118 h 45197"/>
                <a:gd name="csX6" fmla="*/ 71786 w 90758"/>
                <a:gd name="csY6" fmla="*/ 19812 h 45197"/>
                <a:gd name="csX7" fmla="*/ 91782 w 90758"/>
                <a:gd name="csY7" fmla="*/ 34568 h 45197"/>
                <a:gd name="csX8" fmla="*/ 82553 w 90758"/>
                <a:gd name="csY8" fmla="*/ 39179 h 45197"/>
                <a:gd name="csX9" fmla="*/ 68707 w 90758"/>
                <a:gd name="csY9" fmla="*/ 45637 h 45197"/>
                <a:gd name="csX10" fmla="*/ 59479 w 90758"/>
                <a:gd name="csY10" fmla="*/ 45637 h 45197"/>
                <a:gd name="csX11" fmla="*/ 42555 w 90758"/>
                <a:gd name="csY11" fmla="*/ 38256 h 45197"/>
                <a:gd name="csX12" fmla="*/ 19487 w 90758"/>
                <a:gd name="csY12" fmla="*/ 34568 h 45197"/>
                <a:gd name="csX13" fmla="*/ 5641 w 90758"/>
                <a:gd name="csY13" fmla="*/ 33645 h 45197"/>
                <a:gd name="csX14" fmla="*/ 1023 w 90758"/>
                <a:gd name="csY14" fmla="*/ 26270 h 45197"/>
                <a:gd name="csX15" fmla="*/ 27176 w 90758"/>
                <a:gd name="csY15" fmla="*/ 16118 h 45197"/>
                <a:gd name="csX16" fmla="*/ 28715 w 90758"/>
                <a:gd name="csY16" fmla="*/ 5973 h 451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90758" h="45197">
                  <a:moveTo>
                    <a:pt x="28715" y="5973"/>
                  </a:moveTo>
                  <a:lnTo>
                    <a:pt x="37944" y="439"/>
                  </a:lnTo>
                  <a:lnTo>
                    <a:pt x="45633" y="1362"/>
                  </a:lnTo>
                  <a:lnTo>
                    <a:pt x="57940" y="7820"/>
                  </a:lnTo>
                  <a:lnTo>
                    <a:pt x="62557" y="13355"/>
                  </a:lnTo>
                  <a:lnTo>
                    <a:pt x="70247" y="16118"/>
                  </a:lnTo>
                  <a:lnTo>
                    <a:pt x="71786" y="19812"/>
                  </a:lnTo>
                  <a:lnTo>
                    <a:pt x="91782" y="34568"/>
                  </a:lnTo>
                  <a:lnTo>
                    <a:pt x="82553" y="39179"/>
                  </a:lnTo>
                  <a:lnTo>
                    <a:pt x="68707" y="45637"/>
                  </a:lnTo>
                  <a:lnTo>
                    <a:pt x="59479" y="45637"/>
                  </a:lnTo>
                  <a:lnTo>
                    <a:pt x="42555" y="38256"/>
                  </a:lnTo>
                  <a:lnTo>
                    <a:pt x="19487" y="34568"/>
                  </a:lnTo>
                  <a:lnTo>
                    <a:pt x="5641" y="33645"/>
                  </a:lnTo>
                  <a:lnTo>
                    <a:pt x="1023" y="26270"/>
                  </a:lnTo>
                  <a:lnTo>
                    <a:pt x="27176" y="16118"/>
                  </a:lnTo>
                  <a:lnTo>
                    <a:pt x="28715" y="59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0" name="Forme libre : forme 578">
              <a:extLst>
                <a:ext uri="{FF2B5EF4-FFF2-40B4-BE49-F238E27FC236}">
                  <a16:creationId xmlns:a16="http://schemas.microsoft.com/office/drawing/2014/main" id="{5300A613-2CF8-9005-F18B-F71D5C469915}"/>
                </a:ext>
              </a:extLst>
            </p:cNvPr>
            <p:cNvSpPr/>
            <p:nvPr/>
          </p:nvSpPr>
          <p:spPr>
            <a:xfrm>
              <a:off x="3427921" y="2626057"/>
              <a:ext cx="9228" cy="8304"/>
            </a:xfrm>
            <a:custGeom>
              <a:avLst/>
              <a:gdLst>
                <a:gd name="csX0" fmla="*/ 987 w 9228"/>
                <a:gd name="csY0" fmla="*/ 5978 h 8304"/>
                <a:gd name="csX1" fmla="*/ 4065 w 9228"/>
                <a:gd name="csY1" fmla="*/ 2291 h 8304"/>
                <a:gd name="csX2" fmla="*/ 10215 w 9228"/>
                <a:gd name="csY2" fmla="*/ 444 h 8304"/>
                <a:gd name="csX3" fmla="*/ 10215 w 9228"/>
                <a:gd name="csY3" fmla="*/ 5978 h 8304"/>
                <a:gd name="csX4" fmla="*/ 4065 w 9228"/>
                <a:gd name="csY4" fmla="*/ 8748 h 8304"/>
                <a:gd name="csX5" fmla="*/ 987 w 9228"/>
                <a:gd name="csY5" fmla="*/ 5978 h 8304"/>
              </a:gdLst>
              <a:ahLst/>
              <a:cxnLst>
                <a:cxn ang="0">
                  <a:pos x="csX0" y="csY0"/>
                </a:cxn>
                <a:cxn ang="0">
                  <a:pos x="csX1" y="csY1"/>
                </a:cxn>
                <a:cxn ang="0">
                  <a:pos x="csX2" y="csY2"/>
                </a:cxn>
                <a:cxn ang="0">
                  <a:pos x="csX3" y="csY3"/>
                </a:cxn>
                <a:cxn ang="0">
                  <a:pos x="csX4" y="csY4"/>
                </a:cxn>
                <a:cxn ang="0">
                  <a:pos x="csX5" y="csY5"/>
                </a:cxn>
              </a:cxnLst>
              <a:rect l="l" t="t" r="r" b="b"/>
              <a:pathLst>
                <a:path w="9228" h="8304">
                  <a:moveTo>
                    <a:pt x="987" y="5978"/>
                  </a:moveTo>
                  <a:lnTo>
                    <a:pt x="4065" y="2291"/>
                  </a:lnTo>
                  <a:lnTo>
                    <a:pt x="10215" y="444"/>
                  </a:lnTo>
                  <a:lnTo>
                    <a:pt x="10215" y="5978"/>
                  </a:lnTo>
                  <a:lnTo>
                    <a:pt x="4065" y="8748"/>
                  </a:lnTo>
                  <a:lnTo>
                    <a:pt x="987" y="59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1" name="Forme libre : forme 579">
              <a:extLst>
                <a:ext uri="{FF2B5EF4-FFF2-40B4-BE49-F238E27FC236}">
                  <a16:creationId xmlns:a16="http://schemas.microsoft.com/office/drawing/2014/main" id="{2A39044A-DC6D-7264-AE50-F3D923FE8CE6}"/>
                </a:ext>
              </a:extLst>
            </p:cNvPr>
            <p:cNvSpPr/>
            <p:nvPr/>
          </p:nvSpPr>
          <p:spPr>
            <a:xfrm>
              <a:off x="3394079" y="2632515"/>
              <a:ext cx="15385" cy="8304"/>
            </a:xfrm>
            <a:custGeom>
              <a:avLst/>
              <a:gdLst>
                <a:gd name="csX0" fmla="*/ 967 w 15385"/>
                <a:gd name="csY0" fmla="*/ 5982 h 8304"/>
                <a:gd name="csX1" fmla="*/ 967 w 15385"/>
                <a:gd name="csY1" fmla="*/ 2295 h 8304"/>
                <a:gd name="csX2" fmla="*/ 8657 w 15385"/>
                <a:gd name="csY2" fmla="*/ 448 h 8304"/>
                <a:gd name="csX3" fmla="*/ 16353 w 15385"/>
                <a:gd name="csY3" fmla="*/ 448 h 8304"/>
                <a:gd name="csX4" fmla="*/ 16353 w 15385"/>
                <a:gd name="csY4" fmla="*/ 4135 h 8304"/>
                <a:gd name="csX5" fmla="*/ 7124 w 15385"/>
                <a:gd name="csY5" fmla="*/ 8752 h 8304"/>
                <a:gd name="csX6" fmla="*/ 967 w 15385"/>
                <a:gd name="csY6" fmla="*/ 5982 h 83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8304">
                  <a:moveTo>
                    <a:pt x="967" y="5982"/>
                  </a:moveTo>
                  <a:lnTo>
                    <a:pt x="967" y="2295"/>
                  </a:lnTo>
                  <a:lnTo>
                    <a:pt x="8657" y="448"/>
                  </a:lnTo>
                  <a:lnTo>
                    <a:pt x="16353" y="448"/>
                  </a:lnTo>
                  <a:lnTo>
                    <a:pt x="16353" y="4135"/>
                  </a:lnTo>
                  <a:lnTo>
                    <a:pt x="7124" y="8752"/>
                  </a:lnTo>
                  <a:lnTo>
                    <a:pt x="967" y="5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2" name="Forme libre : forme 580">
              <a:extLst>
                <a:ext uri="{FF2B5EF4-FFF2-40B4-BE49-F238E27FC236}">
                  <a16:creationId xmlns:a16="http://schemas.microsoft.com/office/drawing/2014/main" id="{7E2F8AF8-5A29-2984-E8EA-E07BCC5AECC9}"/>
                </a:ext>
              </a:extLst>
            </p:cNvPr>
            <p:cNvSpPr/>
            <p:nvPr/>
          </p:nvSpPr>
          <p:spPr>
            <a:xfrm>
              <a:off x="3332551" y="2640813"/>
              <a:ext cx="16924" cy="4610"/>
            </a:xfrm>
            <a:custGeom>
              <a:avLst/>
              <a:gdLst>
                <a:gd name="csX0" fmla="*/ 2470 w 16924"/>
                <a:gd name="csY0" fmla="*/ 4139 h 4610"/>
                <a:gd name="csX1" fmla="*/ 930 w 16924"/>
                <a:gd name="csY1" fmla="*/ 1375 h 4610"/>
                <a:gd name="csX2" fmla="*/ 13237 w 16924"/>
                <a:gd name="csY2" fmla="*/ 451 h 4610"/>
                <a:gd name="csX3" fmla="*/ 17855 w 16924"/>
                <a:gd name="csY3" fmla="*/ 4139 h 4610"/>
                <a:gd name="csX4" fmla="*/ 11698 w 16924"/>
                <a:gd name="csY4" fmla="*/ 5062 h 4610"/>
                <a:gd name="csX5" fmla="*/ 2470 w 16924"/>
                <a:gd name="csY5" fmla="*/ 4139 h 4610"/>
              </a:gdLst>
              <a:ahLst/>
              <a:cxnLst>
                <a:cxn ang="0">
                  <a:pos x="csX0" y="csY0"/>
                </a:cxn>
                <a:cxn ang="0">
                  <a:pos x="csX1" y="csY1"/>
                </a:cxn>
                <a:cxn ang="0">
                  <a:pos x="csX2" y="csY2"/>
                </a:cxn>
                <a:cxn ang="0">
                  <a:pos x="csX3" y="csY3"/>
                </a:cxn>
                <a:cxn ang="0">
                  <a:pos x="csX4" y="csY4"/>
                </a:cxn>
                <a:cxn ang="0">
                  <a:pos x="csX5" y="csY5"/>
                </a:cxn>
              </a:cxnLst>
              <a:rect l="l" t="t" r="r" b="b"/>
              <a:pathLst>
                <a:path w="16924" h="4610">
                  <a:moveTo>
                    <a:pt x="2470" y="4139"/>
                  </a:moveTo>
                  <a:lnTo>
                    <a:pt x="930" y="1375"/>
                  </a:lnTo>
                  <a:lnTo>
                    <a:pt x="13237" y="451"/>
                  </a:lnTo>
                  <a:lnTo>
                    <a:pt x="17855" y="4139"/>
                  </a:lnTo>
                  <a:lnTo>
                    <a:pt x="11698" y="5062"/>
                  </a:lnTo>
                  <a:lnTo>
                    <a:pt x="2470" y="413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3" name="Forme libre : forme 581">
              <a:extLst>
                <a:ext uri="{FF2B5EF4-FFF2-40B4-BE49-F238E27FC236}">
                  <a16:creationId xmlns:a16="http://schemas.microsoft.com/office/drawing/2014/main" id="{A5AAA333-757A-81E6-B223-84C70A9FE5D1}"/>
                </a:ext>
              </a:extLst>
            </p:cNvPr>
            <p:cNvSpPr/>
            <p:nvPr/>
          </p:nvSpPr>
          <p:spPr>
            <a:xfrm>
              <a:off x="3289481" y="2431419"/>
              <a:ext cx="52298" cy="31365"/>
            </a:xfrm>
            <a:custGeom>
              <a:avLst/>
              <a:gdLst>
                <a:gd name="csX0" fmla="*/ 912 w 52298"/>
                <a:gd name="csY0" fmla="*/ 14172 h 31365"/>
                <a:gd name="csX1" fmla="*/ 19369 w 52298"/>
                <a:gd name="csY1" fmla="*/ 20630 h 31365"/>
                <a:gd name="csX2" fmla="*/ 37826 w 52298"/>
                <a:gd name="csY2" fmla="*/ 31698 h 31365"/>
                <a:gd name="csX3" fmla="*/ 43983 w 52298"/>
                <a:gd name="csY3" fmla="*/ 30775 h 31365"/>
                <a:gd name="csX4" fmla="*/ 53211 w 52298"/>
                <a:gd name="csY4" fmla="*/ 8637 h 31365"/>
                <a:gd name="csX5" fmla="*/ 50133 w 52298"/>
                <a:gd name="csY5" fmla="*/ 5867 h 31365"/>
                <a:gd name="csX6" fmla="*/ 42443 w 52298"/>
                <a:gd name="csY6" fmla="*/ 3103 h 31365"/>
                <a:gd name="csX7" fmla="*/ 34754 w 52298"/>
                <a:gd name="csY7" fmla="*/ 333 h 31365"/>
                <a:gd name="csX8" fmla="*/ 8608 w 52298"/>
                <a:gd name="csY8" fmla="*/ 2180 h 31365"/>
                <a:gd name="csX9" fmla="*/ 912 w 52298"/>
                <a:gd name="csY9" fmla="*/ 14172 h 313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298" h="31365">
                  <a:moveTo>
                    <a:pt x="912" y="14172"/>
                  </a:moveTo>
                  <a:lnTo>
                    <a:pt x="19369" y="20630"/>
                  </a:lnTo>
                  <a:lnTo>
                    <a:pt x="37826" y="31698"/>
                  </a:lnTo>
                  <a:lnTo>
                    <a:pt x="43983" y="30775"/>
                  </a:lnTo>
                  <a:lnTo>
                    <a:pt x="53211" y="8637"/>
                  </a:lnTo>
                  <a:lnTo>
                    <a:pt x="50133" y="5867"/>
                  </a:lnTo>
                  <a:lnTo>
                    <a:pt x="42443" y="3103"/>
                  </a:lnTo>
                  <a:lnTo>
                    <a:pt x="34754" y="333"/>
                  </a:lnTo>
                  <a:lnTo>
                    <a:pt x="8608" y="2180"/>
                  </a:lnTo>
                  <a:lnTo>
                    <a:pt x="912" y="141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4" name="Forme libre : forme 582">
              <a:extLst>
                <a:ext uri="{FF2B5EF4-FFF2-40B4-BE49-F238E27FC236}">
                  <a16:creationId xmlns:a16="http://schemas.microsoft.com/office/drawing/2014/main" id="{E33F3F99-5999-B6EC-4E69-DE1E76F2B89F}"/>
                </a:ext>
              </a:extLst>
            </p:cNvPr>
            <p:cNvSpPr/>
            <p:nvPr/>
          </p:nvSpPr>
          <p:spPr>
            <a:xfrm>
              <a:off x="3537136" y="2410206"/>
              <a:ext cx="113825" cy="97777"/>
            </a:xfrm>
            <a:custGeom>
              <a:avLst/>
              <a:gdLst>
                <a:gd name="csX0" fmla="*/ 13386 w 113825"/>
                <a:gd name="csY0" fmla="*/ 98110 h 97777"/>
                <a:gd name="csX1" fmla="*/ 19543 w 113825"/>
                <a:gd name="csY1" fmla="*/ 97186 h 97777"/>
                <a:gd name="csX2" fmla="*/ 31843 w 113825"/>
                <a:gd name="csY2" fmla="*/ 98110 h 97777"/>
                <a:gd name="csX3" fmla="*/ 47228 w 113825"/>
                <a:gd name="csY3" fmla="*/ 77819 h 97777"/>
                <a:gd name="csX4" fmla="*/ 31843 w 113825"/>
                <a:gd name="csY4" fmla="*/ 63980 h 97777"/>
                <a:gd name="csX5" fmla="*/ 41071 w 113825"/>
                <a:gd name="csY5" fmla="*/ 62133 h 97777"/>
                <a:gd name="csX6" fmla="*/ 50299 w 113825"/>
                <a:gd name="csY6" fmla="*/ 63980 h 97777"/>
                <a:gd name="csX7" fmla="*/ 65685 w 113825"/>
                <a:gd name="csY7" fmla="*/ 63980 h 97777"/>
                <a:gd name="csX8" fmla="*/ 76452 w 113825"/>
                <a:gd name="csY8" fmla="*/ 66744 h 97777"/>
                <a:gd name="csX9" fmla="*/ 114905 w 113825"/>
                <a:gd name="csY9" fmla="*/ 20623 h 97777"/>
                <a:gd name="csX10" fmla="*/ 113373 w 113825"/>
                <a:gd name="csY10" fmla="*/ 9554 h 97777"/>
                <a:gd name="csX11" fmla="*/ 84141 w 113825"/>
                <a:gd name="csY11" fmla="*/ 6790 h 97777"/>
                <a:gd name="csX12" fmla="*/ 73381 w 113825"/>
                <a:gd name="csY12" fmla="*/ 8630 h 97777"/>
                <a:gd name="csX13" fmla="*/ 57995 w 113825"/>
                <a:gd name="csY13" fmla="*/ 332 h 97777"/>
                <a:gd name="csX14" fmla="*/ 37999 w 113825"/>
                <a:gd name="csY14" fmla="*/ 4020 h 97777"/>
                <a:gd name="csX15" fmla="*/ 25693 w 113825"/>
                <a:gd name="csY15" fmla="*/ 2173 h 97777"/>
                <a:gd name="csX16" fmla="*/ 5697 w 113825"/>
                <a:gd name="csY16" fmla="*/ 10477 h 97777"/>
                <a:gd name="csX17" fmla="*/ 18003 w 113825"/>
                <a:gd name="csY17" fmla="*/ 16935 h 97777"/>
                <a:gd name="csX18" fmla="*/ 18003 w 113825"/>
                <a:gd name="csY18" fmla="*/ 21546 h 97777"/>
                <a:gd name="csX19" fmla="*/ 8775 w 113825"/>
                <a:gd name="csY19" fmla="*/ 18782 h 97777"/>
                <a:gd name="csX20" fmla="*/ 2618 w 113825"/>
                <a:gd name="csY20" fmla="*/ 21546 h 97777"/>
                <a:gd name="csX21" fmla="*/ 4157 w 113825"/>
                <a:gd name="csY21" fmla="*/ 56599 h 97777"/>
                <a:gd name="csX22" fmla="*/ 1079 w 113825"/>
                <a:gd name="csY22" fmla="*/ 61210 h 97777"/>
                <a:gd name="csX23" fmla="*/ 10307 w 113825"/>
                <a:gd name="csY23" fmla="*/ 75049 h 97777"/>
                <a:gd name="csX24" fmla="*/ 13386 w 113825"/>
                <a:gd name="csY24" fmla="*/ 98110 h 97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825" h="97777">
                  <a:moveTo>
                    <a:pt x="13386" y="98110"/>
                  </a:moveTo>
                  <a:lnTo>
                    <a:pt x="19543" y="97186"/>
                  </a:lnTo>
                  <a:lnTo>
                    <a:pt x="31843" y="98110"/>
                  </a:lnTo>
                  <a:lnTo>
                    <a:pt x="47228" y="77819"/>
                  </a:lnTo>
                  <a:lnTo>
                    <a:pt x="31843" y="63980"/>
                  </a:lnTo>
                  <a:lnTo>
                    <a:pt x="41071" y="62133"/>
                  </a:lnTo>
                  <a:lnTo>
                    <a:pt x="50299" y="63980"/>
                  </a:lnTo>
                  <a:lnTo>
                    <a:pt x="65685" y="63980"/>
                  </a:lnTo>
                  <a:lnTo>
                    <a:pt x="76452" y="66744"/>
                  </a:lnTo>
                  <a:lnTo>
                    <a:pt x="114905" y="20623"/>
                  </a:lnTo>
                  <a:lnTo>
                    <a:pt x="113373" y="9554"/>
                  </a:lnTo>
                  <a:lnTo>
                    <a:pt x="84141" y="6790"/>
                  </a:lnTo>
                  <a:lnTo>
                    <a:pt x="73381" y="8630"/>
                  </a:lnTo>
                  <a:lnTo>
                    <a:pt x="57995" y="332"/>
                  </a:lnTo>
                  <a:lnTo>
                    <a:pt x="37999" y="4020"/>
                  </a:lnTo>
                  <a:lnTo>
                    <a:pt x="25693" y="2173"/>
                  </a:lnTo>
                  <a:lnTo>
                    <a:pt x="5697" y="10477"/>
                  </a:lnTo>
                  <a:lnTo>
                    <a:pt x="18003" y="16935"/>
                  </a:lnTo>
                  <a:lnTo>
                    <a:pt x="18003" y="21546"/>
                  </a:lnTo>
                  <a:lnTo>
                    <a:pt x="8775" y="18782"/>
                  </a:lnTo>
                  <a:lnTo>
                    <a:pt x="2618" y="21546"/>
                  </a:lnTo>
                  <a:lnTo>
                    <a:pt x="4157" y="56599"/>
                  </a:lnTo>
                  <a:lnTo>
                    <a:pt x="1079" y="61210"/>
                  </a:lnTo>
                  <a:lnTo>
                    <a:pt x="10307" y="75049"/>
                  </a:lnTo>
                  <a:lnTo>
                    <a:pt x="13386" y="981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5" name="Forme libre : forme 583">
              <a:extLst>
                <a:ext uri="{FF2B5EF4-FFF2-40B4-BE49-F238E27FC236}">
                  <a16:creationId xmlns:a16="http://schemas.microsoft.com/office/drawing/2014/main" id="{D6EA3AE3-F0A6-CEB2-3201-A710773679FD}"/>
                </a:ext>
              </a:extLst>
            </p:cNvPr>
            <p:cNvSpPr/>
            <p:nvPr/>
          </p:nvSpPr>
          <p:spPr>
            <a:xfrm>
              <a:off x="3463302" y="2415740"/>
              <a:ext cx="30763" cy="12915"/>
            </a:xfrm>
            <a:custGeom>
              <a:avLst/>
              <a:gdLst>
                <a:gd name="csX0" fmla="*/ 1013 w 30763"/>
                <a:gd name="csY0" fmla="*/ 11385 h 12915"/>
                <a:gd name="csX1" fmla="*/ 13320 w 30763"/>
                <a:gd name="csY1" fmla="*/ 13232 h 12915"/>
                <a:gd name="csX2" fmla="*/ 24087 w 30763"/>
                <a:gd name="csY2" fmla="*/ 10461 h 12915"/>
                <a:gd name="csX3" fmla="*/ 31777 w 30763"/>
                <a:gd name="csY3" fmla="*/ 3080 h 12915"/>
                <a:gd name="csX4" fmla="*/ 28705 w 30763"/>
                <a:gd name="csY4" fmla="*/ 316 h 12915"/>
                <a:gd name="csX5" fmla="*/ 13320 w 30763"/>
                <a:gd name="csY5" fmla="*/ 1240 h 12915"/>
                <a:gd name="csX6" fmla="*/ 1013 w 30763"/>
                <a:gd name="csY6" fmla="*/ 6774 h 12915"/>
                <a:gd name="csX7" fmla="*/ 1013 w 30763"/>
                <a:gd name="csY7" fmla="*/ 11385 h 129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63" h="12915">
                  <a:moveTo>
                    <a:pt x="1013" y="11385"/>
                  </a:moveTo>
                  <a:lnTo>
                    <a:pt x="13320" y="13232"/>
                  </a:lnTo>
                  <a:lnTo>
                    <a:pt x="24087" y="10461"/>
                  </a:lnTo>
                  <a:lnTo>
                    <a:pt x="31777" y="3080"/>
                  </a:lnTo>
                  <a:lnTo>
                    <a:pt x="28705" y="316"/>
                  </a:lnTo>
                  <a:lnTo>
                    <a:pt x="13320" y="1240"/>
                  </a:lnTo>
                  <a:lnTo>
                    <a:pt x="1013" y="6774"/>
                  </a:lnTo>
                  <a:lnTo>
                    <a:pt x="1013" y="113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6" name="Forme libre : forme 584">
              <a:extLst>
                <a:ext uri="{FF2B5EF4-FFF2-40B4-BE49-F238E27FC236}">
                  <a16:creationId xmlns:a16="http://schemas.microsoft.com/office/drawing/2014/main" id="{8F86B094-842C-1E11-5FBC-0CF0D1EA38F0}"/>
                </a:ext>
              </a:extLst>
            </p:cNvPr>
            <p:cNvSpPr/>
            <p:nvPr/>
          </p:nvSpPr>
          <p:spPr>
            <a:xfrm>
              <a:off x="3506372" y="2460021"/>
              <a:ext cx="13846" cy="10145"/>
            </a:xfrm>
            <a:custGeom>
              <a:avLst/>
              <a:gdLst>
                <a:gd name="csX0" fmla="*/ 11805 w 13846"/>
                <a:gd name="csY0" fmla="*/ 10488 h 10145"/>
                <a:gd name="csX1" fmla="*/ 2576 w 13846"/>
                <a:gd name="csY1" fmla="*/ 7717 h 10145"/>
                <a:gd name="csX2" fmla="*/ 1037 w 13846"/>
                <a:gd name="csY2" fmla="*/ 1266 h 10145"/>
                <a:gd name="csX3" fmla="*/ 7194 w 13846"/>
                <a:gd name="csY3" fmla="*/ 342 h 10145"/>
                <a:gd name="csX4" fmla="*/ 14883 w 13846"/>
                <a:gd name="csY4" fmla="*/ 4030 h 10145"/>
                <a:gd name="csX5" fmla="*/ 11805 w 13846"/>
                <a:gd name="csY5" fmla="*/ 10488 h 10145"/>
              </a:gdLst>
              <a:ahLst/>
              <a:cxnLst>
                <a:cxn ang="0">
                  <a:pos x="csX0" y="csY0"/>
                </a:cxn>
                <a:cxn ang="0">
                  <a:pos x="csX1" y="csY1"/>
                </a:cxn>
                <a:cxn ang="0">
                  <a:pos x="csX2" y="csY2"/>
                </a:cxn>
                <a:cxn ang="0">
                  <a:pos x="csX3" y="csY3"/>
                </a:cxn>
                <a:cxn ang="0">
                  <a:pos x="csX4" y="csY4"/>
                </a:cxn>
                <a:cxn ang="0">
                  <a:pos x="csX5" y="csY5"/>
                </a:cxn>
              </a:cxnLst>
              <a:rect l="l" t="t" r="r" b="b"/>
              <a:pathLst>
                <a:path w="13846" h="10145">
                  <a:moveTo>
                    <a:pt x="11805" y="10488"/>
                  </a:moveTo>
                  <a:lnTo>
                    <a:pt x="2576" y="7717"/>
                  </a:lnTo>
                  <a:lnTo>
                    <a:pt x="1037" y="1266"/>
                  </a:lnTo>
                  <a:lnTo>
                    <a:pt x="7194" y="342"/>
                  </a:lnTo>
                  <a:lnTo>
                    <a:pt x="14883" y="4030"/>
                  </a:lnTo>
                  <a:lnTo>
                    <a:pt x="11805" y="104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7" name="Forme libre : forme 585">
              <a:extLst>
                <a:ext uri="{FF2B5EF4-FFF2-40B4-BE49-F238E27FC236}">
                  <a16:creationId xmlns:a16="http://schemas.microsoft.com/office/drawing/2014/main" id="{B8B37A3D-C813-36AE-7C3C-5952E91828D2}"/>
                </a:ext>
              </a:extLst>
            </p:cNvPr>
            <p:cNvSpPr/>
            <p:nvPr/>
          </p:nvSpPr>
          <p:spPr>
            <a:xfrm rot="-8100000" flipV="1">
              <a:off x="3536624" y="2388362"/>
              <a:ext cx="7182" cy="5869"/>
            </a:xfrm>
            <a:custGeom>
              <a:avLst/>
              <a:gdLst>
                <a:gd name="csX0" fmla="*/ 1709 w 7182"/>
                <a:gd name="csY0" fmla="*/ 6167 h 5869"/>
                <a:gd name="csX1" fmla="*/ 8236 w 7182"/>
                <a:gd name="csY1" fmla="*/ 6167 h 5869"/>
                <a:gd name="csX2" fmla="*/ 8017 w 7182"/>
                <a:gd name="csY2" fmla="*/ 2035 h 5869"/>
                <a:gd name="csX3" fmla="*/ 1053 w 7182"/>
                <a:gd name="csY3" fmla="*/ 298 h 5869"/>
                <a:gd name="csX4" fmla="*/ 1709 w 7182"/>
                <a:gd name="csY4" fmla="*/ 6167 h 5869"/>
              </a:gdLst>
              <a:ahLst/>
              <a:cxnLst>
                <a:cxn ang="0">
                  <a:pos x="csX0" y="csY0"/>
                </a:cxn>
                <a:cxn ang="0">
                  <a:pos x="csX1" y="csY1"/>
                </a:cxn>
                <a:cxn ang="0">
                  <a:pos x="csX2" y="csY2"/>
                </a:cxn>
                <a:cxn ang="0">
                  <a:pos x="csX3" y="csY3"/>
                </a:cxn>
                <a:cxn ang="0">
                  <a:pos x="csX4" y="csY4"/>
                </a:cxn>
              </a:cxnLst>
              <a:rect l="l" t="t" r="r" b="b"/>
              <a:pathLst>
                <a:path w="7182" h="5869">
                  <a:moveTo>
                    <a:pt x="1709" y="6167"/>
                  </a:moveTo>
                  <a:lnTo>
                    <a:pt x="8236" y="6167"/>
                  </a:lnTo>
                  <a:lnTo>
                    <a:pt x="8017" y="2035"/>
                  </a:lnTo>
                  <a:lnTo>
                    <a:pt x="1053" y="298"/>
                  </a:lnTo>
                  <a:lnTo>
                    <a:pt x="1709" y="6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8" name="Forme libre : forme 586">
              <a:extLst>
                <a:ext uri="{FF2B5EF4-FFF2-40B4-BE49-F238E27FC236}">
                  <a16:creationId xmlns:a16="http://schemas.microsoft.com/office/drawing/2014/main" id="{62149D68-FA02-E4B8-9251-B746B32537E4}"/>
                </a:ext>
              </a:extLst>
            </p:cNvPr>
            <p:cNvSpPr/>
            <p:nvPr/>
          </p:nvSpPr>
          <p:spPr>
            <a:xfrm>
              <a:off x="3658651" y="2425885"/>
              <a:ext cx="610660" cy="516037"/>
            </a:xfrm>
            <a:custGeom>
              <a:avLst/>
              <a:gdLst>
                <a:gd name="csX0" fmla="*/ 108958 w 610660"/>
                <a:gd name="csY0" fmla="*/ 3284 h 516037"/>
                <a:gd name="csX1" fmla="*/ 93580 w 610660"/>
                <a:gd name="csY1" fmla="*/ 2361 h 516037"/>
                <a:gd name="csX2" fmla="*/ 85884 w 610660"/>
                <a:gd name="csY2" fmla="*/ 514 h 516037"/>
                <a:gd name="csX3" fmla="*/ 67427 w 610660"/>
                <a:gd name="csY3" fmla="*/ 514 h 516037"/>
                <a:gd name="csX4" fmla="*/ 41274 w 610660"/>
                <a:gd name="csY4" fmla="*/ 16200 h 516037"/>
                <a:gd name="csX5" fmla="*/ 36663 w 610660"/>
                <a:gd name="csY5" fmla="*/ 18047 h 516037"/>
                <a:gd name="csX6" fmla="*/ 18206 w 610660"/>
                <a:gd name="csY6" fmla="*/ 34650 h 516037"/>
                <a:gd name="csX7" fmla="*/ 18206 w 610660"/>
                <a:gd name="csY7" fmla="*/ 50329 h 516037"/>
                <a:gd name="csX8" fmla="*/ 5900 w 610660"/>
                <a:gd name="csY8" fmla="*/ 58634 h 516037"/>
                <a:gd name="csX9" fmla="*/ 2821 w 610660"/>
                <a:gd name="csY9" fmla="*/ 64168 h 516037"/>
                <a:gd name="csX10" fmla="*/ 10510 w 610660"/>
                <a:gd name="csY10" fmla="*/ 71543 h 516037"/>
                <a:gd name="csX11" fmla="*/ 4360 w 610660"/>
                <a:gd name="csY11" fmla="*/ 78001 h 516037"/>
                <a:gd name="csX12" fmla="*/ 7439 w 610660"/>
                <a:gd name="csY12" fmla="*/ 87229 h 516037"/>
                <a:gd name="csX13" fmla="*/ 1282 w 610660"/>
                <a:gd name="csY13" fmla="*/ 96451 h 516037"/>
                <a:gd name="csX14" fmla="*/ 10510 w 610660"/>
                <a:gd name="csY14" fmla="*/ 107519 h 516037"/>
                <a:gd name="csX15" fmla="*/ 38196 w 610660"/>
                <a:gd name="csY15" fmla="*/ 112130 h 516037"/>
                <a:gd name="csX16" fmla="*/ 58192 w 610660"/>
                <a:gd name="csY16" fmla="*/ 116748 h 516037"/>
                <a:gd name="csX17" fmla="*/ 61270 w 610660"/>
                <a:gd name="csY17" fmla="*/ 123206 h 516037"/>
                <a:gd name="csX18" fmla="*/ 48963 w 610660"/>
                <a:gd name="csY18" fmla="*/ 120435 h 516037"/>
                <a:gd name="csX19" fmla="*/ 38196 w 610660"/>
                <a:gd name="csY19" fmla="*/ 120435 h 516037"/>
                <a:gd name="csX20" fmla="*/ 24356 w 610660"/>
                <a:gd name="csY20" fmla="*/ 116748 h 516037"/>
                <a:gd name="csX21" fmla="*/ 13589 w 610660"/>
                <a:gd name="csY21" fmla="*/ 118588 h 516037"/>
                <a:gd name="csX22" fmla="*/ 16660 w 610660"/>
                <a:gd name="csY22" fmla="*/ 128740 h 516037"/>
                <a:gd name="csX23" fmla="*/ 25896 w 610660"/>
                <a:gd name="csY23" fmla="*/ 134274 h 516037"/>
                <a:gd name="csX24" fmla="*/ 41274 w 610660"/>
                <a:gd name="csY24" fmla="*/ 143496 h 516037"/>
                <a:gd name="csX25" fmla="*/ 50502 w 610660"/>
                <a:gd name="csY25" fmla="*/ 152717 h 516037"/>
                <a:gd name="csX26" fmla="*/ 62809 w 610660"/>
                <a:gd name="csY26" fmla="*/ 152717 h 516037"/>
                <a:gd name="csX27" fmla="*/ 75116 w 610660"/>
                <a:gd name="csY27" fmla="*/ 143496 h 516037"/>
                <a:gd name="csX28" fmla="*/ 82805 w 610660"/>
                <a:gd name="csY28" fmla="*/ 145343 h 516037"/>
                <a:gd name="csX29" fmla="*/ 84344 w 610660"/>
                <a:gd name="csY29" fmla="*/ 155488 h 516037"/>
                <a:gd name="csX30" fmla="*/ 96651 w 610660"/>
                <a:gd name="csY30" fmla="*/ 159175 h 516037"/>
                <a:gd name="csX31" fmla="*/ 112030 w 610660"/>
                <a:gd name="csY31" fmla="*/ 156411 h 516037"/>
                <a:gd name="csX32" fmla="*/ 125876 w 610660"/>
                <a:gd name="csY32" fmla="*/ 157335 h 516037"/>
                <a:gd name="csX33" fmla="*/ 139715 w 610660"/>
                <a:gd name="csY33" fmla="*/ 162869 h 516037"/>
                <a:gd name="csX34" fmla="*/ 148950 w 610660"/>
                <a:gd name="csY34" fmla="*/ 163793 h 516037"/>
                <a:gd name="csX35" fmla="*/ 159711 w 610660"/>
                <a:gd name="csY35" fmla="*/ 165633 h 516037"/>
                <a:gd name="csX36" fmla="*/ 172018 w 610660"/>
                <a:gd name="csY36" fmla="*/ 169327 h 516037"/>
                <a:gd name="csX37" fmla="*/ 172018 w 610660"/>
                <a:gd name="csY37" fmla="*/ 163793 h 516037"/>
                <a:gd name="csX38" fmla="*/ 162789 w 610660"/>
                <a:gd name="csY38" fmla="*/ 158258 h 516037"/>
                <a:gd name="csX39" fmla="*/ 158178 w 610660"/>
                <a:gd name="csY39" fmla="*/ 153641 h 516037"/>
                <a:gd name="csX40" fmla="*/ 162796 w 610660"/>
                <a:gd name="csY40" fmla="*/ 150877 h 516037"/>
                <a:gd name="csX41" fmla="*/ 172024 w 610660"/>
                <a:gd name="csY41" fmla="*/ 154564 h 516037"/>
                <a:gd name="csX42" fmla="*/ 179714 w 610660"/>
                <a:gd name="csY42" fmla="*/ 161022 h 516037"/>
                <a:gd name="csX43" fmla="*/ 193553 w 610660"/>
                <a:gd name="csY43" fmla="*/ 166556 h 516037"/>
                <a:gd name="csX44" fmla="*/ 198170 w 610660"/>
                <a:gd name="csY44" fmla="*/ 161946 h 516037"/>
                <a:gd name="csX45" fmla="*/ 193553 w 610660"/>
                <a:gd name="csY45" fmla="*/ 158258 h 516037"/>
                <a:gd name="csX46" fmla="*/ 205859 w 610660"/>
                <a:gd name="csY46" fmla="*/ 155488 h 516037"/>
                <a:gd name="csX47" fmla="*/ 222784 w 610660"/>
                <a:gd name="csY47" fmla="*/ 162869 h 516037"/>
                <a:gd name="csX48" fmla="*/ 241241 w 610660"/>
                <a:gd name="csY48" fmla="*/ 161946 h 516037"/>
                <a:gd name="csX49" fmla="*/ 245851 w 610660"/>
                <a:gd name="csY49" fmla="*/ 153648 h 516037"/>
                <a:gd name="csX50" fmla="*/ 227395 w 610660"/>
                <a:gd name="csY50" fmla="*/ 143496 h 516037"/>
                <a:gd name="csX51" fmla="*/ 227395 w 610660"/>
                <a:gd name="csY51" fmla="*/ 139808 h 516037"/>
                <a:gd name="csX52" fmla="*/ 239701 w 610660"/>
                <a:gd name="csY52" fmla="*/ 136121 h 516037"/>
                <a:gd name="csX53" fmla="*/ 248930 w 610660"/>
                <a:gd name="csY53" fmla="*/ 143496 h 516037"/>
                <a:gd name="csX54" fmla="*/ 256626 w 610660"/>
                <a:gd name="csY54" fmla="*/ 144419 h 516037"/>
                <a:gd name="csX55" fmla="*/ 268926 w 610660"/>
                <a:gd name="csY55" fmla="*/ 153648 h 516037"/>
                <a:gd name="csX56" fmla="*/ 267387 w 610660"/>
                <a:gd name="csY56" fmla="*/ 165633 h 516037"/>
                <a:gd name="csX57" fmla="*/ 276615 w 610660"/>
                <a:gd name="csY57" fmla="*/ 170251 h 516037"/>
                <a:gd name="csX58" fmla="*/ 282772 w 610660"/>
                <a:gd name="csY58" fmla="*/ 180396 h 516037"/>
                <a:gd name="csX59" fmla="*/ 307379 w 610660"/>
                <a:gd name="csY59" fmla="*/ 188700 h 516037"/>
                <a:gd name="csX60" fmla="*/ 308918 w 610660"/>
                <a:gd name="csY60" fmla="*/ 192388 h 516037"/>
                <a:gd name="csX61" fmla="*/ 282772 w 610660"/>
                <a:gd name="csY61" fmla="*/ 200693 h 516037"/>
                <a:gd name="csX62" fmla="*/ 284311 w 610660"/>
                <a:gd name="csY62" fmla="*/ 208067 h 516037"/>
                <a:gd name="csX63" fmla="*/ 295079 w 610660"/>
                <a:gd name="csY63" fmla="*/ 208991 h 516037"/>
                <a:gd name="csX64" fmla="*/ 304307 w 610660"/>
                <a:gd name="csY64" fmla="*/ 205303 h 516037"/>
                <a:gd name="csX65" fmla="*/ 319685 w 610660"/>
                <a:gd name="csY65" fmla="*/ 197922 h 516037"/>
                <a:gd name="csX66" fmla="*/ 328914 w 610660"/>
                <a:gd name="csY66" fmla="*/ 197922 h 516037"/>
                <a:gd name="csX67" fmla="*/ 322764 w 610660"/>
                <a:gd name="csY67" fmla="*/ 204380 h 516037"/>
                <a:gd name="csX68" fmla="*/ 333531 w 610660"/>
                <a:gd name="csY68" fmla="*/ 214525 h 516037"/>
                <a:gd name="csX69" fmla="*/ 345838 w 610660"/>
                <a:gd name="csY69" fmla="*/ 213608 h 516037"/>
                <a:gd name="csX70" fmla="*/ 351988 w 610660"/>
                <a:gd name="csY70" fmla="*/ 223753 h 516037"/>
                <a:gd name="csX71" fmla="*/ 365834 w 610660"/>
                <a:gd name="csY71" fmla="*/ 232058 h 516037"/>
                <a:gd name="csX72" fmla="*/ 368913 w 610660"/>
                <a:gd name="csY72" fmla="*/ 238509 h 516037"/>
                <a:gd name="csX73" fmla="*/ 370445 w 610660"/>
                <a:gd name="csY73" fmla="*/ 245890 h 516037"/>
                <a:gd name="csX74" fmla="*/ 376602 w 610660"/>
                <a:gd name="csY74" fmla="*/ 250501 h 516037"/>
                <a:gd name="csX75" fmla="*/ 376602 w 610660"/>
                <a:gd name="csY75" fmla="*/ 268951 h 516037"/>
                <a:gd name="csX76" fmla="*/ 365834 w 610660"/>
                <a:gd name="csY76" fmla="*/ 269875 h 516037"/>
                <a:gd name="csX77" fmla="*/ 358138 w 610660"/>
                <a:gd name="csY77" fmla="*/ 281333 h 516037"/>
                <a:gd name="csX78" fmla="*/ 328914 w 610660"/>
                <a:gd name="csY78" fmla="*/ 304394 h 516037"/>
                <a:gd name="csX79" fmla="*/ 331992 w 610660"/>
                <a:gd name="csY79" fmla="*/ 319765 h 516037"/>
                <a:gd name="csX80" fmla="*/ 347371 w 610660"/>
                <a:gd name="csY80" fmla="*/ 332065 h 516037"/>
                <a:gd name="csX81" fmla="*/ 347371 w 610660"/>
                <a:gd name="csY81" fmla="*/ 345898 h 516037"/>
                <a:gd name="csX82" fmla="*/ 336603 w 610660"/>
                <a:gd name="csY82" fmla="*/ 341287 h 516037"/>
                <a:gd name="csX83" fmla="*/ 318146 w 610660"/>
                <a:gd name="csY83" fmla="*/ 352048 h 516037"/>
                <a:gd name="csX84" fmla="*/ 292000 w 610660"/>
                <a:gd name="csY84" fmla="*/ 353587 h 516037"/>
                <a:gd name="csX85" fmla="*/ 282765 w 610660"/>
                <a:gd name="csY85" fmla="*/ 348976 h 516037"/>
                <a:gd name="csX86" fmla="*/ 273537 w 610660"/>
                <a:gd name="csY86" fmla="*/ 342819 h 516037"/>
                <a:gd name="csX87" fmla="*/ 265847 w 610660"/>
                <a:gd name="csY87" fmla="*/ 350509 h 516037"/>
                <a:gd name="csX88" fmla="*/ 265847 w 610660"/>
                <a:gd name="csY88" fmla="*/ 359737 h 516037"/>
                <a:gd name="csX89" fmla="*/ 252001 w 610660"/>
                <a:gd name="csY89" fmla="*/ 370498 h 516037"/>
                <a:gd name="csX90" fmla="*/ 250462 w 610660"/>
                <a:gd name="csY90" fmla="*/ 388948 h 516037"/>
                <a:gd name="csX91" fmla="*/ 268926 w 610660"/>
                <a:gd name="csY91" fmla="*/ 402780 h 516037"/>
                <a:gd name="csX92" fmla="*/ 290454 w 610660"/>
                <a:gd name="csY92" fmla="*/ 404319 h 516037"/>
                <a:gd name="csX93" fmla="*/ 302761 w 610660"/>
                <a:gd name="csY93" fmla="*/ 385869 h 516037"/>
                <a:gd name="csX94" fmla="*/ 310457 w 610660"/>
                <a:gd name="csY94" fmla="*/ 384337 h 516037"/>
                <a:gd name="csX95" fmla="*/ 325835 w 610660"/>
                <a:gd name="csY95" fmla="*/ 401248 h 516037"/>
                <a:gd name="csX96" fmla="*/ 330453 w 610660"/>
                <a:gd name="csY96" fmla="*/ 395098 h 516037"/>
                <a:gd name="csX97" fmla="*/ 328914 w 610660"/>
                <a:gd name="csY97" fmla="*/ 384337 h 516037"/>
                <a:gd name="csX98" fmla="*/ 338142 w 610660"/>
                <a:gd name="csY98" fmla="*/ 385876 h 516037"/>
                <a:gd name="csX99" fmla="*/ 341221 w 610660"/>
                <a:gd name="csY99" fmla="*/ 392026 h 516037"/>
                <a:gd name="csX100" fmla="*/ 358138 w 610660"/>
                <a:gd name="csY100" fmla="*/ 392026 h 516037"/>
                <a:gd name="csX101" fmla="*/ 361217 w 610660"/>
                <a:gd name="csY101" fmla="*/ 412008 h 516037"/>
                <a:gd name="csX102" fmla="*/ 378134 w 610660"/>
                <a:gd name="csY102" fmla="*/ 427380 h 516037"/>
                <a:gd name="csX103" fmla="*/ 391980 w 610660"/>
                <a:gd name="csY103" fmla="*/ 428919 h 516037"/>
                <a:gd name="csX104" fmla="*/ 395059 w 610660"/>
                <a:gd name="csY104" fmla="*/ 439680 h 516037"/>
                <a:gd name="csX105" fmla="*/ 385823 w 610660"/>
                <a:gd name="csY105" fmla="*/ 441219 h 516037"/>
                <a:gd name="csX106" fmla="*/ 388902 w 610660"/>
                <a:gd name="csY106" fmla="*/ 453519 h 516037"/>
                <a:gd name="csX107" fmla="*/ 398130 w 610660"/>
                <a:gd name="csY107" fmla="*/ 456597 h 516037"/>
                <a:gd name="csX108" fmla="*/ 418126 w 610660"/>
                <a:gd name="csY108" fmla="*/ 475040 h 516037"/>
                <a:gd name="csX109" fmla="*/ 428894 w 610660"/>
                <a:gd name="csY109" fmla="*/ 471969 h 516037"/>
                <a:gd name="csX110" fmla="*/ 438122 w 610660"/>
                <a:gd name="csY110" fmla="*/ 475040 h 516037"/>
                <a:gd name="csX111" fmla="*/ 436583 w 610660"/>
                <a:gd name="csY111" fmla="*/ 491958 h 516037"/>
                <a:gd name="csX112" fmla="*/ 455047 w 610660"/>
                <a:gd name="csY112" fmla="*/ 504251 h 516037"/>
                <a:gd name="csX113" fmla="*/ 467347 w 610660"/>
                <a:gd name="csY113" fmla="*/ 504251 h 516037"/>
                <a:gd name="csX114" fmla="*/ 501189 w 610660"/>
                <a:gd name="csY114" fmla="*/ 516551 h 516037"/>
                <a:gd name="csX115" fmla="*/ 513495 w 610660"/>
                <a:gd name="csY115" fmla="*/ 511940 h 516037"/>
                <a:gd name="csX116" fmla="*/ 505806 w 610660"/>
                <a:gd name="csY116" fmla="*/ 495030 h 516037"/>
                <a:gd name="csX117" fmla="*/ 482732 w 610660"/>
                <a:gd name="csY117" fmla="*/ 479658 h 516037"/>
                <a:gd name="csX118" fmla="*/ 470425 w 610660"/>
                <a:gd name="csY118" fmla="*/ 462747 h 516037"/>
                <a:gd name="csX119" fmla="*/ 447357 w 610660"/>
                <a:gd name="csY119" fmla="*/ 433530 h 516037"/>
                <a:gd name="csX120" fmla="*/ 450429 w 610660"/>
                <a:gd name="csY120" fmla="*/ 422769 h 516037"/>
                <a:gd name="csX121" fmla="*/ 456586 w 610660"/>
                <a:gd name="csY121" fmla="*/ 421237 h 516037"/>
                <a:gd name="csX122" fmla="*/ 468893 w 610660"/>
                <a:gd name="csY122" fmla="*/ 436608 h 516037"/>
                <a:gd name="csX123" fmla="*/ 476582 w 610660"/>
                <a:gd name="csY123" fmla="*/ 435069 h 516037"/>
                <a:gd name="csX124" fmla="*/ 485810 w 610660"/>
                <a:gd name="csY124" fmla="*/ 447369 h 516037"/>
                <a:gd name="csX125" fmla="*/ 498117 w 610660"/>
                <a:gd name="csY125" fmla="*/ 444297 h 516037"/>
                <a:gd name="csX126" fmla="*/ 513495 w 610660"/>
                <a:gd name="csY126" fmla="*/ 462747 h 516037"/>
                <a:gd name="csX127" fmla="*/ 527341 w 610660"/>
                <a:gd name="csY127" fmla="*/ 484269 h 516037"/>
                <a:gd name="csX128" fmla="*/ 536570 w 610660"/>
                <a:gd name="csY128" fmla="*/ 482730 h 516037"/>
                <a:gd name="csX129" fmla="*/ 536570 w 610660"/>
                <a:gd name="csY129" fmla="*/ 468897 h 516037"/>
                <a:gd name="csX130" fmla="*/ 542720 w 610660"/>
                <a:gd name="csY130" fmla="*/ 458137 h 516037"/>
                <a:gd name="csX131" fmla="*/ 531952 w 610660"/>
                <a:gd name="csY131" fmla="*/ 448908 h 516037"/>
                <a:gd name="csX132" fmla="*/ 535031 w 610660"/>
                <a:gd name="csY132" fmla="*/ 442758 h 516037"/>
                <a:gd name="csX133" fmla="*/ 548877 w 610660"/>
                <a:gd name="csY133" fmla="*/ 444297 h 516037"/>
                <a:gd name="csX134" fmla="*/ 548877 w 610660"/>
                <a:gd name="csY134" fmla="*/ 431997 h 516037"/>
                <a:gd name="csX135" fmla="*/ 538109 w 610660"/>
                <a:gd name="csY135" fmla="*/ 418158 h 516037"/>
                <a:gd name="csX136" fmla="*/ 538109 w 610660"/>
                <a:gd name="csY136" fmla="*/ 410476 h 516037"/>
                <a:gd name="csX137" fmla="*/ 531952 w 610660"/>
                <a:gd name="csY137" fmla="*/ 405858 h 516037"/>
                <a:gd name="csX138" fmla="*/ 531952 w 610660"/>
                <a:gd name="csY138" fmla="*/ 398176 h 516037"/>
                <a:gd name="csX139" fmla="*/ 515035 w 610660"/>
                <a:gd name="csY139" fmla="*/ 376648 h 516037"/>
                <a:gd name="csX140" fmla="*/ 504267 w 610660"/>
                <a:gd name="csY140" fmla="*/ 373576 h 516037"/>
                <a:gd name="csX141" fmla="*/ 488889 w 610660"/>
                <a:gd name="csY141" fmla="*/ 353587 h 516037"/>
                <a:gd name="csX142" fmla="*/ 484271 w 610660"/>
                <a:gd name="csY142" fmla="*/ 344365 h 516037"/>
                <a:gd name="csX143" fmla="*/ 475043 w 610660"/>
                <a:gd name="csY143" fmla="*/ 338215 h 516037"/>
                <a:gd name="csX144" fmla="*/ 459664 w 610660"/>
                <a:gd name="csY144" fmla="*/ 319765 h 516037"/>
                <a:gd name="csX145" fmla="*/ 464275 w 610660"/>
                <a:gd name="csY145" fmla="*/ 309005 h 516037"/>
                <a:gd name="csX146" fmla="*/ 478121 w 610660"/>
                <a:gd name="csY146" fmla="*/ 321305 h 516037"/>
                <a:gd name="csX147" fmla="*/ 487349 w 610660"/>
                <a:gd name="csY147" fmla="*/ 315155 h 516037"/>
                <a:gd name="csX148" fmla="*/ 482732 w 610660"/>
                <a:gd name="csY148" fmla="*/ 307465 h 516037"/>
                <a:gd name="csX149" fmla="*/ 475043 w 610660"/>
                <a:gd name="csY149" fmla="*/ 290555 h 516037"/>
                <a:gd name="csX150" fmla="*/ 493499 w 610660"/>
                <a:gd name="csY150" fmla="*/ 281333 h 516037"/>
                <a:gd name="csX151" fmla="*/ 508885 w 610660"/>
                <a:gd name="csY151" fmla="*/ 298244 h 516037"/>
                <a:gd name="csX152" fmla="*/ 513495 w 610660"/>
                <a:gd name="csY152" fmla="*/ 307465 h 516037"/>
                <a:gd name="csX153" fmla="*/ 531959 w 610660"/>
                <a:gd name="csY153" fmla="*/ 307465 h 516037"/>
                <a:gd name="csX154" fmla="*/ 533498 w 610660"/>
                <a:gd name="csY154" fmla="*/ 313615 h 516037"/>
                <a:gd name="csX155" fmla="*/ 524270 w 610660"/>
                <a:gd name="csY155" fmla="*/ 330526 h 516037"/>
                <a:gd name="csX156" fmla="*/ 539648 w 610660"/>
                <a:gd name="csY156" fmla="*/ 350515 h 516037"/>
                <a:gd name="csX157" fmla="*/ 547337 w 610660"/>
                <a:gd name="csY157" fmla="*/ 356665 h 516037"/>
                <a:gd name="csX158" fmla="*/ 556566 w 610660"/>
                <a:gd name="csY158" fmla="*/ 359737 h 516037"/>
                <a:gd name="csX159" fmla="*/ 567333 w 610660"/>
                <a:gd name="csY159" fmla="*/ 372037 h 516037"/>
                <a:gd name="csX160" fmla="*/ 573490 w 610660"/>
                <a:gd name="csY160" fmla="*/ 358205 h 516037"/>
                <a:gd name="csX161" fmla="*/ 567333 w 610660"/>
                <a:gd name="csY161" fmla="*/ 339755 h 516037"/>
                <a:gd name="csX162" fmla="*/ 567333 w 610660"/>
                <a:gd name="csY162" fmla="*/ 327455 h 516037"/>
                <a:gd name="csX163" fmla="*/ 578101 w 610660"/>
                <a:gd name="csY163" fmla="*/ 338215 h 516037"/>
                <a:gd name="csX164" fmla="*/ 595025 w 610660"/>
                <a:gd name="csY164" fmla="*/ 327455 h 516037"/>
                <a:gd name="csX165" fmla="*/ 590408 w 610660"/>
                <a:gd name="csY165" fmla="*/ 296705 h 516037"/>
                <a:gd name="csX166" fmla="*/ 608871 w 610660"/>
                <a:gd name="csY166" fmla="*/ 295166 h 516037"/>
                <a:gd name="csX167" fmla="*/ 611943 w 610660"/>
                <a:gd name="csY167" fmla="*/ 274492 h 516037"/>
                <a:gd name="csX168" fmla="*/ 602715 w 610660"/>
                <a:gd name="csY168" fmla="*/ 271722 h 516037"/>
                <a:gd name="csX169" fmla="*/ 604254 w 610660"/>
                <a:gd name="csY169" fmla="*/ 266187 h 516037"/>
                <a:gd name="csX170" fmla="*/ 593486 w 610660"/>
                <a:gd name="csY170" fmla="*/ 261577 h 516037"/>
                <a:gd name="csX171" fmla="*/ 571951 w 610660"/>
                <a:gd name="csY171" fmla="*/ 272645 h 516037"/>
                <a:gd name="csX172" fmla="*/ 570412 w 610660"/>
                <a:gd name="csY172" fmla="*/ 268034 h 516037"/>
                <a:gd name="csX173" fmla="*/ 576562 w 610660"/>
                <a:gd name="csY173" fmla="*/ 263417 h 516037"/>
                <a:gd name="csX174" fmla="*/ 570412 w 610660"/>
                <a:gd name="csY174" fmla="*/ 257883 h 516037"/>
                <a:gd name="csX175" fmla="*/ 547337 w 610660"/>
                <a:gd name="csY175" fmla="*/ 260653 h 516037"/>
                <a:gd name="csX176" fmla="*/ 550416 w 610660"/>
                <a:gd name="csY176" fmla="*/ 248661 h 516037"/>
                <a:gd name="csX177" fmla="*/ 541187 w 610660"/>
                <a:gd name="csY177" fmla="*/ 243127 h 516037"/>
                <a:gd name="csX178" fmla="*/ 531959 w 610660"/>
                <a:gd name="csY178" fmla="*/ 241280 h 516037"/>
                <a:gd name="csX179" fmla="*/ 531959 w 610660"/>
                <a:gd name="csY179" fmla="*/ 233898 h 516037"/>
                <a:gd name="csX180" fmla="*/ 515041 w 610660"/>
                <a:gd name="csY180" fmla="*/ 234822 h 516037"/>
                <a:gd name="csX181" fmla="*/ 502735 w 610660"/>
                <a:gd name="csY181" fmla="*/ 240356 h 516037"/>
                <a:gd name="csX182" fmla="*/ 490428 w 610660"/>
                <a:gd name="csY182" fmla="*/ 223753 h 516037"/>
                <a:gd name="csX183" fmla="*/ 470432 w 610660"/>
                <a:gd name="csY183" fmla="*/ 212685 h 516037"/>
                <a:gd name="csX184" fmla="*/ 442747 w 610660"/>
                <a:gd name="csY184" fmla="*/ 206227 h 516037"/>
                <a:gd name="csX185" fmla="*/ 445818 w 610660"/>
                <a:gd name="csY185" fmla="*/ 200693 h 516037"/>
                <a:gd name="csX186" fmla="*/ 471971 w 610660"/>
                <a:gd name="csY186" fmla="*/ 205303 h 516037"/>
                <a:gd name="csX187" fmla="*/ 473510 w 610660"/>
                <a:gd name="csY187" fmla="*/ 197922 h 516037"/>
                <a:gd name="csX188" fmla="*/ 464282 w 610660"/>
                <a:gd name="csY188" fmla="*/ 193311 h 516037"/>
                <a:gd name="csX189" fmla="*/ 498117 w 610660"/>
                <a:gd name="csY189" fmla="*/ 191471 h 516037"/>
                <a:gd name="csX190" fmla="*/ 493506 w 610660"/>
                <a:gd name="csY190" fmla="*/ 185013 h 516037"/>
                <a:gd name="csX191" fmla="*/ 465814 w 610660"/>
                <a:gd name="csY191" fmla="*/ 177632 h 516037"/>
                <a:gd name="csX192" fmla="*/ 475049 w 610660"/>
                <a:gd name="csY192" fmla="*/ 173945 h 516037"/>
                <a:gd name="csX193" fmla="*/ 484278 w 610660"/>
                <a:gd name="csY193" fmla="*/ 173945 h 516037"/>
                <a:gd name="csX194" fmla="*/ 488889 w 610660"/>
                <a:gd name="csY194" fmla="*/ 166563 h 516037"/>
                <a:gd name="csX195" fmla="*/ 468893 w 610660"/>
                <a:gd name="csY195" fmla="*/ 152724 h 516037"/>
                <a:gd name="csX196" fmla="*/ 459664 w 610660"/>
                <a:gd name="csY196" fmla="*/ 161952 h 516037"/>
                <a:gd name="csX197" fmla="*/ 445818 w 610660"/>
                <a:gd name="csY197" fmla="*/ 165640 h 516037"/>
                <a:gd name="csX198" fmla="*/ 445818 w 610660"/>
                <a:gd name="csY198" fmla="*/ 160105 h 516037"/>
                <a:gd name="csX199" fmla="*/ 427361 w 610660"/>
                <a:gd name="csY199" fmla="*/ 157335 h 516037"/>
                <a:gd name="csX200" fmla="*/ 445818 w 610660"/>
                <a:gd name="csY200" fmla="*/ 152724 h 516037"/>
                <a:gd name="csX201" fmla="*/ 459664 w 610660"/>
                <a:gd name="csY201" fmla="*/ 140732 h 516037"/>
                <a:gd name="csX202" fmla="*/ 436590 w 610660"/>
                <a:gd name="csY202" fmla="*/ 131510 h 516037"/>
                <a:gd name="csX203" fmla="*/ 419672 w 610660"/>
                <a:gd name="csY203" fmla="*/ 132427 h 516037"/>
                <a:gd name="csX204" fmla="*/ 407365 w 610660"/>
                <a:gd name="csY204" fmla="*/ 146266 h 516037"/>
                <a:gd name="csX205" fmla="*/ 398137 w 610660"/>
                <a:gd name="csY205" fmla="*/ 145343 h 516037"/>
                <a:gd name="csX206" fmla="*/ 401215 w 610660"/>
                <a:gd name="csY206" fmla="*/ 137961 h 516037"/>
                <a:gd name="csX207" fmla="*/ 408905 w 610660"/>
                <a:gd name="csY207" fmla="*/ 131510 h 516037"/>
                <a:gd name="csX208" fmla="*/ 405826 w 610660"/>
                <a:gd name="csY208" fmla="*/ 127816 h 516037"/>
                <a:gd name="csX209" fmla="*/ 388909 w 610660"/>
                <a:gd name="csY209" fmla="*/ 134274 h 516037"/>
                <a:gd name="csX210" fmla="*/ 382759 w 610660"/>
                <a:gd name="csY210" fmla="*/ 127816 h 516037"/>
                <a:gd name="csX211" fmla="*/ 407365 w 610660"/>
                <a:gd name="csY211" fmla="*/ 120435 h 516037"/>
                <a:gd name="csX212" fmla="*/ 402755 w 610660"/>
                <a:gd name="csY212" fmla="*/ 102909 h 516037"/>
                <a:gd name="csX213" fmla="*/ 390448 w 610660"/>
                <a:gd name="csY213" fmla="*/ 95534 h 516037"/>
                <a:gd name="csX214" fmla="*/ 371984 w 610660"/>
                <a:gd name="csY214" fmla="*/ 95534 h 516037"/>
                <a:gd name="csX215" fmla="*/ 370452 w 610660"/>
                <a:gd name="csY215" fmla="*/ 105679 h 516037"/>
                <a:gd name="csX216" fmla="*/ 361217 w 610660"/>
                <a:gd name="csY216" fmla="*/ 110290 h 516037"/>
                <a:gd name="csX217" fmla="*/ 355067 w 610660"/>
                <a:gd name="csY217" fmla="*/ 106603 h 516037"/>
                <a:gd name="csX218" fmla="*/ 350456 w 610660"/>
                <a:gd name="csY218" fmla="*/ 110290 h 516037"/>
                <a:gd name="csX219" fmla="*/ 344299 w 610660"/>
                <a:gd name="csY219" fmla="*/ 104756 h 516037"/>
                <a:gd name="csX220" fmla="*/ 350456 w 610660"/>
                <a:gd name="csY220" fmla="*/ 96458 h 516037"/>
                <a:gd name="csX221" fmla="*/ 341227 w 610660"/>
                <a:gd name="csY221" fmla="*/ 94611 h 516037"/>
                <a:gd name="csX222" fmla="*/ 333531 w 610660"/>
                <a:gd name="csY222" fmla="*/ 104756 h 516037"/>
                <a:gd name="csX223" fmla="*/ 324303 w 610660"/>
                <a:gd name="csY223" fmla="*/ 102909 h 516037"/>
                <a:gd name="csX224" fmla="*/ 325842 w 610660"/>
                <a:gd name="csY224" fmla="*/ 92763 h 516037"/>
                <a:gd name="csX225" fmla="*/ 341227 w 610660"/>
                <a:gd name="csY225" fmla="*/ 79848 h 516037"/>
                <a:gd name="csX226" fmla="*/ 333531 w 610660"/>
                <a:gd name="csY226" fmla="*/ 77084 h 516037"/>
                <a:gd name="csX227" fmla="*/ 321232 w 610660"/>
                <a:gd name="csY227" fmla="*/ 85382 h 516037"/>
                <a:gd name="csX228" fmla="*/ 313535 w 610660"/>
                <a:gd name="csY228" fmla="*/ 77084 h 516037"/>
                <a:gd name="csX229" fmla="*/ 322771 w 610660"/>
                <a:gd name="csY229" fmla="*/ 63245 h 516037"/>
                <a:gd name="csX230" fmla="*/ 302775 w 610660"/>
                <a:gd name="csY230" fmla="*/ 54947 h 516037"/>
                <a:gd name="csX231" fmla="*/ 292007 w 610660"/>
                <a:gd name="csY231" fmla="*/ 55864 h 516037"/>
                <a:gd name="csX232" fmla="*/ 282772 w 610660"/>
                <a:gd name="csY232" fmla="*/ 53100 h 516037"/>
                <a:gd name="csX233" fmla="*/ 256626 w 610660"/>
                <a:gd name="csY233" fmla="*/ 54023 h 516037"/>
                <a:gd name="csX234" fmla="*/ 247398 w 610660"/>
                <a:gd name="csY234" fmla="*/ 61398 h 516037"/>
                <a:gd name="csX235" fmla="*/ 264315 w 610660"/>
                <a:gd name="csY235" fmla="*/ 66009 h 516037"/>
                <a:gd name="csX236" fmla="*/ 262776 w 610660"/>
                <a:gd name="csY236" fmla="*/ 70626 h 516037"/>
                <a:gd name="csX237" fmla="*/ 255087 w 610660"/>
                <a:gd name="csY237" fmla="*/ 71550 h 516037"/>
                <a:gd name="csX238" fmla="*/ 252008 w 610660"/>
                <a:gd name="csY238" fmla="*/ 84465 h 516037"/>
                <a:gd name="csX239" fmla="*/ 241241 w 610660"/>
                <a:gd name="csY239" fmla="*/ 84465 h 516037"/>
                <a:gd name="csX240" fmla="*/ 233552 w 610660"/>
                <a:gd name="csY240" fmla="*/ 74314 h 516037"/>
                <a:gd name="csX241" fmla="*/ 232012 w 610660"/>
                <a:gd name="csY241" fmla="*/ 66932 h 516037"/>
                <a:gd name="csX242" fmla="*/ 218166 w 610660"/>
                <a:gd name="csY242" fmla="*/ 66932 h 516037"/>
                <a:gd name="csX243" fmla="*/ 205859 w 610660"/>
                <a:gd name="csY243" fmla="*/ 71550 h 516037"/>
                <a:gd name="csX244" fmla="*/ 204327 w 610660"/>
                <a:gd name="csY244" fmla="*/ 78924 h 516037"/>
                <a:gd name="csX245" fmla="*/ 196631 w 610660"/>
                <a:gd name="csY245" fmla="*/ 79848 h 516037"/>
                <a:gd name="csX246" fmla="*/ 199710 w 610660"/>
                <a:gd name="csY246" fmla="*/ 59558 h 516037"/>
                <a:gd name="csX247" fmla="*/ 207399 w 610660"/>
                <a:gd name="csY247" fmla="*/ 53100 h 516037"/>
                <a:gd name="csX248" fmla="*/ 204327 w 610660"/>
                <a:gd name="csY248" fmla="*/ 44795 h 516037"/>
                <a:gd name="csX249" fmla="*/ 201249 w 610660"/>
                <a:gd name="csY249" fmla="*/ 39261 h 516037"/>
                <a:gd name="csX250" fmla="*/ 199716 w 610660"/>
                <a:gd name="csY250" fmla="*/ 25422 h 516037"/>
                <a:gd name="csX251" fmla="*/ 188942 w 610660"/>
                <a:gd name="csY251" fmla="*/ 16200 h 516037"/>
                <a:gd name="csX252" fmla="*/ 188942 w 610660"/>
                <a:gd name="csY252" fmla="*/ 8819 h 516037"/>
                <a:gd name="csX253" fmla="*/ 181253 w 610660"/>
                <a:gd name="csY253" fmla="*/ 4208 h 516037"/>
                <a:gd name="csX254" fmla="*/ 168946 w 610660"/>
                <a:gd name="csY254" fmla="*/ 4208 h 516037"/>
                <a:gd name="csX255" fmla="*/ 135104 w 610660"/>
                <a:gd name="csY255" fmla="*/ 14353 h 516037"/>
                <a:gd name="csX256" fmla="*/ 135104 w 610660"/>
                <a:gd name="csY256" fmla="*/ 22658 h 516037"/>
                <a:gd name="csX257" fmla="*/ 127415 w 610660"/>
                <a:gd name="csY257" fmla="*/ 19887 h 516037"/>
                <a:gd name="csX258" fmla="*/ 116107 w 610660"/>
                <a:gd name="csY258" fmla="*/ 24327 h 516037"/>
                <a:gd name="csX259" fmla="*/ 124343 w 610660"/>
                <a:gd name="csY259" fmla="*/ 30039 h 516037"/>
                <a:gd name="csX260" fmla="*/ 104340 w 610660"/>
                <a:gd name="csY260" fmla="*/ 35573 h 516037"/>
                <a:gd name="csX261" fmla="*/ 108958 w 610660"/>
                <a:gd name="csY261" fmla="*/ 60474 h 516037"/>
                <a:gd name="csX262" fmla="*/ 128954 w 610660"/>
                <a:gd name="csY262" fmla="*/ 67856 h 516037"/>
                <a:gd name="csX263" fmla="*/ 125876 w 610660"/>
                <a:gd name="csY263" fmla="*/ 73390 h 516037"/>
                <a:gd name="csX264" fmla="*/ 110497 w 610660"/>
                <a:gd name="csY264" fmla="*/ 67856 h 516037"/>
                <a:gd name="csX265" fmla="*/ 99730 w 610660"/>
                <a:gd name="csY265" fmla="*/ 73390 h 516037"/>
                <a:gd name="csX266" fmla="*/ 102801 w 610660"/>
                <a:gd name="csY266" fmla="*/ 87229 h 516037"/>
                <a:gd name="csX267" fmla="*/ 114362 w 610660"/>
                <a:gd name="csY267" fmla="*/ 100583 h 516037"/>
                <a:gd name="csX268" fmla="*/ 112030 w 610660"/>
                <a:gd name="csY268" fmla="*/ 114901 h 516037"/>
                <a:gd name="csX269" fmla="*/ 101262 w 610660"/>
                <a:gd name="csY269" fmla="*/ 113977 h 516037"/>
                <a:gd name="csX270" fmla="*/ 101262 w 610660"/>
                <a:gd name="csY270" fmla="*/ 95527 h 516037"/>
                <a:gd name="csX271" fmla="*/ 82805 w 610660"/>
                <a:gd name="csY271" fmla="*/ 85382 h 516037"/>
                <a:gd name="csX272" fmla="*/ 81273 w 610660"/>
                <a:gd name="csY272" fmla="*/ 52176 h 516037"/>
                <a:gd name="csX273" fmla="*/ 79734 w 610660"/>
                <a:gd name="csY273" fmla="*/ 46642 h 516037"/>
                <a:gd name="csX274" fmla="*/ 101269 w 610660"/>
                <a:gd name="csY274" fmla="*/ 24505 h 516037"/>
                <a:gd name="csX275" fmla="*/ 104340 w 610660"/>
                <a:gd name="csY275" fmla="*/ 18964 h 516037"/>
                <a:gd name="csX276" fmla="*/ 116107 w 610660"/>
                <a:gd name="csY276" fmla="*/ 7108 h 516037"/>
                <a:gd name="csX277" fmla="*/ 108958 w 610660"/>
                <a:gd name="csY277" fmla="*/ 3284 h 5160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Lst>
              <a:rect l="l" t="t" r="r" b="b"/>
              <a:pathLst>
                <a:path w="610660" h="516037">
                  <a:moveTo>
                    <a:pt x="108958" y="3284"/>
                  </a:moveTo>
                  <a:lnTo>
                    <a:pt x="93580" y="2361"/>
                  </a:lnTo>
                  <a:lnTo>
                    <a:pt x="85884" y="514"/>
                  </a:lnTo>
                  <a:lnTo>
                    <a:pt x="67427" y="514"/>
                  </a:lnTo>
                  <a:lnTo>
                    <a:pt x="41274" y="16200"/>
                  </a:lnTo>
                  <a:lnTo>
                    <a:pt x="36663" y="18047"/>
                  </a:lnTo>
                  <a:lnTo>
                    <a:pt x="18206" y="34650"/>
                  </a:lnTo>
                  <a:lnTo>
                    <a:pt x="18206" y="50329"/>
                  </a:lnTo>
                  <a:lnTo>
                    <a:pt x="5900" y="58634"/>
                  </a:lnTo>
                  <a:lnTo>
                    <a:pt x="2821" y="64168"/>
                  </a:lnTo>
                  <a:lnTo>
                    <a:pt x="10510" y="71543"/>
                  </a:lnTo>
                  <a:lnTo>
                    <a:pt x="4360" y="78001"/>
                  </a:lnTo>
                  <a:lnTo>
                    <a:pt x="7439" y="87229"/>
                  </a:lnTo>
                  <a:lnTo>
                    <a:pt x="1282" y="96451"/>
                  </a:lnTo>
                  <a:lnTo>
                    <a:pt x="10510" y="107519"/>
                  </a:lnTo>
                  <a:lnTo>
                    <a:pt x="38196" y="112130"/>
                  </a:lnTo>
                  <a:lnTo>
                    <a:pt x="58192" y="116748"/>
                  </a:lnTo>
                  <a:lnTo>
                    <a:pt x="61270" y="123206"/>
                  </a:lnTo>
                  <a:lnTo>
                    <a:pt x="48963" y="120435"/>
                  </a:lnTo>
                  <a:lnTo>
                    <a:pt x="38196" y="120435"/>
                  </a:lnTo>
                  <a:lnTo>
                    <a:pt x="24356" y="116748"/>
                  </a:lnTo>
                  <a:lnTo>
                    <a:pt x="13589" y="118588"/>
                  </a:lnTo>
                  <a:lnTo>
                    <a:pt x="16660" y="128740"/>
                  </a:lnTo>
                  <a:lnTo>
                    <a:pt x="25896" y="134274"/>
                  </a:lnTo>
                  <a:lnTo>
                    <a:pt x="41274" y="143496"/>
                  </a:lnTo>
                  <a:lnTo>
                    <a:pt x="50502" y="152717"/>
                  </a:lnTo>
                  <a:lnTo>
                    <a:pt x="62809" y="152717"/>
                  </a:lnTo>
                  <a:lnTo>
                    <a:pt x="75116" y="143496"/>
                  </a:lnTo>
                  <a:lnTo>
                    <a:pt x="82805" y="145343"/>
                  </a:lnTo>
                  <a:lnTo>
                    <a:pt x="84344" y="155488"/>
                  </a:lnTo>
                  <a:lnTo>
                    <a:pt x="96651" y="159175"/>
                  </a:lnTo>
                  <a:lnTo>
                    <a:pt x="112030" y="156411"/>
                  </a:lnTo>
                  <a:lnTo>
                    <a:pt x="125876" y="157335"/>
                  </a:lnTo>
                  <a:lnTo>
                    <a:pt x="139715" y="162869"/>
                  </a:lnTo>
                  <a:lnTo>
                    <a:pt x="148950" y="163793"/>
                  </a:lnTo>
                  <a:lnTo>
                    <a:pt x="159711" y="165633"/>
                  </a:lnTo>
                  <a:lnTo>
                    <a:pt x="172018" y="169327"/>
                  </a:lnTo>
                  <a:lnTo>
                    <a:pt x="172018" y="163793"/>
                  </a:lnTo>
                  <a:lnTo>
                    <a:pt x="162789" y="158258"/>
                  </a:lnTo>
                  <a:lnTo>
                    <a:pt x="158178" y="153641"/>
                  </a:lnTo>
                  <a:lnTo>
                    <a:pt x="162796" y="150877"/>
                  </a:lnTo>
                  <a:lnTo>
                    <a:pt x="172024" y="154564"/>
                  </a:lnTo>
                  <a:lnTo>
                    <a:pt x="179714" y="161022"/>
                  </a:lnTo>
                  <a:lnTo>
                    <a:pt x="193553" y="166556"/>
                  </a:lnTo>
                  <a:lnTo>
                    <a:pt x="198170" y="161946"/>
                  </a:lnTo>
                  <a:lnTo>
                    <a:pt x="193553" y="158258"/>
                  </a:lnTo>
                  <a:lnTo>
                    <a:pt x="205859" y="155488"/>
                  </a:lnTo>
                  <a:lnTo>
                    <a:pt x="222784" y="162869"/>
                  </a:lnTo>
                  <a:lnTo>
                    <a:pt x="241241" y="161946"/>
                  </a:lnTo>
                  <a:lnTo>
                    <a:pt x="245851" y="153648"/>
                  </a:lnTo>
                  <a:lnTo>
                    <a:pt x="227395" y="143496"/>
                  </a:lnTo>
                  <a:lnTo>
                    <a:pt x="227395" y="139808"/>
                  </a:lnTo>
                  <a:lnTo>
                    <a:pt x="239701" y="136121"/>
                  </a:lnTo>
                  <a:lnTo>
                    <a:pt x="248930" y="143496"/>
                  </a:lnTo>
                  <a:lnTo>
                    <a:pt x="256626" y="144419"/>
                  </a:lnTo>
                  <a:lnTo>
                    <a:pt x="268926" y="153648"/>
                  </a:lnTo>
                  <a:lnTo>
                    <a:pt x="267387" y="165633"/>
                  </a:lnTo>
                  <a:lnTo>
                    <a:pt x="276615" y="170251"/>
                  </a:lnTo>
                  <a:lnTo>
                    <a:pt x="282772" y="180396"/>
                  </a:lnTo>
                  <a:lnTo>
                    <a:pt x="307379" y="188700"/>
                  </a:lnTo>
                  <a:lnTo>
                    <a:pt x="308918" y="192388"/>
                  </a:lnTo>
                  <a:lnTo>
                    <a:pt x="282772" y="200693"/>
                  </a:lnTo>
                  <a:lnTo>
                    <a:pt x="284311" y="208067"/>
                  </a:lnTo>
                  <a:lnTo>
                    <a:pt x="295079" y="208991"/>
                  </a:lnTo>
                  <a:lnTo>
                    <a:pt x="304307" y="205303"/>
                  </a:lnTo>
                  <a:lnTo>
                    <a:pt x="319685" y="197922"/>
                  </a:lnTo>
                  <a:lnTo>
                    <a:pt x="328914" y="197922"/>
                  </a:lnTo>
                  <a:lnTo>
                    <a:pt x="322764" y="204380"/>
                  </a:lnTo>
                  <a:lnTo>
                    <a:pt x="333531" y="214525"/>
                  </a:lnTo>
                  <a:lnTo>
                    <a:pt x="345838" y="213608"/>
                  </a:lnTo>
                  <a:lnTo>
                    <a:pt x="351988" y="223753"/>
                  </a:lnTo>
                  <a:lnTo>
                    <a:pt x="365834" y="232058"/>
                  </a:lnTo>
                  <a:lnTo>
                    <a:pt x="368913" y="238509"/>
                  </a:lnTo>
                  <a:lnTo>
                    <a:pt x="370445" y="245890"/>
                  </a:lnTo>
                  <a:lnTo>
                    <a:pt x="376602" y="250501"/>
                  </a:lnTo>
                  <a:lnTo>
                    <a:pt x="376602" y="268951"/>
                  </a:lnTo>
                  <a:lnTo>
                    <a:pt x="365834" y="269875"/>
                  </a:lnTo>
                  <a:lnTo>
                    <a:pt x="358138" y="281333"/>
                  </a:lnTo>
                  <a:lnTo>
                    <a:pt x="328914" y="304394"/>
                  </a:lnTo>
                  <a:lnTo>
                    <a:pt x="331992" y="319765"/>
                  </a:lnTo>
                  <a:lnTo>
                    <a:pt x="347371" y="332065"/>
                  </a:lnTo>
                  <a:lnTo>
                    <a:pt x="347371" y="345898"/>
                  </a:lnTo>
                  <a:lnTo>
                    <a:pt x="336603" y="341287"/>
                  </a:lnTo>
                  <a:lnTo>
                    <a:pt x="318146" y="352048"/>
                  </a:lnTo>
                  <a:lnTo>
                    <a:pt x="292000" y="353587"/>
                  </a:lnTo>
                  <a:lnTo>
                    <a:pt x="282765" y="348976"/>
                  </a:lnTo>
                  <a:lnTo>
                    <a:pt x="273537" y="342819"/>
                  </a:lnTo>
                  <a:lnTo>
                    <a:pt x="265847" y="350509"/>
                  </a:lnTo>
                  <a:lnTo>
                    <a:pt x="265847" y="359737"/>
                  </a:lnTo>
                  <a:lnTo>
                    <a:pt x="252001" y="370498"/>
                  </a:lnTo>
                  <a:lnTo>
                    <a:pt x="250462" y="388948"/>
                  </a:lnTo>
                  <a:lnTo>
                    <a:pt x="268926" y="402780"/>
                  </a:lnTo>
                  <a:lnTo>
                    <a:pt x="290454" y="404319"/>
                  </a:lnTo>
                  <a:lnTo>
                    <a:pt x="302761" y="385869"/>
                  </a:lnTo>
                  <a:lnTo>
                    <a:pt x="310457" y="384337"/>
                  </a:lnTo>
                  <a:lnTo>
                    <a:pt x="325835" y="401248"/>
                  </a:lnTo>
                  <a:lnTo>
                    <a:pt x="330453" y="395098"/>
                  </a:lnTo>
                  <a:lnTo>
                    <a:pt x="328914" y="384337"/>
                  </a:lnTo>
                  <a:lnTo>
                    <a:pt x="338142" y="385876"/>
                  </a:lnTo>
                  <a:lnTo>
                    <a:pt x="341221" y="392026"/>
                  </a:lnTo>
                  <a:lnTo>
                    <a:pt x="358138" y="392026"/>
                  </a:lnTo>
                  <a:lnTo>
                    <a:pt x="361217" y="412008"/>
                  </a:lnTo>
                  <a:lnTo>
                    <a:pt x="378134" y="427380"/>
                  </a:lnTo>
                  <a:lnTo>
                    <a:pt x="391980" y="428919"/>
                  </a:lnTo>
                  <a:lnTo>
                    <a:pt x="395059" y="439680"/>
                  </a:lnTo>
                  <a:lnTo>
                    <a:pt x="385823" y="441219"/>
                  </a:lnTo>
                  <a:lnTo>
                    <a:pt x="388902" y="453519"/>
                  </a:lnTo>
                  <a:lnTo>
                    <a:pt x="398130" y="456597"/>
                  </a:lnTo>
                  <a:lnTo>
                    <a:pt x="418126" y="475040"/>
                  </a:lnTo>
                  <a:lnTo>
                    <a:pt x="428894" y="471969"/>
                  </a:lnTo>
                  <a:lnTo>
                    <a:pt x="438122" y="475040"/>
                  </a:lnTo>
                  <a:lnTo>
                    <a:pt x="436583" y="491958"/>
                  </a:lnTo>
                  <a:lnTo>
                    <a:pt x="455047" y="504251"/>
                  </a:lnTo>
                  <a:lnTo>
                    <a:pt x="467347" y="504251"/>
                  </a:lnTo>
                  <a:lnTo>
                    <a:pt x="501189" y="516551"/>
                  </a:lnTo>
                  <a:lnTo>
                    <a:pt x="513495" y="511940"/>
                  </a:lnTo>
                  <a:lnTo>
                    <a:pt x="505806" y="495030"/>
                  </a:lnTo>
                  <a:lnTo>
                    <a:pt x="482732" y="479658"/>
                  </a:lnTo>
                  <a:lnTo>
                    <a:pt x="470425" y="462747"/>
                  </a:lnTo>
                  <a:lnTo>
                    <a:pt x="447357" y="433530"/>
                  </a:lnTo>
                  <a:lnTo>
                    <a:pt x="450429" y="422769"/>
                  </a:lnTo>
                  <a:lnTo>
                    <a:pt x="456586" y="421237"/>
                  </a:lnTo>
                  <a:lnTo>
                    <a:pt x="468893" y="436608"/>
                  </a:lnTo>
                  <a:lnTo>
                    <a:pt x="476582" y="435069"/>
                  </a:lnTo>
                  <a:lnTo>
                    <a:pt x="485810" y="447369"/>
                  </a:lnTo>
                  <a:lnTo>
                    <a:pt x="498117" y="444297"/>
                  </a:lnTo>
                  <a:lnTo>
                    <a:pt x="513495" y="462747"/>
                  </a:lnTo>
                  <a:lnTo>
                    <a:pt x="527341" y="484269"/>
                  </a:lnTo>
                  <a:lnTo>
                    <a:pt x="536570" y="482730"/>
                  </a:lnTo>
                  <a:lnTo>
                    <a:pt x="536570" y="468897"/>
                  </a:lnTo>
                  <a:lnTo>
                    <a:pt x="542720" y="458137"/>
                  </a:lnTo>
                  <a:lnTo>
                    <a:pt x="531952" y="448908"/>
                  </a:lnTo>
                  <a:lnTo>
                    <a:pt x="535031" y="442758"/>
                  </a:lnTo>
                  <a:lnTo>
                    <a:pt x="548877" y="444297"/>
                  </a:lnTo>
                  <a:lnTo>
                    <a:pt x="548877" y="431997"/>
                  </a:lnTo>
                  <a:lnTo>
                    <a:pt x="538109" y="418158"/>
                  </a:lnTo>
                  <a:lnTo>
                    <a:pt x="538109" y="410476"/>
                  </a:lnTo>
                  <a:lnTo>
                    <a:pt x="531952" y="405858"/>
                  </a:lnTo>
                  <a:lnTo>
                    <a:pt x="531952" y="398176"/>
                  </a:lnTo>
                  <a:lnTo>
                    <a:pt x="515035" y="376648"/>
                  </a:lnTo>
                  <a:lnTo>
                    <a:pt x="504267" y="373576"/>
                  </a:lnTo>
                  <a:lnTo>
                    <a:pt x="488889" y="353587"/>
                  </a:lnTo>
                  <a:lnTo>
                    <a:pt x="484271" y="344365"/>
                  </a:lnTo>
                  <a:lnTo>
                    <a:pt x="475043" y="338215"/>
                  </a:lnTo>
                  <a:lnTo>
                    <a:pt x="459664" y="319765"/>
                  </a:lnTo>
                  <a:lnTo>
                    <a:pt x="464275" y="309005"/>
                  </a:lnTo>
                  <a:lnTo>
                    <a:pt x="478121" y="321305"/>
                  </a:lnTo>
                  <a:lnTo>
                    <a:pt x="487349" y="315155"/>
                  </a:lnTo>
                  <a:lnTo>
                    <a:pt x="482732" y="307465"/>
                  </a:lnTo>
                  <a:lnTo>
                    <a:pt x="475043" y="290555"/>
                  </a:lnTo>
                  <a:lnTo>
                    <a:pt x="493499" y="281333"/>
                  </a:lnTo>
                  <a:lnTo>
                    <a:pt x="508885" y="298244"/>
                  </a:lnTo>
                  <a:lnTo>
                    <a:pt x="513495" y="307465"/>
                  </a:lnTo>
                  <a:lnTo>
                    <a:pt x="531959" y="307465"/>
                  </a:lnTo>
                  <a:lnTo>
                    <a:pt x="533498" y="313615"/>
                  </a:lnTo>
                  <a:lnTo>
                    <a:pt x="524270" y="330526"/>
                  </a:lnTo>
                  <a:lnTo>
                    <a:pt x="539648" y="350515"/>
                  </a:lnTo>
                  <a:lnTo>
                    <a:pt x="547337" y="356665"/>
                  </a:lnTo>
                  <a:lnTo>
                    <a:pt x="556566" y="359737"/>
                  </a:lnTo>
                  <a:lnTo>
                    <a:pt x="567333" y="372037"/>
                  </a:lnTo>
                  <a:lnTo>
                    <a:pt x="573490" y="358205"/>
                  </a:lnTo>
                  <a:lnTo>
                    <a:pt x="567333" y="339755"/>
                  </a:lnTo>
                  <a:lnTo>
                    <a:pt x="567333" y="327455"/>
                  </a:lnTo>
                  <a:lnTo>
                    <a:pt x="578101" y="338215"/>
                  </a:lnTo>
                  <a:lnTo>
                    <a:pt x="595025" y="327455"/>
                  </a:lnTo>
                  <a:lnTo>
                    <a:pt x="590408" y="296705"/>
                  </a:lnTo>
                  <a:lnTo>
                    <a:pt x="608871" y="295166"/>
                  </a:lnTo>
                  <a:lnTo>
                    <a:pt x="611943" y="274492"/>
                  </a:lnTo>
                  <a:lnTo>
                    <a:pt x="602715" y="271722"/>
                  </a:lnTo>
                  <a:lnTo>
                    <a:pt x="604254" y="266187"/>
                  </a:lnTo>
                  <a:lnTo>
                    <a:pt x="593486" y="261577"/>
                  </a:lnTo>
                  <a:lnTo>
                    <a:pt x="571951" y="272645"/>
                  </a:lnTo>
                  <a:lnTo>
                    <a:pt x="570412" y="268034"/>
                  </a:lnTo>
                  <a:lnTo>
                    <a:pt x="576562" y="263417"/>
                  </a:lnTo>
                  <a:lnTo>
                    <a:pt x="570412" y="257883"/>
                  </a:lnTo>
                  <a:lnTo>
                    <a:pt x="547337" y="260653"/>
                  </a:lnTo>
                  <a:lnTo>
                    <a:pt x="550416" y="248661"/>
                  </a:lnTo>
                  <a:lnTo>
                    <a:pt x="541187" y="243127"/>
                  </a:lnTo>
                  <a:lnTo>
                    <a:pt x="531959" y="241280"/>
                  </a:lnTo>
                  <a:lnTo>
                    <a:pt x="531959" y="233898"/>
                  </a:lnTo>
                  <a:lnTo>
                    <a:pt x="515041" y="234822"/>
                  </a:lnTo>
                  <a:lnTo>
                    <a:pt x="502735" y="240356"/>
                  </a:lnTo>
                  <a:lnTo>
                    <a:pt x="490428" y="223753"/>
                  </a:lnTo>
                  <a:lnTo>
                    <a:pt x="470432" y="212685"/>
                  </a:lnTo>
                  <a:lnTo>
                    <a:pt x="442747" y="206227"/>
                  </a:lnTo>
                  <a:lnTo>
                    <a:pt x="445818" y="200693"/>
                  </a:lnTo>
                  <a:lnTo>
                    <a:pt x="471971" y="205303"/>
                  </a:lnTo>
                  <a:lnTo>
                    <a:pt x="473510" y="197922"/>
                  </a:lnTo>
                  <a:lnTo>
                    <a:pt x="464282" y="193311"/>
                  </a:lnTo>
                  <a:lnTo>
                    <a:pt x="498117" y="191471"/>
                  </a:lnTo>
                  <a:lnTo>
                    <a:pt x="493506" y="185013"/>
                  </a:lnTo>
                  <a:lnTo>
                    <a:pt x="465814" y="177632"/>
                  </a:lnTo>
                  <a:lnTo>
                    <a:pt x="475049" y="173945"/>
                  </a:lnTo>
                  <a:lnTo>
                    <a:pt x="484278" y="173945"/>
                  </a:lnTo>
                  <a:lnTo>
                    <a:pt x="488889" y="166563"/>
                  </a:lnTo>
                  <a:lnTo>
                    <a:pt x="468893" y="152724"/>
                  </a:lnTo>
                  <a:lnTo>
                    <a:pt x="459664" y="161952"/>
                  </a:lnTo>
                  <a:lnTo>
                    <a:pt x="445818" y="165640"/>
                  </a:lnTo>
                  <a:lnTo>
                    <a:pt x="445818" y="160105"/>
                  </a:lnTo>
                  <a:lnTo>
                    <a:pt x="427361" y="157335"/>
                  </a:lnTo>
                  <a:lnTo>
                    <a:pt x="445818" y="152724"/>
                  </a:lnTo>
                  <a:lnTo>
                    <a:pt x="459664" y="140732"/>
                  </a:lnTo>
                  <a:lnTo>
                    <a:pt x="436590" y="131510"/>
                  </a:lnTo>
                  <a:lnTo>
                    <a:pt x="419672" y="132427"/>
                  </a:lnTo>
                  <a:lnTo>
                    <a:pt x="407365" y="146266"/>
                  </a:lnTo>
                  <a:lnTo>
                    <a:pt x="398137" y="145343"/>
                  </a:lnTo>
                  <a:lnTo>
                    <a:pt x="401215" y="137961"/>
                  </a:lnTo>
                  <a:lnTo>
                    <a:pt x="408905" y="131510"/>
                  </a:lnTo>
                  <a:lnTo>
                    <a:pt x="405826" y="127816"/>
                  </a:lnTo>
                  <a:lnTo>
                    <a:pt x="388909" y="134274"/>
                  </a:lnTo>
                  <a:lnTo>
                    <a:pt x="382759" y="127816"/>
                  </a:lnTo>
                  <a:lnTo>
                    <a:pt x="407365" y="120435"/>
                  </a:lnTo>
                  <a:lnTo>
                    <a:pt x="402755" y="102909"/>
                  </a:lnTo>
                  <a:lnTo>
                    <a:pt x="390448" y="95534"/>
                  </a:lnTo>
                  <a:lnTo>
                    <a:pt x="371984" y="95534"/>
                  </a:lnTo>
                  <a:lnTo>
                    <a:pt x="370452" y="105679"/>
                  </a:lnTo>
                  <a:lnTo>
                    <a:pt x="361217" y="110290"/>
                  </a:lnTo>
                  <a:lnTo>
                    <a:pt x="355067" y="106603"/>
                  </a:lnTo>
                  <a:lnTo>
                    <a:pt x="350456" y="110290"/>
                  </a:lnTo>
                  <a:lnTo>
                    <a:pt x="344299" y="104756"/>
                  </a:lnTo>
                  <a:lnTo>
                    <a:pt x="350456" y="96458"/>
                  </a:lnTo>
                  <a:lnTo>
                    <a:pt x="341227" y="94611"/>
                  </a:lnTo>
                  <a:lnTo>
                    <a:pt x="333531" y="104756"/>
                  </a:lnTo>
                  <a:lnTo>
                    <a:pt x="324303" y="102909"/>
                  </a:lnTo>
                  <a:lnTo>
                    <a:pt x="325842" y="92763"/>
                  </a:lnTo>
                  <a:lnTo>
                    <a:pt x="341227" y="79848"/>
                  </a:lnTo>
                  <a:lnTo>
                    <a:pt x="333531" y="77084"/>
                  </a:lnTo>
                  <a:lnTo>
                    <a:pt x="321232" y="85382"/>
                  </a:lnTo>
                  <a:lnTo>
                    <a:pt x="313535" y="77084"/>
                  </a:lnTo>
                  <a:lnTo>
                    <a:pt x="322771" y="63245"/>
                  </a:lnTo>
                  <a:lnTo>
                    <a:pt x="302775" y="54947"/>
                  </a:lnTo>
                  <a:lnTo>
                    <a:pt x="292007" y="55864"/>
                  </a:lnTo>
                  <a:lnTo>
                    <a:pt x="282772" y="53100"/>
                  </a:lnTo>
                  <a:lnTo>
                    <a:pt x="256626" y="54023"/>
                  </a:lnTo>
                  <a:lnTo>
                    <a:pt x="247398" y="61398"/>
                  </a:lnTo>
                  <a:lnTo>
                    <a:pt x="264315" y="66009"/>
                  </a:lnTo>
                  <a:lnTo>
                    <a:pt x="262776" y="70626"/>
                  </a:lnTo>
                  <a:lnTo>
                    <a:pt x="255087" y="71550"/>
                  </a:lnTo>
                  <a:lnTo>
                    <a:pt x="252008" y="84465"/>
                  </a:lnTo>
                  <a:lnTo>
                    <a:pt x="241241" y="84465"/>
                  </a:lnTo>
                  <a:lnTo>
                    <a:pt x="233552" y="74314"/>
                  </a:lnTo>
                  <a:lnTo>
                    <a:pt x="232012" y="66932"/>
                  </a:lnTo>
                  <a:lnTo>
                    <a:pt x="218166" y="66932"/>
                  </a:lnTo>
                  <a:lnTo>
                    <a:pt x="205859" y="71550"/>
                  </a:lnTo>
                  <a:lnTo>
                    <a:pt x="204327" y="78924"/>
                  </a:lnTo>
                  <a:lnTo>
                    <a:pt x="196631" y="79848"/>
                  </a:lnTo>
                  <a:lnTo>
                    <a:pt x="199710" y="59558"/>
                  </a:lnTo>
                  <a:lnTo>
                    <a:pt x="207399" y="53100"/>
                  </a:lnTo>
                  <a:lnTo>
                    <a:pt x="204327" y="44795"/>
                  </a:lnTo>
                  <a:lnTo>
                    <a:pt x="201249" y="39261"/>
                  </a:lnTo>
                  <a:lnTo>
                    <a:pt x="199716" y="25422"/>
                  </a:lnTo>
                  <a:lnTo>
                    <a:pt x="188942" y="16200"/>
                  </a:lnTo>
                  <a:lnTo>
                    <a:pt x="188942" y="8819"/>
                  </a:lnTo>
                  <a:lnTo>
                    <a:pt x="181253" y="4208"/>
                  </a:lnTo>
                  <a:lnTo>
                    <a:pt x="168946" y="4208"/>
                  </a:lnTo>
                  <a:lnTo>
                    <a:pt x="135104" y="14353"/>
                  </a:lnTo>
                  <a:lnTo>
                    <a:pt x="135104" y="22658"/>
                  </a:lnTo>
                  <a:lnTo>
                    <a:pt x="127415" y="19887"/>
                  </a:lnTo>
                  <a:lnTo>
                    <a:pt x="116107" y="24327"/>
                  </a:lnTo>
                  <a:lnTo>
                    <a:pt x="124343" y="30039"/>
                  </a:lnTo>
                  <a:lnTo>
                    <a:pt x="104340" y="35573"/>
                  </a:lnTo>
                  <a:lnTo>
                    <a:pt x="108958" y="60474"/>
                  </a:lnTo>
                  <a:lnTo>
                    <a:pt x="128954" y="67856"/>
                  </a:lnTo>
                  <a:lnTo>
                    <a:pt x="125876" y="73390"/>
                  </a:lnTo>
                  <a:lnTo>
                    <a:pt x="110497" y="67856"/>
                  </a:lnTo>
                  <a:lnTo>
                    <a:pt x="99730" y="73390"/>
                  </a:lnTo>
                  <a:lnTo>
                    <a:pt x="102801" y="87229"/>
                  </a:lnTo>
                  <a:lnTo>
                    <a:pt x="114362" y="100583"/>
                  </a:lnTo>
                  <a:lnTo>
                    <a:pt x="112030" y="114901"/>
                  </a:lnTo>
                  <a:lnTo>
                    <a:pt x="101262" y="113977"/>
                  </a:lnTo>
                  <a:lnTo>
                    <a:pt x="101262" y="95527"/>
                  </a:lnTo>
                  <a:lnTo>
                    <a:pt x="82805" y="85382"/>
                  </a:lnTo>
                  <a:lnTo>
                    <a:pt x="81273" y="52176"/>
                  </a:lnTo>
                  <a:lnTo>
                    <a:pt x="79734" y="46642"/>
                  </a:lnTo>
                  <a:lnTo>
                    <a:pt x="101269" y="24505"/>
                  </a:lnTo>
                  <a:lnTo>
                    <a:pt x="104340" y="18964"/>
                  </a:lnTo>
                  <a:lnTo>
                    <a:pt x="116107" y="7108"/>
                  </a:lnTo>
                  <a:lnTo>
                    <a:pt x="108958" y="32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09" name="Forme libre : forme 587">
              <a:extLst>
                <a:ext uri="{FF2B5EF4-FFF2-40B4-BE49-F238E27FC236}">
                  <a16:creationId xmlns:a16="http://schemas.microsoft.com/office/drawing/2014/main" id="{B0E93F16-67D1-1E2F-46B2-6F11D0B3D164}"/>
                </a:ext>
              </a:extLst>
            </p:cNvPr>
            <p:cNvSpPr/>
            <p:nvPr/>
          </p:nvSpPr>
          <p:spPr>
            <a:xfrm>
              <a:off x="3860157" y="2432343"/>
              <a:ext cx="104597" cy="46128"/>
            </a:xfrm>
            <a:custGeom>
              <a:avLst/>
              <a:gdLst>
                <a:gd name="csX0" fmla="*/ 1272 w 104597"/>
                <a:gd name="csY0" fmla="*/ 3111 h 46128"/>
                <a:gd name="csX1" fmla="*/ 5883 w 104597"/>
                <a:gd name="csY1" fmla="*/ 15103 h 46128"/>
                <a:gd name="csX2" fmla="*/ 12039 w 104597"/>
                <a:gd name="csY2" fmla="*/ 18790 h 46128"/>
                <a:gd name="csX3" fmla="*/ 16650 w 104597"/>
                <a:gd name="csY3" fmla="*/ 42774 h 46128"/>
                <a:gd name="csX4" fmla="*/ 25879 w 104597"/>
                <a:gd name="csY4" fmla="*/ 46469 h 46128"/>
                <a:gd name="csX5" fmla="*/ 35114 w 104597"/>
                <a:gd name="csY5" fmla="*/ 43698 h 46128"/>
                <a:gd name="csX6" fmla="*/ 38185 w 104597"/>
                <a:gd name="csY6" fmla="*/ 38164 h 46128"/>
                <a:gd name="csX7" fmla="*/ 72027 w 104597"/>
                <a:gd name="csY7" fmla="*/ 36317 h 46128"/>
                <a:gd name="csX8" fmla="*/ 101252 w 104597"/>
                <a:gd name="csY8" fmla="*/ 42774 h 46128"/>
                <a:gd name="csX9" fmla="*/ 105869 w 104597"/>
                <a:gd name="csY9" fmla="*/ 36317 h 46128"/>
                <a:gd name="csX10" fmla="*/ 88952 w 104597"/>
                <a:gd name="csY10" fmla="*/ 29859 h 46128"/>
                <a:gd name="csX11" fmla="*/ 90484 w 104597"/>
                <a:gd name="csY11" fmla="*/ 19714 h 46128"/>
                <a:gd name="csX12" fmla="*/ 81256 w 104597"/>
                <a:gd name="csY12" fmla="*/ 12339 h 46128"/>
                <a:gd name="csX13" fmla="*/ 72027 w 104597"/>
                <a:gd name="csY13" fmla="*/ 11416 h 46128"/>
                <a:gd name="csX14" fmla="*/ 50492 w 104597"/>
                <a:gd name="csY14" fmla="*/ 340 h 46128"/>
                <a:gd name="csX15" fmla="*/ 21268 w 104597"/>
                <a:gd name="csY15" fmla="*/ 3111 h 46128"/>
                <a:gd name="csX16" fmla="*/ 16650 w 104597"/>
                <a:gd name="csY16" fmla="*/ 340 h 46128"/>
                <a:gd name="csX17" fmla="*/ 1272 w 104597"/>
                <a:gd name="csY17" fmla="*/ 3111 h 461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04597" h="46128">
                  <a:moveTo>
                    <a:pt x="1272" y="3111"/>
                  </a:moveTo>
                  <a:lnTo>
                    <a:pt x="5883" y="15103"/>
                  </a:lnTo>
                  <a:lnTo>
                    <a:pt x="12039" y="18790"/>
                  </a:lnTo>
                  <a:lnTo>
                    <a:pt x="16650" y="42774"/>
                  </a:lnTo>
                  <a:lnTo>
                    <a:pt x="25879" y="46469"/>
                  </a:lnTo>
                  <a:lnTo>
                    <a:pt x="35114" y="43698"/>
                  </a:lnTo>
                  <a:lnTo>
                    <a:pt x="38185" y="38164"/>
                  </a:lnTo>
                  <a:lnTo>
                    <a:pt x="72027" y="36317"/>
                  </a:lnTo>
                  <a:lnTo>
                    <a:pt x="101252" y="42774"/>
                  </a:lnTo>
                  <a:lnTo>
                    <a:pt x="105869" y="36317"/>
                  </a:lnTo>
                  <a:lnTo>
                    <a:pt x="88952" y="29859"/>
                  </a:lnTo>
                  <a:lnTo>
                    <a:pt x="90484" y="19714"/>
                  </a:lnTo>
                  <a:lnTo>
                    <a:pt x="81256" y="12339"/>
                  </a:lnTo>
                  <a:lnTo>
                    <a:pt x="72027" y="11416"/>
                  </a:lnTo>
                  <a:lnTo>
                    <a:pt x="50492" y="340"/>
                  </a:lnTo>
                  <a:lnTo>
                    <a:pt x="21268" y="3111"/>
                  </a:lnTo>
                  <a:lnTo>
                    <a:pt x="16650" y="340"/>
                  </a:lnTo>
                  <a:lnTo>
                    <a:pt x="1272" y="31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0" name="Forme libre : forme 588">
              <a:extLst>
                <a:ext uri="{FF2B5EF4-FFF2-40B4-BE49-F238E27FC236}">
                  <a16:creationId xmlns:a16="http://schemas.microsoft.com/office/drawing/2014/main" id="{D6CE102F-794A-B994-DA91-F52C8CC07B97}"/>
                </a:ext>
              </a:extLst>
            </p:cNvPr>
            <p:cNvSpPr/>
            <p:nvPr/>
          </p:nvSpPr>
          <p:spPr>
            <a:xfrm>
              <a:off x="3897077" y="2597462"/>
              <a:ext cx="24606" cy="9221"/>
            </a:xfrm>
            <a:custGeom>
              <a:avLst/>
              <a:gdLst>
                <a:gd name="csX0" fmla="*/ 18196 w 24606"/>
                <a:gd name="csY0" fmla="*/ 427 h 9221"/>
                <a:gd name="csX1" fmla="*/ 1278 w 24606"/>
                <a:gd name="csY1" fmla="*/ 6885 h 9221"/>
                <a:gd name="csX2" fmla="*/ 1278 w 24606"/>
                <a:gd name="csY2" fmla="*/ 9649 h 9221"/>
                <a:gd name="csX3" fmla="*/ 7428 w 24606"/>
                <a:gd name="csY3" fmla="*/ 9649 h 9221"/>
                <a:gd name="csX4" fmla="*/ 25885 w 24606"/>
                <a:gd name="csY4" fmla="*/ 1351 h 9221"/>
                <a:gd name="csX5" fmla="*/ 18196 w 24606"/>
                <a:gd name="csY5" fmla="*/ 427 h 9221"/>
              </a:gdLst>
              <a:ahLst/>
              <a:cxnLst>
                <a:cxn ang="0">
                  <a:pos x="csX0" y="csY0"/>
                </a:cxn>
                <a:cxn ang="0">
                  <a:pos x="csX1" y="csY1"/>
                </a:cxn>
                <a:cxn ang="0">
                  <a:pos x="csX2" y="csY2"/>
                </a:cxn>
                <a:cxn ang="0">
                  <a:pos x="csX3" y="csY3"/>
                </a:cxn>
                <a:cxn ang="0">
                  <a:pos x="csX4" y="csY4"/>
                </a:cxn>
                <a:cxn ang="0">
                  <a:pos x="csX5" y="csY5"/>
                </a:cxn>
              </a:cxnLst>
              <a:rect l="l" t="t" r="r" b="b"/>
              <a:pathLst>
                <a:path w="24606" h="9221">
                  <a:moveTo>
                    <a:pt x="18196" y="427"/>
                  </a:moveTo>
                  <a:lnTo>
                    <a:pt x="1278" y="6885"/>
                  </a:lnTo>
                  <a:lnTo>
                    <a:pt x="1278" y="9649"/>
                  </a:lnTo>
                  <a:lnTo>
                    <a:pt x="7428" y="9649"/>
                  </a:lnTo>
                  <a:lnTo>
                    <a:pt x="25885" y="1351"/>
                  </a:lnTo>
                  <a:lnTo>
                    <a:pt x="18196" y="4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1" name="Forme libre : forme 589">
              <a:extLst>
                <a:ext uri="{FF2B5EF4-FFF2-40B4-BE49-F238E27FC236}">
                  <a16:creationId xmlns:a16="http://schemas.microsoft.com/office/drawing/2014/main" id="{CD27A08B-93E3-7174-E16C-9E64C73E8AAB}"/>
                </a:ext>
              </a:extLst>
            </p:cNvPr>
            <p:cNvSpPr/>
            <p:nvPr/>
          </p:nvSpPr>
          <p:spPr>
            <a:xfrm>
              <a:off x="3864768" y="2596545"/>
              <a:ext cx="21535" cy="9221"/>
            </a:xfrm>
            <a:custGeom>
              <a:avLst/>
              <a:gdLst>
                <a:gd name="csX0" fmla="*/ 22794 w 21535"/>
                <a:gd name="csY0" fmla="*/ 427 h 9221"/>
                <a:gd name="csX1" fmla="*/ 22794 w 21535"/>
                <a:gd name="csY1" fmla="*/ 5038 h 9221"/>
                <a:gd name="csX2" fmla="*/ 8948 w 21535"/>
                <a:gd name="csY2" fmla="*/ 9648 h 9221"/>
                <a:gd name="csX3" fmla="*/ 1259 w 21535"/>
                <a:gd name="csY3" fmla="*/ 6885 h 9221"/>
                <a:gd name="csX4" fmla="*/ 5869 w 21535"/>
                <a:gd name="csY4" fmla="*/ 3197 h 9221"/>
                <a:gd name="csX5" fmla="*/ 22794 w 21535"/>
                <a:gd name="csY5" fmla="*/ 427 h 9221"/>
              </a:gdLst>
              <a:ahLst/>
              <a:cxnLst>
                <a:cxn ang="0">
                  <a:pos x="csX0" y="csY0"/>
                </a:cxn>
                <a:cxn ang="0">
                  <a:pos x="csX1" y="csY1"/>
                </a:cxn>
                <a:cxn ang="0">
                  <a:pos x="csX2" y="csY2"/>
                </a:cxn>
                <a:cxn ang="0">
                  <a:pos x="csX3" y="csY3"/>
                </a:cxn>
                <a:cxn ang="0">
                  <a:pos x="csX4" y="csY4"/>
                </a:cxn>
                <a:cxn ang="0">
                  <a:pos x="csX5" y="csY5"/>
                </a:cxn>
              </a:cxnLst>
              <a:rect l="l" t="t" r="r" b="b"/>
              <a:pathLst>
                <a:path w="21535" h="9221">
                  <a:moveTo>
                    <a:pt x="22794" y="427"/>
                  </a:moveTo>
                  <a:lnTo>
                    <a:pt x="22794" y="5038"/>
                  </a:lnTo>
                  <a:lnTo>
                    <a:pt x="8948" y="9648"/>
                  </a:lnTo>
                  <a:lnTo>
                    <a:pt x="1259" y="6885"/>
                  </a:lnTo>
                  <a:lnTo>
                    <a:pt x="5869" y="3197"/>
                  </a:lnTo>
                  <a:lnTo>
                    <a:pt x="22794" y="4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2" name="Forme libre : forme 590">
              <a:extLst>
                <a:ext uri="{FF2B5EF4-FFF2-40B4-BE49-F238E27FC236}">
                  <a16:creationId xmlns:a16="http://schemas.microsoft.com/office/drawing/2014/main" id="{6EABBE90-7182-2F44-58BD-7AB58CE22594}"/>
                </a:ext>
              </a:extLst>
            </p:cNvPr>
            <p:cNvSpPr/>
            <p:nvPr/>
          </p:nvSpPr>
          <p:spPr>
            <a:xfrm>
              <a:off x="3929373" y="2608537"/>
              <a:ext cx="12306" cy="11068"/>
            </a:xfrm>
            <a:custGeom>
              <a:avLst/>
              <a:gdLst>
                <a:gd name="csX0" fmla="*/ 4372 w 12306"/>
                <a:gd name="csY0" fmla="*/ 11502 h 11068"/>
                <a:gd name="csX1" fmla="*/ 1293 w 12306"/>
                <a:gd name="csY1" fmla="*/ 5044 h 11068"/>
                <a:gd name="csX2" fmla="*/ 2832 w 12306"/>
                <a:gd name="csY2" fmla="*/ 433 h 11068"/>
                <a:gd name="csX3" fmla="*/ 8989 w 12306"/>
                <a:gd name="csY3" fmla="*/ 1357 h 11068"/>
                <a:gd name="csX4" fmla="*/ 13600 w 12306"/>
                <a:gd name="csY4" fmla="*/ 4120 h 11068"/>
                <a:gd name="csX5" fmla="*/ 4372 w 12306"/>
                <a:gd name="csY5" fmla="*/ 11502 h 11068"/>
              </a:gdLst>
              <a:ahLst/>
              <a:cxnLst>
                <a:cxn ang="0">
                  <a:pos x="csX0" y="csY0"/>
                </a:cxn>
                <a:cxn ang="0">
                  <a:pos x="csX1" y="csY1"/>
                </a:cxn>
                <a:cxn ang="0">
                  <a:pos x="csX2" y="csY2"/>
                </a:cxn>
                <a:cxn ang="0">
                  <a:pos x="csX3" y="csY3"/>
                </a:cxn>
                <a:cxn ang="0">
                  <a:pos x="csX4" y="csY4"/>
                </a:cxn>
                <a:cxn ang="0">
                  <a:pos x="csX5" y="csY5"/>
                </a:cxn>
              </a:cxnLst>
              <a:rect l="l" t="t" r="r" b="b"/>
              <a:pathLst>
                <a:path w="12306" h="11068">
                  <a:moveTo>
                    <a:pt x="4372" y="11502"/>
                  </a:moveTo>
                  <a:lnTo>
                    <a:pt x="1293" y="5044"/>
                  </a:lnTo>
                  <a:lnTo>
                    <a:pt x="2832" y="433"/>
                  </a:lnTo>
                  <a:lnTo>
                    <a:pt x="8989" y="1357"/>
                  </a:lnTo>
                  <a:lnTo>
                    <a:pt x="13600" y="4120"/>
                  </a:lnTo>
                  <a:lnTo>
                    <a:pt x="4372" y="115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3" name="Forme libre : forme 591">
              <a:extLst>
                <a:ext uri="{FF2B5EF4-FFF2-40B4-BE49-F238E27FC236}">
                  <a16:creationId xmlns:a16="http://schemas.microsoft.com/office/drawing/2014/main" id="{4D3D61EB-DB85-AE69-0635-4185B5F68ACE}"/>
                </a:ext>
              </a:extLst>
            </p:cNvPr>
            <p:cNvSpPr/>
            <p:nvPr/>
          </p:nvSpPr>
          <p:spPr>
            <a:xfrm>
              <a:off x="3878614" y="2611301"/>
              <a:ext cx="30756" cy="18449"/>
            </a:xfrm>
            <a:custGeom>
              <a:avLst/>
              <a:gdLst>
                <a:gd name="csX0" fmla="*/ 15107 w 30756"/>
                <a:gd name="csY0" fmla="*/ 4126 h 18449"/>
                <a:gd name="csX1" fmla="*/ 24336 w 30756"/>
                <a:gd name="csY1" fmla="*/ 439 h 18449"/>
                <a:gd name="csX2" fmla="*/ 30492 w 30756"/>
                <a:gd name="csY2" fmla="*/ 2286 h 18449"/>
                <a:gd name="csX3" fmla="*/ 32025 w 30756"/>
                <a:gd name="csY3" fmla="*/ 10584 h 18449"/>
                <a:gd name="csX4" fmla="*/ 16646 w 30756"/>
                <a:gd name="csY4" fmla="*/ 18889 h 18449"/>
                <a:gd name="csX5" fmla="*/ 1268 w 30756"/>
                <a:gd name="csY5" fmla="*/ 17965 h 18449"/>
                <a:gd name="csX6" fmla="*/ 1268 w 30756"/>
                <a:gd name="csY6" fmla="*/ 15195 h 18449"/>
                <a:gd name="csX7" fmla="*/ 13568 w 30756"/>
                <a:gd name="csY7" fmla="*/ 10584 h 18449"/>
                <a:gd name="csX8" fmla="*/ 15107 w 30756"/>
                <a:gd name="csY8" fmla="*/ 4126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756" h="18449">
                  <a:moveTo>
                    <a:pt x="15107" y="4126"/>
                  </a:moveTo>
                  <a:lnTo>
                    <a:pt x="24336" y="439"/>
                  </a:lnTo>
                  <a:lnTo>
                    <a:pt x="30492" y="2286"/>
                  </a:lnTo>
                  <a:lnTo>
                    <a:pt x="32025" y="10584"/>
                  </a:lnTo>
                  <a:lnTo>
                    <a:pt x="16646" y="18889"/>
                  </a:lnTo>
                  <a:lnTo>
                    <a:pt x="1268" y="17965"/>
                  </a:lnTo>
                  <a:lnTo>
                    <a:pt x="1268" y="15195"/>
                  </a:lnTo>
                  <a:lnTo>
                    <a:pt x="13568" y="10584"/>
                  </a:lnTo>
                  <a:lnTo>
                    <a:pt x="15107" y="412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4" name="Forme libre : forme 592">
              <a:extLst>
                <a:ext uri="{FF2B5EF4-FFF2-40B4-BE49-F238E27FC236}">
                  <a16:creationId xmlns:a16="http://schemas.microsoft.com/office/drawing/2014/main" id="{778F7B83-BCA9-994A-9995-7C48AAC4EFFB}"/>
                </a:ext>
              </a:extLst>
            </p:cNvPr>
            <p:cNvSpPr/>
            <p:nvPr/>
          </p:nvSpPr>
          <p:spPr>
            <a:xfrm rot="1186199" flipV="1">
              <a:off x="3892952" y="2637943"/>
              <a:ext cx="10357" cy="7805"/>
            </a:xfrm>
            <a:custGeom>
              <a:avLst/>
              <a:gdLst>
                <a:gd name="csX0" fmla="*/ 3452 w 10357"/>
                <a:gd name="csY0" fmla="*/ 450 h 7805"/>
                <a:gd name="csX1" fmla="*/ 11627 w 10357"/>
                <a:gd name="csY1" fmla="*/ 450 h 7805"/>
                <a:gd name="csX2" fmla="*/ 8823 w 10357"/>
                <a:gd name="csY2" fmla="*/ 8256 h 7805"/>
                <a:gd name="csX3" fmla="*/ 1270 w 10357"/>
                <a:gd name="csY3" fmla="*/ 6525 h 7805"/>
                <a:gd name="csX4" fmla="*/ 3452 w 10357"/>
                <a:gd name="csY4" fmla="*/ 450 h 7805"/>
              </a:gdLst>
              <a:ahLst/>
              <a:cxnLst>
                <a:cxn ang="0">
                  <a:pos x="csX0" y="csY0"/>
                </a:cxn>
                <a:cxn ang="0">
                  <a:pos x="csX1" y="csY1"/>
                </a:cxn>
                <a:cxn ang="0">
                  <a:pos x="csX2" y="csY2"/>
                </a:cxn>
                <a:cxn ang="0">
                  <a:pos x="csX3" y="csY3"/>
                </a:cxn>
                <a:cxn ang="0">
                  <a:pos x="csX4" y="csY4"/>
                </a:cxn>
              </a:cxnLst>
              <a:rect l="l" t="t" r="r" b="b"/>
              <a:pathLst>
                <a:path w="10357" h="7805">
                  <a:moveTo>
                    <a:pt x="3452" y="450"/>
                  </a:moveTo>
                  <a:lnTo>
                    <a:pt x="11627" y="450"/>
                  </a:lnTo>
                  <a:lnTo>
                    <a:pt x="8823" y="8256"/>
                  </a:lnTo>
                  <a:lnTo>
                    <a:pt x="1270" y="6525"/>
                  </a:lnTo>
                  <a:lnTo>
                    <a:pt x="3452" y="4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5" name="Forme libre : forme 593">
              <a:extLst>
                <a:ext uri="{FF2B5EF4-FFF2-40B4-BE49-F238E27FC236}">
                  <a16:creationId xmlns:a16="http://schemas.microsoft.com/office/drawing/2014/main" id="{F64BB81D-D743-6578-8156-DE50B357ED64}"/>
                </a:ext>
              </a:extLst>
            </p:cNvPr>
            <p:cNvSpPr/>
            <p:nvPr/>
          </p:nvSpPr>
          <p:spPr>
            <a:xfrm>
              <a:off x="3932452" y="2650041"/>
              <a:ext cx="46148" cy="37823"/>
            </a:xfrm>
            <a:custGeom>
              <a:avLst/>
              <a:gdLst>
                <a:gd name="csX0" fmla="*/ 19762 w 46148"/>
                <a:gd name="csY0" fmla="*/ 470 h 37823"/>
                <a:gd name="csX1" fmla="*/ 1305 w 46148"/>
                <a:gd name="csY1" fmla="*/ 15226 h 37823"/>
                <a:gd name="csX2" fmla="*/ 2837 w 46148"/>
                <a:gd name="csY2" fmla="*/ 32752 h 37823"/>
                <a:gd name="csX3" fmla="*/ 8994 w 46148"/>
                <a:gd name="csY3" fmla="*/ 38294 h 37823"/>
                <a:gd name="csX4" fmla="*/ 27451 w 46148"/>
                <a:gd name="csY4" fmla="*/ 35523 h 37823"/>
                <a:gd name="csX5" fmla="*/ 47454 w 46148"/>
                <a:gd name="csY5" fmla="*/ 25378 h 37823"/>
                <a:gd name="csX6" fmla="*/ 45915 w 46148"/>
                <a:gd name="csY6" fmla="*/ 18920 h 37823"/>
                <a:gd name="csX7" fmla="*/ 42836 w 46148"/>
                <a:gd name="csY7" fmla="*/ 15226 h 37823"/>
                <a:gd name="csX8" fmla="*/ 42836 w 46148"/>
                <a:gd name="csY8" fmla="*/ 3234 h 37823"/>
                <a:gd name="csX9" fmla="*/ 19762 w 46148"/>
                <a:gd name="csY9" fmla="*/ 470 h 37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6148" h="37823">
                  <a:moveTo>
                    <a:pt x="19762" y="470"/>
                  </a:moveTo>
                  <a:lnTo>
                    <a:pt x="1305" y="15226"/>
                  </a:lnTo>
                  <a:lnTo>
                    <a:pt x="2837" y="32752"/>
                  </a:lnTo>
                  <a:lnTo>
                    <a:pt x="8994" y="38294"/>
                  </a:lnTo>
                  <a:lnTo>
                    <a:pt x="27451" y="35523"/>
                  </a:lnTo>
                  <a:lnTo>
                    <a:pt x="47454" y="25378"/>
                  </a:lnTo>
                  <a:lnTo>
                    <a:pt x="45915" y="18920"/>
                  </a:lnTo>
                  <a:lnTo>
                    <a:pt x="42836" y="15226"/>
                  </a:lnTo>
                  <a:lnTo>
                    <a:pt x="42836" y="3234"/>
                  </a:lnTo>
                  <a:lnTo>
                    <a:pt x="19762" y="4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6" name="Forme libre : forme 594">
              <a:extLst>
                <a:ext uri="{FF2B5EF4-FFF2-40B4-BE49-F238E27FC236}">
                  <a16:creationId xmlns:a16="http://schemas.microsoft.com/office/drawing/2014/main" id="{9B5D4FC5-19AD-EFA0-C0E3-AF3825EB2428}"/>
                </a:ext>
              </a:extLst>
            </p:cNvPr>
            <p:cNvSpPr/>
            <p:nvPr/>
          </p:nvSpPr>
          <p:spPr>
            <a:xfrm rot="6029995" flipV="1">
              <a:off x="3968517" y="2636089"/>
              <a:ext cx="8441" cy="7224"/>
            </a:xfrm>
            <a:custGeom>
              <a:avLst/>
              <a:gdLst>
                <a:gd name="csX0" fmla="*/ 1317 w 8441"/>
                <a:gd name="csY0" fmla="*/ 7674 h 7224"/>
                <a:gd name="csX1" fmla="*/ 9759 w 8441"/>
                <a:gd name="csY1" fmla="*/ 7674 h 7224"/>
                <a:gd name="csX2" fmla="*/ 9068 w 8441"/>
                <a:gd name="csY2" fmla="*/ 1292 h 7224"/>
                <a:gd name="csX3" fmla="*/ 4532 w 8441"/>
                <a:gd name="csY3" fmla="*/ 450 h 7224"/>
                <a:gd name="csX4" fmla="*/ 1317 w 8441"/>
                <a:gd name="csY4" fmla="*/ 7674 h 7224"/>
              </a:gdLst>
              <a:ahLst/>
              <a:cxnLst>
                <a:cxn ang="0">
                  <a:pos x="csX0" y="csY0"/>
                </a:cxn>
                <a:cxn ang="0">
                  <a:pos x="csX1" y="csY1"/>
                </a:cxn>
                <a:cxn ang="0">
                  <a:pos x="csX2" y="csY2"/>
                </a:cxn>
                <a:cxn ang="0">
                  <a:pos x="csX3" y="csY3"/>
                </a:cxn>
                <a:cxn ang="0">
                  <a:pos x="csX4" y="csY4"/>
                </a:cxn>
              </a:cxnLst>
              <a:rect l="l" t="t" r="r" b="b"/>
              <a:pathLst>
                <a:path w="8441" h="7224">
                  <a:moveTo>
                    <a:pt x="1317" y="7674"/>
                  </a:moveTo>
                  <a:lnTo>
                    <a:pt x="9759" y="7674"/>
                  </a:lnTo>
                  <a:lnTo>
                    <a:pt x="9068" y="1292"/>
                  </a:lnTo>
                  <a:lnTo>
                    <a:pt x="4532" y="450"/>
                  </a:lnTo>
                  <a:lnTo>
                    <a:pt x="1317" y="76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7" name="Forme libre : forme 595">
              <a:extLst>
                <a:ext uri="{FF2B5EF4-FFF2-40B4-BE49-F238E27FC236}">
                  <a16:creationId xmlns:a16="http://schemas.microsoft.com/office/drawing/2014/main" id="{E0952113-4EE3-6DDD-C89C-87D04152915C}"/>
                </a:ext>
              </a:extLst>
            </p:cNvPr>
            <p:cNvSpPr/>
            <p:nvPr/>
          </p:nvSpPr>
          <p:spPr>
            <a:xfrm>
              <a:off x="3989361" y="2658346"/>
              <a:ext cx="19995" cy="7381"/>
            </a:xfrm>
            <a:custGeom>
              <a:avLst/>
              <a:gdLst>
                <a:gd name="csX0" fmla="*/ 9021 w 19995"/>
                <a:gd name="csY0" fmla="*/ 7844 h 7381"/>
                <a:gd name="csX1" fmla="*/ 1332 w 19995"/>
                <a:gd name="csY1" fmla="*/ 4157 h 7381"/>
                <a:gd name="csX2" fmla="*/ 1332 w 19995"/>
                <a:gd name="csY2" fmla="*/ 463 h 7381"/>
                <a:gd name="csX3" fmla="*/ 13639 w 19995"/>
                <a:gd name="csY3" fmla="*/ 463 h 7381"/>
                <a:gd name="csX4" fmla="*/ 21328 w 19995"/>
                <a:gd name="csY4" fmla="*/ 7844 h 7381"/>
                <a:gd name="csX5" fmla="*/ 9021 w 19995"/>
                <a:gd name="csY5" fmla="*/ 7844 h 7381"/>
              </a:gdLst>
              <a:ahLst/>
              <a:cxnLst>
                <a:cxn ang="0">
                  <a:pos x="csX0" y="csY0"/>
                </a:cxn>
                <a:cxn ang="0">
                  <a:pos x="csX1" y="csY1"/>
                </a:cxn>
                <a:cxn ang="0">
                  <a:pos x="csX2" y="csY2"/>
                </a:cxn>
                <a:cxn ang="0">
                  <a:pos x="csX3" y="csY3"/>
                </a:cxn>
                <a:cxn ang="0">
                  <a:pos x="csX4" y="csY4"/>
                </a:cxn>
                <a:cxn ang="0">
                  <a:pos x="csX5" y="csY5"/>
                </a:cxn>
              </a:cxnLst>
              <a:rect l="l" t="t" r="r" b="b"/>
              <a:pathLst>
                <a:path w="19995" h="7381">
                  <a:moveTo>
                    <a:pt x="9021" y="7844"/>
                  </a:moveTo>
                  <a:lnTo>
                    <a:pt x="1332" y="4157"/>
                  </a:lnTo>
                  <a:lnTo>
                    <a:pt x="1332" y="463"/>
                  </a:lnTo>
                  <a:lnTo>
                    <a:pt x="13639" y="463"/>
                  </a:lnTo>
                  <a:lnTo>
                    <a:pt x="21328" y="7844"/>
                  </a:lnTo>
                  <a:lnTo>
                    <a:pt x="9021" y="7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8" name="Forme libre : forme 596">
              <a:extLst>
                <a:ext uri="{FF2B5EF4-FFF2-40B4-BE49-F238E27FC236}">
                  <a16:creationId xmlns:a16="http://schemas.microsoft.com/office/drawing/2014/main" id="{8B650C35-FFD1-9DE4-CC0D-7A0019478510}"/>
                </a:ext>
              </a:extLst>
            </p:cNvPr>
            <p:cNvSpPr/>
            <p:nvPr/>
          </p:nvSpPr>
          <p:spPr>
            <a:xfrm>
              <a:off x="3724796" y="2658346"/>
              <a:ext cx="12306" cy="8304"/>
            </a:xfrm>
            <a:custGeom>
              <a:avLst/>
              <a:gdLst>
                <a:gd name="csX0" fmla="*/ 10398 w 12306"/>
                <a:gd name="csY0" fmla="*/ 464 h 8304"/>
                <a:gd name="csX1" fmla="*/ 13476 w 12306"/>
                <a:gd name="csY1" fmla="*/ 3228 h 8304"/>
                <a:gd name="csX2" fmla="*/ 7319 w 12306"/>
                <a:gd name="csY2" fmla="*/ 8769 h 8304"/>
                <a:gd name="csX3" fmla="*/ 1169 w 12306"/>
                <a:gd name="csY3" fmla="*/ 5998 h 8304"/>
                <a:gd name="csX4" fmla="*/ 2709 w 12306"/>
                <a:gd name="csY4" fmla="*/ 2311 h 8304"/>
                <a:gd name="csX5" fmla="*/ 10398 w 12306"/>
                <a:gd name="csY5" fmla="*/ 464 h 8304"/>
              </a:gdLst>
              <a:ahLst/>
              <a:cxnLst>
                <a:cxn ang="0">
                  <a:pos x="csX0" y="csY0"/>
                </a:cxn>
                <a:cxn ang="0">
                  <a:pos x="csX1" y="csY1"/>
                </a:cxn>
                <a:cxn ang="0">
                  <a:pos x="csX2" y="csY2"/>
                </a:cxn>
                <a:cxn ang="0">
                  <a:pos x="csX3" y="csY3"/>
                </a:cxn>
                <a:cxn ang="0">
                  <a:pos x="csX4" y="csY4"/>
                </a:cxn>
                <a:cxn ang="0">
                  <a:pos x="csX5" y="csY5"/>
                </a:cxn>
              </a:cxnLst>
              <a:rect l="l" t="t" r="r" b="b"/>
              <a:pathLst>
                <a:path w="12306" h="8304">
                  <a:moveTo>
                    <a:pt x="10398" y="464"/>
                  </a:moveTo>
                  <a:lnTo>
                    <a:pt x="13476" y="3228"/>
                  </a:lnTo>
                  <a:lnTo>
                    <a:pt x="7319" y="8769"/>
                  </a:lnTo>
                  <a:lnTo>
                    <a:pt x="1169" y="5998"/>
                  </a:lnTo>
                  <a:lnTo>
                    <a:pt x="2709" y="2311"/>
                  </a:lnTo>
                  <a:lnTo>
                    <a:pt x="10398" y="46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19" name="Forme libre : forme 597">
              <a:extLst>
                <a:ext uri="{FF2B5EF4-FFF2-40B4-BE49-F238E27FC236}">
                  <a16:creationId xmlns:a16="http://schemas.microsoft.com/office/drawing/2014/main" id="{578B6448-116D-3288-2DD3-BF1DB3F2C82A}"/>
                </a:ext>
              </a:extLst>
            </p:cNvPr>
            <p:cNvSpPr/>
            <p:nvPr/>
          </p:nvSpPr>
          <p:spPr>
            <a:xfrm>
              <a:off x="3781698" y="2734369"/>
              <a:ext cx="16924" cy="15371"/>
            </a:xfrm>
            <a:custGeom>
              <a:avLst/>
              <a:gdLst>
                <a:gd name="csX0" fmla="*/ 4283 w 16924"/>
                <a:gd name="csY0" fmla="*/ 513 h 15371"/>
                <a:gd name="csX1" fmla="*/ 10433 w 16924"/>
                <a:gd name="csY1" fmla="*/ 6663 h 15371"/>
                <a:gd name="csX2" fmla="*/ 16589 w 16924"/>
                <a:gd name="csY2" fmla="*/ 9741 h 15371"/>
                <a:gd name="csX3" fmla="*/ 18129 w 16924"/>
                <a:gd name="csY3" fmla="*/ 15885 h 15371"/>
                <a:gd name="csX4" fmla="*/ 10433 w 16924"/>
                <a:gd name="csY4" fmla="*/ 15885 h 15371"/>
                <a:gd name="csX5" fmla="*/ 1204 w 16924"/>
                <a:gd name="csY5" fmla="*/ 5124 h 15371"/>
                <a:gd name="csX6" fmla="*/ 4283 w 16924"/>
                <a:gd name="csY6" fmla="*/ 513 h 153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1">
                  <a:moveTo>
                    <a:pt x="4283" y="513"/>
                  </a:moveTo>
                  <a:lnTo>
                    <a:pt x="10433" y="6663"/>
                  </a:lnTo>
                  <a:lnTo>
                    <a:pt x="16589" y="9741"/>
                  </a:lnTo>
                  <a:lnTo>
                    <a:pt x="18129" y="15885"/>
                  </a:lnTo>
                  <a:lnTo>
                    <a:pt x="10433" y="15885"/>
                  </a:lnTo>
                  <a:lnTo>
                    <a:pt x="1204" y="5124"/>
                  </a:lnTo>
                  <a:lnTo>
                    <a:pt x="4283" y="5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0" name="Forme libre : forme 598">
              <a:extLst>
                <a:ext uri="{FF2B5EF4-FFF2-40B4-BE49-F238E27FC236}">
                  <a16:creationId xmlns:a16="http://schemas.microsoft.com/office/drawing/2014/main" id="{B36052CB-9C8A-F2EC-AF47-DE026FBE3F92}"/>
                </a:ext>
              </a:extLst>
            </p:cNvPr>
            <p:cNvSpPr/>
            <p:nvPr/>
          </p:nvSpPr>
          <p:spPr>
            <a:xfrm>
              <a:off x="3767859" y="2737448"/>
              <a:ext cx="10767" cy="19982"/>
            </a:xfrm>
            <a:custGeom>
              <a:avLst/>
              <a:gdLst>
                <a:gd name="csX0" fmla="*/ 1194 w 10767"/>
                <a:gd name="csY0" fmla="*/ 5127 h 19982"/>
                <a:gd name="csX1" fmla="*/ 4272 w 10767"/>
                <a:gd name="csY1" fmla="*/ 516 h 19982"/>
                <a:gd name="csX2" fmla="*/ 8883 w 10767"/>
                <a:gd name="csY2" fmla="*/ 5127 h 19982"/>
                <a:gd name="csX3" fmla="*/ 11962 w 10767"/>
                <a:gd name="csY3" fmla="*/ 20498 h 19982"/>
                <a:gd name="csX4" fmla="*/ 4272 w 10767"/>
                <a:gd name="csY4" fmla="*/ 20498 h 19982"/>
                <a:gd name="csX5" fmla="*/ 1194 w 10767"/>
                <a:gd name="csY5" fmla="*/ 5127 h 19982"/>
              </a:gdLst>
              <a:ahLst/>
              <a:cxnLst>
                <a:cxn ang="0">
                  <a:pos x="csX0" y="csY0"/>
                </a:cxn>
                <a:cxn ang="0">
                  <a:pos x="csX1" y="csY1"/>
                </a:cxn>
                <a:cxn ang="0">
                  <a:pos x="csX2" y="csY2"/>
                </a:cxn>
                <a:cxn ang="0">
                  <a:pos x="csX3" y="csY3"/>
                </a:cxn>
                <a:cxn ang="0">
                  <a:pos x="csX4" y="csY4"/>
                </a:cxn>
                <a:cxn ang="0">
                  <a:pos x="csX5" y="csY5"/>
                </a:cxn>
              </a:cxnLst>
              <a:rect l="l" t="t" r="r" b="b"/>
              <a:pathLst>
                <a:path w="10767" h="19982">
                  <a:moveTo>
                    <a:pt x="1194" y="5127"/>
                  </a:moveTo>
                  <a:lnTo>
                    <a:pt x="4272" y="516"/>
                  </a:lnTo>
                  <a:lnTo>
                    <a:pt x="8883" y="5127"/>
                  </a:lnTo>
                  <a:lnTo>
                    <a:pt x="11962" y="20498"/>
                  </a:lnTo>
                  <a:lnTo>
                    <a:pt x="4272" y="20498"/>
                  </a:lnTo>
                  <a:lnTo>
                    <a:pt x="1194" y="5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1" name="Forme libre : forme 599">
              <a:extLst>
                <a:ext uri="{FF2B5EF4-FFF2-40B4-BE49-F238E27FC236}">
                  <a16:creationId xmlns:a16="http://schemas.microsoft.com/office/drawing/2014/main" id="{56DC3F16-0A95-72B5-8B45-3DD73FC619CD}"/>
                </a:ext>
              </a:extLst>
            </p:cNvPr>
            <p:cNvSpPr/>
            <p:nvPr/>
          </p:nvSpPr>
          <p:spPr>
            <a:xfrm>
              <a:off x="3723250" y="2749741"/>
              <a:ext cx="139978" cy="133753"/>
            </a:xfrm>
            <a:custGeom>
              <a:avLst/>
              <a:gdLst>
                <a:gd name="csX0" fmla="*/ 24274 w 139978"/>
                <a:gd name="csY0" fmla="*/ 8255 h 133753"/>
                <a:gd name="csX1" fmla="*/ 28892 w 139978"/>
                <a:gd name="csY1" fmla="*/ 566 h 133753"/>
                <a:gd name="csX2" fmla="*/ 36581 w 139978"/>
                <a:gd name="csY2" fmla="*/ 2105 h 133753"/>
                <a:gd name="csX3" fmla="*/ 39653 w 139978"/>
                <a:gd name="csY3" fmla="*/ 19016 h 133753"/>
                <a:gd name="csX4" fmla="*/ 50427 w 139978"/>
                <a:gd name="csY4" fmla="*/ 31316 h 133753"/>
                <a:gd name="csX5" fmla="*/ 56577 w 139978"/>
                <a:gd name="csY5" fmla="*/ 26705 h 133753"/>
                <a:gd name="csX6" fmla="*/ 76573 w 139978"/>
                <a:gd name="csY6" fmla="*/ 34394 h 133753"/>
                <a:gd name="csX7" fmla="*/ 85802 w 139978"/>
                <a:gd name="csY7" fmla="*/ 45155 h 133753"/>
                <a:gd name="csX8" fmla="*/ 111954 w 139978"/>
                <a:gd name="csY8" fmla="*/ 55916 h 133753"/>
                <a:gd name="csX9" fmla="*/ 115026 w 139978"/>
                <a:gd name="csY9" fmla="*/ 72827 h 133753"/>
                <a:gd name="csX10" fmla="*/ 110415 w 139978"/>
                <a:gd name="csY10" fmla="*/ 89737 h 133753"/>
                <a:gd name="csX11" fmla="*/ 138100 w 139978"/>
                <a:gd name="csY11" fmla="*/ 94348 h 133753"/>
                <a:gd name="csX12" fmla="*/ 141179 w 139978"/>
                <a:gd name="csY12" fmla="*/ 98966 h 133753"/>
                <a:gd name="csX13" fmla="*/ 138100 w 139978"/>
                <a:gd name="csY13" fmla="*/ 112798 h 133753"/>
                <a:gd name="csX14" fmla="*/ 111948 w 139978"/>
                <a:gd name="csY14" fmla="*/ 111259 h 133753"/>
                <a:gd name="csX15" fmla="*/ 99648 w 139978"/>
                <a:gd name="csY15" fmla="*/ 105116 h 133753"/>
                <a:gd name="csX16" fmla="*/ 96569 w 139978"/>
                <a:gd name="csY16" fmla="*/ 95887 h 133753"/>
                <a:gd name="csX17" fmla="*/ 90412 w 139978"/>
                <a:gd name="csY17" fmla="*/ 88198 h 133753"/>
                <a:gd name="csX18" fmla="*/ 81184 w 139978"/>
                <a:gd name="csY18" fmla="*/ 91276 h 133753"/>
                <a:gd name="csX19" fmla="*/ 70416 w 139978"/>
                <a:gd name="csY19" fmla="*/ 106648 h 133753"/>
                <a:gd name="csX20" fmla="*/ 61188 w 139978"/>
                <a:gd name="csY20" fmla="*/ 108187 h 133753"/>
                <a:gd name="csX21" fmla="*/ 45810 w 139978"/>
                <a:gd name="csY21" fmla="*/ 128169 h 133753"/>
                <a:gd name="csX22" fmla="*/ 33503 w 139978"/>
                <a:gd name="csY22" fmla="*/ 134319 h 133753"/>
                <a:gd name="csX23" fmla="*/ 30424 w 139978"/>
                <a:gd name="csY23" fmla="*/ 108187 h 133753"/>
                <a:gd name="csX24" fmla="*/ 4278 w 139978"/>
                <a:gd name="csY24" fmla="*/ 105109 h 133753"/>
                <a:gd name="csX25" fmla="*/ 1200 w 139978"/>
                <a:gd name="csY25" fmla="*/ 98959 h 133753"/>
                <a:gd name="csX26" fmla="*/ 21196 w 139978"/>
                <a:gd name="csY26" fmla="*/ 58987 h 133753"/>
                <a:gd name="csX27" fmla="*/ 22735 w 139978"/>
                <a:gd name="csY27" fmla="*/ 19016 h 133753"/>
                <a:gd name="csX28" fmla="*/ 24274 w 139978"/>
                <a:gd name="csY28" fmla="*/ 8255 h 133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39978" h="133753">
                  <a:moveTo>
                    <a:pt x="24274" y="8255"/>
                  </a:moveTo>
                  <a:lnTo>
                    <a:pt x="28892" y="566"/>
                  </a:lnTo>
                  <a:lnTo>
                    <a:pt x="36581" y="2105"/>
                  </a:lnTo>
                  <a:lnTo>
                    <a:pt x="39653" y="19016"/>
                  </a:lnTo>
                  <a:lnTo>
                    <a:pt x="50427" y="31316"/>
                  </a:lnTo>
                  <a:lnTo>
                    <a:pt x="56577" y="26705"/>
                  </a:lnTo>
                  <a:lnTo>
                    <a:pt x="76573" y="34394"/>
                  </a:lnTo>
                  <a:lnTo>
                    <a:pt x="85802" y="45155"/>
                  </a:lnTo>
                  <a:lnTo>
                    <a:pt x="111954" y="55916"/>
                  </a:lnTo>
                  <a:lnTo>
                    <a:pt x="115026" y="72827"/>
                  </a:lnTo>
                  <a:lnTo>
                    <a:pt x="110415" y="89737"/>
                  </a:lnTo>
                  <a:lnTo>
                    <a:pt x="138100" y="94348"/>
                  </a:lnTo>
                  <a:lnTo>
                    <a:pt x="141179" y="98966"/>
                  </a:lnTo>
                  <a:lnTo>
                    <a:pt x="138100" y="112798"/>
                  </a:lnTo>
                  <a:lnTo>
                    <a:pt x="111948" y="111259"/>
                  </a:lnTo>
                  <a:lnTo>
                    <a:pt x="99648" y="105116"/>
                  </a:lnTo>
                  <a:lnTo>
                    <a:pt x="96569" y="95887"/>
                  </a:lnTo>
                  <a:lnTo>
                    <a:pt x="90412" y="88198"/>
                  </a:lnTo>
                  <a:lnTo>
                    <a:pt x="81184" y="91276"/>
                  </a:lnTo>
                  <a:lnTo>
                    <a:pt x="70416" y="106648"/>
                  </a:lnTo>
                  <a:lnTo>
                    <a:pt x="61188" y="108187"/>
                  </a:lnTo>
                  <a:lnTo>
                    <a:pt x="45810" y="128169"/>
                  </a:lnTo>
                  <a:lnTo>
                    <a:pt x="33503" y="134319"/>
                  </a:lnTo>
                  <a:lnTo>
                    <a:pt x="30424" y="108187"/>
                  </a:lnTo>
                  <a:lnTo>
                    <a:pt x="4278" y="105109"/>
                  </a:lnTo>
                  <a:lnTo>
                    <a:pt x="1200" y="98959"/>
                  </a:lnTo>
                  <a:lnTo>
                    <a:pt x="21196" y="58987"/>
                  </a:lnTo>
                  <a:lnTo>
                    <a:pt x="22735" y="19016"/>
                  </a:lnTo>
                  <a:lnTo>
                    <a:pt x="24274" y="8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2" name="Forme libre : forme 600">
              <a:extLst>
                <a:ext uri="{FF2B5EF4-FFF2-40B4-BE49-F238E27FC236}">
                  <a16:creationId xmlns:a16="http://schemas.microsoft.com/office/drawing/2014/main" id="{BAF38CAC-A034-369D-D937-1C94E85BFCA7}"/>
                </a:ext>
              </a:extLst>
            </p:cNvPr>
            <p:cNvSpPr/>
            <p:nvPr/>
          </p:nvSpPr>
          <p:spPr>
            <a:xfrm>
              <a:off x="3797084" y="2886573"/>
              <a:ext cx="35381" cy="30749"/>
            </a:xfrm>
            <a:custGeom>
              <a:avLst/>
              <a:gdLst>
                <a:gd name="csX0" fmla="*/ 36604 w 35381"/>
                <a:gd name="csY0" fmla="*/ 612 h 30749"/>
                <a:gd name="csX1" fmla="*/ 15069 w 35381"/>
                <a:gd name="csY1" fmla="*/ 2151 h 30749"/>
                <a:gd name="csX2" fmla="*/ 2762 w 35381"/>
                <a:gd name="csY2" fmla="*/ 12912 h 30749"/>
                <a:gd name="csX3" fmla="*/ 1223 w 35381"/>
                <a:gd name="csY3" fmla="*/ 31361 h 30749"/>
                <a:gd name="csX4" fmla="*/ 15069 w 35381"/>
                <a:gd name="csY4" fmla="*/ 29822 h 30749"/>
                <a:gd name="csX5" fmla="*/ 35065 w 35381"/>
                <a:gd name="csY5" fmla="*/ 12912 h 30749"/>
                <a:gd name="csX6" fmla="*/ 36604 w 35381"/>
                <a:gd name="csY6" fmla="*/ 612 h 307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381" h="30749">
                  <a:moveTo>
                    <a:pt x="36604" y="612"/>
                  </a:moveTo>
                  <a:lnTo>
                    <a:pt x="15069" y="2151"/>
                  </a:lnTo>
                  <a:lnTo>
                    <a:pt x="2762" y="12912"/>
                  </a:lnTo>
                  <a:lnTo>
                    <a:pt x="1223" y="31361"/>
                  </a:lnTo>
                  <a:lnTo>
                    <a:pt x="15069" y="29822"/>
                  </a:lnTo>
                  <a:lnTo>
                    <a:pt x="35065" y="12912"/>
                  </a:lnTo>
                  <a:lnTo>
                    <a:pt x="36604" y="61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3" name="Forme libre : forme 601">
              <a:extLst>
                <a:ext uri="{FF2B5EF4-FFF2-40B4-BE49-F238E27FC236}">
                  <a16:creationId xmlns:a16="http://schemas.microsoft.com/office/drawing/2014/main" id="{40057717-9D43-1805-AF87-3B9CFCBAC277}"/>
                </a:ext>
              </a:extLst>
            </p:cNvPr>
            <p:cNvSpPr/>
            <p:nvPr/>
          </p:nvSpPr>
          <p:spPr>
            <a:xfrm>
              <a:off x="3870918" y="2915783"/>
              <a:ext cx="21535" cy="36899"/>
            </a:xfrm>
            <a:custGeom>
              <a:avLst/>
              <a:gdLst>
                <a:gd name="csX0" fmla="*/ 19719 w 21535"/>
                <a:gd name="csY0" fmla="*/ 632 h 36899"/>
                <a:gd name="csX1" fmla="*/ 7412 w 21535"/>
                <a:gd name="csY1" fmla="*/ 2171 h 36899"/>
                <a:gd name="csX2" fmla="*/ 2801 w 21535"/>
                <a:gd name="csY2" fmla="*/ 8321 h 36899"/>
                <a:gd name="csX3" fmla="*/ 1262 w 21535"/>
                <a:gd name="csY3" fmla="*/ 28303 h 36899"/>
                <a:gd name="csX4" fmla="*/ 13562 w 21535"/>
                <a:gd name="csY4" fmla="*/ 37532 h 36899"/>
                <a:gd name="csX5" fmla="*/ 15108 w 21535"/>
                <a:gd name="csY5" fmla="*/ 25232 h 36899"/>
                <a:gd name="csX6" fmla="*/ 22797 w 21535"/>
                <a:gd name="csY6" fmla="*/ 16003 h 36899"/>
                <a:gd name="csX7" fmla="*/ 19719 w 21535"/>
                <a:gd name="csY7" fmla="*/ 632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535" h="36899">
                  <a:moveTo>
                    <a:pt x="19719" y="632"/>
                  </a:moveTo>
                  <a:lnTo>
                    <a:pt x="7412" y="2171"/>
                  </a:lnTo>
                  <a:lnTo>
                    <a:pt x="2801" y="8321"/>
                  </a:lnTo>
                  <a:lnTo>
                    <a:pt x="1262" y="28303"/>
                  </a:lnTo>
                  <a:lnTo>
                    <a:pt x="13562" y="37532"/>
                  </a:lnTo>
                  <a:lnTo>
                    <a:pt x="15108" y="25232"/>
                  </a:lnTo>
                  <a:lnTo>
                    <a:pt x="22797" y="16003"/>
                  </a:lnTo>
                  <a:lnTo>
                    <a:pt x="19719" y="6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4" name="Forme libre : forme 602">
              <a:extLst>
                <a:ext uri="{FF2B5EF4-FFF2-40B4-BE49-F238E27FC236}">
                  <a16:creationId xmlns:a16="http://schemas.microsoft.com/office/drawing/2014/main" id="{8C2C8A7E-1F92-4391-2E68-CB581EA51C1D}"/>
                </a:ext>
              </a:extLst>
            </p:cNvPr>
            <p:cNvSpPr/>
            <p:nvPr/>
          </p:nvSpPr>
          <p:spPr>
            <a:xfrm>
              <a:off x="3906292" y="2869662"/>
              <a:ext cx="18456" cy="15371"/>
            </a:xfrm>
            <a:custGeom>
              <a:avLst/>
              <a:gdLst>
                <a:gd name="csX0" fmla="*/ 1280 w 18456"/>
                <a:gd name="csY0" fmla="*/ 595 h 15371"/>
                <a:gd name="csX1" fmla="*/ 13587 w 18456"/>
                <a:gd name="csY1" fmla="*/ 595 h 15371"/>
                <a:gd name="csX2" fmla="*/ 19737 w 18456"/>
                <a:gd name="csY2" fmla="*/ 6745 h 15371"/>
                <a:gd name="csX3" fmla="*/ 13587 w 18456"/>
                <a:gd name="csY3" fmla="*/ 15967 h 15371"/>
                <a:gd name="csX4" fmla="*/ 4358 w 18456"/>
                <a:gd name="csY4" fmla="*/ 11356 h 15371"/>
                <a:gd name="csX5" fmla="*/ 1280 w 18456"/>
                <a:gd name="csY5" fmla="*/ 595 h 15371"/>
              </a:gdLst>
              <a:ahLst/>
              <a:cxnLst>
                <a:cxn ang="0">
                  <a:pos x="csX0" y="csY0"/>
                </a:cxn>
                <a:cxn ang="0">
                  <a:pos x="csX1" y="csY1"/>
                </a:cxn>
                <a:cxn ang="0">
                  <a:pos x="csX2" y="csY2"/>
                </a:cxn>
                <a:cxn ang="0">
                  <a:pos x="csX3" y="csY3"/>
                </a:cxn>
                <a:cxn ang="0">
                  <a:pos x="csX4" y="csY4"/>
                </a:cxn>
                <a:cxn ang="0">
                  <a:pos x="csX5" y="csY5"/>
                </a:cxn>
              </a:cxnLst>
              <a:rect l="l" t="t" r="r" b="b"/>
              <a:pathLst>
                <a:path w="18456" h="15371">
                  <a:moveTo>
                    <a:pt x="1280" y="595"/>
                  </a:moveTo>
                  <a:lnTo>
                    <a:pt x="13587" y="595"/>
                  </a:lnTo>
                  <a:lnTo>
                    <a:pt x="19737" y="6745"/>
                  </a:lnTo>
                  <a:lnTo>
                    <a:pt x="13587" y="15967"/>
                  </a:lnTo>
                  <a:lnTo>
                    <a:pt x="4358" y="11356"/>
                  </a:lnTo>
                  <a:lnTo>
                    <a:pt x="1280" y="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5" name="Forme libre : forme 603">
              <a:extLst>
                <a:ext uri="{FF2B5EF4-FFF2-40B4-BE49-F238E27FC236}">
                  <a16:creationId xmlns:a16="http://schemas.microsoft.com/office/drawing/2014/main" id="{121AFFC1-CBB2-EB69-F202-14407B919831}"/>
                </a:ext>
              </a:extLst>
            </p:cNvPr>
            <p:cNvSpPr/>
            <p:nvPr/>
          </p:nvSpPr>
          <p:spPr>
            <a:xfrm>
              <a:off x="3927834" y="2857362"/>
              <a:ext cx="16924" cy="15378"/>
            </a:xfrm>
            <a:custGeom>
              <a:avLst/>
              <a:gdLst>
                <a:gd name="csX0" fmla="*/ 2832 w 16924"/>
                <a:gd name="csY0" fmla="*/ 8276 h 15378"/>
                <a:gd name="csX1" fmla="*/ 1293 w 16924"/>
                <a:gd name="csY1" fmla="*/ 3665 h 15378"/>
                <a:gd name="csX2" fmla="*/ 5911 w 16924"/>
                <a:gd name="csY2" fmla="*/ 587 h 15378"/>
                <a:gd name="csX3" fmla="*/ 18217 w 16924"/>
                <a:gd name="csY3" fmla="*/ 9815 h 15378"/>
                <a:gd name="csX4" fmla="*/ 18217 w 16924"/>
                <a:gd name="csY4" fmla="*/ 15965 h 15378"/>
                <a:gd name="csX5" fmla="*/ 8982 w 16924"/>
                <a:gd name="csY5" fmla="*/ 14426 h 15378"/>
                <a:gd name="csX6" fmla="*/ 2832 w 16924"/>
                <a:gd name="csY6" fmla="*/ 8276 h 153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24" h="15378">
                  <a:moveTo>
                    <a:pt x="2832" y="8276"/>
                  </a:moveTo>
                  <a:lnTo>
                    <a:pt x="1293" y="3665"/>
                  </a:lnTo>
                  <a:lnTo>
                    <a:pt x="5911" y="587"/>
                  </a:lnTo>
                  <a:lnTo>
                    <a:pt x="18217" y="9815"/>
                  </a:lnTo>
                  <a:lnTo>
                    <a:pt x="18217" y="15965"/>
                  </a:lnTo>
                  <a:lnTo>
                    <a:pt x="8982" y="14426"/>
                  </a:lnTo>
                  <a:lnTo>
                    <a:pt x="2832" y="82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6" name="Forme libre : forme 604">
              <a:extLst>
                <a:ext uri="{FF2B5EF4-FFF2-40B4-BE49-F238E27FC236}">
                  <a16:creationId xmlns:a16="http://schemas.microsoft.com/office/drawing/2014/main" id="{7D4AC00F-75DC-5F73-BD21-EF0F72622449}"/>
                </a:ext>
              </a:extLst>
            </p:cNvPr>
            <p:cNvSpPr/>
            <p:nvPr/>
          </p:nvSpPr>
          <p:spPr>
            <a:xfrm rot="8782124" flipV="1">
              <a:off x="3920225" y="2839692"/>
              <a:ext cx="5978" cy="7675"/>
            </a:xfrm>
            <a:custGeom>
              <a:avLst/>
              <a:gdLst>
                <a:gd name="csX0" fmla="*/ 1287 w 5978"/>
                <a:gd name="csY0" fmla="*/ 8249 h 7675"/>
                <a:gd name="csX1" fmla="*/ 6828 w 5978"/>
                <a:gd name="csY1" fmla="*/ 8249 h 7675"/>
                <a:gd name="csX2" fmla="*/ 7266 w 5978"/>
                <a:gd name="csY2" fmla="*/ 580 h 7675"/>
                <a:gd name="csX3" fmla="*/ 1725 w 5978"/>
                <a:gd name="csY3" fmla="*/ 573 h 7675"/>
                <a:gd name="csX4" fmla="*/ 1287 w 5978"/>
                <a:gd name="csY4" fmla="*/ 8249 h 7675"/>
              </a:gdLst>
              <a:ahLst/>
              <a:cxnLst>
                <a:cxn ang="0">
                  <a:pos x="csX0" y="csY0"/>
                </a:cxn>
                <a:cxn ang="0">
                  <a:pos x="csX1" y="csY1"/>
                </a:cxn>
                <a:cxn ang="0">
                  <a:pos x="csX2" y="csY2"/>
                </a:cxn>
                <a:cxn ang="0">
                  <a:pos x="csX3" y="csY3"/>
                </a:cxn>
                <a:cxn ang="0">
                  <a:pos x="csX4" y="csY4"/>
                </a:cxn>
              </a:cxnLst>
              <a:rect l="l" t="t" r="r" b="b"/>
              <a:pathLst>
                <a:path w="5978" h="7675">
                  <a:moveTo>
                    <a:pt x="1287" y="8249"/>
                  </a:moveTo>
                  <a:lnTo>
                    <a:pt x="6828" y="8249"/>
                  </a:lnTo>
                  <a:lnTo>
                    <a:pt x="7266" y="580"/>
                  </a:lnTo>
                  <a:lnTo>
                    <a:pt x="1725" y="573"/>
                  </a:lnTo>
                  <a:lnTo>
                    <a:pt x="1287" y="82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7" name="Rectangle 3226">
              <a:extLst>
                <a:ext uri="{FF2B5EF4-FFF2-40B4-BE49-F238E27FC236}">
                  <a16:creationId xmlns:a16="http://schemas.microsoft.com/office/drawing/2014/main" id="{31AF2872-FA1E-8575-5131-A850DD08446C}"/>
                </a:ext>
              </a:extLst>
            </p:cNvPr>
            <p:cNvSpPr/>
            <p:nvPr/>
          </p:nvSpPr>
          <p:spPr>
            <a:xfrm>
              <a:off x="3720178" y="2581783"/>
              <a:ext cx="15378" cy="2763"/>
            </a:xfrm>
            <a:prstGeom prst="rect">
              <a:avLst/>
            </a:pr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8" name="Forme libre : forme 606">
              <a:extLst>
                <a:ext uri="{FF2B5EF4-FFF2-40B4-BE49-F238E27FC236}">
                  <a16:creationId xmlns:a16="http://schemas.microsoft.com/office/drawing/2014/main" id="{49E8D2F8-DA4C-0593-A4D4-6C34265B72A2}"/>
                </a:ext>
              </a:extLst>
            </p:cNvPr>
            <p:cNvSpPr/>
            <p:nvPr/>
          </p:nvSpPr>
          <p:spPr>
            <a:xfrm>
              <a:off x="4118565" y="2998805"/>
              <a:ext cx="12306" cy="12299"/>
            </a:xfrm>
            <a:custGeom>
              <a:avLst/>
              <a:gdLst>
                <a:gd name="csX0" fmla="*/ 1408 w 12306"/>
                <a:gd name="csY0" fmla="*/ 12971 h 12299"/>
                <a:gd name="csX1" fmla="*/ 1408 w 12306"/>
                <a:gd name="csY1" fmla="*/ 6821 h 12299"/>
                <a:gd name="csX2" fmla="*/ 10636 w 12306"/>
                <a:gd name="csY2" fmla="*/ 671 h 12299"/>
                <a:gd name="csX3" fmla="*/ 13715 w 12306"/>
                <a:gd name="csY3" fmla="*/ 5289 h 12299"/>
                <a:gd name="csX4" fmla="*/ 10636 w 12306"/>
                <a:gd name="csY4" fmla="*/ 11439 h 12299"/>
                <a:gd name="csX5" fmla="*/ 1408 w 12306"/>
                <a:gd name="csY5" fmla="*/ 12971 h 12299"/>
              </a:gdLst>
              <a:ahLst/>
              <a:cxnLst>
                <a:cxn ang="0">
                  <a:pos x="csX0" y="csY0"/>
                </a:cxn>
                <a:cxn ang="0">
                  <a:pos x="csX1" y="csY1"/>
                </a:cxn>
                <a:cxn ang="0">
                  <a:pos x="csX2" y="csY2"/>
                </a:cxn>
                <a:cxn ang="0">
                  <a:pos x="csX3" y="csY3"/>
                </a:cxn>
                <a:cxn ang="0">
                  <a:pos x="csX4" y="csY4"/>
                </a:cxn>
                <a:cxn ang="0">
                  <a:pos x="csX5" y="csY5"/>
                </a:cxn>
              </a:cxnLst>
              <a:rect l="l" t="t" r="r" b="b"/>
              <a:pathLst>
                <a:path w="12306" h="12299">
                  <a:moveTo>
                    <a:pt x="1408" y="12971"/>
                  </a:moveTo>
                  <a:lnTo>
                    <a:pt x="1408" y="6821"/>
                  </a:lnTo>
                  <a:lnTo>
                    <a:pt x="10636" y="671"/>
                  </a:lnTo>
                  <a:lnTo>
                    <a:pt x="13715" y="5289"/>
                  </a:lnTo>
                  <a:lnTo>
                    <a:pt x="10636" y="11439"/>
                  </a:lnTo>
                  <a:lnTo>
                    <a:pt x="1408" y="1297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29" name="Forme libre : forme 607">
              <a:extLst>
                <a:ext uri="{FF2B5EF4-FFF2-40B4-BE49-F238E27FC236}">
                  <a16:creationId xmlns:a16="http://schemas.microsoft.com/office/drawing/2014/main" id="{63A0E334-0DBA-4F5E-DBF6-823BA9854FC3}"/>
                </a:ext>
              </a:extLst>
            </p:cNvPr>
            <p:cNvSpPr/>
            <p:nvPr/>
          </p:nvSpPr>
          <p:spPr>
            <a:xfrm>
              <a:off x="4184710" y="2948072"/>
              <a:ext cx="12306" cy="16910"/>
            </a:xfrm>
            <a:custGeom>
              <a:avLst/>
              <a:gdLst>
                <a:gd name="csX0" fmla="*/ 1448 w 12306"/>
                <a:gd name="csY0" fmla="*/ 8332 h 16910"/>
                <a:gd name="csX1" fmla="*/ 6059 w 12306"/>
                <a:gd name="csY1" fmla="*/ 643 h 16910"/>
                <a:gd name="csX2" fmla="*/ 12216 w 12306"/>
                <a:gd name="csY2" fmla="*/ 5253 h 16910"/>
                <a:gd name="csX3" fmla="*/ 13755 w 12306"/>
                <a:gd name="csY3" fmla="*/ 16021 h 16910"/>
                <a:gd name="csX4" fmla="*/ 9137 w 12306"/>
                <a:gd name="csY4" fmla="*/ 17553 h 16910"/>
                <a:gd name="csX5" fmla="*/ 1448 w 12306"/>
                <a:gd name="csY5" fmla="*/ 8332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1448" y="8332"/>
                  </a:moveTo>
                  <a:lnTo>
                    <a:pt x="6059" y="643"/>
                  </a:lnTo>
                  <a:lnTo>
                    <a:pt x="12216" y="5253"/>
                  </a:lnTo>
                  <a:lnTo>
                    <a:pt x="13755" y="16021"/>
                  </a:lnTo>
                  <a:lnTo>
                    <a:pt x="9137" y="17553"/>
                  </a:lnTo>
                  <a:lnTo>
                    <a:pt x="1448" y="83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0" name="Forme libre : forme 608">
              <a:extLst>
                <a:ext uri="{FF2B5EF4-FFF2-40B4-BE49-F238E27FC236}">
                  <a16:creationId xmlns:a16="http://schemas.microsoft.com/office/drawing/2014/main" id="{2CF88246-AB5F-E475-3380-89A9D2BEE97B}"/>
                </a:ext>
              </a:extLst>
            </p:cNvPr>
            <p:cNvSpPr/>
            <p:nvPr/>
          </p:nvSpPr>
          <p:spPr>
            <a:xfrm>
              <a:off x="3877068" y="3165866"/>
              <a:ext cx="17430" cy="26652"/>
            </a:xfrm>
            <a:custGeom>
              <a:avLst/>
              <a:gdLst>
                <a:gd name="csX0" fmla="*/ 11518 w 17430"/>
                <a:gd name="csY0" fmla="*/ 3858 h 26652"/>
                <a:gd name="csX1" fmla="*/ 9466 w 17430"/>
                <a:gd name="csY1" fmla="*/ 14106 h 26652"/>
                <a:gd name="csX2" fmla="*/ 1263 w 17430"/>
                <a:gd name="csY2" fmla="*/ 21282 h 26652"/>
                <a:gd name="csX3" fmla="*/ 5361 w 17430"/>
                <a:gd name="csY3" fmla="*/ 27432 h 26652"/>
                <a:gd name="csX4" fmla="*/ 14596 w 17430"/>
                <a:gd name="csY4" fmla="*/ 20256 h 26652"/>
                <a:gd name="csX5" fmla="*/ 18694 w 17430"/>
                <a:gd name="csY5" fmla="*/ 7956 h 26652"/>
                <a:gd name="csX6" fmla="*/ 17668 w 17430"/>
                <a:gd name="csY6" fmla="*/ 780 h 26652"/>
                <a:gd name="csX7" fmla="*/ 11518 w 17430"/>
                <a:gd name="csY7" fmla="*/ 3858 h 266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7430" h="26652">
                  <a:moveTo>
                    <a:pt x="11518" y="3858"/>
                  </a:moveTo>
                  <a:lnTo>
                    <a:pt x="9466" y="14106"/>
                  </a:lnTo>
                  <a:lnTo>
                    <a:pt x="1263" y="21282"/>
                  </a:lnTo>
                  <a:lnTo>
                    <a:pt x="5361" y="27432"/>
                  </a:lnTo>
                  <a:lnTo>
                    <a:pt x="14596" y="20256"/>
                  </a:lnTo>
                  <a:lnTo>
                    <a:pt x="18694" y="7956"/>
                  </a:lnTo>
                  <a:lnTo>
                    <a:pt x="17668" y="780"/>
                  </a:lnTo>
                  <a:lnTo>
                    <a:pt x="11518" y="385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1" name="Forme libre : forme 609">
              <a:extLst>
                <a:ext uri="{FF2B5EF4-FFF2-40B4-BE49-F238E27FC236}">
                  <a16:creationId xmlns:a16="http://schemas.microsoft.com/office/drawing/2014/main" id="{F7EBFAC0-9331-2B84-6EEA-33D4251DFA89}"/>
                </a:ext>
              </a:extLst>
            </p:cNvPr>
            <p:cNvSpPr/>
            <p:nvPr/>
          </p:nvSpPr>
          <p:spPr>
            <a:xfrm>
              <a:off x="3836049" y="3290911"/>
              <a:ext cx="23580" cy="17423"/>
            </a:xfrm>
            <a:custGeom>
              <a:avLst/>
              <a:gdLst>
                <a:gd name="csX0" fmla="*/ 1238 w 23580"/>
                <a:gd name="csY0" fmla="*/ 4950 h 17423"/>
                <a:gd name="csX1" fmla="*/ 8415 w 23580"/>
                <a:gd name="csY1" fmla="*/ 852 h 17423"/>
                <a:gd name="csX2" fmla="*/ 16617 w 23580"/>
                <a:gd name="csY2" fmla="*/ 1878 h 17423"/>
                <a:gd name="csX3" fmla="*/ 23800 w 23580"/>
                <a:gd name="csY3" fmla="*/ 9048 h 17423"/>
                <a:gd name="csX4" fmla="*/ 24819 w 23580"/>
                <a:gd name="csY4" fmla="*/ 17250 h 17423"/>
                <a:gd name="csX5" fmla="*/ 14571 w 23580"/>
                <a:gd name="csY5" fmla="*/ 18276 h 17423"/>
                <a:gd name="csX6" fmla="*/ 9441 w 23580"/>
                <a:gd name="csY6" fmla="*/ 11100 h 17423"/>
                <a:gd name="csX7" fmla="*/ 1238 w 23580"/>
                <a:gd name="csY7" fmla="*/ 10074 h 17423"/>
                <a:gd name="csX8" fmla="*/ 1238 w 23580"/>
                <a:gd name="csY8" fmla="*/ 4950 h 174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580" h="17423">
                  <a:moveTo>
                    <a:pt x="1238" y="4950"/>
                  </a:moveTo>
                  <a:lnTo>
                    <a:pt x="8415" y="852"/>
                  </a:lnTo>
                  <a:lnTo>
                    <a:pt x="16617" y="1878"/>
                  </a:lnTo>
                  <a:lnTo>
                    <a:pt x="23800" y="9048"/>
                  </a:lnTo>
                  <a:lnTo>
                    <a:pt x="24819" y="17250"/>
                  </a:lnTo>
                  <a:lnTo>
                    <a:pt x="14571" y="18276"/>
                  </a:lnTo>
                  <a:lnTo>
                    <a:pt x="9441" y="11100"/>
                  </a:lnTo>
                  <a:lnTo>
                    <a:pt x="1238" y="10074"/>
                  </a:lnTo>
                  <a:lnTo>
                    <a:pt x="1238" y="4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2" name="Forme libre : forme 610">
              <a:extLst>
                <a:ext uri="{FF2B5EF4-FFF2-40B4-BE49-F238E27FC236}">
                  <a16:creationId xmlns:a16="http://schemas.microsoft.com/office/drawing/2014/main" id="{C1A83961-B4C4-1D8A-8F35-7FDBFC41E2FF}"/>
                </a:ext>
              </a:extLst>
            </p:cNvPr>
            <p:cNvSpPr/>
            <p:nvPr/>
          </p:nvSpPr>
          <p:spPr>
            <a:xfrm>
              <a:off x="2940321" y="2268818"/>
              <a:ext cx="161507" cy="72643"/>
            </a:xfrm>
            <a:custGeom>
              <a:avLst/>
              <a:gdLst>
                <a:gd name="csX0" fmla="*/ 36104 w 161507"/>
                <a:gd name="csY0" fmla="*/ 64888 h 72643"/>
                <a:gd name="csX1" fmla="*/ 25337 w 161507"/>
                <a:gd name="csY1" fmla="*/ 63554 h 72643"/>
                <a:gd name="csX2" fmla="*/ 17648 w 161507"/>
                <a:gd name="csY2" fmla="*/ 66886 h 72643"/>
                <a:gd name="csX3" fmla="*/ 9951 w 161507"/>
                <a:gd name="csY3" fmla="*/ 65552 h 72643"/>
                <a:gd name="csX4" fmla="*/ 9958 w 161507"/>
                <a:gd name="csY4" fmla="*/ 58225 h 72643"/>
                <a:gd name="csX5" fmla="*/ 730 w 161507"/>
                <a:gd name="csY5" fmla="*/ 54223 h 72643"/>
                <a:gd name="csX6" fmla="*/ 9958 w 161507"/>
                <a:gd name="csY6" fmla="*/ 50228 h 72643"/>
                <a:gd name="csX7" fmla="*/ 20719 w 161507"/>
                <a:gd name="csY7" fmla="*/ 48224 h 72643"/>
                <a:gd name="csX8" fmla="*/ 36104 w 161507"/>
                <a:gd name="csY8" fmla="*/ 44229 h 72643"/>
                <a:gd name="csX9" fmla="*/ 39183 w 161507"/>
                <a:gd name="csY9" fmla="*/ 36232 h 72643"/>
                <a:gd name="csX10" fmla="*/ 48411 w 161507"/>
                <a:gd name="csY10" fmla="*/ 35561 h 72643"/>
                <a:gd name="csX11" fmla="*/ 51490 w 161507"/>
                <a:gd name="csY11" fmla="*/ 30232 h 72643"/>
                <a:gd name="csX12" fmla="*/ 76096 w 161507"/>
                <a:gd name="csY12" fmla="*/ 19567 h 72643"/>
                <a:gd name="csX13" fmla="*/ 76096 w 161507"/>
                <a:gd name="csY13" fmla="*/ 13568 h 72643"/>
                <a:gd name="csX14" fmla="*/ 89942 w 161507"/>
                <a:gd name="csY14" fmla="*/ 8902 h 72643"/>
                <a:gd name="csX15" fmla="*/ 114556 w 161507"/>
                <a:gd name="csY15" fmla="*/ 8239 h 72643"/>
                <a:gd name="csX16" fmla="*/ 119174 w 161507"/>
                <a:gd name="csY16" fmla="*/ 9573 h 72643"/>
                <a:gd name="csX17" fmla="*/ 131473 w 161507"/>
                <a:gd name="csY17" fmla="*/ 9573 h 72643"/>
                <a:gd name="csX18" fmla="*/ 139170 w 161507"/>
                <a:gd name="csY18" fmla="*/ 8239 h 72643"/>
                <a:gd name="csX19" fmla="*/ 131473 w 161507"/>
                <a:gd name="csY19" fmla="*/ 4907 h 72643"/>
                <a:gd name="csX20" fmla="*/ 131473 w 161507"/>
                <a:gd name="csY20" fmla="*/ 2239 h 72643"/>
                <a:gd name="csX21" fmla="*/ 148398 w 161507"/>
                <a:gd name="csY21" fmla="*/ 242 h 72643"/>
                <a:gd name="csX22" fmla="*/ 162237 w 161507"/>
                <a:gd name="csY22" fmla="*/ 8902 h 72643"/>
                <a:gd name="csX23" fmla="*/ 159165 w 161507"/>
                <a:gd name="csY23" fmla="*/ 12234 h 72643"/>
                <a:gd name="csX24" fmla="*/ 151469 w 161507"/>
                <a:gd name="csY24" fmla="*/ 12234 h 72643"/>
                <a:gd name="csX25" fmla="*/ 146859 w 161507"/>
                <a:gd name="csY25" fmla="*/ 18904 h 72643"/>
                <a:gd name="csX26" fmla="*/ 154548 w 161507"/>
                <a:gd name="csY26" fmla="*/ 24233 h 72643"/>
                <a:gd name="csX27" fmla="*/ 145319 w 161507"/>
                <a:gd name="csY27" fmla="*/ 28235 h 72643"/>
                <a:gd name="csX28" fmla="*/ 153009 w 161507"/>
                <a:gd name="csY28" fmla="*/ 36895 h 72643"/>
                <a:gd name="csX29" fmla="*/ 134552 w 161507"/>
                <a:gd name="csY29" fmla="*/ 40897 h 72643"/>
                <a:gd name="csX30" fmla="*/ 129934 w 161507"/>
                <a:gd name="csY30" fmla="*/ 52889 h 72643"/>
                <a:gd name="csX31" fmla="*/ 106860 w 161507"/>
                <a:gd name="csY31" fmla="*/ 44229 h 72643"/>
                <a:gd name="csX32" fmla="*/ 113017 w 161507"/>
                <a:gd name="csY32" fmla="*/ 34227 h 72643"/>
                <a:gd name="csX33" fmla="*/ 99171 w 161507"/>
                <a:gd name="csY33" fmla="*/ 34227 h 72643"/>
                <a:gd name="csX34" fmla="*/ 94553 w 161507"/>
                <a:gd name="csY34" fmla="*/ 49558 h 72643"/>
                <a:gd name="csX35" fmla="*/ 85325 w 161507"/>
                <a:gd name="csY35" fmla="*/ 54223 h 72643"/>
                <a:gd name="csX36" fmla="*/ 79175 w 161507"/>
                <a:gd name="csY36" fmla="*/ 48224 h 72643"/>
                <a:gd name="csX37" fmla="*/ 69946 w 161507"/>
                <a:gd name="csY37" fmla="*/ 50228 h 72643"/>
                <a:gd name="csX38" fmla="*/ 74557 w 161507"/>
                <a:gd name="csY38" fmla="*/ 65559 h 72643"/>
                <a:gd name="csX39" fmla="*/ 56100 w 161507"/>
                <a:gd name="csY39" fmla="*/ 68890 h 72643"/>
                <a:gd name="csX40" fmla="*/ 57639 w 161507"/>
                <a:gd name="csY40" fmla="*/ 59559 h 72643"/>
                <a:gd name="csX41" fmla="*/ 49950 w 161507"/>
                <a:gd name="csY41" fmla="*/ 60223 h 72643"/>
                <a:gd name="csX42" fmla="*/ 48411 w 161507"/>
                <a:gd name="csY42" fmla="*/ 72885 h 72643"/>
                <a:gd name="csX43" fmla="*/ 42254 w 161507"/>
                <a:gd name="csY43" fmla="*/ 72885 h 72643"/>
                <a:gd name="csX44" fmla="*/ 36104 w 161507"/>
                <a:gd name="csY44" fmla="*/ 64888 h 726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61507" h="72643">
                  <a:moveTo>
                    <a:pt x="36104" y="64888"/>
                  </a:moveTo>
                  <a:lnTo>
                    <a:pt x="25337" y="63554"/>
                  </a:lnTo>
                  <a:lnTo>
                    <a:pt x="17648" y="66886"/>
                  </a:lnTo>
                  <a:lnTo>
                    <a:pt x="9951" y="65552"/>
                  </a:lnTo>
                  <a:lnTo>
                    <a:pt x="9958" y="58225"/>
                  </a:lnTo>
                  <a:lnTo>
                    <a:pt x="730" y="54223"/>
                  </a:lnTo>
                  <a:lnTo>
                    <a:pt x="9958" y="50228"/>
                  </a:lnTo>
                  <a:lnTo>
                    <a:pt x="20719" y="48224"/>
                  </a:lnTo>
                  <a:lnTo>
                    <a:pt x="36104" y="44229"/>
                  </a:lnTo>
                  <a:lnTo>
                    <a:pt x="39183" y="36232"/>
                  </a:lnTo>
                  <a:lnTo>
                    <a:pt x="48411" y="35561"/>
                  </a:lnTo>
                  <a:lnTo>
                    <a:pt x="51490" y="30232"/>
                  </a:lnTo>
                  <a:lnTo>
                    <a:pt x="76096" y="19567"/>
                  </a:lnTo>
                  <a:lnTo>
                    <a:pt x="76096" y="13568"/>
                  </a:lnTo>
                  <a:lnTo>
                    <a:pt x="89942" y="8902"/>
                  </a:lnTo>
                  <a:lnTo>
                    <a:pt x="114556" y="8239"/>
                  </a:lnTo>
                  <a:lnTo>
                    <a:pt x="119174" y="9573"/>
                  </a:lnTo>
                  <a:lnTo>
                    <a:pt x="131473" y="9573"/>
                  </a:lnTo>
                  <a:lnTo>
                    <a:pt x="139170" y="8239"/>
                  </a:lnTo>
                  <a:lnTo>
                    <a:pt x="131473" y="4907"/>
                  </a:lnTo>
                  <a:lnTo>
                    <a:pt x="131473" y="2239"/>
                  </a:lnTo>
                  <a:lnTo>
                    <a:pt x="148398" y="242"/>
                  </a:lnTo>
                  <a:lnTo>
                    <a:pt x="162237" y="8902"/>
                  </a:lnTo>
                  <a:lnTo>
                    <a:pt x="159165" y="12234"/>
                  </a:lnTo>
                  <a:lnTo>
                    <a:pt x="151469" y="12234"/>
                  </a:lnTo>
                  <a:lnTo>
                    <a:pt x="146859" y="18904"/>
                  </a:lnTo>
                  <a:lnTo>
                    <a:pt x="154548" y="24233"/>
                  </a:lnTo>
                  <a:lnTo>
                    <a:pt x="145319" y="28235"/>
                  </a:lnTo>
                  <a:lnTo>
                    <a:pt x="153009" y="36895"/>
                  </a:lnTo>
                  <a:lnTo>
                    <a:pt x="134552" y="40897"/>
                  </a:lnTo>
                  <a:lnTo>
                    <a:pt x="129934" y="52889"/>
                  </a:lnTo>
                  <a:lnTo>
                    <a:pt x="106860" y="44229"/>
                  </a:lnTo>
                  <a:lnTo>
                    <a:pt x="113017" y="34227"/>
                  </a:lnTo>
                  <a:lnTo>
                    <a:pt x="99171" y="34227"/>
                  </a:lnTo>
                  <a:lnTo>
                    <a:pt x="94553" y="49558"/>
                  </a:lnTo>
                  <a:lnTo>
                    <a:pt x="85325" y="54223"/>
                  </a:lnTo>
                  <a:lnTo>
                    <a:pt x="79175" y="48224"/>
                  </a:lnTo>
                  <a:lnTo>
                    <a:pt x="69946" y="50228"/>
                  </a:lnTo>
                  <a:lnTo>
                    <a:pt x="74557" y="65559"/>
                  </a:lnTo>
                  <a:lnTo>
                    <a:pt x="56100" y="68890"/>
                  </a:lnTo>
                  <a:lnTo>
                    <a:pt x="57639" y="59559"/>
                  </a:lnTo>
                  <a:lnTo>
                    <a:pt x="49950" y="60223"/>
                  </a:lnTo>
                  <a:lnTo>
                    <a:pt x="48411" y="72885"/>
                  </a:lnTo>
                  <a:lnTo>
                    <a:pt x="42254" y="72885"/>
                  </a:lnTo>
                  <a:lnTo>
                    <a:pt x="36104" y="648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3" name="Forme libre : forme 611">
              <a:extLst>
                <a:ext uri="{FF2B5EF4-FFF2-40B4-BE49-F238E27FC236}">
                  <a16:creationId xmlns:a16="http://schemas.microsoft.com/office/drawing/2014/main" id="{369640E1-1E40-6AA6-A150-EF87060D9504}"/>
                </a:ext>
              </a:extLst>
            </p:cNvPr>
            <p:cNvSpPr/>
            <p:nvPr/>
          </p:nvSpPr>
          <p:spPr>
            <a:xfrm>
              <a:off x="3151055" y="2213495"/>
              <a:ext cx="81523" cy="22663"/>
            </a:xfrm>
            <a:custGeom>
              <a:avLst/>
              <a:gdLst>
                <a:gd name="csX0" fmla="*/ 59292 w 81523"/>
                <a:gd name="csY0" fmla="*/ 199 h 22663"/>
                <a:gd name="csX1" fmla="*/ 71599 w 81523"/>
                <a:gd name="csY1" fmla="*/ 8866 h 22663"/>
                <a:gd name="csX2" fmla="*/ 82366 w 81523"/>
                <a:gd name="csY2" fmla="*/ 9530 h 22663"/>
                <a:gd name="csX3" fmla="*/ 82366 w 81523"/>
                <a:gd name="csY3" fmla="*/ 18861 h 22663"/>
                <a:gd name="csX4" fmla="*/ 57753 w 81523"/>
                <a:gd name="csY4" fmla="*/ 22862 h 22663"/>
                <a:gd name="csX5" fmla="*/ 45446 w 81523"/>
                <a:gd name="csY5" fmla="*/ 16193 h 22663"/>
                <a:gd name="csX6" fmla="*/ 40835 w 81523"/>
                <a:gd name="csY6" fmla="*/ 20195 h 22663"/>
                <a:gd name="csX7" fmla="*/ 30068 w 81523"/>
                <a:gd name="csY7" fmla="*/ 20858 h 22663"/>
                <a:gd name="csX8" fmla="*/ 19300 w 81523"/>
                <a:gd name="csY8" fmla="*/ 19524 h 22663"/>
                <a:gd name="csX9" fmla="*/ 3915 w 81523"/>
                <a:gd name="csY9" fmla="*/ 20858 h 22663"/>
                <a:gd name="csX10" fmla="*/ 843 w 81523"/>
                <a:gd name="csY10" fmla="*/ 15529 h 22663"/>
                <a:gd name="csX11" fmla="*/ 10072 w 81523"/>
                <a:gd name="csY11" fmla="*/ 13525 h 22663"/>
                <a:gd name="csX12" fmla="*/ 11604 w 81523"/>
                <a:gd name="csY12" fmla="*/ 8866 h 22663"/>
                <a:gd name="csX13" fmla="*/ 34678 w 81523"/>
                <a:gd name="csY13" fmla="*/ 7532 h 22663"/>
                <a:gd name="csX14" fmla="*/ 46985 w 81523"/>
                <a:gd name="csY14" fmla="*/ 862 h 22663"/>
                <a:gd name="csX15" fmla="*/ 59292 w 81523"/>
                <a:gd name="csY15" fmla="*/ 199 h 226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1523" h="22663">
                  <a:moveTo>
                    <a:pt x="59292" y="199"/>
                  </a:moveTo>
                  <a:lnTo>
                    <a:pt x="71599" y="8866"/>
                  </a:lnTo>
                  <a:lnTo>
                    <a:pt x="82366" y="9530"/>
                  </a:lnTo>
                  <a:lnTo>
                    <a:pt x="82366" y="18861"/>
                  </a:lnTo>
                  <a:lnTo>
                    <a:pt x="57753" y="22862"/>
                  </a:lnTo>
                  <a:lnTo>
                    <a:pt x="45446" y="16193"/>
                  </a:lnTo>
                  <a:lnTo>
                    <a:pt x="40835" y="20195"/>
                  </a:lnTo>
                  <a:lnTo>
                    <a:pt x="30068" y="20858"/>
                  </a:lnTo>
                  <a:lnTo>
                    <a:pt x="19300" y="19524"/>
                  </a:lnTo>
                  <a:lnTo>
                    <a:pt x="3915" y="20858"/>
                  </a:lnTo>
                  <a:lnTo>
                    <a:pt x="843" y="15529"/>
                  </a:lnTo>
                  <a:lnTo>
                    <a:pt x="10072" y="13525"/>
                  </a:lnTo>
                  <a:lnTo>
                    <a:pt x="11604" y="8866"/>
                  </a:lnTo>
                  <a:lnTo>
                    <a:pt x="34678" y="7532"/>
                  </a:lnTo>
                  <a:lnTo>
                    <a:pt x="46985" y="862"/>
                  </a:lnTo>
                  <a:lnTo>
                    <a:pt x="59292" y="19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4" name="Forme libre : forme 612">
              <a:extLst>
                <a:ext uri="{FF2B5EF4-FFF2-40B4-BE49-F238E27FC236}">
                  <a16:creationId xmlns:a16="http://schemas.microsoft.com/office/drawing/2014/main" id="{F0039273-FC25-1BD9-6EE2-C323C1E2BDDC}"/>
                </a:ext>
              </a:extLst>
            </p:cNvPr>
            <p:cNvSpPr/>
            <p:nvPr/>
          </p:nvSpPr>
          <p:spPr>
            <a:xfrm>
              <a:off x="3315641" y="2181507"/>
              <a:ext cx="143050" cy="71309"/>
            </a:xfrm>
            <a:custGeom>
              <a:avLst/>
              <a:gdLst>
                <a:gd name="csX0" fmla="*/ 2489 w 143050"/>
                <a:gd name="csY0" fmla="*/ 2195 h 71309"/>
                <a:gd name="csX1" fmla="*/ 25563 w 143050"/>
                <a:gd name="csY1" fmla="*/ 3529 h 71309"/>
                <a:gd name="csX2" fmla="*/ 42481 w 143050"/>
                <a:gd name="csY2" fmla="*/ 197 h 71309"/>
                <a:gd name="csX3" fmla="*/ 59405 w 143050"/>
                <a:gd name="csY3" fmla="*/ 12189 h 71309"/>
                <a:gd name="csX4" fmla="*/ 64016 w 143050"/>
                <a:gd name="csY4" fmla="*/ 24188 h 71309"/>
                <a:gd name="csX5" fmla="*/ 71705 w 143050"/>
                <a:gd name="csY5" fmla="*/ 25522 h 71309"/>
                <a:gd name="csX6" fmla="*/ 71705 w 143050"/>
                <a:gd name="csY6" fmla="*/ 18189 h 71309"/>
                <a:gd name="csX7" fmla="*/ 87090 w 143050"/>
                <a:gd name="csY7" fmla="*/ 14857 h 71309"/>
                <a:gd name="csX8" fmla="*/ 102475 w 143050"/>
                <a:gd name="csY8" fmla="*/ 19523 h 71309"/>
                <a:gd name="csX9" fmla="*/ 97858 w 143050"/>
                <a:gd name="csY9" fmla="*/ 29524 h 71309"/>
                <a:gd name="csX10" fmla="*/ 120932 w 143050"/>
                <a:gd name="csY10" fmla="*/ 34853 h 71309"/>
                <a:gd name="csX11" fmla="*/ 122464 w 143050"/>
                <a:gd name="csY11" fmla="*/ 42850 h 71309"/>
                <a:gd name="csX12" fmla="*/ 144000 w 143050"/>
                <a:gd name="csY12" fmla="*/ 58181 h 71309"/>
                <a:gd name="csX13" fmla="*/ 136310 w 143050"/>
                <a:gd name="csY13" fmla="*/ 70843 h 71309"/>
                <a:gd name="csX14" fmla="*/ 116314 w 143050"/>
                <a:gd name="csY14" fmla="*/ 71507 h 71309"/>
                <a:gd name="csX15" fmla="*/ 104008 w 143050"/>
                <a:gd name="csY15" fmla="*/ 60849 h 71309"/>
                <a:gd name="csX16" fmla="*/ 102468 w 143050"/>
                <a:gd name="csY16" fmla="*/ 57510 h 71309"/>
                <a:gd name="csX17" fmla="*/ 88629 w 143050"/>
                <a:gd name="csY17" fmla="*/ 56183 h 71309"/>
                <a:gd name="csX18" fmla="*/ 76323 w 143050"/>
                <a:gd name="csY18" fmla="*/ 50847 h 71309"/>
                <a:gd name="csX19" fmla="*/ 62476 w 143050"/>
                <a:gd name="csY19" fmla="*/ 54179 h 71309"/>
                <a:gd name="csX20" fmla="*/ 54787 w 143050"/>
                <a:gd name="csY20" fmla="*/ 50184 h 71309"/>
                <a:gd name="csX21" fmla="*/ 28634 w 143050"/>
                <a:gd name="csY21" fmla="*/ 52181 h 71309"/>
                <a:gd name="csX22" fmla="*/ 17867 w 143050"/>
                <a:gd name="csY22" fmla="*/ 46852 h 71309"/>
                <a:gd name="csX23" fmla="*/ 20945 w 143050"/>
                <a:gd name="csY23" fmla="*/ 39519 h 71309"/>
                <a:gd name="csX24" fmla="*/ 48637 w 143050"/>
                <a:gd name="csY24" fmla="*/ 40182 h 71309"/>
                <a:gd name="csX25" fmla="*/ 40941 w 143050"/>
                <a:gd name="csY25" fmla="*/ 34183 h 71309"/>
                <a:gd name="csX26" fmla="*/ 42481 w 143050"/>
                <a:gd name="csY26" fmla="*/ 30188 h 71309"/>
                <a:gd name="csX27" fmla="*/ 36331 w 143050"/>
                <a:gd name="csY27" fmla="*/ 27520 h 71309"/>
                <a:gd name="csX28" fmla="*/ 36331 w 143050"/>
                <a:gd name="csY28" fmla="*/ 22191 h 71309"/>
                <a:gd name="csX29" fmla="*/ 30174 w 143050"/>
                <a:gd name="csY29" fmla="*/ 23525 h 71309"/>
                <a:gd name="csX30" fmla="*/ 25563 w 143050"/>
                <a:gd name="csY30" fmla="*/ 28854 h 71309"/>
                <a:gd name="csX31" fmla="*/ 16335 w 143050"/>
                <a:gd name="csY31" fmla="*/ 26856 h 71309"/>
                <a:gd name="csX32" fmla="*/ 14795 w 143050"/>
                <a:gd name="csY32" fmla="*/ 17525 h 71309"/>
                <a:gd name="csX33" fmla="*/ 949 w 143050"/>
                <a:gd name="csY33" fmla="*/ 16191 h 71309"/>
                <a:gd name="csX34" fmla="*/ 2489 w 143050"/>
                <a:gd name="csY34" fmla="*/ 2195 h 713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43050" h="71309">
                  <a:moveTo>
                    <a:pt x="2489" y="2195"/>
                  </a:moveTo>
                  <a:lnTo>
                    <a:pt x="25563" y="3529"/>
                  </a:lnTo>
                  <a:lnTo>
                    <a:pt x="42481" y="197"/>
                  </a:lnTo>
                  <a:lnTo>
                    <a:pt x="59405" y="12189"/>
                  </a:lnTo>
                  <a:lnTo>
                    <a:pt x="64016" y="24188"/>
                  </a:lnTo>
                  <a:lnTo>
                    <a:pt x="71705" y="25522"/>
                  </a:lnTo>
                  <a:lnTo>
                    <a:pt x="71705" y="18189"/>
                  </a:lnTo>
                  <a:lnTo>
                    <a:pt x="87090" y="14857"/>
                  </a:lnTo>
                  <a:lnTo>
                    <a:pt x="102475" y="19523"/>
                  </a:lnTo>
                  <a:lnTo>
                    <a:pt x="97858" y="29524"/>
                  </a:lnTo>
                  <a:lnTo>
                    <a:pt x="120932" y="34853"/>
                  </a:lnTo>
                  <a:lnTo>
                    <a:pt x="122464" y="42850"/>
                  </a:lnTo>
                  <a:lnTo>
                    <a:pt x="144000" y="58181"/>
                  </a:lnTo>
                  <a:lnTo>
                    <a:pt x="136310" y="70843"/>
                  </a:lnTo>
                  <a:lnTo>
                    <a:pt x="116314" y="71507"/>
                  </a:lnTo>
                  <a:lnTo>
                    <a:pt x="104008" y="60849"/>
                  </a:lnTo>
                  <a:lnTo>
                    <a:pt x="102468" y="57510"/>
                  </a:lnTo>
                  <a:lnTo>
                    <a:pt x="88629" y="56183"/>
                  </a:lnTo>
                  <a:lnTo>
                    <a:pt x="76323" y="50847"/>
                  </a:lnTo>
                  <a:lnTo>
                    <a:pt x="62476" y="54179"/>
                  </a:lnTo>
                  <a:lnTo>
                    <a:pt x="54787" y="50184"/>
                  </a:lnTo>
                  <a:lnTo>
                    <a:pt x="28634" y="52181"/>
                  </a:lnTo>
                  <a:lnTo>
                    <a:pt x="17867" y="46852"/>
                  </a:lnTo>
                  <a:lnTo>
                    <a:pt x="20945" y="39519"/>
                  </a:lnTo>
                  <a:lnTo>
                    <a:pt x="48637" y="40182"/>
                  </a:lnTo>
                  <a:lnTo>
                    <a:pt x="40941" y="34183"/>
                  </a:lnTo>
                  <a:lnTo>
                    <a:pt x="42481" y="30188"/>
                  </a:lnTo>
                  <a:lnTo>
                    <a:pt x="36331" y="27520"/>
                  </a:lnTo>
                  <a:lnTo>
                    <a:pt x="36331" y="22191"/>
                  </a:lnTo>
                  <a:lnTo>
                    <a:pt x="30174" y="23525"/>
                  </a:lnTo>
                  <a:lnTo>
                    <a:pt x="25563" y="28854"/>
                  </a:lnTo>
                  <a:lnTo>
                    <a:pt x="16335" y="26856"/>
                  </a:lnTo>
                  <a:lnTo>
                    <a:pt x="14795" y="17525"/>
                  </a:lnTo>
                  <a:lnTo>
                    <a:pt x="949" y="16191"/>
                  </a:lnTo>
                  <a:lnTo>
                    <a:pt x="2489" y="21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5" name="Forme libre : forme 613">
              <a:extLst>
                <a:ext uri="{FF2B5EF4-FFF2-40B4-BE49-F238E27FC236}">
                  <a16:creationId xmlns:a16="http://schemas.microsoft.com/office/drawing/2014/main" id="{211D0CD4-5438-FE6C-7E07-84E37261C664}"/>
                </a:ext>
              </a:extLst>
            </p:cNvPr>
            <p:cNvSpPr/>
            <p:nvPr/>
          </p:nvSpPr>
          <p:spPr>
            <a:xfrm>
              <a:off x="3383318" y="2248158"/>
              <a:ext cx="29224" cy="9331"/>
            </a:xfrm>
            <a:custGeom>
              <a:avLst/>
              <a:gdLst>
                <a:gd name="csX0" fmla="*/ 964 w 29224"/>
                <a:gd name="csY0" fmla="*/ 3546 h 9331"/>
                <a:gd name="csX1" fmla="*/ 13271 w 29224"/>
                <a:gd name="csY1" fmla="*/ 214 h 9331"/>
                <a:gd name="csX2" fmla="*/ 25578 w 29224"/>
                <a:gd name="csY2" fmla="*/ 2212 h 9331"/>
                <a:gd name="csX3" fmla="*/ 30188 w 29224"/>
                <a:gd name="csY3" fmla="*/ 8211 h 9331"/>
                <a:gd name="csX4" fmla="*/ 11732 w 29224"/>
                <a:gd name="csY4" fmla="*/ 9545 h 9331"/>
                <a:gd name="csX5" fmla="*/ 964 w 29224"/>
                <a:gd name="csY5" fmla="*/ 3546 h 9331"/>
              </a:gdLst>
              <a:ahLst/>
              <a:cxnLst>
                <a:cxn ang="0">
                  <a:pos x="csX0" y="csY0"/>
                </a:cxn>
                <a:cxn ang="0">
                  <a:pos x="csX1" y="csY1"/>
                </a:cxn>
                <a:cxn ang="0">
                  <a:pos x="csX2" y="csY2"/>
                </a:cxn>
                <a:cxn ang="0">
                  <a:pos x="csX3" y="csY3"/>
                </a:cxn>
                <a:cxn ang="0">
                  <a:pos x="csX4" y="csY4"/>
                </a:cxn>
                <a:cxn ang="0">
                  <a:pos x="csX5" y="csY5"/>
                </a:cxn>
              </a:cxnLst>
              <a:rect l="l" t="t" r="r" b="b"/>
              <a:pathLst>
                <a:path w="29224" h="9331">
                  <a:moveTo>
                    <a:pt x="964" y="3546"/>
                  </a:moveTo>
                  <a:lnTo>
                    <a:pt x="13271" y="214"/>
                  </a:lnTo>
                  <a:lnTo>
                    <a:pt x="25578" y="2212"/>
                  </a:lnTo>
                  <a:lnTo>
                    <a:pt x="30188" y="8211"/>
                  </a:lnTo>
                  <a:lnTo>
                    <a:pt x="11732" y="9545"/>
                  </a:lnTo>
                  <a:lnTo>
                    <a:pt x="964" y="3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6" name="Forme libre : forme 614">
              <a:extLst>
                <a:ext uri="{FF2B5EF4-FFF2-40B4-BE49-F238E27FC236}">
                  <a16:creationId xmlns:a16="http://schemas.microsoft.com/office/drawing/2014/main" id="{12840F08-9712-2A34-A554-BD198ED55BFB}"/>
                </a:ext>
              </a:extLst>
            </p:cNvPr>
            <p:cNvSpPr/>
            <p:nvPr/>
          </p:nvSpPr>
          <p:spPr>
            <a:xfrm>
              <a:off x="3361789" y="2236159"/>
              <a:ext cx="12306" cy="5329"/>
            </a:xfrm>
            <a:custGeom>
              <a:avLst/>
              <a:gdLst>
                <a:gd name="csX0" fmla="*/ 947 w 12306"/>
                <a:gd name="csY0" fmla="*/ 3202 h 5329"/>
                <a:gd name="csX1" fmla="*/ 4792 w 12306"/>
                <a:gd name="csY1" fmla="*/ 205 h 5329"/>
                <a:gd name="csX2" fmla="*/ 13254 w 12306"/>
                <a:gd name="csY2" fmla="*/ 2203 h 5329"/>
                <a:gd name="csX3" fmla="*/ 10175 w 12306"/>
                <a:gd name="csY3" fmla="*/ 5199 h 5329"/>
                <a:gd name="csX4" fmla="*/ 3252 w 12306"/>
                <a:gd name="csY4" fmla="*/ 5534 h 5329"/>
                <a:gd name="csX5" fmla="*/ 947 w 12306"/>
                <a:gd name="csY5" fmla="*/ 3202 h 5329"/>
              </a:gdLst>
              <a:ahLst/>
              <a:cxnLst>
                <a:cxn ang="0">
                  <a:pos x="csX0" y="csY0"/>
                </a:cxn>
                <a:cxn ang="0">
                  <a:pos x="csX1" y="csY1"/>
                </a:cxn>
                <a:cxn ang="0">
                  <a:pos x="csX2" y="csY2"/>
                </a:cxn>
                <a:cxn ang="0">
                  <a:pos x="csX3" y="csY3"/>
                </a:cxn>
                <a:cxn ang="0">
                  <a:pos x="csX4" y="csY4"/>
                </a:cxn>
                <a:cxn ang="0">
                  <a:pos x="csX5" y="csY5"/>
                </a:cxn>
              </a:cxnLst>
              <a:rect l="l" t="t" r="r" b="b"/>
              <a:pathLst>
                <a:path w="12306" h="5329">
                  <a:moveTo>
                    <a:pt x="947" y="3202"/>
                  </a:moveTo>
                  <a:lnTo>
                    <a:pt x="4792" y="205"/>
                  </a:lnTo>
                  <a:lnTo>
                    <a:pt x="13254" y="2203"/>
                  </a:lnTo>
                  <a:lnTo>
                    <a:pt x="10175" y="5199"/>
                  </a:lnTo>
                  <a:lnTo>
                    <a:pt x="3252" y="5534"/>
                  </a:lnTo>
                  <a:lnTo>
                    <a:pt x="947" y="32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7" name="Forme libre : forme 615">
              <a:extLst>
                <a:ext uri="{FF2B5EF4-FFF2-40B4-BE49-F238E27FC236}">
                  <a16:creationId xmlns:a16="http://schemas.microsoft.com/office/drawing/2014/main" id="{AF497F8A-366A-D19D-8E83-D6717D885978}"/>
                </a:ext>
              </a:extLst>
            </p:cNvPr>
            <p:cNvSpPr/>
            <p:nvPr/>
          </p:nvSpPr>
          <p:spPr>
            <a:xfrm>
              <a:off x="3311023" y="2256819"/>
              <a:ext cx="36920" cy="27993"/>
            </a:xfrm>
            <a:custGeom>
              <a:avLst/>
              <a:gdLst>
                <a:gd name="csX0" fmla="*/ 922 w 36920"/>
                <a:gd name="csY0" fmla="*/ 227 h 27993"/>
                <a:gd name="csX1" fmla="*/ 11689 w 36920"/>
                <a:gd name="csY1" fmla="*/ 1561 h 27993"/>
                <a:gd name="csX2" fmla="*/ 34764 w 36920"/>
                <a:gd name="csY2" fmla="*/ 16891 h 27993"/>
                <a:gd name="csX3" fmla="*/ 37842 w 36920"/>
                <a:gd name="csY3" fmla="*/ 28220 h 27993"/>
                <a:gd name="csX4" fmla="*/ 17846 w 36920"/>
                <a:gd name="csY4" fmla="*/ 28220 h 27993"/>
                <a:gd name="csX5" fmla="*/ 5539 w 36920"/>
                <a:gd name="csY5" fmla="*/ 12889 h 27993"/>
                <a:gd name="csX6" fmla="*/ 922 w 36920"/>
                <a:gd name="csY6" fmla="*/ 227 h 2799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6920" h="27993">
                  <a:moveTo>
                    <a:pt x="922" y="227"/>
                  </a:moveTo>
                  <a:lnTo>
                    <a:pt x="11689" y="1561"/>
                  </a:lnTo>
                  <a:lnTo>
                    <a:pt x="34764" y="16891"/>
                  </a:lnTo>
                  <a:lnTo>
                    <a:pt x="37842" y="28220"/>
                  </a:lnTo>
                  <a:lnTo>
                    <a:pt x="17846" y="28220"/>
                  </a:lnTo>
                  <a:lnTo>
                    <a:pt x="5539" y="12889"/>
                  </a:lnTo>
                  <a:lnTo>
                    <a:pt x="922" y="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8" name="Forme libre : forme 616">
              <a:extLst>
                <a:ext uri="{FF2B5EF4-FFF2-40B4-BE49-F238E27FC236}">
                  <a16:creationId xmlns:a16="http://schemas.microsoft.com/office/drawing/2014/main" id="{0E309A45-9410-ED88-CCE4-519CCF25F7C6}"/>
                </a:ext>
              </a:extLst>
            </p:cNvPr>
            <p:cNvSpPr/>
            <p:nvPr/>
          </p:nvSpPr>
          <p:spPr>
            <a:xfrm>
              <a:off x="3151048" y="2244820"/>
              <a:ext cx="79990" cy="29326"/>
            </a:xfrm>
            <a:custGeom>
              <a:avLst/>
              <a:gdLst>
                <a:gd name="csX0" fmla="*/ 79297 w 79990"/>
                <a:gd name="csY0" fmla="*/ 1554 h 29326"/>
                <a:gd name="csX1" fmla="*/ 57762 w 79990"/>
                <a:gd name="csY1" fmla="*/ 220 h 29326"/>
                <a:gd name="csX2" fmla="*/ 37766 w 79990"/>
                <a:gd name="csY2" fmla="*/ 884 h 29326"/>
                <a:gd name="csX3" fmla="*/ 846 w 79990"/>
                <a:gd name="csY3" fmla="*/ 9551 h 29326"/>
                <a:gd name="csX4" fmla="*/ 2385 w 79990"/>
                <a:gd name="csY4" fmla="*/ 23547 h 29326"/>
                <a:gd name="csX5" fmla="*/ 23920 w 79990"/>
                <a:gd name="csY5" fmla="*/ 29547 h 29326"/>
                <a:gd name="csX6" fmla="*/ 60834 w 79990"/>
                <a:gd name="csY6" fmla="*/ 26879 h 29326"/>
                <a:gd name="csX7" fmla="*/ 71601 w 79990"/>
                <a:gd name="csY7" fmla="*/ 22884 h 29326"/>
                <a:gd name="csX8" fmla="*/ 68530 w 79990"/>
                <a:gd name="csY8" fmla="*/ 17548 h 29326"/>
                <a:gd name="csX9" fmla="*/ 51605 w 79990"/>
                <a:gd name="csY9" fmla="*/ 14880 h 29326"/>
                <a:gd name="csX10" fmla="*/ 53145 w 79990"/>
                <a:gd name="csY10" fmla="*/ 9551 h 29326"/>
                <a:gd name="csX11" fmla="*/ 80837 w 79990"/>
                <a:gd name="csY11" fmla="*/ 6219 h 29326"/>
                <a:gd name="csX12" fmla="*/ 79297 w 79990"/>
                <a:gd name="csY12" fmla="*/ 1554 h 293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9990" h="29326">
                  <a:moveTo>
                    <a:pt x="79297" y="1554"/>
                  </a:moveTo>
                  <a:lnTo>
                    <a:pt x="57762" y="220"/>
                  </a:lnTo>
                  <a:lnTo>
                    <a:pt x="37766" y="884"/>
                  </a:lnTo>
                  <a:lnTo>
                    <a:pt x="846" y="9551"/>
                  </a:lnTo>
                  <a:lnTo>
                    <a:pt x="2385" y="23547"/>
                  </a:lnTo>
                  <a:lnTo>
                    <a:pt x="23920" y="29547"/>
                  </a:lnTo>
                  <a:lnTo>
                    <a:pt x="60834" y="26879"/>
                  </a:lnTo>
                  <a:lnTo>
                    <a:pt x="71601" y="22884"/>
                  </a:lnTo>
                  <a:lnTo>
                    <a:pt x="68530" y="17548"/>
                  </a:lnTo>
                  <a:lnTo>
                    <a:pt x="51605" y="14880"/>
                  </a:lnTo>
                  <a:lnTo>
                    <a:pt x="53145" y="9551"/>
                  </a:lnTo>
                  <a:lnTo>
                    <a:pt x="80837" y="6219"/>
                  </a:lnTo>
                  <a:lnTo>
                    <a:pt x="79297" y="1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39" name="Forme libre : forme 617">
              <a:extLst>
                <a:ext uri="{FF2B5EF4-FFF2-40B4-BE49-F238E27FC236}">
                  <a16:creationId xmlns:a16="http://schemas.microsoft.com/office/drawing/2014/main" id="{395EB1EE-C167-B5CA-A655-CA025A2A6FB7}"/>
                </a:ext>
              </a:extLst>
            </p:cNvPr>
            <p:cNvSpPr/>
            <p:nvPr/>
          </p:nvSpPr>
          <p:spPr>
            <a:xfrm>
              <a:off x="3109524" y="2247488"/>
              <a:ext cx="30763" cy="11998"/>
            </a:xfrm>
            <a:custGeom>
              <a:avLst/>
              <a:gdLst>
                <a:gd name="csX0" fmla="*/ 19257 w 30763"/>
                <a:gd name="csY0" fmla="*/ 1549 h 11998"/>
                <a:gd name="csX1" fmla="*/ 31564 w 30763"/>
                <a:gd name="csY1" fmla="*/ 6878 h 11998"/>
                <a:gd name="csX2" fmla="*/ 28485 w 30763"/>
                <a:gd name="csY2" fmla="*/ 11544 h 11998"/>
                <a:gd name="csX3" fmla="*/ 14646 w 30763"/>
                <a:gd name="csY3" fmla="*/ 12214 h 11998"/>
                <a:gd name="csX4" fmla="*/ 800 w 30763"/>
                <a:gd name="csY4" fmla="*/ 1549 h 11998"/>
                <a:gd name="csX5" fmla="*/ 8489 w 30763"/>
                <a:gd name="csY5" fmla="*/ 215 h 11998"/>
                <a:gd name="csX6" fmla="*/ 19257 w 30763"/>
                <a:gd name="csY6" fmla="*/ 1549 h 1199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63" h="11998">
                  <a:moveTo>
                    <a:pt x="19257" y="1549"/>
                  </a:moveTo>
                  <a:lnTo>
                    <a:pt x="31564" y="6878"/>
                  </a:lnTo>
                  <a:lnTo>
                    <a:pt x="28485" y="11544"/>
                  </a:lnTo>
                  <a:lnTo>
                    <a:pt x="14646" y="12214"/>
                  </a:lnTo>
                  <a:lnTo>
                    <a:pt x="800" y="1549"/>
                  </a:lnTo>
                  <a:lnTo>
                    <a:pt x="8489" y="215"/>
                  </a:lnTo>
                  <a:lnTo>
                    <a:pt x="19257" y="15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0" name="Forme libre : forme 618">
              <a:extLst>
                <a:ext uri="{FF2B5EF4-FFF2-40B4-BE49-F238E27FC236}">
                  <a16:creationId xmlns:a16="http://schemas.microsoft.com/office/drawing/2014/main" id="{F2B48065-93DB-90F0-CA15-B27E1EF11269}"/>
                </a:ext>
              </a:extLst>
            </p:cNvPr>
            <p:cNvSpPr/>
            <p:nvPr/>
          </p:nvSpPr>
          <p:spPr>
            <a:xfrm>
              <a:off x="3057218" y="2300142"/>
              <a:ext cx="264565" cy="97147"/>
            </a:xfrm>
            <a:custGeom>
              <a:avLst/>
              <a:gdLst>
                <a:gd name="csX0" fmla="*/ 176199 w 264565"/>
                <a:gd name="csY0" fmla="*/ 2277 h 97147"/>
                <a:gd name="csX1" fmla="*/ 182355 w 264565"/>
                <a:gd name="csY1" fmla="*/ 279 h 97147"/>
                <a:gd name="csX2" fmla="*/ 197734 w 264565"/>
                <a:gd name="csY2" fmla="*/ 943 h 97147"/>
                <a:gd name="csX3" fmla="*/ 197734 w 264565"/>
                <a:gd name="csY3" fmla="*/ 12271 h 97147"/>
                <a:gd name="csX4" fmla="*/ 206962 w 264565"/>
                <a:gd name="csY4" fmla="*/ 16273 h 97147"/>
                <a:gd name="csX5" fmla="*/ 203884 w 264565"/>
                <a:gd name="csY5" fmla="*/ 26268 h 97147"/>
                <a:gd name="csX6" fmla="*/ 213119 w 264565"/>
                <a:gd name="csY6" fmla="*/ 27602 h 97147"/>
                <a:gd name="csX7" fmla="*/ 217730 w 264565"/>
                <a:gd name="csY7" fmla="*/ 38267 h 97147"/>
                <a:gd name="csX8" fmla="*/ 223887 w 264565"/>
                <a:gd name="csY8" fmla="*/ 36269 h 97147"/>
                <a:gd name="csX9" fmla="*/ 231576 w 264565"/>
                <a:gd name="csY9" fmla="*/ 36269 h 97147"/>
                <a:gd name="csX10" fmla="*/ 233115 w 264565"/>
                <a:gd name="csY10" fmla="*/ 42269 h 97147"/>
                <a:gd name="csX11" fmla="*/ 240804 w 264565"/>
                <a:gd name="csY11" fmla="*/ 41598 h 97147"/>
                <a:gd name="csX12" fmla="*/ 237726 w 264565"/>
                <a:gd name="csY12" fmla="*/ 30270 h 97147"/>
                <a:gd name="csX13" fmla="*/ 246954 w 264565"/>
                <a:gd name="csY13" fmla="*/ 30270 h 97147"/>
                <a:gd name="csX14" fmla="*/ 265411 w 264565"/>
                <a:gd name="csY14" fmla="*/ 37603 h 97147"/>
                <a:gd name="csX15" fmla="*/ 262339 w 264565"/>
                <a:gd name="csY15" fmla="*/ 48261 h 97147"/>
                <a:gd name="csX16" fmla="*/ 254643 w 264565"/>
                <a:gd name="csY16" fmla="*/ 66061 h 97147"/>
                <a:gd name="csX17" fmla="*/ 225419 w 264565"/>
                <a:gd name="csY17" fmla="*/ 72519 h 97147"/>
                <a:gd name="csX18" fmla="*/ 219269 w 264565"/>
                <a:gd name="csY18" fmla="*/ 67908 h 97147"/>
                <a:gd name="csX19" fmla="*/ 211573 w 264565"/>
                <a:gd name="csY19" fmla="*/ 72519 h 97147"/>
                <a:gd name="csX20" fmla="*/ 199273 w 264565"/>
                <a:gd name="csY20" fmla="*/ 71596 h 97147"/>
                <a:gd name="csX21" fmla="*/ 199273 w 264565"/>
                <a:gd name="csY21" fmla="*/ 66985 h 97147"/>
                <a:gd name="csX22" fmla="*/ 186966 w 264565"/>
                <a:gd name="csY22" fmla="*/ 66061 h 97147"/>
                <a:gd name="csX23" fmla="*/ 183888 w 264565"/>
                <a:gd name="csY23" fmla="*/ 72519 h 97147"/>
                <a:gd name="csX24" fmla="*/ 151585 w 264565"/>
                <a:gd name="csY24" fmla="*/ 81741 h 97147"/>
                <a:gd name="csX25" fmla="*/ 143896 w 264565"/>
                <a:gd name="csY25" fmla="*/ 91886 h 97147"/>
                <a:gd name="csX26" fmla="*/ 108515 w 264565"/>
                <a:gd name="csY26" fmla="*/ 97427 h 97147"/>
                <a:gd name="csX27" fmla="*/ 91597 w 264565"/>
                <a:gd name="csY27" fmla="*/ 96497 h 97147"/>
                <a:gd name="csX28" fmla="*/ 73133 w 264565"/>
                <a:gd name="csY28" fmla="*/ 83588 h 97147"/>
                <a:gd name="csX29" fmla="*/ 93136 w 264565"/>
                <a:gd name="csY29" fmla="*/ 80817 h 97147"/>
                <a:gd name="csX30" fmla="*/ 100825 w 264565"/>
                <a:gd name="csY30" fmla="*/ 73443 h 97147"/>
                <a:gd name="csX31" fmla="*/ 110054 w 264565"/>
                <a:gd name="csY31" fmla="*/ 74359 h 97147"/>
                <a:gd name="csX32" fmla="*/ 133128 w 264565"/>
                <a:gd name="csY32" fmla="*/ 72519 h 97147"/>
                <a:gd name="csX33" fmla="*/ 142357 w 264565"/>
                <a:gd name="csY33" fmla="*/ 64214 h 97147"/>
                <a:gd name="csX34" fmla="*/ 140817 w 264565"/>
                <a:gd name="csY34" fmla="*/ 61451 h 97147"/>
                <a:gd name="csX35" fmla="*/ 123900 w 264565"/>
                <a:gd name="csY35" fmla="*/ 62367 h 97147"/>
                <a:gd name="csX36" fmla="*/ 114671 w 264565"/>
                <a:gd name="csY36" fmla="*/ 65138 h 97147"/>
                <a:gd name="csX37" fmla="*/ 103904 w 264565"/>
                <a:gd name="csY37" fmla="*/ 62367 h 97147"/>
                <a:gd name="csX38" fmla="*/ 91597 w 264565"/>
                <a:gd name="csY38" fmla="*/ 66985 h 97147"/>
                <a:gd name="csX39" fmla="*/ 80829 w 264565"/>
                <a:gd name="csY39" fmla="*/ 66061 h 97147"/>
                <a:gd name="csX40" fmla="*/ 80829 w 264565"/>
                <a:gd name="csY40" fmla="*/ 58680 h 97147"/>
                <a:gd name="csX41" fmla="*/ 91597 w 264565"/>
                <a:gd name="csY41" fmla="*/ 55916 h 97147"/>
                <a:gd name="csX42" fmla="*/ 83908 w 264565"/>
                <a:gd name="csY42" fmla="*/ 53597 h 97147"/>
                <a:gd name="csX43" fmla="*/ 63912 w 264565"/>
                <a:gd name="csY43" fmla="*/ 58680 h 97147"/>
                <a:gd name="csX44" fmla="*/ 73140 w 264565"/>
                <a:gd name="csY44" fmla="*/ 66061 h 97147"/>
                <a:gd name="csX45" fmla="*/ 59294 w 264565"/>
                <a:gd name="csY45" fmla="*/ 68825 h 97147"/>
                <a:gd name="csX46" fmla="*/ 50066 w 264565"/>
                <a:gd name="csY46" fmla="*/ 65138 h 97147"/>
                <a:gd name="csX47" fmla="*/ 43909 w 264565"/>
                <a:gd name="csY47" fmla="*/ 70672 h 97147"/>
                <a:gd name="csX48" fmla="*/ 33148 w 264565"/>
                <a:gd name="csY48" fmla="*/ 66985 h 97147"/>
                <a:gd name="csX49" fmla="*/ 26991 w 264565"/>
                <a:gd name="csY49" fmla="*/ 59604 h 97147"/>
                <a:gd name="csX50" fmla="*/ 13152 w 264565"/>
                <a:gd name="csY50" fmla="*/ 60527 h 97147"/>
                <a:gd name="csX51" fmla="*/ 845 w 264565"/>
                <a:gd name="csY51" fmla="*/ 56258 h 97147"/>
                <a:gd name="csX52" fmla="*/ 6995 w 264565"/>
                <a:gd name="csY52" fmla="*/ 50266 h 97147"/>
                <a:gd name="csX53" fmla="*/ 33148 w 264565"/>
                <a:gd name="csY53" fmla="*/ 48932 h 97147"/>
                <a:gd name="csX54" fmla="*/ 50066 w 264565"/>
                <a:gd name="csY54" fmla="*/ 44266 h 97147"/>
                <a:gd name="csX55" fmla="*/ 45448 w 264565"/>
                <a:gd name="csY55" fmla="*/ 41598 h 97147"/>
                <a:gd name="csX56" fmla="*/ 23920 w 264565"/>
                <a:gd name="csY56" fmla="*/ 42932 h 97147"/>
                <a:gd name="csX57" fmla="*/ 16224 w 264565"/>
                <a:gd name="csY57" fmla="*/ 39601 h 97147"/>
                <a:gd name="csX58" fmla="*/ 26991 w 264565"/>
                <a:gd name="csY58" fmla="*/ 34265 h 97147"/>
                <a:gd name="csX59" fmla="*/ 39298 w 264565"/>
                <a:gd name="csY59" fmla="*/ 34935 h 97147"/>
                <a:gd name="csX60" fmla="*/ 51605 w 264565"/>
                <a:gd name="csY60" fmla="*/ 33601 h 97147"/>
                <a:gd name="csX61" fmla="*/ 45448 w 264565"/>
                <a:gd name="csY61" fmla="*/ 30933 h 97147"/>
                <a:gd name="csX62" fmla="*/ 26991 w 264565"/>
                <a:gd name="csY62" fmla="*/ 30933 h 97147"/>
                <a:gd name="csX63" fmla="*/ 23920 w 264565"/>
                <a:gd name="csY63" fmla="*/ 27602 h 97147"/>
                <a:gd name="csX64" fmla="*/ 31609 w 264565"/>
                <a:gd name="csY64" fmla="*/ 20939 h 97147"/>
                <a:gd name="csX65" fmla="*/ 42377 w 264565"/>
                <a:gd name="csY65" fmla="*/ 20939 h 97147"/>
                <a:gd name="csX66" fmla="*/ 56216 w 264565"/>
                <a:gd name="csY66" fmla="*/ 22936 h 97147"/>
                <a:gd name="csX67" fmla="*/ 56216 w 264565"/>
                <a:gd name="csY67" fmla="*/ 20268 h 97147"/>
                <a:gd name="csX68" fmla="*/ 43916 w 264565"/>
                <a:gd name="csY68" fmla="*/ 14276 h 97147"/>
                <a:gd name="csX69" fmla="*/ 54683 w 264565"/>
                <a:gd name="csY69" fmla="*/ 10937 h 97147"/>
                <a:gd name="csX70" fmla="*/ 73140 w 264565"/>
                <a:gd name="csY70" fmla="*/ 12942 h 97147"/>
                <a:gd name="csX71" fmla="*/ 77751 w 264565"/>
                <a:gd name="csY71" fmla="*/ 20939 h 97147"/>
                <a:gd name="csX72" fmla="*/ 105443 w 264565"/>
                <a:gd name="csY72" fmla="*/ 19605 h 97147"/>
                <a:gd name="csX73" fmla="*/ 131589 w 264565"/>
                <a:gd name="csY73" fmla="*/ 37603 h 97147"/>
                <a:gd name="csX74" fmla="*/ 136207 w 264565"/>
                <a:gd name="csY74" fmla="*/ 44266 h 97147"/>
                <a:gd name="csX75" fmla="*/ 159281 w 264565"/>
                <a:gd name="csY75" fmla="*/ 45600 h 97147"/>
                <a:gd name="csX76" fmla="*/ 179277 w 264565"/>
                <a:gd name="csY76" fmla="*/ 51600 h 97147"/>
                <a:gd name="csX77" fmla="*/ 190045 w 264565"/>
                <a:gd name="csY77" fmla="*/ 47598 h 97147"/>
                <a:gd name="csX78" fmla="*/ 188505 w 264565"/>
                <a:gd name="csY78" fmla="*/ 38937 h 97147"/>
                <a:gd name="csX79" fmla="*/ 170042 w 264565"/>
                <a:gd name="csY79" fmla="*/ 38937 h 97147"/>
                <a:gd name="csX80" fmla="*/ 165431 w 264565"/>
                <a:gd name="csY80" fmla="*/ 35599 h 97147"/>
                <a:gd name="csX81" fmla="*/ 182355 w 264565"/>
                <a:gd name="csY81" fmla="*/ 28272 h 97147"/>
                <a:gd name="csX82" fmla="*/ 179277 w 264565"/>
                <a:gd name="csY82" fmla="*/ 22273 h 97147"/>
                <a:gd name="csX83" fmla="*/ 157742 w 264565"/>
                <a:gd name="csY83" fmla="*/ 20268 h 97147"/>
                <a:gd name="csX84" fmla="*/ 154663 w 264565"/>
                <a:gd name="csY84" fmla="*/ 16273 h 97147"/>
                <a:gd name="csX85" fmla="*/ 160820 w 264565"/>
                <a:gd name="csY85" fmla="*/ 13605 h 97147"/>
                <a:gd name="csX86" fmla="*/ 176199 w 264565"/>
                <a:gd name="csY86" fmla="*/ 11608 h 97147"/>
                <a:gd name="csX87" fmla="*/ 176199 w 264565"/>
                <a:gd name="csY87" fmla="*/ 2277 h 97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64565" h="97147">
                  <a:moveTo>
                    <a:pt x="176199" y="2277"/>
                  </a:moveTo>
                  <a:lnTo>
                    <a:pt x="182355" y="279"/>
                  </a:lnTo>
                  <a:lnTo>
                    <a:pt x="197734" y="943"/>
                  </a:lnTo>
                  <a:lnTo>
                    <a:pt x="197734" y="12271"/>
                  </a:lnTo>
                  <a:lnTo>
                    <a:pt x="206962" y="16273"/>
                  </a:lnTo>
                  <a:lnTo>
                    <a:pt x="203884" y="26268"/>
                  </a:lnTo>
                  <a:lnTo>
                    <a:pt x="213119" y="27602"/>
                  </a:lnTo>
                  <a:lnTo>
                    <a:pt x="217730" y="38267"/>
                  </a:lnTo>
                  <a:lnTo>
                    <a:pt x="223887" y="36269"/>
                  </a:lnTo>
                  <a:lnTo>
                    <a:pt x="231576" y="36269"/>
                  </a:lnTo>
                  <a:lnTo>
                    <a:pt x="233115" y="42269"/>
                  </a:lnTo>
                  <a:lnTo>
                    <a:pt x="240804" y="41598"/>
                  </a:lnTo>
                  <a:lnTo>
                    <a:pt x="237726" y="30270"/>
                  </a:lnTo>
                  <a:lnTo>
                    <a:pt x="246954" y="30270"/>
                  </a:lnTo>
                  <a:lnTo>
                    <a:pt x="265411" y="37603"/>
                  </a:lnTo>
                  <a:lnTo>
                    <a:pt x="262339" y="48261"/>
                  </a:lnTo>
                  <a:lnTo>
                    <a:pt x="254643" y="66061"/>
                  </a:lnTo>
                  <a:lnTo>
                    <a:pt x="225419" y="72519"/>
                  </a:lnTo>
                  <a:lnTo>
                    <a:pt x="219269" y="67908"/>
                  </a:lnTo>
                  <a:lnTo>
                    <a:pt x="211573" y="72519"/>
                  </a:lnTo>
                  <a:lnTo>
                    <a:pt x="199273" y="71596"/>
                  </a:lnTo>
                  <a:lnTo>
                    <a:pt x="199273" y="66985"/>
                  </a:lnTo>
                  <a:lnTo>
                    <a:pt x="186966" y="66061"/>
                  </a:lnTo>
                  <a:lnTo>
                    <a:pt x="183888" y="72519"/>
                  </a:lnTo>
                  <a:lnTo>
                    <a:pt x="151585" y="81741"/>
                  </a:lnTo>
                  <a:lnTo>
                    <a:pt x="143896" y="91886"/>
                  </a:lnTo>
                  <a:lnTo>
                    <a:pt x="108515" y="97427"/>
                  </a:lnTo>
                  <a:lnTo>
                    <a:pt x="91597" y="96497"/>
                  </a:lnTo>
                  <a:lnTo>
                    <a:pt x="73133" y="83588"/>
                  </a:lnTo>
                  <a:lnTo>
                    <a:pt x="93136" y="80817"/>
                  </a:lnTo>
                  <a:lnTo>
                    <a:pt x="100825" y="73443"/>
                  </a:lnTo>
                  <a:lnTo>
                    <a:pt x="110054" y="74359"/>
                  </a:lnTo>
                  <a:lnTo>
                    <a:pt x="133128" y="72519"/>
                  </a:lnTo>
                  <a:lnTo>
                    <a:pt x="142357" y="64214"/>
                  </a:lnTo>
                  <a:lnTo>
                    <a:pt x="140817" y="61451"/>
                  </a:lnTo>
                  <a:lnTo>
                    <a:pt x="123900" y="62367"/>
                  </a:lnTo>
                  <a:lnTo>
                    <a:pt x="114671" y="65138"/>
                  </a:lnTo>
                  <a:lnTo>
                    <a:pt x="103904" y="62367"/>
                  </a:lnTo>
                  <a:lnTo>
                    <a:pt x="91597" y="66985"/>
                  </a:lnTo>
                  <a:lnTo>
                    <a:pt x="80829" y="66061"/>
                  </a:lnTo>
                  <a:lnTo>
                    <a:pt x="80829" y="58680"/>
                  </a:lnTo>
                  <a:lnTo>
                    <a:pt x="91597" y="55916"/>
                  </a:lnTo>
                  <a:lnTo>
                    <a:pt x="83908" y="53597"/>
                  </a:lnTo>
                  <a:lnTo>
                    <a:pt x="63912" y="58680"/>
                  </a:lnTo>
                  <a:lnTo>
                    <a:pt x="73140" y="66061"/>
                  </a:lnTo>
                  <a:lnTo>
                    <a:pt x="59294" y="68825"/>
                  </a:lnTo>
                  <a:lnTo>
                    <a:pt x="50066" y="65138"/>
                  </a:lnTo>
                  <a:lnTo>
                    <a:pt x="43909" y="70672"/>
                  </a:lnTo>
                  <a:lnTo>
                    <a:pt x="33148" y="66985"/>
                  </a:lnTo>
                  <a:lnTo>
                    <a:pt x="26991" y="59604"/>
                  </a:lnTo>
                  <a:lnTo>
                    <a:pt x="13152" y="60527"/>
                  </a:lnTo>
                  <a:lnTo>
                    <a:pt x="845" y="56258"/>
                  </a:lnTo>
                  <a:lnTo>
                    <a:pt x="6995" y="50266"/>
                  </a:lnTo>
                  <a:lnTo>
                    <a:pt x="33148" y="48932"/>
                  </a:lnTo>
                  <a:lnTo>
                    <a:pt x="50066" y="44266"/>
                  </a:lnTo>
                  <a:lnTo>
                    <a:pt x="45448" y="41598"/>
                  </a:lnTo>
                  <a:lnTo>
                    <a:pt x="23920" y="42932"/>
                  </a:lnTo>
                  <a:lnTo>
                    <a:pt x="16224" y="39601"/>
                  </a:lnTo>
                  <a:lnTo>
                    <a:pt x="26991" y="34265"/>
                  </a:lnTo>
                  <a:lnTo>
                    <a:pt x="39298" y="34935"/>
                  </a:lnTo>
                  <a:lnTo>
                    <a:pt x="51605" y="33601"/>
                  </a:lnTo>
                  <a:lnTo>
                    <a:pt x="45448" y="30933"/>
                  </a:lnTo>
                  <a:lnTo>
                    <a:pt x="26991" y="30933"/>
                  </a:lnTo>
                  <a:lnTo>
                    <a:pt x="23920" y="27602"/>
                  </a:lnTo>
                  <a:lnTo>
                    <a:pt x="31609" y="20939"/>
                  </a:lnTo>
                  <a:lnTo>
                    <a:pt x="42377" y="20939"/>
                  </a:lnTo>
                  <a:lnTo>
                    <a:pt x="56216" y="22936"/>
                  </a:lnTo>
                  <a:lnTo>
                    <a:pt x="56216" y="20268"/>
                  </a:lnTo>
                  <a:lnTo>
                    <a:pt x="43916" y="14276"/>
                  </a:lnTo>
                  <a:lnTo>
                    <a:pt x="54683" y="10937"/>
                  </a:lnTo>
                  <a:lnTo>
                    <a:pt x="73140" y="12942"/>
                  </a:lnTo>
                  <a:lnTo>
                    <a:pt x="77751" y="20939"/>
                  </a:lnTo>
                  <a:lnTo>
                    <a:pt x="105443" y="19605"/>
                  </a:lnTo>
                  <a:lnTo>
                    <a:pt x="131589" y="37603"/>
                  </a:lnTo>
                  <a:lnTo>
                    <a:pt x="136207" y="44266"/>
                  </a:lnTo>
                  <a:lnTo>
                    <a:pt x="159281" y="45600"/>
                  </a:lnTo>
                  <a:lnTo>
                    <a:pt x="179277" y="51600"/>
                  </a:lnTo>
                  <a:lnTo>
                    <a:pt x="190045" y="47598"/>
                  </a:lnTo>
                  <a:lnTo>
                    <a:pt x="188505" y="38937"/>
                  </a:lnTo>
                  <a:lnTo>
                    <a:pt x="170042" y="38937"/>
                  </a:lnTo>
                  <a:lnTo>
                    <a:pt x="165431" y="35599"/>
                  </a:lnTo>
                  <a:lnTo>
                    <a:pt x="182355" y="28272"/>
                  </a:lnTo>
                  <a:lnTo>
                    <a:pt x="179277" y="22273"/>
                  </a:lnTo>
                  <a:lnTo>
                    <a:pt x="157742" y="20268"/>
                  </a:lnTo>
                  <a:lnTo>
                    <a:pt x="154663" y="16273"/>
                  </a:lnTo>
                  <a:lnTo>
                    <a:pt x="160820" y="13605"/>
                  </a:lnTo>
                  <a:lnTo>
                    <a:pt x="176199" y="11608"/>
                  </a:lnTo>
                  <a:lnTo>
                    <a:pt x="176199" y="227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1" name="Forme libre : forme 619">
              <a:extLst>
                <a:ext uri="{FF2B5EF4-FFF2-40B4-BE49-F238E27FC236}">
                  <a16:creationId xmlns:a16="http://schemas.microsoft.com/office/drawing/2014/main" id="{C0676DDE-2123-01DA-8EE6-090C6016C74A}"/>
                </a:ext>
              </a:extLst>
            </p:cNvPr>
            <p:cNvSpPr/>
            <p:nvPr/>
          </p:nvSpPr>
          <p:spPr>
            <a:xfrm>
              <a:off x="3115674" y="2295477"/>
              <a:ext cx="29224" cy="6663"/>
            </a:xfrm>
            <a:custGeom>
              <a:avLst/>
              <a:gdLst>
                <a:gd name="csX0" fmla="*/ 801 w 29224"/>
                <a:gd name="csY0" fmla="*/ 1576 h 6663"/>
                <a:gd name="csX1" fmla="*/ 13108 w 29224"/>
                <a:gd name="csY1" fmla="*/ 242 h 6663"/>
                <a:gd name="csX2" fmla="*/ 25415 w 29224"/>
                <a:gd name="csY2" fmla="*/ 913 h 6663"/>
                <a:gd name="csX3" fmla="*/ 30025 w 29224"/>
                <a:gd name="csY3" fmla="*/ 4908 h 6663"/>
                <a:gd name="csX4" fmla="*/ 20797 w 29224"/>
                <a:gd name="csY4" fmla="*/ 6905 h 6663"/>
                <a:gd name="csX5" fmla="*/ 3879 w 29224"/>
                <a:gd name="csY5" fmla="*/ 4908 h 6663"/>
                <a:gd name="csX6" fmla="*/ 801 w 29224"/>
                <a:gd name="csY6" fmla="*/ 1576 h 66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6663">
                  <a:moveTo>
                    <a:pt x="801" y="1576"/>
                  </a:moveTo>
                  <a:lnTo>
                    <a:pt x="13108" y="242"/>
                  </a:lnTo>
                  <a:lnTo>
                    <a:pt x="25415" y="913"/>
                  </a:lnTo>
                  <a:lnTo>
                    <a:pt x="30025" y="4908"/>
                  </a:lnTo>
                  <a:lnTo>
                    <a:pt x="20797" y="6905"/>
                  </a:lnTo>
                  <a:lnTo>
                    <a:pt x="3879" y="4908"/>
                  </a:lnTo>
                  <a:lnTo>
                    <a:pt x="801" y="15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2" name="Forme libre : forme 620">
              <a:extLst>
                <a:ext uri="{FF2B5EF4-FFF2-40B4-BE49-F238E27FC236}">
                  <a16:creationId xmlns:a16="http://schemas.microsoft.com/office/drawing/2014/main" id="{6280D69D-A15C-6C86-E986-8B2B3C26F163}"/>
                </a:ext>
              </a:extLst>
            </p:cNvPr>
            <p:cNvSpPr/>
            <p:nvPr/>
          </p:nvSpPr>
          <p:spPr>
            <a:xfrm>
              <a:off x="3024916" y="2328799"/>
              <a:ext cx="26152" cy="19995"/>
            </a:xfrm>
            <a:custGeom>
              <a:avLst/>
              <a:gdLst>
                <a:gd name="csX0" fmla="*/ 26902 w 26152"/>
                <a:gd name="csY0" fmla="*/ 268 h 19995"/>
                <a:gd name="csX1" fmla="*/ 25362 w 26152"/>
                <a:gd name="csY1" fmla="*/ 8265 h 19995"/>
                <a:gd name="csX2" fmla="*/ 14595 w 26152"/>
                <a:gd name="csY2" fmla="*/ 20264 h 19995"/>
                <a:gd name="csX3" fmla="*/ 749 w 26152"/>
                <a:gd name="csY3" fmla="*/ 18259 h 19995"/>
                <a:gd name="csX4" fmla="*/ 2288 w 26152"/>
                <a:gd name="csY4" fmla="*/ 13594 h 19995"/>
                <a:gd name="csX5" fmla="*/ 16134 w 26152"/>
                <a:gd name="csY5" fmla="*/ 3599 h 19995"/>
                <a:gd name="csX6" fmla="*/ 26902 w 26152"/>
                <a:gd name="csY6" fmla="*/ 268 h 1999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9995">
                  <a:moveTo>
                    <a:pt x="26902" y="268"/>
                  </a:moveTo>
                  <a:lnTo>
                    <a:pt x="25362" y="8265"/>
                  </a:lnTo>
                  <a:lnTo>
                    <a:pt x="14595" y="20264"/>
                  </a:lnTo>
                  <a:lnTo>
                    <a:pt x="749" y="18259"/>
                  </a:lnTo>
                  <a:lnTo>
                    <a:pt x="2288" y="13594"/>
                  </a:lnTo>
                  <a:lnTo>
                    <a:pt x="16134" y="3599"/>
                  </a:lnTo>
                  <a:lnTo>
                    <a:pt x="26902" y="26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3" name="Forme libre : forme 621">
              <a:extLst>
                <a:ext uri="{FF2B5EF4-FFF2-40B4-BE49-F238E27FC236}">
                  <a16:creationId xmlns:a16="http://schemas.microsoft.com/office/drawing/2014/main" id="{1BF802D3-124E-D72F-2AE1-0BE717C3DC2E}"/>
                </a:ext>
              </a:extLst>
            </p:cNvPr>
            <p:cNvSpPr/>
            <p:nvPr/>
          </p:nvSpPr>
          <p:spPr>
            <a:xfrm>
              <a:off x="3329480" y="2352126"/>
              <a:ext cx="29224" cy="14721"/>
            </a:xfrm>
            <a:custGeom>
              <a:avLst/>
              <a:gdLst>
                <a:gd name="csX0" fmla="*/ 16319 w 29224"/>
                <a:gd name="csY0" fmla="*/ 280 h 14721"/>
                <a:gd name="csX1" fmla="*/ 933 w 29224"/>
                <a:gd name="csY1" fmla="*/ 11308 h 14721"/>
                <a:gd name="csX2" fmla="*/ 8623 w 29224"/>
                <a:gd name="csY2" fmla="*/ 15002 h 14721"/>
                <a:gd name="csX3" fmla="*/ 20929 w 29224"/>
                <a:gd name="csY3" fmla="*/ 14078 h 14721"/>
                <a:gd name="csX4" fmla="*/ 30158 w 29224"/>
                <a:gd name="csY4" fmla="*/ 4282 h 14721"/>
                <a:gd name="csX5" fmla="*/ 16319 w 29224"/>
                <a:gd name="csY5" fmla="*/ 280 h 14721"/>
              </a:gdLst>
              <a:ahLst/>
              <a:cxnLst>
                <a:cxn ang="0">
                  <a:pos x="csX0" y="csY0"/>
                </a:cxn>
                <a:cxn ang="0">
                  <a:pos x="csX1" y="csY1"/>
                </a:cxn>
                <a:cxn ang="0">
                  <a:pos x="csX2" y="csY2"/>
                </a:cxn>
                <a:cxn ang="0">
                  <a:pos x="csX3" y="csY3"/>
                </a:cxn>
                <a:cxn ang="0">
                  <a:pos x="csX4" y="csY4"/>
                </a:cxn>
                <a:cxn ang="0">
                  <a:pos x="csX5" y="csY5"/>
                </a:cxn>
              </a:cxnLst>
              <a:rect l="l" t="t" r="r" b="b"/>
              <a:pathLst>
                <a:path w="29224" h="14721">
                  <a:moveTo>
                    <a:pt x="16319" y="280"/>
                  </a:moveTo>
                  <a:lnTo>
                    <a:pt x="933" y="11308"/>
                  </a:lnTo>
                  <a:lnTo>
                    <a:pt x="8623" y="15002"/>
                  </a:lnTo>
                  <a:lnTo>
                    <a:pt x="20929" y="14078"/>
                  </a:lnTo>
                  <a:lnTo>
                    <a:pt x="30158" y="4282"/>
                  </a:lnTo>
                  <a:lnTo>
                    <a:pt x="16319" y="2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4" name="Forme libre : forme 622">
              <a:extLst>
                <a:ext uri="{FF2B5EF4-FFF2-40B4-BE49-F238E27FC236}">
                  <a16:creationId xmlns:a16="http://schemas.microsoft.com/office/drawing/2014/main" id="{987F53A9-1E7C-AE77-38F9-68B084470938}"/>
                </a:ext>
              </a:extLst>
            </p:cNvPr>
            <p:cNvSpPr/>
            <p:nvPr/>
          </p:nvSpPr>
          <p:spPr>
            <a:xfrm>
              <a:off x="3349476" y="2319468"/>
              <a:ext cx="38452" cy="7997"/>
            </a:xfrm>
            <a:custGeom>
              <a:avLst/>
              <a:gdLst>
                <a:gd name="csX0" fmla="*/ 945 w 38452"/>
                <a:gd name="csY0" fmla="*/ 3589 h 7997"/>
                <a:gd name="csX1" fmla="*/ 14792 w 38452"/>
                <a:gd name="csY1" fmla="*/ 8254 h 7997"/>
                <a:gd name="csX2" fmla="*/ 39398 w 38452"/>
                <a:gd name="csY2" fmla="*/ 5586 h 7997"/>
                <a:gd name="csX3" fmla="*/ 39398 w 38452"/>
                <a:gd name="csY3" fmla="*/ 2255 h 7997"/>
                <a:gd name="csX4" fmla="*/ 27091 w 38452"/>
                <a:gd name="csY4" fmla="*/ 257 h 7997"/>
                <a:gd name="csX5" fmla="*/ 945 w 38452"/>
                <a:gd name="csY5" fmla="*/ 3589 h 7997"/>
              </a:gdLst>
              <a:ahLst/>
              <a:cxnLst>
                <a:cxn ang="0">
                  <a:pos x="csX0" y="csY0"/>
                </a:cxn>
                <a:cxn ang="0">
                  <a:pos x="csX1" y="csY1"/>
                </a:cxn>
                <a:cxn ang="0">
                  <a:pos x="csX2" y="csY2"/>
                </a:cxn>
                <a:cxn ang="0">
                  <a:pos x="csX3" y="csY3"/>
                </a:cxn>
                <a:cxn ang="0">
                  <a:pos x="csX4" y="csY4"/>
                </a:cxn>
                <a:cxn ang="0">
                  <a:pos x="csX5" y="csY5"/>
                </a:cxn>
              </a:cxnLst>
              <a:rect l="l" t="t" r="r" b="b"/>
              <a:pathLst>
                <a:path w="38452" h="7997">
                  <a:moveTo>
                    <a:pt x="945" y="3589"/>
                  </a:moveTo>
                  <a:lnTo>
                    <a:pt x="14792" y="8254"/>
                  </a:lnTo>
                  <a:lnTo>
                    <a:pt x="39398" y="5586"/>
                  </a:lnTo>
                  <a:lnTo>
                    <a:pt x="39398" y="2255"/>
                  </a:lnTo>
                  <a:lnTo>
                    <a:pt x="27091" y="257"/>
                  </a:lnTo>
                  <a:lnTo>
                    <a:pt x="945" y="35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5" name="Forme libre : forme 623">
              <a:extLst>
                <a:ext uri="{FF2B5EF4-FFF2-40B4-BE49-F238E27FC236}">
                  <a16:creationId xmlns:a16="http://schemas.microsoft.com/office/drawing/2014/main" id="{54257DD2-7BB6-A10D-A491-B8DA0B775F5F}"/>
                </a:ext>
              </a:extLst>
            </p:cNvPr>
            <p:cNvSpPr/>
            <p:nvPr/>
          </p:nvSpPr>
          <p:spPr>
            <a:xfrm rot="-493105" flipV="1">
              <a:off x="3357244" y="2329021"/>
              <a:ext cx="33876" cy="3523"/>
            </a:xfrm>
            <a:custGeom>
              <a:avLst/>
              <a:gdLst>
                <a:gd name="csX0" fmla="*/ 949 w 33876"/>
                <a:gd name="csY0" fmla="*/ 3784 h 3523"/>
                <a:gd name="csX1" fmla="*/ 33587 w 33876"/>
                <a:gd name="csY1" fmla="*/ 3784 h 3523"/>
                <a:gd name="csX2" fmla="*/ 34825 w 33876"/>
                <a:gd name="csY2" fmla="*/ 1582 h 3523"/>
                <a:gd name="csX3" fmla="*/ 2003 w 33876"/>
                <a:gd name="csY3" fmla="*/ 261 h 3523"/>
                <a:gd name="csX4" fmla="*/ 949 w 33876"/>
                <a:gd name="csY4" fmla="*/ 3784 h 3523"/>
              </a:gdLst>
              <a:ahLst/>
              <a:cxnLst>
                <a:cxn ang="0">
                  <a:pos x="csX0" y="csY0"/>
                </a:cxn>
                <a:cxn ang="0">
                  <a:pos x="csX1" y="csY1"/>
                </a:cxn>
                <a:cxn ang="0">
                  <a:pos x="csX2" y="csY2"/>
                </a:cxn>
                <a:cxn ang="0">
                  <a:pos x="csX3" y="csY3"/>
                </a:cxn>
                <a:cxn ang="0">
                  <a:pos x="csX4" y="csY4"/>
                </a:cxn>
              </a:cxnLst>
              <a:rect l="l" t="t" r="r" b="b"/>
              <a:pathLst>
                <a:path w="33876" h="3523">
                  <a:moveTo>
                    <a:pt x="949" y="3784"/>
                  </a:moveTo>
                  <a:lnTo>
                    <a:pt x="33587" y="3784"/>
                  </a:lnTo>
                  <a:lnTo>
                    <a:pt x="34825" y="1582"/>
                  </a:lnTo>
                  <a:lnTo>
                    <a:pt x="2003" y="261"/>
                  </a:lnTo>
                  <a:lnTo>
                    <a:pt x="949" y="37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6" name="Forme libre : forme 624">
              <a:extLst>
                <a:ext uri="{FF2B5EF4-FFF2-40B4-BE49-F238E27FC236}">
                  <a16:creationId xmlns:a16="http://schemas.microsoft.com/office/drawing/2014/main" id="{C5919A3C-D694-AFA0-1C67-3061C2AF48F9}"/>
                </a:ext>
              </a:extLst>
            </p:cNvPr>
            <p:cNvSpPr/>
            <p:nvPr/>
          </p:nvSpPr>
          <p:spPr>
            <a:xfrm>
              <a:off x="3369472" y="2332794"/>
              <a:ext cx="21535" cy="5999"/>
            </a:xfrm>
            <a:custGeom>
              <a:avLst/>
              <a:gdLst>
                <a:gd name="csX0" fmla="*/ 954 w 21535"/>
                <a:gd name="csY0" fmla="*/ 2932 h 5999"/>
                <a:gd name="csX1" fmla="*/ 11721 w 21535"/>
                <a:gd name="csY1" fmla="*/ 935 h 5999"/>
                <a:gd name="csX2" fmla="*/ 20950 w 21535"/>
                <a:gd name="csY2" fmla="*/ 265 h 5999"/>
                <a:gd name="csX3" fmla="*/ 22489 w 21535"/>
                <a:gd name="csY3" fmla="*/ 2932 h 5999"/>
                <a:gd name="csX4" fmla="*/ 4032 w 21535"/>
                <a:gd name="csY4" fmla="*/ 6264 h 5999"/>
                <a:gd name="csX5" fmla="*/ 954 w 21535"/>
                <a:gd name="csY5" fmla="*/ 2932 h 5999"/>
              </a:gdLst>
              <a:ahLst/>
              <a:cxnLst>
                <a:cxn ang="0">
                  <a:pos x="csX0" y="csY0"/>
                </a:cxn>
                <a:cxn ang="0">
                  <a:pos x="csX1" y="csY1"/>
                </a:cxn>
                <a:cxn ang="0">
                  <a:pos x="csX2" y="csY2"/>
                </a:cxn>
                <a:cxn ang="0">
                  <a:pos x="csX3" y="csY3"/>
                </a:cxn>
                <a:cxn ang="0">
                  <a:pos x="csX4" y="csY4"/>
                </a:cxn>
                <a:cxn ang="0">
                  <a:pos x="csX5" y="csY5"/>
                </a:cxn>
              </a:cxnLst>
              <a:rect l="l" t="t" r="r" b="b"/>
              <a:pathLst>
                <a:path w="21535" h="5999">
                  <a:moveTo>
                    <a:pt x="954" y="2932"/>
                  </a:moveTo>
                  <a:lnTo>
                    <a:pt x="11721" y="935"/>
                  </a:lnTo>
                  <a:lnTo>
                    <a:pt x="20950" y="265"/>
                  </a:lnTo>
                  <a:lnTo>
                    <a:pt x="22489" y="2932"/>
                  </a:lnTo>
                  <a:lnTo>
                    <a:pt x="4032" y="6264"/>
                  </a:lnTo>
                  <a:lnTo>
                    <a:pt x="954" y="293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7" name="Forme libre : forme 625">
              <a:extLst>
                <a:ext uri="{FF2B5EF4-FFF2-40B4-BE49-F238E27FC236}">
                  <a16:creationId xmlns:a16="http://schemas.microsoft.com/office/drawing/2014/main" id="{5ED41F7C-2AA8-A878-68FC-F3C0FCEAA4FA}"/>
                </a:ext>
              </a:extLst>
            </p:cNvPr>
            <p:cNvSpPr/>
            <p:nvPr/>
          </p:nvSpPr>
          <p:spPr>
            <a:xfrm>
              <a:off x="3378707" y="2300806"/>
              <a:ext cx="118436" cy="69729"/>
            </a:xfrm>
            <a:custGeom>
              <a:avLst/>
              <a:gdLst>
                <a:gd name="csX0" fmla="*/ 30210 w 118436"/>
                <a:gd name="csY0" fmla="*/ 34257 h 69729"/>
                <a:gd name="csX1" fmla="*/ 27132 w 118436"/>
                <a:gd name="csY1" fmla="*/ 38923 h 69729"/>
                <a:gd name="csX2" fmla="*/ 5597 w 118436"/>
                <a:gd name="csY2" fmla="*/ 39586 h 69729"/>
                <a:gd name="csX3" fmla="*/ 986 w 118436"/>
                <a:gd name="csY3" fmla="*/ 42254 h 69729"/>
                <a:gd name="csX4" fmla="*/ 4058 w 118436"/>
                <a:gd name="csY4" fmla="*/ 46256 h 69729"/>
                <a:gd name="csX5" fmla="*/ 20982 w 118436"/>
                <a:gd name="csY5" fmla="*/ 46256 h 69729"/>
                <a:gd name="csX6" fmla="*/ 25593 w 118436"/>
                <a:gd name="csY6" fmla="*/ 44252 h 69729"/>
                <a:gd name="csX7" fmla="*/ 51746 w 118436"/>
                <a:gd name="csY7" fmla="*/ 43588 h 69729"/>
                <a:gd name="csX8" fmla="*/ 59435 w 118436"/>
                <a:gd name="csY8" fmla="*/ 40256 h 69729"/>
                <a:gd name="csX9" fmla="*/ 67124 w 118436"/>
                <a:gd name="csY9" fmla="*/ 39586 h 69729"/>
                <a:gd name="csX10" fmla="*/ 73281 w 118436"/>
                <a:gd name="csY10" fmla="*/ 44252 h 69729"/>
                <a:gd name="csX11" fmla="*/ 59435 w 118436"/>
                <a:gd name="csY11" fmla="*/ 47590 h 69729"/>
                <a:gd name="csX12" fmla="*/ 50206 w 118436"/>
                <a:gd name="csY12" fmla="*/ 49587 h 69729"/>
                <a:gd name="csX13" fmla="*/ 45589 w 118436"/>
                <a:gd name="csY13" fmla="*/ 53583 h 69729"/>
                <a:gd name="csX14" fmla="*/ 54824 w 118436"/>
                <a:gd name="csY14" fmla="*/ 56162 h 69729"/>
                <a:gd name="csX15" fmla="*/ 56356 w 118436"/>
                <a:gd name="csY15" fmla="*/ 69994 h 69729"/>
                <a:gd name="csX16" fmla="*/ 104044 w 118436"/>
                <a:gd name="csY16" fmla="*/ 62619 h 69729"/>
                <a:gd name="csX17" fmla="*/ 110194 w 118436"/>
                <a:gd name="csY17" fmla="*/ 55238 h 69729"/>
                <a:gd name="csX18" fmla="*/ 102505 w 118436"/>
                <a:gd name="csY18" fmla="*/ 48254 h 69729"/>
                <a:gd name="csX19" fmla="*/ 105584 w 118436"/>
                <a:gd name="csY19" fmla="*/ 45586 h 69729"/>
                <a:gd name="csX20" fmla="*/ 110194 w 118436"/>
                <a:gd name="csY20" fmla="*/ 46256 h 69729"/>
                <a:gd name="csX21" fmla="*/ 119423 w 118436"/>
                <a:gd name="csY21" fmla="*/ 50921 h 69729"/>
                <a:gd name="csX22" fmla="*/ 116351 w 118436"/>
                <a:gd name="csY22" fmla="*/ 40256 h 69729"/>
                <a:gd name="csX23" fmla="*/ 113273 w 118436"/>
                <a:gd name="csY23" fmla="*/ 37589 h 69729"/>
                <a:gd name="csX24" fmla="*/ 108662 w 118436"/>
                <a:gd name="csY24" fmla="*/ 10929 h 69729"/>
                <a:gd name="csX25" fmla="*/ 104044 w 118436"/>
                <a:gd name="csY25" fmla="*/ 6264 h 69729"/>
                <a:gd name="csX26" fmla="*/ 102505 w 118436"/>
                <a:gd name="csY26" fmla="*/ 935 h 69729"/>
                <a:gd name="csX27" fmla="*/ 93277 w 118436"/>
                <a:gd name="csY27" fmla="*/ 265 h 69729"/>
                <a:gd name="csX28" fmla="*/ 85588 w 118436"/>
                <a:gd name="csY28" fmla="*/ 1598 h 69729"/>
                <a:gd name="csX29" fmla="*/ 94816 w 118436"/>
                <a:gd name="csY29" fmla="*/ 6264 h 69729"/>
                <a:gd name="csX30" fmla="*/ 85588 w 118436"/>
                <a:gd name="csY30" fmla="*/ 8932 h 69729"/>
                <a:gd name="csX31" fmla="*/ 74820 w 118436"/>
                <a:gd name="csY31" fmla="*/ 4266 h 69729"/>
                <a:gd name="csX32" fmla="*/ 42517 w 118436"/>
                <a:gd name="csY32" fmla="*/ 6264 h 69729"/>
                <a:gd name="csX33" fmla="*/ 51746 w 118436"/>
                <a:gd name="csY33" fmla="*/ 17593 h 69729"/>
                <a:gd name="csX34" fmla="*/ 62513 w 118436"/>
                <a:gd name="csY34" fmla="*/ 20931 h 69729"/>
                <a:gd name="csX35" fmla="*/ 64052 w 118436"/>
                <a:gd name="csY35" fmla="*/ 25596 h 69729"/>
                <a:gd name="csX36" fmla="*/ 74820 w 118436"/>
                <a:gd name="csY36" fmla="*/ 30262 h 69729"/>
                <a:gd name="csX37" fmla="*/ 70202 w 118436"/>
                <a:gd name="csY37" fmla="*/ 32259 h 69729"/>
                <a:gd name="csX38" fmla="*/ 51746 w 118436"/>
                <a:gd name="csY38" fmla="*/ 26924 h 69729"/>
                <a:gd name="csX39" fmla="*/ 40978 w 118436"/>
                <a:gd name="csY39" fmla="*/ 20931 h 69729"/>
                <a:gd name="csX40" fmla="*/ 28671 w 118436"/>
                <a:gd name="csY40" fmla="*/ 12927 h 69729"/>
                <a:gd name="csX41" fmla="*/ 20982 w 118436"/>
                <a:gd name="csY41" fmla="*/ 16265 h 69729"/>
                <a:gd name="csX42" fmla="*/ 22521 w 118436"/>
                <a:gd name="csY42" fmla="*/ 24926 h 69729"/>
                <a:gd name="csX43" fmla="*/ 24060 w 118436"/>
                <a:gd name="csY43" fmla="*/ 30262 h 69729"/>
                <a:gd name="csX44" fmla="*/ 30210 w 118436"/>
                <a:gd name="csY44" fmla="*/ 34257 h 697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18436" h="69729">
                  <a:moveTo>
                    <a:pt x="30210" y="34257"/>
                  </a:moveTo>
                  <a:lnTo>
                    <a:pt x="27132" y="38923"/>
                  </a:lnTo>
                  <a:lnTo>
                    <a:pt x="5597" y="39586"/>
                  </a:lnTo>
                  <a:lnTo>
                    <a:pt x="986" y="42254"/>
                  </a:lnTo>
                  <a:lnTo>
                    <a:pt x="4058" y="46256"/>
                  </a:lnTo>
                  <a:lnTo>
                    <a:pt x="20982" y="46256"/>
                  </a:lnTo>
                  <a:lnTo>
                    <a:pt x="25593" y="44252"/>
                  </a:lnTo>
                  <a:lnTo>
                    <a:pt x="51746" y="43588"/>
                  </a:lnTo>
                  <a:lnTo>
                    <a:pt x="59435" y="40256"/>
                  </a:lnTo>
                  <a:lnTo>
                    <a:pt x="67124" y="39586"/>
                  </a:lnTo>
                  <a:lnTo>
                    <a:pt x="73281" y="44252"/>
                  </a:lnTo>
                  <a:lnTo>
                    <a:pt x="59435" y="47590"/>
                  </a:lnTo>
                  <a:lnTo>
                    <a:pt x="50206" y="49587"/>
                  </a:lnTo>
                  <a:lnTo>
                    <a:pt x="45589" y="53583"/>
                  </a:lnTo>
                  <a:lnTo>
                    <a:pt x="54824" y="56162"/>
                  </a:lnTo>
                  <a:lnTo>
                    <a:pt x="56356" y="69994"/>
                  </a:lnTo>
                  <a:lnTo>
                    <a:pt x="104044" y="62619"/>
                  </a:lnTo>
                  <a:lnTo>
                    <a:pt x="110194" y="55238"/>
                  </a:lnTo>
                  <a:lnTo>
                    <a:pt x="102505" y="48254"/>
                  </a:lnTo>
                  <a:lnTo>
                    <a:pt x="105584" y="45586"/>
                  </a:lnTo>
                  <a:lnTo>
                    <a:pt x="110194" y="46256"/>
                  </a:lnTo>
                  <a:lnTo>
                    <a:pt x="119423" y="50921"/>
                  </a:lnTo>
                  <a:lnTo>
                    <a:pt x="116351" y="40256"/>
                  </a:lnTo>
                  <a:lnTo>
                    <a:pt x="113273" y="37589"/>
                  </a:lnTo>
                  <a:lnTo>
                    <a:pt x="108662" y="10929"/>
                  </a:lnTo>
                  <a:lnTo>
                    <a:pt x="104044" y="6264"/>
                  </a:lnTo>
                  <a:lnTo>
                    <a:pt x="102505" y="935"/>
                  </a:lnTo>
                  <a:lnTo>
                    <a:pt x="93277" y="265"/>
                  </a:lnTo>
                  <a:lnTo>
                    <a:pt x="85588" y="1598"/>
                  </a:lnTo>
                  <a:lnTo>
                    <a:pt x="94816" y="6264"/>
                  </a:lnTo>
                  <a:lnTo>
                    <a:pt x="85588" y="8932"/>
                  </a:lnTo>
                  <a:lnTo>
                    <a:pt x="74820" y="4266"/>
                  </a:lnTo>
                  <a:lnTo>
                    <a:pt x="42517" y="6264"/>
                  </a:lnTo>
                  <a:lnTo>
                    <a:pt x="51746" y="17593"/>
                  </a:lnTo>
                  <a:lnTo>
                    <a:pt x="62513" y="20931"/>
                  </a:lnTo>
                  <a:lnTo>
                    <a:pt x="64052" y="25596"/>
                  </a:lnTo>
                  <a:lnTo>
                    <a:pt x="74820" y="30262"/>
                  </a:lnTo>
                  <a:lnTo>
                    <a:pt x="70202" y="32259"/>
                  </a:lnTo>
                  <a:lnTo>
                    <a:pt x="51746" y="26924"/>
                  </a:lnTo>
                  <a:lnTo>
                    <a:pt x="40978" y="20931"/>
                  </a:lnTo>
                  <a:lnTo>
                    <a:pt x="28671" y="12927"/>
                  </a:lnTo>
                  <a:lnTo>
                    <a:pt x="20982" y="16265"/>
                  </a:lnTo>
                  <a:lnTo>
                    <a:pt x="22521" y="24926"/>
                  </a:lnTo>
                  <a:lnTo>
                    <a:pt x="24060" y="30262"/>
                  </a:lnTo>
                  <a:lnTo>
                    <a:pt x="30210" y="342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8" name="Forme libre : forme 626">
              <a:extLst>
                <a:ext uri="{FF2B5EF4-FFF2-40B4-BE49-F238E27FC236}">
                  <a16:creationId xmlns:a16="http://schemas.microsoft.com/office/drawing/2014/main" id="{EA6CD5DE-D8AF-DAB4-12E5-FD5DE5EEA26B}"/>
                </a:ext>
              </a:extLst>
            </p:cNvPr>
            <p:cNvSpPr/>
            <p:nvPr/>
          </p:nvSpPr>
          <p:spPr>
            <a:xfrm>
              <a:off x="3518679" y="2344129"/>
              <a:ext cx="64605" cy="41161"/>
            </a:xfrm>
            <a:custGeom>
              <a:avLst/>
              <a:gdLst>
                <a:gd name="csX0" fmla="*/ 47210 w 64605"/>
                <a:gd name="csY0" fmla="*/ 949 h 41161"/>
                <a:gd name="csX1" fmla="*/ 34903 w 64605"/>
                <a:gd name="csY1" fmla="*/ 285 h 41161"/>
                <a:gd name="csX2" fmla="*/ 24136 w 64605"/>
                <a:gd name="csY2" fmla="*/ 1612 h 41161"/>
                <a:gd name="csX3" fmla="*/ 17986 w 64605"/>
                <a:gd name="csY3" fmla="*/ 5614 h 41161"/>
                <a:gd name="csX4" fmla="*/ 5679 w 64605"/>
                <a:gd name="csY4" fmla="*/ 11614 h 41161"/>
                <a:gd name="csX5" fmla="*/ 1061 w 64605"/>
                <a:gd name="csY5" fmla="*/ 17469 h 41161"/>
                <a:gd name="csX6" fmla="*/ 8751 w 64605"/>
                <a:gd name="csY6" fmla="*/ 30378 h 41161"/>
                <a:gd name="csX7" fmla="*/ 27214 w 64605"/>
                <a:gd name="csY7" fmla="*/ 34996 h 41161"/>
                <a:gd name="csX8" fmla="*/ 44132 w 64605"/>
                <a:gd name="csY8" fmla="*/ 39607 h 41161"/>
                <a:gd name="csX9" fmla="*/ 57978 w 64605"/>
                <a:gd name="csY9" fmla="*/ 41447 h 41161"/>
                <a:gd name="csX10" fmla="*/ 65667 w 64605"/>
                <a:gd name="csY10" fmla="*/ 32225 h 41161"/>
                <a:gd name="csX11" fmla="*/ 64128 w 64605"/>
                <a:gd name="csY11" fmla="*/ 22080 h 41161"/>
                <a:gd name="csX12" fmla="*/ 56439 w 64605"/>
                <a:gd name="csY12" fmla="*/ 17469 h 41161"/>
                <a:gd name="csX13" fmla="*/ 62589 w 64605"/>
                <a:gd name="csY13" fmla="*/ 12277 h 41161"/>
                <a:gd name="csX14" fmla="*/ 53367 w 64605"/>
                <a:gd name="csY14" fmla="*/ 5614 h 41161"/>
                <a:gd name="csX15" fmla="*/ 47210 w 64605"/>
                <a:gd name="csY15" fmla="*/ 949 h 4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4605" h="41161">
                  <a:moveTo>
                    <a:pt x="47210" y="949"/>
                  </a:moveTo>
                  <a:lnTo>
                    <a:pt x="34903" y="285"/>
                  </a:lnTo>
                  <a:lnTo>
                    <a:pt x="24136" y="1612"/>
                  </a:lnTo>
                  <a:lnTo>
                    <a:pt x="17986" y="5614"/>
                  </a:lnTo>
                  <a:lnTo>
                    <a:pt x="5679" y="11614"/>
                  </a:lnTo>
                  <a:lnTo>
                    <a:pt x="1061" y="17469"/>
                  </a:lnTo>
                  <a:lnTo>
                    <a:pt x="8751" y="30378"/>
                  </a:lnTo>
                  <a:lnTo>
                    <a:pt x="27214" y="34996"/>
                  </a:lnTo>
                  <a:lnTo>
                    <a:pt x="44132" y="39607"/>
                  </a:lnTo>
                  <a:lnTo>
                    <a:pt x="57978" y="41447"/>
                  </a:lnTo>
                  <a:lnTo>
                    <a:pt x="65667" y="32225"/>
                  </a:lnTo>
                  <a:lnTo>
                    <a:pt x="64128" y="22080"/>
                  </a:lnTo>
                  <a:lnTo>
                    <a:pt x="56439" y="17469"/>
                  </a:lnTo>
                  <a:lnTo>
                    <a:pt x="62589" y="12277"/>
                  </a:lnTo>
                  <a:lnTo>
                    <a:pt x="53367" y="5614"/>
                  </a:lnTo>
                  <a:lnTo>
                    <a:pt x="47210" y="9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49" name="Forme libre : forme 627">
              <a:extLst>
                <a:ext uri="{FF2B5EF4-FFF2-40B4-BE49-F238E27FC236}">
                  <a16:creationId xmlns:a16="http://schemas.microsoft.com/office/drawing/2014/main" id="{A3F04067-7C28-A84A-07A8-D323FA80D2AC}"/>
                </a:ext>
              </a:extLst>
            </p:cNvPr>
            <p:cNvSpPr/>
            <p:nvPr/>
          </p:nvSpPr>
          <p:spPr>
            <a:xfrm>
              <a:off x="3507918" y="2287035"/>
              <a:ext cx="378391" cy="109331"/>
            </a:xfrm>
            <a:custGeom>
              <a:avLst/>
              <a:gdLst>
                <a:gd name="csX0" fmla="*/ 257521 w 378391"/>
                <a:gd name="csY0" fmla="*/ 60248 h 109331"/>
                <a:gd name="csX1" fmla="*/ 266859 w 378391"/>
                <a:gd name="csY1" fmla="*/ 57245 h 109331"/>
                <a:gd name="csX2" fmla="*/ 293416 w 378391"/>
                <a:gd name="csY2" fmla="*/ 45588 h 109331"/>
                <a:gd name="csX3" fmla="*/ 300592 w 378391"/>
                <a:gd name="csY3" fmla="*/ 49583 h 109331"/>
                <a:gd name="csX4" fmla="*/ 312899 w 378391"/>
                <a:gd name="csY4" fmla="*/ 48694 h 109331"/>
                <a:gd name="csX5" fmla="*/ 332381 w 378391"/>
                <a:gd name="csY5" fmla="*/ 48256 h 109331"/>
                <a:gd name="csX6" fmla="*/ 347760 w 378391"/>
                <a:gd name="csY6" fmla="*/ 51807 h 109331"/>
                <a:gd name="csX7" fmla="*/ 349812 w 378391"/>
                <a:gd name="csY7" fmla="*/ 56698 h 109331"/>
                <a:gd name="csX8" fmla="*/ 366223 w 378391"/>
                <a:gd name="csY8" fmla="*/ 55364 h 109331"/>
                <a:gd name="csX9" fmla="*/ 374426 w 378391"/>
                <a:gd name="csY9" fmla="*/ 61138 h 109331"/>
                <a:gd name="csX10" fmla="*/ 376478 w 378391"/>
                <a:gd name="csY10" fmla="*/ 69012 h 109331"/>
                <a:gd name="csX11" fmla="*/ 363145 w 378391"/>
                <a:gd name="csY11" fmla="*/ 73315 h 109331"/>
                <a:gd name="csX12" fmla="*/ 362119 w 378391"/>
                <a:gd name="csY12" fmla="*/ 78240 h 109331"/>
                <a:gd name="csX13" fmla="*/ 377504 w 378391"/>
                <a:gd name="csY13" fmla="*/ 80080 h 109331"/>
                <a:gd name="csX14" fmla="*/ 379550 w 378391"/>
                <a:gd name="csY14" fmla="*/ 88693 h 109331"/>
                <a:gd name="csX15" fmla="*/ 368269 w 378391"/>
                <a:gd name="csY15" fmla="*/ 90533 h 109331"/>
                <a:gd name="csX16" fmla="*/ 362119 w 378391"/>
                <a:gd name="csY16" fmla="*/ 84999 h 109331"/>
                <a:gd name="csX17" fmla="*/ 354943 w 378391"/>
                <a:gd name="csY17" fmla="*/ 89309 h 109331"/>
                <a:gd name="csX18" fmla="*/ 362119 w 378391"/>
                <a:gd name="csY18" fmla="*/ 97914 h 109331"/>
                <a:gd name="csX19" fmla="*/ 354943 w 378391"/>
                <a:gd name="csY19" fmla="*/ 104064 h 109331"/>
                <a:gd name="csX20" fmla="*/ 338531 w 378391"/>
                <a:gd name="csY20" fmla="*/ 102833 h 109331"/>
                <a:gd name="csX21" fmla="*/ 330329 w 378391"/>
                <a:gd name="csY21" fmla="*/ 109599 h 109331"/>
                <a:gd name="csX22" fmla="*/ 307768 w 378391"/>
                <a:gd name="csY22" fmla="*/ 104680 h 109331"/>
                <a:gd name="csX23" fmla="*/ 303670 w 378391"/>
                <a:gd name="csY23" fmla="*/ 89302 h 109331"/>
                <a:gd name="csX24" fmla="*/ 293409 w 378391"/>
                <a:gd name="csY24" fmla="*/ 88693 h 109331"/>
                <a:gd name="csX25" fmla="*/ 286233 w 378391"/>
                <a:gd name="csY25" fmla="*/ 106527 h 109331"/>
                <a:gd name="csX26" fmla="*/ 266859 w 378391"/>
                <a:gd name="csY26" fmla="*/ 103449 h 109331"/>
                <a:gd name="csX27" fmla="*/ 262645 w 378391"/>
                <a:gd name="csY27" fmla="*/ 96067 h 109331"/>
                <a:gd name="csX28" fmla="*/ 254443 w 378391"/>
                <a:gd name="csY28" fmla="*/ 93612 h 109331"/>
                <a:gd name="csX29" fmla="*/ 251365 w 378391"/>
                <a:gd name="csY29" fmla="*/ 102833 h 109331"/>
                <a:gd name="csX30" fmla="*/ 230862 w 378391"/>
                <a:gd name="csY30" fmla="*/ 107136 h 109331"/>
                <a:gd name="csX31" fmla="*/ 185740 w 378391"/>
                <a:gd name="csY31" fmla="*/ 106520 h 109331"/>
                <a:gd name="csX32" fmla="*/ 190864 w 378391"/>
                <a:gd name="csY32" fmla="*/ 97914 h 109331"/>
                <a:gd name="csX33" fmla="*/ 180609 w 378391"/>
                <a:gd name="csY33" fmla="*/ 92380 h 109331"/>
                <a:gd name="csX34" fmla="*/ 158048 w 378391"/>
                <a:gd name="csY34" fmla="*/ 102217 h 109331"/>
                <a:gd name="csX35" fmla="*/ 135493 w 378391"/>
                <a:gd name="csY35" fmla="*/ 94220 h 109331"/>
                <a:gd name="csX36" fmla="*/ 118056 w 378391"/>
                <a:gd name="csY36" fmla="*/ 98530 h 109331"/>
                <a:gd name="csX37" fmla="*/ 108827 w 378391"/>
                <a:gd name="csY37" fmla="*/ 93605 h 109331"/>
                <a:gd name="csX38" fmla="*/ 104723 w 378391"/>
                <a:gd name="csY38" fmla="*/ 77617 h 109331"/>
                <a:gd name="csX39" fmla="*/ 114984 w 378391"/>
                <a:gd name="csY39" fmla="*/ 77002 h 109331"/>
                <a:gd name="csX40" fmla="*/ 113958 w 378391"/>
                <a:gd name="csY40" fmla="*/ 70243 h 109331"/>
                <a:gd name="csX41" fmla="*/ 102677 w 378391"/>
                <a:gd name="csY41" fmla="*/ 64243 h 109331"/>
                <a:gd name="csX42" fmla="*/ 109853 w 378391"/>
                <a:gd name="csY42" fmla="*/ 55357 h 109331"/>
                <a:gd name="csX43" fmla="*/ 96520 w 378391"/>
                <a:gd name="csY43" fmla="*/ 47360 h 109331"/>
                <a:gd name="csX44" fmla="*/ 87292 w 378391"/>
                <a:gd name="csY44" fmla="*/ 32700 h 109331"/>
                <a:gd name="csX45" fmla="*/ 70888 w 378391"/>
                <a:gd name="csY45" fmla="*/ 32255 h 109331"/>
                <a:gd name="csX46" fmla="*/ 62685 w 378391"/>
                <a:gd name="csY46" fmla="*/ 33589 h 109331"/>
                <a:gd name="csX47" fmla="*/ 42176 w 378391"/>
                <a:gd name="csY47" fmla="*/ 30921 h 109331"/>
                <a:gd name="csX48" fmla="*/ 37046 w 378391"/>
                <a:gd name="csY48" fmla="*/ 24703 h 109331"/>
                <a:gd name="csX49" fmla="*/ 25765 w 378391"/>
                <a:gd name="csY49" fmla="*/ 22480 h 109331"/>
                <a:gd name="csX50" fmla="*/ 19615 w 378391"/>
                <a:gd name="csY50" fmla="*/ 16261 h 109331"/>
                <a:gd name="csX51" fmla="*/ 1158 w 378391"/>
                <a:gd name="csY51" fmla="*/ 10481 h 109331"/>
                <a:gd name="csX52" fmla="*/ 12439 w 378391"/>
                <a:gd name="csY52" fmla="*/ 1150 h 109331"/>
                <a:gd name="csX53" fmla="*/ 31922 w 378391"/>
                <a:gd name="csY53" fmla="*/ 267 h 109331"/>
                <a:gd name="csX54" fmla="*/ 58581 w 378391"/>
                <a:gd name="csY54" fmla="*/ 6041 h 109331"/>
                <a:gd name="csX55" fmla="*/ 65764 w 378391"/>
                <a:gd name="csY55" fmla="*/ 3818 h 109331"/>
                <a:gd name="csX56" fmla="*/ 76011 w 378391"/>
                <a:gd name="csY56" fmla="*/ 4262 h 109331"/>
                <a:gd name="csX57" fmla="*/ 73966 w 378391"/>
                <a:gd name="csY57" fmla="*/ 25148 h 109331"/>
                <a:gd name="csX58" fmla="*/ 79090 w 378391"/>
                <a:gd name="csY58" fmla="*/ 24703 h 109331"/>
                <a:gd name="csX59" fmla="*/ 96527 w 378391"/>
                <a:gd name="csY59" fmla="*/ 15817 h 109331"/>
                <a:gd name="csX60" fmla="*/ 114984 w 378391"/>
                <a:gd name="csY60" fmla="*/ 18485 h 109331"/>
                <a:gd name="csX61" fmla="*/ 126265 w 378391"/>
                <a:gd name="csY61" fmla="*/ 14483 h 109331"/>
                <a:gd name="csX62" fmla="*/ 139591 w 378391"/>
                <a:gd name="csY62" fmla="*/ 15817 h 109331"/>
                <a:gd name="csX63" fmla="*/ 140617 w 378391"/>
                <a:gd name="csY63" fmla="*/ 21146 h 109331"/>
                <a:gd name="csX64" fmla="*/ 127291 w 378391"/>
                <a:gd name="csY64" fmla="*/ 20701 h 109331"/>
                <a:gd name="csX65" fmla="*/ 120108 w 378391"/>
                <a:gd name="csY65" fmla="*/ 22924 h 109331"/>
                <a:gd name="csX66" fmla="*/ 127291 w 378391"/>
                <a:gd name="csY66" fmla="*/ 26482 h 109331"/>
                <a:gd name="csX67" fmla="*/ 138572 w 378391"/>
                <a:gd name="csY67" fmla="*/ 25148 h 109331"/>
                <a:gd name="csX68" fmla="*/ 147800 w 378391"/>
                <a:gd name="csY68" fmla="*/ 30032 h 109331"/>
                <a:gd name="csX69" fmla="*/ 169335 w 378391"/>
                <a:gd name="csY69" fmla="*/ 30477 h 109331"/>
                <a:gd name="csX70" fmla="*/ 168302 w 378391"/>
                <a:gd name="csY70" fmla="*/ 35813 h 109331"/>
                <a:gd name="csX71" fmla="*/ 149845 w 378391"/>
                <a:gd name="csY71" fmla="*/ 37140 h 109331"/>
                <a:gd name="csX72" fmla="*/ 135493 w 378391"/>
                <a:gd name="csY72" fmla="*/ 34034 h 109331"/>
                <a:gd name="csX73" fmla="*/ 118056 w 378391"/>
                <a:gd name="csY73" fmla="*/ 34034 h 109331"/>
                <a:gd name="csX74" fmla="*/ 132415 w 378391"/>
                <a:gd name="csY74" fmla="*/ 39808 h 109331"/>
                <a:gd name="csX75" fmla="*/ 123186 w 378391"/>
                <a:gd name="csY75" fmla="*/ 47805 h 109331"/>
                <a:gd name="csX76" fmla="*/ 129336 w 378391"/>
                <a:gd name="csY76" fmla="*/ 51362 h 109331"/>
                <a:gd name="csX77" fmla="*/ 145748 w 378391"/>
                <a:gd name="csY77" fmla="*/ 45588 h 109331"/>
                <a:gd name="csX78" fmla="*/ 158054 w 378391"/>
                <a:gd name="csY78" fmla="*/ 46915 h 109331"/>
                <a:gd name="csX79" fmla="*/ 160100 w 378391"/>
                <a:gd name="csY79" fmla="*/ 56691 h 109331"/>
                <a:gd name="csX80" fmla="*/ 169328 w 378391"/>
                <a:gd name="csY80" fmla="*/ 64250 h 109331"/>
                <a:gd name="csX81" fmla="*/ 177537 w 378391"/>
                <a:gd name="csY81" fmla="*/ 64688 h 109331"/>
                <a:gd name="csX82" fmla="*/ 175485 w 378391"/>
                <a:gd name="csY82" fmla="*/ 54030 h 109331"/>
                <a:gd name="csX83" fmla="*/ 185740 w 378391"/>
                <a:gd name="csY83" fmla="*/ 55364 h 109331"/>
                <a:gd name="csX84" fmla="*/ 191890 w 378391"/>
                <a:gd name="csY84" fmla="*/ 62027 h 109331"/>
                <a:gd name="csX85" fmla="*/ 208301 w 378391"/>
                <a:gd name="csY85" fmla="*/ 62472 h 109331"/>
                <a:gd name="csX86" fmla="*/ 206249 w 378391"/>
                <a:gd name="csY86" fmla="*/ 57136 h 109331"/>
                <a:gd name="csX87" fmla="*/ 216503 w 378391"/>
                <a:gd name="csY87" fmla="*/ 57580 h 109331"/>
                <a:gd name="csX88" fmla="*/ 220608 w 378391"/>
                <a:gd name="csY88" fmla="*/ 64250 h 109331"/>
                <a:gd name="csX89" fmla="*/ 231888 w 378391"/>
                <a:gd name="csY89" fmla="*/ 67356 h 109331"/>
                <a:gd name="csX90" fmla="*/ 240091 w 378391"/>
                <a:gd name="csY90" fmla="*/ 64695 h 109331"/>
                <a:gd name="csX91" fmla="*/ 233934 w 378391"/>
                <a:gd name="csY91" fmla="*/ 59804 h 109331"/>
                <a:gd name="csX92" fmla="*/ 257521 w 378391"/>
                <a:gd name="csY92" fmla="*/ 60248 h 10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Lst>
              <a:rect l="l" t="t" r="r" b="b"/>
              <a:pathLst>
                <a:path w="378391" h="109331">
                  <a:moveTo>
                    <a:pt x="257521" y="60248"/>
                  </a:moveTo>
                  <a:lnTo>
                    <a:pt x="266859" y="57245"/>
                  </a:lnTo>
                  <a:lnTo>
                    <a:pt x="293416" y="45588"/>
                  </a:lnTo>
                  <a:lnTo>
                    <a:pt x="300592" y="49583"/>
                  </a:lnTo>
                  <a:lnTo>
                    <a:pt x="312899" y="48694"/>
                  </a:lnTo>
                  <a:lnTo>
                    <a:pt x="332381" y="48256"/>
                  </a:lnTo>
                  <a:lnTo>
                    <a:pt x="347760" y="51807"/>
                  </a:lnTo>
                  <a:lnTo>
                    <a:pt x="349812" y="56698"/>
                  </a:lnTo>
                  <a:lnTo>
                    <a:pt x="366223" y="55364"/>
                  </a:lnTo>
                  <a:lnTo>
                    <a:pt x="374426" y="61138"/>
                  </a:lnTo>
                  <a:lnTo>
                    <a:pt x="376478" y="69012"/>
                  </a:lnTo>
                  <a:lnTo>
                    <a:pt x="363145" y="73315"/>
                  </a:lnTo>
                  <a:lnTo>
                    <a:pt x="362119" y="78240"/>
                  </a:lnTo>
                  <a:lnTo>
                    <a:pt x="377504" y="80080"/>
                  </a:lnTo>
                  <a:lnTo>
                    <a:pt x="379550" y="88693"/>
                  </a:lnTo>
                  <a:lnTo>
                    <a:pt x="368269" y="90533"/>
                  </a:lnTo>
                  <a:lnTo>
                    <a:pt x="362119" y="84999"/>
                  </a:lnTo>
                  <a:lnTo>
                    <a:pt x="354943" y="89309"/>
                  </a:lnTo>
                  <a:lnTo>
                    <a:pt x="362119" y="97914"/>
                  </a:lnTo>
                  <a:lnTo>
                    <a:pt x="354943" y="104064"/>
                  </a:lnTo>
                  <a:lnTo>
                    <a:pt x="338531" y="102833"/>
                  </a:lnTo>
                  <a:lnTo>
                    <a:pt x="330329" y="109599"/>
                  </a:lnTo>
                  <a:lnTo>
                    <a:pt x="307768" y="104680"/>
                  </a:lnTo>
                  <a:lnTo>
                    <a:pt x="303670" y="89302"/>
                  </a:lnTo>
                  <a:lnTo>
                    <a:pt x="293409" y="88693"/>
                  </a:lnTo>
                  <a:lnTo>
                    <a:pt x="286233" y="106527"/>
                  </a:lnTo>
                  <a:lnTo>
                    <a:pt x="266859" y="103449"/>
                  </a:lnTo>
                  <a:lnTo>
                    <a:pt x="262645" y="96067"/>
                  </a:lnTo>
                  <a:lnTo>
                    <a:pt x="254443" y="93612"/>
                  </a:lnTo>
                  <a:lnTo>
                    <a:pt x="251365" y="102833"/>
                  </a:lnTo>
                  <a:lnTo>
                    <a:pt x="230862" y="107136"/>
                  </a:lnTo>
                  <a:lnTo>
                    <a:pt x="185740" y="106520"/>
                  </a:lnTo>
                  <a:lnTo>
                    <a:pt x="190864" y="97914"/>
                  </a:lnTo>
                  <a:lnTo>
                    <a:pt x="180609" y="92380"/>
                  </a:lnTo>
                  <a:lnTo>
                    <a:pt x="158048" y="102217"/>
                  </a:lnTo>
                  <a:lnTo>
                    <a:pt x="135493" y="94220"/>
                  </a:lnTo>
                  <a:lnTo>
                    <a:pt x="118056" y="98530"/>
                  </a:lnTo>
                  <a:lnTo>
                    <a:pt x="108827" y="93605"/>
                  </a:lnTo>
                  <a:lnTo>
                    <a:pt x="104723" y="77617"/>
                  </a:lnTo>
                  <a:lnTo>
                    <a:pt x="114984" y="77002"/>
                  </a:lnTo>
                  <a:lnTo>
                    <a:pt x="113958" y="70243"/>
                  </a:lnTo>
                  <a:lnTo>
                    <a:pt x="102677" y="64243"/>
                  </a:lnTo>
                  <a:lnTo>
                    <a:pt x="109853" y="55357"/>
                  </a:lnTo>
                  <a:lnTo>
                    <a:pt x="96520" y="47360"/>
                  </a:lnTo>
                  <a:lnTo>
                    <a:pt x="87292" y="32700"/>
                  </a:lnTo>
                  <a:lnTo>
                    <a:pt x="70888" y="32255"/>
                  </a:lnTo>
                  <a:lnTo>
                    <a:pt x="62685" y="33589"/>
                  </a:lnTo>
                  <a:lnTo>
                    <a:pt x="42176" y="30921"/>
                  </a:lnTo>
                  <a:lnTo>
                    <a:pt x="37046" y="24703"/>
                  </a:lnTo>
                  <a:lnTo>
                    <a:pt x="25765" y="22480"/>
                  </a:lnTo>
                  <a:lnTo>
                    <a:pt x="19615" y="16261"/>
                  </a:lnTo>
                  <a:lnTo>
                    <a:pt x="1158" y="10481"/>
                  </a:lnTo>
                  <a:lnTo>
                    <a:pt x="12439" y="1150"/>
                  </a:lnTo>
                  <a:lnTo>
                    <a:pt x="31922" y="267"/>
                  </a:lnTo>
                  <a:lnTo>
                    <a:pt x="58581" y="6041"/>
                  </a:lnTo>
                  <a:lnTo>
                    <a:pt x="65764" y="3818"/>
                  </a:lnTo>
                  <a:lnTo>
                    <a:pt x="76011" y="4262"/>
                  </a:lnTo>
                  <a:lnTo>
                    <a:pt x="73966" y="25148"/>
                  </a:lnTo>
                  <a:lnTo>
                    <a:pt x="79090" y="24703"/>
                  </a:lnTo>
                  <a:lnTo>
                    <a:pt x="96527" y="15817"/>
                  </a:lnTo>
                  <a:lnTo>
                    <a:pt x="114984" y="18485"/>
                  </a:lnTo>
                  <a:lnTo>
                    <a:pt x="126265" y="14483"/>
                  </a:lnTo>
                  <a:lnTo>
                    <a:pt x="139591" y="15817"/>
                  </a:lnTo>
                  <a:lnTo>
                    <a:pt x="140617" y="21146"/>
                  </a:lnTo>
                  <a:lnTo>
                    <a:pt x="127291" y="20701"/>
                  </a:lnTo>
                  <a:lnTo>
                    <a:pt x="120108" y="22924"/>
                  </a:lnTo>
                  <a:lnTo>
                    <a:pt x="127291" y="26482"/>
                  </a:lnTo>
                  <a:lnTo>
                    <a:pt x="138572" y="25148"/>
                  </a:lnTo>
                  <a:lnTo>
                    <a:pt x="147800" y="30032"/>
                  </a:lnTo>
                  <a:lnTo>
                    <a:pt x="169335" y="30477"/>
                  </a:lnTo>
                  <a:lnTo>
                    <a:pt x="168302" y="35813"/>
                  </a:lnTo>
                  <a:lnTo>
                    <a:pt x="149845" y="37140"/>
                  </a:lnTo>
                  <a:lnTo>
                    <a:pt x="135493" y="34034"/>
                  </a:lnTo>
                  <a:lnTo>
                    <a:pt x="118056" y="34034"/>
                  </a:lnTo>
                  <a:lnTo>
                    <a:pt x="132415" y="39808"/>
                  </a:lnTo>
                  <a:lnTo>
                    <a:pt x="123186" y="47805"/>
                  </a:lnTo>
                  <a:lnTo>
                    <a:pt x="129336" y="51362"/>
                  </a:lnTo>
                  <a:lnTo>
                    <a:pt x="145748" y="45588"/>
                  </a:lnTo>
                  <a:lnTo>
                    <a:pt x="158054" y="46915"/>
                  </a:lnTo>
                  <a:lnTo>
                    <a:pt x="160100" y="56691"/>
                  </a:lnTo>
                  <a:lnTo>
                    <a:pt x="169328" y="64250"/>
                  </a:lnTo>
                  <a:lnTo>
                    <a:pt x="177537" y="64688"/>
                  </a:lnTo>
                  <a:lnTo>
                    <a:pt x="175485" y="54030"/>
                  </a:lnTo>
                  <a:lnTo>
                    <a:pt x="185740" y="55364"/>
                  </a:lnTo>
                  <a:lnTo>
                    <a:pt x="191890" y="62027"/>
                  </a:lnTo>
                  <a:lnTo>
                    <a:pt x="208301" y="62472"/>
                  </a:lnTo>
                  <a:lnTo>
                    <a:pt x="206249" y="57136"/>
                  </a:lnTo>
                  <a:lnTo>
                    <a:pt x="216503" y="57580"/>
                  </a:lnTo>
                  <a:lnTo>
                    <a:pt x="220608" y="64250"/>
                  </a:lnTo>
                  <a:lnTo>
                    <a:pt x="231888" y="67356"/>
                  </a:lnTo>
                  <a:lnTo>
                    <a:pt x="240091" y="64695"/>
                  </a:lnTo>
                  <a:lnTo>
                    <a:pt x="233934" y="59804"/>
                  </a:lnTo>
                  <a:lnTo>
                    <a:pt x="257521" y="602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0" name="Forme libre : forme 628">
              <a:extLst>
                <a:ext uri="{FF2B5EF4-FFF2-40B4-BE49-F238E27FC236}">
                  <a16:creationId xmlns:a16="http://schemas.microsoft.com/office/drawing/2014/main" id="{6CE8E9D1-600F-3B8F-182F-BF805AEEE129}"/>
                </a:ext>
              </a:extLst>
            </p:cNvPr>
            <p:cNvSpPr/>
            <p:nvPr/>
          </p:nvSpPr>
          <p:spPr>
            <a:xfrm>
              <a:off x="3482278" y="2204835"/>
              <a:ext cx="74860" cy="50212"/>
            </a:xfrm>
            <a:custGeom>
              <a:avLst/>
              <a:gdLst>
                <a:gd name="csX0" fmla="*/ 31803 w 74860"/>
                <a:gd name="csY0" fmla="*/ 1982 h 50212"/>
                <a:gd name="csX1" fmla="*/ 37960 w 74860"/>
                <a:gd name="csY1" fmla="*/ 10424 h 50212"/>
                <a:gd name="csX2" fmla="*/ 67690 w 74860"/>
                <a:gd name="csY2" fmla="*/ 18421 h 50212"/>
                <a:gd name="csX3" fmla="*/ 75899 w 74860"/>
                <a:gd name="csY3" fmla="*/ 24201 h 50212"/>
                <a:gd name="csX4" fmla="*/ 74873 w 74860"/>
                <a:gd name="csY4" fmla="*/ 27752 h 50212"/>
                <a:gd name="csX5" fmla="*/ 65645 w 74860"/>
                <a:gd name="csY5" fmla="*/ 27752 h 50212"/>
                <a:gd name="csX6" fmla="*/ 65645 w 74860"/>
                <a:gd name="csY6" fmla="*/ 30420 h 50212"/>
                <a:gd name="csX7" fmla="*/ 75899 w 74860"/>
                <a:gd name="csY7" fmla="*/ 37083 h 50212"/>
                <a:gd name="csX8" fmla="*/ 67690 w 74860"/>
                <a:gd name="csY8" fmla="*/ 42863 h 50212"/>
                <a:gd name="csX9" fmla="*/ 57436 w 74860"/>
                <a:gd name="csY9" fmla="*/ 44635 h 50212"/>
                <a:gd name="csX10" fmla="*/ 37953 w 74860"/>
                <a:gd name="csY10" fmla="*/ 46858 h 50212"/>
                <a:gd name="csX11" fmla="*/ 31803 w 74860"/>
                <a:gd name="csY11" fmla="*/ 50416 h 50212"/>
                <a:gd name="csX12" fmla="*/ 25646 w 74860"/>
                <a:gd name="csY12" fmla="*/ 49971 h 50212"/>
                <a:gd name="csX13" fmla="*/ 23601 w 74860"/>
                <a:gd name="csY13" fmla="*/ 45080 h 50212"/>
                <a:gd name="csX14" fmla="*/ 9242 w 74860"/>
                <a:gd name="csY14" fmla="*/ 37972 h 50212"/>
                <a:gd name="csX15" fmla="*/ 10268 w 74860"/>
                <a:gd name="csY15" fmla="*/ 35749 h 50212"/>
                <a:gd name="csX16" fmla="*/ 23601 w 74860"/>
                <a:gd name="csY16" fmla="*/ 37527 h 50212"/>
                <a:gd name="csX17" fmla="*/ 28724 w 74860"/>
                <a:gd name="csY17" fmla="*/ 33088 h 50212"/>
                <a:gd name="csX18" fmla="*/ 21548 w 74860"/>
                <a:gd name="csY18" fmla="*/ 29530 h 50212"/>
                <a:gd name="csX19" fmla="*/ 9242 w 74860"/>
                <a:gd name="csY19" fmla="*/ 28641 h 50212"/>
                <a:gd name="csX20" fmla="*/ 3092 w 74860"/>
                <a:gd name="csY20" fmla="*/ 13981 h 50212"/>
                <a:gd name="csX21" fmla="*/ 4118 w 74860"/>
                <a:gd name="csY21" fmla="*/ 10424 h 50212"/>
                <a:gd name="csX22" fmla="*/ 1039 w 74860"/>
                <a:gd name="csY22" fmla="*/ 4205 h 50212"/>
                <a:gd name="csX23" fmla="*/ 8215 w 74860"/>
                <a:gd name="csY23" fmla="*/ 203 h 50212"/>
                <a:gd name="csX24" fmla="*/ 31803 w 74860"/>
                <a:gd name="csY24" fmla="*/ 1982 h 502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74860" h="50212">
                  <a:moveTo>
                    <a:pt x="31803" y="1982"/>
                  </a:moveTo>
                  <a:lnTo>
                    <a:pt x="37960" y="10424"/>
                  </a:lnTo>
                  <a:lnTo>
                    <a:pt x="67690" y="18421"/>
                  </a:lnTo>
                  <a:lnTo>
                    <a:pt x="75899" y="24201"/>
                  </a:lnTo>
                  <a:lnTo>
                    <a:pt x="74873" y="27752"/>
                  </a:lnTo>
                  <a:lnTo>
                    <a:pt x="65645" y="27752"/>
                  </a:lnTo>
                  <a:lnTo>
                    <a:pt x="65645" y="30420"/>
                  </a:lnTo>
                  <a:lnTo>
                    <a:pt x="75899" y="37083"/>
                  </a:lnTo>
                  <a:lnTo>
                    <a:pt x="67690" y="42863"/>
                  </a:lnTo>
                  <a:lnTo>
                    <a:pt x="57436" y="44635"/>
                  </a:lnTo>
                  <a:lnTo>
                    <a:pt x="37953" y="46858"/>
                  </a:lnTo>
                  <a:lnTo>
                    <a:pt x="31803" y="50416"/>
                  </a:lnTo>
                  <a:lnTo>
                    <a:pt x="25646" y="49971"/>
                  </a:lnTo>
                  <a:lnTo>
                    <a:pt x="23601" y="45080"/>
                  </a:lnTo>
                  <a:lnTo>
                    <a:pt x="9242" y="37972"/>
                  </a:lnTo>
                  <a:lnTo>
                    <a:pt x="10268" y="35749"/>
                  </a:lnTo>
                  <a:lnTo>
                    <a:pt x="23601" y="37527"/>
                  </a:lnTo>
                  <a:lnTo>
                    <a:pt x="28724" y="33088"/>
                  </a:lnTo>
                  <a:lnTo>
                    <a:pt x="21548" y="29530"/>
                  </a:lnTo>
                  <a:lnTo>
                    <a:pt x="9242" y="28641"/>
                  </a:lnTo>
                  <a:lnTo>
                    <a:pt x="3092" y="13981"/>
                  </a:lnTo>
                  <a:lnTo>
                    <a:pt x="4118" y="10424"/>
                  </a:lnTo>
                  <a:lnTo>
                    <a:pt x="1039" y="4205"/>
                  </a:lnTo>
                  <a:lnTo>
                    <a:pt x="8215" y="203"/>
                  </a:lnTo>
                  <a:lnTo>
                    <a:pt x="31803" y="198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1" name="Forme libre : forme 629">
              <a:extLst>
                <a:ext uri="{FF2B5EF4-FFF2-40B4-BE49-F238E27FC236}">
                  <a16:creationId xmlns:a16="http://schemas.microsoft.com/office/drawing/2014/main" id="{97F1017F-58D3-8899-D905-09BA492CBDFF}"/>
                </a:ext>
              </a:extLst>
            </p:cNvPr>
            <p:cNvSpPr/>
            <p:nvPr/>
          </p:nvSpPr>
          <p:spPr>
            <a:xfrm>
              <a:off x="3537656" y="2257263"/>
              <a:ext cx="59474" cy="11109"/>
            </a:xfrm>
            <a:custGeom>
              <a:avLst/>
              <a:gdLst>
                <a:gd name="csX0" fmla="*/ 1065 w 59474"/>
                <a:gd name="csY0" fmla="*/ 3333 h 11109"/>
                <a:gd name="csX1" fmla="*/ 11320 w 59474"/>
                <a:gd name="csY1" fmla="*/ 665 h 11109"/>
                <a:gd name="csX2" fmla="*/ 33881 w 59474"/>
                <a:gd name="csY2" fmla="*/ 2444 h 11109"/>
                <a:gd name="csX3" fmla="*/ 48233 w 59474"/>
                <a:gd name="csY3" fmla="*/ 220 h 11109"/>
                <a:gd name="csX4" fmla="*/ 60540 w 59474"/>
                <a:gd name="csY4" fmla="*/ 1554 h 11109"/>
                <a:gd name="csX5" fmla="*/ 47214 w 59474"/>
                <a:gd name="csY5" fmla="*/ 11330 h 11109"/>
                <a:gd name="csX6" fmla="*/ 9267 w 59474"/>
                <a:gd name="csY6" fmla="*/ 9107 h 11109"/>
                <a:gd name="csX7" fmla="*/ 2091 w 59474"/>
                <a:gd name="csY7" fmla="*/ 9996 h 11109"/>
                <a:gd name="csX8" fmla="*/ 1065 w 59474"/>
                <a:gd name="csY8" fmla="*/ 3333 h 11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474" h="11109">
                  <a:moveTo>
                    <a:pt x="1065" y="3333"/>
                  </a:moveTo>
                  <a:lnTo>
                    <a:pt x="11320" y="665"/>
                  </a:lnTo>
                  <a:lnTo>
                    <a:pt x="33881" y="2444"/>
                  </a:lnTo>
                  <a:lnTo>
                    <a:pt x="48233" y="220"/>
                  </a:lnTo>
                  <a:lnTo>
                    <a:pt x="60540" y="1554"/>
                  </a:lnTo>
                  <a:lnTo>
                    <a:pt x="47214" y="11330"/>
                  </a:lnTo>
                  <a:lnTo>
                    <a:pt x="9267" y="9107"/>
                  </a:lnTo>
                  <a:lnTo>
                    <a:pt x="2091" y="9996"/>
                  </a:lnTo>
                  <a:lnTo>
                    <a:pt x="1065" y="33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2" name="Forme libre : forme 630">
              <a:extLst>
                <a:ext uri="{FF2B5EF4-FFF2-40B4-BE49-F238E27FC236}">
                  <a16:creationId xmlns:a16="http://schemas.microsoft.com/office/drawing/2014/main" id="{24D7C88B-66B4-EC65-63F4-4E94E75579B2}"/>
                </a:ext>
              </a:extLst>
            </p:cNvPr>
            <p:cNvSpPr/>
            <p:nvPr/>
          </p:nvSpPr>
          <p:spPr>
            <a:xfrm rot="4619164" flipV="1">
              <a:off x="3559750" y="2233462"/>
              <a:ext cx="7237" cy="6895"/>
            </a:xfrm>
            <a:custGeom>
              <a:avLst/>
              <a:gdLst>
                <a:gd name="csX0" fmla="*/ 1066 w 7237"/>
                <a:gd name="csY0" fmla="*/ 205 h 6895"/>
                <a:gd name="csX1" fmla="*/ 5622 w 7237"/>
                <a:gd name="csY1" fmla="*/ 205 h 6895"/>
                <a:gd name="csX2" fmla="*/ 8304 w 7237"/>
                <a:gd name="csY2" fmla="*/ 5896 h 6895"/>
                <a:gd name="csX3" fmla="*/ 3112 w 7237"/>
                <a:gd name="csY3" fmla="*/ 7100 h 6895"/>
                <a:gd name="csX4" fmla="*/ 1066 w 7237"/>
                <a:gd name="csY4" fmla="*/ 205 h 6895"/>
              </a:gdLst>
              <a:ahLst/>
              <a:cxnLst>
                <a:cxn ang="0">
                  <a:pos x="csX0" y="csY0"/>
                </a:cxn>
                <a:cxn ang="0">
                  <a:pos x="csX1" y="csY1"/>
                </a:cxn>
                <a:cxn ang="0">
                  <a:pos x="csX2" y="csY2"/>
                </a:cxn>
                <a:cxn ang="0">
                  <a:pos x="csX3" y="csY3"/>
                </a:cxn>
                <a:cxn ang="0">
                  <a:pos x="csX4" y="csY4"/>
                </a:cxn>
              </a:cxnLst>
              <a:rect l="l" t="t" r="r" b="b"/>
              <a:pathLst>
                <a:path w="7237" h="6895">
                  <a:moveTo>
                    <a:pt x="1066" y="205"/>
                  </a:moveTo>
                  <a:lnTo>
                    <a:pt x="5622" y="205"/>
                  </a:lnTo>
                  <a:lnTo>
                    <a:pt x="8304" y="5896"/>
                  </a:lnTo>
                  <a:lnTo>
                    <a:pt x="3112" y="7100"/>
                  </a:lnTo>
                  <a:lnTo>
                    <a:pt x="1066" y="2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3" name="Forme libre : forme 631">
              <a:extLst>
                <a:ext uri="{FF2B5EF4-FFF2-40B4-BE49-F238E27FC236}">
                  <a16:creationId xmlns:a16="http://schemas.microsoft.com/office/drawing/2014/main" id="{89A0C174-B44F-6DD9-D6C8-7F2C61426EAB}"/>
                </a:ext>
              </a:extLst>
            </p:cNvPr>
            <p:cNvSpPr/>
            <p:nvPr/>
          </p:nvSpPr>
          <p:spPr>
            <a:xfrm>
              <a:off x="3503814" y="2339908"/>
              <a:ext cx="22561" cy="8441"/>
            </a:xfrm>
            <a:custGeom>
              <a:avLst/>
              <a:gdLst>
                <a:gd name="csX0" fmla="*/ 1036 w 22561"/>
                <a:gd name="csY0" fmla="*/ 8711 h 8441"/>
                <a:gd name="csX1" fmla="*/ 2062 w 22561"/>
                <a:gd name="csY1" fmla="*/ 5153 h 8441"/>
                <a:gd name="csX2" fmla="*/ 12316 w 22561"/>
                <a:gd name="csY2" fmla="*/ 714 h 8441"/>
                <a:gd name="csX3" fmla="*/ 23597 w 22561"/>
                <a:gd name="csY3" fmla="*/ 269 h 8441"/>
                <a:gd name="csX4" fmla="*/ 22571 w 22561"/>
                <a:gd name="csY4" fmla="*/ 4709 h 8441"/>
                <a:gd name="csX5" fmla="*/ 14369 w 22561"/>
                <a:gd name="csY5" fmla="*/ 7377 h 8441"/>
                <a:gd name="csX6" fmla="*/ 12316 w 22561"/>
                <a:gd name="csY6" fmla="*/ 5598 h 8441"/>
                <a:gd name="csX7" fmla="*/ 1036 w 22561"/>
                <a:gd name="csY7" fmla="*/ 8711 h 84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561" h="8441">
                  <a:moveTo>
                    <a:pt x="1036" y="8711"/>
                  </a:moveTo>
                  <a:lnTo>
                    <a:pt x="2062" y="5153"/>
                  </a:lnTo>
                  <a:lnTo>
                    <a:pt x="12316" y="714"/>
                  </a:lnTo>
                  <a:lnTo>
                    <a:pt x="23597" y="269"/>
                  </a:lnTo>
                  <a:lnTo>
                    <a:pt x="22571" y="4709"/>
                  </a:lnTo>
                  <a:lnTo>
                    <a:pt x="14369" y="7377"/>
                  </a:lnTo>
                  <a:lnTo>
                    <a:pt x="12316" y="5598"/>
                  </a:lnTo>
                  <a:lnTo>
                    <a:pt x="1036" y="87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4" name="Forme libre : forme 632">
              <a:extLst>
                <a:ext uri="{FF2B5EF4-FFF2-40B4-BE49-F238E27FC236}">
                  <a16:creationId xmlns:a16="http://schemas.microsoft.com/office/drawing/2014/main" id="{ED861776-1765-631D-A6F0-8779AA0B36C2}"/>
                </a:ext>
              </a:extLst>
            </p:cNvPr>
            <p:cNvSpPr/>
            <p:nvPr/>
          </p:nvSpPr>
          <p:spPr>
            <a:xfrm>
              <a:off x="3555086" y="2332801"/>
              <a:ext cx="11280" cy="6218"/>
            </a:xfrm>
            <a:custGeom>
              <a:avLst/>
              <a:gdLst>
                <a:gd name="csX0" fmla="*/ 1064 w 11280"/>
                <a:gd name="csY0" fmla="*/ 710 h 6218"/>
                <a:gd name="csX1" fmla="*/ 6188 w 11280"/>
                <a:gd name="csY1" fmla="*/ 6483 h 6218"/>
                <a:gd name="csX2" fmla="*/ 10293 w 11280"/>
                <a:gd name="csY2" fmla="*/ 6483 h 6218"/>
                <a:gd name="csX3" fmla="*/ 12345 w 11280"/>
                <a:gd name="csY3" fmla="*/ 5149 h 6218"/>
                <a:gd name="csX4" fmla="*/ 8241 w 11280"/>
                <a:gd name="csY4" fmla="*/ 265 h 6218"/>
                <a:gd name="csX5" fmla="*/ 1064 w 11280"/>
                <a:gd name="csY5" fmla="*/ 710 h 6218"/>
              </a:gdLst>
              <a:ahLst/>
              <a:cxnLst>
                <a:cxn ang="0">
                  <a:pos x="csX0" y="csY0"/>
                </a:cxn>
                <a:cxn ang="0">
                  <a:pos x="csX1" y="csY1"/>
                </a:cxn>
                <a:cxn ang="0">
                  <a:pos x="csX2" y="csY2"/>
                </a:cxn>
                <a:cxn ang="0">
                  <a:pos x="csX3" y="csY3"/>
                </a:cxn>
                <a:cxn ang="0">
                  <a:pos x="csX4" y="csY4"/>
                </a:cxn>
                <a:cxn ang="0">
                  <a:pos x="csX5" y="csY5"/>
                </a:cxn>
              </a:cxnLst>
              <a:rect l="l" t="t" r="r" b="b"/>
              <a:pathLst>
                <a:path w="11280" h="6218">
                  <a:moveTo>
                    <a:pt x="1064" y="710"/>
                  </a:moveTo>
                  <a:lnTo>
                    <a:pt x="6188" y="6483"/>
                  </a:lnTo>
                  <a:lnTo>
                    <a:pt x="10293" y="6483"/>
                  </a:lnTo>
                  <a:lnTo>
                    <a:pt x="12345" y="5149"/>
                  </a:lnTo>
                  <a:lnTo>
                    <a:pt x="8241" y="265"/>
                  </a:lnTo>
                  <a:lnTo>
                    <a:pt x="1064" y="71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5" name="Forme libre : forme 633">
              <a:extLst>
                <a:ext uri="{FF2B5EF4-FFF2-40B4-BE49-F238E27FC236}">
                  <a16:creationId xmlns:a16="http://schemas.microsoft.com/office/drawing/2014/main" id="{D5DA9342-89AF-ACCF-F03B-FC294256F9A6}"/>
                </a:ext>
              </a:extLst>
            </p:cNvPr>
            <p:cNvSpPr/>
            <p:nvPr/>
          </p:nvSpPr>
          <p:spPr>
            <a:xfrm rot="-734695" flipV="1">
              <a:off x="3544102" y="2323398"/>
              <a:ext cx="8640" cy="3694"/>
            </a:xfrm>
            <a:custGeom>
              <a:avLst/>
              <a:gdLst>
                <a:gd name="csX0" fmla="*/ 1057 w 8640"/>
                <a:gd name="csY0" fmla="*/ 3952 h 3694"/>
                <a:gd name="csX1" fmla="*/ 5251 w 8640"/>
                <a:gd name="csY1" fmla="*/ 3952 h 3694"/>
                <a:gd name="csX2" fmla="*/ 9697 w 8640"/>
                <a:gd name="csY2" fmla="*/ 258 h 3694"/>
                <a:gd name="csX3" fmla="*/ 2398 w 8640"/>
                <a:gd name="csY3" fmla="*/ 477 h 3694"/>
                <a:gd name="csX4" fmla="*/ 1057 w 8640"/>
                <a:gd name="csY4" fmla="*/ 3952 h 3694"/>
              </a:gdLst>
              <a:ahLst/>
              <a:cxnLst>
                <a:cxn ang="0">
                  <a:pos x="csX0" y="csY0"/>
                </a:cxn>
                <a:cxn ang="0">
                  <a:pos x="csX1" y="csY1"/>
                </a:cxn>
                <a:cxn ang="0">
                  <a:pos x="csX2" y="csY2"/>
                </a:cxn>
                <a:cxn ang="0">
                  <a:pos x="csX3" y="csY3"/>
                </a:cxn>
                <a:cxn ang="0">
                  <a:pos x="csX4" y="csY4"/>
                </a:cxn>
              </a:cxnLst>
              <a:rect l="l" t="t" r="r" b="b"/>
              <a:pathLst>
                <a:path w="8640" h="3694">
                  <a:moveTo>
                    <a:pt x="1057" y="3952"/>
                  </a:moveTo>
                  <a:lnTo>
                    <a:pt x="5251" y="3952"/>
                  </a:lnTo>
                  <a:lnTo>
                    <a:pt x="9697" y="258"/>
                  </a:lnTo>
                  <a:lnTo>
                    <a:pt x="2398" y="477"/>
                  </a:lnTo>
                  <a:lnTo>
                    <a:pt x="1057" y="39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6" name="Forme libre : forme 634">
              <a:extLst>
                <a:ext uri="{FF2B5EF4-FFF2-40B4-BE49-F238E27FC236}">
                  <a16:creationId xmlns:a16="http://schemas.microsoft.com/office/drawing/2014/main" id="{4EB5125A-E1FC-CCFE-B8D3-7CEF75FD1EBC}"/>
                </a:ext>
              </a:extLst>
            </p:cNvPr>
            <p:cNvSpPr/>
            <p:nvPr/>
          </p:nvSpPr>
          <p:spPr>
            <a:xfrm rot="148975" flipV="1">
              <a:off x="3440287" y="2298234"/>
              <a:ext cx="10261" cy="2797"/>
            </a:xfrm>
            <a:custGeom>
              <a:avLst/>
              <a:gdLst>
                <a:gd name="csX0" fmla="*/ 994 w 10261"/>
                <a:gd name="csY0" fmla="*/ 242 h 2797"/>
                <a:gd name="csX1" fmla="*/ 11256 w 10261"/>
                <a:gd name="csY1" fmla="*/ 242 h 2797"/>
                <a:gd name="csX2" fmla="*/ 10134 w 10261"/>
                <a:gd name="csY2" fmla="*/ 2418 h 2797"/>
                <a:gd name="csX3" fmla="*/ 3950 w 10261"/>
                <a:gd name="csY3" fmla="*/ 3040 h 2797"/>
                <a:gd name="csX4" fmla="*/ 994 w 10261"/>
                <a:gd name="csY4" fmla="*/ 242 h 2797"/>
              </a:gdLst>
              <a:ahLst/>
              <a:cxnLst>
                <a:cxn ang="0">
                  <a:pos x="csX0" y="csY0"/>
                </a:cxn>
                <a:cxn ang="0">
                  <a:pos x="csX1" y="csY1"/>
                </a:cxn>
                <a:cxn ang="0">
                  <a:pos x="csX2" y="csY2"/>
                </a:cxn>
                <a:cxn ang="0">
                  <a:pos x="csX3" y="csY3"/>
                </a:cxn>
                <a:cxn ang="0">
                  <a:pos x="csX4" y="csY4"/>
                </a:cxn>
              </a:cxnLst>
              <a:rect l="l" t="t" r="r" b="b"/>
              <a:pathLst>
                <a:path w="10261" h="2797">
                  <a:moveTo>
                    <a:pt x="994" y="242"/>
                  </a:moveTo>
                  <a:lnTo>
                    <a:pt x="11256" y="242"/>
                  </a:lnTo>
                  <a:lnTo>
                    <a:pt x="10134" y="2418"/>
                  </a:lnTo>
                  <a:lnTo>
                    <a:pt x="3950" y="3040"/>
                  </a:lnTo>
                  <a:lnTo>
                    <a:pt x="994" y="2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7" name="Forme libre : forme 635">
              <a:extLst>
                <a:ext uri="{FF2B5EF4-FFF2-40B4-BE49-F238E27FC236}">
                  <a16:creationId xmlns:a16="http://schemas.microsoft.com/office/drawing/2014/main" id="{19B53DCD-86D5-3A60-AF9D-C2C5665B80B0}"/>
                </a:ext>
              </a:extLst>
            </p:cNvPr>
            <p:cNvSpPr/>
            <p:nvPr/>
          </p:nvSpPr>
          <p:spPr>
            <a:xfrm>
              <a:off x="3407418" y="2300361"/>
              <a:ext cx="21535" cy="7107"/>
            </a:xfrm>
            <a:custGeom>
              <a:avLst/>
              <a:gdLst>
                <a:gd name="csX0" fmla="*/ 7128 w 21535"/>
                <a:gd name="csY0" fmla="*/ 7352 h 7107"/>
                <a:gd name="csX1" fmla="*/ 10206 w 21535"/>
                <a:gd name="csY1" fmla="*/ 4246 h 7107"/>
                <a:gd name="csX2" fmla="*/ 22513 w 21535"/>
                <a:gd name="csY2" fmla="*/ 1579 h 7107"/>
                <a:gd name="csX3" fmla="*/ 17382 w 21535"/>
                <a:gd name="csY3" fmla="*/ 245 h 7107"/>
                <a:gd name="csX4" fmla="*/ 3023 w 21535"/>
                <a:gd name="csY4" fmla="*/ 2023 h 7107"/>
                <a:gd name="csX5" fmla="*/ 978 w 21535"/>
                <a:gd name="csY5" fmla="*/ 5574 h 7107"/>
                <a:gd name="csX6" fmla="*/ 4049 w 21535"/>
                <a:gd name="csY6" fmla="*/ 7352 h 710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7107">
                  <a:moveTo>
                    <a:pt x="7128" y="7352"/>
                  </a:moveTo>
                  <a:lnTo>
                    <a:pt x="10206" y="4246"/>
                  </a:lnTo>
                  <a:lnTo>
                    <a:pt x="22513" y="1579"/>
                  </a:lnTo>
                  <a:lnTo>
                    <a:pt x="17382" y="245"/>
                  </a:lnTo>
                  <a:lnTo>
                    <a:pt x="3023" y="2023"/>
                  </a:lnTo>
                  <a:lnTo>
                    <a:pt x="978" y="5574"/>
                  </a:lnTo>
                  <a:lnTo>
                    <a:pt x="4049" y="7352"/>
                  </a:lnTo>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8" name="Forme libre : forme 636">
              <a:extLst>
                <a:ext uri="{FF2B5EF4-FFF2-40B4-BE49-F238E27FC236}">
                  <a16:creationId xmlns:a16="http://schemas.microsoft.com/office/drawing/2014/main" id="{4FEF620E-7DC3-3F02-61AC-E425815B3D05}"/>
                </a:ext>
              </a:extLst>
            </p:cNvPr>
            <p:cNvSpPr/>
            <p:nvPr/>
          </p:nvSpPr>
          <p:spPr>
            <a:xfrm>
              <a:off x="3346917" y="2304808"/>
              <a:ext cx="27685" cy="11554"/>
            </a:xfrm>
            <a:custGeom>
              <a:avLst/>
              <a:gdLst>
                <a:gd name="csX0" fmla="*/ 7092 w 27685"/>
                <a:gd name="csY0" fmla="*/ 11803 h 11554"/>
                <a:gd name="csX1" fmla="*/ 26575 w 27685"/>
                <a:gd name="csY1" fmla="*/ 10469 h 11554"/>
                <a:gd name="csX2" fmla="*/ 28628 w 27685"/>
                <a:gd name="csY2" fmla="*/ 7363 h 11554"/>
                <a:gd name="csX3" fmla="*/ 8118 w 27685"/>
                <a:gd name="csY3" fmla="*/ 248 h 11554"/>
                <a:gd name="csX4" fmla="*/ 942 w 27685"/>
                <a:gd name="csY4" fmla="*/ 1138 h 11554"/>
                <a:gd name="csX5" fmla="*/ 1962 w 27685"/>
                <a:gd name="csY5" fmla="*/ 8245 h 11554"/>
                <a:gd name="csX6" fmla="*/ 7092 w 27685"/>
                <a:gd name="csY6" fmla="*/ 11803 h 11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1554">
                  <a:moveTo>
                    <a:pt x="7092" y="11803"/>
                  </a:moveTo>
                  <a:lnTo>
                    <a:pt x="26575" y="10469"/>
                  </a:lnTo>
                  <a:lnTo>
                    <a:pt x="28628" y="7363"/>
                  </a:lnTo>
                  <a:lnTo>
                    <a:pt x="8118" y="248"/>
                  </a:lnTo>
                  <a:lnTo>
                    <a:pt x="942" y="1138"/>
                  </a:lnTo>
                  <a:lnTo>
                    <a:pt x="1962" y="8245"/>
                  </a:lnTo>
                  <a:lnTo>
                    <a:pt x="7092" y="118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59" name="Forme libre : forme 637">
              <a:extLst>
                <a:ext uri="{FF2B5EF4-FFF2-40B4-BE49-F238E27FC236}">
                  <a16:creationId xmlns:a16="http://schemas.microsoft.com/office/drawing/2014/main" id="{08703831-81FE-9A13-A44E-65D199DA419F}"/>
                </a:ext>
              </a:extLst>
            </p:cNvPr>
            <p:cNvSpPr/>
            <p:nvPr/>
          </p:nvSpPr>
          <p:spPr>
            <a:xfrm>
              <a:off x="3650455" y="2296811"/>
              <a:ext cx="13332" cy="12888"/>
            </a:xfrm>
            <a:custGeom>
              <a:avLst/>
              <a:gdLst>
                <a:gd name="csX0" fmla="*/ 4202 w 13332"/>
                <a:gd name="csY0" fmla="*/ 246 h 12888"/>
                <a:gd name="csX1" fmla="*/ 1123 w 13332"/>
                <a:gd name="csY1" fmla="*/ 2024 h 12888"/>
                <a:gd name="csX2" fmla="*/ 2150 w 13332"/>
                <a:gd name="csY2" fmla="*/ 11800 h 12888"/>
                <a:gd name="csX3" fmla="*/ 8306 w 13332"/>
                <a:gd name="csY3" fmla="*/ 13134 h 12888"/>
                <a:gd name="csX4" fmla="*/ 14456 w 13332"/>
                <a:gd name="csY4" fmla="*/ 10911 h 12888"/>
                <a:gd name="csX5" fmla="*/ 11378 w 13332"/>
                <a:gd name="csY5" fmla="*/ 246 h 12888"/>
                <a:gd name="csX6" fmla="*/ 4202 w 13332"/>
                <a:gd name="csY6" fmla="*/ 246 h 128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332" h="12888">
                  <a:moveTo>
                    <a:pt x="4202" y="246"/>
                  </a:moveTo>
                  <a:lnTo>
                    <a:pt x="1123" y="2024"/>
                  </a:lnTo>
                  <a:lnTo>
                    <a:pt x="2150" y="11800"/>
                  </a:lnTo>
                  <a:lnTo>
                    <a:pt x="8306" y="13134"/>
                  </a:lnTo>
                  <a:lnTo>
                    <a:pt x="14456" y="10911"/>
                  </a:lnTo>
                  <a:lnTo>
                    <a:pt x="11378" y="246"/>
                  </a:lnTo>
                  <a:lnTo>
                    <a:pt x="4202" y="2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0" name="Forme libre : forme 638">
              <a:extLst>
                <a:ext uri="{FF2B5EF4-FFF2-40B4-BE49-F238E27FC236}">
                  <a16:creationId xmlns:a16="http://schemas.microsoft.com/office/drawing/2014/main" id="{EE8A4E14-9120-A709-4B83-F24F5CF9B93E}"/>
                </a:ext>
              </a:extLst>
            </p:cNvPr>
            <p:cNvSpPr/>
            <p:nvPr/>
          </p:nvSpPr>
          <p:spPr>
            <a:xfrm>
              <a:off x="3617133" y="1946243"/>
              <a:ext cx="668097" cy="376783"/>
            </a:xfrm>
            <a:custGeom>
              <a:avLst/>
              <a:gdLst>
                <a:gd name="csX0" fmla="*/ 111505 w 668097"/>
                <a:gd name="csY0" fmla="*/ 328916 h 376783"/>
                <a:gd name="csX1" fmla="*/ 111505 w 668097"/>
                <a:gd name="csY1" fmla="*/ 336024 h 376783"/>
                <a:gd name="csX2" fmla="*/ 102276 w 668097"/>
                <a:gd name="csY2" fmla="*/ 339136 h 376783"/>
                <a:gd name="csX3" fmla="*/ 87917 w 668097"/>
                <a:gd name="csY3" fmla="*/ 340470 h 376783"/>
                <a:gd name="csX4" fmla="*/ 78689 w 668097"/>
                <a:gd name="csY4" fmla="*/ 340470 h 376783"/>
                <a:gd name="csX5" fmla="*/ 66382 w 668097"/>
                <a:gd name="csY5" fmla="*/ 348023 h 376783"/>
                <a:gd name="csX6" fmla="*/ 54075 w 668097"/>
                <a:gd name="csY6" fmla="*/ 348912 h 376783"/>
                <a:gd name="csX7" fmla="*/ 55102 w 668097"/>
                <a:gd name="csY7" fmla="*/ 364462 h 376783"/>
                <a:gd name="csX8" fmla="*/ 67408 w 668097"/>
                <a:gd name="csY8" fmla="*/ 364906 h 376783"/>
                <a:gd name="csX9" fmla="*/ 70487 w 668097"/>
                <a:gd name="csY9" fmla="*/ 361794 h 376783"/>
                <a:gd name="csX10" fmla="*/ 72532 w 668097"/>
                <a:gd name="csY10" fmla="*/ 359577 h 376783"/>
                <a:gd name="csX11" fmla="*/ 76637 w 668097"/>
                <a:gd name="csY11" fmla="*/ 360022 h 376783"/>
                <a:gd name="csX12" fmla="*/ 79715 w 668097"/>
                <a:gd name="csY12" fmla="*/ 366685 h 376783"/>
                <a:gd name="csX13" fmla="*/ 90996 w 668097"/>
                <a:gd name="csY13" fmla="*/ 368463 h 376783"/>
                <a:gd name="csX14" fmla="*/ 94067 w 668097"/>
                <a:gd name="csY14" fmla="*/ 365795 h 376783"/>
                <a:gd name="csX15" fmla="*/ 93041 w 668097"/>
                <a:gd name="csY15" fmla="*/ 363128 h 376783"/>
                <a:gd name="csX16" fmla="*/ 98172 w 668097"/>
                <a:gd name="csY16" fmla="*/ 363128 h 376783"/>
                <a:gd name="csX17" fmla="*/ 104329 w 668097"/>
                <a:gd name="csY17" fmla="*/ 367129 h 376783"/>
                <a:gd name="csX18" fmla="*/ 113557 w 668097"/>
                <a:gd name="csY18" fmla="*/ 365351 h 376783"/>
                <a:gd name="csX19" fmla="*/ 115603 w 668097"/>
                <a:gd name="csY19" fmla="*/ 360466 h 376783"/>
                <a:gd name="csX20" fmla="*/ 124838 w 668097"/>
                <a:gd name="csY20" fmla="*/ 360466 h 376783"/>
                <a:gd name="csX21" fmla="*/ 123812 w 668097"/>
                <a:gd name="csY21" fmla="*/ 368463 h 376783"/>
                <a:gd name="csX22" fmla="*/ 137138 w 668097"/>
                <a:gd name="csY22" fmla="*/ 370680 h 376783"/>
                <a:gd name="csX23" fmla="*/ 155601 w 668097"/>
                <a:gd name="csY23" fmla="*/ 371569 h 376783"/>
                <a:gd name="csX24" fmla="*/ 143295 w 668097"/>
                <a:gd name="csY24" fmla="*/ 362683 h 376783"/>
                <a:gd name="csX25" fmla="*/ 148418 w 668097"/>
                <a:gd name="csY25" fmla="*/ 360911 h 376783"/>
                <a:gd name="csX26" fmla="*/ 158673 w 668097"/>
                <a:gd name="csY26" fmla="*/ 362683 h 376783"/>
                <a:gd name="csX27" fmla="*/ 163804 w 668097"/>
                <a:gd name="csY27" fmla="*/ 365795 h 376783"/>
                <a:gd name="csX28" fmla="*/ 168934 w 668097"/>
                <a:gd name="csY28" fmla="*/ 364017 h 376783"/>
                <a:gd name="csX29" fmla="*/ 166882 w 668097"/>
                <a:gd name="csY29" fmla="*/ 360911 h 376783"/>
                <a:gd name="csX30" fmla="*/ 181234 w 668097"/>
                <a:gd name="csY30" fmla="*/ 359577 h 376783"/>
                <a:gd name="csX31" fmla="*/ 184313 w 668097"/>
                <a:gd name="csY31" fmla="*/ 366240 h 376783"/>
                <a:gd name="csX32" fmla="*/ 190463 w 668097"/>
                <a:gd name="csY32" fmla="*/ 362683 h 376783"/>
                <a:gd name="csX33" fmla="*/ 187391 w 668097"/>
                <a:gd name="csY33" fmla="*/ 359132 h 376783"/>
                <a:gd name="csX34" fmla="*/ 197646 w 668097"/>
                <a:gd name="csY34" fmla="*/ 359132 h 376783"/>
                <a:gd name="csX35" fmla="*/ 199691 w 668097"/>
                <a:gd name="csY35" fmla="*/ 366685 h 376783"/>
                <a:gd name="csX36" fmla="*/ 209952 w 668097"/>
                <a:gd name="csY36" fmla="*/ 368463 h 376783"/>
                <a:gd name="csX37" fmla="*/ 217129 w 668097"/>
                <a:gd name="csY37" fmla="*/ 364906 h 376783"/>
                <a:gd name="csX38" fmla="*/ 213024 w 668097"/>
                <a:gd name="csY38" fmla="*/ 358688 h 376783"/>
                <a:gd name="csX39" fmla="*/ 227383 w 668097"/>
                <a:gd name="csY39" fmla="*/ 358688 h 376783"/>
                <a:gd name="csX40" fmla="*/ 234559 w 668097"/>
                <a:gd name="csY40" fmla="*/ 364017 h 376783"/>
                <a:gd name="csX41" fmla="*/ 243788 w 668097"/>
                <a:gd name="csY41" fmla="*/ 364906 h 376783"/>
                <a:gd name="csX42" fmla="*/ 245840 w 668097"/>
                <a:gd name="csY42" fmla="*/ 367574 h 376783"/>
                <a:gd name="csX43" fmla="*/ 242761 w 668097"/>
                <a:gd name="csY43" fmla="*/ 375127 h 376783"/>
                <a:gd name="csX44" fmla="*/ 251997 w 668097"/>
                <a:gd name="csY44" fmla="*/ 376905 h 376783"/>
                <a:gd name="csX45" fmla="*/ 279682 w 668097"/>
                <a:gd name="csY45" fmla="*/ 368019 h 376783"/>
                <a:gd name="csX46" fmla="*/ 282760 w 668097"/>
                <a:gd name="csY46" fmla="*/ 362683 h 376783"/>
                <a:gd name="csX47" fmla="*/ 299165 w 668097"/>
                <a:gd name="csY47" fmla="*/ 362690 h 376783"/>
                <a:gd name="csX48" fmla="*/ 305322 w 668097"/>
                <a:gd name="csY48" fmla="*/ 356020 h 376783"/>
                <a:gd name="csX49" fmla="*/ 302243 w 668097"/>
                <a:gd name="csY49" fmla="*/ 343583 h 376783"/>
                <a:gd name="csX50" fmla="*/ 293015 w 668097"/>
                <a:gd name="csY50" fmla="*/ 342249 h 376783"/>
                <a:gd name="csX51" fmla="*/ 283786 w 668097"/>
                <a:gd name="csY51" fmla="*/ 350246 h 376783"/>
                <a:gd name="csX52" fmla="*/ 272506 w 668097"/>
                <a:gd name="csY52" fmla="*/ 348467 h 376783"/>
                <a:gd name="csX53" fmla="*/ 272506 w 668097"/>
                <a:gd name="csY53" fmla="*/ 340915 h 376783"/>
                <a:gd name="csX54" fmla="*/ 277630 w 668097"/>
                <a:gd name="csY54" fmla="*/ 337802 h 376783"/>
                <a:gd name="csX55" fmla="*/ 276603 w 668097"/>
                <a:gd name="csY55" fmla="*/ 332918 h 376783"/>
                <a:gd name="csX56" fmla="*/ 268401 w 668097"/>
                <a:gd name="csY56" fmla="*/ 332918 h 376783"/>
                <a:gd name="csX57" fmla="*/ 260199 w 668097"/>
                <a:gd name="csY57" fmla="*/ 337358 h 376783"/>
                <a:gd name="csX58" fmla="*/ 253016 w 668097"/>
                <a:gd name="csY58" fmla="*/ 334697 h 376783"/>
                <a:gd name="csX59" fmla="*/ 222252 w 668097"/>
                <a:gd name="csY59" fmla="*/ 336024 h 376783"/>
                <a:gd name="csX60" fmla="*/ 220207 w 668097"/>
                <a:gd name="csY60" fmla="*/ 332473 h 376783"/>
                <a:gd name="csX61" fmla="*/ 233533 w 668097"/>
                <a:gd name="csY61" fmla="*/ 326700 h 376783"/>
                <a:gd name="csX62" fmla="*/ 226357 w 668097"/>
                <a:gd name="csY62" fmla="*/ 320030 h 376783"/>
                <a:gd name="csX63" fmla="*/ 230461 w 668097"/>
                <a:gd name="csY63" fmla="*/ 319140 h 376783"/>
                <a:gd name="csX64" fmla="*/ 247892 w 668097"/>
                <a:gd name="csY64" fmla="*/ 329805 h 376783"/>
                <a:gd name="csX65" fmla="*/ 285832 w 668097"/>
                <a:gd name="csY65" fmla="*/ 329361 h 376783"/>
                <a:gd name="csX66" fmla="*/ 306348 w 668097"/>
                <a:gd name="csY66" fmla="*/ 320030 h 376783"/>
                <a:gd name="csX67" fmla="*/ 300191 w 668097"/>
                <a:gd name="csY67" fmla="*/ 310261 h 376783"/>
                <a:gd name="csX68" fmla="*/ 294041 w 668097"/>
                <a:gd name="csY68" fmla="*/ 307148 h 376783"/>
                <a:gd name="csX69" fmla="*/ 299165 w 668097"/>
                <a:gd name="csY69" fmla="*/ 302702 h 376783"/>
                <a:gd name="csX70" fmla="*/ 327883 w 668097"/>
                <a:gd name="csY70" fmla="*/ 304480 h 376783"/>
                <a:gd name="csX71" fmla="*/ 351464 w 668097"/>
                <a:gd name="csY71" fmla="*/ 298262 h 376783"/>
                <a:gd name="csX72" fmla="*/ 342235 w 668097"/>
                <a:gd name="csY72" fmla="*/ 295149 h 376783"/>
                <a:gd name="csX73" fmla="*/ 325831 w 668097"/>
                <a:gd name="csY73" fmla="*/ 293815 h 376783"/>
                <a:gd name="csX74" fmla="*/ 323778 w 668097"/>
                <a:gd name="csY74" fmla="*/ 292037 h 376783"/>
                <a:gd name="csX75" fmla="*/ 336085 w 668097"/>
                <a:gd name="csY75" fmla="*/ 290265 h 376783"/>
                <a:gd name="csX76" fmla="*/ 357620 w 668097"/>
                <a:gd name="csY76" fmla="*/ 289820 h 376783"/>
                <a:gd name="csX77" fmla="*/ 362744 w 668097"/>
                <a:gd name="csY77" fmla="*/ 287152 h 376783"/>
                <a:gd name="csX78" fmla="*/ 360692 w 668097"/>
                <a:gd name="csY78" fmla="*/ 280489 h 376783"/>
                <a:gd name="csX79" fmla="*/ 339164 w 668097"/>
                <a:gd name="csY79" fmla="*/ 275598 h 376783"/>
                <a:gd name="csX80" fmla="*/ 344287 w 668097"/>
                <a:gd name="csY80" fmla="*/ 274264 h 376783"/>
                <a:gd name="csX81" fmla="*/ 360699 w 668097"/>
                <a:gd name="csY81" fmla="*/ 275598 h 376783"/>
                <a:gd name="csX82" fmla="*/ 371979 w 668097"/>
                <a:gd name="csY82" fmla="*/ 272937 h 376783"/>
                <a:gd name="csX83" fmla="*/ 359673 w 668097"/>
                <a:gd name="csY83" fmla="*/ 259159 h 376783"/>
                <a:gd name="csX84" fmla="*/ 344287 w 668097"/>
                <a:gd name="csY84" fmla="*/ 259159 h 376783"/>
                <a:gd name="csX85" fmla="*/ 329935 w 668097"/>
                <a:gd name="csY85" fmla="*/ 253386 h 376783"/>
                <a:gd name="csX86" fmla="*/ 309419 w 668097"/>
                <a:gd name="csY86" fmla="*/ 256054 h 376783"/>
                <a:gd name="csX87" fmla="*/ 304295 w 668097"/>
                <a:gd name="csY87" fmla="*/ 252941 h 376783"/>
                <a:gd name="csX88" fmla="*/ 317628 w 668097"/>
                <a:gd name="csY88" fmla="*/ 251162 h 376783"/>
                <a:gd name="csX89" fmla="*/ 331981 w 668097"/>
                <a:gd name="csY89" fmla="*/ 251607 h 376783"/>
                <a:gd name="csX90" fmla="*/ 331981 w 668097"/>
                <a:gd name="csY90" fmla="*/ 249384 h 376783"/>
                <a:gd name="csX91" fmla="*/ 306348 w 668097"/>
                <a:gd name="csY91" fmla="*/ 248939 h 376783"/>
                <a:gd name="csX92" fmla="*/ 307374 w 668097"/>
                <a:gd name="csY92" fmla="*/ 246278 h 376783"/>
                <a:gd name="csX93" fmla="*/ 324805 w 668097"/>
                <a:gd name="csY93" fmla="*/ 244499 h 376783"/>
                <a:gd name="csX94" fmla="*/ 344287 w 668097"/>
                <a:gd name="csY94" fmla="*/ 246278 h 376783"/>
                <a:gd name="csX95" fmla="*/ 355568 w 668097"/>
                <a:gd name="csY95" fmla="*/ 251607 h 376783"/>
                <a:gd name="csX96" fmla="*/ 371979 w 668097"/>
                <a:gd name="csY96" fmla="*/ 251607 h 376783"/>
                <a:gd name="csX97" fmla="*/ 375051 w 668097"/>
                <a:gd name="csY97" fmla="*/ 243610 h 376783"/>
                <a:gd name="csX98" fmla="*/ 341216 w 668097"/>
                <a:gd name="csY98" fmla="*/ 240942 h 376783"/>
                <a:gd name="csX99" fmla="*/ 307374 w 668097"/>
                <a:gd name="csY99" fmla="*/ 243165 h 376783"/>
                <a:gd name="csX100" fmla="*/ 309426 w 668097"/>
                <a:gd name="csY100" fmla="*/ 239163 h 376783"/>
                <a:gd name="csX101" fmla="*/ 320707 w 668097"/>
                <a:gd name="csY101" fmla="*/ 238274 h 376783"/>
                <a:gd name="csX102" fmla="*/ 318655 w 668097"/>
                <a:gd name="csY102" fmla="*/ 236502 h 376783"/>
                <a:gd name="csX103" fmla="*/ 338137 w 668097"/>
                <a:gd name="csY103" fmla="*/ 237392 h 376783"/>
                <a:gd name="csX104" fmla="*/ 339164 w 668097"/>
                <a:gd name="csY104" fmla="*/ 235613 h 376783"/>
                <a:gd name="csX105" fmla="*/ 322752 w 668097"/>
                <a:gd name="csY105" fmla="*/ 233390 h 376783"/>
                <a:gd name="csX106" fmla="*/ 341216 w 668097"/>
                <a:gd name="csY106" fmla="*/ 230277 h 376783"/>
                <a:gd name="csX107" fmla="*/ 347366 w 668097"/>
                <a:gd name="csY107" fmla="*/ 231166 h 376783"/>
                <a:gd name="csX108" fmla="*/ 351470 w 668097"/>
                <a:gd name="csY108" fmla="*/ 234279 h 376783"/>
                <a:gd name="csX109" fmla="*/ 366849 w 668097"/>
                <a:gd name="csY109" fmla="*/ 233834 h 376783"/>
                <a:gd name="csX110" fmla="*/ 367875 w 668097"/>
                <a:gd name="csY110" fmla="*/ 228505 h 376783"/>
                <a:gd name="csX111" fmla="*/ 386332 w 668097"/>
                <a:gd name="csY111" fmla="*/ 228505 h 376783"/>
                <a:gd name="csX112" fmla="*/ 399665 w 668097"/>
                <a:gd name="csY112" fmla="*/ 224948 h 376783"/>
                <a:gd name="csX113" fmla="*/ 397612 w 668097"/>
                <a:gd name="csY113" fmla="*/ 218730 h 376783"/>
                <a:gd name="csX114" fmla="*/ 374032 w 668097"/>
                <a:gd name="csY114" fmla="*/ 216062 h 376783"/>
                <a:gd name="csX115" fmla="*/ 370953 w 668097"/>
                <a:gd name="csY115" fmla="*/ 212949 h 376783"/>
                <a:gd name="csX116" fmla="*/ 385312 w 668097"/>
                <a:gd name="csY116" fmla="*/ 211622 h 376783"/>
                <a:gd name="csX117" fmla="*/ 405815 w 668097"/>
                <a:gd name="csY117" fmla="*/ 216062 h 376783"/>
                <a:gd name="csX118" fmla="*/ 410945 w 668097"/>
                <a:gd name="csY118" fmla="*/ 218730 h 376783"/>
                <a:gd name="csX119" fmla="*/ 430428 w 668097"/>
                <a:gd name="csY119" fmla="*/ 217840 h 376783"/>
                <a:gd name="csX120" fmla="*/ 445813 w 668097"/>
                <a:gd name="csY120" fmla="*/ 210288 h 376783"/>
                <a:gd name="csX121" fmla="*/ 443761 w 668097"/>
                <a:gd name="csY121" fmla="*/ 205397 h 376783"/>
                <a:gd name="csX122" fmla="*/ 451963 w 668097"/>
                <a:gd name="csY122" fmla="*/ 201402 h 376783"/>
                <a:gd name="csX123" fmla="*/ 444787 w 668097"/>
                <a:gd name="csY123" fmla="*/ 199623 h 376783"/>
                <a:gd name="csX124" fmla="*/ 424278 w 668097"/>
                <a:gd name="csY124" fmla="*/ 202291 h 376783"/>
                <a:gd name="csX125" fmla="*/ 418128 w 668097"/>
                <a:gd name="csY125" fmla="*/ 201402 h 376783"/>
                <a:gd name="csX126" fmla="*/ 419148 w 668097"/>
                <a:gd name="csY126" fmla="*/ 195176 h 376783"/>
                <a:gd name="csX127" fmla="*/ 428383 w 668097"/>
                <a:gd name="csY127" fmla="*/ 192515 h 376783"/>
                <a:gd name="csX128" fmla="*/ 439663 w 668097"/>
                <a:gd name="csY128" fmla="*/ 196510 h 376783"/>
                <a:gd name="csX129" fmla="*/ 447866 w 668097"/>
                <a:gd name="csY129" fmla="*/ 192515 h 376783"/>
                <a:gd name="csX130" fmla="*/ 469401 w 668097"/>
                <a:gd name="csY130" fmla="*/ 190737 h 376783"/>
                <a:gd name="csX131" fmla="*/ 464270 w 668097"/>
                <a:gd name="csY131" fmla="*/ 184963 h 376783"/>
                <a:gd name="csX132" fmla="*/ 454016 w 668097"/>
                <a:gd name="csY132" fmla="*/ 181406 h 376783"/>
                <a:gd name="csX133" fmla="*/ 451963 w 668097"/>
                <a:gd name="csY133" fmla="*/ 174298 h 376783"/>
                <a:gd name="csX134" fmla="*/ 464270 w 668097"/>
                <a:gd name="csY134" fmla="*/ 176959 h 376783"/>
                <a:gd name="csX135" fmla="*/ 466323 w 668097"/>
                <a:gd name="csY135" fmla="*/ 181406 h 376783"/>
                <a:gd name="csX136" fmla="*/ 473499 w 668097"/>
                <a:gd name="csY136" fmla="*/ 183184 h 376783"/>
                <a:gd name="csX137" fmla="*/ 488884 w 668097"/>
                <a:gd name="csY137" fmla="*/ 177404 h 376783"/>
                <a:gd name="csX138" fmla="*/ 496060 w 668097"/>
                <a:gd name="csY138" fmla="*/ 167190 h 376783"/>
                <a:gd name="csX139" fmla="*/ 518621 w 668097"/>
                <a:gd name="csY139" fmla="*/ 156081 h 376783"/>
                <a:gd name="csX140" fmla="*/ 527850 w 668097"/>
                <a:gd name="csY140" fmla="*/ 153413 h 376783"/>
                <a:gd name="csX141" fmla="*/ 543235 w 668097"/>
                <a:gd name="csY141" fmla="*/ 141858 h 376783"/>
                <a:gd name="csX142" fmla="*/ 550411 w 668097"/>
                <a:gd name="csY142" fmla="*/ 140086 h 376783"/>
                <a:gd name="csX143" fmla="*/ 566822 w 668097"/>
                <a:gd name="csY143" fmla="*/ 127198 h 376783"/>
                <a:gd name="csX144" fmla="*/ 577077 w 668097"/>
                <a:gd name="csY144" fmla="*/ 125864 h 376783"/>
                <a:gd name="csX145" fmla="*/ 588358 w 668097"/>
                <a:gd name="csY145" fmla="*/ 116978 h 376783"/>
                <a:gd name="csX146" fmla="*/ 595534 w 668097"/>
                <a:gd name="csY146" fmla="*/ 113872 h 376783"/>
                <a:gd name="csX147" fmla="*/ 593481 w 668097"/>
                <a:gd name="csY147" fmla="*/ 111204 h 376783"/>
                <a:gd name="csX148" fmla="*/ 580155 w 668097"/>
                <a:gd name="csY148" fmla="*/ 111649 h 376783"/>
                <a:gd name="csX149" fmla="*/ 566822 w 668097"/>
                <a:gd name="csY149" fmla="*/ 114317 h 376783"/>
                <a:gd name="csX150" fmla="*/ 551437 w 668097"/>
                <a:gd name="csY150" fmla="*/ 118757 h 376783"/>
                <a:gd name="csX151" fmla="*/ 541183 w 668097"/>
                <a:gd name="csY151" fmla="*/ 120535 h 376783"/>
                <a:gd name="csX152" fmla="*/ 508367 w 668097"/>
                <a:gd name="csY152" fmla="*/ 128088 h 376783"/>
                <a:gd name="csX153" fmla="*/ 488884 w 668097"/>
                <a:gd name="csY153" fmla="*/ 133861 h 376783"/>
                <a:gd name="csX154" fmla="*/ 480682 w 668097"/>
                <a:gd name="csY154" fmla="*/ 134306 h 376783"/>
                <a:gd name="csX155" fmla="*/ 475551 w 668097"/>
                <a:gd name="csY155" fmla="*/ 137419 h 376783"/>
                <a:gd name="csX156" fmla="*/ 456068 w 668097"/>
                <a:gd name="csY156" fmla="*/ 134751 h 376783"/>
                <a:gd name="csX157" fmla="*/ 463251 w 668097"/>
                <a:gd name="csY157" fmla="*/ 131200 h 376783"/>
                <a:gd name="csX158" fmla="*/ 483760 w 668097"/>
                <a:gd name="csY158" fmla="*/ 131200 h 376783"/>
                <a:gd name="csX159" fmla="*/ 501191 w 668097"/>
                <a:gd name="csY159" fmla="*/ 125864 h 376783"/>
                <a:gd name="csX160" fmla="*/ 526830 w 668097"/>
                <a:gd name="csY160" fmla="*/ 120535 h 376783"/>
                <a:gd name="csX161" fmla="*/ 549392 w 668097"/>
                <a:gd name="csY161" fmla="*/ 115206 h 376783"/>
                <a:gd name="csX162" fmla="*/ 547339 w 668097"/>
                <a:gd name="csY162" fmla="*/ 110759 h 376783"/>
                <a:gd name="csX163" fmla="*/ 523752 w 668097"/>
                <a:gd name="csY163" fmla="*/ 111204 h 376783"/>
                <a:gd name="csX164" fmla="*/ 516576 w 668097"/>
                <a:gd name="csY164" fmla="*/ 113427 h 376783"/>
                <a:gd name="csX165" fmla="*/ 495041 w 668097"/>
                <a:gd name="csY165" fmla="*/ 112093 h 376783"/>
                <a:gd name="csX166" fmla="*/ 492988 w 668097"/>
                <a:gd name="csY166" fmla="*/ 102762 h 376783"/>
                <a:gd name="csX167" fmla="*/ 497086 w 668097"/>
                <a:gd name="csY167" fmla="*/ 102318 h 376783"/>
                <a:gd name="csX168" fmla="*/ 507341 w 668097"/>
                <a:gd name="csY168" fmla="*/ 105875 h 376783"/>
                <a:gd name="csX169" fmla="*/ 526830 w 668097"/>
                <a:gd name="csY169" fmla="*/ 104986 h 376783"/>
                <a:gd name="csX170" fmla="*/ 535033 w 668097"/>
                <a:gd name="csY170" fmla="*/ 106320 h 376783"/>
                <a:gd name="csX171" fmla="*/ 564770 w 668097"/>
                <a:gd name="csY171" fmla="*/ 103652 h 376783"/>
                <a:gd name="csX172" fmla="*/ 578103 w 668097"/>
                <a:gd name="csY172" fmla="*/ 97878 h 376783"/>
                <a:gd name="csX173" fmla="*/ 597586 w 668097"/>
                <a:gd name="csY173" fmla="*/ 97433 h 376783"/>
                <a:gd name="csX174" fmla="*/ 608867 w 668097"/>
                <a:gd name="csY174" fmla="*/ 92761 h 376783"/>
                <a:gd name="csX175" fmla="*/ 621173 w 668097"/>
                <a:gd name="csY175" fmla="*/ 90763 h 376783"/>
                <a:gd name="csX176" fmla="*/ 636552 w 668097"/>
                <a:gd name="csY176" fmla="*/ 85434 h 376783"/>
                <a:gd name="csX177" fmla="*/ 641682 w 668097"/>
                <a:gd name="csY177" fmla="*/ 79661 h 376783"/>
                <a:gd name="csX178" fmla="*/ 650911 w 668097"/>
                <a:gd name="csY178" fmla="*/ 76548 h 376783"/>
                <a:gd name="csX179" fmla="*/ 647832 w 668097"/>
                <a:gd name="csY179" fmla="*/ 72546 h 376783"/>
                <a:gd name="csX180" fmla="*/ 667315 w 668097"/>
                <a:gd name="csY180" fmla="*/ 65438 h 376783"/>
                <a:gd name="csX181" fmla="*/ 669368 w 668097"/>
                <a:gd name="csY181" fmla="*/ 52112 h 376783"/>
                <a:gd name="csX182" fmla="*/ 649885 w 668097"/>
                <a:gd name="csY182" fmla="*/ 44108 h 376783"/>
                <a:gd name="csX183" fmla="*/ 617069 w 668097"/>
                <a:gd name="csY183" fmla="*/ 44108 h 376783"/>
                <a:gd name="csX184" fmla="*/ 615023 w 668097"/>
                <a:gd name="csY184" fmla="*/ 29893 h 376783"/>
                <a:gd name="csX185" fmla="*/ 605788 w 668097"/>
                <a:gd name="csY185" fmla="*/ 26787 h 376783"/>
                <a:gd name="csX186" fmla="*/ 611945 w 668097"/>
                <a:gd name="csY186" fmla="*/ 24119 h 376783"/>
                <a:gd name="csX187" fmla="*/ 615023 w 668097"/>
                <a:gd name="csY187" fmla="*/ 18339 h 376783"/>
                <a:gd name="csX188" fmla="*/ 606821 w 668097"/>
                <a:gd name="csY188" fmla="*/ 17012 h 376783"/>
                <a:gd name="csX189" fmla="*/ 592462 w 668097"/>
                <a:gd name="csY189" fmla="*/ 18783 h 376783"/>
                <a:gd name="csX190" fmla="*/ 585279 w 668097"/>
                <a:gd name="csY190" fmla="*/ 22341 h 376783"/>
                <a:gd name="csX191" fmla="*/ 581181 w 668097"/>
                <a:gd name="csY191" fmla="*/ 20562 h 376783"/>
                <a:gd name="csX192" fmla="*/ 580155 w 668097"/>
                <a:gd name="csY192" fmla="*/ 15233 h 376783"/>
                <a:gd name="csX193" fmla="*/ 572979 w 668097"/>
                <a:gd name="csY193" fmla="*/ 15233 h 376783"/>
                <a:gd name="csX194" fmla="*/ 569901 w 668097"/>
                <a:gd name="csY194" fmla="*/ 24564 h 376783"/>
                <a:gd name="csX195" fmla="*/ 562725 w 668097"/>
                <a:gd name="csY195" fmla="*/ 25009 h 376783"/>
                <a:gd name="csX196" fmla="*/ 555542 w 668097"/>
                <a:gd name="csY196" fmla="*/ 19673 h 376783"/>
                <a:gd name="csX197" fmla="*/ 545287 w 668097"/>
                <a:gd name="csY197" fmla="*/ 20117 h 376783"/>
                <a:gd name="csX198" fmla="*/ 517602 w 668097"/>
                <a:gd name="csY198" fmla="*/ 34340 h 376783"/>
                <a:gd name="csX199" fmla="*/ 495041 w 668097"/>
                <a:gd name="csY199" fmla="*/ 36111 h 376783"/>
                <a:gd name="csX200" fmla="*/ 495041 w 668097"/>
                <a:gd name="csY200" fmla="*/ 33450 h 376783"/>
                <a:gd name="csX201" fmla="*/ 530935 w 668097"/>
                <a:gd name="csY201" fmla="*/ 21007 h 376783"/>
                <a:gd name="csX202" fmla="*/ 529909 w 668097"/>
                <a:gd name="csY202" fmla="*/ 11231 h 376783"/>
                <a:gd name="csX203" fmla="*/ 505295 w 668097"/>
                <a:gd name="csY203" fmla="*/ 11676 h 376783"/>
                <a:gd name="csX204" fmla="*/ 490936 w 668097"/>
                <a:gd name="csY204" fmla="*/ 9008 h 376783"/>
                <a:gd name="csX205" fmla="*/ 473505 w 668097"/>
                <a:gd name="csY205" fmla="*/ 10342 h 376783"/>
                <a:gd name="csX206" fmla="*/ 471453 w 668097"/>
                <a:gd name="csY206" fmla="*/ 5902 h 376783"/>
                <a:gd name="csX207" fmla="*/ 454023 w 668097"/>
                <a:gd name="csY207" fmla="*/ 5457 h 376783"/>
                <a:gd name="csX208" fmla="*/ 449925 w 668097"/>
                <a:gd name="csY208" fmla="*/ 121 h 376783"/>
                <a:gd name="csX209" fmla="*/ 427364 w 668097"/>
                <a:gd name="csY209" fmla="*/ 2789 h 376783"/>
                <a:gd name="csX210" fmla="*/ 427364 w 668097"/>
                <a:gd name="csY210" fmla="*/ 7236 h 376783"/>
                <a:gd name="csX211" fmla="*/ 443768 w 668097"/>
                <a:gd name="csY211" fmla="*/ 12565 h 376783"/>
                <a:gd name="csX212" fmla="*/ 436592 w 668097"/>
                <a:gd name="csY212" fmla="*/ 14788 h 376783"/>
                <a:gd name="csX213" fmla="*/ 414031 w 668097"/>
                <a:gd name="csY213" fmla="*/ 7236 h 376783"/>
                <a:gd name="csX214" fmla="*/ 414031 w 668097"/>
                <a:gd name="csY214" fmla="*/ 2345 h 376783"/>
                <a:gd name="csX215" fmla="*/ 394548 w 668097"/>
                <a:gd name="csY215" fmla="*/ 3234 h 376783"/>
                <a:gd name="csX216" fmla="*/ 385319 w 668097"/>
                <a:gd name="csY216" fmla="*/ 4123 h 376783"/>
                <a:gd name="csX217" fmla="*/ 380189 w 668097"/>
                <a:gd name="csY217" fmla="*/ 10786 h 376783"/>
                <a:gd name="csX218" fmla="*/ 383267 w 668097"/>
                <a:gd name="csY218" fmla="*/ 15671 h 376783"/>
                <a:gd name="csX219" fmla="*/ 409926 w 668097"/>
                <a:gd name="csY219" fmla="*/ 28559 h 376783"/>
                <a:gd name="csX220" fmla="*/ 411978 w 668097"/>
                <a:gd name="csY220" fmla="*/ 34333 h 376783"/>
                <a:gd name="csX221" fmla="*/ 399671 w 668097"/>
                <a:gd name="csY221" fmla="*/ 37001 h 376783"/>
                <a:gd name="csX222" fmla="*/ 386339 w 668097"/>
                <a:gd name="csY222" fmla="*/ 28114 h 376783"/>
                <a:gd name="csX223" fmla="*/ 370960 w 668097"/>
                <a:gd name="csY223" fmla="*/ 21896 h 376783"/>
                <a:gd name="csX224" fmla="*/ 356601 w 668097"/>
                <a:gd name="csY224" fmla="*/ 5895 h 376783"/>
                <a:gd name="csX225" fmla="*/ 311998 w 668097"/>
                <a:gd name="csY225" fmla="*/ 6121 h 376783"/>
                <a:gd name="csX226" fmla="*/ 304302 w 668097"/>
                <a:gd name="csY226" fmla="*/ 8789 h 376783"/>
                <a:gd name="csX227" fmla="*/ 305842 w 668097"/>
                <a:gd name="csY227" fmla="*/ 17449 h 376783"/>
                <a:gd name="csX228" fmla="*/ 330455 w 668097"/>
                <a:gd name="csY228" fmla="*/ 23449 h 376783"/>
                <a:gd name="csX229" fmla="*/ 338144 w 668097"/>
                <a:gd name="csY229" fmla="*/ 31446 h 376783"/>
                <a:gd name="csX230" fmla="*/ 348912 w 668097"/>
                <a:gd name="csY230" fmla="*/ 38109 h 376783"/>
                <a:gd name="csX231" fmla="*/ 342755 w 668097"/>
                <a:gd name="csY231" fmla="*/ 45442 h 376783"/>
                <a:gd name="csX232" fmla="*/ 327377 w 668097"/>
                <a:gd name="csY232" fmla="*/ 50778 h 376783"/>
                <a:gd name="csX233" fmla="*/ 325838 w 668097"/>
                <a:gd name="csY233" fmla="*/ 38109 h 376783"/>
                <a:gd name="csX234" fmla="*/ 304302 w 668097"/>
                <a:gd name="csY234" fmla="*/ 24783 h 376783"/>
                <a:gd name="csX235" fmla="*/ 290463 w 668097"/>
                <a:gd name="csY235" fmla="*/ 16115 h 376783"/>
                <a:gd name="csX236" fmla="*/ 279696 w 668097"/>
                <a:gd name="csY236" fmla="*/ 18783 h 376783"/>
                <a:gd name="csX237" fmla="*/ 273539 w 668097"/>
                <a:gd name="csY237" fmla="*/ 16115 h 376783"/>
                <a:gd name="csX238" fmla="*/ 250464 w 668097"/>
                <a:gd name="csY238" fmla="*/ 14118 h 376783"/>
                <a:gd name="csX239" fmla="*/ 241236 w 668097"/>
                <a:gd name="csY239" fmla="*/ 18120 h 376783"/>
                <a:gd name="csX240" fmla="*/ 250464 w 668097"/>
                <a:gd name="csY240" fmla="*/ 25446 h 376783"/>
                <a:gd name="csX241" fmla="*/ 270460 w 668097"/>
                <a:gd name="csY241" fmla="*/ 30782 h 376783"/>
                <a:gd name="csX242" fmla="*/ 264310 w 668097"/>
                <a:gd name="csY242" fmla="*/ 34114 h 376783"/>
                <a:gd name="csX243" fmla="*/ 247393 w 668097"/>
                <a:gd name="csY243" fmla="*/ 33443 h 376783"/>
                <a:gd name="csX244" fmla="*/ 225858 w 668097"/>
                <a:gd name="csY244" fmla="*/ 22115 h 376783"/>
                <a:gd name="csX245" fmla="*/ 215090 w 668097"/>
                <a:gd name="csY245" fmla="*/ 22115 h 376783"/>
                <a:gd name="csX246" fmla="*/ 208933 w 668097"/>
                <a:gd name="csY246" fmla="*/ 23449 h 376783"/>
                <a:gd name="csX247" fmla="*/ 236625 w 668097"/>
                <a:gd name="csY247" fmla="*/ 36782 h 376783"/>
                <a:gd name="csX248" fmla="*/ 239697 w 668097"/>
                <a:gd name="csY248" fmla="*/ 42111 h 376783"/>
                <a:gd name="csX249" fmla="*/ 232008 w 668097"/>
                <a:gd name="csY249" fmla="*/ 44108 h 376783"/>
                <a:gd name="csX250" fmla="*/ 213551 w 668097"/>
                <a:gd name="csY250" fmla="*/ 34114 h 376783"/>
                <a:gd name="csX251" fmla="*/ 192016 w 668097"/>
                <a:gd name="csY251" fmla="*/ 34777 h 376783"/>
                <a:gd name="csX252" fmla="*/ 188937 w 668097"/>
                <a:gd name="csY252" fmla="*/ 38109 h 376783"/>
                <a:gd name="csX253" fmla="*/ 195094 w 668097"/>
                <a:gd name="csY253" fmla="*/ 41441 h 376783"/>
                <a:gd name="csX254" fmla="*/ 208933 w 668097"/>
                <a:gd name="csY254" fmla="*/ 41441 h 376783"/>
                <a:gd name="csX255" fmla="*/ 213551 w 668097"/>
                <a:gd name="csY255" fmla="*/ 44779 h 376783"/>
                <a:gd name="csX256" fmla="*/ 210472 w 668097"/>
                <a:gd name="csY256" fmla="*/ 47440 h 376783"/>
                <a:gd name="csX257" fmla="*/ 195087 w 668097"/>
                <a:gd name="csY257" fmla="*/ 48110 h 376783"/>
                <a:gd name="csX258" fmla="*/ 190476 w 668097"/>
                <a:gd name="csY258" fmla="*/ 54773 h 376783"/>
                <a:gd name="csX259" fmla="*/ 201244 w 668097"/>
                <a:gd name="csY259" fmla="*/ 62770 h 376783"/>
                <a:gd name="csX260" fmla="*/ 230468 w 668097"/>
                <a:gd name="csY260" fmla="*/ 68770 h 376783"/>
                <a:gd name="csX261" fmla="*/ 241236 w 668097"/>
                <a:gd name="csY261" fmla="*/ 78101 h 376783"/>
                <a:gd name="csX262" fmla="*/ 242775 w 668097"/>
                <a:gd name="csY262" fmla="*/ 82096 h 376783"/>
                <a:gd name="csX263" fmla="*/ 233547 w 668097"/>
                <a:gd name="csY263" fmla="*/ 82766 h 376783"/>
                <a:gd name="csX264" fmla="*/ 202783 w 668097"/>
                <a:gd name="csY264" fmla="*/ 71438 h 376783"/>
                <a:gd name="csX265" fmla="*/ 188937 w 668097"/>
                <a:gd name="csY265" fmla="*/ 64104 h 376783"/>
                <a:gd name="csX266" fmla="*/ 182787 w 668097"/>
                <a:gd name="csY266" fmla="*/ 64768 h 376783"/>
                <a:gd name="csX267" fmla="*/ 184320 w 668097"/>
                <a:gd name="csY267" fmla="*/ 68770 h 376783"/>
                <a:gd name="csX268" fmla="*/ 195087 w 668097"/>
                <a:gd name="csY268" fmla="*/ 74769 h 376783"/>
                <a:gd name="csX269" fmla="*/ 179709 w 668097"/>
                <a:gd name="csY269" fmla="*/ 75433 h 376783"/>
                <a:gd name="csX270" fmla="*/ 156634 w 668097"/>
                <a:gd name="csY270" fmla="*/ 55437 h 376783"/>
                <a:gd name="csX271" fmla="*/ 135099 w 668097"/>
                <a:gd name="csY271" fmla="*/ 46776 h 376783"/>
                <a:gd name="csX272" fmla="*/ 124332 w 668097"/>
                <a:gd name="csY272" fmla="*/ 48774 h 376783"/>
                <a:gd name="csX273" fmla="*/ 130488 w 668097"/>
                <a:gd name="csY273" fmla="*/ 62107 h 376783"/>
                <a:gd name="csX274" fmla="*/ 110486 w 668097"/>
                <a:gd name="csY274" fmla="*/ 61437 h 376783"/>
                <a:gd name="csX275" fmla="*/ 108946 w 668097"/>
                <a:gd name="csY275" fmla="*/ 67436 h 376783"/>
                <a:gd name="csX276" fmla="*/ 122792 w 668097"/>
                <a:gd name="csY276" fmla="*/ 73435 h 376783"/>
                <a:gd name="csX277" fmla="*/ 145867 w 668097"/>
                <a:gd name="csY277" fmla="*/ 76103 h 376783"/>
                <a:gd name="csX278" fmla="*/ 152017 w 668097"/>
                <a:gd name="csY278" fmla="*/ 80769 h 376783"/>
                <a:gd name="csX279" fmla="*/ 138178 w 668097"/>
                <a:gd name="csY279" fmla="*/ 85428 h 376783"/>
                <a:gd name="csX280" fmla="*/ 122792 w 668097"/>
                <a:gd name="csY280" fmla="*/ 84764 h 376783"/>
                <a:gd name="csX281" fmla="*/ 112025 w 668097"/>
                <a:gd name="csY281" fmla="*/ 78765 h 376783"/>
                <a:gd name="csX282" fmla="*/ 107414 w 668097"/>
                <a:gd name="csY282" fmla="*/ 80769 h 376783"/>
                <a:gd name="csX283" fmla="*/ 108946 w 668097"/>
                <a:gd name="csY283" fmla="*/ 86098 h 376783"/>
                <a:gd name="csX284" fmla="*/ 98186 w 668097"/>
                <a:gd name="csY284" fmla="*/ 82096 h 376783"/>
                <a:gd name="csX285" fmla="*/ 90490 w 668097"/>
                <a:gd name="csY285" fmla="*/ 74769 h 376783"/>
                <a:gd name="csX286" fmla="*/ 73572 w 668097"/>
                <a:gd name="csY286" fmla="*/ 74769 h 376783"/>
                <a:gd name="csX287" fmla="*/ 56648 w 668097"/>
                <a:gd name="csY287" fmla="*/ 82766 h 376783"/>
                <a:gd name="csX288" fmla="*/ 52037 w 668097"/>
                <a:gd name="csY288" fmla="*/ 89430 h 376783"/>
                <a:gd name="csX289" fmla="*/ 30502 w 668097"/>
                <a:gd name="csY289" fmla="*/ 86098 h 376783"/>
                <a:gd name="csX290" fmla="*/ 21273 w 668097"/>
                <a:gd name="csY290" fmla="*/ 94759 h 376783"/>
                <a:gd name="csX291" fmla="*/ 1270 w 668097"/>
                <a:gd name="csY291" fmla="*/ 104090 h 376783"/>
                <a:gd name="csX292" fmla="*/ 12045 w 668097"/>
                <a:gd name="csY292" fmla="*/ 108092 h 376783"/>
                <a:gd name="csX293" fmla="*/ 32041 w 668097"/>
                <a:gd name="csY293" fmla="*/ 109426 h 376783"/>
                <a:gd name="csX294" fmla="*/ 47419 w 668097"/>
                <a:gd name="csY294" fmla="*/ 106758 h 376783"/>
                <a:gd name="csX295" fmla="*/ 48958 w 668097"/>
                <a:gd name="csY295" fmla="*/ 110089 h 376783"/>
                <a:gd name="csX296" fmla="*/ 33573 w 668097"/>
                <a:gd name="csY296" fmla="*/ 114091 h 376783"/>
                <a:gd name="csX297" fmla="*/ 36652 w 668097"/>
                <a:gd name="csY297" fmla="*/ 120084 h 376783"/>
                <a:gd name="csX298" fmla="*/ 62804 w 668097"/>
                <a:gd name="csY298" fmla="*/ 117423 h 376783"/>
                <a:gd name="csX299" fmla="*/ 82800 w 668097"/>
                <a:gd name="csY299" fmla="*/ 110759 h 376783"/>
                <a:gd name="csX300" fmla="*/ 101257 w 668097"/>
                <a:gd name="csY300" fmla="*/ 112087 h 376783"/>
                <a:gd name="csX301" fmla="*/ 96646 w 668097"/>
                <a:gd name="csY301" fmla="*/ 114755 h 376783"/>
                <a:gd name="csX302" fmla="*/ 72033 w 668097"/>
                <a:gd name="csY302" fmla="*/ 120754 h 376783"/>
                <a:gd name="csX303" fmla="*/ 55115 w 668097"/>
                <a:gd name="csY303" fmla="*/ 127417 h 376783"/>
                <a:gd name="csX304" fmla="*/ 55115 w 668097"/>
                <a:gd name="csY304" fmla="*/ 130749 h 376783"/>
                <a:gd name="csX305" fmla="*/ 45880 w 668097"/>
                <a:gd name="csY305" fmla="*/ 132753 h 376783"/>
                <a:gd name="csX306" fmla="*/ 50498 w 668097"/>
                <a:gd name="csY306" fmla="*/ 141414 h 376783"/>
                <a:gd name="csX307" fmla="*/ 84340 w 668097"/>
                <a:gd name="csY307" fmla="*/ 143411 h 376783"/>
                <a:gd name="csX308" fmla="*/ 116636 w 668097"/>
                <a:gd name="csY308" fmla="*/ 142084 h 376783"/>
                <a:gd name="csX309" fmla="*/ 142788 w 668097"/>
                <a:gd name="csY309" fmla="*/ 130085 h 376783"/>
                <a:gd name="csX310" fmla="*/ 152017 w 668097"/>
                <a:gd name="csY310" fmla="*/ 128751 h 376783"/>
                <a:gd name="csX311" fmla="*/ 156634 w 668097"/>
                <a:gd name="csY311" fmla="*/ 130749 h 376783"/>
                <a:gd name="csX312" fmla="*/ 135099 w 668097"/>
                <a:gd name="csY312" fmla="*/ 142748 h 376783"/>
                <a:gd name="csX313" fmla="*/ 116636 w 668097"/>
                <a:gd name="csY313" fmla="*/ 146750 h 376783"/>
                <a:gd name="csX314" fmla="*/ 85872 w 668097"/>
                <a:gd name="csY314" fmla="*/ 146750 h 376783"/>
                <a:gd name="csX315" fmla="*/ 58187 w 668097"/>
                <a:gd name="csY315" fmla="*/ 152079 h 376783"/>
                <a:gd name="csX316" fmla="*/ 64337 w 668097"/>
                <a:gd name="csY316" fmla="*/ 158742 h 376783"/>
                <a:gd name="csX317" fmla="*/ 85872 w 668097"/>
                <a:gd name="csY317" fmla="*/ 161410 h 376783"/>
                <a:gd name="csX318" fmla="*/ 104329 w 668097"/>
                <a:gd name="csY318" fmla="*/ 168073 h 376783"/>
                <a:gd name="csX319" fmla="*/ 112025 w 668097"/>
                <a:gd name="csY319" fmla="*/ 166075 h 376783"/>
                <a:gd name="csX320" fmla="*/ 121253 w 668097"/>
                <a:gd name="csY320" fmla="*/ 156074 h 376783"/>
                <a:gd name="csX321" fmla="*/ 139710 w 668097"/>
                <a:gd name="csY321" fmla="*/ 147413 h 376783"/>
                <a:gd name="csX322" fmla="*/ 167402 w 668097"/>
                <a:gd name="csY322" fmla="*/ 140750 h 376783"/>
                <a:gd name="csX323" fmla="*/ 198166 w 668097"/>
                <a:gd name="csY323" fmla="*/ 138082 h 376783"/>
                <a:gd name="csX324" fmla="*/ 199705 w 668097"/>
                <a:gd name="csY324" fmla="*/ 142748 h 376783"/>
                <a:gd name="csX325" fmla="*/ 148938 w 668097"/>
                <a:gd name="csY325" fmla="*/ 150081 h 376783"/>
                <a:gd name="csX326" fmla="*/ 133560 w 668097"/>
                <a:gd name="csY326" fmla="*/ 158742 h 376783"/>
                <a:gd name="csX327" fmla="*/ 125871 w 668097"/>
                <a:gd name="csY327" fmla="*/ 167409 h 376783"/>
                <a:gd name="csX328" fmla="*/ 125864 w 668097"/>
                <a:gd name="csY328" fmla="*/ 172738 h 376783"/>
                <a:gd name="csX329" fmla="*/ 158174 w 668097"/>
                <a:gd name="csY329" fmla="*/ 173409 h 376783"/>
                <a:gd name="csX330" fmla="*/ 167402 w 668097"/>
                <a:gd name="csY330" fmla="*/ 170741 h 376783"/>
                <a:gd name="csX331" fmla="*/ 167402 w 668097"/>
                <a:gd name="csY331" fmla="*/ 158742 h 376783"/>
                <a:gd name="csX332" fmla="*/ 176630 w 668097"/>
                <a:gd name="csY332" fmla="*/ 157414 h 376783"/>
                <a:gd name="csX333" fmla="*/ 179702 w 668097"/>
                <a:gd name="csY333" fmla="*/ 164741 h 376783"/>
                <a:gd name="csX334" fmla="*/ 193548 w 668097"/>
                <a:gd name="csY334" fmla="*/ 160076 h 376783"/>
                <a:gd name="csX335" fmla="*/ 210465 w 668097"/>
                <a:gd name="csY335" fmla="*/ 160076 h 376783"/>
                <a:gd name="csX336" fmla="*/ 207394 w 668097"/>
                <a:gd name="csY336" fmla="*/ 162744 h 376783"/>
                <a:gd name="csX337" fmla="*/ 188930 w 668097"/>
                <a:gd name="csY337" fmla="*/ 168743 h 376783"/>
                <a:gd name="csX338" fmla="*/ 193548 w 668097"/>
                <a:gd name="csY338" fmla="*/ 172075 h 376783"/>
                <a:gd name="csX339" fmla="*/ 224312 w 668097"/>
                <a:gd name="csY339" fmla="*/ 168743 h 376783"/>
                <a:gd name="csX340" fmla="*/ 241236 w 668097"/>
                <a:gd name="csY340" fmla="*/ 164078 h 376783"/>
                <a:gd name="csX341" fmla="*/ 268921 w 668097"/>
                <a:gd name="csY341" fmla="*/ 148747 h 376783"/>
                <a:gd name="csX342" fmla="*/ 258154 w 668097"/>
                <a:gd name="csY342" fmla="*/ 137419 h 376783"/>
                <a:gd name="csX343" fmla="*/ 275078 w 668097"/>
                <a:gd name="csY343" fmla="*/ 135414 h 376783"/>
                <a:gd name="csX344" fmla="*/ 279689 w 668097"/>
                <a:gd name="csY344" fmla="*/ 127417 h 376783"/>
                <a:gd name="csX345" fmla="*/ 293535 w 668097"/>
                <a:gd name="csY345" fmla="*/ 122088 h 376783"/>
                <a:gd name="csX346" fmla="*/ 304302 w 668097"/>
                <a:gd name="csY346" fmla="*/ 120754 h 376783"/>
                <a:gd name="csX347" fmla="*/ 305842 w 668097"/>
                <a:gd name="csY347" fmla="*/ 124086 h 376783"/>
                <a:gd name="csX348" fmla="*/ 287378 w 668097"/>
                <a:gd name="csY348" fmla="*/ 136748 h 376783"/>
                <a:gd name="csX349" fmla="*/ 279689 w 668097"/>
                <a:gd name="csY349" fmla="*/ 152749 h 376783"/>
                <a:gd name="csX350" fmla="*/ 304302 w 668097"/>
                <a:gd name="csY350" fmla="*/ 148077 h 376783"/>
                <a:gd name="csX351" fmla="*/ 330448 w 668097"/>
                <a:gd name="csY351" fmla="*/ 148077 h 376783"/>
                <a:gd name="csX352" fmla="*/ 333527 w 668097"/>
                <a:gd name="csY352" fmla="*/ 153413 h 376783"/>
                <a:gd name="csX353" fmla="*/ 313531 w 668097"/>
                <a:gd name="csY353" fmla="*/ 159412 h 376783"/>
                <a:gd name="csX354" fmla="*/ 284306 w 668097"/>
                <a:gd name="csY354" fmla="*/ 157414 h 376783"/>
                <a:gd name="csX355" fmla="*/ 253543 w 668097"/>
                <a:gd name="csY355" fmla="*/ 164741 h 376783"/>
                <a:gd name="csX356" fmla="*/ 264310 w 668097"/>
                <a:gd name="csY356" fmla="*/ 167409 h 376783"/>
                <a:gd name="csX357" fmla="*/ 279689 w 668097"/>
                <a:gd name="csY357" fmla="*/ 167409 h 376783"/>
                <a:gd name="csX358" fmla="*/ 278150 w 668097"/>
                <a:gd name="csY358" fmla="*/ 170741 h 376783"/>
                <a:gd name="csX359" fmla="*/ 256614 w 668097"/>
                <a:gd name="csY359" fmla="*/ 174072 h 376783"/>
                <a:gd name="csX360" fmla="*/ 241236 w 668097"/>
                <a:gd name="csY360" fmla="*/ 174743 h 376783"/>
                <a:gd name="csX361" fmla="*/ 221233 w 668097"/>
                <a:gd name="csY361" fmla="*/ 181406 h 376783"/>
                <a:gd name="csX362" fmla="*/ 193548 w 668097"/>
                <a:gd name="csY362" fmla="*/ 180072 h 376783"/>
                <a:gd name="csX363" fmla="*/ 193548 w 668097"/>
                <a:gd name="csY363" fmla="*/ 186735 h 376783"/>
                <a:gd name="csX364" fmla="*/ 210465 w 668097"/>
                <a:gd name="csY364" fmla="*/ 192734 h 376783"/>
                <a:gd name="csX365" fmla="*/ 222772 w 668097"/>
                <a:gd name="csY365" fmla="*/ 204063 h 376783"/>
                <a:gd name="csX366" fmla="*/ 228922 w 668097"/>
                <a:gd name="csY366" fmla="*/ 216062 h 376783"/>
                <a:gd name="csX367" fmla="*/ 241229 w 668097"/>
                <a:gd name="csY367" fmla="*/ 220057 h 376783"/>
                <a:gd name="csX368" fmla="*/ 253536 w 668097"/>
                <a:gd name="csY368" fmla="*/ 218059 h 376783"/>
                <a:gd name="csX369" fmla="*/ 261225 w 668097"/>
                <a:gd name="csY369" fmla="*/ 220057 h 376783"/>
                <a:gd name="csX370" fmla="*/ 250457 w 668097"/>
                <a:gd name="csY370" fmla="*/ 226056 h 376783"/>
                <a:gd name="csX371" fmla="*/ 222772 w 668097"/>
                <a:gd name="csY371" fmla="*/ 226056 h 376783"/>
                <a:gd name="csX372" fmla="*/ 210465 w 668097"/>
                <a:gd name="csY372" fmla="*/ 210062 h 376783"/>
                <a:gd name="csX373" fmla="*/ 181241 w 668097"/>
                <a:gd name="csY373" fmla="*/ 190066 h 376783"/>
                <a:gd name="csX374" fmla="*/ 156628 w 668097"/>
                <a:gd name="csY374" fmla="*/ 186071 h 376783"/>
                <a:gd name="csX375" fmla="*/ 124332 w 668097"/>
                <a:gd name="csY375" fmla="*/ 185401 h 376783"/>
                <a:gd name="csX376" fmla="*/ 119714 w 668097"/>
                <a:gd name="csY376" fmla="*/ 194068 h 376783"/>
                <a:gd name="csX377" fmla="*/ 136632 w 668097"/>
                <a:gd name="csY377" fmla="*/ 203399 h 376783"/>
                <a:gd name="csX378" fmla="*/ 118585 w 668097"/>
                <a:gd name="csY378" fmla="*/ 206060 h 376783"/>
                <a:gd name="csX379" fmla="*/ 118585 w 668097"/>
                <a:gd name="csY379" fmla="*/ 209399 h 376783"/>
                <a:gd name="csX380" fmla="*/ 145860 w 668097"/>
                <a:gd name="csY380" fmla="*/ 218059 h 376783"/>
                <a:gd name="csX381" fmla="*/ 162784 w 668097"/>
                <a:gd name="csY381" fmla="*/ 227390 h 376783"/>
                <a:gd name="csX382" fmla="*/ 165856 w 668097"/>
                <a:gd name="csY382" fmla="*/ 235387 h 376783"/>
                <a:gd name="csX383" fmla="*/ 181241 w 668097"/>
                <a:gd name="csY383" fmla="*/ 246052 h 376783"/>
                <a:gd name="csX384" fmla="*/ 179702 w 668097"/>
                <a:gd name="csY384" fmla="*/ 250718 h 376783"/>
                <a:gd name="csX385" fmla="*/ 164317 w 668097"/>
                <a:gd name="csY385" fmla="*/ 248720 h 376783"/>
                <a:gd name="csX386" fmla="*/ 156628 w 668097"/>
                <a:gd name="csY386" fmla="*/ 252715 h 376783"/>
                <a:gd name="csX387" fmla="*/ 176623 w 668097"/>
                <a:gd name="csY387" fmla="*/ 258051 h 376783"/>
                <a:gd name="csX388" fmla="*/ 204316 w 668097"/>
                <a:gd name="csY388" fmla="*/ 258051 h 376783"/>
                <a:gd name="csX389" fmla="*/ 230461 w 668097"/>
                <a:gd name="csY389" fmla="*/ 255383 h 376783"/>
                <a:gd name="csX390" fmla="*/ 230461 w 668097"/>
                <a:gd name="csY390" fmla="*/ 261383 h 376783"/>
                <a:gd name="csX391" fmla="*/ 212005 w 668097"/>
                <a:gd name="csY391" fmla="*/ 263380 h 376783"/>
                <a:gd name="csX392" fmla="*/ 208926 w 668097"/>
                <a:gd name="csY392" fmla="*/ 269380 h 376783"/>
                <a:gd name="csX393" fmla="*/ 185852 w 668097"/>
                <a:gd name="csY393" fmla="*/ 262046 h 376783"/>
                <a:gd name="csX394" fmla="*/ 164317 w 668097"/>
                <a:gd name="csY394" fmla="*/ 262717 h 376783"/>
                <a:gd name="csX395" fmla="*/ 145860 w 668097"/>
                <a:gd name="csY395" fmla="*/ 260049 h 376783"/>
                <a:gd name="csX396" fmla="*/ 130482 w 668097"/>
                <a:gd name="csY396" fmla="*/ 262046 h 376783"/>
                <a:gd name="csX397" fmla="*/ 121246 w 668097"/>
                <a:gd name="csY397" fmla="*/ 260712 h 376783"/>
                <a:gd name="csX398" fmla="*/ 115096 w 668097"/>
                <a:gd name="csY398" fmla="*/ 262046 h 376783"/>
                <a:gd name="csX399" fmla="*/ 102790 w 668097"/>
                <a:gd name="csY399" fmla="*/ 279374 h 376783"/>
                <a:gd name="csX400" fmla="*/ 102790 w 668097"/>
                <a:gd name="csY400" fmla="*/ 291373 h 376783"/>
                <a:gd name="csX401" fmla="*/ 121246 w 668097"/>
                <a:gd name="csY401" fmla="*/ 291373 h 376783"/>
                <a:gd name="csX402" fmla="*/ 127403 w 668097"/>
                <a:gd name="csY402" fmla="*/ 284710 h 376783"/>
                <a:gd name="csX403" fmla="*/ 133553 w 668097"/>
                <a:gd name="csY403" fmla="*/ 286037 h 376783"/>
                <a:gd name="csX404" fmla="*/ 128935 w 668097"/>
                <a:gd name="csY404" fmla="*/ 294034 h 376783"/>
                <a:gd name="csX405" fmla="*/ 142782 w 668097"/>
                <a:gd name="csY405" fmla="*/ 293371 h 376783"/>
                <a:gd name="csX406" fmla="*/ 152010 w 668097"/>
                <a:gd name="csY406" fmla="*/ 283376 h 376783"/>
                <a:gd name="csX407" fmla="*/ 152010 w 668097"/>
                <a:gd name="csY407" fmla="*/ 276713 h 376783"/>
                <a:gd name="csX408" fmla="*/ 161245 w 668097"/>
                <a:gd name="csY408" fmla="*/ 278040 h 376783"/>
                <a:gd name="csX409" fmla="*/ 165856 w 668097"/>
                <a:gd name="csY409" fmla="*/ 290703 h 376783"/>
                <a:gd name="csX410" fmla="*/ 155088 w 668097"/>
                <a:gd name="csY410" fmla="*/ 294705 h 376783"/>
                <a:gd name="csX411" fmla="*/ 155088 w 668097"/>
                <a:gd name="csY411" fmla="*/ 300034 h 376783"/>
                <a:gd name="csX412" fmla="*/ 142782 w 668097"/>
                <a:gd name="csY412" fmla="*/ 302702 h 376783"/>
                <a:gd name="csX413" fmla="*/ 147399 w 668097"/>
                <a:gd name="csY413" fmla="*/ 314030 h 376783"/>
                <a:gd name="csX414" fmla="*/ 165856 w 668097"/>
                <a:gd name="csY414" fmla="*/ 319366 h 376783"/>
                <a:gd name="csX415" fmla="*/ 185852 w 668097"/>
                <a:gd name="csY415" fmla="*/ 316035 h 376783"/>
                <a:gd name="csX416" fmla="*/ 199698 w 668097"/>
                <a:gd name="csY416" fmla="*/ 298036 h 376783"/>
                <a:gd name="csX417" fmla="*/ 210465 w 668097"/>
                <a:gd name="csY417" fmla="*/ 297373 h 376783"/>
                <a:gd name="csX418" fmla="*/ 215076 w 668097"/>
                <a:gd name="csY418" fmla="*/ 302038 h 376783"/>
                <a:gd name="csX419" fmla="*/ 202769 w 668097"/>
                <a:gd name="csY419" fmla="*/ 306704 h 376783"/>
                <a:gd name="csX420" fmla="*/ 182773 w 668097"/>
                <a:gd name="csY420" fmla="*/ 327363 h 376783"/>
                <a:gd name="csX421" fmla="*/ 173545 w 668097"/>
                <a:gd name="csY421" fmla="*/ 326693 h 376783"/>
                <a:gd name="csX422" fmla="*/ 158167 w 668097"/>
                <a:gd name="csY422" fmla="*/ 328697 h 376783"/>
                <a:gd name="csX423" fmla="*/ 130475 w 668097"/>
                <a:gd name="csY423" fmla="*/ 322027 h 376783"/>
                <a:gd name="csX424" fmla="*/ 124325 w 668097"/>
                <a:gd name="csY424" fmla="*/ 309365 h 376783"/>
                <a:gd name="csX425" fmla="*/ 105868 w 668097"/>
                <a:gd name="csY425" fmla="*/ 303372 h 376783"/>
                <a:gd name="csX426" fmla="*/ 93561 w 668097"/>
                <a:gd name="csY426" fmla="*/ 308031 h 376783"/>
                <a:gd name="csX427" fmla="*/ 78176 w 668097"/>
                <a:gd name="csY427" fmla="*/ 308701 h 376783"/>
                <a:gd name="csX428" fmla="*/ 85872 w 668097"/>
                <a:gd name="csY428" fmla="*/ 324695 h 376783"/>
                <a:gd name="csX429" fmla="*/ 111505 w 668097"/>
                <a:gd name="csY429" fmla="*/ 328916 h 3767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Lst>
              <a:rect l="l" t="t" r="r" b="b"/>
              <a:pathLst>
                <a:path w="668097" h="376783">
                  <a:moveTo>
                    <a:pt x="111505" y="328916"/>
                  </a:moveTo>
                  <a:lnTo>
                    <a:pt x="111505" y="336024"/>
                  </a:lnTo>
                  <a:lnTo>
                    <a:pt x="102276" y="339136"/>
                  </a:lnTo>
                  <a:lnTo>
                    <a:pt x="87917" y="340470"/>
                  </a:lnTo>
                  <a:lnTo>
                    <a:pt x="78689" y="340470"/>
                  </a:lnTo>
                  <a:lnTo>
                    <a:pt x="66382" y="348023"/>
                  </a:lnTo>
                  <a:lnTo>
                    <a:pt x="54075" y="348912"/>
                  </a:lnTo>
                  <a:lnTo>
                    <a:pt x="55102" y="364462"/>
                  </a:lnTo>
                  <a:lnTo>
                    <a:pt x="67408" y="364906"/>
                  </a:lnTo>
                  <a:lnTo>
                    <a:pt x="70487" y="361794"/>
                  </a:lnTo>
                  <a:lnTo>
                    <a:pt x="72532" y="359577"/>
                  </a:lnTo>
                  <a:lnTo>
                    <a:pt x="76637" y="360022"/>
                  </a:lnTo>
                  <a:lnTo>
                    <a:pt x="79715" y="366685"/>
                  </a:lnTo>
                  <a:lnTo>
                    <a:pt x="90996" y="368463"/>
                  </a:lnTo>
                  <a:lnTo>
                    <a:pt x="94067" y="365795"/>
                  </a:lnTo>
                  <a:lnTo>
                    <a:pt x="93041" y="363128"/>
                  </a:lnTo>
                  <a:lnTo>
                    <a:pt x="98172" y="363128"/>
                  </a:lnTo>
                  <a:lnTo>
                    <a:pt x="104329" y="367129"/>
                  </a:lnTo>
                  <a:lnTo>
                    <a:pt x="113557" y="365351"/>
                  </a:lnTo>
                  <a:lnTo>
                    <a:pt x="115603" y="360466"/>
                  </a:lnTo>
                  <a:lnTo>
                    <a:pt x="124838" y="360466"/>
                  </a:lnTo>
                  <a:lnTo>
                    <a:pt x="123812" y="368463"/>
                  </a:lnTo>
                  <a:lnTo>
                    <a:pt x="137138" y="370680"/>
                  </a:lnTo>
                  <a:lnTo>
                    <a:pt x="155601" y="371569"/>
                  </a:lnTo>
                  <a:lnTo>
                    <a:pt x="143295" y="362683"/>
                  </a:lnTo>
                  <a:lnTo>
                    <a:pt x="148418" y="360911"/>
                  </a:lnTo>
                  <a:lnTo>
                    <a:pt x="158673" y="362683"/>
                  </a:lnTo>
                  <a:lnTo>
                    <a:pt x="163804" y="365795"/>
                  </a:lnTo>
                  <a:lnTo>
                    <a:pt x="168934" y="364017"/>
                  </a:lnTo>
                  <a:lnTo>
                    <a:pt x="166882" y="360911"/>
                  </a:lnTo>
                  <a:lnTo>
                    <a:pt x="181234" y="359577"/>
                  </a:lnTo>
                  <a:lnTo>
                    <a:pt x="184313" y="366240"/>
                  </a:lnTo>
                  <a:lnTo>
                    <a:pt x="190463" y="362683"/>
                  </a:lnTo>
                  <a:lnTo>
                    <a:pt x="187391" y="359132"/>
                  </a:lnTo>
                  <a:lnTo>
                    <a:pt x="197646" y="359132"/>
                  </a:lnTo>
                  <a:lnTo>
                    <a:pt x="199691" y="366685"/>
                  </a:lnTo>
                  <a:lnTo>
                    <a:pt x="209952" y="368463"/>
                  </a:lnTo>
                  <a:lnTo>
                    <a:pt x="217129" y="364906"/>
                  </a:lnTo>
                  <a:lnTo>
                    <a:pt x="213024" y="358688"/>
                  </a:lnTo>
                  <a:lnTo>
                    <a:pt x="227383" y="358688"/>
                  </a:lnTo>
                  <a:lnTo>
                    <a:pt x="234559" y="364017"/>
                  </a:lnTo>
                  <a:lnTo>
                    <a:pt x="243788" y="364906"/>
                  </a:lnTo>
                  <a:lnTo>
                    <a:pt x="245840" y="367574"/>
                  </a:lnTo>
                  <a:lnTo>
                    <a:pt x="242761" y="375127"/>
                  </a:lnTo>
                  <a:lnTo>
                    <a:pt x="251997" y="376905"/>
                  </a:lnTo>
                  <a:lnTo>
                    <a:pt x="279682" y="368019"/>
                  </a:lnTo>
                  <a:lnTo>
                    <a:pt x="282760" y="362683"/>
                  </a:lnTo>
                  <a:lnTo>
                    <a:pt x="299165" y="362690"/>
                  </a:lnTo>
                  <a:lnTo>
                    <a:pt x="305322" y="356020"/>
                  </a:lnTo>
                  <a:lnTo>
                    <a:pt x="302243" y="343583"/>
                  </a:lnTo>
                  <a:lnTo>
                    <a:pt x="293015" y="342249"/>
                  </a:lnTo>
                  <a:lnTo>
                    <a:pt x="283786" y="350246"/>
                  </a:lnTo>
                  <a:lnTo>
                    <a:pt x="272506" y="348467"/>
                  </a:lnTo>
                  <a:lnTo>
                    <a:pt x="272506" y="340915"/>
                  </a:lnTo>
                  <a:lnTo>
                    <a:pt x="277630" y="337802"/>
                  </a:lnTo>
                  <a:lnTo>
                    <a:pt x="276603" y="332918"/>
                  </a:lnTo>
                  <a:lnTo>
                    <a:pt x="268401" y="332918"/>
                  </a:lnTo>
                  <a:lnTo>
                    <a:pt x="260199" y="337358"/>
                  </a:lnTo>
                  <a:lnTo>
                    <a:pt x="253016" y="334697"/>
                  </a:lnTo>
                  <a:lnTo>
                    <a:pt x="222252" y="336024"/>
                  </a:lnTo>
                  <a:lnTo>
                    <a:pt x="220207" y="332473"/>
                  </a:lnTo>
                  <a:lnTo>
                    <a:pt x="233533" y="326700"/>
                  </a:lnTo>
                  <a:lnTo>
                    <a:pt x="226357" y="320030"/>
                  </a:lnTo>
                  <a:lnTo>
                    <a:pt x="230461" y="319140"/>
                  </a:lnTo>
                  <a:lnTo>
                    <a:pt x="247892" y="329805"/>
                  </a:lnTo>
                  <a:lnTo>
                    <a:pt x="285832" y="329361"/>
                  </a:lnTo>
                  <a:lnTo>
                    <a:pt x="306348" y="320030"/>
                  </a:lnTo>
                  <a:lnTo>
                    <a:pt x="300191" y="310261"/>
                  </a:lnTo>
                  <a:lnTo>
                    <a:pt x="294041" y="307148"/>
                  </a:lnTo>
                  <a:lnTo>
                    <a:pt x="299165" y="302702"/>
                  </a:lnTo>
                  <a:lnTo>
                    <a:pt x="327883" y="304480"/>
                  </a:lnTo>
                  <a:lnTo>
                    <a:pt x="351464" y="298262"/>
                  </a:lnTo>
                  <a:lnTo>
                    <a:pt x="342235" y="295149"/>
                  </a:lnTo>
                  <a:lnTo>
                    <a:pt x="325831" y="293815"/>
                  </a:lnTo>
                  <a:lnTo>
                    <a:pt x="323778" y="292037"/>
                  </a:lnTo>
                  <a:lnTo>
                    <a:pt x="336085" y="290265"/>
                  </a:lnTo>
                  <a:lnTo>
                    <a:pt x="357620" y="289820"/>
                  </a:lnTo>
                  <a:lnTo>
                    <a:pt x="362744" y="287152"/>
                  </a:lnTo>
                  <a:lnTo>
                    <a:pt x="360692" y="280489"/>
                  </a:lnTo>
                  <a:lnTo>
                    <a:pt x="339164" y="275598"/>
                  </a:lnTo>
                  <a:lnTo>
                    <a:pt x="344287" y="274264"/>
                  </a:lnTo>
                  <a:lnTo>
                    <a:pt x="360699" y="275598"/>
                  </a:lnTo>
                  <a:lnTo>
                    <a:pt x="371979" y="272937"/>
                  </a:lnTo>
                  <a:lnTo>
                    <a:pt x="359673" y="259159"/>
                  </a:lnTo>
                  <a:lnTo>
                    <a:pt x="344287" y="259159"/>
                  </a:lnTo>
                  <a:lnTo>
                    <a:pt x="329935" y="253386"/>
                  </a:lnTo>
                  <a:lnTo>
                    <a:pt x="309419" y="256054"/>
                  </a:lnTo>
                  <a:lnTo>
                    <a:pt x="304295" y="252941"/>
                  </a:lnTo>
                  <a:lnTo>
                    <a:pt x="317628" y="251162"/>
                  </a:lnTo>
                  <a:lnTo>
                    <a:pt x="331981" y="251607"/>
                  </a:lnTo>
                  <a:lnTo>
                    <a:pt x="331981" y="249384"/>
                  </a:lnTo>
                  <a:lnTo>
                    <a:pt x="306348" y="248939"/>
                  </a:lnTo>
                  <a:lnTo>
                    <a:pt x="307374" y="246278"/>
                  </a:lnTo>
                  <a:lnTo>
                    <a:pt x="324805" y="244499"/>
                  </a:lnTo>
                  <a:lnTo>
                    <a:pt x="344287" y="246278"/>
                  </a:lnTo>
                  <a:lnTo>
                    <a:pt x="355568" y="251607"/>
                  </a:lnTo>
                  <a:lnTo>
                    <a:pt x="371979" y="251607"/>
                  </a:lnTo>
                  <a:lnTo>
                    <a:pt x="375051" y="243610"/>
                  </a:lnTo>
                  <a:lnTo>
                    <a:pt x="341216" y="240942"/>
                  </a:lnTo>
                  <a:lnTo>
                    <a:pt x="307374" y="243165"/>
                  </a:lnTo>
                  <a:lnTo>
                    <a:pt x="309426" y="239163"/>
                  </a:lnTo>
                  <a:lnTo>
                    <a:pt x="320707" y="238274"/>
                  </a:lnTo>
                  <a:lnTo>
                    <a:pt x="318655" y="236502"/>
                  </a:lnTo>
                  <a:lnTo>
                    <a:pt x="338137" y="237392"/>
                  </a:lnTo>
                  <a:lnTo>
                    <a:pt x="339164" y="235613"/>
                  </a:lnTo>
                  <a:lnTo>
                    <a:pt x="322752" y="233390"/>
                  </a:lnTo>
                  <a:lnTo>
                    <a:pt x="341216" y="230277"/>
                  </a:lnTo>
                  <a:lnTo>
                    <a:pt x="347366" y="231166"/>
                  </a:lnTo>
                  <a:lnTo>
                    <a:pt x="351470" y="234279"/>
                  </a:lnTo>
                  <a:lnTo>
                    <a:pt x="366849" y="233834"/>
                  </a:lnTo>
                  <a:lnTo>
                    <a:pt x="367875" y="228505"/>
                  </a:lnTo>
                  <a:lnTo>
                    <a:pt x="386332" y="228505"/>
                  </a:lnTo>
                  <a:lnTo>
                    <a:pt x="399665" y="224948"/>
                  </a:lnTo>
                  <a:lnTo>
                    <a:pt x="397612" y="218730"/>
                  </a:lnTo>
                  <a:lnTo>
                    <a:pt x="374032" y="216062"/>
                  </a:lnTo>
                  <a:lnTo>
                    <a:pt x="370953" y="212949"/>
                  </a:lnTo>
                  <a:lnTo>
                    <a:pt x="385312" y="211622"/>
                  </a:lnTo>
                  <a:lnTo>
                    <a:pt x="405815" y="216062"/>
                  </a:lnTo>
                  <a:lnTo>
                    <a:pt x="410945" y="218730"/>
                  </a:lnTo>
                  <a:lnTo>
                    <a:pt x="430428" y="217840"/>
                  </a:lnTo>
                  <a:lnTo>
                    <a:pt x="445813" y="210288"/>
                  </a:lnTo>
                  <a:lnTo>
                    <a:pt x="443761" y="205397"/>
                  </a:lnTo>
                  <a:lnTo>
                    <a:pt x="451963" y="201402"/>
                  </a:lnTo>
                  <a:lnTo>
                    <a:pt x="444787" y="199623"/>
                  </a:lnTo>
                  <a:lnTo>
                    <a:pt x="424278" y="202291"/>
                  </a:lnTo>
                  <a:lnTo>
                    <a:pt x="418128" y="201402"/>
                  </a:lnTo>
                  <a:lnTo>
                    <a:pt x="419148" y="195176"/>
                  </a:lnTo>
                  <a:lnTo>
                    <a:pt x="428383" y="192515"/>
                  </a:lnTo>
                  <a:lnTo>
                    <a:pt x="439663" y="196510"/>
                  </a:lnTo>
                  <a:lnTo>
                    <a:pt x="447866" y="192515"/>
                  </a:lnTo>
                  <a:lnTo>
                    <a:pt x="469401" y="190737"/>
                  </a:lnTo>
                  <a:lnTo>
                    <a:pt x="464270" y="184963"/>
                  </a:lnTo>
                  <a:lnTo>
                    <a:pt x="454016" y="181406"/>
                  </a:lnTo>
                  <a:lnTo>
                    <a:pt x="451963" y="174298"/>
                  </a:lnTo>
                  <a:lnTo>
                    <a:pt x="464270" y="176959"/>
                  </a:lnTo>
                  <a:lnTo>
                    <a:pt x="466323" y="181406"/>
                  </a:lnTo>
                  <a:lnTo>
                    <a:pt x="473499" y="183184"/>
                  </a:lnTo>
                  <a:lnTo>
                    <a:pt x="488884" y="177404"/>
                  </a:lnTo>
                  <a:lnTo>
                    <a:pt x="496060" y="167190"/>
                  </a:lnTo>
                  <a:lnTo>
                    <a:pt x="518621" y="156081"/>
                  </a:lnTo>
                  <a:lnTo>
                    <a:pt x="527850" y="153413"/>
                  </a:lnTo>
                  <a:lnTo>
                    <a:pt x="543235" y="141858"/>
                  </a:lnTo>
                  <a:lnTo>
                    <a:pt x="550411" y="140086"/>
                  </a:lnTo>
                  <a:lnTo>
                    <a:pt x="566822" y="127198"/>
                  </a:lnTo>
                  <a:lnTo>
                    <a:pt x="577077" y="125864"/>
                  </a:lnTo>
                  <a:lnTo>
                    <a:pt x="588358" y="116978"/>
                  </a:lnTo>
                  <a:lnTo>
                    <a:pt x="595534" y="113872"/>
                  </a:lnTo>
                  <a:lnTo>
                    <a:pt x="593481" y="111204"/>
                  </a:lnTo>
                  <a:lnTo>
                    <a:pt x="580155" y="111649"/>
                  </a:lnTo>
                  <a:lnTo>
                    <a:pt x="566822" y="114317"/>
                  </a:lnTo>
                  <a:lnTo>
                    <a:pt x="551437" y="118757"/>
                  </a:lnTo>
                  <a:lnTo>
                    <a:pt x="541183" y="120535"/>
                  </a:lnTo>
                  <a:lnTo>
                    <a:pt x="508367" y="128088"/>
                  </a:lnTo>
                  <a:lnTo>
                    <a:pt x="488884" y="133861"/>
                  </a:lnTo>
                  <a:lnTo>
                    <a:pt x="480682" y="134306"/>
                  </a:lnTo>
                  <a:lnTo>
                    <a:pt x="475551" y="137419"/>
                  </a:lnTo>
                  <a:lnTo>
                    <a:pt x="456068" y="134751"/>
                  </a:lnTo>
                  <a:lnTo>
                    <a:pt x="463251" y="131200"/>
                  </a:lnTo>
                  <a:lnTo>
                    <a:pt x="483760" y="131200"/>
                  </a:lnTo>
                  <a:lnTo>
                    <a:pt x="501191" y="125864"/>
                  </a:lnTo>
                  <a:lnTo>
                    <a:pt x="526830" y="120535"/>
                  </a:lnTo>
                  <a:lnTo>
                    <a:pt x="549392" y="115206"/>
                  </a:lnTo>
                  <a:lnTo>
                    <a:pt x="547339" y="110759"/>
                  </a:lnTo>
                  <a:lnTo>
                    <a:pt x="523752" y="111204"/>
                  </a:lnTo>
                  <a:lnTo>
                    <a:pt x="516576" y="113427"/>
                  </a:lnTo>
                  <a:lnTo>
                    <a:pt x="495041" y="112093"/>
                  </a:lnTo>
                  <a:lnTo>
                    <a:pt x="492988" y="102762"/>
                  </a:lnTo>
                  <a:lnTo>
                    <a:pt x="497086" y="102318"/>
                  </a:lnTo>
                  <a:lnTo>
                    <a:pt x="507341" y="105875"/>
                  </a:lnTo>
                  <a:lnTo>
                    <a:pt x="526830" y="104986"/>
                  </a:lnTo>
                  <a:lnTo>
                    <a:pt x="535033" y="106320"/>
                  </a:lnTo>
                  <a:lnTo>
                    <a:pt x="564770" y="103652"/>
                  </a:lnTo>
                  <a:lnTo>
                    <a:pt x="578103" y="97878"/>
                  </a:lnTo>
                  <a:lnTo>
                    <a:pt x="597586" y="97433"/>
                  </a:lnTo>
                  <a:lnTo>
                    <a:pt x="608867" y="92761"/>
                  </a:lnTo>
                  <a:lnTo>
                    <a:pt x="621173" y="90763"/>
                  </a:lnTo>
                  <a:lnTo>
                    <a:pt x="636552" y="85434"/>
                  </a:lnTo>
                  <a:lnTo>
                    <a:pt x="641682" y="79661"/>
                  </a:lnTo>
                  <a:lnTo>
                    <a:pt x="650911" y="76548"/>
                  </a:lnTo>
                  <a:lnTo>
                    <a:pt x="647832" y="72546"/>
                  </a:lnTo>
                  <a:lnTo>
                    <a:pt x="667315" y="65438"/>
                  </a:lnTo>
                  <a:lnTo>
                    <a:pt x="669368" y="52112"/>
                  </a:lnTo>
                  <a:lnTo>
                    <a:pt x="649885" y="44108"/>
                  </a:lnTo>
                  <a:lnTo>
                    <a:pt x="617069" y="44108"/>
                  </a:lnTo>
                  <a:lnTo>
                    <a:pt x="615023" y="29893"/>
                  </a:lnTo>
                  <a:lnTo>
                    <a:pt x="605788" y="26787"/>
                  </a:lnTo>
                  <a:lnTo>
                    <a:pt x="611945" y="24119"/>
                  </a:lnTo>
                  <a:lnTo>
                    <a:pt x="615023" y="18339"/>
                  </a:lnTo>
                  <a:lnTo>
                    <a:pt x="606821" y="17012"/>
                  </a:lnTo>
                  <a:lnTo>
                    <a:pt x="592462" y="18783"/>
                  </a:lnTo>
                  <a:lnTo>
                    <a:pt x="585279" y="22341"/>
                  </a:lnTo>
                  <a:lnTo>
                    <a:pt x="581181" y="20562"/>
                  </a:lnTo>
                  <a:lnTo>
                    <a:pt x="580155" y="15233"/>
                  </a:lnTo>
                  <a:lnTo>
                    <a:pt x="572979" y="15233"/>
                  </a:lnTo>
                  <a:lnTo>
                    <a:pt x="569901" y="24564"/>
                  </a:lnTo>
                  <a:lnTo>
                    <a:pt x="562725" y="25009"/>
                  </a:lnTo>
                  <a:lnTo>
                    <a:pt x="555542" y="19673"/>
                  </a:lnTo>
                  <a:lnTo>
                    <a:pt x="545287" y="20117"/>
                  </a:lnTo>
                  <a:lnTo>
                    <a:pt x="517602" y="34340"/>
                  </a:lnTo>
                  <a:lnTo>
                    <a:pt x="495041" y="36111"/>
                  </a:lnTo>
                  <a:lnTo>
                    <a:pt x="495041" y="33450"/>
                  </a:lnTo>
                  <a:lnTo>
                    <a:pt x="530935" y="21007"/>
                  </a:lnTo>
                  <a:lnTo>
                    <a:pt x="529909" y="11231"/>
                  </a:lnTo>
                  <a:lnTo>
                    <a:pt x="505295" y="11676"/>
                  </a:lnTo>
                  <a:lnTo>
                    <a:pt x="490936" y="9008"/>
                  </a:lnTo>
                  <a:lnTo>
                    <a:pt x="473505" y="10342"/>
                  </a:lnTo>
                  <a:lnTo>
                    <a:pt x="471453" y="5902"/>
                  </a:lnTo>
                  <a:lnTo>
                    <a:pt x="454023" y="5457"/>
                  </a:lnTo>
                  <a:lnTo>
                    <a:pt x="449925" y="121"/>
                  </a:lnTo>
                  <a:lnTo>
                    <a:pt x="427364" y="2789"/>
                  </a:lnTo>
                  <a:lnTo>
                    <a:pt x="427364" y="7236"/>
                  </a:lnTo>
                  <a:lnTo>
                    <a:pt x="443768" y="12565"/>
                  </a:lnTo>
                  <a:lnTo>
                    <a:pt x="436592" y="14788"/>
                  </a:lnTo>
                  <a:lnTo>
                    <a:pt x="414031" y="7236"/>
                  </a:lnTo>
                  <a:lnTo>
                    <a:pt x="414031" y="2345"/>
                  </a:lnTo>
                  <a:lnTo>
                    <a:pt x="394548" y="3234"/>
                  </a:lnTo>
                  <a:lnTo>
                    <a:pt x="385319" y="4123"/>
                  </a:lnTo>
                  <a:lnTo>
                    <a:pt x="380189" y="10786"/>
                  </a:lnTo>
                  <a:lnTo>
                    <a:pt x="383267" y="15671"/>
                  </a:lnTo>
                  <a:lnTo>
                    <a:pt x="409926" y="28559"/>
                  </a:lnTo>
                  <a:lnTo>
                    <a:pt x="411978" y="34333"/>
                  </a:lnTo>
                  <a:lnTo>
                    <a:pt x="399671" y="37001"/>
                  </a:lnTo>
                  <a:lnTo>
                    <a:pt x="386339" y="28114"/>
                  </a:lnTo>
                  <a:lnTo>
                    <a:pt x="370960" y="21896"/>
                  </a:lnTo>
                  <a:lnTo>
                    <a:pt x="356601" y="5895"/>
                  </a:lnTo>
                  <a:lnTo>
                    <a:pt x="311998" y="6121"/>
                  </a:lnTo>
                  <a:lnTo>
                    <a:pt x="304302" y="8789"/>
                  </a:lnTo>
                  <a:lnTo>
                    <a:pt x="305842" y="17449"/>
                  </a:lnTo>
                  <a:lnTo>
                    <a:pt x="330455" y="23449"/>
                  </a:lnTo>
                  <a:lnTo>
                    <a:pt x="338144" y="31446"/>
                  </a:lnTo>
                  <a:lnTo>
                    <a:pt x="348912" y="38109"/>
                  </a:lnTo>
                  <a:lnTo>
                    <a:pt x="342755" y="45442"/>
                  </a:lnTo>
                  <a:lnTo>
                    <a:pt x="327377" y="50778"/>
                  </a:lnTo>
                  <a:lnTo>
                    <a:pt x="325838" y="38109"/>
                  </a:lnTo>
                  <a:lnTo>
                    <a:pt x="304302" y="24783"/>
                  </a:lnTo>
                  <a:lnTo>
                    <a:pt x="290463" y="16115"/>
                  </a:lnTo>
                  <a:lnTo>
                    <a:pt x="279696" y="18783"/>
                  </a:lnTo>
                  <a:lnTo>
                    <a:pt x="273539" y="16115"/>
                  </a:lnTo>
                  <a:lnTo>
                    <a:pt x="250464" y="14118"/>
                  </a:lnTo>
                  <a:lnTo>
                    <a:pt x="241236" y="18120"/>
                  </a:lnTo>
                  <a:lnTo>
                    <a:pt x="250464" y="25446"/>
                  </a:lnTo>
                  <a:lnTo>
                    <a:pt x="270460" y="30782"/>
                  </a:lnTo>
                  <a:lnTo>
                    <a:pt x="264310" y="34114"/>
                  </a:lnTo>
                  <a:lnTo>
                    <a:pt x="247393" y="33443"/>
                  </a:lnTo>
                  <a:lnTo>
                    <a:pt x="225858" y="22115"/>
                  </a:lnTo>
                  <a:lnTo>
                    <a:pt x="215090" y="22115"/>
                  </a:lnTo>
                  <a:lnTo>
                    <a:pt x="208933" y="23449"/>
                  </a:lnTo>
                  <a:lnTo>
                    <a:pt x="236625" y="36782"/>
                  </a:lnTo>
                  <a:lnTo>
                    <a:pt x="239697" y="42111"/>
                  </a:lnTo>
                  <a:lnTo>
                    <a:pt x="232008" y="44108"/>
                  </a:lnTo>
                  <a:lnTo>
                    <a:pt x="213551" y="34114"/>
                  </a:lnTo>
                  <a:lnTo>
                    <a:pt x="192016" y="34777"/>
                  </a:lnTo>
                  <a:lnTo>
                    <a:pt x="188937" y="38109"/>
                  </a:lnTo>
                  <a:lnTo>
                    <a:pt x="195094" y="41441"/>
                  </a:lnTo>
                  <a:lnTo>
                    <a:pt x="208933" y="41441"/>
                  </a:lnTo>
                  <a:lnTo>
                    <a:pt x="213551" y="44779"/>
                  </a:lnTo>
                  <a:lnTo>
                    <a:pt x="210472" y="47440"/>
                  </a:lnTo>
                  <a:lnTo>
                    <a:pt x="195087" y="48110"/>
                  </a:lnTo>
                  <a:lnTo>
                    <a:pt x="190476" y="54773"/>
                  </a:lnTo>
                  <a:lnTo>
                    <a:pt x="201244" y="62770"/>
                  </a:lnTo>
                  <a:lnTo>
                    <a:pt x="230468" y="68770"/>
                  </a:lnTo>
                  <a:lnTo>
                    <a:pt x="241236" y="78101"/>
                  </a:lnTo>
                  <a:lnTo>
                    <a:pt x="242775" y="82096"/>
                  </a:lnTo>
                  <a:lnTo>
                    <a:pt x="233547" y="82766"/>
                  </a:lnTo>
                  <a:lnTo>
                    <a:pt x="202783" y="71438"/>
                  </a:lnTo>
                  <a:lnTo>
                    <a:pt x="188937" y="64104"/>
                  </a:lnTo>
                  <a:lnTo>
                    <a:pt x="182787" y="64768"/>
                  </a:lnTo>
                  <a:lnTo>
                    <a:pt x="184320" y="68770"/>
                  </a:lnTo>
                  <a:lnTo>
                    <a:pt x="195087" y="74769"/>
                  </a:lnTo>
                  <a:lnTo>
                    <a:pt x="179709" y="75433"/>
                  </a:lnTo>
                  <a:lnTo>
                    <a:pt x="156634" y="55437"/>
                  </a:lnTo>
                  <a:lnTo>
                    <a:pt x="135099" y="46776"/>
                  </a:lnTo>
                  <a:lnTo>
                    <a:pt x="124332" y="48774"/>
                  </a:lnTo>
                  <a:lnTo>
                    <a:pt x="130488" y="62107"/>
                  </a:lnTo>
                  <a:lnTo>
                    <a:pt x="110486" y="61437"/>
                  </a:lnTo>
                  <a:lnTo>
                    <a:pt x="108946" y="67436"/>
                  </a:lnTo>
                  <a:lnTo>
                    <a:pt x="122792" y="73435"/>
                  </a:lnTo>
                  <a:lnTo>
                    <a:pt x="145867" y="76103"/>
                  </a:lnTo>
                  <a:lnTo>
                    <a:pt x="152017" y="80769"/>
                  </a:lnTo>
                  <a:lnTo>
                    <a:pt x="138178" y="85428"/>
                  </a:lnTo>
                  <a:lnTo>
                    <a:pt x="122792" y="84764"/>
                  </a:lnTo>
                  <a:lnTo>
                    <a:pt x="112025" y="78765"/>
                  </a:lnTo>
                  <a:lnTo>
                    <a:pt x="107414" y="80769"/>
                  </a:lnTo>
                  <a:lnTo>
                    <a:pt x="108946" y="86098"/>
                  </a:lnTo>
                  <a:lnTo>
                    <a:pt x="98186" y="82096"/>
                  </a:lnTo>
                  <a:lnTo>
                    <a:pt x="90490" y="74769"/>
                  </a:lnTo>
                  <a:lnTo>
                    <a:pt x="73572" y="74769"/>
                  </a:lnTo>
                  <a:lnTo>
                    <a:pt x="56648" y="82766"/>
                  </a:lnTo>
                  <a:lnTo>
                    <a:pt x="52037" y="89430"/>
                  </a:lnTo>
                  <a:lnTo>
                    <a:pt x="30502" y="86098"/>
                  </a:lnTo>
                  <a:lnTo>
                    <a:pt x="21273" y="94759"/>
                  </a:lnTo>
                  <a:lnTo>
                    <a:pt x="1270" y="104090"/>
                  </a:lnTo>
                  <a:lnTo>
                    <a:pt x="12045" y="108092"/>
                  </a:lnTo>
                  <a:lnTo>
                    <a:pt x="32041" y="109426"/>
                  </a:lnTo>
                  <a:lnTo>
                    <a:pt x="47419" y="106758"/>
                  </a:lnTo>
                  <a:lnTo>
                    <a:pt x="48958" y="110089"/>
                  </a:lnTo>
                  <a:lnTo>
                    <a:pt x="33573" y="114091"/>
                  </a:lnTo>
                  <a:lnTo>
                    <a:pt x="36652" y="120084"/>
                  </a:lnTo>
                  <a:lnTo>
                    <a:pt x="62804" y="117423"/>
                  </a:lnTo>
                  <a:lnTo>
                    <a:pt x="82800" y="110759"/>
                  </a:lnTo>
                  <a:lnTo>
                    <a:pt x="101257" y="112087"/>
                  </a:lnTo>
                  <a:lnTo>
                    <a:pt x="96646" y="114755"/>
                  </a:lnTo>
                  <a:lnTo>
                    <a:pt x="72033" y="120754"/>
                  </a:lnTo>
                  <a:lnTo>
                    <a:pt x="55115" y="127417"/>
                  </a:lnTo>
                  <a:lnTo>
                    <a:pt x="55115" y="130749"/>
                  </a:lnTo>
                  <a:lnTo>
                    <a:pt x="45880" y="132753"/>
                  </a:lnTo>
                  <a:lnTo>
                    <a:pt x="50498" y="141414"/>
                  </a:lnTo>
                  <a:lnTo>
                    <a:pt x="84340" y="143411"/>
                  </a:lnTo>
                  <a:lnTo>
                    <a:pt x="116636" y="142084"/>
                  </a:lnTo>
                  <a:lnTo>
                    <a:pt x="142788" y="130085"/>
                  </a:lnTo>
                  <a:lnTo>
                    <a:pt x="152017" y="128751"/>
                  </a:lnTo>
                  <a:lnTo>
                    <a:pt x="156634" y="130749"/>
                  </a:lnTo>
                  <a:lnTo>
                    <a:pt x="135099" y="142748"/>
                  </a:lnTo>
                  <a:lnTo>
                    <a:pt x="116636" y="146750"/>
                  </a:lnTo>
                  <a:lnTo>
                    <a:pt x="85872" y="146750"/>
                  </a:lnTo>
                  <a:lnTo>
                    <a:pt x="58187" y="152079"/>
                  </a:lnTo>
                  <a:lnTo>
                    <a:pt x="64337" y="158742"/>
                  </a:lnTo>
                  <a:lnTo>
                    <a:pt x="85872" y="161410"/>
                  </a:lnTo>
                  <a:lnTo>
                    <a:pt x="104329" y="168073"/>
                  </a:lnTo>
                  <a:lnTo>
                    <a:pt x="112025" y="166075"/>
                  </a:lnTo>
                  <a:lnTo>
                    <a:pt x="121253" y="156074"/>
                  </a:lnTo>
                  <a:lnTo>
                    <a:pt x="139710" y="147413"/>
                  </a:lnTo>
                  <a:lnTo>
                    <a:pt x="167402" y="140750"/>
                  </a:lnTo>
                  <a:lnTo>
                    <a:pt x="198166" y="138082"/>
                  </a:lnTo>
                  <a:lnTo>
                    <a:pt x="199705" y="142748"/>
                  </a:lnTo>
                  <a:lnTo>
                    <a:pt x="148938" y="150081"/>
                  </a:lnTo>
                  <a:lnTo>
                    <a:pt x="133560" y="158742"/>
                  </a:lnTo>
                  <a:lnTo>
                    <a:pt x="125871" y="167409"/>
                  </a:lnTo>
                  <a:lnTo>
                    <a:pt x="125864" y="172738"/>
                  </a:lnTo>
                  <a:lnTo>
                    <a:pt x="158174" y="173409"/>
                  </a:lnTo>
                  <a:lnTo>
                    <a:pt x="167402" y="170741"/>
                  </a:lnTo>
                  <a:lnTo>
                    <a:pt x="167402" y="158742"/>
                  </a:lnTo>
                  <a:lnTo>
                    <a:pt x="176630" y="157414"/>
                  </a:lnTo>
                  <a:lnTo>
                    <a:pt x="179702" y="164741"/>
                  </a:lnTo>
                  <a:lnTo>
                    <a:pt x="193548" y="160076"/>
                  </a:lnTo>
                  <a:lnTo>
                    <a:pt x="210465" y="160076"/>
                  </a:lnTo>
                  <a:lnTo>
                    <a:pt x="207394" y="162744"/>
                  </a:lnTo>
                  <a:lnTo>
                    <a:pt x="188930" y="168743"/>
                  </a:lnTo>
                  <a:lnTo>
                    <a:pt x="193548" y="172075"/>
                  </a:lnTo>
                  <a:lnTo>
                    <a:pt x="224312" y="168743"/>
                  </a:lnTo>
                  <a:lnTo>
                    <a:pt x="241236" y="164078"/>
                  </a:lnTo>
                  <a:lnTo>
                    <a:pt x="268921" y="148747"/>
                  </a:lnTo>
                  <a:lnTo>
                    <a:pt x="258154" y="137419"/>
                  </a:lnTo>
                  <a:lnTo>
                    <a:pt x="275078" y="135414"/>
                  </a:lnTo>
                  <a:lnTo>
                    <a:pt x="279689" y="127417"/>
                  </a:lnTo>
                  <a:lnTo>
                    <a:pt x="293535" y="122088"/>
                  </a:lnTo>
                  <a:lnTo>
                    <a:pt x="304302" y="120754"/>
                  </a:lnTo>
                  <a:lnTo>
                    <a:pt x="305842" y="124086"/>
                  </a:lnTo>
                  <a:lnTo>
                    <a:pt x="287378" y="136748"/>
                  </a:lnTo>
                  <a:lnTo>
                    <a:pt x="279689" y="152749"/>
                  </a:lnTo>
                  <a:lnTo>
                    <a:pt x="304302" y="148077"/>
                  </a:lnTo>
                  <a:lnTo>
                    <a:pt x="330448" y="148077"/>
                  </a:lnTo>
                  <a:lnTo>
                    <a:pt x="333527" y="153413"/>
                  </a:lnTo>
                  <a:lnTo>
                    <a:pt x="313531" y="159412"/>
                  </a:lnTo>
                  <a:lnTo>
                    <a:pt x="284306" y="157414"/>
                  </a:lnTo>
                  <a:lnTo>
                    <a:pt x="253543" y="164741"/>
                  </a:lnTo>
                  <a:lnTo>
                    <a:pt x="264310" y="167409"/>
                  </a:lnTo>
                  <a:lnTo>
                    <a:pt x="279689" y="167409"/>
                  </a:lnTo>
                  <a:lnTo>
                    <a:pt x="278150" y="170741"/>
                  </a:lnTo>
                  <a:lnTo>
                    <a:pt x="256614" y="174072"/>
                  </a:lnTo>
                  <a:lnTo>
                    <a:pt x="241236" y="174743"/>
                  </a:lnTo>
                  <a:lnTo>
                    <a:pt x="221233" y="181406"/>
                  </a:lnTo>
                  <a:lnTo>
                    <a:pt x="193548" y="180072"/>
                  </a:lnTo>
                  <a:lnTo>
                    <a:pt x="193548" y="186735"/>
                  </a:lnTo>
                  <a:lnTo>
                    <a:pt x="210465" y="192734"/>
                  </a:lnTo>
                  <a:lnTo>
                    <a:pt x="222772" y="204063"/>
                  </a:lnTo>
                  <a:lnTo>
                    <a:pt x="228922" y="216062"/>
                  </a:lnTo>
                  <a:lnTo>
                    <a:pt x="241229" y="220057"/>
                  </a:lnTo>
                  <a:lnTo>
                    <a:pt x="253536" y="218059"/>
                  </a:lnTo>
                  <a:lnTo>
                    <a:pt x="261225" y="220057"/>
                  </a:lnTo>
                  <a:lnTo>
                    <a:pt x="250457" y="226056"/>
                  </a:lnTo>
                  <a:lnTo>
                    <a:pt x="222772" y="226056"/>
                  </a:lnTo>
                  <a:lnTo>
                    <a:pt x="210465" y="210062"/>
                  </a:lnTo>
                  <a:lnTo>
                    <a:pt x="181241" y="190066"/>
                  </a:lnTo>
                  <a:lnTo>
                    <a:pt x="156628" y="186071"/>
                  </a:lnTo>
                  <a:lnTo>
                    <a:pt x="124332" y="185401"/>
                  </a:lnTo>
                  <a:lnTo>
                    <a:pt x="119714" y="194068"/>
                  </a:lnTo>
                  <a:lnTo>
                    <a:pt x="136632" y="203399"/>
                  </a:lnTo>
                  <a:lnTo>
                    <a:pt x="118585" y="206060"/>
                  </a:lnTo>
                  <a:lnTo>
                    <a:pt x="118585" y="209399"/>
                  </a:lnTo>
                  <a:lnTo>
                    <a:pt x="145860" y="218059"/>
                  </a:lnTo>
                  <a:lnTo>
                    <a:pt x="162784" y="227390"/>
                  </a:lnTo>
                  <a:lnTo>
                    <a:pt x="165856" y="235387"/>
                  </a:lnTo>
                  <a:lnTo>
                    <a:pt x="181241" y="246052"/>
                  </a:lnTo>
                  <a:lnTo>
                    <a:pt x="179702" y="250718"/>
                  </a:lnTo>
                  <a:lnTo>
                    <a:pt x="164317" y="248720"/>
                  </a:lnTo>
                  <a:lnTo>
                    <a:pt x="156628" y="252715"/>
                  </a:lnTo>
                  <a:lnTo>
                    <a:pt x="176623" y="258051"/>
                  </a:lnTo>
                  <a:lnTo>
                    <a:pt x="204316" y="258051"/>
                  </a:lnTo>
                  <a:lnTo>
                    <a:pt x="230461" y="255383"/>
                  </a:lnTo>
                  <a:lnTo>
                    <a:pt x="230461" y="261383"/>
                  </a:lnTo>
                  <a:lnTo>
                    <a:pt x="212005" y="263380"/>
                  </a:lnTo>
                  <a:lnTo>
                    <a:pt x="208926" y="269380"/>
                  </a:lnTo>
                  <a:lnTo>
                    <a:pt x="185852" y="262046"/>
                  </a:lnTo>
                  <a:lnTo>
                    <a:pt x="164317" y="262717"/>
                  </a:lnTo>
                  <a:lnTo>
                    <a:pt x="145860" y="260049"/>
                  </a:lnTo>
                  <a:lnTo>
                    <a:pt x="130482" y="262046"/>
                  </a:lnTo>
                  <a:lnTo>
                    <a:pt x="121246" y="260712"/>
                  </a:lnTo>
                  <a:lnTo>
                    <a:pt x="115096" y="262046"/>
                  </a:lnTo>
                  <a:lnTo>
                    <a:pt x="102790" y="279374"/>
                  </a:lnTo>
                  <a:lnTo>
                    <a:pt x="102790" y="291373"/>
                  </a:lnTo>
                  <a:lnTo>
                    <a:pt x="121246" y="291373"/>
                  </a:lnTo>
                  <a:lnTo>
                    <a:pt x="127403" y="284710"/>
                  </a:lnTo>
                  <a:lnTo>
                    <a:pt x="133553" y="286037"/>
                  </a:lnTo>
                  <a:lnTo>
                    <a:pt x="128935" y="294034"/>
                  </a:lnTo>
                  <a:lnTo>
                    <a:pt x="142782" y="293371"/>
                  </a:lnTo>
                  <a:lnTo>
                    <a:pt x="152010" y="283376"/>
                  </a:lnTo>
                  <a:lnTo>
                    <a:pt x="152010" y="276713"/>
                  </a:lnTo>
                  <a:lnTo>
                    <a:pt x="161245" y="278040"/>
                  </a:lnTo>
                  <a:lnTo>
                    <a:pt x="165856" y="290703"/>
                  </a:lnTo>
                  <a:lnTo>
                    <a:pt x="155088" y="294705"/>
                  </a:lnTo>
                  <a:lnTo>
                    <a:pt x="155088" y="300034"/>
                  </a:lnTo>
                  <a:lnTo>
                    <a:pt x="142782" y="302702"/>
                  </a:lnTo>
                  <a:lnTo>
                    <a:pt x="147399" y="314030"/>
                  </a:lnTo>
                  <a:lnTo>
                    <a:pt x="165856" y="319366"/>
                  </a:lnTo>
                  <a:lnTo>
                    <a:pt x="185852" y="316035"/>
                  </a:lnTo>
                  <a:lnTo>
                    <a:pt x="199698" y="298036"/>
                  </a:lnTo>
                  <a:lnTo>
                    <a:pt x="210465" y="297373"/>
                  </a:lnTo>
                  <a:lnTo>
                    <a:pt x="215076" y="302038"/>
                  </a:lnTo>
                  <a:lnTo>
                    <a:pt x="202769" y="306704"/>
                  </a:lnTo>
                  <a:lnTo>
                    <a:pt x="182773" y="327363"/>
                  </a:lnTo>
                  <a:lnTo>
                    <a:pt x="173545" y="326693"/>
                  </a:lnTo>
                  <a:lnTo>
                    <a:pt x="158167" y="328697"/>
                  </a:lnTo>
                  <a:lnTo>
                    <a:pt x="130475" y="322027"/>
                  </a:lnTo>
                  <a:lnTo>
                    <a:pt x="124325" y="309365"/>
                  </a:lnTo>
                  <a:lnTo>
                    <a:pt x="105868" y="303372"/>
                  </a:lnTo>
                  <a:lnTo>
                    <a:pt x="93561" y="308031"/>
                  </a:lnTo>
                  <a:lnTo>
                    <a:pt x="78176" y="308701"/>
                  </a:lnTo>
                  <a:lnTo>
                    <a:pt x="85872" y="324695"/>
                  </a:lnTo>
                  <a:lnTo>
                    <a:pt x="111505" y="32891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1" name="Forme libre : forme 639">
              <a:extLst>
                <a:ext uri="{FF2B5EF4-FFF2-40B4-BE49-F238E27FC236}">
                  <a16:creationId xmlns:a16="http://schemas.microsoft.com/office/drawing/2014/main" id="{3C64AC85-8BCC-8A87-F25A-5299EEEC3EA1}"/>
                </a:ext>
              </a:extLst>
            </p:cNvPr>
            <p:cNvSpPr/>
            <p:nvPr/>
          </p:nvSpPr>
          <p:spPr>
            <a:xfrm>
              <a:off x="3524843" y="2069542"/>
              <a:ext cx="244569" cy="171953"/>
            </a:xfrm>
            <a:custGeom>
              <a:avLst/>
              <a:gdLst>
                <a:gd name="csX0" fmla="*/ 73405 w 244569"/>
                <a:gd name="csY0" fmla="*/ 167 h 171953"/>
                <a:gd name="csX1" fmla="*/ 90323 w 244569"/>
                <a:gd name="csY1" fmla="*/ 2835 h 171953"/>
                <a:gd name="csX2" fmla="*/ 107247 w 244569"/>
                <a:gd name="csY2" fmla="*/ 11496 h 171953"/>
                <a:gd name="csX3" fmla="*/ 110319 w 244569"/>
                <a:gd name="csY3" fmla="*/ 20163 h 171953"/>
                <a:gd name="csX4" fmla="*/ 116476 w 244569"/>
                <a:gd name="csY4" fmla="*/ 30828 h 171953"/>
                <a:gd name="csX5" fmla="*/ 130315 w 244569"/>
                <a:gd name="csY5" fmla="*/ 45488 h 171953"/>
                <a:gd name="csX6" fmla="*/ 158000 w 244569"/>
                <a:gd name="csY6" fmla="*/ 50824 h 171953"/>
                <a:gd name="csX7" fmla="*/ 156468 w 244569"/>
                <a:gd name="csY7" fmla="*/ 61482 h 171953"/>
                <a:gd name="csX8" fmla="*/ 162618 w 244569"/>
                <a:gd name="csY8" fmla="*/ 70813 h 171953"/>
                <a:gd name="csX9" fmla="*/ 176457 w 244569"/>
                <a:gd name="csY9" fmla="*/ 76149 h 171953"/>
                <a:gd name="csX10" fmla="*/ 181074 w 244569"/>
                <a:gd name="csY10" fmla="*/ 70813 h 171953"/>
                <a:gd name="csX11" fmla="*/ 167235 w 244569"/>
                <a:gd name="csY11" fmla="*/ 64150 h 171953"/>
                <a:gd name="csX12" fmla="*/ 173385 w 244569"/>
                <a:gd name="csY12" fmla="*/ 54156 h 171953"/>
                <a:gd name="csX13" fmla="*/ 191842 w 244569"/>
                <a:gd name="csY13" fmla="*/ 57487 h 171953"/>
                <a:gd name="csX14" fmla="*/ 194920 w 244569"/>
                <a:gd name="csY14" fmla="*/ 68816 h 171953"/>
                <a:gd name="csX15" fmla="*/ 188771 w 244569"/>
                <a:gd name="csY15" fmla="*/ 73481 h 171953"/>
                <a:gd name="csX16" fmla="*/ 202610 w 244569"/>
                <a:gd name="csY16" fmla="*/ 79481 h 171953"/>
                <a:gd name="csX17" fmla="*/ 201070 w 244569"/>
                <a:gd name="csY17" fmla="*/ 99477 h 171953"/>
                <a:gd name="csX18" fmla="*/ 230295 w 244569"/>
                <a:gd name="csY18" fmla="*/ 99477 h 171953"/>
                <a:gd name="csX19" fmla="*/ 244141 w 244569"/>
                <a:gd name="csY19" fmla="*/ 102138 h 171953"/>
                <a:gd name="csX20" fmla="*/ 245680 w 244569"/>
                <a:gd name="csY20" fmla="*/ 116805 h 171953"/>
                <a:gd name="csX21" fmla="*/ 230295 w 244569"/>
                <a:gd name="csY21" fmla="*/ 119473 h 171953"/>
                <a:gd name="csX22" fmla="*/ 204149 w 244569"/>
                <a:gd name="csY22" fmla="*/ 130801 h 171953"/>
                <a:gd name="csX23" fmla="*/ 193381 w 244569"/>
                <a:gd name="csY23" fmla="*/ 140796 h 171953"/>
                <a:gd name="csX24" fmla="*/ 187224 w 244569"/>
                <a:gd name="csY24" fmla="*/ 140132 h 171953"/>
                <a:gd name="csX25" fmla="*/ 182614 w 244569"/>
                <a:gd name="csY25" fmla="*/ 132799 h 171953"/>
                <a:gd name="csX26" fmla="*/ 174925 w 244569"/>
                <a:gd name="csY26" fmla="*/ 134796 h 171953"/>
                <a:gd name="csX27" fmla="*/ 184153 w 244569"/>
                <a:gd name="csY27" fmla="*/ 146125 h 171953"/>
                <a:gd name="csX28" fmla="*/ 181074 w 244569"/>
                <a:gd name="csY28" fmla="*/ 154122 h 171953"/>
                <a:gd name="csX29" fmla="*/ 170307 w 244569"/>
                <a:gd name="csY29" fmla="*/ 150127 h 171953"/>
                <a:gd name="csX30" fmla="*/ 165689 w 244569"/>
                <a:gd name="csY30" fmla="*/ 151461 h 171953"/>
                <a:gd name="csX31" fmla="*/ 171846 w 244569"/>
                <a:gd name="csY31" fmla="*/ 158787 h 171953"/>
                <a:gd name="csX32" fmla="*/ 159539 w 244569"/>
                <a:gd name="csY32" fmla="*/ 168789 h 171953"/>
                <a:gd name="csX33" fmla="*/ 144154 w 244569"/>
                <a:gd name="csY33" fmla="*/ 154792 h 171953"/>
                <a:gd name="csX34" fmla="*/ 142622 w 244569"/>
                <a:gd name="csY34" fmla="*/ 150127 h 171953"/>
                <a:gd name="csX35" fmla="*/ 133386 w 244569"/>
                <a:gd name="csY35" fmla="*/ 148129 h 171953"/>
                <a:gd name="csX36" fmla="*/ 130315 w 244569"/>
                <a:gd name="csY36" fmla="*/ 153458 h 171953"/>
                <a:gd name="csX37" fmla="*/ 144154 w 244569"/>
                <a:gd name="csY37" fmla="*/ 164787 h 171953"/>
                <a:gd name="csX38" fmla="*/ 127236 w 244569"/>
                <a:gd name="csY38" fmla="*/ 160792 h 171953"/>
                <a:gd name="csX39" fmla="*/ 127236 w 244569"/>
                <a:gd name="csY39" fmla="*/ 166791 h 171953"/>
                <a:gd name="csX40" fmla="*/ 121087 w 244569"/>
                <a:gd name="csY40" fmla="*/ 172120 h 171953"/>
                <a:gd name="csX41" fmla="*/ 82627 w 244569"/>
                <a:gd name="csY41" fmla="*/ 164123 h 171953"/>
                <a:gd name="csX42" fmla="*/ 82627 w 244569"/>
                <a:gd name="csY42" fmla="*/ 158787 h 171953"/>
                <a:gd name="csX43" fmla="*/ 67249 w 244569"/>
                <a:gd name="csY43" fmla="*/ 150790 h 171953"/>
                <a:gd name="csX44" fmla="*/ 54942 w 244569"/>
                <a:gd name="csY44" fmla="*/ 136794 h 171953"/>
                <a:gd name="csX45" fmla="*/ 67249 w 244569"/>
                <a:gd name="csY45" fmla="*/ 138128 h 171953"/>
                <a:gd name="csX46" fmla="*/ 65709 w 244569"/>
                <a:gd name="csY46" fmla="*/ 133462 h 171953"/>
                <a:gd name="csX47" fmla="*/ 47253 w 244569"/>
                <a:gd name="csY47" fmla="*/ 128133 h 171953"/>
                <a:gd name="csX48" fmla="*/ 67249 w 244569"/>
                <a:gd name="csY48" fmla="*/ 114800 h 171953"/>
                <a:gd name="csX49" fmla="*/ 94934 w 244569"/>
                <a:gd name="csY49" fmla="*/ 120136 h 171953"/>
                <a:gd name="csX50" fmla="*/ 119547 w 244569"/>
                <a:gd name="csY50" fmla="*/ 117468 h 171953"/>
                <a:gd name="csX51" fmla="*/ 85705 w 244569"/>
                <a:gd name="csY51" fmla="*/ 114137 h 171953"/>
                <a:gd name="csX52" fmla="*/ 111858 w 244569"/>
                <a:gd name="csY52" fmla="*/ 111469 h 171953"/>
                <a:gd name="csX53" fmla="*/ 113397 w 244569"/>
                <a:gd name="csY53" fmla="*/ 108808 h 171953"/>
                <a:gd name="csX54" fmla="*/ 91862 w 244569"/>
                <a:gd name="csY54" fmla="*/ 107474 h 171953"/>
                <a:gd name="csX55" fmla="*/ 84166 w 244569"/>
                <a:gd name="csY55" fmla="*/ 102808 h 171953"/>
                <a:gd name="csX56" fmla="*/ 45713 w 244569"/>
                <a:gd name="csY56" fmla="*/ 107467 h 171953"/>
                <a:gd name="csX57" fmla="*/ 24178 w 244569"/>
                <a:gd name="csY57" fmla="*/ 106140 h 171953"/>
                <a:gd name="csX58" fmla="*/ 22639 w 244569"/>
                <a:gd name="csY58" fmla="*/ 99477 h 171953"/>
                <a:gd name="csX59" fmla="*/ 48792 w 244569"/>
                <a:gd name="csY59" fmla="*/ 97472 h 171953"/>
                <a:gd name="csX60" fmla="*/ 53403 w 244569"/>
                <a:gd name="csY60" fmla="*/ 90146 h 171953"/>
                <a:gd name="csX61" fmla="*/ 38024 w 244569"/>
                <a:gd name="csY61" fmla="*/ 94141 h 171953"/>
                <a:gd name="csX62" fmla="*/ 19567 w 244569"/>
                <a:gd name="csY62" fmla="*/ 93477 h 171953"/>
                <a:gd name="csX63" fmla="*/ 10339 w 244569"/>
                <a:gd name="csY63" fmla="*/ 86144 h 171953"/>
                <a:gd name="csX64" fmla="*/ 5721 w 244569"/>
                <a:gd name="csY64" fmla="*/ 69479 h 171953"/>
                <a:gd name="csX65" fmla="*/ 13411 w 244569"/>
                <a:gd name="csY65" fmla="*/ 68145 h 171953"/>
                <a:gd name="csX66" fmla="*/ 25717 w 244569"/>
                <a:gd name="csY66" fmla="*/ 74145 h 171953"/>
                <a:gd name="csX67" fmla="*/ 51870 w 244569"/>
                <a:gd name="csY67" fmla="*/ 75479 h 171953"/>
                <a:gd name="csX68" fmla="*/ 51870 w 244569"/>
                <a:gd name="csY68" fmla="*/ 68816 h 171953"/>
                <a:gd name="csX69" fmla="*/ 31867 w 244569"/>
                <a:gd name="csY69" fmla="*/ 68145 h 171953"/>
                <a:gd name="csX70" fmla="*/ 1111 w 244569"/>
                <a:gd name="csY70" fmla="*/ 56153 h 171953"/>
                <a:gd name="csX71" fmla="*/ 28796 w 244569"/>
                <a:gd name="csY71" fmla="*/ 56153 h 171953"/>
                <a:gd name="csX72" fmla="*/ 28796 w 244569"/>
                <a:gd name="csY72" fmla="*/ 52151 h 171953"/>
                <a:gd name="csX73" fmla="*/ 18028 w 244569"/>
                <a:gd name="csY73" fmla="*/ 48156 h 171953"/>
                <a:gd name="csX74" fmla="*/ 18028 w 244569"/>
                <a:gd name="csY74" fmla="*/ 43491 h 171953"/>
                <a:gd name="csX75" fmla="*/ 36485 w 244569"/>
                <a:gd name="csY75" fmla="*/ 42820 h 171953"/>
                <a:gd name="csX76" fmla="*/ 56481 w 244569"/>
                <a:gd name="csY76" fmla="*/ 46822 h 171953"/>
                <a:gd name="csX77" fmla="*/ 62638 w 244569"/>
                <a:gd name="csY77" fmla="*/ 44154 h 171953"/>
                <a:gd name="csX78" fmla="*/ 33413 w 244569"/>
                <a:gd name="csY78" fmla="*/ 32162 h 171953"/>
                <a:gd name="csX79" fmla="*/ 38024 w 244569"/>
                <a:gd name="csY79" fmla="*/ 20827 h 171953"/>
                <a:gd name="csX80" fmla="*/ 45713 w 244569"/>
                <a:gd name="csY80" fmla="*/ 21497 h 171953"/>
                <a:gd name="csX81" fmla="*/ 51870 w 244569"/>
                <a:gd name="csY81" fmla="*/ 27497 h 171953"/>
                <a:gd name="csX82" fmla="*/ 61099 w 244569"/>
                <a:gd name="csY82" fmla="*/ 24158 h 171953"/>
                <a:gd name="csX83" fmla="*/ 50331 w 244569"/>
                <a:gd name="csY83" fmla="*/ 17495 h 171953"/>
                <a:gd name="csX84" fmla="*/ 76477 w 244569"/>
                <a:gd name="csY84" fmla="*/ 14164 h 171953"/>
                <a:gd name="csX85" fmla="*/ 68788 w 244569"/>
                <a:gd name="csY85" fmla="*/ 9498 h 171953"/>
                <a:gd name="csX86" fmla="*/ 45713 w 244569"/>
                <a:gd name="csY86" fmla="*/ 9498 h 171953"/>
                <a:gd name="csX87" fmla="*/ 44181 w 244569"/>
                <a:gd name="csY87" fmla="*/ 2835 h 171953"/>
                <a:gd name="csX88" fmla="*/ 61099 w 244569"/>
                <a:gd name="csY88" fmla="*/ 167 h 171953"/>
                <a:gd name="csX89" fmla="*/ 73405 w 244569"/>
                <a:gd name="csY89" fmla="*/ 167 h 17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Lst>
              <a:rect l="l" t="t" r="r" b="b"/>
              <a:pathLst>
                <a:path w="244569" h="171953">
                  <a:moveTo>
                    <a:pt x="73405" y="167"/>
                  </a:moveTo>
                  <a:lnTo>
                    <a:pt x="90323" y="2835"/>
                  </a:lnTo>
                  <a:lnTo>
                    <a:pt x="107247" y="11496"/>
                  </a:lnTo>
                  <a:lnTo>
                    <a:pt x="110319" y="20163"/>
                  </a:lnTo>
                  <a:lnTo>
                    <a:pt x="116476" y="30828"/>
                  </a:lnTo>
                  <a:lnTo>
                    <a:pt x="130315" y="45488"/>
                  </a:lnTo>
                  <a:lnTo>
                    <a:pt x="158000" y="50824"/>
                  </a:lnTo>
                  <a:lnTo>
                    <a:pt x="156468" y="61482"/>
                  </a:lnTo>
                  <a:lnTo>
                    <a:pt x="162618" y="70813"/>
                  </a:lnTo>
                  <a:lnTo>
                    <a:pt x="176457" y="76149"/>
                  </a:lnTo>
                  <a:lnTo>
                    <a:pt x="181074" y="70813"/>
                  </a:lnTo>
                  <a:lnTo>
                    <a:pt x="167235" y="64150"/>
                  </a:lnTo>
                  <a:lnTo>
                    <a:pt x="173385" y="54156"/>
                  </a:lnTo>
                  <a:lnTo>
                    <a:pt x="191842" y="57487"/>
                  </a:lnTo>
                  <a:lnTo>
                    <a:pt x="194920" y="68816"/>
                  </a:lnTo>
                  <a:lnTo>
                    <a:pt x="188771" y="73481"/>
                  </a:lnTo>
                  <a:lnTo>
                    <a:pt x="202610" y="79481"/>
                  </a:lnTo>
                  <a:lnTo>
                    <a:pt x="201070" y="99477"/>
                  </a:lnTo>
                  <a:lnTo>
                    <a:pt x="230295" y="99477"/>
                  </a:lnTo>
                  <a:lnTo>
                    <a:pt x="244141" y="102138"/>
                  </a:lnTo>
                  <a:lnTo>
                    <a:pt x="245680" y="116805"/>
                  </a:lnTo>
                  <a:lnTo>
                    <a:pt x="230295" y="119473"/>
                  </a:lnTo>
                  <a:lnTo>
                    <a:pt x="204149" y="130801"/>
                  </a:lnTo>
                  <a:lnTo>
                    <a:pt x="193381" y="140796"/>
                  </a:lnTo>
                  <a:lnTo>
                    <a:pt x="187224" y="140132"/>
                  </a:lnTo>
                  <a:lnTo>
                    <a:pt x="182614" y="132799"/>
                  </a:lnTo>
                  <a:lnTo>
                    <a:pt x="174925" y="134796"/>
                  </a:lnTo>
                  <a:lnTo>
                    <a:pt x="184153" y="146125"/>
                  </a:lnTo>
                  <a:lnTo>
                    <a:pt x="181074" y="154122"/>
                  </a:lnTo>
                  <a:lnTo>
                    <a:pt x="170307" y="150127"/>
                  </a:lnTo>
                  <a:lnTo>
                    <a:pt x="165689" y="151461"/>
                  </a:lnTo>
                  <a:lnTo>
                    <a:pt x="171846" y="158787"/>
                  </a:lnTo>
                  <a:lnTo>
                    <a:pt x="159539" y="168789"/>
                  </a:lnTo>
                  <a:lnTo>
                    <a:pt x="144154" y="154792"/>
                  </a:lnTo>
                  <a:lnTo>
                    <a:pt x="142622" y="150127"/>
                  </a:lnTo>
                  <a:lnTo>
                    <a:pt x="133386" y="148129"/>
                  </a:lnTo>
                  <a:lnTo>
                    <a:pt x="130315" y="153458"/>
                  </a:lnTo>
                  <a:lnTo>
                    <a:pt x="144154" y="164787"/>
                  </a:lnTo>
                  <a:lnTo>
                    <a:pt x="127236" y="160792"/>
                  </a:lnTo>
                  <a:lnTo>
                    <a:pt x="127236" y="166791"/>
                  </a:lnTo>
                  <a:lnTo>
                    <a:pt x="121087" y="172120"/>
                  </a:lnTo>
                  <a:lnTo>
                    <a:pt x="82627" y="164123"/>
                  </a:lnTo>
                  <a:lnTo>
                    <a:pt x="82627" y="158787"/>
                  </a:lnTo>
                  <a:lnTo>
                    <a:pt x="67249" y="150790"/>
                  </a:lnTo>
                  <a:lnTo>
                    <a:pt x="54942" y="136794"/>
                  </a:lnTo>
                  <a:lnTo>
                    <a:pt x="67249" y="138128"/>
                  </a:lnTo>
                  <a:lnTo>
                    <a:pt x="65709" y="133462"/>
                  </a:lnTo>
                  <a:lnTo>
                    <a:pt x="47253" y="128133"/>
                  </a:lnTo>
                  <a:lnTo>
                    <a:pt x="67249" y="114800"/>
                  </a:lnTo>
                  <a:lnTo>
                    <a:pt x="94934" y="120136"/>
                  </a:lnTo>
                  <a:lnTo>
                    <a:pt x="119547" y="117468"/>
                  </a:lnTo>
                  <a:lnTo>
                    <a:pt x="85705" y="114137"/>
                  </a:lnTo>
                  <a:lnTo>
                    <a:pt x="111858" y="111469"/>
                  </a:lnTo>
                  <a:lnTo>
                    <a:pt x="113397" y="108808"/>
                  </a:lnTo>
                  <a:lnTo>
                    <a:pt x="91862" y="107474"/>
                  </a:lnTo>
                  <a:lnTo>
                    <a:pt x="84166" y="102808"/>
                  </a:lnTo>
                  <a:lnTo>
                    <a:pt x="45713" y="107467"/>
                  </a:lnTo>
                  <a:lnTo>
                    <a:pt x="24178" y="106140"/>
                  </a:lnTo>
                  <a:lnTo>
                    <a:pt x="22639" y="99477"/>
                  </a:lnTo>
                  <a:lnTo>
                    <a:pt x="48792" y="97472"/>
                  </a:lnTo>
                  <a:lnTo>
                    <a:pt x="53403" y="90146"/>
                  </a:lnTo>
                  <a:lnTo>
                    <a:pt x="38024" y="94141"/>
                  </a:lnTo>
                  <a:lnTo>
                    <a:pt x="19567" y="93477"/>
                  </a:lnTo>
                  <a:lnTo>
                    <a:pt x="10339" y="86144"/>
                  </a:lnTo>
                  <a:lnTo>
                    <a:pt x="5721" y="69479"/>
                  </a:lnTo>
                  <a:lnTo>
                    <a:pt x="13411" y="68145"/>
                  </a:lnTo>
                  <a:lnTo>
                    <a:pt x="25717" y="74145"/>
                  </a:lnTo>
                  <a:lnTo>
                    <a:pt x="51870" y="75479"/>
                  </a:lnTo>
                  <a:lnTo>
                    <a:pt x="51870" y="68816"/>
                  </a:lnTo>
                  <a:lnTo>
                    <a:pt x="31867" y="68145"/>
                  </a:lnTo>
                  <a:lnTo>
                    <a:pt x="1111" y="56153"/>
                  </a:lnTo>
                  <a:lnTo>
                    <a:pt x="28796" y="56153"/>
                  </a:lnTo>
                  <a:lnTo>
                    <a:pt x="28796" y="52151"/>
                  </a:lnTo>
                  <a:lnTo>
                    <a:pt x="18028" y="48156"/>
                  </a:lnTo>
                  <a:lnTo>
                    <a:pt x="18028" y="43491"/>
                  </a:lnTo>
                  <a:lnTo>
                    <a:pt x="36485" y="42820"/>
                  </a:lnTo>
                  <a:lnTo>
                    <a:pt x="56481" y="46822"/>
                  </a:lnTo>
                  <a:lnTo>
                    <a:pt x="62638" y="44154"/>
                  </a:lnTo>
                  <a:lnTo>
                    <a:pt x="33413" y="32162"/>
                  </a:lnTo>
                  <a:lnTo>
                    <a:pt x="38024" y="20827"/>
                  </a:lnTo>
                  <a:lnTo>
                    <a:pt x="45713" y="21497"/>
                  </a:lnTo>
                  <a:lnTo>
                    <a:pt x="51870" y="27497"/>
                  </a:lnTo>
                  <a:lnTo>
                    <a:pt x="61099" y="24158"/>
                  </a:lnTo>
                  <a:lnTo>
                    <a:pt x="50331" y="17495"/>
                  </a:lnTo>
                  <a:lnTo>
                    <a:pt x="76477" y="14164"/>
                  </a:lnTo>
                  <a:lnTo>
                    <a:pt x="68788" y="9498"/>
                  </a:lnTo>
                  <a:lnTo>
                    <a:pt x="45713" y="9498"/>
                  </a:lnTo>
                  <a:lnTo>
                    <a:pt x="44181" y="2835"/>
                  </a:lnTo>
                  <a:lnTo>
                    <a:pt x="61099" y="167"/>
                  </a:lnTo>
                  <a:lnTo>
                    <a:pt x="73405" y="16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2" name="Forme libre : forme 640">
              <a:extLst>
                <a:ext uri="{FF2B5EF4-FFF2-40B4-BE49-F238E27FC236}">
                  <a16:creationId xmlns:a16="http://schemas.microsoft.com/office/drawing/2014/main" id="{0B791799-2556-9014-DB7F-6F6DCA5CF946}"/>
                </a:ext>
              </a:extLst>
            </p:cNvPr>
            <p:cNvSpPr/>
            <p:nvPr/>
          </p:nvSpPr>
          <p:spPr>
            <a:xfrm>
              <a:off x="3540221" y="2106202"/>
              <a:ext cx="18456" cy="3331"/>
            </a:xfrm>
            <a:custGeom>
              <a:avLst/>
              <a:gdLst>
                <a:gd name="csX0" fmla="*/ 11826 w 18456"/>
                <a:gd name="csY0" fmla="*/ 789 h 3331"/>
                <a:gd name="csX1" fmla="*/ 19515 w 18456"/>
                <a:gd name="csY1" fmla="*/ 2123 h 3331"/>
                <a:gd name="csX2" fmla="*/ 13365 w 18456"/>
                <a:gd name="csY2" fmla="*/ 3457 h 3331"/>
                <a:gd name="csX3" fmla="*/ 1059 w 18456"/>
                <a:gd name="csY3" fmla="*/ 3457 h 3331"/>
                <a:gd name="csX4" fmla="*/ 1059 w 18456"/>
                <a:gd name="csY4" fmla="*/ 126 h 3331"/>
                <a:gd name="csX5" fmla="*/ 11826 w 18456"/>
                <a:gd name="csY5" fmla="*/ 789 h 3331"/>
              </a:gdLst>
              <a:ahLst/>
              <a:cxnLst>
                <a:cxn ang="0">
                  <a:pos x="csX0" y="csY0"/>
                </a:cxn>
                <a:cxn ang="0">
                  <a:pos x="csX1" y="csY1"/>
                </a:cxn>
                <a:cxn ang="0">
                  <a:pos x="csX2" y="csY2"/>
                </a:cxn>
                <a:cxn ang="0">
                  <a:pos x="csX3" y="csY3"/>
                </a:cxn>
                <a:cxn ang="0">
                  <a:pos x="csX4" y="csY4"/>
                </a:cxn>
                <a:cxn ang="0">
                  <a:pos x="csX5" y="csY5"/>
                </a:cxn>
              </a:cxnLst>
              <a:rect l="l" t="t" r="r" b="b"/>
              <a:pathLst>
                <a:path w="18456" h="3331">
                  <a:moveTo>
                    <a:pt x="11826" y="789"/>
                  </a:moveTo>
                  <a:lnTo>
                    <a:pt x="19515" y="2123"/>
                  </a:lnTo>
                  <a:lnTo>
                    <a:pt x="13365" y="3457"/>
                  </a:lnTo>
                  <a:lnTo>
                    <a:pt x="1059" y="3457"/>
                  </a:lnTo>
                  <a:lnTo>
                    <a:pt x="1059" y="126"/>
                  </a:lnTo>
                  <a:lnTo>
                    <a:pt x="11826" y="78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3" name="Forme libre : forme 641">
              <a:extLst>
                <a:ext uri="{FF2B5EF4-FFF2-40B4-BE49-F238E27FC236}">
                  <a16:creationId xmlns:a16="http://schemas.microsoft.com/office/drawing/2014/main" id="{CA0A53A7-5ED7-BF23-C77B-F8D3882EE5F6}"/>
                </a:ext>
              </a:extLst>
            </p:cNvPr>
            <p:cNvSpPr/>
            <p:nvPr/>
          </p:nvSpPr>
          <p:spPr>
            <a:xfrm>
              <a:off x="3447923" y="2144854"/>
              <a:ext cx="29231" cy="20659"/>
            </a:xfrm>
            <a:custGeom>
              <a:avLst/>
              <a:gdLst>
                <a:gd name="csX0" fmla="*/ 30239 w 29231"/>
                <a:gd name="csY0" fmla="*/ 156 h 20659"/>
                <a:gd name="csX1" fmla="*/ 24082 w 29231"/>
                <a:gd name="csY1" fmla="*/ 20816 h 20659"/>
                <a:gd name="csX2" fmla="*/ 16393 w 29231"/>
                <a:gd name="csY2" fmla="*/ 16820 h 20659"/>
                <a:gd name="csX3" fmla="*/ 11775 w 29231"/>
                <a:gd name="csY3" fmla="*/ 10821 h 20659"/>
                <a:gd name="csX4" fmla="*/ 1008 w 29231"/>
                <a:gd name="csY4" fmla="*/ 8823 h 20659"/>
                <a:gd name="csX5" fmla="*/ 13321 w 29231"/>
                <a:gd name="csY5" fmla="*/ 156 h 20659"/>
                <a:gd name="csX6" fmla="*/ 30239 w 29231"/>
                <a:gd name="csY6" fmla="*/ 156 h 206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31" h="20659">
                  <a:moveTo>
                    <a:pt x="30239" y="156"/>
                  </a:moveTo>
                  <a:lnTo>
                    <a:pt x="24082" y="20816"/>
                  </a:lnTo>
                  <a:lnTo>
                    <a:pt x="16393" y="16820"/>
                  </a:lnTo>
                  <a:lnTo>
                    <a:pt x="11775" y="10821"/>
                  </a:lnTo>
                  <a:lnTo>
                    <a:pt x="1008" y="8823"/>
                  </a:lnTo>
                  <a:lnTo>
                    <a:pt x="13321" y="156"/>
                  </a:lnTo>
                  <a:lnTo>
                    <a:pt x="30239" y="1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4" name="Forme libre : forme 642">
              <a:extLst>
                <a:ext uri="{FF2B5EF4-FFF2-40B4-BE49-F238E27FC236}">
                  <a16:creationId xmlns:a16="http://schemas.microsoft.com/office/drawing/2014/main" id="{7D7465CC-F091-5872-F127-2234366AFDF0}"/>
                </a:ext>
              </a:extLst>
            </p:cNvPr>
            <p:cNvSpPr/>
            <p:nvPr/>
          </p:nvSpPr>
          <p:spPr>
            <a:xfrm>
              <a:off x="3643279" y="2264152"/>
              <a:ext cx="23067" cy="17328"/>
            </a:xfrm>
            <a:custGeom>
              <a:avLst/>
              <a:gdLst>
                <a:gd name="csX0" fmla="*/ 2660 w 23067"/>
                <a:gd name="csY0" fmla="*/ 227 h 17328"/>
                <a:gd name="csX1" fmla="*/ 1121 w 23067"/>
                <a:gd name="csY1" fmla="*/ 11556 h 17328"/>
                <a:gd name="csX2" fmla="*/ 18039 w 23067"/>
                <a:gd name="csY2" fmla="*/ 17555 h 17328"/>
                <a:gd name="csX3" fmla="*/ 24189 w 23067"/>
                <a:gd name="csY3" fmla="*/ 12890 h 17328"/>
                <a:gd name="csX4" fmla="*/ 18046 w 23067"/>
                <a:gd name="csY4" fmla="*/ 4229 h 17328"/>
                <a:gd name="csX5" fmla="*/ 2660 w 23067"/>
                <a:gd name="csY5" fmla="*/ 227 h 17328"/>
              </a:gdLst>
              <a:ahLst/>
              <a:cxnLst>
                <a:cxn ang="0">
                  <a:pos x="csX0" y="csY0"/>
                </a:cxn>
                <a:cxn ang="0">
                  <a:pos x="csX1" y="csY1"/>
                </a:cxn>
                <a:cxn ang="0">
                  <a:pos x="csX2" y="csY2"/>
                </a:cxn>
                <a:cxn ang="0">
                  <a:pos x="csX3" y="csY3"/>
                </a:cxn>
                <a:cxn ang="0">
                  <a:pos x="csX4" y="csY4"/>
                </a:cxn>
                <a:cxn ang="0">
                  <a:pos x="csX5" y="csY5"/>
                </a:cxn>
              </a:cxnLst>
              <a:rect l="l" t="t" r="r" b="b"/>
              <a:pathLst>
                <a:path w="23067" h="17328">
                  <a:moveTo>
                    <a:pt x="2660" y="227"/>
                  </a:moveTo>
                  <a:lnTo>
                    <a:pt x="1121" y="11556"/>
                  </a:lnTo>
                  <a:lnTo>
                    <a:pt x="18039" y="17555"/>
                  </a:lnTo>
                  <a:lnTo>
                    <a:pt x="24189" y="12890"/>
                  </a:lnTo>
                  <a:lnTo>
                    <a:pt x="18046" y="4229"/>
                  </a:lnTo>
                  <a:lnTo>
                    <a:pt x="2660" y="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5" name="Forme libre : forme 643">
              <a:extLst>
                <a:ext uri="{FF2B5EF4-FFF2-40B4-BE49-F238E27FC236}">
                  <a16:creationId xmlns:a16="http://schemas.microsoft.com/office/drawing/2014/main" id="{AB630FC5-8C14-E8C2-1EA1-D42961F17B30}"/>
                </a:ext>
              </a:extLst>
            </p:cNvPr>
            <p:cNvSpPr/>
            <p:nvPr/>
          </p:nvSpPr>
          <p:spPr>
            <a:xfrm rot="-369495" flipV="1">
              <a:off x="3637347" y="2278241"/>
              <a:ext cx="10418" cy="4631"/>
            </a:xfrm>
            <a:custGeom>
              <a:avLst/>
              <a:gdLst>
                <a:gd name="csX0" fmla="*/ 1114 w 10418"/>
                <a:gd name="csY0" fmla="*/ 4862 h 4631"/>
                <a:gd name="csX1" fmla="*/ 7298 w 10418"/>
                <a:gd name="csY1" fmla="*/ 4862 h 4631"/>
                <a:gd name="csX2" fmla="*/ 11533 w 10418"/>
                <a:gd name="csY2" fmla="*/ 1052 h 4631"/>
                <a:gd name="csX3" fmla="*/ 6799 w 10418"/>
                <a:gd name="csY3" fmla="*/ 231 h 4631"/>
                <a:gd name="csX4" fmla="*/ 1114 w 10418"/>
                <a:gd name="csY4" fmla="*/ 4862 h 4631"/>
              </a:gdLst>
              <a:ahLst/>
              <a:cxnLst>
                <a:cxn ang="0">
                  <a:pos x="csX0" y="csY0"/>
                </a:cxn>
                <a:cxn ang="0">
                  <a:pos x="csX1" y="csY1"/>
                </a:cxn>
                <a:cxn ang="0">
                  <a:pos x="csX2" y="csY2"/>
                </a:cxn>
                <a:cxn ang="0">
                  <a:pos x="csX3" y="csY3"/>
                </a:cxn>
                <a:cxn ang="0">
                  <a:pos x="csX4" y="csY4"/>
                </a:cxn>
              </a:cxnLst>
              <a:rect l="l" t="t" r="r" b="b"/>
              <a:pathLst>
                <a:path w="10418" h="4631">
                  <a:moveTo>
                    <a:pt x="1114" y="4862"/>
                  </a:moveTo>
                  <a:lnTo>
                    <a:pt x="7298" y="4862"/>
                  </a:lnTo>
                  <a:lnTo>
                    <a:pt x="11533" y="1052"/>
                  </a:lnTo>
                  <a:lnTo>
                    <a:pt x="6799" y="231"/>
                  </a:lnTo>
                  <a:lnTo>
                    <a:pt x="1114" y="48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6" name="Forme libre : forme 644">
              <a:extLst>
                <a:ext uri="{FF2B5EF4-FFF2-40B4-BE49-F238E27FC236}">
                  <a16:creationId xmlns:a16="http://schemas.microsoft.com/office/drawing/2014/main" id="{2178EE18-7177-B9D6-E228-22D7F0B9E690}"/>
                </a:ext>
              </a:extLst>
            </p:cNvPr>
            <p:cNvSpPr/>
            <p:nvPr/>
          </p:nvSpPr>
          <p:spPr>
            <a:xfrm>
              <a:off x="3735570" y="2193506"/>
              <a:ext cx="32302" cy="9331"/>
            </a:xfrm>
            <a:custGeom>
              <a:avLst/>
              <a:gdLst>
                <a:gd name="csX0" fmla="*/ 1179 w 32302"/>
                <a:gd name="csY0" fmla="*/ 9511 h 9331"/>
                <a:gd name="csX1" fmla="*/ 10408 w 32302"/>
                <a:gd name="csY1" fmla="*/ 4182 h 9331"/>
                <a:gd name="csX2" fmla="*/ 27332 w 32302"/>
                <a:gd name="csY2" fmla="*/ 180 h 9331"/>
                <a:gd name="csX3" fmla="*/ 33482 w 32302"/>
                <a:gd name="csY3" fmla="*/ 2178 h 9331"/>
                <a:gd name="csX4" fmla="*/ 19636 w 32302"/>
                <a:gd name="csY4" fmla="*/ 8847 h 9331"/>
                <a:gd name="csX5" fmla="*/ 1179 w 32302"/>
                <a:gd name="csY5" fmla="*/ 9511 h 9331"/>
              </a:gdLst>
              <a:ahLst/>
              <a:cxnLst>
                <a:cxn ang="0">
                  <a:pos x="csX0" y="csY0"/>
                </a:cxn>
                <a:cxn ang="0">
                  <a:pos x="csX1" y="csY1"/>
                </a:cxn>
                <a:cxn ang="0">
                  <a:pos x="csX2" y="csY2"/>
                </a:cxn>
                <a:cxn ang="0">
                  <a:pos x="csX3" y="csY3"/>
                </a:cxn>
                <a:cxn ang="0">
                  <a:pos x="csX4" y="csY4"/>
                </a:cxn>
                <a:cxn ang="0">
                  <a:pos x="csX5" y="csY5"/>
                </a:cxn>
              </a:cxnLst>
              <a:rect l="l" t="t" r="r" b="b"/>
              <a:pathLst>
                <a:path w="32302" h="9331">
                  <a:moveTo>
                    <a:pt x="1179" y="9511"/>
                  </a:moveTo>
                  <a:lnTo>
                    <a:pt x="10408" y="4182"/>
                  </a:lnTo>
                  <a:lnTo>
                    <a:pt x="27332" y="180"/>
                  </a:lnTo>
                  <a:lnTo>
                    <a:pt x="33482" y="2178"/>
                  </a:lnTo>
                  <a:lnTo>
                    <a:pt x="19636" y="8847"/>
                  </a:lnTo>
                  <a:lnTo>
                    <a:pt x="1179" y="95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7" name="Forme libre : forme 645">
              <a:extLst>
                <a:ext uri="{FF2B5EF4-FFF2-40B4-BE49-F238E27FC236}">
                  <a16:creationId xmlns:a16="http://schemas.microsoft.com/office/drawing/2014/main" id="{40993CC4-245C-94B5-C235-E99CC6B3AA5B}"/>
                </a:ext>
              </a:extLst>
            </p:cNvPr>
            <p:cNvSpPr/>
            <p:nvPr/>
          </p:nvSpPr>
          <p:spPr>
            <a:xfrm>
              <a:off x="4017067" y="1901594"/>
              <a:ext cx="1321322" cy="1126431"/>
            </a:xfrm>
            <a:custGeom>
              <a:avLst/>
              <a:gdLst>
                <a:gd name="csX0" fmla="*/ 641614 w 1321322"/>
                <a:gd name="csY0" fmla="*/ 1126692 h 1126431"/>
                <a:gd name="csX1" fmla="*/ 632386 w 1321322"/>
                <a:gd name="csY1" fmla="*/ 1119003 h 1126431"/>
                <a:gd name="csX2" fmla="*/ 618540 w 1321322"/>
                <a:gd name="csY2" fmla="*/ 1125153 h 1126431"/>
                <a:gd name="csX3" fmla="*/ 613929 w 1321322"/>
                <a:gd name="csY3" fmla="*/ 1115931 h 1126431"/>
                <a:gd name="csX4" fmla="*/ 615468 w 1321322"/>
                <a:gd name="csY4" fmla="*/ 1103631 h 1126431"/>
                <a:gd name="csX5" fmla="*/ 593933 w 1321322"/>
                <a:gd name="csY5" fmla="*/ 1092871 h 1126431"/>
                <a:gd name="csX6" fmla="*/ 586237 w 1321322"/>
                <a:gd name="csY6" fmla="*/ 1077492 h 1126431"/>
                <a:gd name="csX7" fmla="*/ 555473 w 1321322"/>
                <a:gd name="csY7" fmla="*/ 1080571 h 1126431"/>
                <a:gd name="csX8" fmla="*/ 549324 w 1321322"/>
                <a:gd name="csY8" fmla="*/ 1091331 h 1126431"/>
                <a:gd name="csX9" fmla="*/ 543174 w 1321322"/>
                <a:gd name="csY9" fmla="*/ 1088253 h 1126431"/>
                <a:gd name="csX10" fmla="*/ 541634 w 1321322"/>
                <a:gd name="csY10" fmla="*/ 1071342 h 1126431"/>
                <a:gd name="csX11" fmla="*/ 529328 w 1321322"/>
                <a:gd name="csY11" fmla="*/ 1063660 h 1126431"/>
                <a:gd name="csX12" fmla="*/ 527788 w 1321322"/>
                <a:gd name="csY12" fmla="*/ 1055971 h 1126431"/>
                <a:gd name="csX13" fmla="*/ 517021 w 1321322"/>
                <a:gd name="csY13" fmla="*/ 1046742 h 1126431"/>
                <a:gd name="csX14" fmla="*/ 510871 w 1321322"/>
                <a:gd name="csY14" fmla="*/ 1031371 h 1126431"/>
                <a:gd name="csX15" fmla="*/ 509332 w 1321322"/>
                <a:gd name="csY15" fmla="*/ 1020610 h 1126431"/>
                <a:gd name="csX16" fmla="*/ 492407 w 1321322"/>
                <a:gd name="csY16" fmla="*/ 1011388 h 1126431"/>
                <a:gd name="csX17" fmla="*/ 489336 w 1321322"/>
                <a:gd name="csY17" fmla="*/ 1005238 h 1126431"/>
                <a:gd name="csX18" fmla="*/ 495486 w 1321322"/>
                <a:gd name="csY18" fmla="*/ 997549 h 1126431"/>
                <a:gd name="csX19" fmla="*/ 492414 w 1321322"/>
                <a:gd name="csY19" fmla="*/ 992938 h 1126431"/>
                <a:gd name="csX20" fmla="*/ 492414 w 1321322"/>
                <a:gd name="csY20" fmla="*/ 983710 h 1126431"/>
                <a:gd name="csX21" fmla="*/ 481646 w 1321322"/>
                <a:gd name="csY21" fmla="*/ 971410 h 1126431"/>
                <a:gd name="csX22" fmla="*/ 480107 w 1321322"/>
                <a:gd name="csY22" fmla="*/ 966799 h 1126431"/>
                <a:gd name="csX23" fmla="*/ 469340 w 1321322"/>
                <a:gd name="csY23" fmla="*/ 957578 h 1126431"/>
                <a:gd name="csX24" fmla="*/ 469340 w 1321322"/>
                <a:gd name="csY24" fmla="*/ 939128 h 1126431"/>
                <a:gd name="csX25" fmla="*/ 486257 w 1321322"/>
                <a:gd name="csY25" fmla="*/ 937589 h 1126431"/>
                <a:gd name="csX26" fmla="*/ 486257 w 1321322"/>
                <a:gd name="csY26" fmla="*/ 926828 h 1126431"/>
                <a:gd name="csX27" fmla="*/ 492414 w 1321322"/>
                <a:gd name="csY27" fmla="*/ 914528 h 1126431"/>
                <a:gd name="csX28" fmla="*/ 500103 w 1321322"/>
                <a:gd name="csY28" fmla="*/ 919139 h 1126431"/>
                <a:gd name="csX29" fmla="*/ 503182 w 1321322"/>
                <a:gd name="csY29" fmla="*/ 909917 h 1126431"/>
                <a:gd name="csX30" fmla="*/ 484725 w 1321322"/>
                <a:gd name="csY30" fmla="*/ 897617 h 1126431"/>
                <a:gd name="csX31" fmla="*/ 475490 w 1321322"/>
                <a:gd name="csY31" fmla="*/ 905306 h 1126431"/>
                <a:gd name="csX32" fmla="*/ 464722 w 1321322"/>
                <a:gd name="csY32" fmla="*/ 925289 h 1126431"/>
                <a:gd name="csX33" fmla="*/ 455494 w 1321322"/>
                <a:gd name="csY33" fmla="*/ 922217 h 1126431"/>
                <a:gd name="csX34" fmla="*/ 458572 w 1321322"/>
                <a:gd name="csY34" fmla="*/ 902228 h 1126431"/>
                <a:gd name="csX35" fmla="*/ 453961 w 1321322"/>
                <a:gd name="csY35" fmla="*/ 880707 h 1126431"/>
                <a:gd name="csX36" fmla="*/ 457033 w 1321322"/>
                <a:gd name="csY36" fmla="*/ 873017 h 1126431"/>
                <a:gd name="csX37" fmla="*/ 435498 w 1321322"/>
                <a:gd name="csY37" fmla="*/ 857646 h 1126431"/>
                <a:gd name="csX38" fmla="*/ 438576 w 1321322"/>
                <a:gd name="csY38" fmla="*/ 853035 h 1126431"/>
                <a:gd name="csX39" fmla="*/ 450883 w 1321322"/>
                <a:gd name="csY39" fmla="*/ 853035 h 1126431"/>
                <a:gd name="csX40" fmla="*/ 446265 w 1321322"/>
                <a:gd name="csY40" fmla="*/ 842267 h 1126431"/>
                <a:gd name="csX41" fmla="*/ 433965 w 1321322"/>
                <a:gd name="csY41" fmla="*/ 840735 h 1126431"/>
                <a:gd name="csX42" fmla="*/ 424730 w 1321322"/>
                <a:gd name="csY42" fmla="*/ 823818 h 1126431"/>
                <a:gd name="csX43" fmla="*/ 429348 w 1321322"/>
                <a:gd name="csY43" fmla="*/ 809985 h 1126431"/>
                <a:gd name="csX44" fmla="*/ 438576 w 1321322"/>
                <a:gd name="csY44" fmla="*/ 809985 h 1126431"/>
                <a:gd name="csX45" fmla="*/ 446265 w 1321322"/>
                <a:gd name="csY45" fmla="*/ 797603 h 1126431"/>
                <a:gd name="csX46" fmla="*/ 432426 w 1321322"/>
                <a:gd name="csY46" fmla="*/ 795756 h 1126431"/>
                <a:gd name="csX47" fmla="*/ 421658 w 1321322"/>
                <a:gd name="csY47" fmla="*/ 799450 h 1126431"/>
                <a:gd name="csX48" fmla="*/ 418580 w 1321322"/>
                <a:gd name="csY48" fmla="*/ 793916 h 1126431"/>
                <a:gd name="csX49" fmla="*/ 424730 w 1321322"/>
                <a:gd name="csY49" fmla="*/ 778230 h 1126431"/>
                <a:gd name="csX50" fmla="*/ 452422 w 1321322"/>
                <a:gd name="csY50" fmla="*/ 768085 h 1126431"/>
                <a:gd name="csX51" fmla="*/ 466268 w 1321322"/>
                <a:gd name="csY51" fmla="*/ 770855 h 1126431"/>
                <a:gd name="csX52" fmla="*/ 481646 w 1321322"/>
                <a:gd name="csY52" fmla="*/ 777313 h 1126431"/>
                <a:gd name="csX53" fmla="*/ 489342 w 1321322"/>
                <a:gd name="csY53" fmla="*/ 774542 h 1126431"/>
                <a:gd name="csX54" fmla="*/ 484725 w 1321322"/>
                <a:gd name="csY54" fmla="*/ 765321 h 1126431"/>
                <a:gd name="csX55" fmla="*/ 458579 w 1321322"/>
                <a:gd name="csY55" fmla="*/ 764397 h 1126431"/>
                <a:gd name="csX56" fmla="*/ 447811 w 1321322"/>
                <a:gd name="csY56" fmla="*/ 764397 h 1126431"/>
                <a:gd name="csX57" fmla="*/ 429348 w 1321322"/>
                <a:gd name="csY57" fmla="*/ 772695 h 1126431"/>
                <a:gd name="csX58" fmla="*/ 423198 w 1321322"/>
                <a:gd name="csY58" fmla="*/ 771779 h 1126431"/>
                <a:gd name="csX59" fmla="*/ 421658 w 1321322"/>
                <a:gd name="csY59" fmla="*/ 764397 h 1126431"/>
                <a:gd name="csX60" fmla="*/ 443194 w 1321322"/>
                <a:gd name="csY60" fmla="*/ 756093 h 1126431"/>
                <a:gd name="csX61" fmla="*/ 464729 w 1321322"/>
                <a:gd name="csY61" fmla="*/ 756093 h 1126431"/>
                <a:gd name="csX62" fmla="*/ 486264 w 1321322"/>
                <a:gd name="csY62" fmla="*/ 759787 h 1126431"/>
                <a:gd name="csX63" fmla="*/ 490875 w 1321322"/>
                <a:gd name="csY63" fmla="*/ 752405 h 1126431"/>
                <a:gd name="csX64" fmla="*/ 480107 w 1321322"/>
                <a:gd name="csY64" fmla="*/ 751482 h 1126431"/>
                <a:gd name="csX65" fmla="*/ 473957 w 1321322"/>
                <a:gd name="csY65" fmla="*/ 747794 h 1126431"/>
                <a:gd name="csX66" fmla="*/ 455500 w 1321322"/>
                <a:gd name="csY66" fmla="*/ 751482 h 1126431"/>
                <a:gd name="csX67" fmla="*/ 444733 w 1321322"/>
                <a:gd name="csY67" fmla="*/ 749635 h 1126431"/>
                <a:gd name="csX68" fmla="*/ 446272 w 1321322"/>
                <a:gd name="csY68" fmla="*/ 742260 h 1126431"/>
                <a:gd name="csX69" fmla="*/ 464729 w 1321322"/>
                <a:gd name="csY69" fmla="*/ 738566 h 1126431"/>
                <a:gd name="csX70" fmla="*/ 484725 w 1321322"/>
                <a:gd name="csY70" fmla="*/ 737643 h 1126431"/>
                <a:gd name="csX71" fmla="*/ 484725 w 1321322"/>
                <a:gd name="csY71" fmla="*/ 732108 h 1126431"/>
                <a:gd name="csX72" fmla="*/ 475496 w 1321322"/>
                <a:gd name="csY72" fmla="*/ 728421 h 1126431"/>
                <a:gd name="csX73" fmla="*/ 480107 w 1321322"/>
                <a:gd name="csY73" fmla="*/ 712742 h 1126431"/>
                <a:gd name="csX74" fmla="*/ 495492 w 1321322"/>
                <a:gd name="csY74" fmla="*/ 707207 h 1126431"/>
                <a:gd name="csX75" fmla="*/ 487803 w 1321322"/>
                <a:gd name="csY75" fmla="*/ 698902 h 1126431"/>
                <a:gd name="csX76" fmla="*/ 495492 w 1321322"/>
                <a:gd name="csY76" fmla="*/ 693368 h 1126431"/>
                <a:gd name="csX77" fmla="*/ 493953 w 1321322"/>
                <a:gd name="csY77" fmla="*/ 685063 h 1126431"/>
                <a:gd name="csX78" fmla="*/ 475496 w 1321322"/>
                <a:gd name="csY78" fmla="*/ 687834 h 1126431"/>
                <a:gd name="csX79" fmla="*/ 447811 w 1321322"/>
                <a:gd name="csY79" fmla="*/ 684140 h 1126431"/>
                <a:gd name="csX80" fmla="*/ 430887 w 1321322"/>
                <a:gd name="csY80" fmla="*/ 673071 h 1126431"/>
                <a:gd name="csX81" fmla="*/ 412430 w 1321322"/>
                <a:gd name="csY81" fmla="*/ 669384 h 1126431"/>
                <a:gd name="csX82" fmla="*/ 401662 w 1321322"/>
                <a:gd name="csY82" fmla="*/ 657392 h 1126431"/>
                <a:gd name="csX83" fmla="*/ 407812 w 1321322"/>
                <a:gd name="csY83" fmla="*/ 654628 h 1126431"/>
                <a:gd name="csX84" fmla="*/ 427815 w 1321322"/>
                <a:gd name="csY84" fmla="*/ 657392 h 1126431"/>
                <a:gd name="csX85" fmla="*/ 444733 w 1321322"/>
                <a:gd name="csY85" fmla="*/ 662003 h 1126431"/>
                <a:gd name="csX86" fmla="*/ 455500 w 1321322"/>
                <a:gd name="csY86" fmla="*/ 662003 h 1126431"/>
                <a:gd name="csX87" fmla="*/ 481653 w 1321322"/>
                <a:gd name="csY87" fmla="*/ 673995 h 1126431"/>
                <a:gd name="csX88" fmla="*/ 489342 w 1321322"/>
                <a:gd name="csY88" fmla="*/ 670307 h 1126431"/>
                <a:gd name="csX89" fmla="*/ 473957 w 1321322"/>
                <a:gd name="csY89" fmla="*/ 662926 h 1126431"/>
                <a:gd name="csX90" fmla="*/ 475496 w 1321322"/>
                <a:gd name="csY90" fmla="*/ 657392 h 1126431"/>
                <a:gd name="csX91" fmla="*/ 467807 w 1321322"/>
                <a:gd name="csY91" fmla="*/ 649094 h 1126431"/>
                <a:gd name="csX92" fmla="*/ 477036 w 1321322"/>
                <a:gd name="csY92" fmla="*/ 641712 h 1126431"/>
                <a:gd name="csX93" fmla="*/ 464729 w 1321322"/>
                <a:gd name="csY93" fmla="*/ 639865 h 1126431"/>
                <a:gd name="csX94" fmla="*/ 444733 w 1321322"/>
                <a:gd name="csY94" fmla="*/ 629720 h 1126431"/>
                <a:gd name="csX95" fmla="*/ 452429 w 1321322"/>
                <a:gd name="csY95" fmla="*/ 623263 h 1126431"/>
                <a:gd name="csX96" fmla="*/ 433972 w 1321322"/>
                <a:gd name="csY96" fmla="*/ 612194 h 1126431"/>
                <a:gd name="csX97" fmla="*/ 430894 w 1321322"/>
                <a:gd name="csY97" fmla="*/ 605736 h 1126431"/>
                <a:gd name="csX98" fmla="*/ 420126 w 1321322"/>
                <a:gd name="csY98" fmla="*/ 604813 h 1126431"/>
                <a:gd name="csX99" fmla="*/ 420126 w 1321322"/>
                <a:gd name="csY99" fmla="*/ 614958 h 1126431"/>
                <a:gd name="csX100" fmla="*/ 412430 w 1321322"/>
                <a:gd name="csY100" fmla="*/ 615881 h 1126431"/>
                <a:gd name="csX101" fmla="*/ 410891 w 1321322"/>
                <a:gd name="csY101" fmla="*/ 629720 h 1126431"/>
                <a:gd name="csX102" fmla="*/ 392434 w 1321322"/>
                <a:gd name="csY102" fmla="*/ 626950 h 1126431"/>
                <a:gd name="csX103" fmla="*/ 377056 w 1321322"/>
                <a:gd name="csY103" fmla="*/ 618652 h 1126431"/>
                <a:gd name="csX104" fmla="*/ 395512 w 1321322"/>
                <a:gd name="csY104" fmla="*/ 613117 h 1126431"/>
                <a:gd name="csX105" fmla="*/ 386284 w 1321322"/>
                <a:gd name="csY105" fmla="*/ 605736 h 1126431"/>
                <a:gd name="csX106" fmla="*/ 390902 w 1321322"/>
                <a:gd name="csY106" fmla="*/ 597431 h 1126431"/>
                <a:gd name="csX107" fmla="*/ 384745 w 1321322"/>
                <a:gd name="csY107" fmla="*/ 586363 h 1126431"/>
                <a:gd name="csX108" fmla="*/ 387823 w 1321322"/>
                <a:gd name="csY108" fmla="*/ 583599 h 1126431"/>
                <a:gd name="csX109" fmla="*/ 403208 w 1321322"/>
                <a:gd name="csY109" fmla="*/ 586363 h 1126431"/>
                <a:gd name="csX110" fmla="*/ 400130 w 1321322"/>
                <a:gd name="csY110" fmla="*/ 565149 h 1126431"/>
                <a:gd name="csX111" fmla="*/ 381673 w 1321322"/>
                <a:gd name="csY111" fmla="*/ 562378 h 1126431"/>
                <a:gd name="csX112" fmla="*/ 387823 w 1321322"/>
                <a:gd name="csY112" fmla="*/ 548546 h 1126431"/>
                <a:gd name="csX113" fmla="*/ 370906 w 1321322"/>
                <a:gd name="csY113" fmla="*/ 533783 h 1126431"/>
                <a:gd name="csX114" fmla="*/ 375516 w 1321322"/>
                <a:gd name="csY114" fmla="*/ 523638 h 1126431"/>
                <a:gd name="csX115" fmla="*/ 364749 w 1321322"/>
                <a:gd name="csY115" fmla="*/ 517181 h 1126431"/>
                <a:gd name="csX116" fmla="*/ 360138 w 1321322"/>
                <a:gd name="csY116" fmla="*/ 499654 h 1126431"/>
                <a:gd name="csX117" fmla="*/ 367827 w 1321322"/>
                <a:gd name="csY117" fmla="*/ 495960 h 1126431"/>
                <a:gd name="csX118" fmla="*/ 358599 w 1321322"/>
                <a:gd name="csY118" fmla="*/ 488586 h 1126431"/>
                <a:gd name="csX119" fmla="*/ 347831 w 1321322"/>
                <a:gd name="csY119" fmla="*/ 484891 h 1126431"/>
                <a:gd name="csX120" fmla="*/ 321685 w 1321322"/>
                <a:gd name="csY120" fmla="*/ 454798 h 1126431"/>
                <a:gd name="csX121" fmla="*/ 310918 w 1321322"/>
                <a:gd name="csY121" fmla="*/ 452801 h 1126431"/>
                <a:gd name="csX122" fmla="*/ 313989 w 1321322"/>
                <a:gd name="csY122" fmla="*/ 440802 h 1126431"/>
                <a:gd name="csX123" fmla="*/ 295532 w 1321322"/>
                <a:gd name="csY123" fmla="*/ 434802 h 1126431"/>
                <a:gd name="csX124" fmla="*/ 284765 w 1321322"/>
                <a:gd name="csY124" fmla="*/ 435473 h 1126431"/>
                <a:gd name="csX125" fmla="*/ 278615 w 1321322"/>
                <a:gd name="csY125" fmla="*/ 428803 h 1126431"/>
                <a:gd name="csX126" fmla="*/ 266308 w 1321322"/>
                <a:gd name="csY126" fmla="*/ 430807 h 1126431"/>
                <a:gd name="csX127" fmla="*/ 257080 w 1321322"/>
                <a:gd name="csY127" fmla="*/ 426142 h 1126431"/>
                <a:gd name="csX128" fmla="*/ 258619 w 1321322"/>
                <a:gd name="csY128" fmla="*/ 423474 h 1126431"/>
                <a:gd name="csX129" fmla="*/ 237084 w 1321322"/>
                <a:gd name="csY129" fmla="*/ 420142 h 1126431"/>
                <a:gd name="csX130" fmla="*/ 224777 w 1321322"/>
                <a:gd name="csY130" fmla="*/ 424137 h 1126431"/>
                <a:gd name="csX131" fmla="*/ 220159 w 1321322"/>
                <a:gd name="csY131" fmla="*/ 416811 h 1126431"/>
                <a:gd name="csX132" fmla="*/ 212470 w 1321322"/>
                <a:gd name="csY132" fmla="*/ 416140 h 1126431"/>
                <a:gd name="csX133" fmla="*/ 207859 w 1321322"/>
                <a:gd name="csY133" fmla="*/ 422803 h 1126431"/>
                <a:gd name="csX134" fmla="*/ 195552 w 1321322"/>
                <a:gd name="csY134" fmla="*/ 422803 h 1126431"/>
                <a:gd name="csX135" fmla="*/ 195552 w 1321322"/>
                <a:gd name="csY135" fmla="*/ 416140 h 1126431"/>
                <a:gd name="csX136" fmla="*/ 187863 w 1321322"/>
                <a:gd name="csY136" fmla="*/ 416811 h 1126431"/>
                <a:gd name="csX137" fmla="*/ 184785 w 1321322"/>
                <a:gd name="csY137" fmla="*/ 424808 h 1126431"/>
                <a:gd name="csX138" fmla="*/ 170939 w 1321322"/>
                <a:gd name="csY138" fmla="*/ 428139 h 1126431"/>
                <a:gd name="csX139" fmla="*/ 164789 w 1321322"/>
                <a:gd name="csY139" fmla="*/ 426142 h 1126431"/>
                <a:gd name="csX140" fmla="*/ 161711 w 1321322"/>
                <a:gd name="csY140" fmla="*/ 418808 h 1126431"/>
                <a:gd name="csX141" fmla="*/ 152482 w 1321322"/>
                <a:gd name="csY141" fmla="*/ 420142 h 1126431"/>
                <a:gd name="csX142" fmla="*/ 146332 w 1321322"/>
                <a:gd name="csY142" fmla="*/ 424808 h 1126431"/>
                <a:gd name="csX143" fmla="*/ 138636 w 1321322"/>
                <a:gd name="csY143" fmla="*/ 419472 h 1126431"/>
                <a:gd name="csX144" fmla="*/ 127869 w 1321322"/>
                <a:gd name="csY144" fmla="*/ 419472 h 1126431"/>
                <a:gd name="csX145" fmla="*/ 129408 w 1321322"/>
                <a:gd name="csY145" fmla="*/ 425471 h 1126431"/>
                <a:gd name="csX146" fmla="*/ 140175 w 1321322"/>
                <a:gd name="csY146" fmla="*/ 427469 h 1126431"/>
                <a:gd name="csX147" fmla="*/ 140175 w 1321322"/>
                <a:gd name="csY147" fmla="*/ 431471 h 1126431"/>
                <a:gd name="csX148" fmla="*/ 126329 w 1321322"/>
                <a:gd name="csY148" fmla="*/ 432134 h 1126431"/>
                <a:gd name="csX149" fmla="*/ 118640 w 1321322"/>
                <a:gd name="csY149" fmla="*/ 428803 h 1126431"/>
                <a:gd name="csX150" fmla="*/ 90955 w 1321322"/>
                <a:gd name="csY150" fmla="*/ 425471 h 1126431"/>
                <a:gd name="csX151" fmla="*/ 74031 w 1321322"/>
                <a:gd name="csY151" fmla="*/ 414806 h 1126431"/>
                <a:gd name="csX152" fmla="*/ 95573 w 1321322"/>
                <a:gd name="csY152" fmla="*/ 407473 h 1126431"/>
                <a:gd name="csX153" fmla="*/ 110951 w 1321322"/>
                <a:gd name="csY153" fmla="*/ 408143 h 1126431"/>
                <a:gd name="csX154" fmla="*/ 109412 w 1321322"/>
                <a:gd name="csY154" fmla="*/ 401480 h 1126431"/>
                <a:gd name="csX155" fmla="*/ 72498 w 1321322"/>
                <a:gd name="csY155" fmla="*/ 400146 h 1126431"/>
                <a:gd name="csX156" fmla="*/ 75570 w 1321322"/>
                <a:gd name="csY156" fmla="*/ 389481 h 1126431"/>
                <a:gd name="csX157" fmla="*/ 66341 w 1321322"/>
                <a:gd name="csY157" fmla="*/ 389481 h 1126431"/>
                <a:gd name="csX158" fmla="*/ 61731 w 1321322"/>
                <a:gd name="csY158" fmla="*/ 394810 h 1126431"/>
                <a:gd name="csX159" fmla="*/ 47885 w 1321322"/>
                <a:gd name="csY159" fmla="*/ 395481 h 1126431"/>
                <a:gd name="csX160" fmla="*/ 37117 w 1321322"/>
                <a:gd name="csY160" fmla="*/ 385486 h 1126431"/>
                <a:gd name="csX161" fmla="*/ 58652 w 1321322"/>
                <a:gd name="csY161" fmla="*/ 378816 h 1126431"/>
                <a:gd name="csX162" fmla="*/ 77109 w 1321322"/>
                <a:gd name="csY162" fmla="*/ 379487 h 1126431"/>
                <a:gd name="csX163" fmla="*/ 90955 w 1321322"/>
                <a:gd name="csY163" fmla="*/ 383482 h 1126431"/>
                <a:gd name="csX164" fmla="*/ 110951 w 1321322"/>
                <a:gd name="csY164" fmla="*/ 382818 h 1126431"/>
                <a:gd name="csX165" fmla="*/ 115569 w 1321322"/>
                <a:gd name="csY165" fmla="*/ 381484 h 1126431"/>
                <a:gd name="csX166" fmla="*/ 135565 w 1321322"/>
                <a:gd name="csY166" fmla="*/ 386813 h 1126431"/>
                <a:gd name="csX167" fmla="*/ 144793 w 1321322"/>
                <a:gd name="csY167" fmla="*/ 385486 h 1126431"/>
                <a:gd name="csX168" fmla="*/ 143254 w 1321322"/>
                <a:gd name="csY168" fmla="*/ 381484 h 1126431"/>
                <a:gd name="csX169" fmla="*/ 117101 w 1321322"/>
                <a:gd name="csY169" fmla="*/ 376819 h 1126431"/>
                <a:gd name="csX170" fmla="*/ 94027 w 1321322"/>
                <a:gd name="csY170" fmla="*/ 378816 h 1126431"/>
                <a:gd name="csX171" fmla="*/ 95573 w 1321322"/>
                <a:gd name="csY171" fmla="*/ 375485 h 1126431"/>
                <a:gd name="csX172" fmla="*/ 120179 w 1321322"/>
                <a:gd name="csY172" fmla="*/ 371490 h 1126431"/>
                <a:gd name="csX173" fmla="*/ 129408 w 1321322"/>
                <a:gd name="csY173" fmla="*/ 371490 h 1126431"/>
                <a:gd name="csX174" fmla="*/ 140175 w 1321322"/>
                <a:gd name="csY174" fmla="*/ 374151 h 1126431"/>
                <a:gd name="csX175" fmla="*/ 155561 w 1321322"/>
                <a:gd name="csY175" fmla="*/ 366154 h 1126431"/>
                <a:gd name="csX176" fmla="*/ 147871 w 1321322"/>
                <a:gd name="csY176" fmla="*/ 360825 h 1126431"/>
                <a:gd name="csX177" fmla="*/ 130947 w 1321322"/>
                <a:gd name="csY177" fmla="*/ 358827 h 1126431"/>
                <a:gd name="csX178" fmla="*/ 121719 w 1321322"/>
                <a:gd name="csY178" fmla="*/ 363493 h 1126431"/>
                <a:gd name="csX179" fmla="*/ 107872 w 1321322"/>
                <a:gd name="csY179" fmla="*/ 364820 h 1126431"/>
                <a:gd name="csX180" fmla="*/ 98644 w 1321322"/>
                <a:gd name="csY180" fmla="*/ 362152 h 1126431"/>
                <a:gd name="csX181" fmla="*/ 87877 w 1321322"/>
                <a:gd name="csY181" fmla="*/ 368822 h 1126431"/>
                <a:gd name="csX182" fmla="*/ 64802 w 1321322"/>
                <a:gd name="csY182" fmla="*/ 364156 h 1126431"/>
                <a:gd name="csX183" fmla="*/ 64802 w 1321322"/>
                <a:gd name="csY183" fmla="*/ 359491 h 1126431"/>
                <a:gd name="csX184" fmla="*/ 57113 w 1321322"/>
                <a:gd name="csY184" fmla="*/ 358157 h 1126431"/>
                <a:gd name="csX185" fmla="*/ 54041 w 1321322"/>
                <a:gd name="csY185" fmla="*/ 354155 h 1126431"/>
                <a:gd name="csX186" fmla="*/ 35578 w 1321322"/>
                <a:gd name="csY186" fmla="*/ 353491 h 1126431"/>
                <a:gd name="csX187" fmla="*/ 35578 w 1321322"/>
                <a:gd name="csY187" fmla="*/ 351494 h 1126431"/>
                <a:gd name="csX188" fmla="*/ 20199 w 1321322"/>
                <a:gd name="csY188" fmla="*/ 350160 h 1126431"/>
                <a:gd name="csX189" fmla="*/ 1743 w 1321322"/>
                <a:gd name="csY189" fmla="*/ 339495 h 1126431"/>
                <a:gd name="csX190" fmla="*/ 3282 w 1321322"/>
                <a:gd name="csY190" fmla="*/ 336163 h 1126431"/>
                <a:gd name="csX191" fmla="*/ 7893 w 1321322"/>
                <a:gd name="csY191" fmla="*/ 333495 h 1126431"/>
                <a:gd name="csX192" fmla="*/ 3282 w 1321322"/>
                <a:gd name="csY192" fmla="*/ 330834 h 1126431"/>
                <a:gd name="csX193" fmla="*/ 4814 w 1321322"/>
                <a:gd name="csY193" fmla="*/ 326832 h 1126431"/>
                <a:gd name="csX194" fmla="*/ 17121 w 1321322"/>
                <a:gd name="csY194" fmla="*/ 321503 h 1126431"/>
                <a:gd name="csX195" fmla="*/ 24810 w 1321322"/>
                <a:gd name="csY195" fmla="*/ 316838 h 1126431"/>
                <a:gd name="csX196" fmla="*/ 38656 w 1321322"/>
                <a:gd name="csY196" fmla="*/ 316167 h 1126431"/>
                <a:gd name="csX197" fmla="*/ 47885 w 1321322"/>
                <a:gd name="csY197" fmla="*/ 318165 h 1126431"/>
                <a:gd name="csX198" fmla="*/ 69420 w 1321322"/>
                <a:gd name="csY198" fmla="*/ 307507 h 1126431"/>
                <a:gd name="csX199" fmla="*/ 86344 w 1321322"/>
                <a:gd name="csY199" fmla="*/ 307507 h 1126431"/>
                <a:gd name="csX200" fmla="*/ 92494 w 1321322"/>
                <a:gd name="csY200" fmla="*/ 304175 h 1126431"/>
                <a:gd name="csX201" fmla="*/ 83266 w 1321322"/>
                <a:gd name="csY201" fmla="*/ 300173 h 1126431"/>
                <a:gd name="csX202" fmla="*/ 98644 w 1321322"/>
                <a:gd name="csY202" fmla="*/ 298839 h 1126431"/>
                <a:gd name="csX203" fmla="*/ 107879 w 1321322"/>
                <a:gd name="csY203" fmla="*/ 292840 h 1126431"/>
                <a:gd name="csX204" fmla="*/ 140182 w 1321322"/>
                <a:gd name="csY204" fmla="*/ 291513 h 1126431"/>
                <a:gd name="csX205" fmla="*/ 149411 w 1321322"/>
                <a:gd name="csY205" fmla="*/ 294174 h 1126431"/>
                <a:gd name="csX206" fmla="*/ 183253 w 1321322"/>
                <a:gd name="csY206" fmla="*/ 270846 h 1126431"/>
                <a:gd name="csX207" fmla="*/ 170946 w 1321322"/>
                <a:gd name="csY207" fmla="*/ 258854 h 1126431"/>
                <a:gd name="csX208" fmla="*/ 192481 w 1321322"/>
                <a:gd name="csY208" fmla="*/ 254852 h 1126431"/>
                <a:gd name="csX209" fmla="*/ 183253 w 1321322"/>
                <a:gd name="csY209" fmla="*/ 250187 h 1126431"/>
                <a:gd name="csX210" fmla="*/ 189403 w 1321322"/>
                <a:gd name="csY210" fmla="*/ 246191 h 1126431"/>
                <a:gd name="csX211" fmla="*/ 195559 w 1321322"/>
                <a:gd name="csY211" fmla="*/ 242860 h 1126431"/>
                <a:gd name="csX212" fmla="*/ 187863 w 1321322"/>
                <a:gd name="csY212" fmla="*/ 237524 h 1126431"/>
                <a:gd name="csX213" fmla="*/ 175563 w 1321322"/>
                <a:gd name="csY213" fmla="*/ 242860 h 1126431"/>
                <a:gd name="csX214" fmla="*/ 167867 w 1321322"/>
                <a:gd name="csY214" fmla="*/ 242190 h 1126431"/>
                <a:gd name="csX215" fmla="*/ 158639 w 1321322"/>
                <a:gd name="csY215" fmla="*/ 246855 h 1126431"/>
                <a:gd name="csX216" fmla="*/ 127875 w 1321322"/>
                <a:gd name="csY216" fmla="*/ 243524 h 1126431"/>
                <a:gd name="csX217" fmla="*/ 127875 w 1321322"/>
                <a:gd name="csY217" fmla="*/ 238194 h 1126431"/>
                <a:gd name="csX218" fmla="*/ 121725 w 1321322"/>
                <a:gd name="csY218" fmla="*/ 234856 h 1126431"/>
                <a:gd name="csX219" fmla="*/ 121725 w 1321322"/>
                <a:gd name="csY219" fmla="*/ 224191 h 1126431"/>
                <a:gd name="csX220" fmla="*/ 141721 w 1321322"/>
                <a:gd name="csY220" fmla="*/ 218862 h 1126431"/>
                <a:gd name="csX221" fmla="*/ 154028 w 1321322"/>
                <a:gd name="csY221" fmla="*/ 211529 h 1126431"/>
                <a:gd name="csX222" fmla="*/ 164796 w 1321322"/>
                <a:gd name="csY222" fmla="*/ 210201 h 1126431"/>
                <a:gd name="csX223" fmla="*/ 164796 w 1321322"/>
                <a:gd name="csY223" fmla="*/ 202868 h 1126431"/>
                <a:gd name="csX224" fmla="*/ 197099 w 1321322"/>
                <a:gd name="csY224" fmla="*/ 182872 h 1126431"/>
                <a:gd name="csX225" fmla="*/ 203249 w 1321322"/>
                <a:gd name="csY225" fmla="*/ 182208 h 1126431"/>
                <a:gd name="csX226" fmla="*/ 207866 w 1321322"/>
                <a:gd name="csY226" fmla="*/ 195535 h 1126431"/>
                <a:gd name="csX227" fmla="*/ 215555 w 1321322"/>
                <a:gd name="csY227" fmla="*/ 193537 h 1126431"/>
                <a:gd name="csX228" fmla="*/ 214016 w 1321322"/>
                <a:gd name="csY228" fmla="*/ 177543 h 1126431"/>
                <a:gd name="csX229" fmla="*/ 227862 w 1321322"/>
                <a:gd name="csY229" fmla="*/ 180211 h 1126431"/>
                <a:gd name="csX230" fmla="*/ 234012 w 1321322"/>
                <a:gd name="csY230" fmla="*/ 184206 h 1126431"/>
                <a:gd name="csX231" fmla="*/ 255547 w 1321322"/>
                <a:gd name="csY231" fmla="*/ 178206 h 1126431"/>
                <a:gd name="csX232" fmla="*/ 255547 w 1321322"/>
                <a:gd name="csY232" fmla="*/ 169546 h 1126431"/>
                <a:gd name="csX233" fmla="*/ 249397 w 1321322"/>
                <a:gd name="csY233" fmla="*/ 164880 h 1126431"/>
                <a:gd name="csX234" fmla="*/ 260165 w 1321322"/>
                <a:gd name="csY234" fmla="*/ 156883 h 1126431"/>
                <a:gd name="csX235" fmla="*/ 247858 w 1321322"/>
                <a:gd name="csY235" fmla="*/ 152218 h 1126431"/>
                <a:gd name="csX236" fmla="*/ 246319 w 1321322"/>
                <a:gd name="csY236" fmla="*/ 145555 h 1126431"/>
                <a:gd name="csX237" fmla="*/ 241708 w 1321322"/>
                <a:gd name="csY237" fmla="*/ 140889 h 1126431"/>
                <a:gd name="csX238" fmla="*/ 244787 w 1321322"/>
                <a:gd name="csY238" fmla="*/ 137551 h 1126431"/>
                <a:gd name="csX239" fmla="*/ 258626 w 1321322"/>
                <a:gd name="csY239" fmla="*/ 134890 h 1126431"/>
                <a:gd name="csX240" fmla="*/ 287857 w 1321322"/>
                <a:gd name="csY240" fmla="*/ 134219 h 1126431"/>
                <a:gd name="csX241" fmla="*/ 297085 w 1321322"/>
                <a:gd name="csY241" fmla="*/ 138885 h 1126431"/>
                <a:gd name="csX242" fmla="*/ 297085 w 1321322"/>
                <a:gd name="csY242" fmla="*/ 145555 h 1126431"/>
                <a:gd name="csX243" fmla="*/ 332460 w 1321322"/>
                <a:gd name="csY243" fmla="*/ 159545 h 1126431"/>
                <a:gd name="csX244" fmla="*/ 330921 w 1321322"/>
                <a:gd name="csY244" fmla="*/ 150884 h 1126431"/>
                <a:gd name="csX245" fmla="*/ 309385 w 1321322"/>
                <a:gd name="csY245" fmla="*/ 138885 h 1126431"/>
                <a:gd name="csX246" fmla="*/ 304775 w 1321322"/>
                <a:gd name="csY246" fmla="*/ 132892 h 1126431"/>
                <a:gd name="csX247" fmla="*/ 287857 w 1321322"/>
                <a:gd name="csY247" fmla="*/ 124888 h 1126431"/>
                <a:gd name="csX248" fmla="*/ 290929 w 1321322"/>
                <a:gd name="csY248" fmla="*/ 122227 h 1126431"/>
                <a:gd name="csX249" fmla="*/ 326310 w 1321322"/>
                <a:gd name="csY249" fmla="*/ 114894 h 1126431"/>
                <a:gd name="csX250" fmla="*/ 343227 w 1321322"/>
                <a:gd name="csY250" fmla="*/ 114894 h 1126431"/>
                <a:gd name="csX251" fmla="*/ 360152 w 1321322"/>
                <a:gd name="csY251" fmla="*/ 110228 h 1126431"/>
                <a:gd name="csX252" fmla="*/ 378609 w 1321322"/>
                <a:gd name="csY252" fmla="*/ 111562 h 1126431"/>
                <a:gd name="csX253" fmla="*/ 375530 w 1321322"/>
                <a:gd name="csY253" fmla="*/ 104229 h 1126431"/>
                <a:gd name="csX254" fmla="*/ 397065 w 1321322"/>
                <a:gd name="csY254" fmla="*/ 100234 h 1126431"/>
                <a:gd name="csX255" fmla="*/ 404761 w 1321322"/>
                <a:gd name="csY255" fmla="*/ 104229 h 1126431"/>
                <a:gd name="csX256" fmla="*/ 410911 w 1321322"/>
                <a:gd name="csY256" fmla="*/ 118225 h 1126431"/>
                <a:gd name="csX257" fmla="*/ 407833 w 1321322"/>
                <a:gd name="csY257" fmla="*/ 151554 h 1126431"/>
                <a:gd name="csX258" fmla="*/ 412444 w 1321322"/>
                <a:gd name="csY258" fmla="*/ 154215 h 1126431"/>
                <a:gd name="csX259" fmla="*/ 418600 w 1321322"/>
                <a:gd name="csY259" fmla="*/ 152218 h 1126431"/>
                <a:gd name="csX260" fmla="*/ 432446 w 1321322"/>
                <a:gd name="csY260" fmla="*/ 132892 h 1126431"/>
                <a:gd name="csX261" fmla="*/ 426290 w 1321322"/>
                <a:gd name="csY261" fmla="*/ 130224 h 1126431"/>
                <a:gd name="csX262" fmla="*/ 432446 w 1321322"/>
                <a:gd name="csY262" fmla="*/ 126893 h 1126431"/>
                <a:gd name="csX263" fmla="*/ 449364 w 1321322"/>
                <a:gd name="csY263" fmla="*/ 130224 h 1126431"/>
                <a:gd name="csX264" fmla="*/ 497045 w 1321322"/>
                <a:gd name="csY264" fmla="*/ 151554 h 1126431"/>
                <a:gd name="csX265" fmla="*/ 503202 w 1321322"/>
                <a:gd name="csY265" fmla="*/ 147552 h 1126431"/>
                <a:gd name="csX266" fmla="*/ 469360 w 1321322"/>
                <a:gd name="csY266" fmla="*/ 132222 h 1126431"/>
                <a:gd name="csX267" fmla="*/ 500124 w 1321322"/>
                <a:gd name="csY267" fmla="*/ 132222 h 1126431"/>
                <a:gd name="csX268" fmla="*/ 490895 w 1321322"/>
                <a:gd name="csY268" fmla="*/ 126222 h 1126431"/>
                <a:gd name="csX269" fmla="*/ 472438 w 1321322"/>
                <a:gd name="csY269" fmla="*/ 115564 h 1126431"/>
                <a:gd name="csX270" fmla="*/ 473978 w 1321322"/>
                <a:gd name="csY270" fmla="*/ 99563 h 1126431"/>
                <a:gd name="csX271" fmla="*/ 467821 w 1321322"/>
                <a:gd name="csY271" fmla="*/ 94234 h 1126431"/>
                <a:gd name="csX272" fmla="*/ 472438 w 1321322"/>
                <a:gd name="csY272" fmla="*/ 90232 h 1126431"/>
                <a:gd name="csX273" fmla="*/ 498591 w 1321322"/>
                <a:gd name="csY273" fmla="*/ 89569 h 1126431"/>
                <a:gd name="csX274" fmla="*/ 512430 w 1321322"/>
                <a:gd name="csY274" fmla="*/ 96902 h 1126431"/>
                <a:gd name="csX275" fmla="*/ 513970 w 1321322"/>
                <a:gd name="csY275" fmla="*/ 102895 h 1126431"/>
                <a:gd name="csX276" fmla="*/ 535505 w 1321322"/>
                <a:gd name="csY276" fmla="*/ 106897 h 1126431"/>
                <a:gd name="csX277" fmla="*/ 537044 w 1321322"/>
                <a:gd name="csY277" fmla="*/ 112896 h 1126431"/>
                <a:gd name="csX278" fmla="*/ 553962 w 1321322"/>
                <a:gd name="csY278" fmla="*/ 114230 h 1126431"/>
                <a:gd name="csX279" fmla="*/ 569347 w 1321322"/>
                <a:gd name="csY279" fmla="*/ 121557 h 1126431"/>
                <a:gd name="csX280" fmla="*/ 597032 w 1321322"/>
                <a:gd name="csY280" fmla="*/ 140889 h 1126431"/>
                <a:gd name="csX281" fmla="*/ 612417 w 1321322"/>
                <a:gd name="csY281" fmla="*/ 140889 h 1126431"/>
                <a:gd name="csX282" fmla="*/ 613950 w 1321322"/>
                <a:gd name="csY282" fmla="*/ 137558 h 1126431"/>
                <a:gd name="csX283" fmla="*/ 598571 w 1321322"/>
                <a:gd name="csY283" fmla="*/ 130895 h 1126431"/>
                <a:gd name="csX284" fmla="*/ 603182 w 1321322"/>
                <a:gd name="csY284" fmla="*/ 126893 h 1126431"/>
                <a:gd name="csX285" fmla="*/ 598571 w 1321322"/>
                <a:gd name="csY285" fmla="*/ 111562 h 1126431"/>
                <a:gd name="csX286" fmla="*/ 604721 w 1321322"/>
                <a:gd name="csY286" fmla="*/ 107567 h 1126431"/>
                <a:gd name="csX287" fmla="*/ 624717 w 1321322"/>
                <a:gd name="csY287" fmla="*/ 108894 h 1126431"/>
                <a:gd name="csX288" fmla="*/ 641642 w 1321322"/>
                <a:gd name="csY288" fmla="*/ 110228 h 1126431"/>
                <a:gd name="csX289" fmla="*/ 649331 w 1321322"/>
                <a:gd name="csY289" fmla="*/ 107567 h 1126431"/>
                <a:gd name="csX290" fmla="*/ 615489 w 1321322"/>
                <a:gd name="csY290" fmla="*/ 100897 h 1126431"/>
                <a:gd name="csX291" fmla="*/ 623185 w 1321322"/>
                <a:gd name="csY291" fmla="*/ 97566 h 1126431"/>
                <a:gd name="csX292" fmla="*/ 589343 w 1321322"/>
                <a:gd name="csY292" fmla="*/ 76236 h 1126431"/>
                <a:gd name="csX293" fmla="*/ 575497 w 1321322"/>
                <a:gd name="csY293" fmla="*/ 72241 h 1126431"/>
                <a:gd name="csX294" fmla="*/ 587804 w 1321322"/>
                <a:gd name="csY294" fmla="*/ 69573 h 1126431"/>
                <a:gd name="csX295" fmla="*/ 618567 w 1321322"/>
                <a:gd name="csY295" fmla="*/ 71577 h 1126431"/>
                <a:gd name="csX296" fmla="*/ 650870 w 1321322"/>
                <a:gd name="csY296" fmla="*/ 70907 h 1126431"/>
                <a:gd name="csX297" fmla="*/ 657027 w 1321322"/>
                <a:gd name="csY297" fmla="*/ 73575 h 1126431"/>
                <a:gd name="csX298" fmla="*/ 655488 w 1321322"/>
                <a:gd name="csY298" fmla="*/ 84903 h 1126431"/>
                <a:gd name="csX299" fmla="*/ 660098 w 1321322"/>
                <a:gd name="csY299" fmla="*/ 89569 h 1126431"/>
                <a:gd name="csX300" fmla="*/ 669327 w 1321322"/>
                <a:gd name="csY300" fmla="*/ 86908 h 1126431"/>
                <a:gd name="csX301" fmla="*/ 664716 w 1321322"/>
                <a:gd name="csY301" fmla="*/ 76906 h 1126431"/>
                <a:gd name="csX302" fmla="*/ 670866 w 1321322"/>
                <a:gd name="csY302" fmla="*/ 73575 h 1126431"/>
                <a:gd name="csX303" fmla="*/ 681634 w 1321322"/>
                <a:gd name="csY303" fmla="*/ 78240 h 1126431"/>
                <a:gd name="csX304" fmla="*/ 692401 w 1321322"/>
                <a:gd name="csY304" fmla="*/ 88235 h 1126431"/>
                <a:gd name="csX305" fmla="*/ 692401 w 1321322"/>
                <a:gd name="csY305" fmla="*/ 93571 h 1126431"/>
                <a:gd name="csX306" fmla="*/ 704708 w 1321322"/>
                <a:gd name="csY306" fmla="*/ 98900 h 1126431"/>
                <a:gd name="csX307" fmla="*/ 704708 w 1321322"/>
                <a:gd name="csY307" fmla="*/ 92237 h 1126431"/>
                <a:gd name="csX308" fmla="*/ 693940 w 1321322"/>
                <a:gd name="csY308" fmla="*/ 76243 h 1126431"/>
                <a:gd name="csX309" fmla="*/ 680094 w 1321322"/>
                <a:gd name="csY309" fmla="*/ 70243 h 1126431"/>
                <a:gd name="csX310" fmla="*/ 640102 w 1321322"/>
                <a:gd name="csY310" fmla="*/ 62246 h 1126431"/>
                <a:gd name="csX311" fmla="*/ 603189 w 1321322"/>
                <a:gd name="csY311" fmla="*/ 66912 h 1126431"/>
                <a:gd name="csX312" fmla="*/ 601650 w 1321322"/>
                <a:gd name="csY312" fmla="*/ 60912 h 1126431"/>
                <a:gd name="csX313" fmla="*/ 618567 w 1321322"/>
                <a:gd name="csY313" fmla="*/ 60242 h 1126431"/>
                <a:gd name="csX314" fmla="*/ 615496 w 1321322"/>
                <a:gd name="csY314" fmla="*/ 56247 h 1126431"/>
                <a:gd name="csX315" fmla="*/ 603189 w 1321322"/>
                <a:gd name="csY315" fmla="*/ 54913 h 1126431"/>
                <a:gd name="csX316" fmla="*/ 581654 w 1321322"/>
                <a:gd name="csY316" fmla="*/ 46245 h 1126431"/>
                <a:gd name="csX317" fmla="*/ 589343 w 1321322"/>
                <a:gd name="csY317" fmla="*/ 42914 h 1126431"/>
                <a:gd name="csX318" fmla="*/ 612417 w 1321322"/>
                <a:gd name="csY318" fmla="*/ 42914 h 1126431"/>
                <a:gd name="csX319" fmla="*/ 626263 w 1321322"/>
                <a:gd name="csY319" fmla="*/ 46245 h 1126431"/>
                <a:gd name="csX320" fmla="*/ 638563 w 1321322"/>
                <a:gd name="csY320" fmla="*/ 45582 h 1126431"/>
                <a:gd name="csX321" fmla="*/ 635492 w 1321322"/>
                <a:gd name="csY321" fmla="*/ 41580 h 1126431"/>
                <a:gd name="csX322" fmla="*/ 615496 w 1321322"/>
                <a:gd name="csY322" fmla="*/ 38248 h 1126431"/>
                <a:gd name="csX323" fmla="*/ 620106 w 1321322"/>
                <a:gd name="csY323" fmla="*/ 34917 h 1126431"/>
                <a:gd name="csX324" fmla="*/ 640102 w 1321322"/>
                <a:gd name="csY324" fmla="*/ 32919 h 1126431"/>
                <a:gd name="csX325" fmla="*/ 661638 w 1321322"/>
                <a:gd name="csY325" fmla="*/ 37585 h 1126431"/>
                <a:gd name="csX326" fmla="*/ 663177 w 1321322"/>
                <a:gd name="csY326" fmla="*/ 46245 h 1126431"/>
                <a:gd name="csX327" fmla="*/ 677023 w 1321322"/>
                <a:gd name="csY327" fmla="*/ 47579 h 1126431"/>
                <a:gd name="csX328" fmla="*/ 689330 w 1321322"/>
                <a:gd name="csY328" fmla="*/ 56910 h 1126431"/>
                <a:gd name="csX329" fmla="*/ 709326 w 1321322"/>
                <a:gd name="csY329" fmla="*/ 56247 h 1126431"/>
                <a:gd name="csX330" fmla="*/ 720093 w 1321322"/>
                <a:gd name="csY330" fmla="*/ 60912 h 1126431"/>
                <a:gd name="csX331" fmla="*/ 727782 w 1321322"/>
                <a:gd name="csY331" fmla="*/ 70243 h 1126431"/>
                <a:gd name="csX332" fmla="*/ 737011 w 1321322"/>
                <a:gd name="csY332" fmla="*/ 70243 h 1126431"/>
                <a:gd name="csX333" fmla="*/ 738550 w 1321322"/>
                <a:gd name="csY333" fmla="*/ 64907 h 1126431"/>
                <a:gd name="csX334" fmla="*/ 723165 w 1321322"/>
                <a:gd name="csY334" fmla="*/ 56910 h 1126431"/>
                <a:gd name="csX335" fmla="*/ 730861 w 1321322"/>
                <a:gd name="csY335" fmla="*/ 52915 h 1126431"/>
                <a:gd name="csX336" fmla="*/ 750857 w 1321322"/>
                <a:gd name="csY336" fmla="*/ 52915 h 1126431"/>
                <a:gd name="csX337" fmla="*/ 758546 w 1321322"/>
                <a:gd name="csY337" fmla="*/ 48913 h 1126431"/>
                <a:gd name="csX338" fmla="*/ 733939 w 1321322"/>
                <a:gd name="csY338" fmla="*/ 48913 h 1126431"/>
                <a:gd name="csX339" fmla="*/ 733939 w 1321322"/>
                <a:gd name="csY339" fmla="*/ 44248 h 1126431"/>
                <a:gd name="csX340" fmla="*/ 746239 w 1321322"/>
                <a:gd name="csY340" fmla="*/ 42914 h 1126431"/>
                <a:gd name="csX341" fmla="*/ 764703 w 1321322"/>
                <a:gd name="csY341" fmla="*/ 41587 h 1126431"/>
                <a:gd name="csX342" fmla="*/ 764703 w 1321322"/>
                <a:gd name="csY342" fmla="*/ 38255 h 1126431"/>
                <a:gd name="csX343" fmla="*/ 738550 w 1321322"/>
                <a:gd name="csY343" fmla="*/ 37585 h 1126431"/>
                <a:gd name="csX344" fmla="*/ 724704 w 1321322"/>
                <a:gd name="csY344" fmla="*/ 33583 h 1126431"/>
                <a:gd name="csX345" fmla="*/ 732400 w 1321322"/>
                <a:gd name="csY345" fmla="*/ 27590 h 1126431"/>
                <a:gd name="csX346" fmla="*/ 726250 w 1321322"/>
                <a:gd name="csY346" fmla="*/ 18923 h 1126431"/>
                <a:gd name="csX347" fmla="*/ 730861 w 1321322"/>
                <a:gd name="csY347" fmla="*/ 16925 h 1126431"/>
                <a:gd name="csX348" fmla="*/ 740089 w 1321322"/>
                <a:gd name="csY348" fmla="*/ 19593 h 1126431"/>
                <a:gd name="csX349" fmla="*/ 746246 w 1321322"/>
                <a:gd name="csY349" fmla="*/ 17589 h 1126431"/>
                <a:gd name="csX350" fmla="*/ 741628 w 1321322"/>
                <a:gd name="csY350" fmla="*/ 12923 h 1126431"/>
                <a:gd name="csX351" fmla="*/ 752396 w 1321322"/>
                <a:gd name="csY351" fmla="*/ 12923 h 1126431"/>
                <a:gd name="csX352" fmla="*/ 769314 w 1321322"/>
                <a:gd name="csY352" fmla="*/ 21591 h 1126431"/>
                <a:gd name="csX353" fmla="*/ 778549 w 1321322"/>
                <a:gd name="csY353" fmla="*/ 18259 h 1126431"/>
                <a:gd name="csX354" fmla="*/ 764703 w 1321322"/>
                <a:gd name="csY354" fmla="*/ 7594 h 1126431"/>
                <a:gd name="csX355" fmla="*/ 775470 w 1321322"/>
                <a:gd name="csY355" fmla="*/ 4926 h 1126431"/>
                <a:gd name="csX356" fmla="*/ 784699 w 1321322"/>
                <a:gd name="csY356" fmla="*/ 8258 h 1126431"/>
                <a:gd name="csX357" fmla="*/ 797006 w 1321322"/>
                <a:gd name="csY357" fmla="*/ 2929 h 1126431"/>
                <a:gd name="csX358" fmla="*/ 804695 w 1321322"/>
                <a:gd name="csY358" fmla="*/ 3592 h 1126431"/>
                <a:gd name="csX359" fmla="*/ 815462 w 1321322"/>
                <a:gd name="csY359" fmla="*/ 6931 h 1126431"/>
                <a:gd name="csX360" fmla="*/ 823152 w 1321322"/>
                <a:gd name="csY360" fmla="*/ 6260 h 1126431"/>
                <a:gd name="csX361" fmla="*/ 829308 w 1321322"/>
                <a:gd name="csY361" fmla="*/ 2265 h 1126431"/>
                <a:gd name="csX362" fmla="*/ 853915 w 1321322"/>
                <a:gd name="csY362" fmla="*/ 261 h 1126431"/>
                <a:gd name="csX363" fmla="*/ 861611 w 1321322"/>
                <a:gd name="csY363" fmla="*/ 4263 h 1126431"/>
                <a:gd name="csX364" fmla="*/ 873911 w 1321322"/>
                <a:gd name="csY364" fmla="*/ 2265 h 1126431"/>
                <a:gd name="csX365" fmla="*/ 887757 w 1321322"/>
                <a:gd name="csY365" fmla="*/ 2929 h 1126431"/>
                <a:gd name="csX366" fmla="*/ 907753 w 1321322"/>
                <a:gd name="csY366" fmla="*/ 4263 h 1126431"/>
                <a:gd name="csX367" fmla="*/ 920060 w 1321322"/>
                <a:gd name="csY367" fmla="*/ 4263 h 1126431"/>
                <a:gd name="csX368" fmla="*/ 929288 w 1321322"/>
                <a:gd name="csY368" fmla="*/ 7594 h 1126431"/>
                <a:gd name="csX369" fmla="*/ 944674 w 1321322"/>
                <a:gd name="csY369" fmla="*/ 6931 h 1126431"/>
                <a:gd name="csX370" fmla="*/ 950824 w 1321322"/>
                <a:gd name="csY370" fmla="*/ 10262 h 1126431"/>
                <a:gd name="csX371" fmla="*/ 938517 w 1321322"/>
                <a:gd name="csY371" fmla="*/ 14257 h 1126431"/>
                <a:gd name="csX372" fmla="*/ 946206 w 1321322"/>
                <a:gd name="csY372" fmla="*/ 18259 h 1126431"/>
                <a:gd name="csX373" fmla="*/ 958513 w 1321322"/>
                <a:gd name="csY373" fmla="*/ 17589 h 1126431"/>
                <a:gd name="csX374" fmla="*/ 966209 w 1321322"/>
                <a:gd name="csY374" fmla="*/ 11596 h 1126431"/>
                <a:gd name="csX375" fmla="*/ 1015429 w 1321322"/>
                <a:gd name="csY375" fmla="*/ 21591 h 1126431"/>
                <a:gd name="csX376" fmla="*/ 1023118 w 1321322"/>
                <a:gd name="csY376" fmla="*/ 30258 h 1126431"/>
                <a:gd name="csX377" fmla="*/ 996972 w 1321322"/>
                <a:gd name="csY377" fmla="*/ 36921 h 1126431"/>
                <a:gd name="csX378" fmla="*/ 961591 w 1321322"/>
                <a:gd name="csY378" fmla="*/ 40253 h 1126431"/>
                <a:gd name="csX379" fmla="*/ 926210 w 1321322"/>
                <a:gd name="csY379" fmla="*/ 37585 h 1126431"/>
                <a:gd name="csX380" fmla="*/ 893907 w 1321322"/>
                <a:gd name="csY380" fmla="*/ 41587 h 1126431"/>
                <a:gd name="csX381" fmla="*/ 872372 w 1321322"/>
                <a:gd name="csY381" fmla="*/ 47586 h 1126431"/>
                <a:gd name="csX382" fmla="*/ 856994 w 1321322"/>
                <a:gd name="csY382" fmla="*/ 44248 h 1126431"/>
                <a:gd name="csX383" fmla="*/ 841615 w 1321322"/>
                <a:gd name="csY383" fmla="*/ 44918 h 1126431"/>
                <a:gd name="csX384" fmla="*/ 849304 w 1321322"/>
                <a:gd name="csY384" fmla="*/ 48913 h 1126431"/>
                <a:gd name="csX385" fmla="*/ 823152 w 1321322"/>
                <a:gd name="csY385" fmla="*/ 55583 h 1126431"/>
                <a:gd name="csX386" fmla="*/ 795466 w 1321322"/>
                <a:gd name="csY386" fmla="*/ 60912 h 1126431"/>
                <a:gd name="csX387" fmla="*/ 801616 w 1321322"/>
                <a:gd name="csY387" fmla="*/ 63580 h 1126431"/>
                <a:gd name="csX388" fmla="*/ 797006 w 1321322"/>
                <a:gd name="csY388" fmla="*/ 68909 h 1126431"/>
                <a:gd name="csX389" fmla="*/ 806227 w 1321322"/>
                <a:gd name="csY389" fmla="*/ 68909 h 1126431"/>
                <a:gd name="csX390" fmla="*/ 817002 w 1321322"/>
                <a:gd name="csY390" fmla="*/ 62246 h 1126431"/>
                <a:gd name="csX391" fmla="*/ 827769 w 1321322"/>
                <a:gd name="csY391" fmla="*/ 62910 h 1126431"/>
                <a:gd name="csX392" fmla="*/ 829302 w 1321322"/>
                <a:gd name="csY392" fmla="*/ 70907 h 1126431"/>
                <a:gd name="csX393" fmla="*/ 838530 w 1321322"/>
                <a:gd name="csY393" fmla="*/ 67575 h 1126431"/>
                <a:gd name="csX394" fmla="*/ 840069 w 1321322"/>
                <a:gd name="csY394" fmla="*/ 58244 h 1126431"/>
                <a:gd name="csX395" fmla="*/ 876990 w 1321322"/>
                <a:gd name="csY395" fmla="*/ 57581 h 1126431"/>
                <a:gd name="csX396" fmla="*/ 880068 w 1321322"/>
                <a:gd name="csY396" fmla="*/ 51581 h 1126431"/>
                <a:gd name="csX397" fmla="*/ 909292 w 1321322"/>
                <a:gd name="csY397" fmla="*/ 43584 h 1126431"/>
                <a:gd name="csX398" fmla="*/ 932367 w 1321322"/>
                <a:gd name="csY398" fmla="*/ 43584 h 1126431"/>
                <a:gd name="csX399" fmla="*/ 953902 w 1321322"/>
                <a:gd name="csY399" fmla="*/ 47586 h 1126431"/>
                <a:gd name="csX400" fmla="*/ 995433 w 1321322"/>
                <a:gd name="csY400" fmla="*/ 46252 h 1126431"/>
                <a:gd name="csX401" fmla="*/ 1001583 w 1321322"/>
                <a:gd name="csY401" fmla="*/ 42250 h 1126431"/>
                <a:gd name="csX402" fmla="*/ 1029275 w 1321322"/>
                <a:gd name="csY402" fmla="*/ 38919 h 1126431"/>
                <a:gd name="csX403" fmla="*/ 1040036 w 1321322"/>
                <a:gd name="csY403" fmla="*/ 47586 h 1126431"/>
                <a:gd name="csX404" fmla="*/ 1035425 w 1321322"/>
                <a:gd name="csY404" fmla="*/ 58251 h 1126431"/>
                <a:gd name="csX405" fmla="*/ 1026197 w 1321322"/>
                <a:gd name="csY405" fmla="*/ 63580 h 1126431"/>
                <a:gd name="csX406" fmla="*/ 1027736 w 1321322"/>
                <a:gd name="csY406" fmla="*/ 70914 h 1126431"/>
                <a:gd name="csX407" fmla="*/ 1053882 w 1321322"/>
                <a:gd name="csY407" fmla="*/ 60249 h 1126431"/>
                <a:gd name="csX408" fmla="*/ 1063110 w 1321322"/>
                <a:gd name="csY408" fmla="*/ 60249 h 1126431"/>
                <a:gd name="csX409" fmla="*/ 1061571 w 1321322"/>
                <a:gd name="csY409" fmla="*/ 67582 h 1126431"/>
                <a:gd name="csX410" fmla="*/ 1078496 w 1321322"/>
                <a:gd name="csY410" fmla="*/ 63580 h 1126431"/>
                <a:gd name="csX411" fmla="*/ 1105770 w 1321322"/>
                <a:gd name="csY411" fmla="*/ 69470 h 1126431"/>
                <a:gd name="csX412" fmla="*/ 1120027 w 1321322"/>
                <a:gd name="csY412" fmla="*/ 80908 h 1126431"/>
                <a:gd name="csX413" fmla="*/ 1118488 w 1321322"/>
                <a:gd name="csY413" fmla="*/ 88905 h 1126431"/>
                <a:gd name="csX414" fmla="*/ 1105770 w 1321322"/>
                <a:gd name="csY414" fmla="*/ 90903 h 1126431"/>
                <a:gd name="csX415" fmla="*/ 1103102 w 1321322"/>
                <a:gd name="csY415" fmla="*/ 99570 h 1126431"/>
                <a:gd name="csX416" fmla="*/ 1078496 w 1321322"/>
                <a:gd name="csY416" fmla="*/ 104899 h 1126431"/>
                <a:gd name="csX417" fmla="*/ 1063110 w 1321322"/>
                <a:gd name="csY417" fmla="*/ 102902 h 1126431"/>
                <a:gd name="csX418" fmla="*/ 1043114 w 1321322"/>
                <a:gd name="csY418" fmla="*/ 112903 h 1126431"/>
                <a:gd name="csX419" fmla="*/ 993894 w 1321322"/>
                <a:gd name="csY419" fmla="*/ 114230 h 1126431"/>
                <a:gd name="csX420" fmla="*/ 970820 w 1321322"/>
                <a:gd name="csY420" fmla="*/ 112896 h 1126431"/>
                <a:gd name="csX421" fmla="*/ 924671 w 1321322"/>
                <a:gd name="csY421" fmla="*/ 116228 h 1126431"/>
                <a:gd name="csX422" fmla="*/ 913903 w 1321322"/>
                <a:gd name="csY422" fmla="*/ 113567 h 1126431"/>
                <a:gd name="csX423" fmla="*/ 887750 w 1321322"/>
                <a:gd name="csY423" fmla="*/ 113567 h 1126431"/>
                <a:gd name="csX424" fmla="*/ 903136 w 1321322"/>
                <a:gd name="csY424" fmla="*/ 116898 h 1126431"/>
                <a:gd name="csX425" fmla="*/ 901596 w 1321322"/>
                <a:gd name="csY425" fmla="*/ 120230 h 1126431"/>
                <a:gd name="csX426" fmla="*/ 864683 w 1321322"/>
                <a:gd name="csY426" fmla="*/ 130224 h 1126431"/>
                <a:gd name="csX427" fmla="*/ 852376 w 1321322"/>
                <a:gd name="csY427" fmla="*/ 139555 h 1126431"/>
                <a:gd name="csX428" fmla="*/ 858526 w 1321322"/>
                <a:gd name="csY428" fmla="*/ 149557 h 1126431"/>
                <a:gd name="csX429" fmla="*/ 873911 w 1321322"/>
                <a:gd name="csY429" fmla="*/ 146889 h 1126431"/>
                <a:gd name="csX430" fmla="*/ 873911 w 1321322"/>
                <a:gd name="csY430" fmla="*/ 141553 h 1126431"/>
                <a:gd name="csX431" fmla="*/ 916982 w 1321322"/>
                <a:gd name="csY431" fmla="*/ 130895 h 1126431"/>
                <a:gd name="csX432" fmla="*/ 926210 w 1321322"/>
                <a:gd name="csY432" fmla="*/ 132892 h 1126431"/>
                <a:gd name="csX433" fmla="*/ 964663 w 1321322"/>
                <a:gd name="csY433" fmla="*/ 122898 h 1126431"/>
                <a:gd name="csX434" fmla="*/ 973891 w 1321322"/>
                <a:gd name="csY434" fmla="*/ 124895 h 1126431"/>
                <a:gd name="csX435" fmla="*/ 1024658 w 1321322"/>
                <a:gd name="csY435" fmla="*/ 126229 h 1126431"/>
                <a:gd name="csX436" fmla="*/ 1030807 w 1321322"/>
                <a:gd name="csY436" fmla="*/ 128227 h 1126431"/>
                <a:gd name="csX437" fmla="*/ 1030807 w 1321322"/>
                <a:gd name="csY437" fmla="*/ 136894 h 1126431"/>
                <a:gd name="csX438" fmla="*/ 1006194 w 1321322"/>
                <a:gd name="csY438" fmla="*/ 143557 h 1126431"/>
                <a:gd name="csX439" fmla="*/ 995426 w 1321322"/>
                <a:gd name="csY439" fmla="*/ 150220 h 1126431"/>
                <a:gd name="csX440" fmla="*/ 978509 w 1321322"/>
                <a:gd name="csY440" fmla="*/ 157554 h 1126431"/>
                <a:gd name="csX441" fmla="*/ 986198 w 1321322"/>
                <a:gd name="csY441" fmla="*/ 157554 h 1126431"/>
                <a:gd name="csX442" fmla="*/ 990816 w 1321322"/>
                <a:gd name="csY442" fmla="*/ 161556 h 1126431"/>
                <a:gd name="csX443" fmla="*/ 1006194 w 1321322"/>
                <a:gd name="csY443" fmla="*/ 157554 h 1126431"/>
                <a:gd name="csX444" fmla="*/ 1018501 w 1321322"/>
                <a:gd name="csY444" fmla="*/ 152888 h 1126431"/>
                <a:gd name="csX445" fmla="*/ 1055414 w 1321322"/>
                <a:gd name="csY445" fmla="*/ 142223 h 1126431"/>
                <a:gd name="csX446" fmla="*/ 1056954 w 1321322"/>
                <a:gd name="csY446" fmla="*/ 126893 h 1126431"/>
                <a:gd name="csX447" fmla="*/ 1061571 w 1321322"/>
                <a:gd name="csY447" fmla="*/ 123561 h 1126431"/>
                <a:gd name="csX448" fmla="*/ 1098485 w 1321322"/>
                <a:gd name="csY448" fmla="*/ 122898 h 1126431"/>
                <a:gd name="csX449" fmla="*/ 1101563 w 1321322"/>
                <a:gd name="csY449" fmla="*/ 126229 h 1126431"/>
                <a:gd name="csX450" fmla="*/ 1103102 w 1321322"/>
                <a:gd name="csY450" fmla="*/ 158888 h 1126431"/>
                <a:gd name="csX451" fmla="*/ 1087717 w 1321322"/>
                <a:gd name="csY451" fmla="*/ 167548 h 1126431"/>
                <a:gd name="csX452" fmla="*/ 1080028 w 1321322"/>
                <a:gd name="csY452" fmla="*/ 175545 h 1126431"/>
                <a:gd name="csX453" fmla="*/ 1080028 w 1321322"/>
                <a:gd name="csY453" fmla="*/ 186881 h 1126431"/>
                <a:gd name="csX454" fmla="*/ 1067721 w 1321322"/>
                <a:gd name="csY454" fmla="*/ 195541 h 1126431"/>
                <a:gd name="csX455" fmla="*/ 1069260 w 1321322"/>
                <a:gd name="csY455" fmla="*/ 200877 h 1126431"/>
                <a:gd name="csX456" fmla="*/ 1060032 w 1321322"/>
                <a:gd name="csY456" fmla="*/ 205543 h 1126431"/>
                <a:gd name="csX457" fmla="*/ 1060032 w 1321322"/>
                <a:gd name="csY457" fmla="*/ 211542 h 1126431"/>
                <a:gd name="csX458" fmla="*/ 1066182 w 1321322"/>
                <a:gd name="csY458" fmla="*/ 213540 h 1126431"/>
                <a:gd name="csX459" fmla="*/ 1076949 w 1321322"/>
                <a:gd name="csY459" fmla="*/ 208874 h 1126431"/>
                <a:gd name="csX460" fmla="*/ 1076949 w 1321322"/>
                <a:gd name="csY460" fmla="*/ 197539 h 1126431"/>
                <a:gd name="csX461" fmla="*/ 1101563 w 1321322"/>
                <a:gd name="csY461" fmla="*/ 185547 h 1126431"/>
                <a:gd name="csX462" fmla="*/ 1112331 w 1321322"/>
                <a:gd name="csY462" fmla="*/ 168219 h 1126431"/>
                <a:gd name="csX463" fmla="*/ 1136944 w 1321322"/>
                <a:gd name="csY463" fmla="*/ 155556 h 1126431"/>
                <a:gd name="csX464" fmla="*/ 1138484 w 1321322"/>
                <a:gd name="csY464" fmla="*/ 150891 h 1126431"/>
                <a:gd name="csX465" fmla="*/ 1152323 w 1321322"/>
                <a:gd name="csY465" fmla="*/ 149557 h 1126431"/>
                <a:gd name="csX466" fmla="*/ 1152323 w 1321322"/>
                <a:gd name="csY466" fmla="*/ 155556 h 1126431"/>
                <a:gd name="csX467" fmla="*/ 1163090 w 1321322"/>
                <a:gd name="csY467" fmla="*/ 154886 h 1126431"/>
                <a:gd name="csX468" fmla="*/ 1175397 w 1321322"/>
                <a:gd name="csY468" fmla="*/ 156890 h 1126431"/>
                <a:gd name="csX469" fmla="*/ 1192315 w 1321322"/>
                <a:gd name="csY469" fmla="*/ 155556 h 1126431"/>
                <a:gd name="csX470" fmla="*/ 1195393 w 1321322"/>
                <a:gd name="csY470" fmla="*/ 144891 h 1126431"/>
                <a:gd name="csX471" fmla="*/ 1204628 w 1321322"/>
                <a:gd name="csY471" fmla="*/ 141560 h 1126431"/>
                <a:gd name="csX472" fmla="*/ 1200011 w 1321322"/>
                <a:gd name="csY472" fmla="*/ 133563 h 1126431"/>
                <a:gd name="csX473" fmla="*/ 1209239 w 1321322"/>
                <a:gd name="csY473" fmla="*/ 132229 h 1126431"/>
                <a:gd name="csX474" fmla="*/ 1218467 w 1321322"/>
                <a:gd name="csY474" fmla="*/ 134897 h 1126431"/>
                <a:gd name="csX475" fmla="*/ 1233853 w 1321322"/>
                <a:gd name="csY475" fmla="*/ 126900 h 1126431"/>
                <a:gd name="csX476" fmla="*/ 1276923 w 1321322"/>
                <a:gd name="csY476" fmla="*/ 130895 h 1126431"/>
                <a:gd name="csX477" fmla="*/ 1321526 w 1321322"/>
                <a:gd name="csY477" fmla="*/ 150891 h 1126431"/>
                <a:gd name="csX478" fmla="*/ 1323065 w 1321322"/>
                <a:gd name="csY478" fmla="*/ 154222 h 1126431"/>
                <a:gd name="csX479" fmla="*/ 1286145 w 1321322"/>
                <a:gd name="csY479" fmla="*/ 180218 h 1126431"/>
                <a:gd name="csX480" fmla="*/ 1264609 w 1321322"/>
                <a:gd name="csY480" fmla="*/ 178213 h 1126431"/>
                <a:gd name="csX481" fmla="*/ 1258459 w 1321322"/>
                <a:gd name="csY481" fmla="*/ 182879 h 1126431"/>
                <a:gd name="csX482" fmla="*/ 1269227 w 1321322"/>
                <a:gd name="csY482" fmla="*/ 190212 h 1126431"/>
                <a:gd name="csX483" fmla="*/ 1263070 w 1321322"/>
                <a:gd name="csY483" fmla="*/ 194207 h 1126431"/>
                <a:gd name="csX484" fmla="*/ 1246153 w 1321322"/>
                <a:gd name="csY484" fmla="*/ 194878 h 1126431"/>
                <a:gd name="csX485" fmla="*/ 1241535 w 1321322"/>
                <a:gd name="csY485" fmla="*/ 201541 h 1126431"/>
                <a:gd name="csX486" fmla="*/ 1230767 w 1321322"/>
                <a:gd name="csY486" fmla="*/ 204209 h 1126431"/>
                <a:gd name="csX487" fmla="*/ 1213850 w 1321322"/>
                <a:gd name="csY487" fmla="*/ 203545 h 1126431"/>
                <a:gd name="csX488" fmla="*/ 1192315 w 1321322"/>
                <a:gd name="csY488" fmla="*/ 198873 h 1126431"/>
                <a:gd name="csX489" fmla="*/ 1187704 w 1321322"/>
                <a:gd name="csY489" fmla="*/ 204209 h 1126431"/>
                <a:gd name="csX490" fmla="*/ 1178475 w 1321322"/>
                <a:gd name="csY490" fmla="*/ 202204 h 1126431"/>
                <a:gd name="csX491" fmla="*/ 1150783 w 1321322"/>
                <a:gd name="csY491" fmla="*/ 202875 h 1126431"/>
                <a:gd name="csX492" fmla="*/ 1141555 w 1321322"/>
                <a:gd name="csY492" fmla="*/ 207540 h 1126431"/>
                <a:gd name="csX493" fmla="*/ 1133866 w 1321322"/>
                <a:gd name="csY493" fmla="*/ 208204 h 1126431"/>
                <a:gd name="csX494" fmla="*/ 1133866 w 1321322"/>
                <a:gd name="csY494" fmla="*/ 215537 h 1126431"/>
                <a:gd name="csX495" fmla="*/ 1152323 w 1321322"/>
                <a:gd name="csY495" fmla="*/ 214874 h 1126431"/>
                <a:gd name="csX496" fmla="*/ 1153862 w 1321322"/>
                <a:gd name="csY496" fmla="*/ 208874 h 1126431"/>
                <a:gd name="csX497" fmla="*/ 1167701 w 1321322"/>
                <a:gd name="csY497" fmla="*/ 207540 h 1126431"/>
                <a:gd name="csX498" fmla="*/ 1189236 w 1321322"/>
                <a:gd name="csY498" fmla="*/ 216871 h 1126431"/>
                <a:gd name="csX499" fmla="*/ 1201543 w 1321322"/>
                <a:gd name="csY499" fmla="*/ 215537 h 1126431"/>
                <a:gd name="csX500" fmla="*/ 1213850 w 1321322"/>
                <a:gd name="csY500" fmla="*/ 208874 h 1126431"/>
                <a:gd name="csX501" fmla="*/ 1241535 w 1321322"/>
                <a:gd name="csY501" fmla="*/ 217535 h 1126431"/>
                <a:gd name="csX502" fmla="*/ 1218467 w 1321322"/>
                <a:gd name="csY502" fmla="*/ 230197 h 1126431"/>
                <a:gd name="csX503" fmla="*/ 1206161 w 1321322"/>
                <a:gd name="csY503" fmla="*/ 231531 h 1126431"/>
                <a:gd name="csX504" fmla="*/ 1186165 w 1321322"/>
                <a:gd name="csY504" fmla="*/ 228200 h 1126431"/>
                <a:gd name="csX505" fmla="*/ 1158473 w 1321322"/>
                <a:gd name="csY505" fmla="*/ 228200 h 1126431"/>
                <a:gd name="csX506" fmla="*/ 1147705 w 1321322"/>
                <a:gd name="csY506" fmla="*/ 238194 h 1126431"/>
                <a:gd name="csX507" fmla="*/ 1147705 w 1321322"/>
                <a:gd name="csY507" fmla="*/ 252191 h 1126431"/>
                <a:gd name="csX508" fmla="*/ 1158473 w 1321322"/>
                <a:gd name="csY508" fmla="*/ 252861 h 1126431"/>
                <a:gd name="csX509" fmla="*/ 1163090 w 1321322"/>
                <a:gd name="csY509" fmla="*/ 245528 h 1126431"/>
                <a:gd name="csX510" fmla="*/ 1166162 w 1321322"/>
                <a:gd name="csY510" fmla="*/ 242196 h 1126431"/>
                <a:gd name="csX511" fmla="*/ 1160012 w 1321322"/>
                <a:gd name="csY511" fmla="*/ 237531 h 1126431"/>
                <a:gd name="csX512" fmla="*/ 1167701 w 1321322"/>
                <a:gd name="csY512" fmla="*/ 232865 h 1126431"/>
                <a:gd name="csX513" fmla="*/ 1180008 w 1321322"/>
                <a:gd name="csY513" fmla="*/ 234863 h 1126431"/>
                <a:gd name="csX514" fmla="*/ 1183086 w 1321322"/>
                <a:gd name="csY514" fmla="*/ 239528 h 1126431"/>
                <a:gd name="csX515" fmla="*/ 1196932 w 1321322"/>
                <a:gd name="csY515" fmla="*/ 234863 h 1126431"/>
                <a:gd name="csX516" fmla="*/ 1206161 w 1321322"/>
                <a:gd name="csY516" fmla="*/ 239528 h 1126431"/>
                <a:gd name="csX517" fmla="*/ 1195386 w 1321322"/>
                <a:gd name="csY517" fmla="*/ 256193 h 1126431"/>
                <a:gd name="csX518" fmla="*/ 1166162 w 1321322"/>
                <a:gd name="csY518" fmla="*/ 256193 h 1126431"/>
                <a:gd name="csX519" fmla="*/ 1155394 w 1321322"/>
                <a:gd name="csY519" fmla="*/ 280854 h 1126431"/>
                <a:gd name="csX520" fmla="*/ 1169240 w 1321322"/>
                <a:gd name="csY520" fmla="*/ 280854 h 1126431"/>
                <a:gd name="csX521" fmla="*/ 1167701 w 1321322"/>
                <a:gd name="csY521" fmla="*/ 286183 h 1126431"/>
                <a:gd name="csX522" fmla="*/ 1153855 w 1321322"/>
                <a:gd name="csY522" fmla="*/ 300844 h 1126431"/>
                <a:gd name="csX523" fmla="*/ 1138477 w 1321322"/>
                <a:gd name="csY523" fmla="*/ 300844 h 1126431"/>
                <a:gd name="csX524" fmla="*/ 1123091 w 1321322"/>
                <a:gd name="csY524" fmla="*/ 315510 h 1126431"/>
                <a:gd name="csX525" fmla="*/ 1130781 w 1321322"/>
                <a:gd name="csY525" fmla="*/ 316174 h 1126431"/>
                <a:gd name="csX526" fmla="*/ 1110785 w 1321322"/>
                <a:gd name="csY526" fmla="*/ 348169 h 1126431"/>
                <a:gd name="csX527" fmla="*/ 1113863 w 1321322"/>
                <a:gd name="csY527" fmla="*/ 355496 h 1126431"/>
                <a:gd name="csX528" fmla="*/ 1126170 w 1321322"/>
                <a:gd name="csY528" fmla="*/ 355496 h 1126431"/>
                <a:gd name="csX529" fmla="*/ 1130781 w 1321322"/>
                <a:gd name="csY529" fmla="*/ 346165 h 1126431"/>
                <a:gd name="csX530" fmla="*/ 1140009 w 1321322"/>
                <a:gd name="csY530" fmla="*/ 344167 h 1126431"/>
                <a:gd name="csX531" fmla="*/ 1169240 w 1321322"/>
                <a:gd name="csY531" fmla="*/ 354168 h 1126431"/>
                <a:gd name="csX532" fmla="*/ 1170779 w 1321322"/>
                <a:gd name="csY532" fmla="*/ 361495 h 1126431"/>
                <a:gd name="csX533" fmla="*/ 1153855 w 1321322"/>
                <a:gd name="csY533" fmla="*/ 358164 h 1126431"/>
                <a:gd name="csX534" fmla="*/ 1144627 w 1321322"/>
                <a:gd name="csY534" fmla="*/ 354832 h 1126431"/>
                <a:gd name="csX535" fmla="*/ 1141548 w 1321322"/>
                <a:gd name="csY535" fmla="*/ 358164 h 1126431"/>
                <a:gd name="csX536" fmla="*/ 1149237 w 1321322"/>
                <a:gd name="csY536" fmla="*/ 366161 h 1126431"/>
                <a:gd name="csX537" fmla="*/ 1173851 w 1321322"/>
                <a:gd name="csY537" fmla="*/ 376826 h 1126431"/>
                <a:gd name="csX538" fmla="*/ 1176929 w 1321322"/>
                <a:gd name="csY538" fmla="*/ 371496 h 1126431"/>
                <a:gd name="csX539" fmla="*/ 1193847 w 1321322"/>
                <a:gd name="csY539" fmla="*/ 374158 h 1126431"/>
                <a:gd name="csX540" fmla="*/ 1195386 w 1321322"/>
                <a:gd name="csY540" fmla="*/ 380827 h 1126431"/>
                <a:gd name="csX541" fmla="*/ 1189236 w 1321322"/>
                <a:gd name="csY541" fmla="*/ 392156 h 1126431"/>
                <a:gd name="csX542" fmla="*/ 1170773 w 1321322"/>
                <a:gd name="csY542" fmla="*/ 392820 h 1126431"/>
                <a:gd name="csX543" fmla="*/ 1138470 w 1321322"/>
                <a:gd name="csY543" fmla="*/ 387491 h 1126431"/>
                <a:gd name="csX544" fmla="*/ 1127702 w 1321322"/>
                <a:gd name="csY544" fmla="*/ 388154 h 1126431"/>
                <a:gd name="csX545" fmla="*/ 1135398 w 1321322"/>
                <a:gd name="csY545" fmla="*/ 394154 h 1126431"/>
                <a:gd name="csX546" fmla="*/ 1116935 w 1321322"/>
                <a:gd name="csY546" fmla="*/ 394817 h 1126431"/>
                <a:gd name="csX547" fmla="*/ 1109102 w 1321322"/>
                <a:gd name="csY547" fmla="*/ 395351 h 1126431"/>
                <a:gd name="csX548" fmla="*/ 1107768 w 1321322"/>
                <a:gd name="csY548" fmla="*/ 399353 h 1126431"/>
                <a:gd name="csX549" fmla="*/ 1113863 w 1321322"/>
                <a:gd name="csY549" fmla="*/ 408150 h 1126431"/>
                <a:gd name="csX550" fmla="*/ 1115395 w 1321322"/>
                <a:gd name="csY550" fmla="*/ 415484 h 1126431"/>
                <a:gd name="csX551" fmla="*/ 1124624 w 1321322"/>
                <a:gd name="csY551" fmla="*/ 418145 h 1126431"/>
                <a:gd name="csX552" fmla="*/ 1138470 w 1321322"/>
                <a:gd name="csY552" fmla="*/ 415484 h 1126431"/>
                <a:gd name="csX553" fmla="*/ 1156927 w 1321322"/>
                <a:gd name="csY553" fmla="*/ 417481 h 1126431"/>
                <a:gd name="csX554" fmla="*/ 1156927 w 1321322"/>
                <a:gd name="csY554" fmla="*/ 424815 h 1126431"/>
                <a:gd name="csX555" fmla="*/ 1140009 w 1321322"/>
                <a:gd name="csY555" fmla="*/ 426142 h 1126431"/>
                <a:gd name="csX556" fmla="*/ 1110785 w 1321322"/>
                <a:gd name="csY556" fmla="*/ 426142 h 1126431"/>
                <a:gd name="csX557" fmla="*/ 1121552 w 1321322"/>
                <a:gd name="csY557" fmla="*/ 428810 h 1126431"/>
                <a:gd name="csX558" fmla="*/ 1152316 w 1321322"/>
                <a:gd name="csY558" fmla="*/ 430807 h 1126431"/>
                <a:gd name="csX559" fmla="*/ 1172312 w 1321322"/>
                <a:gd name="csY559" fmla="*/ 439475 h 1126431"/>
                <a:gd name="csX560" fmla="*/ 1175390 w 1321322"/>
                <a:gd name="csY560" fmla="*/ 449469 h 1126431"/>
                <a:gd name="csX561" fmla="*/ 1160005 w 1321322"/>
                <a:gd name="csY561" fmla="*/ 459074 h 1126431"/>
                <a:gd name="csX562" fmla="*/ 1146159 w 1321322"/>
                <a:gd name="csY562" fmla="*/ 450803 h 1126431"/>
                <a:gd name="csX563" fmla="*/ 1132320 w 1321322"/>
                <a:gd name="csY563" fmla="*/ 448142 h 1126431"/>
                <a:gd name="csX564" fmla="*/ 1123085 w 1321322"/>
                <a:gd name="csY564" fmla="*/ 442806 h 1126431"/>
                <a:gd name="csX565" fmla="*/ 1113856 w 1321322"/>
                <a:gd name="csY565" fmla="*/ 444804 h 1126431"/>
                <a:gd name="csX566" fmla="*/ 1140009 w 1321322"/>
                <a:gd name="csY566" fmla="*/ 456303 h 1126431"/>
                <a:gd name="csX567" fmla="*/ 1138470 w 1321322"/>
                <a:gd name="csY567" fmla="*/ 459997 h 1126431"/>
                <a:gd name="csX568" fmla="*/ 1117345 w 1321322"/>
                <a:gd name="csY568" fmla="*/ 460914 h 1126431"/>
                <a:gd name="csX569" fmla="*/ 1108117 w 1321322"/>
                <a:gd name="csY569" fmla="*/ 465532 h 1126431"/>
                <a:gd name="csX570" fmla="*/ 1114267 w 1321322"/>
                <a:gd name="csY570" fmla="*/ 470142 h 1126431"/>
                <a:gd name="csX571" fmla="*/ 1133852 w 1321322"/>
                <a:gd name="csY571" fmla="*/ 468295 h 1126431"/>
                <a:gd name="csX572" fmla="*/ 1140009 w 1321322"/>
                <a:gd name="csY572" fmla="*/ 472906 h 1126431"/>
                <a:gd name="csX573" fmla="*/ 1132313 w 1321322"/>
                <a:gd name="csY573" fmla="*/ 481211 h 1126431"/>
                <a:gd name="csX574" fmla="*/ 1133852 w 1321322"/>
                <a:gd name="csY574" fmla="*/ 486745 h 1126431"/>
                <a:gd name="csX575" fmla="*/ 1156927 w 1321322"/>
                <a:gd name="csY575" fmla="*/ 489516 h 1126431"/>
                <a:gd name="csX576" fmla="*/ 1164616 w 1321322"/>
                <a:gd name="csY576" fmla="*/ 486745 h 1126431"/>
                <a:gd name="csX577" fmla="*/ 1170773 w 1321322"/>
                <a:gd name="csY577" fmla="*/ 491356 h 1126431"/>
                <a:gd name="csX578" fmla="*/ 1164616 w 1321322"/>
                <a:gd name="csY578" fmla="*/ 503348 h 1126431"/>
                <a:gd name="csX579" fmla="*/ 1155387 w 1321322"/>
                <a:gd name="csY579" fmla="*/ 505195 h 1126431"/>
                <a:gd name="csX580" fmla="*/ 1141548 w 1321322"/>
                <a:gd name="csY580" fmla="*/ 491356 h 1126431"/>
                <a:gd name="csX581" fmla="*/ 1116935 w 1321322"/>
                <a:gd name="csY581" fmla="*/ 489516 h 1126431"/>
                <a:gd name="csX582" fmla="*/ 1112940 w 1321322"/>
                <a:gd name="csY582" fmla="*/ 491356 h 1126431"/>
                <a:gd name="csX583" fmla="*/ 1106783 w 1321322"/>
                <a:gd name="csY583" fmla="*/ 499661 h 1126431"/>
                <a:gd name="csX584" fmla="*/ 1114472 w 1321322"/>
                <a:gd name="csY584" fmla="*/ 513493 h 1126431"/>
                <a:gd name="csX585" fmla="*/ 1120006 w 1321322"/>
                <a:gd name="csY585" fmla="*/ 532867 h 1126431"/>
                <a:gd name="csX586" fmla="*/ 1124624 w 1321322"/>
                <a:gd name="csY586" fmla="*/ 530103 h 1126431"/>
                <a:gd name="csX587" fmla="*/ 1121545 w 1321322"/>
                <a:gd name="csY587" fmla="*/ 521798 h 1126431"/>
                <a:gd name="csX588" fmla="*/ 1146159 w 1321322"/>
                <a:gd name="csY588" fmla="*/ 522722 h 1126431"/>
                <a:gd name="csX589" fmla="*/ 1147698 w 1321322"/>
                <a:gd name="csY589" fmla="*/ 538401 h 1126431"/>
                <a:gd name="csX590" fmla="*/ 1126163 w 1321322"/>
                <a:gd name="csY590" fmla="*/ 542095 h 1126431"/>
                <a:gd name="csX591" fmla="*/ 1101549 w 1321322"/>
                <a:gd name="csY591" fmla="*/ 548546 h 1126431"/>
                <a:gd name="csX592" fmla="*/ 1076943 w 1321322"/>
                <a:gd name="csY592" fmla="*/ 536561 h 1126431"/>
                <a:gd name="csX593" fmla="*/ 1069247 w 1321322"/>
                <a:gd name="csY593" fmla="*/ 533790 h 1126431"/>
                <a:gd name="csX594" fmla="*/ 1093860 w 1321322"/>
                <a:gd name="csY594" fmla="*/ 534714 h 1126431"/>
                <a:gd name="csX595" fmla="*/ 1073864 w 1321322"/>
                <a:gd name="csY595" fmla="*/ 526409 h 1126431"/>
                <a:gd name="csX596" fmla="*/ 1056940 w 1321322"/>
                <a:gd name="csY596" fmla="*/ 527332 h 1126431"/>
                <a:gd name="csX597" fmla="*/ 1038483 w 1321322"/>
                <a:gd name="csY597" fmla="*/ 518111 h 1126431"/>
                <a:gd name="csX598" fmla="*/ 1030794 w 1321322"/>
                <a:gd name="csY598" fmla="*/ 519951 h 1126431"/>
                <a:gd name="csX599" fmla="*/ 1050790 w 1321322"/>
                <a:gd name="csY599" fmla="*/ 533790 h 1126431"/>
                <a:gd name="csX600" fmla="*/ 1038483 w 1321322"/>
                <a:gd name="csY600" fmla="*/ 545782 h 1126431"/>
                <a:gd name="csX601" fmla="*/ 1027715 w 1321322"/>
                <a:gd name="csY601" fmla="*/ 548546 h 1126431"/>
                <a:gd name="csX602" fmla="*/ 1004641 w 1321322"/>
                <a:gd name="csY602" fmla="*/ 542095 h 1126431"/>
                <a:gd name="csX603" fmla="*/ 1000030 w 1321322"/>
                <a:gd name="csY603" fmla="*/ 545782 h 1126431"/>
                <a:gd name="csX604" fmla="*/ 1009259 w 1321322"/>
                <a:gd name="csY604" fmla="*/ 552240 h 1126431"/>
                <a:gd name="csX605" fmla="*/ 989263 w 1321322"/>
                <a:gd name="csY605" fmla="*/ 555004 h 1126431"/>
                <a:gd name="csX606" fmla="*/ 996952 w 1321322"/>
                <a:gd name="csY606" fmla="*/ 563309 h 1126431"/>
                <a:gd name="csX607" fmla="*/ 1009259 w 1321322"/>
                <a:gd name="csY607" fmla="*/ 558698 h 1126431"/>
                <a:gd name="csX608" fmla="*/ 1015409 w 1321322"/>
                <a:gd name="csY608" fmla="*/ 561462 h 1126431"/>
                <a:gd name="csX609" fmla="*/ 1026176 w 1321322"/>
                <a:gd name="csY609" fmla="*/ 555004 h 1126431"/>
                <a:gd name="csX610" fmla="*/ 1040022 w 1321322"/>
                <a:gd name="csY610" fmla="*/ 559615 h 1126431"/>
                <a:gd name="csX611" fmla="*/ 1035405 w 1321322"/>
                <a:gd name="csY611" fmla="*/ 566996 h 1126431"/>
                <a:gd name="csX612" fmla="*/ 1009259 w 1321322"/>
                <a:gd name="csY612" fmla="*/ 568843 h 1126431"/>
                <a:gd name="csX613" fmla="*/ 1016948 w 1321322"/>
                <a:gd name="csY613" fmla="*/ 578065 h 1126431"/>
                <a:gd name="csX614" fmla="*/ 1040022 w 1321322"/>
                <a:gd name="csY614" fmla="*/ 571607 h 1126431"/>
                <a:gd name="csX615" fmla="*/ 1049251 w 1321322"/>
                <a:gd name="csY615" fmla="*/ 581759 h 1126431"/>
                <a:gd name="csX616" fmla="*/ 1029255 w 1321322"/>
                <a:gd name="csY616" fmla="*/ 585446 h 1126431"/>
                <a:gd name="csX617" fmla="*/ 1040022 w 1321322"/>
                <a:gd name="csY617" fmla="*/ 593751 h 1126431"/>
                <a:gd name="csX618" fmla="*/ 1061557 w 1321322"/>
                <a:gd name="csY618" fmla="*/ 589133 h 1126431"/>
                <a:gd name="csX619" fmla="*/ 1078475 w 1321322"/>
                <a:gd name="csY619" fmla="*/ 600209 h 1126431"/>
                <a:gd name="csX620" fmla="*/ 1093853 w 1321322"/>
                <a:gd name="csY620" fmla="*/ 604819 h 1126431"/>
                <a:gd name="csX621" fmla="*/ 1105770 w 1321322"/>
                <a:gd name="csY621" fmla="*/ 614780 h 1126431"/>
                <a:gd name="csX622" fmla="*/ 1111653 w 1321322"/>
                <a:gd name="csY622" fmla="*/ 627846 h 1126431"/>
                <a:gd name="csX623" fmla="*/ 1116928 w 1321322"/>
                <a:gd name="csY623" fmla="*/ 624193 h 1126431"/>
                <a:gd name="csX624" fmla="*/ 1126156 w 1321322"/>
                <a:gd name="csY624" fmla="*/ 630651 h 1126431"/>
                <a:gd name="csX625" fmla="*/ 1123085 w 1321322"/>
                <a:gd name="csY625" fmla="*/ 662933 h 1126431"/>
                <a:gd name="csX626" fmla="*/ 1115395 w 1321322"/>
                <a:gd name="csY626" fmla="*/ 662933 h 1126431"/>
                <a:gd name="csX627" fmla="*/ 1106160 w 1321322"/>
                <a:gd name="csY627" fmla="*/ 655552 h 1126431"/>
                <a:gd name="csX628" fmla="*/ 1100010 w 1321322"/>
                <a:gd name="csY628" fmla="*/ 659246 h 1126431"/>
                <a:gd name="csX629" fmla="*/ 1098471 w 1321322"/>
                <a:gd name="csY629" fmla="*/ 665704 h 1126431"/>
                <a:gd name="csX630" fmla="*/ 1073857 w 1321322"/>
                <a:gd name="csY630" fmla="*/ 660162 h 1126431"/>
                <a:gd name="csX631" fmla="*/ 1056940 w 1321322"/>
                <a:gd name="csY631" fmla="*/ 637102 h 1126431"/>
                <a:gd name="csX632" fmla="*/ 1056940 w 1321322"/>
                <a:gd name="csY632" fmla="*/ 628804 h 1126431"/>
                <a:gd name="csX633" fmla="*/ 1026176 w 1321322"/>
                <a:gd name="csY633" fmla="*/ 619575 h 1126431"/>
                <a:gd name="csX634" fmla="*/ 1001563 w 1321322"/>
                <a:gd name="csY634" fmla="*/ 617735 h 1126431"/>
                <a:gd name="csX635" fmla="*/ 989263 w 1321322"/>
                <a:gd name="csY635" fmla="*/ 602972 h 1126431"/>
                <a:gd name="csX636" fmla="*/ 972338 w 1321322"/>
                <a:gd name="csY636" fmla="*/ 599285 h 1126431"/>
                <a:gd name="csX637" fmla="*/ 963110 w 1321322"/>
                <a:gd name="csY637" fmla="*/ 603896 h 1126431"/>
                <a:gd name="csX638" fmla="*/ 980027 w 1321322"/>
                <a:gd name="csY638" fmla="*/ 611277 h 1126431"/>
                <a:gd name="csX639" fmla="*/ 980027 w 1321322"/>
                <a:gd name="csY639" fmla="*/ 620499 h 1126431"/>
                <a:gd name="csX640" fmla="*/ 998491 w 1321322"/>
                <a:gd name="csY640" fmla="*/ 625110 h 1126431"/>
                <a:gd name="csX641" fmla="*/ 1030794 w 1321322"/>
                <a:gd name="csY641" fmla="*/ 627880 h 1126431"/>
                <a:gd name="csX642" fmla="*/ 1029255 w 1321322"/>
                <a:gd name="csY642" fmla="*/ 638949 h 1126431"/>
                <a:gd name="csX643" fmla="*/ 1003102 w 1321322"/>
                <a:gd name="csY643" fmla="*/ 645407 h 1126431"/>
                <a:gd name="csX644" fmla="*/ 970799 w 1321322"/>
                <a:gd name="csY644" fmla="*/ 645407 h 1126431"/>
                <a:gd name="csX645" fmla="*/ 976956 w 1321322"/>
                <a:gd name="csY645" fmla="*/ 651864 h 1126431"/>
                <a:gd name="csX646" fmla="*/ 967721 w 1321322"/>
                <a:gd name="csY646" fmla="*/ 661086 h 1126431"/>
                <a:gd name="csX647" fmla="*/ 955421 w 1321322"/>
                <a:gd name="csY647" fmla="*/ 662009 h 1126431"/>
                <a:gd name="csX648" fmla="*/ 956953 w 1321322"/>
                <a:gd name="csY648" fmla="*/ 665697 h 1126431"/>
                <a:gd name="csX649" fmla="*/ 975417 w 1321322"/>
                <a:gd name="csY649" fmla="*/ 669391 h 1126431"/>
                <a:gd name="csX650" fmla="*/ 992334 w 1321322"/>
                <a:gd name="csY650" fmla="*/ 668467 h 1126431"/>
                <a:gd name="csX651" fmla="*/ 1000023 w 1321322"/>
                <a:gd name="csY651" fmla="*/ 664780 h 1126431"/>
                <a:gd name="csX652" fmla="*/ 1012330 w 1321322"/>
                <a:gd name="csY652" fmla="*/ 664780 h 1126431"/>
                <a:gd name="csX653" fmla="*/ 1010791 w 1321322"/>
                <a:gd name="csY653" fmla="*/ 674002 h 1126431"/>
                <a:gd name="csX654" fmla="*/ 989256 w 1321322"/>
                <a:gd name="csY654" fmla="*/ 674925 h 1126431"/>
                <a:gd name="csX655" fmla="*/ 972338 w 1321322"/>
                <a:gd name="csY655" fmla="*/ 676765 h 1126431"/>
                <a:gd name="csX656" fmla="*/ 976956 w 1321322"/>
                <a:gd name="csY656" fmla="*/ 682306 h 1126431"/>
                <a:gd name="csX657" fmla="*/ 996952 w 1321322"/>
                <a:gd name="csY657" fmla="*/ 682306 h 1126431"/>
                <a:gd name="csX658" fmla="*/ 1012330 w 1321322"/>
                <a:gd name="csY658" fmla="*/ 678612 h 1126431"/>
                <a:gd name="csX659" fmla="*/ 1023098 w 1321322"/>
                <a:gd name="csY659" fmla="*/ 678612 h 1126431"/>
                <a:gd name="csX660" fmla="*/ 1029255 w 1321322"/>
                <a:gd name="csY660" fmla="*/ 668467 h 1126431"/>
                <a:gd name="csX661" fmla="*/ 1043094 w 1321322"/>
                <a:gd name="csY661" fmla="*/ 667544 h 1126431"/>
                <a:gd name="csX662" fmla="*/ 1047711 w 1321322"/>
                <a:gd name="csY662" fmla="*/ 675849 h 1126431"/>
                <a:gd name="csX663" fmla="*/ 1086164 w 1321322"/>
                <a:gd name="csY663" fmla="*/ 675849 h 1126431"/>
                <a:gd name="csX664" fmla="*/ 1090782 w 1321322"/>
                <a:gd name="csY664" fmla="*/ 678612 h 1126431"/>
                <a:gd name="csX665" fmla="*/ 1100010 w 1321322"/>
                <a:gd name="csY665" fmla="*/ 674925 h 1126431"/>
                <a:gd name="csX666" fmla="*/ 1104990 w 1321322"/>
                <a:gd name="csY666" fmla="*/ 677962 h 1126431"/>
                <a:gd name="csX667" fmla="*/ 1103451 w 1321322"/>
                <a:gd name="csY667" fmla="*/ 682573 h 1126431"/>
                <a:gd name="csX668" fmla="*/ 1072318 w 1321322"/>
                <a:gd name="csY668" fmla="*/ 698909 h 1126431"/>
                <a:gd name="csX669" fmla="*/ 1063090 w 1321322"/>
                <a:gd name="csY669" fmla="*/ 698909 h 1126431"/>
                <a:gd name="csX670" fmla="*/ 1056940 w 1321322"/>
                <a:gd name="csY670" fmla="*/ 709978 h 1126431"/>
                <a:gd name="csX671" fmla="*/ 1049251 w 1321322"/>
                <a:gd name="csY671" fmla="*/ 708131 h 1126431"/>
                <a:gd name="csX672" fmla="*/ 1040015 w 1321322"/>
                <a:gd name="csY672" fmla="*/ 719199 h 1126431"/>
                <a:gd name="csX673" fmla="*/ 1032326 w 1321322"/>
                <a:gd name="csY673" fmla="*/ 719199 h 1126431"/>
                <a:gd name="csX674" fmla="*/ 1021559 w 1321322"/>
                <a:gd name="csY674" fmla="*/ 730275 h 1126431"/>
                <a:gd name="csX675" fmla="*/ 1003102 w 1321322"/>
                <a:gd name="csY675" fmla="*/ 730275 h 1126431"/>
                <a:gd name="csX676" fmla="*/ 987717 w 1321322"/>
                <a:gd name="csY676" fmla="*/ 738573 h 1126431"/>
                <a:gd name="csX677" fmla="*/ 978488 w 1321322"/>
                <a:gd name="csY677" fmla="*/ 734886 h 1126431"/>
                <a:gd name="csX678" fmla="*/ 956953 w 1321322"/>
                <a:gd name="csY678" fmla="*/ 745954 h 1126431"/>
                <a:gd name="csX679" fmla="*/ 947725 w 1321322"/>
                <a:gd name="csY679" fmla="*/ 745954 h 1126431"/>
                <a:gd name="csX680" fmla="*/ 940035 w 1321322"/>
                <a:gd name="csY680" fmla="*/ 742260 h 1126431"/>
                <a:gd name="csX681" fmla="*/ 930807 w 1321322"/>
                <a:gd name="csY681" fmla="*/ 747794 h 1126431"/>
                <a:gd name="csX682" fmla="*/ 921572 w 1321322"/>
                <a:gd name="csY682" fmla="*/ 745031 h 1126431"/>
                <a:gd name="csX683" fmla="*/ 913883 w 1321322"/>
                <a:gd name="csY683" fmla="*/ 750565 h 1126431"/>
                <a:gd name="csX684" fmla="*/ 904654 w 1321322"/>
                <a:gd name="csY684" fmla="*/ 749642 h 1126431"/>
                <a:gd name="csX685" fmla="*/ 886197 w 1321322"/>
                <a:gd name="csY685" fmla="*/ 738573 h 1126431"/>
                <a:gd name="csX686" fmla="*/ 873891 w 1321322"/>
                <a:gd name="csY686" fmla="*/ 737649 h 1126431"/>
                <a:gd name="csX687" fmla="*/ 880047 w 1321322"/>
                <a:gd name="csY687" fmla="*/ 744107 h 1126431"/>
                <a:gd name="csX688" fmla="*/ 892347 w 1321322"/>
                <a:gd name="csY688" fmla="*/ 749642 h 1126431"/>
                <a:gd name="csX689" fmla="*/ 889276 w 1321322"/>
                <a:gd name="csY689" fmla="*/ 763481 h 1126431"/>
                <a:gd name="csX690" fmla="*/ 867741 w 1321322"/>
                <a:gd name="csY690" fmla="*/ 765321 h 1126431"/>
                <a:gd name="csX691" fmla="*/ 858505 w 1321322"/>
                <a:gd name="csY691" fmla="*/ 779160 h 1126431"/>
                <a:gd name="csX692" fmla="*/ 849277 w 1321322"/>
                <a:gd name="csY692" fmla="*/ 795763 h 1126431"/>
                <a:gd name="csX693" fmla="*/ 832359 w 1321322"/>
                <a:gd name="csY693" fmla="*/ 817674 h 1126431"/>
                <a:gd name="csX694" fmla="*/ 813896 w 1321322"/>
                <a:gd name="csY694" fmla="*/ 816142 h 1126431"/>
                <a:gd name="csX695" fmla="*/ 812363 w 1321322"/>
                <a:gd name="csY695" fmla="*/ 831514 h 1126431"/>
                <a:gd name="csX696" fmla="*/ 795439 w 1321322"/>
                <a:gd name="csY696" fmla="*/ 840735 h 1126431"/>
                <a:gd name="csX697" fmla="*/ 786211 w 1321322"/>
                <a:gd name="csY697" fmla="*/ 834585 h 1126431"/>
                <a:gd name="csX698" fmla="*/ 773904 w 1321322"/>
                <a:gd name="csY698" fmla="*/ 840735 h 1126431"/>
                <a:gd name="csX699" fmla="*/ 769293 w 1321322"/>
                <a:gd name="csY699" fmla="*/ 833053 h 1126431"/>
                <a:gd name="csX700" fmla="*/ 772365 w 1321322"/>
                <a:gd name="csY700" fmla="*/ 816142 h 1126431"/>
                <a:gd name="csX701" fmla="*/ 760065 w 1321322"/>
                <a:gd name="csY701" fmla="*/ 813064 h 1126431"/>
                <a:gd name="csX702" fmla="*/ 756986 w 1321322"/>
                <a:gd name="csY702" fmla="*/ 820753 h 1126431"/>
                <a:gd name="csX703" fmla="*/ 753908 w 1321322"/>
                <a:gd name="csY703" fmla="*/ 851503 h 1126431"/>
                <a:gd name="csX704" fmla="*/ 712377 w 1321322"/>
                <a:gd name="csY704" fmla="*/ 859185 h 1126431"/>
                <a:gd name="csX705" fmla="*/ 710837 w 1321322"/>
                <a:gd name="csY705" fmla="*/ 863796 h 1126431"/>
                <a:gd name="csX706" fmla="*/ 716994 w 1321322"/>
                <a:gd name="csY706" fmla="*/ 873024 h 1126431"/>
                <a:gd name="csX707" fmla="*/ 716994 w 1321322"/>
                <a:gd name="csY707" fmla="*/ 880707 h 1126431"/>
                <a:gd name="csX708" fmla="*/ 696998 w 1321322"/>
                <a:gd name="csY708" fmla="*/ 882246 h 1126431"/>
                <a:gd name="csX709" fmla="*/ 695452 w 1321322"/>
                <a:gd name="csY709" fmla="*/ 897617 h 1126431"/>
                <a:gd name="csX710" fmla="*/ 703148 w 1321322"/>
                <a:gd name="csY710" fmla="*/ 906846 h 1126431"/>
                <a:gd name="csX711" fmla="*/ 700070 w 1321322"/>
                <a:gd name="csY711" fmla="*/ 917606 h 1126431"/>
                <a:gd name="csX712" fmla="*/ 683152 w 1321322"/>
                <a:gd name="csY712" fmla="*/ 917606 h 1126431"/>
                <a:gd name="csX713" fmla="*/ 686224 w 1321322"/>
                <a:gd name="csY713" fmla="*/ 929906 h 1126431"/>
                <a:gd name="csX714" fmla="*/ 703148 w 1321322"/>
                <a:gd name="csY714" fmla="*/ 932978 h 1126431"/>
                <a:gd name="csX715" fmla="*/ 704681 w 1321322"/>
                <a:gd name="csY715" fmla="*/ 952967 h 1126431"/>
                <a:gd name="csX716" fmla="*/ 686224 w 1321322"/>
                <a:gd name="csY716" fmla="*/ 949889 h 1126431"/>
                <a:gd name="csX717" fmla="*/ 693920 w 1321322"/>
                <a:gd name="csY717" fmla="*/ 963728 h 1126431"/>
                <a:gd name="csX718" fmla="*/ 692374 w 1321322"/>
                <a:gd name="csY718" fmla="*/ 971417 h 1126431"/>
                <a:gd name="csX719" fmla="*/ 684685 w 1321322"/>
                <a:gd name="csY719" fmla="*/ 972949 h 1126431"/>
                <a:gd name="csX720" fmla="*/ 680074 w 1321322"/>
                <a:gd name="csY720" fmla="*/ 991399 h 1126431"/>
                <a:gd name="csX721" fmla="*/ 670845 w 1321322"/>
                <a:gd name="csY721" fmla="*/ 989867 h 1126431"/>
                <a:gd name="csX722" fmla="*/ 663149 w 1321322"/>
                <a:gd name="csY722" fmla="*/ 999088 h 1126431"/>
                <a:gd name="csX723" fmla="*/ 669306 w 1321322"/>
                <a:gd name="csY723" fmla="*/ 1006778 h 1126431"/>
                <a:gd name="csX724" fmla="*/ 663149 w 1321322"/>
                <a:gd name="csY724" fmla="*/ 1023688 h 1126431"/>
                <a:gd name="csX725" fmla="*/ 673917 w 1321322"/>
                <a:gd name="csY725" fmla="*/ 1045210 h 1126431"/>
                <a:gd name="csX726" fmla="*/ 667767 w 1321322"/>
                <a:gd name="csY726" fmla="*/ 1060581 h 1126431"/>
                <a:gd name="csX727" fmla="*/ 658539 w 1321322"/>
                <a:gd name="csY727" fmla="*/ 1065192 h 1126431"/>
                <a:gd name="csX728" fmla="*/ 660078 w 1321322"/>
                <a:gd name="csY728" fmla="*/ 1074421 h 1126431"/>
                <a:gd name="csX729" fmla="*/ 652382 w 1321322"/>
                <a:gd name="csY729" fmla="*/ 1085181 h 1126431"/>
                <a:gd name="csX730" fmla="*/ 653921 w 1321322"/>
                <a:gd name="csY730" fmla="*/ 1094403 h 1126431"/>
                <a:gd name="csX731" fmla="*/ 638536 w 1321322"/>
                <a:gd name="csY731" fmla="*/ 1095942 h 1126431"/>
                <a:gd name="csX732" fmla="*/ 649303 w 1321322"/>
                <a:gd name="csY732" fmla="*/ 1108242 h 1126431"/>
                <a:gd name="csX733" fmla="*/ 641614 w 1321322"/>
                <a:gd name="csY733" fmla="*/ 1126692 h 11264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 ang="0">
                  <a:pos x="csX600" y="csY600"/>
                </a:cxn>
                <a:cxn ang="0">
                  <a:pos x="csX601" y="csY601"/>
                </a:cxn>
                <a:cxn ang="0">
                  <a:pos x="csX602" y="csY602"/>
                </a:cxn>
                <a:cxn ang="0">
                  <a:pos x="csX603" y="csY603"/>
                </a:cxn>
                <a:cxn ang="0">
                  <a:pos x="csX604" y="csY604"/>
                </a:cxn>
                <a:cxn ang="0">
                  <a:pos x="csX605" y="csY605"/>
                </a:cxn>
                <a:cxn ang="0">
                  <a:pos x="csX606" y="csY606"/>
                </a:cxn>
                <a:cxn ang="0">
                  <a:pos x="csX607" y="csY607"/>
                </a:cxn>
                <a:cxn ang="0">
                  <a:pos x="csX608" y="csY608"/>
                </a:cxn>
                <a:cxn ang="0">
                  <a:pos x="csX609" y="csY609"/>
                </a:cxn>
                <a:cxn ang="0">
                  <a:pos x="csX610" y="csY610"/>
                </a:cxn>
                <a:cxn ang="0">
                  <a:pos x="csX611" y="csY611"/>
                </a:cxn>
                <a:cxn ang="0">
                  <a:pos x="csX612" y="csY612"/>
                </a:cxn>
                <a:cxn ang="0">
                  <a:pos x="csX613" y="csY613"/>
                </a:cxn>
                <a:cxn ang="0">
                  <a:pos x="csX614" y="csY614"/>
                </a:cxn>
                <a:cxn ang="0">
                  <a:pos x="csX615" y="csY615"/>
                </a:cxn>
                <a:cxn ang="0">
                  <a:pos x="csX616" y="csY616"/>
                </a:cxn>
                <a:cxn ang="0">
                  <a:pos x="csX617" y="csY617"/>
                </a:cxn>
                <a:cxn ang="0">
                  <a:pos x="csX618" y="csY618"/>
                </a:cxn>
                <a:cxn ang="0">
                  <a:pos x="csX619" y="csY619"/>
                </a:cxn>
                <a:cxn ang="0">
                  <a:pos x="csX620" y="csY620"/>
                </a:cxn>
                <a:cxn ang="0">
                  <a:pos x="csX621" y="csY621"/>
                </a:cxn>
                <a:cxn ang="0">
                  <a:pos x="csX622" y="csY622"/>
                </a:cxn>
                <a:cxn ang="0">
                  <a:pos x="csX623" y="csY623"/>
                </a:cxn>
                <a:cxn ang="0">
                  <a:pos x="csX624" y="csY624"/>
                </a:cxn>
                <a:cxn ang="0">
                  <a:pos x="csX625" y="csY625"/>
                </a:cxn>
                <a:cxn ang="0">
                  <a:pos x="csX626" y="csY626"/>
                </a:cxn>
                <a:cxn ang="0">
                  <a:pos x="csX627" y="csY627"/>
                </a:cxn>
                <a:cxn ang="0">
                  <a:pos x="csX628" y="csY628"/>
                </a:cxn>
                <a:cxn ang="0">
                  <a:pos x="csX629" y="csY629"/>
                </a:cxn>
                <a:cxn ang="0">
                  <a:pos x="csX630" y="csY630"/>
                </a:cxn>
                <a:cxn ang="0">
                  <a:pos x="csX631" y="csY631"/>
                </a:cxn>
                <a:cxn ang="0">
                  <a:pos x="csX632" y="csY632"/>
                </a:cxn>
                <a:cxn ang="0">
                  <a:pos x="csX633" y="csY633"/>
                </a:cxn>
                <a:cxn ang="0">
                  <a:pos x="csX634" y="csY634"/>
                </a:cxn>
                <a:cxn ang="0">
                  <a:pos x="csX635" y="csY635"/>
                </a:cxn>
                <a:cxn ang="0">
                  <a:pos x="csX636" y="csY636"/>
                </a:cxn>
                <a:cxn ang="0">
                  <a:pos x="csX637" y="csY637"/>
                </a:cxn>
                <a:cxn ang="0">
                  <a:pos x="csX638" y="csY638"/>
                </a:cxn>
                <a:cxn ang="0">
                  <a:pos x="csX639" y="csY639"/>
                </a:cxn>
                <a:cxn ang="0">
                  <a:pos x="csX640" y="csY640"/>
                </a:cxn>
                <a:cxn ang="0">
                  <a:pos x="csX641" y="csY641"/>
                </a:cxn>
                <a:cxn ang="0">
                  <a:pos x="csX642" y="csY642"/>
                </a:cxn>
                <a:cxn ang="0">
                  <a:pos x="csX643" y="csY643"/>
                </a:cxn>
                <a:cxn ang="0">
                  <a:pos x="csX644" y="csY644"/>
                </a:cxn>
                <a:cxn ang="0">
                  <a:pos x="csX645" y="csY645"/>
                </a:cxn>
                <a:cxn ang="0">
                  <a:pos x="csX646" y="csY646"/>
                </a:cxn>
                <a:cxn ang="0">
                  <a:pos x="csX647" y="csY647"/>
                </a:cxn>
                <a:cxn ang="0">
                  <a:pos x="csX648" y="csY648"/>
                </a:cxn>
                <a:cxn ang="0">
                  <a:pos x="csX649" y="csY649"/>
                </a:cxn>
                <a:cxn ang="0">
                  <a:pos x="csX650" y="csY650"/>
                </a:cxn>
                <a:cxn ang="0">
                  <a:pos x="csX651" y="csY651"/>
                </a:cxn>
                <a:cxn ang="0">
                  <a:pos x="csX652" y="csY652"/>
                </a:cxn>
                <a:cxn ang="0">
                  <a:pos x="csX653" y="csY653"/>
                </a:cxn>
                <a:cxn ang="0">
                  <a:pos x="csX654" y="csY654"/>
                </a:cxn>
                <a:cxn ang="0">
                  <a:pos x="csX655" y="csY655"/>
                </a:cxn>
                <a:cxn ang="0">
                  <a:pos x="csX656" y="csY656"/>
                </a:cxn>
                <a:cxn ang="0">
                  <a:pos x="csX657" y="csY657"/>
                </a:cxn>
                <a:cxn ang="0">
                  <a:pos x="csX658" y="csY658"/>
                </a:cxn>
                <a:cxn ang="0">
                  <a:pos x="csX659" y="csY659"/>
                </a:cxn>
                <a:cxn ang="0">
                  <a:pos x="csX660" y="csY660"/>
                </a:cxn>
                <a:cxn ang="0">
                  <a:pos x="csX661" y="csY661"/>
                </a:cxn>
                <a:cxn ang="0">
                  <a:pos x="csX662" y="csY662"/>
                </a:cxn>
                <a:cxn ang="0">
                  <a:pos x="csX663" y="csY663"/>
                </a:cxn>
                <a:cxn ang="0">
                  <a:pos x="csX664" y="csY664"/>
                </a:cxn>
                <a:cxn ang="0">
                  <a:pos x="csX665" y="csY665"/>
                </a:cxn>
                <a:cxn ang="0">
                  <a:pos x="csX666" y="csY666"/>
                </a:cxn>
                <a:cxn ang="0">
                  <a:pos x="csX667" y="csY667"/>
                </a:cxn>
                <a:cxn ang="0">
                  <a:pos x="csX668" y="csY668"/>
                </a:cxn>
                <a:cxn ang="0">
                  <a:pos x="csX669" y="csY669"/>
                </a:cxn>
                <a:cxn ang="0">
                  <a:pos x="csX670" y="csY670"/>
                </a:cxn>
                <a:cxn ang="0">
                  <a:pos x="csX671" y="csY671"/>
                </a:cxn>
                <a:cxn ang="0">
                  <a:pos x="csX672" y="csY672"/>
                </a:cxn>
                <a:cxn ang="0">
                  <a:pos x="csX673" y="csY673"/>
                </a:cxn>
                <a:cxn ang="0">
                  <a:pos x="csX674" y="csY674"/>
                </a:cxn>
                <a:cxn ang="0">
                  <a:pos x="csX675" y="csY675"/>
                </a:cxn>
                <a:cxn ang="0">
                  <a:pos x="csX676" y="csY676"/>
                </a:cxn>
                <a:cxn ang="0">
                  <a:pos x="csX677" y="csY677"/>
                </a:cxn>
                <a:cxn ang="0">
                  <a:pos x="csX678" y="csY678"/>
                </a:cxn>
                <a:cxn ang="0">
                  <a:pos x="csX679" y="csY679"/>
                </a:cxn>
                <a:cxn ang="0">
                  <a:pos x="csX680" y="csY680"/>
                </a:cxn>
                <a:cxn ang="0">
                  <a:pos x="csX681" y="csY681"/>
                </a:cxn>
                <a:cxn ang="0">
                  <a:pos x="csX682" y="csY682"/>
                </a:cxn>
                <a:cxn ang="0">
                  <a:pos x="csX683" y="csY683"/>
                </a:cxn>
                <a:cxn ang="0">
                  <a:pos x="csX684" y="csY684"/>
                </a:cxn>
                <a:cxn ang="0">
                  <a:pos x="csX685" y="csY685"/>
                </a:cxn>
                <a:cxn ang="0">
                  <a:pos x="csX686" y="csY686"/>
                </a:cxn>
                <a:cxn ang="0">
                  <a:pos x="csX687" y="csY687"/>
                </a:cxn>
                <a:cxn ang="0">
                  <a:pos x="csX688" y="csY688"/>
                </a:cxn>
                <a:cxn ang="0">
                  <a:pos x="csX689" y="csY689"/>
                </a:cxn>
                <a:cxn ang="0">
                  <a:pos x="csX690" y="csY690"/>
                </a:cxn>
                <a:cxn ang="0">
                  <a:pos x="csX691" y="csY691"/>
                </a:cxn>
                <a:cxn ang="0">
                  <a:pos x="csX692" y="csY692"/>
                </a:cxn>
                <a:cxn ang="0">
                  <a:pos x="csX693" y="csY693"/>
                </a:cxn>
                <a:cxn ang="0">
                  <a:pos x="csX694" y="csY694"/>
                </a:cxn>
                <a:cxn ang="0">
                  <a:pos x="csX695" y="csY695"/>
                </a:cxn>
                <a:cxn ang="0">
                  <a:pos x="csX696" y="csY696"/>
                </a:cxn>
                <a:cxn ang="0">
                  <a:pos x="csX697" y="csY697"/>
                </a:cxn>
                <a:cxn ang="0">
                  <a:pos x="csX698" y="csY698"/>
                </a:cxn>
                <a:cxn ang="0">
                  <a:pos x="csX699" y="csY699"/>
                </a:cxn>
                <a:cxn ang="0">
                  <a:pos x="csX700" y="csY700"/>
                </a:cxn>
                <a:cxn ang="0">
                  <a:pos x="csX701" y="csY701"/>
                </a:cxn>
                <a:cxn ang="0">
                  <a:pos x="csX702" y="csY702"/>
                </a:cxn>
                <a:cxn ang="0">
                  <a:pos x="csX703" y="csY703"/>
                </a:cxn>
                <a:cxn ang="0">
                  <a:pos x="csX704" y="csY704"/>
                </a:cxn>
                <a:cxn ang="0">
                  <a:pos x="csX705" y="csY705"/>
                </a:cxn>
                <a:cxn ang="0">
                  <a:pos x="csX706" y="csY706"/>
                </a:cxn>
                <a:cxn ang="0">
                  <a:pos x="csX707" y="csY707"/>
                </a:cxn>
                <a:cxn ang="0">
                  <a:pos x="csX708" y="csY708"/>
                </a:cxn>
                <a:cxn ang="0">
                  <a:pos x="csX709" y="csY709"/>
                </a:cxn>
                <a:cxn ang="0">
                  <a:pos x="csX710" y="csY710"/>
                </a:cxn>
                <a:cxn ang="0">
                  <a:pos x="csX711" y="csY711"/>
                </a:cxn>
                <a:cxn ang="0">
                  <a:pos x="csX712" y="csY712"/>
                </a:cxn>
                <a:cxn ang="0">
                  <a:pos x="csX713" y="csY713"/>
                </a:cxn>
                <a:cxn ang="0">
                  <a:pos x="csX714" y="csY714"/>
                </a:cxn>
                <a:cxn ang="0">
                  <a:pos x="csX715" y="csY715"/>
                </a:cxn>
                <a:cxn ang="0">
                  <a:pos x="csX716" y="csY716"/>
                </a:cxn>
                <a:cxn ang="0">
                  <a:pos x="csX717" y="csY717"/>
                </a:cxn>
                <a:cxn ang="0">
                  <a:pos x="csX718" y="csY718"/>
                </a:cxn>
                <a:cxn ang="0">
                  <a:pos x="csX719" y="csY719"/>
                </a:cxn>
                <a:cxn ang="0">
                  <a:pos x="csX720" y="csY720"/>
                </a:cxn>
                <a:cxn ang="0">
                  <a:pos x="csX721" y="csY721"/>
                </a:cxn>
                <a:cxn ang="0">
                  <a:pos x="csX722" y="csY722"/>
                </a:cxn>
                <a:cxn ang="0">
                  <a:pos x="csX723" y="csY723"/>
                </a:cxn>
                <a:cxn ang="0">
                  <a:pos x="csX724" y="csY724"/>
                </a:cxn>
                <a:cxn ang="0">
                  <a:pos x="csX725" y="csY725"/>
                </a:cxn>
                <a:cxn ang="0">
                  <a:pos x="csX726" y="csY726"/>
                </a:cxn>
                <a:cxn ang="0">
                  <a:pos x="csX727" y="csY727"/>
                </a:cxn>
                <a:cxn ang="0">
                  <a:pos x="csX728" y="csY728"/>
                </a:cxn>
                <a:cxn ang="0">
                  <a:pos x="csX729" y="csY729"/>
                </a:cxn>
                <a:cxn ang="0">
                  <a:pos x="csX730" y="csY730"/>
                </a:cxn>
                <a:cxn ang="0">
                  <a:pos x="csX731" y="csY731"/>
                </a:cxn>
                <a:cxn ang="0">
                  <a:pos x="csX732" y="csY732"/>
                </a:cxn>
                <a:cxn ang="0">
                  <a:pos x="csX733" y="csY733"/>
                </a:cxn>
              </a:cxnLst>
              <a:rect l="l" t="t" r="r" b="b"/>
              <a:pathLst>
                <a:path w="1321322" h="1126431">
                  <a:moveTo>
                    <a:pt x="641614" y="1126692"/>
                  </a:moveTo>
                  <a:lnTo>
                    <a:pt x="632386" y="1119003"/>
                  </a:lnTo>
                  <a:lnTo>
                    <a:pt x="618540" y="1125153"/>
                  </a:lnTo>
                  <a:lnTo>
                    <a:pt x="613929" y="1115931"/>
                  </a:lnTo>
                  <a:lnTo>
                    <a:pt x="615468" y="1103631"/>
                  </a:lnTo>
                  <a:lnTo>
                    <a:pt x="593933" y="1092871"/>
                  </a:lnTo>
                  <a:lnTo>
                    <a:pt x="586237" y="1077492"/>
                  </a:lnTo>
                  <a:lnTo>
                    <a:pt x="555473" y="1080571"/>
                  </a:lnTo>
                  <a:lnTo>
                    <a:pt x="549324" y="1091331"/>
                  </a:lnTo>
                  <a:lnTo>
                    <a:pt x="543174" y="1088253"/>
                  </a:lnTo>
                  <a:lnTo>
                    <a:pt x="541634" y="1071342"/>
                  </a:lnTo>
                  <a:lnTo>
                    <a:pt x="529328" y="1063660"/>
                  </a:lnTo>
                  <a:lnTo>
                    <a:pt x="527788" y="1055971"/>
                  </a:lnTo>
                  <a:lnTo>
                    <a:pt x="517021" y="1046742"/>
                  </a:lnTo>
                  <a:lnTo>
                    <a:pt x="510871" y="1031371"/>
                  </a:lnTo>
                  <a:lnTo>
                    <a:pt x="509332" y="1020610"/>
                  </a:lnTo>
                  <a:lnTo>
                    <a:pt x="492407" y="1011388"/>
                  </a:lnTo>
                  <a:lnTo>
                    <a:pt x="489336" y="1005238"/>
                  </a:lnTo>
                  <a:lnTo>
                    <a:pt x="495486" y="997549"/>
                  </a:lnTo>
                  <a:lnTo>
                    <a:pt x="492414" y="992938"/>
                  </a:lnTo>
                  <a:lnTo>
                    <a:pt x="492414" y="983710"/>
                  </a:lnTo>
                  <a:lnTo>
                    <a:pt x="481646" y="971410"/>
                  </a:lnTo>
                  <a:lnTo>
                    <a:pt x="480107" y="966799"/>
                  </a:lnTo>
                  <a:lnTo>
                    <a:pt x="469340" y="957578"/>
                  </a:lnTo>
                  <a:lnTo>
                    <a:pt x="469340" y="939128"/>
                  </a:lnTo>
                  <a:lnTo>
                    <a:pt x="486257" y="937589"/>
                  </a:lnTo>
                  <a:lnTo>
                    <a:pt x="486257" y="926828"/>
                  </a:lnTo>
                  <a:lnTo>
                    <a:pt x="492414" y="914528"/>
                  </a:lnTo>
                  <a:lnTo>
                    <a:pt x="500103" y="919139"/>
                  </a:lnTo>
                  <a:lnTo>
                    <a:pt x="503182" y="909917"/>
                  </a:lnTo>
                  <a:lnTo>
                    <a:pt x="484725" y="897617"/>
                  </a:lnTo>
                  <a:lnTo>
                    <a:pt x="475490" y="905306"/>
                  </a:lnTo>
                  <a:lnTo>
                    <a:pt x="464722" y="925289"/>
                  </a:lnTo>
                  <a:lnTo>
                    <a:pt x="455494" y="922217"/>
                  </a:lnTo>
                  <a:lnTo>
                    <a:pt x="458572" y="902228"/>
                  </a:lnTo>
                  <a:lnTo>
                    <a:pt x="453961" y="880707"/>
                  </a:lnTo>
                  <a:lnTo>
                    <a:pt x="457033" y="873017"/>
                  </a:lnTo>
                  <a:lnTo>
                    <a:pt x="435498" y="857646"/>
                  </a:lnTo>
                  <a:lnTo>
                    <a:pt x="438576" y="853035"/>
                  </a:lnTo>
                  <a:lnTo>
                    <a:pt x="450883" y="853035"/>
                  </a:lnTo>
                  <a:lnTo>
                    <a:pt x="446265" y="842267"/>
                  </a:lnTo>
                  <a:lnTo>
                    <a:pt x="433965" y="840735"/>
                  </a:lnTo>
                  <a:lnTo>
                    <a:pt x="424730" y="823818"/>
                  </a:lnTo>
                  <a:lnTo>
                    <a:pt x="429348" y="809985"/>
                  </a:lnTo>
                  <a:lnTo>
                    <a:pt x="438576" y="809985"/>
                  </a:lnTo>
                  <a:lnTo>
                    <a:pt x="446265" y="797603"/>
                  </a:lnTo>
                  <a:lnTo>
                    <a:pt x="432426" y="795756"/>
                  </a:lnTo>
                  <a:lnTo>
                    <a:pt x="421658" y="799450"/>
                  </a:lnTo>
                  <a:lnTo>
                    <a:pt x="418580" y="793916"/>
                  </a:lnTo>
                  <a:lnTo>
                    <a:pt x="424730" y="778230"/>
                  </a:lnTo>
                  <a:lnTo>
                    <a:pt x="452422" y="768085"/>
                  </a:lnTo>
                  <a:lnTo>
                    <a:pt x="466268" y="770855"/>
                  </a:lnTo>
                  <a:lnTo>
                    <a:pt x="481646" y="777313"/>
                  </a:lnTo>
                  <a:lnTo>
                    <a:pt x="489342" y="774542"/>
                  </a:lnTo>
                  <a:lnTo>
                    <a:pt x="484725" y="765321"/>
                  </a:lnTo>
                  <a:lnTo>
                    <a:pt x="458579" y="764397"/>
                  </a:lnTo>
                  <a:lnTo>
                    <a:pt x="447811" y="764397"/>
                  </a:lnTo>
                  <a:lnTo>
                    <a:pt x="429348" y="772695"/>
                  </a:lnTo>
                  <a:lnTo>
                    <a:pt x="423198" y="771779"/>
                  </a:lnTo>
                  <a:lnTo>
                    <a:pt x="421658" y="764397"/>
                  </a:lnTo>
                  <a:lnTo>
                    <a:pt x="443194" y="756093"/>
                  </a:lnTo>
                  <a:lnTo>
                    <a:pt x="464729" y="756093"/>
                  </a:lnTo>
                  <a:lnTo>
                    <a:pt x="486264" y="759787"/>
                  </a:lnTo>
                  <a:lnTo>
                    <a:pt x="490875" y="752405"/>
                  </a:lnTo>
                  <a:lnTo>
                    <a:pt x="480107" y="751482"/>
                  </a:lnTo>
                  <a:lnTo>
                    <a:pt x="473957" y="747794"/>
                  </a:lnTo>
                  <a:lnTo>
                    <a:pt x="455500" y="751482"/>
                  </a:lnTo>
                  <a:lnTo>
                    <a:pt x="444733" y="749635"/>
                  </a:lnTo>
                  <a:lnTo>
                    <a:pt x="446272" y="742260"/>
                  </a:lnTo>
                  <a:lnTo>
                    <a:pt x="464729" y="738566"/>
                  </a:lnTo>
                  <a:lnTo>
                    <a:pt x="484725" y="737643"/>
                  </a:lnTo>
                  <a:lnTo>
                    <a:pt x="484725" y="732108"/>
                  </a:lnTo>
                  <a:lnTo>
                    <a:pt x="475496" y="728421"/>
                  </a:lnTo>
                  <a:lnTo>
                    <a:pt x="480107" y="712742"/>
                  </a:lnTo>
                  <a:lnTo>
                    <a:pt x="495492" y="707207"/>
                  </a:lnTo>
                  <a:lnTo>
                    <a:pt x="487803" y="698902"/>
                  </a:lnTo>
                  <a:lnTo>
                    <a:pt x="495492" y="693368"/>
                  </a:lnTo>
                  <a:lnTo>
                    <a:pt x="493953" y="685063"/>
                  </a:lnTo>
                  <a:lnTo>
                    <a:pt x="475496" y="687834"/>
                  </a:lnTo>
                  <a:lnTo>
                    <a:pt x="447811" y="684140"/>
                  </a:lnTo>
                  <a:lnTo>
                    <a:pt x="430887" y="673071"/>
                  </a:lnTo>
                  <a:lnTo>
                    <a:pt x="412430" y="669384"/>
                  </a:lnTo>
                  <a:lnTo>
                    <a:pt x="401662" y="657392"/>
                  </a:lnTo>
                  <a:lnTo>
                    <a:pt x="407812" y="654628"/>
                  </a:lnTo>
                  <a:lnTo>
                    <a:pt x="427815" y="657392"/>
                  </a:lnTo>
                  <a:lnTo>
                    <a:pt x="444733" y="662003"/>
                  </a:lnTo>
                  <a:lnTo>
                    <a:pt x="455500" y="662003"/>
                  </a:lnTo>
                  <a:lnTo>
                    <a:pt x="481653" y="673995"/>
                  </a:lnTo>
                  <a:lnTo>
                    <a:pt x="489342" y="670307"/>
                  </a:lnTo>
                  <a:lnTo>
                    <a:pt x="473957" y="662926"/>
                  </a:lnTo>
                  <a:lnTo>
                    <a:pt x="475496" y="657392"/>
                  </a:lnTo>
                  <a:lnTo>
                    <a:pt x="467807" y="649094"/>
                  </a:lnTo>
                  <a:lnTo>
                    <a:pt x="477036" y="641712"/>
                  </a:lnTo>
                  <a:lnTo>
                    <a:pt x="464729" y="639865"/>
                  </a:lnTo>
                  <a:lnTo>
                    <a:pt x="444733" y="629720"/>
                  </a:lnTo>
                  <a:lnTo>
                    <a:pt x="452429" y="623263"/>
                  </a:lnTo>
                  <a:lnTo>
                    <a:pt x="433972" y="612194"/>
                  </a:lnTo>
                  <a:lnTo>
                    <a:pt x="430894" y="605736"/>
                  </a:lnTo>
                  <a:lnTo>
                    <a:pt x="420126" y="604813"/>
                  </a:lnTo>
                  <a:lnTo>
                    <a:pt x="420126" y="614958"/>
                  </a:lnTo>
                  <a:lnTo>
                    <a:pt x="412430" y="615881"/>
                  </a:lnTo>
                  <a:lnTo>
                    <a:pt x="410891" y="629720"/>
                  </a:lnTo>
                  <a:lnTo>
                    <a:pt x="392434" y="626950"/>
                  </a:lnTo>
                  <a:lnTo>
                    <a:pt x="377056" y="618652"/>
                  </a:lnTo>
                  <a:lnTo>
                    <a:pt x="395512" y="613117"/>
                  </a:lnTo>
                  <a:lnTo>
                    <a:pt x="386284" y="605736"/>
                  </a:lnTo>
                  <a:lnTo>
                    <a:pt x="390902" y="597431"/>
                  </a:lnTo>
                  <a:lnTo>
                    <a:pt x="384745" y="586363"/>
                  </a:lnTo>
                  <a:lnTo>
                    <a:pt x="387823" y="583599"/>
                  </a:lnTo>
                  <a:lnTo>
                    <a:pt x="403208" y="586363"/>
                  </a:lnTo>
                  <a:lnTo>
                    <a:pt x="400130" y="565149"/>
                  </a:lnTo>
                  <a:lnTo>
                    <a:pt x="381673" y="562378"/>
                  </a:lnTo>
                  <a:lnTo>
                    <a:pt x="387823" y="548546"/>
                  </a:lnTo>
                  <a:lnTo>
                    <a:pt x="370906" y="533783"/>
                  </a:lnTo>
                  <a:lnTo>
                    <a:pt x="375516" y="523638"/>
                  </a:lnTo>
                  <a:lnTo>
                    <a:pt x="364749" y="517181"/>
                  </a:lnTo>
                  <a:lnTo>
                    <a:pt x="360138" y="499654"/>
                  </a:lnTo>
                  <a:lnTo>
                    <a:pt x="367827" y="495960"/>
                  </a:lnTo>
                  <a:lnTo>
                    <a:pt x="358599" y="488586"/>
                  </a:lnTo>
                  <a:lnTo>
                    <a:pt x="347831" y="484891"/>
                  </a:lnTo>
                  <a:lnTo>
                    <a:pt x="321685" y="454798"/>
                  </a:lnTo>
                  <a:lnTo>
                    <a:pt x="310918" y="452801"/>
                  </a:lnTo>
                  <a:lnTo>
                    <a:pt x="313989" y="440802"/>
                  </a:lnTo>
                  <a:lnTo>
                    <a:pt x="295532" y="434802"/>
                  </a:lnTo>
                  <a:lnTo>
                    <a:pt x="284765" y="435473"/>
                  </a:lnTo>
                  <a:lnTo>
                    <a:pt x="278615" y="428803"/>
                  </a:lnTo>
                  <a:lnTo>
                    <a:pt x="266308" y="430807"/>
                  </a:lnTo>
                  <a:lnTo>
                    <a:pt x="257080" y="426142"/>
                  </a:lnTo>
                  <a:lnTo>
                    <a:pt x="258619" y="423474"/>
                  </a:lnTo>
                  <a:lnTo>
                    <a:pt x="237084" y="420142"/>
                  </a:lnTo>
                  <a:lnTo>
                    <a:pt x="224777" y="424137"/>
                  </a:lnTo>
                  <a:lnTo>
                    <a:pt x="220159" y="416811"/>
                  </a:lnTo>
                  <a:lnTo>
                    <a:pt x="212470" y="416140"/>
                  </a:lnTo>
                  <a:lnTo>
                    <a:pt x="207859" y="422803"/>
                  </a:lnTo>
                  <a:lnTo>
                    <a:pt x="195552" y="422803"/>
                  </a:lnTo>
                  <a:lnTo>
                    <a:pt x="195552" y="416140"/>
                  </a:lnTo>
                  <a:lnTo>
                    <a:pt x="187863" y="416811"/>
                  </a:lnTo>
                  <a:lnTo>
                    <a:pt x="184785" y="424808"/>
                  </a:lnTo>
                  <a:lnTo>
                    <a:pt x="170939" y="428139"/>
                  </a:lnTo>
                  <a:lnTo>
                    <a:pt x="164789" y="426142"/>
                  </a:lnTo>
                  <a:lnTo>
                    <a:pt x="161711" y="418808"/>
                  </a:lnTo>
                  <a:lnTo>
                    <a:pt x="152482" y="420142"/>
                  </a:lnTo>
                  <a:lnTo>
                    <a:pt x="146332" y="424808"/>
                  </a:lnTo>
                  <a:lnTo>
                    <a:pt x="138636" y="419472"/>
                  </a:lnTo>
                  <a:lnTo>
                    <a:pt x="127869" y="419472"/>
                  </a:lnTo>
                  <a:lnTo>
                    <a:pt x="129408" y="425471"/>
                  </a:lnTo>
                  <a:lnTo>
                    <a:pt x="140175" y="427469"/>
                  </a:lnTo>
                  <a:lnTo>
                    <a:pt x="140175" y="431471"/>
                  </a:lnTo>
                  <a:lnTo>
                    <a:pt x="126329" y="432134"/>
                  </a:lnTo>
                  <a:lnTo>
                    <a:pt x="118640" y="428803"/>
                  </a:lnTo>
                  <a:lnTo>
                    <a:pt x="90955" y="425471"/>
                  </a:lnTo>
                  <a:lnTo>
                    <a:pt x="74031" y="414806"/>
                  </a:lnTo>
                  <a:lnTo>
                    <a:pt x="95573" y="407473"/>
                  </a:lnTo>
                  <a:lnTo>
                    <a:pt x="110951" y="408143"/>
                  </a:lnTo>
                  <a:lnTo>
                    <a:pt x="109412" y="401480"/>
                  </a:lnTo>
                  <a:lnTo>
                    <a:pt x="72498" y="400146"/>
                  </a:lnTo>
                  <a:lnTo>
                    <a:pt x="75570" y="389481"/>
                  </a:lnTo>
                  <a:lnTo>
                    <a:pt x="66341" y="389481"/>
                  </a:lnTo>
                  <a:lnTo>
                    <a:pt x="61731" y="394810"/>
                  </a:lnTo>
                  <a:lnTo>
                    <a:pt x="47885" y="395481"/>
                  </a:lnTo>
                  <a:lnTo>
                    <a:pt x="37117" y="385486"/>
                  </a:lnTo>
                  <a:lnTo>
                    <a:pt x="58652" y="378816"/>
                  </a:lnTo>
                  <a:lnTo>
                    <a:pt x="77109" y="379487"/>
                  </a:lnTo>
                  <a:lnTo>
                    <a:pt x="90955" y="383482"/>
                  </a:lnTo>
                  <a:lnTo>
                    <a:pt x="110951" y="382818"/>
                  </a:lnTo>
                  <a:lnTo>
                    <a:pt x="115569" y="381484"/>
                  </a:lnTo>
                  <a:lnTo>
                    <a:pt x="135565" y="386813"/>
                  </a:lnTo>
                  <a:lnTo>
                    <a:pt x="144793" y="385486"/>
                  </a:lnTo>
                  <a:lnTo>
                    <a:pt x="143254" y="381484"/>
                  </a:lnTo>
                  <a:lnTo>
                    <a:pt x="117101" y="376819"/>
                  </a:lnTo>
                  <a:lnTo>
                    <a:pt x="94027" y="378816"/>
                  </a:lnTo>
                  <a:lnTo>
                    <a:pt x="95573" y="375485"/>
                  </a:lnTo>
                  <a:lnTo>
                    <a:pt x="120179" y="371490"/>
                  </a:lnTo>
                  <a:lnTo>
                    <a:pt x="129408" y="371490"/>
                  </a:lnTo>
                  <a:lnTo>
                    <a:pt x="140175" y="374151"/>
                  </a:lnTo>
                  <a:lnTo>
                    <a:pt x="155561" y="366154"/>
                  </a:lnTo>
                  <a:lnTo>
                    <a:pt x="147871" y="360825"/>
                  </a:lnTo>
                  <a:lnTo>
                    <a:pt x="130947" y="358827"/>
                  </a:lnTo>
                  <a:lnTo>
                    <a:pt x="121719" y="363493"/>
                  </a:lnTo>
                  <a:lnTo>
                    <a:pt x="107872" y="364820"/>
                  </a:lnTo>
                  <a:lnTo>
                    <a:pt x="98644" y="362152"/>
                  </a:lnTo>
                  <a:lnTo>
                    <a:pt x="87877" y="368822"/>
                  </a:lnTo>
                  <a:lnTo>
                    <a:pt x="64802" y="364156"/>
                  </a:lnTo>
                  <a:lnTo>
                    <a:pt x="64802" y="359491"/>
                  </a:lnTo>
                  <a:lnTo>
                    <a:pt x="57113" y="358157"/>
                  </a:lnTo>
                  <a:lnTo>
                    <a:pt x="54041" y="354155"/>
                  </a:lnTo>
                  <a:lnTo>
                    <a:pt x="35578" y="353491"/>
                  </a:lnTo>
                  <a:lnTo>
                    <a:pt x="35578" y="351494"/>
                  </a:lnTo>
                  <a:lnTo>
                    <a:pt x="20199" y="350160"/>
                  </a:lnTo>
                  <a:lnTo>
                    <a:pt x="1743" y="339495"/>
                  </a:lnTo>
                  <a:lnTo>
                    <a:pt x="3282" y="336163"/>
                  </a:lnTo>
                  <a:lnTo>
                    <a:pt x="7893" y="333495"/>
                  </a:lnTo>
                  <a:lnTo>
                    <a:pt x="3282" y="330834"/>
                  </a:lnTo>
                  <a:lnTo>
                    <a:pt x="4814" y="326832"/>
                  </a:lnTo>
                  <a:lnTo>
                    <a:pt x="17121" y="321503"/>
                  </a:lnTo>
                  <a:lnTo>
                    <a:pt x="24810" y="316838"/>
                  </a:lnTo>
                  <a:lnTo>
                    <a:pt x="38656" y="316167"/>
                  </a:lnTo>
                  <a:lnTo>
                    <a:pt x="47885" y="318165"/>
                  </a:lnTo>
                  <a:lnTo>
                    <a:pt x="69420" y="307507"/>
                  </a:lnTo>
                  <a:lnTo>
                    <a:pt x="86344" y="307507"/>
                  </a:lnTo>
                  <a:lnTo>
                    <a:pt x="92494" y="304175"/>
                  </a:lnTo>
                  <a:lnTo>
                    <a:pt x="83266" y="300173"/>
                  </a:lnTo>
                  <a:lnTo>
                    <a:pt x="98644" y="298839"/>
                  </a:lnTo>
                  <a:lnTo>
                    <a:pt x="107879" y="292840"/>
                  </a:lnTo>
                  <a:lnTo>
                    <a:pt x="140182" y="291513"/>
                  </a:lnTo>
                  <a:lnTo>
                    <a:pt x="149411" y="294174"/>
                  </a:lnTo>
                  <a:lnTo>
                    <a:pt x="183253" y="270846"/>
                  </a:lnTo>
                  <a:lnTo>
                    <a:pt x="170946" y="258854"/>
                  </a:lnTo>
                  <a:lnTo>
                    <a:pt x="192481" y="254852"/>
                  </a:lnTo>
                  <a:lnTo>
                    <a:pt x="183253" y="250187"/>
                  </a:lnTo>
                  <a:lnTo>
                    <a:pt x="189403" y="246191"/>
                  </a:lnTo>
                  <a:lnTo>
                    <a:pt x="195559" y="242860"/>
                  </a:lnTo>
                  <a:lnTo>
                    <a:pt x="187863" y="237524"/>
                  </a:lnTo>
                  <a:lnTo>
                    <a:pt x="175563" y="242860"/>
                  </a:lnTo>
                  <a:lnTo>
                    <a:pt x="167867" y="242190"/>
                  </a:lnTo>
                  <a:lnTo>
                    <a:pt x="158639" y="246855"/>
                  </a:lnTo>
                  <a:lnTo>
                    <a:pt x="127875" y="243524"/>
                  </a:lnTo>
                  <a:lnTo>
                    <a:pt x="127875" y="238194"/>
                  </a:lnTo>
                  <a:lnTo>
                    <a:pt x="121725" y="234856"/>
                  </a:lnTo>
                  <a:lnTo>
                    <a:pt x="121725" y="224191"/>
                  </a:lnTo>
                  <a:lnTo>
                    <a:pt x="141721" y="218862"/>
                  </a:lnTo>
                  <a:lnTo>
                    <a:pt x="154028" y="211529"/>
                  </a:lnTo>
                  <a:lnTo>
                    <a:pt x="164796" y="210201"/>
                  </a:lnTo>
                  <a:lnTo>
                    <a:pt x="164796" y="202868"/>
                  </a:lnTo>
                  <a:lnTo>
                    <a:pt x="197099" y="182872"/>
                  </a:lnTo>
                  <a:lnTo>
                    <a:pt x="203249" y="182208"/>
                  </a:lnTo>
                  <a:lnTo>
                    <a:pt x="207866" y="195535"/>
                  </a:lnTo>
                  <a:lnTo>
                    <a:pt x="215555" y="193537"/>
                  </a:lnTo>
                  <a:lnTo>
                    <a:pt x="214016" y="177543"/>
                  </a:lnTo>
                  <a:lnTo>
                    <a:pt x="227862" y="180211"/>
                  </a:lnTo>
                  <a:lnTo>
                    <a:pt x="234012" y="184206"/>
                  </a:lnTo>
                  <a:lnTo>
                    <a:pt x="255547" y="178206"/>
                  </a:lnTo>
                  <a:lnTo>
                    <a:pt x="255547" y="169546"/>
                  </a:lnTo>
                  <a:lnTo>
                    <a:pt x="249397" y="164880"/>
                  </a:lnTo>
                  <a:lnTo>
                    <a:pt x="260165" y="156883"/>
                  </a:lnTo>
                  <a:lnTo>
                    <a:pt x="247858" y="152218"/>
                  </a:lnTo>
                  <a:lnTo>
                    <a:pt x="246319" y="145555"/>
                  </a:lnTo>
                  <a:lnTo>
                    <a:pt x="241708" y="140889"/>
                  </a:lnTo>
                  <a:lnTo>
                    <a:pt x="244787" y="137551"/>
                  </a:lnTo>
                  <a:lnTo>
                    <a:pt x="258626" y="134890"/>
                  </a:lnTo>
                  <a:lnTo>
                    <a:pt x="287857" y="134219"/>
                  </a:lnTo>
                  <a:lnTo>
                    <a:pt x="297085" y="138885"/>
                  </a:lnTo>
                  <a:lnTo>
                    <a:pt x="297085" y="145555"/>
                  </a:lnTo>
                  <a:lnTo>
                    <a:pt x="332460" y="159545"/>
                  </a:lnTo>
                  <a:lnTo>
                    <a:pt x="330921" y="150884"/>
                  </a:lnTo>
                  <a:lnTo>
                    <a:pt x="309385" y="138885"/>
                  </a:lnTo>
                  <a:lnTo>
                    <a:pt x="304775" y="132892"/>
                  </a:lnTo>
                  <a:lnTo>
                    <a:pt x="287857" y="124888"/>
                  </a:lnTo>
                  <a:lnTo>
                    <a:pt x="290929" y="122227"/>
                  </a:lnTo>
                  <a:lnTo>
                    <a:pt x="326310" y="114894"/>
                  </a:lnTo>
                  <a:lnTo>
                    <a:pt x="343227" y="114894"/>
                  </a:lnTo>
                  <a:lnTo>
                    <a:pt x="360152" y="110228"/>
                  </a:lnTo>
                  <a:lnTo>
                    <a:pt x="378609" y="111562"/>
                  </a:lnTo>
                  <a:lnTo>
                    <a:pt x="375530" y="104229"/>
                  </a:lnTo>
                  <a:lnTo>
                    <a:pt x="397065" y="100234"/>
                  </a:lnTo>
                  <a:lnTo>
                    <a:pt x="404761" y="104229"/>
                  </a:lnTo>
                  <a:lnTo>
                    <a:pt x="410911" y="118225"/>
                  </a:lnTo>
                  <a:lnTo>
                    <a:pt x="407833" y="151554"/>
                  </a:lnTo>
                  <a:lnTo>
                    <a:pt x="412444" y="154215"/>
                  </a:lnTo>
                  <a:lnTo>
                    <a:pt x="418600" y="152218"/>
                  </a:lnTo>
                  <a:lnTo>
                    <a:pt x="432446" y="132892"/>
                  </a:lnTo>
                  <a:lnTo>
                    <a:pt x="426290" y="130224"/>
                  </a:lnTo>
                  <a:lnTo>
                    <a:pt x="432446" y="126893"/>
                  </a:lnTo>
                  <a:lnTo>
                    <a:pt x="449364" y="130224"/>
                  </a:lnTo>
                  <a:lnTo>
                    <a:pt x="497045" y="151554"/>
                  </a:lnTo>
                  <a:lnTo>
                    <a:pt x="503202" y="147552"/>
                  </a:lnTo>
                  <a:lnTo>
                    <a:pt x="469360" y="132222"/>
                  </a:lnTo>
                  <a:lnTo>
                    <a:pt x="500124" y="132222"/>
                  </a:lnTo>
                  <a:lnTo>
                    <a:pt x="490895" y="126222"/>
                  </a:lnTo>
                  <a:lnTo>
                    <a:pt x="472438" y="115564"/>
                  </a:lnTo>
                  <a:lnTo>
                    <a:pt x="473978" y="99563"/>
                  </a:lnTo>
                  <a:lnTo>
                    <a:pt x="467821" y="94234"/>
                  </a:lnTo>
                  <a:lnTo>
                    <a:pt x="472438" y="90232"/>
                  </a:lnTo>
                  <a:lnTo>
                    <a:pt x="498591" y="89569"/>
                  </a:lnTo>
                  <a:lnTo>
                    <a:pt x="512430" y="96902"/>
                  </a:lnTo>
                  <a:lnTo>
                    <a:pt x="513970" y="102895"/>
                  </a:lnTo>
                  <a:lnTo>
                    <a:pt x="535505" y="106897"/>
                  </a:lnTo>
                  <a:lnTo>
                    <a:pt x="537044" y="112896"/>
                  </a:lnTo>
                  <a:lnTo>
                    <a:pt x="553962" y="114230"/>
                  </a:lnTo>
                  <a:lnTo>
                    <a:pt x="569347" y="121557"/>
                  </a:lnTo>
                  <a:lnTo>
                    <a:pt x="597032" y="140889"/>
                  </a:lnTo>
                  <a:lnTo>
                    <a:pt x="612417" y="140889"/>
                  </a:lnTo>
                  <a:lnTo>
                    <a:pt x="613950" y="137558"/>
                  </a:lnTo>
                  <a:lnTo>
                    <a:pt x="598571" y="130895"/>
                  </a:lnTo>
                  <a:lnTo>
                    <a:pt x="603182" y="126893"/>
                  </a:lnTo>
                  <a:lnTo>
                    <a:pt x="598571" y="111562"/>
                  </a:lnTo>
                  <a:lnTo>
                    <a:pt x="604721" y="107567"/>
                  </a:lnTo>
                  <a:lnTo>
                    <a:pt x="624717" y="108894"/>
                  </a:lnTo>
                  <a:lnTo>
                    <a:pt x="641642" y="110228"/>
                  </a:lnTo>
                  <a:lnTo>
                    <a:pt x="649331" y="107567"/>
                  </a:lnTo>
                  <a:lnTo>
                    <a:pt x="615489" y="100897"/>
                  </a:lnTo>
                  <a:lnTo>
                    <a:pt x="623185" y="97566"/>
                  </a:lnTo>
                  <a:lnTo>
                    <a:pt x="589343" y="76236"/>
                  </a:lnTo>
                  <a:lnTo>
                    <a:pt x="575497" y="72241"/>
                  </a:lnTo>
                  <a:lnTo>
                    <a:pt x="587804" y="69573"/>
                  </a:lnTo>
                  <a:lnTo>
                    <a:pt x="618567" y="71577"/>
                  </a:lnTo>
                  <a:lnTo>
                    <a:pt x="650870" y="70907"/>
                  </a:lnTo>
                  <a:lnTo>
                    <a:pt x="657027" y="73575"/>
                  </a:lnTo>
                  <a:lnTo>
                    <a:pt x="655488" y="84903"/>
                  </a:lnTo>
                  <a:lnTo>
                    <a:pt x="660098" y="89569"/>
                  </a:lnTo>
                  <a:lnTo>
                    <a:pt x="669327" y="86908"/>
                  </a:lnTo>
                  <a:lnTo>
                    <a:pt x="664716" y="76906"/>
                  </a:lnTo>
                  <a:lnTo>
                    <a:pt x="670866" y="73575"/>
                  </a:lnTo>
                  <a:lnTo>
                    <a:pt x="681634" y="78240"/>
                  </a:lnTo>
                  <a:lnTo>
                    <a:pt x="692401" y="88235"/>
                  </a:lnTo>
                  <a:lnTo>
                    <a:pt x="692401" y="93571"/>
                  </a:lnTo>
                  <a:lnTo>
                    <a:pt x="704708" y="98900"/>
                  </a:lnTo>
                  <a:lnTo>
                    <a:pt x="704708" y="92237"/>
                  </a:lnTo>
                  <a:lnTo>
                    <a:pt x="693940" y="76243"/>
                  </a:lnTo>
                  <a:lnTo>
                    <a:pt x="680094" y="70243"/>
                  </a:lnTo>
                  <a:lnTo>
                    <a:pt x="640102" y="62246"/>
                  </a:lnTo>
                  <a:lnTo>
                    <a:pt x="603189" y="66912"/>
                  </a:lnTo>
                  <a:lnTo>
                    <a:pt x="601650" y="60912"/>
                  </a:lnTo>
                  <a:lnTo>
                    <a:pt x="618567" y="60242"/>
                  </a:lnTo>
                  <a:lnTo>
                    <a:pt x="615496" y="56247"/>
                  </a:lnTo>
                  <a:lnTo>
                    <a:pt x="603189" y="54913"/>
                  </a:lnTo>
                  <a:lnTo>
                    <a:pt x="581654" y="46245"/>
                  </a:lnTo>
                  <a:lnTo>
                    <a:pt x="589343" y="42914"/>
                  </a:lnTo>
                  <a:lnTo>
                    <a:pt x="612417" y="42914"/>
                  </a:lnTo>
                  <a:lnTo>
                    <a:pt x="626263" y="46245"/>
                  </a:lnTo>
                  <a:lnTo>
                    <a:pt x="638563" y="45582"/>
                  </a:lnTo>
                  <a:lnTo>
                    <a:pt x="635492" y="41580"/>
                  </a:lnTo>
                  <a:lnTo>
                    <a:pt x="615496" y="38248"/>
                  </a:lnTo>
                  <a:lnTo>
                    <a:pt x="620106" y="34917"/>
                  </a:lnTo>
                  <a:lnTo>
                    <a:pt x="640102" y="32919"/>
                  </a:lnTo>
                  <a:lnTo>
                    <a:pt x="661638" y="37585"/>
                  </a:lnTo>
                  <a:lnTo>
                    <a:pt x="663177" y="46245"/>
                  </a:lnTo>
                  <a:lnTo>
                    <a:pt x="677023" y="47579"/>
                  </a:lnTo>
                  <a:lnTo>
                    <a:pt x="689330" y="56910"/>
                  </a:lnTo>
                  <a:lnTo>
                    <a:pt x="709326" y="56247"/>
                  </a:lnTo>
                  <a:lnTo>
                    <a:pt x="720093" y="60912"/>
                  </a:lnTo>
                  <a:lnTo>
                    <a:pt x="727782" y="70243"/>
                  </a:lnTo>
                  <a:lnTo>
                    <a:pt x="737011" y="70243"/>
                  </a:lnTo>
                  <a:lnTo>
                    <a:pt x="738550" y="64907"/>
                  </a:lnTo>
                  <a:lnTo>
                    <a:pt x="723165" y="56910"/>
                  </a:lnTo>
                  <a:lnTo>
                    <a:pt x="730861" y="52915"/>
                  </a:lnTo>
                  <a:lnTo>
                    <a:pt x="750857" y="52915"/>
                  </a:lnTo>
                  <a:lnTo>
                    <a:pt x="758546" y="48913"/>
                  </a:lnTo>
                  <a:lnTo>
                    <a:pt x="733939" y="48913"/>
                  </a:lnTo>
                  <a:lnTo>
                    <a:pt x="733939" y="44248"/>
                  </a:lnTo>
                  <a:lnTo>
                    <a:pt x="746239" y="42914"/>
                  </a:lnTo>
                  <a:lnTo>
                    <a:pt x="764703" y="41587"/>
                  </a:lnTo>
                  <a:lnTo>
                    <a:pt x="764703" y="38255"/>
                  </a:lnTo>
                  <a:lnTo>
                    <a:pt x="738550" y="37585"/>
                  </a:lnTo>
                  <a:lnTo>
                    <a:pt x="724704" y="33583"/>
                  </a:lnTo>
                  <a:lnTo>
                    <a:pt x="732400" y="27590"/>
                  </a:lnTo>
                  <a:lnTo>
                    <a:pt x="726250" y="18923"/>
                  </a:lnTo>
                  <a:lnTo>
                    <a:pt x="730861" y="16925"/>
                  </a:lnTo>
                  <a:lnTo>
                    <a:pt x="740089" y="19593"/>
                  </a:lnTo>
                  <a:lnTo>
                    <a:pt x="746246" y="17589"/>
                  </a:lnTo>
                  <a:lnTo>
                    <a:pt x="741628" y="12923"/>
                  </a:lnTo>
                  <a:lnTo>
                    <a:pt x="752396" y="12923"/>
                  </a:lnTo>
                  <a:lnTo>
                    <a:pt x="769314" y="21591"/>
                  </a:lnTo>
                  <a:lnTo>
                    <a:pt x="778549" y="18259"/>
                  </a:lnTo>
                  <a:lnTo>
                    <a:pt x="764703" y="7594"/>
                  </a:lnTo>
                  <a:lnTo>
                    <a:pt x="775470" y="4926"/>
                  </a:lnTo>
                  <a:lnTo>
                    <a:pt x="784699" y="8258"/>
                  </a:lnTo>
                  <a:lnTo>
                    <a:pt x="797006" y="2929"/>
                  </a:lnTo>
                  <a:lnTo>
                    <a:pt x="804695" y="3592"/>
                  </a:lnTo>
                  <a:lnTo>
                    <a:pt x="815462" y="6931"/>
                  </a:lnTo>
                  <a:lnTo>
                    <a:pt x="823152" y="6260"/>
                  </a:lnTo>
                  <a:lnTo>
                    <a:pt x="829308" y="2265"/>
                  </a:lnTo>
                  <a:lnTo>
                    <a:pt x="853915" y="261"/>
                  </a:lnTo>
                  <a:lnTo>
                    <a:pt x="861611" y="4263"/>
                  </a:lnTo>
                  <a:lnTo>
                    <a:pt x="873911" y="2265"/>
                  </a:lnTo>
                  <a:lnTo>
                    <a:pt x="887757" y="2929"/>
                  </a:lnTo>
                  <a:lnTo>
                    <a:pt x="907753" y="4263"/>
                  </a:lnTo>
                  <a:lnTo>
                    <a:pt x="920060" y="4263"/>
                  </a:lnTo>
                  <a:lnTo>
                    <a:pt x="929288" y="7594"/>
                  </a:lnTo>
                  <a:lnTo>
                    <a:pt x="944674" y="6931"/>
                  </a:lnTo>
                  <a:lnTo>
                    <a:pt x="950824" y="10262"/>
                  </a:lnTo>
                  <a:lnTo>
                    <a:pt x="938517" y="14257"/>
                  </a:lnTo>
                  <a:lnTo>
                    <a:pt x="946206" y="18259"/>
                  </a:lnTo>
                  <a:lnTo>
                    <a:pt x="958513" y="17589"/>
                  </a:lnTo>
                  <a:lnTo>
                    <a:pt x="966209" y="11596"/>
                  </a:lnTo>
                  <a:lnTo>
                    <a:pt x="1015429" y="21591"/>
                  </a:lnTo>
                  <a:lnTo>
                    <a:pt x="1023118" y="30258"/>
                  </a:lnTo>
                  <a:lnTo>
                    <a:pt x="996972" y="36921"/>
                  </a:lnTo>
                  <a:lnTo>
                    <a:pt x="961591" y="40253"/>
                  </a:lnTo>
                  <a:lnTo>
                    <a:pt x="926210" y="37585"/>
                  </a:lnTo>
                  <a:lnTo>
                    <a:pt x="893907" y="41587"/>
                  </a:lnTo>
                  <a:lnTo>
                    <a:pt x="872372" y="47586"/>
                  </a:lnTo>
                  <a:lnTo>
                    <a:pt x="856994" y="44248"/>
                  </a:lnTo>
                  <a:lnTo>
                    <a:pt x="841615" y="44918"/>
                  </a:lnTo>
                  <a:lnTo>
                    <a:pt x="849304" y="48913"/>
                  </a:lnTo>
                  <a:lnTo>
                    <a:pt x="823152" y="55583"/>
                  </a:lnTo>
                  <a:lnTo>
                    <a:pt x="795466" y="60912"/>
                  </a:lnTo>
                  <a:lnTo>
                    <a:pt x="801616" y="63580"/>
                  </a:lnTo>
                  <a:lnTo>
                    <a:pt x="797006" y="68909"/>
                  </a:lnTo>
                  <a:lnTo>
                    <a:pt x="806227" y="68909"/>
                  </a:lnTo>
                  <a:lnTo>
                    <a:pt x="817002" y="62246"/>
                  </a:lnTo>
                  <a:lnTo>
                    <a:pt x="827769" y="62910"/>
                  </a:lnTo>
                  <a:lnTo>
                    <a:pt x="829302" y="70907"/>
                  </a:lnTo>
                  <a:lnTo>
                    <a:pt x="838530" y="67575"/>
                  </a:lnTo>
                  <a:lnTo>
                    <a:pt x="840069" y="58244"/>
                  </a:lnTo>
                  <a:lnTo>
                    <a:pt x="876990" y="57581"/>
                  </a:lnTo>
                  <a:lnTo>
                    <a:pt x="880068" y="51581"/>
                  </a:lnTo>
                  <a:lnTo>
                    <a:pt x="909292" y="43584"/>
                  </a:lnTo>
                  <a:lnTo>
                    <a:pt x="932367" y="43584"/>
                  </a:lnTo>
                  <a:lnTo>
                    <a:pt x="953902" y="47586"/>
                  </a:lnTo>
                  <a:lnTo>
                    <a:pt x="995433" y="46252"/>
                  </a:lnTo>
                  <a:lnTo>
                    <a:pt x="1001583" y="42250"/>
                  </a:lnTo>
                  <a:lnTo>
                    <a:pt x="1029275" y="38919"/>
                  </a:lnTo>
                  <a:lnTo>
                    <a:pt x="1040036" y="47586"/>
                  </a:lnTo>
                  <a:lnTo>
                    <a:pt x="1035425" y="58251"/>
                  </a:lnTo>
                  <a:lnTo>
                    <a:pt x="1026197" y="63580"/>
                  </a:lnTo>
                  <a:lnTo>
                    <a:pt x="1027736" y="70914"/>
                  </a:lnTo>
                  <a:lnTo>
                    <a:pt x="1053882" y="60249"/>
                  </a:lnTo>
                  <a:lnTo>
                    <a:pt x="1063110" y="60249"/>
                  </a:lnTo>
                  <a:lnTo>
                    <a:pt x="1061571" y="67582"/>
                  </a:lnTo>
                  <a:lnTo>
                    <a:pt x="1078496" y="63580"/>
                  </a:lnTo>
                  <a:lnTo>
                    <a:pt x="1105770" y="69470"/>
                  </a:lnTo>
                  <a:lnTo>
                    <a:pt x="1120027" y="80908"/>
                  </a:lnTo>
                  <a:lnTo>
                    <a:pt x="1118488" y="88905"/>
                  </a:lnTo>
                  <a:lnTo>
                    <a:pt x="1105770" y="90903"/>
                  </a:lnTo>
                  <a:lnTo>
                    <a:pt x="1103102" y="99570"/>
                  </a:lnTo>
                  <a:lnTo>
                    <a:pt x="1078496" y="104899"/>
                  </a:lnTo>
                  <a:lnTo>
                    <a:pt x="1063110" y="102902"/>
                  </a:lnTo>
                  <a:lnTo>
                    <a:pt x="1043114" y="112903"/>
                  </a:lnTo>
                  <a:lnTo>
                    <a:pt x="993894" y="114230"/>
                  </a:lnTo>
                  <a:lnTo>
                    <a:pt x="970820" y="112896"/>
                  </a:lnTo>
                  <a:lnTo>
                    <a:pt x="924671" y="116228"/>
                  </a:lnTo>
                  <a:lnTo>
                    <a:pt x="913903" y="113567"/>
                  </a:lnTo>
                  <a:lnTo>
                    <a:pt x="887750" y="113567"/>
                  </a:lnTo>
                  <a:lnTo>
                    <a:pt x="903136" y="116898"/>
                  </a:lnTo>
                  <a:lnTo>
                    <a:pt x="901596" y="120230"/>
                  </a:lnTo>
                  <a:lnTo>
                    <a:pt x="864683" y="130224"/>
                  </a:lnTo>
                  <a:lnTo>
                    <a:pt x="852376" y="139555"/>
                  </a:lnTo>
                  <a:lnTo>
                    <a:pt x="858526" y="149557"/>
                  </a:lnTo>
                  <a:lnTo>
                    <a:pt x="873911" y="146889"/>
                  </a:lnTo>
                  <a:lnTo>
                    <a:pt x="873911" y="141553"/>
                  </a:lnTo>
                  <a:lnTo>
                    <a:pt x="916982" y="130895"/>
                  </a:lnTo>
                  <a:lnTo>
                    <a:pt x="926210" y="132892"/>
                  </a:lnTo>
                  <a:lnTo>
                    <a:pt x="964663" y="122898"/>
                  </a:lnTo>
                  <a:lnTo>
                    <a:pt x="973891" y="124895"/>
                  </a:lnTo>
                  <a:lnTo>
                    <a:pt x="1024658" y="126229"/>
                  </a:lnTo>
                  <a:lnTo>
                    <a:pt x="1030807" y="128227"/>
                  </a:lnTo>
                  <a:lnTo>
                    <a:pt x="1030807" y="136894"/>
                  </a:lnTo>
                  <a:lnTo>
                    <a:pt x="1006194" y="143557"/>
                  </a:lnTo>
                  <a:lnTo>
                    <a:pt x="995426" y="150220"/>
                  </a:lnTo>
                  <a:lnTo>
                    <a:pt x="978509" y="157554"/>
                  </a:lnTo>
                  <a:lnTo>
                    <a:pt x="986198" y="157554"/>
                  </a:lnTo>
                  <a:lnTo>
                    <a:pt x="990816" y="161556"/>
                  </a:lnTo>
                  <a:lnTo>
                    <a:pt x="1006194" y="157554"/>
                  </a:lnTo>
                  <a:lnTo>
                    <a:pt x="1018501" y="152888"/>
                  </a:lnTo>
                  <a:lnTo>
                    <a:pt x="1055414" y="142223"/>
                  </a:lnTo>
                  <a:lnTo>
                    <a:pt x="1056954" y="126893"/>
                  </a:lnTo>
                  <a:lnTo>
                    <a:pt x="1061571" y="123561"/>
                  </a:lnTo>
                  <a:lnTo>
                    <a:pt x="1098485" y="122898"/>
                  </a:lnTo>
                  <a:lnTo>
                    <a:pt x="1101563" y="126229"/>
                  </a:lnTo>
                  <a:lnTo>
                    <a:pt x="1103102" y="158888"/>
                  </a:lnTo>
                  <a:lnTo>
                    <a:pt x="1087717" y="167548"/>
                  </a:lnTo>
                  <a:lnTo>
                    <a:pt x="1080028" y="175545"/>
                  </a:lnTo>
                  <a:lnTo>
                    <a:pt x="1080028" y="186881"/>
                  </a:lnTo>
                  <a:lnTo>
                    <a:pt x="1067721" y="195541"/>
                  </a:lnTo>
                  <a:lnTo>
                    <a:pt x="1069260" y="200877"/>
                  </a:lnTo>
                  <a:lnTo>
                    <a:pt x="1060032" y="205543"/>
                  </a:lnTo>
                  <a:lnTo>
                    <a:pt x="1060032" y="211542"/>
                  </a:lnTo>
                  <a:lnTo>
                    <a:pt x="1066182" y="213540"/>
                  </a:lnTo>
                  <a:lnTo>
                    <a:pt x="1076949" y="208874"/>
                  </a:lnTo>
                  <a:lnTo>
                    <a:pt x="1076949" y="197539"/>
                  </a:lnTo>
                  <a:lnTo>
                    <a:pt x="1101563" y="185547"/>
                  </a:lnTo>
                  <a:lnTo>
                    <a:pt x="1112331" y="168219"/>
                  </a:lnTo>
                  <a:lnTo>
                    <a:pt x="1136944" y="155556"/>
                  </a:lnTo>
                  <a:lnTo>
                    <a:pt x="1138484" y="150891"/>
                  </a:lnTo>
                  <a:lnTo>
                    <a:pt x="1152323" y="149557"/>
                  </a:lnTo>
                  <a:lnTo>
                    <a:pt x="1152323" y="155556"/>
                  </a:lnTo>
                  <a:lnTo>
                    <a:pt x="1163090" y="154886"/>
                  </a:lnTo>
                  <a:lnTo>
                    <a:pt x="1175397" y="156890"/>
                  </a:lnTo>
                  <a:lnTo>
                    <a:pt x="1192315" y="155556"/>
                  </a:lnTo>
                  <a:lnTo>
                    <a:pt x="1195393" y="144891"/>
                  </a:lnTo>
                  <a:lnTo>
                    <a:pt x="1204628" y="141560"/>
                  </a:lnTo>
                  <a:lnTo>
                    <a:pt x="1200011" y="133563"/>
                  </a:lnTo>
                  <a:lnTo>
                    <a:pt x="1209239" y="132229"/>
                  </a:lnTo>
                  <a:lnTo>
                    <a:pt x="1218467" y="134897"/>
                  </a:lnTo>
                  <a:lnTo>
                    <a:pt x="1233853" y="126900"/>
                  </a:lnTo>
                  <a:lnTo>
                    <a:pt x="1276923" y="130895"/>
                  </a:lnTo>
                  <a:lnTo>
                    <a:pt x="1321526" y="150891"/>
                  </a:lnTo>
                  <a:lnTo>
                    <a:pt x="1323065" y="154222"/>
                  </a:lnTo>
                  <a:lnTo>
                    <a:pt x="1286145" y="180218"/>
                  </a:lnTo>
                  <a:lnTo>
                    <a:pt x="1264609" y="178213"/>
                  </a:lnTo>
                  <a:lnTo>
                    <a:pt x="1258459" y="182879"/>
                  </a:lnTo>
                  <a:lnTo>
                    <a:pt x="1269227" y="190212"/>
                  </a:lnTo>
                  <a:lnTo>
                    <a:pt x="1263070" y="194207"/>
                  </a:lnTo>
                  <a:lnTo>
                    <a:pt x="1246153" y="194878"/>
                  </a:lnTo>
                  <a:lnTo>
                    <a:pt x="1241535" y="201541"/>
                  </a:lnTo>
                  <a:lnTo>
                    <a:pt x="1230767" y="204209"/>
                  </a:lnTo>
                  <a:lnTo>
                    <a:pt x="1213850" y="203545"/>
                  </a:lnTo>
                  <a:lnTo>
                    <a:pt x="1192315" y="198873"/>
                  </a:lnTo>
                  <a:lnTo>
                    <a:pt x="1187704" y="204209"/>
                  </a:lnTo>
                  <a:lnTo>
                    <a:pt x="1178475" y="202204"/>
                  </a:lnTo>
                  <a:lnTo>
                    <a:pt x="1150783" y="202875"/>
                  </a:lnTo>
                  <a:lnTo>
                    <a:pt x="1141555" y="207540"/>
                  </a:lnTo>
                  <a:lnTo>
                    <a:pt x="1133866" y="208204"/>
                  </a:lnTo>
                  <a:lnTo>
                    <a:pt x="1133866" y="215537"/>
                  </a:lnTo>
                  <a:lnTo>
                    <a:pt x="1152323" y="214874"/>
                  </a:lnTo>
                  <a:lnTo>
                    <a:pt x="1153862" y="208874"/>
                  </a:lnTo>
                  <a:lnTo>
                    <a:pt x="1167701" y="207540"/>
                  </a:lnTo>
                  <a:lnTo>
                    <a:pt x="1189236" y="216871"/>
                  </a:lnTo>
                  <a:lnTo>
                    <a:pt x="1201543" y="215537"/>
                  </a:lnTo>
                  <a:lnTo>
                    <a:pt x="1213850" y="208874"/>
                  </a:lnTo>
                  <a:lnTo>
                    <a:pt x="1241535" y="217535"/>
                  </a:lnTo>
                  <a:lnTo>
                    <a:pt x="1218467" y="230197"/>
                  </a:lnTo>
                  <a:lnTo>
                    <a:pt x="1206161" y="231531"/>
                  </a:lnTo>
                  <a:lnTo>
                    <a:pt x="1186165" y="228200"/>
                  </a:lnTo>
                  <a:lnTo>
                    <a:pt x="1158473" y="228200"/>
                  </a:lnTo>
                  <a:lnTo>
                    <a:pt x="1147705" y="238194"/>
                  </a:lnTo>
                  <a:lnTo>
                    <a:pt x="1147705" y="252191"/>
                  </a:lnTo>
                  <a:lnTo>
                    <a:pt x="1158473" y="252861"/>
                  </a:lnTo>
                  <a:lnTo>
                    <a:pt x="1163090" y="245528"/>
                  </a:lnTo>
                  <a:lnTo>
                    <a:pt x="1166162" y="242196"/>
                  </a:lnTo>
                  <a:lnTo>
                    <a:pt x="1160012" y="237531"/>
                  </a:lnTo>
                  <a:lnTo>
                    <a:pt x="1167701" y="232865"/>
                  </a:lnTo>
                  <a:lnTo>
                    <a:pt x="1180008" y="234863"/>
                  </a:lnTo>
                  <a:lnTo>
                    <a:pt x="1183086" y="239528"/>
                  </a:lnTo>
                  <a:lnTo>
                    <a:pt x="1196932" y="234863"/>
                  </a:lnTo>
                  <a:lnTo>
                    <a:pt x="1206161" y="239528"/>
                  </a:lnTo>
                  <a:lnTo>
                    <a:pt x="1195386" y="256193"/>
                  </a:lnTo>
                  <a:lnTo>
                    <a:pt x="1166162" y="256193"/>
                  </a:lnTo>
                  <a:lnTo>
                    <a:pt x="1155394" y="280854"/>
                  </a:lnTo>
                  <a:lnTo>
                    <a:pt x="1169240" y="280854"/>
                  </a:lnTo>
                  <a:lnTo>
                    <a:pt x="1167701" y="286183"/>
                  </a:lnTo>
                  <a:lnTo>
                    <a:pt x="1153855" y="300844"/>
                  </a:lnTo>
                  <a:lnTo>
                    <a:pt x="1138477" y="300844"/>
                  </a:lnTo>
                  <a:lnTo>
                    <a:pt x="1123091" y="315510"/>
                  </a:lnTo>
                  <a:lnTo>
                    <a:pt x="1130781" y="316174"/>
                  </a:lnTo>
                  <a:lnTo>
                    <a:pt x="1110785" y="348169"/>
                  </a:lnTo>
                  <a:lnTo>
                    <a:pt x="1113863" y="355496"/>
                  </a:lnTo>
                  <a:lnTo>
                    <a:pt x="1126170" y="355496"/>
                  </a:lnTo>
                  <a:lnTo>
                    <a:pt x="1130781" y="346165"/>
                  </a:lnTo>
                  <a:lnTo>
                    <a:pt x="1140009" y="344167"/>
                  </a:lnTo>
                  <a:lnTo>
                    <a:pt x="1169240" y="354168"/>
                  </a:lnTo>
                  <a:lnTo>
                    <a:pt x="1170779" y="361495"/>
                  </a:lnTo>
                  <a:lnTo>
                    <a:pt x="1153855" y="358164"/>
                  </a:lnTo>
                  <a:lnTo>
                    <a:pt x="1144627" y="354832"/>
                  </a:lnTo>
                  <a:lnTo>
                    <a:pt x="1141548" y="358164"/>
                  </a:lnTo>
                  <a:lnTo>
                    <a:pt x="1149237" y="366161"/>
                  </a:lnTo>
                  <a:lnTo>
                    <a:pt x="1173851" y="376826"/>
                  </a:lnTo>
                  <a:lnTo>
                    <a:pt x="1176929" y="371496"/>
                  </a:lnTo>
                  <a:lnTo>
                    <a:pt x="1193847" y="374158"/>
                  </a:lnTo>
                  <a:lnTo>
                    <a:pt x="1195386" y="380827"/>
                  </a:lnTo>
                  <a:lnTo>
                    <a:pt x="1189236" y="392156"/>
                  </a:lnTo>
                  <a:lnTo>
                    <a:pt x="1170773" y="392820"/>
                  </a:lnTo>
                  <a:lnTo>
                    <a:pt x="1138470" y="387491"/>
                  </a:lnTo>
                  <a:lnTo>
                    <a:pt x="1127702" y="388154"/>
                  </a:lnTo>
                  <a:lnTo>
                    <a:pt x="1135398" y="394154"/>
                  </a:lnTo>
                  <a:lnTo>
                    <a:pt x="1116935" y="394817"/>
                  </a:lnTo>
                  <a:lnTo>
                    <a:pt x="1109102" y="395351"/>
                  </a:lnTo>
                  <a:lnTo>
                    <a:pt x="1107768" y="399353"/>
                  </a:lnTo>
                  <a:lnTo>
                    <a:pt x="1113863" y="408150"/>
                  </a:lnTo>
                  <a:lnTo>
                    <a:pt x="1115395" y="415484"/>
                  </a:lnTo>
                  <a:lnTo>
                    <a:pt x="1124624" y="418145"/>
                  </a:lnTo>
                  <a:lnTo>
                    <a:pt x="1138470" y="415484"/>
                  </a:lnTo>
                  <a:lnTo>
                    <a:pt x="1156927" y="417481"/>
                  </a:lnTo>
                  <a:lnTo>
                    <a:pt x="1156927" y="424815"/>
                  </a:lnTo>
                  <a:lnTo>
                    <a:pt x="1140009" y="426142"/>
                  </a:lnTo>
                  <a:lnTo>
                    <a:pt x="1110785" y="426142"/>
                  </a:lnTo>
                  <a:lnTo>
                    <a:pt x="1121552" y="428810"/>
                  </a:lnTo>
                  <a:lnTo>
                    <a:pt x="1152316" y="430807"/>
                  </a:lnTo>
                  <a:lnTo>
                    <a:pt x="1172312" y="439475"/>
                  </a:lnTo>
                  <a:lnTo>
                    <a:pt x="1175390" y="449469"/>
                  </a:lnTo>
                  <a:lnTo>
                    <a:pt x="1160005" y="459074"/>
                  </a:lnTo>
                  <a:lnTo>
                    <a:pt x="1146159" y="450803"/>
                  </a:lnTo>
                  <a:lnTo>
                    <a:pt x="1132320" y="448142"/>
                  </a:lnTo>
                  <a:lnTo>
                    <a:pt x="1123085" y="442806"/>
                  </a:lnTo>
                  <a:lnTo>
                    <a:pt x="1113856" y="444804"/>
                  </a:lnTo>
                  <a:lnTo>
                    <a:pt x="1140009" y="456303"/>
                  </a:lnTo>
                  <a:lnTo>
                    <a:pt x="1138470" y="459997"/>
                  </a:lnTo>
                  <a:lnTo>
                    <a:pt x="1117345" y="460914"/>
                  </a:lnTo>
                  <a:lnTo>
                    <a:pt x="1108117" y="465532"/>
                  </a:lnTo>
                  <a:lnTo>
                    <a:pt x="1114267" y="470142"/>
                  </a:lnTo>
                  <a:lnTo>
                    <a:pt x="1133852" y="468295"/>
                  </a:lnTo>
                  <a:lnTo>
                    <a:pt x="1140009" y="472906"/>
                  </a:lnTo>
                  <a:lnTo>
                    <a:pt x="1132313" y="481211"/>
                  </a:lnTo>
                  <a:lnTo>
                    <a:pt x="1133852" y="486745"/>
                  </a:lnTo>
                  <a:lnTo>
                    <a:pt x="1156927" y="489516"/>
                  </a:lnTo>
                  <a:lnTo>
                    <a:pt x="1164616" y="486745"/>
                  </a:lnTo>
                  <a:lnTo>
                    <a:pt x="1170773" y="491356"/>
                  </a:lnTo>
                  <a:lnTo>
                    <a:pt x="1164616" y="503348"/>
                  </a:lnTo>
                  <a:lnTo>
                    <a:pt x="1155387" y="505195"/>
                  </a:lnTo>
                  <a:lnTo>
                    <a:pt x="1141548" y="491356"/>
                  </a:lnTo>
                  <a:lnTo>
                    <a:pt x="1116935" y="489516"/>
                  </a:lnTo>
                  <a:lnTo>
                    <a:pt x="1112940" y="491356"/>
                  </a:lnTo>
                  <a:lnTo>
                    <a:pt x="1106783" y="499661"/>
                  </a:lnTo>
                  <a:lnTo>
                    <a:pt x="1114472" y="513493"/>
                  </a:lnTo>
                  <a:lnTo>
                    <a:pt x="1120006" y="532867"/>
                  </a:lnTo>
                  <a:lnTo>
                    <a:pt x="1124624" y="530103"/>
                  </a:lnTo>
                  <a:lnTo>
                    <a:pt x="1121545" y="521798"/>
                  </a:lnTo>
                  <a:lnTo>
                    <a:pt x="1146159" y="522722"/>
                  </a:lnTo>
                  <a:lnTo>
                    <a:pt x="1147698" y="538401"/>
                  </a:lnTo>
                  <a:lnTo>
                    <a:pt x="1126163" y="542095"/>
                  </a:lnTo>
                  <a:lnTo>
                    <a:pt x="1101549" y="548546"/>
                  </a:lnTo>
                  <a:lnTo>
                    <a:pt x="1076943" y="536561"/>
                  </a:lnTo>
                  <a:lnTo>
                    <a:pt x="1069247" y="533790"/>
                  </a:lnTo>
                  <a:lnTo>
                    <a:pt x="1093860" y="534714"/>
                  </a:lnTo>
                  <a:lnTo>
                    <a:pt x="1073864" y="526409"/>
                  </a:lnTo>
                  <a:lnTo>
                    <a:pt x="1056940" y="527332"/>
                  </a:lnTo>
                  <a:lnTo>
                    <a:pt x="1038483" y="518111"/>
                  </a:lnTo>
                  <a:lnTo>
                    <a:pt x="1030794" y="519951"/>
                  </a:lnTo>
                  <a:lnTo>
                    <a:pt x="1050790" y="533790"/>
                  </a:lnTo>
                  <a:lnTo>
                    <a:pt x="1038483" y="545782"/>
                  </a:lnTo>
                  <a:lnTo>
                    <a:pt x="1027715" y="548546"/>
                  </a:lnTo>
                  <a:lnTo>
                    <a:pt x="1004641" y="542095"/>
                  </a:lnTo>
                  <a:lnTo>
                    <a:pt x="1000030" y="545782"/>
                  </a:lnTo>
                  <a:lnTo>
                    <a:pt x="1009259" y="552240"/>
                  </a:lnTo>
                  <a:lnTo>
                    <a:pt x="989263" y="555004"/>
                  </a:lnTo>
                  <a:lnTo>
                    <a:pt x="996952" y="563309"/>
                  </a:lnTo>
                  <a:lnTo>
                    <a:pt x="1009259" y="558698"/>
                  </a:lnTo>
                  <a:lnTo>
                    <a:pt x="1015409" y="561462"/>
                  </a:lnTo>
                  <a:lnTo>
                    <a:pt x="1026176" y="555004"/>
                  </a:lnTo>
                  <a:lnTo>
                    <a:pt x="1040022" y="559615"/>
                  </a:lnTo>
                  <a:lnTo>
                    <a:pt x="1035405" y="566996"/>
                  </a:lnTo>
                  <a:lnTo>
                    <a:pt x="1009259" y="568843"/>
                  </a:lnTo>
                  <a:lnTo>
                    <a:pt x="1016948" y="578065"/>
                  </a:lnTo>
                  <a:lnTo>
                    <a:pt x="1040022" y="571607"/>
                  </a:lnTo>
                  <a:lnTo>
                    <a:pt x="1049251" y="581759"/>
                  </a:lnTo>
                  <a:lnTo>
                    <a:pt x="1029255" y="585446"/>
                  </a:lnTo>
                  <a:lnTo>
                    <a:pt x="1040022" y="593751"/>
                  </a:lnTo>
                  <a:lnTo>
                    <a:pt x="1061557" y="589133"/>
                  </a:lnTo>
                  <a:lnTo>
                    <a:pt x="1078475" y="600209"/>
                  </a:lnTo>
                  <a:lnTo>
                    <a:pt x="1093853" y="604819"/>
                  </a:lnTo>
                  <a:lnTo>
                    <a:pt x="1105770" y="614780"/>
                  </a:lnTo>
                  <a:lnTo>
                    <a:pt x="1111653" y="627846"/>
                  </a:lnTo>
                  <a:lnTo>
                    <a:pt x="1116928" y="624193"/>
                  </a:lnTo>
                  <a:lnTo>
                    <a:pt x="1126156" y="630651"/>
                  </a:lnTo>
                  <a:lnTo>
                    <a:pt x="1123085" y="662933"/>
                  </a:lnTo>
                  <a:lnTo>
                    <a:pt x="1115395" y="662933"/>
                  </a:lnTo>
                  <a:lnTo>
                    <a:pt x="1106160" y="655552"/>
                  </a:lnTo>
                  <a:lnTo>
                    <a:pt x="1100010" y="659246"/>
                  </a:lnTo>
                  <a:lnTo>
                    <a:pt x="1098471" y="665704"/>
                  </a:lnTo>
                  <a:lnTo>
                    <a:pt x="1073857" y="660162"/>
                  </a:lnTo>
                  <a:lnTo>
                    <a:pt x="1056940" y="637102"/>
                  </a:lnTo>
                  <a:lnTo>
                    <a:pt x="1056940" y="628804"/>
                  </a:lnTo>
                  <a:lnTo>
                    <a:pt x="1026176" y="619575"/>
                  </a:lnTo>
                  <a:lnTo>
                    <a:pt x="1001563" y="617735"/>
                  </a:lnTo>
                  <a:lnTo>
                    <a:pt x="989263" y="602972"/>
                  </a:lnTo>
                  <a:lnTo>
                    <a:pt x="972338" y="599285"/>
                  </a:lnTo>
                  <a:lnTo>
                    <a:pt x="963110" y="603896"/>
                  </a:lnTo>
                  <a:lnTo>
                    <a:pt x="980027" y="611277"/>
                  </a:lnTo>
                  <a:lnTo>
                    <a:pt x="980027" y="620499"/>
                  </a:lnTo>
                  <a:lnTo>
                    <a:pt x="998491" y="625110"/>
                  </a:lnTo>
                  <a:lnTo>
                    <a:pt x="1030794" y="627880"/>
                  </a:lnTo>
                  <a:lnTo>
                    <a:pt x="1029255" y="638949"/>
                  </a:lnTo>
                  <a:lnTo>
                    <a:pt x="1003102" y="645407"/>
                  </a:lnTo>
                  <a:lnTo>
                    <a:pt x="970799" y="645407"/>
                  </a:lnTo>
                  <a:lnTo>
                    <a:pt x="976956" y="651864"/>
                  </a:lnTo>
                  <a:lnTo>
                    <a:pt x="967721" y="661086"/>
                  </a:lnTo>
                  <a:lnTo>
                    <a:pt x="955421" y="662009"/>
                  </a:lnTo>
                  <a:lnTo>
                    <a:pt x="956953" y="665697"/>
                  </a:lnTo>
                  <a:lnTo>
                    <a:pt x="975417" y="669391"/>
                  </a:lnTo>
                  <a:lnTo>
                    <a:pt x="992334" y="668467"/>
                  </a:lnTo>
                  <a:lnTo>
                    <a:pt x="1000023" y="664780"/>
                  </a:lnTo>
                  <a:lnTo>
                    <a:pt x="1012330" y="664780"/>
                  </a:lnTo>
                  <a:lnTo>
                    <a:pt x="1010791" y="674002"/>
                  </a:lnTo>
                  <a:lnTo>
                    <a:pt x="989256" y="674925"/>
                  </a:lnTo>
                  <a:lnTo>
                    <a:pt x="972338" y="676765"/>
                  </a:lnTo>
                  <a:lnTo>
                    <a:pt x="976956" y="682306"/>
                  </a:lnTo>
                  <a:lnTo>
                    <a:pt x="996952" y="682306"/>
                  </a:lnTo>
                  <a:lnTo>
                    <a:pt x="1012330" y="678612"/>
                  </a:lnTo>
                  <a:lnTo>
                    <a:pt x="1023098" y="678612"/>
                  </a:lnTo>
                  <a:lnTo>
                    <a:pt x="1029255" y="668467"/>
                  </a:lnTo>
                  <a:lnTo>
                    <a:pt x="1043094" y="667544"/>
                  </a:lnTo>
                  <a:lnTo>
                    <a:pt x="1047711" y="675849"/>
                  </a:lnTo>
                  <a:lnTo>
                    <a:pt x="1086164" y="675849"/>
                  </a:lnTo>
                  <a:lnTo>
                    <a:pt x="1090782" y="678612"/>
                  </a:lnTo>
                  <a:lnTo>
                    <a:pt x="1100010" y="674925"/>
                  </a:lnTo>
                  <a:lnTo>
                    <a:pt x="1104990" y="677962"/>
                  </a:lnTo>
                  <a:lnTo>
                    <a:pt x="1103451" y="682573"/>
                  </a:lnTo>
                  <a:lnTo>
                    <a:pt x="1072318" y="698909"/>
                  </a:lnTo>
                  <a:lnTo>
                    <a:pt x="1063090" y="698909"/>
                  </a:lnTo>
                  <a:lnTo>
                    <a:pt x="1056940" y="709978"/>
                  </a:lnTo>
                  <a:lnTo>
                    <a:pt x="1049251" y="708131"/>
                  </a:lnTo>
                  <a:lnTo>
                    <a:pt x="1040015" y="719199"/>
                  </a:lnTo>
                  <a:lnTo>
                    <a:pt x="1032326" y="719199"/>
                  </a:lnTo>
                  <a:lnTo>
                    <a:pt x="1021559" y="730275"/>
                  </a:lnTo>
                  <a:lnTo>
                    <a:pt x="1003102" y="730275"/>
                  </a:lnTo>
                  <a:lnTo>
                    <a:pt x="987717" y="738573"/>
                  </a:lnTo>
                  <a:lnTo>
                    <a:pt x="978488" y="734886"/>
                  </a:lnTo>
                  <a:lnTo>
                    <a:pt x="956953" y="745954"/>
                  </a:lnTo>
                  <a:lnTo>
                    <a:pt x="947725" y="745954"/>
                  </a:lnTo>
                  <a:lnTo>
                    <a:pt x="940035" y="742260"/>
                  </a:lnTo>
                  <a:lnTo>
                    <a:pt x="930807" y="747794"/>
                  </a:lnTo>
                  <a:lnTo>
                    <a:pt x="921572" y="745031"/>
                  </a:lnTo>
                  <a:lnTo>
                    <a:pt x="913883" y="750565"/>
                  </a:lnTo>
                  <a:lnTo>
                    <a:pt x="904654" y="749642"/>
                  </a:lnTo>
                  <a:lnTo>
                    <a:pt x="886197" y="738573"/>
                  </a:lnTo>
                  <a:lnTo>
                    <a:pt x="873891" y="737649"/>
                  </a:lnTo>
                  <a:lnTo>
                    <a:pt x="880047" y="744107"/>
                  </a:lnTo>
                  <a:lnTo>
                    <a:pt x="892347" y="749642"/>
                  </a:lnTo>
                  <a:lnTo>
                    <a:pt x="889276" y="763481"/>
                  </a:lnTo>
                  <a:lnTo>
                    <a:pt x="867741" y="765321"/>
                  </a:lnTo>
                  <a:lnTo>
                    <a:pt x="858505" y="779160"/>
                  </a:lnTo>
                  <a:lnTo>
                    <a:pt x="849277" y="795763"/>
                  </a:lnTo>
                  <a:lnTo>
                    <a:pt x="832359" y="817674"/>
                  </a:lnTo>
                  <a:lnTo>
                    <a:pt x="813896" y="816142"/>
                  </a:lnTo>
                  <a:lnTo>
                    <a:pt x="812363" y="831514"/>
                  </a:lnTo>
                  <a:lnTo>
                    <a:pt x="795439" y="840735"/>
                  </a:lnTo>
                  <a:lnTo>
                    <a:pt x="786211" y="834585"/>
                  </a:lnTo>
                  <a:lnTo>
                    <a:pt x="773904" y="840735"/>
                  </a:lnTo>
                  <a:lnTo>
                    <a:pt x="769293" y="833053"/>
                  </a:lnTo>
                  <a:lnTo>
                    <a:pt x="772365" y="816142"/>
                  </a:lnTo>
                  <a:lnTo>
                    <a:pt x="760065" y="813064"/>
                  </a:lnTo>
                  <a:lnTo>
                    <a:pt x="756986" y="820753"/>
                  </a:lnTo>
                  <a:lnTo>
                    <a:pt x="753908" y="851503"/>
                  </a:lnTo>
                  <a:lnTo>
                    <a:pt x="712377" y="859185"/>
                  </a:lnTo>
                  <a:lnTo>
                    <a:pt x="710837" y="863796"/>
                  </a:lnTo>
                  <a:lnTo>
                    <a:pt x="716994" y="873024"/>
                  </a:lnTo>
                  <a:lnTo>
                    <a:pt x="716994" y="880707"/>
                  </a:lnTo>
                  <a:lnTo>
                    <a:pt x="696998" y="882246"/>
                  </a:lnTo>
                  <a:lnTo>
                    <a:pt x="695452" y="897617"/>
                  </a:lnTo>
                  <a:lnTo>
                    <a:pt x="703148" y="906846"/>
                  </a:lnTo>
                  <a:lnTo>
                    <a:pt x="700070" y="917606"/>
                  </a:lnTo>
                  <a:lnTo>
                    <a:pt x="683152" y="917606"/>
                  </a:lnTo>
                  <a:lnTo>
                    <a:pt x="686224" y="929906"/>
                  </a:lnTo>
                  <a:lnTo>
                    <a:pt x="703148" y="932978"/>
                  </a:lnTo>
                  <a:lnTo>
                    <a:pt x="704681" y="952967"/>
                  </a:lnTo>
                  <a:lnTo>
                    <a:pt x="686224" y="949889"/>
                  </a:lnTo>
                  <a:lnTo>
                    <a:pt x="693920" y="963728"/>
                  </a:lnTo>
                  <a:lnTo>
                    <a:pt x="692374" y="971417"/>
                  </a:lnTo>
                  <a:lnTo>
                    <a:pt x="684685" y="972949"/>
                  </a:lnTo>
                  <a:lnTo>
                    <a:pt x="680074" y="991399"/>
                  </a:lnTo>
                  <a:lnTo>
                    <a:pt x="670845" y="989867"/>
                  </a:lnTo>
                  <a:lnTo>
                    <a:pt x="663149" y="999088"/>
                  </a:lnTo>
                  <a:lnTo>
                    <a:pt x="669306" y="1006778"/>
                  </a:lnTo>
                  <a:lnTo>
                    <a:pt x="663149" y="1023688"/>
                  </a:lnTo>
                  <a:lnTo>
                    <a:pt x="673917" y="1045210"/>
                  </a:lnTo>
                  <a:lnTo>
                    <a:pt x="667767" y="1060581"/>
                  </a:lnTo>
                  <a:lnTo>
                    <a:pt x="658539" y="1065192"/>
                  </a:lnTo>
                  <a:lnTo>
                    <a:pt x="660078" y="1074421"/>
                  </a:lnTo>
                  <a:lnTo>
                    <a:pt x="652382" y="1085181"/>
                  </a:lnTo>
                  <a:lnTo>
                    <a:pt x="653921" y="1094403"/>
                  </a:lnTo>
                  <a:lnTo>
                    <a:pt x="638536" y="1095942"/>
                  </a:lnTo>
                  <a:lnTo>
                    <a:pt x="649303" y="1108242"/>
                  </a:lnTo>
                  <a:lnTo>
                    <a:pt x="641614" y="112669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8" name="Forme libre : forme 646">
              <a:extLst>
                <a:ext uri="{FF2B5EF4-FFF2-40B4-BE49-F238E27FC236}">
                  <a16:creationId xmlns:a16="http://schemas.microsoft.com/office/drawing/2014/main" id="{A9564E18-5434-1B9F-C628-5ABD106F899E}"/>
                </a:ext>
              </a:extLst>
            </p:cNvPr>
            <p:cNvSpPr/>
            <p:nvPr/>
          </p:nvSpPr>
          <p:spPr>
            <a:xfrm rot="4292372" flipV="1">
              <a:off x="4395938" y="2471385"/>
              <a:ext cx="7490" cy="8174"/>
            </a:xfrm>
            <a:custGeom>
              <a:avLst/>
              <a:gdLst>
                <a:gd name="csX0" fmla="*/ 4012 w 7490"/>
                <a:gd name="csY0" fmla="*/ 8525 h 8174"/>
                <a:gd name="csX1" fmla="*/ 8876 w 7490"/>
                <a:gd name="csY1" fmla="*/ 8525 h 8174"/>
                <a:gd name="csX2" fmla="*/ 9068 w 7490"/>
                <a:gd name="csY2" fmla="*/ 350 h 8174"/>
                <a:gd name="csX3" fmla="*/ 1577 w 7490"/>
                <a:gd name="csY3" fmla="*/ 1233 h 8174"/>
                <a:gd name="csX4" fmla="*/ 4012 w 7490"/>
                <a:gd name="csY4" fmla="*/ 8525 h 8174"/>
              </a:gdLst>
              <a:ahLst/>
              <a:cxnLst>
                <a:cxn ang="0">
                  <a:pos x="csX0" y="csY0"/>
                </a:cxn>
                <a:cxn ang="0">
                  <a:pos x="csX1" y="csY1"/>
                </a:cxn>
                <a:cxn ang="0">
                  <a:pos x="csX2" y="csY2"/>
                </a:cxn>
                <a:cxn ang="0">
                  <a:pos x="csX3" y="csY3"/>
                </a:cxn>
                <a:cxn ang="0">
                  <a:pos x="csX4" y="csY4"/>
                </a:cxn>
              </a:cxnLst>
              <a:rect l="l" t="t" r="r" b="b"/>
              <a:pathLst>
                <a:path w="7490" h="8174">
                  <a:moveTo>
                    <a:pt x="4012" y="8525"/>
                  </a:moveTo>
                  <a:lnTo>
                    <a:pt x="8876" y="8525"/>
                  </a:lnTo>
                  <a:lnTo>
                    <a:pt x="9068" y="350"/>
                  </a:lnTo>
                  <a:lnTo>
                    <a:pt x="1577" y="1233"/>
                  </a:lnTo>
                  <a:lnTo>
                    <a:pt x="4012" y="85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69" name="Forme libre : forme 647">
              <a:extLst>
                <a:ext uri="{FF2B5EF4-FFF2-40B4-BE49-F238E27FC236}">
                  <a16:creationId xmlns:a16="http://schemas.microsoft.com/office/drawing/2014/main" id="{10878DBF-979D-1267-7788-3981C8AB8834}"/>
                </a:ext>
              </a:extLst>
            </p:cNvPr>
            <p:cNvSpPr/>
            <p:nvPr/>
          </p:nvSpPr>
          <p:spPr>
            <a:xfrm rot="-679086" flipV="1">
              <a:off x="4428635" y="2534928"/>
              <a:ext cx="15864" cy="10555"/>
            </a:xfrm>
            <a:custGeom>
              <a:avLst/>
              <a:gdLst>
                <a:gd name="csX0" fmla="*/ 1597 w 15864"/>
                <a:gd name="csY0" fmla="*/ 10945 h 10555"/>
                <a:gd name="csX1" fmla="*/ 11011 w 15864"/>
                <a:gd name="csY1" fmla="*/ 10945 h 10555"/>
                <a:gd name="csX2" fmla="*/ 17461 w 15864"/>
                <a:gd name="csY2" fmla="*/ 4008 h 10555"/>
                <a:gd name="csX3" fmla="*/ 2624 w 15864"/>
                <a:gd name="csY3" fmla="*/ 390 h 10555"/>
                <a:gd name="csX4" fmla="*/ 1597 w 15864"/>
                <a:gd name="csY4" fmla="*/ 10945 h 10555"/>
              </a:gdLst>
              <a:ahLst/>
              <a:cxnLst>
                <a:cxn ang="0">
                  <a:pos x="csX0" y="csY0"/>
                </a:cxn>
                <a:cxn ang="0">
                  <a:pos x="csX1" y="csY1"/>
                </a:cxn>
                <a:cxn ang="0">
                  <a:pos x="csX2" y="csY2"/>
                </a:cxn>
                <a:cxn ang="0">
                  <a:pos x="csX3" y="csY3"/>
                </a:cxn>
                <a:cxn ang="0">
                  <a:pos x="csX4" y="csY4"/>
                </a:cxn>
              </a:cxnLst>
              <a:rect l="l" t="t" r="r" b="b"/>
              <a:pathLst>
                <a:path w="15864" h="10555">
                  <a:moveTo>
                    <a:pt x="1597" y="10945"/>
                  </a:moveTo>
                  <a:lnTo>
                    <a:pt x="11011" y="10945"/>
                  </a:lnTo>
                  <a:lnTo>
                    <a:pt x="17461" y="4008"/>
                  </a:lnTo>
                  <a:lnTo>
                    <a:pt x="2624" y="390"/>
                  </a:lnTo>
                  <a:lnTo>
                    <a:pt x="1597" y="109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0" name="Forme libre : forme 648">
              <a:extLst>
                <a:ext uri="{FF2B5EF4-FFF2-40B4-BE49-F238E27FC236}">
                  <a16:creationId xmlns:a16="http://schemas.microsoft.com/office/drawing/2014/main" id="{67731240-A6CB-EE15-9145-4E288C64274F}"/>
                </a:ext>
              </a:extLst>
            </p:cNvPr>
            <p:cNvSpPr/>
            <p:nvPr/>
          </p:nvSpPr>
          <p:spPr>
            <a:xfrm rot="-2515008" flipV="1">
              <a:off x="4452975" y="2532008"/>
              <a:ext cx="7395" cy="9255"/>
            </a:xfrm>
            <a:custGeom>
              <a:avLst/>
              <a:gdLst>
                <a:gd name="csX0" fmla="*/ 1610 w 7395"/>
                <a:gd name="csY0" fmla="*/ 9643 h 9255"/>
                <a:gd name="csX1" fmla="*/ 5742 w 7395"/>
                <a:gd name="csY1" fmla="*/ 9643 h 9255"/>
                <a:gd name="csX2" fmla="*/ 9005 w 7395"/>
                <a:gd name="csY2" fmla="*/ 1762 h 9255"/>
                <a:gd name="csX3" fmla="*/ 3635 w 7395"/>
                <a:gd name="csY3" fmla="*/ 387 h 9255"/>
                <a:gd name="csX4" fmla="*/ 1610 w 7395"/>
                <a:gd name="csY4" fmla="*/ 9643 h 9255"/>
              </a:gdLst>
              <a:ahLst/>
              <a:cxnLst>
                <a:cxn ang="0">
                  <a:pos x="csX0" y="csY0"/>
                </a:cxn>
                <a:cxn ang="0">
                  <a:pos x="csX1" y="csY1"/>
                </a:cxn>
                <a:cxn ang="0">
                  <a:pos x="csX2" y="csY2"/>
                </a:cxn>
                <a:cxn ang="0">
                  <a:pos x="csX3" y="csY3"/>
                </a:cxn>
                <a:cxn ang="0">
                  <a:pos x="csX4" y="csY4"/>
                </a:cxn>
              </a:cxnLst>
              <a:rect l="l" t="t" r="r" b="b"/>
              <a:pathLst>
                <a:path w="7395" h="9255">
                  <a:moveTo>
                    <a:pt x="1610" y="9643"/>
                  </a:moveTo>
                  <a:lnTo>
                    <a:pt x="5742" y="9643"/>
                  </a:lnTo>
                  <a:lnTo>
                    <a:pt x="9005" y="1762"/>
                  </a:lnTo>
                  <a:lnTo>
                    <a:pt x="3635" y="387"/>
                  </a:lnTo>
                  <a:lnTo>
                    <a:pt x="1610" y="96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1" name="Forme libre : forme 649">
              <a:extLst>
                <a:ext uri="{FF2B5EF4-FFF2-40B4-BE49-F238E27FC236}">
                  <a16:creationId xmlns:a16="http://schemas.microsoft.com/office/drawing/2014/main" id="{DFC7A55F-C0B7-0FF8-280C-B0A87D25FBF3}"/>
                </a:ext>
              </a:extLst>
            </p:cNvPr>
            <p:cNvSpPr/>
            <p:nvPr/>
          </p:nvSpPr>
          <p:spPr>
            <a:xfrm>
              <a:off x="4409297" y="2573485"/>
              <a:ext cx="61527" cy="36899"/>
            </a:xfrm>
            <a:custGeom>
              <a:avLst/>
              <a:gdLst>
                <a:gd name="csX0" fmla="*/ 9287 w 61527"/>
                <a:gd name="csY0" fmla="*/ 423 h 36899"/>
                <a:gd name="csX1" fmla="*/ 16976 w 61527"/>
                <a:gd name="csY1" fmla="*/ 3194 h 36899"/>
                <a:gd name="csX2" fmla="*/ 33900 w 61527"/>
                <a:gd name="csY2" fmla="*/ 5957 h 36899"/>
                <a:gd name="csX3" fmla="*/ 44668 w 61527"/>
                <a:gd name="csY3" fmla="*/ 11492 h 36899"/>
                <a:gd name="csX4" fmla="*/ 63125 w 61527"/>
                <a:gd name="csY4" fmla="*/ 24407 h 36899"/>
                <a:gd name="csX5" fmla="*/ 61585 w 61527"/>
                <a:gd name="csY5" fmla="*/ 29018 h 36899"/>
                <a:gd name="csX6" fmla="*/ 47746 w 61527"/>
                <a:gd name="csY6" fmla="*/ 36400 h 36899"/>
                <a:gd name="csX7" fmla="*/ 35439 w 61527"/>
                <a:gd name="csY7" fmla="*/ 37323 h 36899"/>
                <a:gd name="csX8" fmla="*/ 21593 w 61527"/>
                <a:gd name="csY8" fmla="*/ 28101 h 36899"/>
                <a:gd name="csX9" fmla="*/ 6208 w 61527"/>
                <a:gd name="csY9" fmla="*/ 29018 h 36899"/>
                <a:gd name="csX10" fmla="*/ 1597 w 61527"/>
                <a:gd name="csY10" fmla="*/ 20720 h 36899"/>
                <a:gd name="csX11" fmla="*/ 7747 w 61527"/>
                <a:gd name="csY11" fmla="*/ 15186 h 36899"/>
                <a:gd name="csX12" fmla="*/ 3137 w 61527"/>
                <a:gd name="csY12" fmla="*/ 10568 h 36899"/>
                <a:gd name="csX13" fmla="*/ 9287 w 61527"/>
                <a:gd name="csY13" fmla="*/ 423 h 368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1527" h="36899">
                  <a:moveTo>
                    <a:pt x="9287" y="423"/>
                  </a:moveTo>
                  <a:lnTo>
                    <a:pt x="16976" y="3194"/>
                  </a:lnTo>
                  <a:lnTo>
                    <a:pt x="33900" y="5957"/>
                  </a:lnTo>
                  <a:lnTo>
                    <a:pt x="44668" y="11492"/>
                  </a:lnTo>
                  <a:lnTo>
                    <a:pt x="63125" y="24407"/>
                  </a:lnTo>
                  <a:lnTo>
                    <a:pt x="61585" y="29018"/>
                  </a:lnTo>
                  <a:lnTo>
                    <a:pt x="47746" y="36400"/>
                  </a:lnTo>
                  <a:lnTo>
                    <a:pt x="35439" y="37323"/>
                  </a:lnTo>
                  <a:lnTo>
                    <a:pt x="21593" y="28101"/>
                  </a:lnTo>
                  <a:lnTo>
                    <a:pt x="6208" y="29018"/>
                  </a:lnTo>
                  <a:lnTo>
                    <a:pt x="1597" y="20720"/>
                  </a:lnTo>
                  <a:lnTo>
                    <a:pt x="7747" y="15186"/>
                  </a:lnTo>
                  <a:lnTo>
                    <a:pt x="3137" y="10568"/>
                  </a:lnTo>
                  <a:lnTo>
                    <a:pt x="9287" y="4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2" name="Forme libre : forme 650">
              <a:extLst>
                <a:ext uri="{FF2B5EF4-FFF2-40B4-BE49-F238E27FC236}">
                  <a16:creationId xmlns:a16="http://schemas.microsoft.com/office/drawing/2014/main" id="{B6E406B7-3375-1F42-A659-674D804C6D22}"/>
                </a:ext>
              </a:extLst>
            </p:cNvPr>
            <p:cNvSpPr/>
            <p:nvPr/>
          </p:nvSpPr>
          <p:spPr>
            <a:xfrm>
              <a:off x="4055520" y="2269488"/>
              <a:ext cx="16917" cy="4665"/>
            </a:xfrm>
            <a:custGeom>
              <a:avLst/>
              <a:gdLst>
                <a:gd name="csX0" fmla="*/ 5982 w 16917"/>
                <a:gd name="csY0" fmla="*/ 4227 h 4665"/>
                <a:gd name="csX1" fmla="*/ 1371 w 16917"/>
                <a:gd name="csY1" fmla="*/ 2230 h 4665"/>
                <a:gd name="csX2" fmla="*/ 5982 w 16917"/>
                <a:gd name="csY2" fmla="*/ 225 h 4665"/>
                <a:gd name="csX3" fmla="*/ 18289 w 16917"/>
                <a:gd name="csY3" fmla="*/ 1559 h 4665"/>
                <a:gd name="csX4" fmla="*/ 18289 w 16917"/>
                <a:gd name="csY4" fmla="*/ 4891 h 4665"/>
                <a:gd name="csX5" fmla="*/ 5982 w 16917"/>
                <a:gd name="csY5" fmla="*/ 4227 h 4665"/>
              </a:gdLst>
              <a:ahLst/>
              <a:cxnLst>
                <a:cxn ang="0">
                  <a:pos x="csX0" y="csY0"/>
                </a:cxn>
                <a:cxn ang="0">
                  <a:pos x="csX1" y="csY1"/>
                </a:cxn>
                <a:cxn ang="0">
                  <a:pos x="csX2" y="csY2"/>
                </a:cxn>
                <a:cxn ang="0">
                  <a:pos x="csX3" y="csY3"/>
                </a:cxn>
                <a:cxn ang="0">
                  <a:pos x="csX4" y="csY4"/>
                </a:cxn>
                <a:cxn ang="0">
                  <a:pos x="csX5" y="csY5"/>
                </a:cxn>
              </a:cxnLst>
              <a:rect l="l" t="t" r="r" b="b"/>
              <a:pathLst>
                <a:path w="16917" h="4665">
                  <a:moveTo>
                    <a:pt x="5982" y="4227"/>
                  </a:moveTo>
                  <a:lnTo>
                    <a:pt x="1371" y="2230"/>
                  </a:lnTo>
                  <a:lnTo>
                    <a:pt x="5982" y="225"/>
                  </a:lnTo>
                  <a:lnTo>
                    <a:pt x="18289" y="1559"/>
                  </a:lnTo>
                  <a:lnTo>
                    <a:pt x="18289" y="4891"/>
                  </a:lnTo>
                  <a:lnTo>
                    <a:pt x="5982" y="4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3" name="Forme libre : forme 651">
              <a:extLst>
                <a:ext uri="{FF2B5EF4-FFF2-40B4-BE49-F238E27FC236}">
                  <a16:creationId xmlns:a16="http://schemas.microsoft.com/office/drawing/2014/main" id="{8F4DFE42-02E9-D6B2-5D05-20D0984E9406}"/>
                </a:ext>
              </a:extLst>
            </p:cNvPr>
            <p:cNvSpPr/>
            <p:nvPr/>
          </p:nvSpPr>
          <p:spPr>
            <a:xfrm>
              <a:off x="4032445" y="2270822"/>
              <a:ext cx="16924" cy="5999"/>
            </a:xfrm>
            <a:custGeom>
              <a:avLst/>
              <a:gdLst>
                <a:gd name="csX0" fmla="*/ 1356 w 16924"/>
                <a:gd name="csY0" fmla="*/ 2224 h 5999"/>
                <a:gd name="csX1" fmla="*/ 7513 w 16924"/>
                <a:gd name="csY1" fmla="*/ 227 h 5999"/>
                <a:gd name="csX2" fmla="*/ 15203 w 16924"/>
                <a:gd name="csY2" fmla="*/ 890 h 5999"/>
                <a:gd name="csX3" fmla="*/ 18281 w 16924"/>
                <a:gd name="csY3" fmla="*/ 4222 h 5999"/>
                <a:gd name="csX4" fmla="*/ 9053 w 16924"/>
                <a:gd name="csY4" fmla="*/ 6226 h 5999"/>
                <a:gd name="csX5" fmla="*/ 1356 w 16924"/>
                <a:gd name="csY5" fmla="*/ 2224 h 5999"/>
              </a:gdLst>
              <a:ahLst/>
              <a:cxnLst>
                <a:cxn ang="0">
                  <a:pos x="csX0" y="csY0"/>
                </a:cxn>
                <a:cxn ang="0">
                  <a:pos x="csX1" y="csY1"/>
                </a:cxn>
                <a:cxn ang="0">
                  <a:pos x="csX2" y="csY2"/>
                </a:cxn>
                <a:cxn ang="0">
                  <a:pos x="csX3" y="csY3"/>
                </a:cxn>
                <a:cxn ang="0">
                  <a:pos x="csX4" y="csY4"/>
                </a:cxn>
                <a:cxn ang="0">
                  <a:pos x="csX5" y="csY5"/>
                </a:cxn>
              </a:cxnLst>
              <a:rect l="l" t="t" r="r" b="b"/>
              <a:pathLst>
                <a:path w="16924" h="5999">
                  <a:moveTo>
                    <a:pt x="1356" y="2224"/>
                  </a:moveTo>
                  <a:lnTo>
                    <a:pt x="7513" y="227"/>
                  </a:lnTo>
                  <a:lnTo>
                    <a:pt x="15203" y="890"/>
                  </a:lnTo>
                  <a:lnTo>
                    <a:pt x="18281" y="4222"/>
                  </a:lnTo>
                  <a:lnTo>
                    <a:pt x="9053" y="6226"/>
                  </a:lnTo>
                  <a:lnTo>
                    <a:pt x="1356" y="222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4" name="Forme libre : forme 652">
              <a:extLst>
                <a:ext uri="{FF2B5EF4-FFF2-40B4-BE49-F238E27FC236}">
                  <a16:creationId xmlns:a16="http://schemas.microsoft.com/office/drawing/2014/main" id="{2994409F-115A-C8BA-9B89-5BC71CE92BA9}"/>
                </a:ext>
              </a:extLst>
            </p:cNvPr>
            <p:cNvSpPr/>
            <p:nvPr/>
          </p:nvSpPr>
          <p:spPr>
            <a:xfrm>
              <a:off x="4432386" y="2006231"/>
              <a:ext cx="44609" cy="23327"/>
            </a:xfrm>
            <a:custGeom>
              <a:avLst/>
              <a:gdLst>
                <a:gd name="csX0" fmla="*/ 3146 w 44609"/>
                <a:gd name="csY0" fmla="*/ 9402 h 23327"/>
                <a:gd name="csX1" fmla="*/ 1607 w 44609"/>
                <a:gd name="csY1" fmla="*/ 2739 h 23327"/>
                <a:gd name="csX2" fmla="*/ 9296 w 44609"/>
                <a:gd name="csY2" fmla="*/ 71 h 23327"/>
                <a:gd name="csX3" fmla="*/ 27760 w 44609"/>
                <a:gd name="csY3" fmla="*/ 4073 h 23327"/>
                <a:gd name="csX4" fmla="*/ 26220 w 44609"/>
                <a:gd name="csY4" fmla="*/ 8068 h 23327"/>
                <a:gd name="csX5" fmla="*/ 36988 w 44609"/>
                <a:gd name="csY5" fmla="*/ 11400 h 23327"/>
                <a:gd name="csX6" fmla="*/ 46216 w 44609"/>
                <a:gd name="csY6" fmla="*/ 23399 h 23327"/>
                <a:gd name="csX7" fmla="*/ 26220 w 44609"/>
                <a:gd name="csY7" fmla="*/ 20731 h 23327"/>
                <a:gd name="csX8" fmla="*/ 3146 w 44609"/>
                <a:gd name="csY8" fmla="*/ 9402 h 23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4609" h="23327">
                  <a:moveTo>
                    <a:pt x="3146" y="9402"/>
                  </a:moveTo>
                  <a:lnTo>
                    <a:pt x="1607" y="2739"/>
                  </a:lnTo>
                  <a:lnTo>
                    <a:pt x="9296" y="71"/>
                  </a:lnTo>
                  <a:lnTo>
                    <a:pt x="27760" y="4073"/>
                  </a:lnTo>
                  <a:lnTo>
                    <a:pt x="26220" y="8068"/>
                  </a:lnTo>
                  <a:lnTo>
                    <a:pt x="36988" y="11400"/>
                  </a:lnTo>
                  <a:lnTo>
                    <a:pt x="46216" y="23399"/>
                  </a:lnTo>
                  <a:lnTo>
                    <a:pt x="26220" y="20731"/>
                  </a:lnTo>
                  <a:lnTo>
                    <a:pt x="3146" y="9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5" name="Forme libre : forme 653">
              <a:extLst>
                <a:ext uri="{FF2B5EF4-FFF2-40B4-BE49-F238E27FC236}">
                  <a16:creationId xmlns:a16="http://schemas.microsoft.com/office/drawing/2014/main" id="{600464B3-A44D-C844-DE04-D6BA9C1B94B4}"/>
                </a:ext>
              </a:extLst>
            </p:cNvPr>
            <p:cNvSpPr/>
            <p:nvPr/>
          </p:nvSpPr>
          <p:spPr>
            <a:xfrm>
              <a:off x="4527755" y="1988239"/>
              <a:ext cx="16917" cy="10658"/>
            </a:xfrm>
            <a:custGeom>
              <a:avLst/>
              <a:gdLst>
                <a:gd name="csX0" fmla="*/ 1658 w 16917"/>
                <a:gd name="csY0" fmla="*/ 2054 h 10658"/>
                <a:gd name="csX1" fmla="*/ 9347 w 16917"/>
                <a:gd name="csY1" fmla="*/ 6056 h 10658"/>
                <a:gd name="csX2" fmla="*/ 10887 w 16917"/>
                <a:gd name="csY2" fmla="*/ 10051 h 10658"/>
                <a:gd name="csX3" fmla="*/ 18576 w 16917"/>
                <a:gd name="csY3" fmla="*/ 10715 h 10658"/>
                <a:gd name="csX4" fmla="*/ 17043 w 16917"/>
                <a:gd name="csY4" fmla="*/ 6056 h 10658"/>
                <a:gd name="csX5" fmla="*/ 7808 w 16917"/>
                <a:gd name="csY5" fmla="*/ 57 h 10658"/>
                <a:gd name="csX6" fmla="*/ 1658 w 16917"/>
                <a:gd name="csY6" fmla="*/ 2054 h 1065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917" h="10658">
                  <a:moveTo>
                    <a:pt x="1658" y="2054"/>
                  </a:moveTo>
                  <a:lnTo>
                    <a:pt x="9347" y="6056"/>
                  </a:lnTo>
                  <a:lnTo>
                    <a:pt x="10887" y="10051"/>
                  </a:lnTo>
                  <a:lnTo>
                    <a:pt x="18576" y="10715"/>
                  </a:lnTo>
                  <a:lnTo>
                    <a:pt x="17043" y="6056"/>
                  </a:lnTo>
                  <a:lnTo>
                    <a:pt x="7808" y="57"/>
                  </a:lnTo>
                  <a:lnTo>
                    <a:pt x="1658" y="20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6" name="Forme libre : forme 654">
              <a:extLst>
                <a:ext uri="{FF2B5EF4-FFF2-40B4-BE49-F238E27FC236}">
                  <a16:creationId xmlns:a16="http://schemas.microsoft.com/office/drawing/2014/main" id="{1AB96E46-D7AF-7631-090A-7C595E7510B9}"/>
                </a:ext>
              </a:extLst>
            </p:cNvPr>
            <p:cNvSpPr/>
            <p:nvPr/>
          </p:nvSpPr>
          <p:spPr>
            <a:xfrm>
              <a:off x="4552368" y="1979574"/>
              <a:ext cx="67677" cy="40655"/>
            </a:xfrm>
            <a:custGeom>
              <a:avLst/>
              <a:gdLst>
                <a:gd name="csX0" fmla="*/ 1685 w 67677"/>
                <a:gd name="csY0" fmla="*/ 3394 h 40655"/>
                <a:gd name="csX1" fmla="*/ 13992 w 67677"/>
                <a:gd name="csY1" fmla="*/ 16720 h 40655"/>
                <a:gd name="csX2" fmla="*/ 41677 w 67677"/>
                <a:gd name="csY2" fmla="*/ 31387 h 40655"/>
                <a:gd name="csX3" fmla="*/ 47834 w 67677"/>
                <a:gd name="csY3" fmla="*/ 36052 h 40655"/>
                <a:gd name="csX4" fmla="*/ 47834 w 67677"/>
                <a:gd name="csY4" fmla="*/ 40718 h 40655"/>
                <a:gd name="csX5" fmla="*/ 57062 w 67677"/>
                <a:gd name="csY5" fmla="*/ 40047 h 40655"/>
                <a:gd name="csX6" fmla="*/ 53984 w 67677"/>
                <a:gd name="csY6" fmla="*/ 30053 h 40655"/>
                <a:gd name="csX7" fmla="*/ 69362 w 67677"/>
                <a:gd name="csY7" fmla="*/ 22719 h 40655"/>
                <a:gd name="csX8" fmla="*/ 30909 w 67677"/>
                <a:gd name="csY8" fmla="*/ 62 h 40655"/>
                <a:gd name="csX9" fmla="*/ 1685 w 67677"/>
                <a:gd name="csY9" fmla="*/ 3394 h 40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677" h="40655">
                  <a:moveTo>
                    <a:pt x="1685" y="3394"/>
                  </a:moveTo>
                  <a:lnTo>
                    <a:pt x="13992" y="16720"/>
                  </a:lnTo>
                  <a:lnTo>
                    <a:pt x="41677" y="31387"/>
                  </a:lnTo>
                  <a:lnTo>
                    <a:pt x="47834" y="36052"/>
                  </a:lnTo>
                  <a:lnTo>
                    <a:pt x="47834" y="40718"/>
                  </a:lnTo>
                  <a:lnTo>
                    <a:pt x="57062" y="40047"/>
                  </a:lnTo>
                  <a:lnTo>
                    <a:pt x="53984" y="30053"/>
                  </a:lnTo>
                  <a:lnTo>
                    <a:pt x="69362" y="22719"/>
                  </a:lnTo>
                  <a:lnTo>
                    <a:pt x="30909" y="62"/>
                  </a:lnTo>
                  <a:lnTo>
                    <a:pt x="1685" y="33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7" name="Forme libre : forme 655">
              <a:extLst>
                <a:ext uri="{FF2B5EF4-FFF2-40B4-BE49-F238E27FC236}">
                  <a16:creationId xmlns:a16="http://schemas.microsoft.com/office/drawing/2014/main" id="{8F2BF623-3D54-4D95-361F-BD30C21CB050}"/>
                </a:ext>
              </a:extLst>
            </p:cNvPr>
            <p:cNvSpPr/>
            <p:nvPr/>
          </p:nvSpPr>
          <p:spPr>
            <a:xfrm>
              <a:off x="4533905" y="1963577"/>
              <a:ext cx="24613" cy="8660"/>
            </a:xfrm>
            <a:custGeom>
              <a:avLst/>
              <a:gdLst>
                <a:gd name="csX0" fmla="*/ 15512 w 24613"/>
                <a:gd name="csY0" fmla="*/ 41 h 8660"/>
                <a:gd name="csX1" fmla="*/ 26279 w 24613"/>
                <a:gd name="csY1" fmla="*/ 6704 h 8660"/>
                <a:gd name="csX2" fmla="*/ 12433 w 24613"/>
                <a:gd name="csY2" fmla="*/ 8702 h 8660"/>
                <a:gd name="csX3" fmla="*/ 1666 w 24613"/>
                <a:gd name="csY3" fmla="*/ 6041 h 8660"/>
                <a:gd name="csX4" fmla="*/ 3205 w 24613"/>
                <a:gd name="csY4" fmla="*/ 2039 h 8660"/>
                <a:gd name="csX5" fmla="*/ 15512 w 24613"/>
                <a:gd name="csY5" fmla="*/ 41 h 8660"/>
              </a:gdLst>
              <a:ahLst/>
              <a:cxnLst>
                <a:cxn ang="0">
                  <a:pos x="csX0" y="csY0"/>
                </a:cxn>
                <a:cxn ang="0">
                  <a:pos x="csX1" y="csY1"/>
                </a:cxn>
                <a:cxn ang="0">
                  <a:pos x="csX2" y="csY2"/>
                </a:cxn>
                <a:cxn ang="0">
                  <a:pos x="csX3" y="csY3"/>
                </a:cxn>
                <a:cxn ang="0">
                  <a:pos x="csX4" y="csY4"/>
                </a:cxn>
                <a:cxn ang="0">
                  <a:pos x="csX5" y="csY5"/>
                </a:cxn>
              </a:cxnLst>
              <a:rect l="l" t="t" r="r" b="b"/>
              <a:pathLst>
                <a:path w="24613" h="8660">
                  <a:moveTo>
                    <a:pt x="15512" y="41"/>
                  </a:moveTo>
                  <a:lnTo>
                    <a:pt x="26279" y="6704"/>
                  </a:lnTo>
                  <a:lnTo>
                    <a:pt x="12433" y="8702"/>
                  </a:lnTo>
                  <a:lnTo>
                    <a:pt x="1666" y="6041"/>
                  </a:lnTo>
                  <a:lnTo>
                    <a:pt x="3205" y="2039"/>
                  </a:lnTo>
                  <a:lnTo>
                    <a:pt x="15512" y="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8" name="Forme libre : forme 656">
              <a:extLst>
                <a:ext uri="{FF2B5EF4-FFF2-40B4-BE49-F238E27FC236}">
                  <a16:creationId xmlns:a16="http://schemas.microsoft.com/office/drawing/2014/main" id="{1E49BA43-015D-E0FF-C243-EC0C39974581}"/>
                </a:ext>
              </a:extLst>
            </p:cNvPr>
            <p:cNvSpPr/>
            <p:nvPr/>
          </p:nvSpPr>
          <p:spPr>
            <a:xfrm>
              <a:off x="4567747" y="1951582"/>
              <a:ext cx="35381" cy="15994"/>
            </a:xfrm>
            <a:custGeom>
              <a:avLst/>
              <a:gdLst>
                <a:gd name="csX0" fmla="*/ 15535 w 35381"/>
                <a:gd name="csY0" fmla="*/ 36 h 15994"/>
                <a:gd name="csX1" fmla="*/ 29374 w 35381"/>
                <a:gd name="csY1" fmla="*/ 4702 h 15994"/>
                <a:gd name="csX2" fmla="*/ 35531 w 35381"/>
                <a:gd name="csY2" fmla="*/ 8697 h 15994"/>
                <a:gd name="csX3" fmla="*/ 37070 w 35381"/>
                <a:gd name="csY3" fmla="*/ 15367 h 15994"/>
                <a:gd name="csX4" fmla="*/ 15535 w 35381"/>
                <a:gd name="csY4" fmla="*/ 16031 h 15994"/>
                <a:gd name="csX5" fmla="*/ 4767 w 35381"/>
                <a:gd name="csY5" fmla="*/ 12029 h 15994"/>
                <a:gd name="csX6" fmla="*/ 1689 w 35381"/>
                <a:gd name="csY6" fmla="*/ 8697 h 15994"/>
                <a:gd name="csX7" fmla="*/ 9385 w 35381"/>
                <a:gd name="csY7" fmla="*/ 8697 h 15994"/>
                <a:gd name="csX8" fmla="*/ 9385 w 35381"/>
                <a:gd name="csY8" fmla="*/ 2034 h 15994"/>
                <a:gd name="csX9" fmla="*/ 15535 w 35381"/>
                <a:gd name="csY9" fmla="*/ 36 h 159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381" h="15994">
                  <a:moveTo>
                    <a:pt x="15535" y="36"/>
                  </a:moveTo>
                  <a:lnTo>
                    <a:pt x="29374" y="4702"/>
                  </a:lnTo>
                  <a:lnTo>
                    <a:pt x="35531" y="8697"/>
                  </a:lnTo>
                  <a:lnTo>
                    <a:pt x="37070" y="15367"/>
                  </a:lnTo>
                  <a:lnTo>
                    <a:pt x="15535" y="16031"/>
                  </a:lnTo>
                  <a:lnTo>
                    <a:pt x="4767" y="12029"/>
                  </a:lnTo>
                  <a:lnTo>
                    <a:pt x="1689" y="8697"/>
                  </a:lnTo>
                  <a:lnTo>
                    <a:pt x="9385" y="8697"/>
                  </a:lnTo>
                  <a:lnTo>
                    <a:pt x="9385" y="2034"/>
                  </a:lnTo>
                  <a:lnTo>
                    <a:pt x="15535" y="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79" name="Forme libre : forme 657">
              <a:extLst>
                <a:ext uri="{FF2B5EF4-FFF2-40B4-BE49-F238E27FC236}">
                  <a16:creationId xmlns:a16="http://schemas.microsoft.com/office/drawing/2014/main" id="{2C929475-389B-7637-D92F-54C1568D12A0}"/>
                </a:ext>
              </a:extLst>
            </p:cNvPr>
            <p:cNvSpPr/>
            <p:nvPr/>
          </p:nvSpPr>
          <p:spPr>
            <a:xfrm>
              <a:off x="4703115" y="1928255"/>
              <a:ext cx="39991" cy="18662"/>
            </a:xfrm>
            <a:custGeom>
              <a:avLst/>
              <a:gdLst>
                <a:gd name="csX0" fmla="*/ 1770 w 39991"/>
                <a:gd name="csY0" fmla="*/ 23 h 18662"/>
                <a:gd name="csX1" fmla="*/ 9460 w 39991"/>
                <a:gd name="csY1" fmla="*/ 687 h 18662"/>
                <a:gd name="csX2" fmla="*/ 41762 w 39991"/>
                <a:gd name="csY2" fmla="*/ 14683 h 18662"/>
                <a:gd name="csX3" fmla="*/ 34073 w 39991"/>
                <a:gd name="csY3" fmla="*/ 18685 h 18662"/>
                <a:gd name="csX4" fmla="*/ 12538 w 39991"/>
                <a:gd name="csY4" fmla="*/ 10018 h 18662"/>
                <a:gd name="csX5" fmla="*/ 3310 w 39991"/>
                <a:gd name="csY5" fmla="*/ 8020 h 18662"/>
                <a:gd name="csX6" fmla="*/ 1770 w 39991"/>
                <a:gd name="csY6" fmla="*/ 23 h 18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662">
                  <a:moveTo>
                    <a:pt x="1770" y="23"/>
                  </a:moveTo>
                  <a:lnTo>
                    <a:pt x="9460" y="687"/>
                  </a:lnTo>
                  <a:lnTo>
                    <a:pt x="41762" y="14683"/>
                  </a:lnTo>
                  <a:lnTo>
                    <a:pt x="34073" y="18685"/>
                  </a:lnTo>
                  <a:lnTo>
                    <a:pt x="12538" y="10018"/>
                  </a:lnTo>
                  <a:lnTo>
                    <a:pt x="3310" y="8020"/>
                  </a:lnTo>
                  <a:lnTo>
                    <a:pt x="1770" y="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0" name="Forme libre : forme 658">
              <a:extLst>
                <a:ext uri="{FF2B5EF4-FFF2-40B4-BE49-F238E27FC236}">
                  <a16:creationId xmlns:a16="http://schemas.microsoft.com/office/drawing/2014/main" id="{B0BC9246-4BCB-46CB-AD88-E3F61654B6D2}"/>
                </a:ext>
              </a:extLst>
            </p:cNvPr>
            <p:cNvSpPr/>
            <p:nvPr/>
          </p:nvSpPr>
          <p:spPr>
            <a:xfrm>
              <a:off x="4709265" y="1943584"/>
              <a:ext cx="21535" cy="9994"/>
            </a:xfrm>
            <a:custGeom>
              <a:avLst/>
              <a:gdLst>
                <a:gd name="csX0" fmla="*/ 1770 w 21535"/>
                <a:gd name="csY0" fmla="*/ 29 h 9994"/>
                <a:gd name="csX1" fmla="*/ 15616 w 21535"/>
                <a:gd name="csY1" fmla="*/ 3361 h 9994"/>
                <a:gd name="csX2" fmla="*/ 23305 w 21535"/>
                <a:gd name="csY2" fmla="*/ 6029 h 9994"/>
                <a:gd name="csX3" fmla="*/ 17148 w 21535"/>
                <a:gd name="csY3" fmla="*/ 10024 h 9994"/>
                <a:gd name="csX4" fmla="*/ 9459 w 21535"/>
                <a:gd name="csY4" fmla="*/ 7363 h 9994"/>
                <a:gd name="csX5" fmla="*/ 1770 w 21535"/>
                <a:gd name="csY5" fmla="*/ 29 h 9994"/>
              </a:gdLst>
              <a:ahLst/>
              <a:cxnLst>
                <a:cxn ang="0">
                  <a:pos x="csX0" y="csY0"/>
                </a:cxn>
                <a:cxn ang="0">
                  <a:pos x="csX1" y="csY1"/>
                </a:cxn>
                <a:cxn ang="0">
                  <a:pos x="csX2" y="csY2"/>
                </a:cxn>
                <a:cxn ang="0">
                  <a:pos x="csX3" y="csY3"/>
                </a:cxn>
                <a:cxn ang="0">
                  <a:pos x="csX4" y="csY4"/>
                </a:cxn>
                <a:cxn ang="0">
                  <a:pos x="csX5" y="csY5"/>
                </a:cxn>
              </a:cxnLst>
              <a:rect l="l" t="t" r="r" b="b"/>
              <a:pathLst>
                <a:path w="21535" h="9994">
                  <a:moveTo>
                    <a:pt x="1770" y="29"/>
                  </a:moveTo>
                  <a:lnTo>
                    <a:pt x="15616" y="3361"/>
                  </a:lnTo>
                  <a:lnTo>
                    <a:pt x="23305" y="6029"/>
                  </a:lnTo>
                  <a:lnTo>
                    <a:pt x="17148" y="10024"/>
                  </a:lnTo>
                  <a:lnTo>
                    <a:pt x="9459" y="7363"/>
                  </a:lnTo>
                  <a:lnTo>
                    <a:pt x="1770" y="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1" name="Forme libre : forme 659">
              <a:extLst>
                <a:ext uri="{FF2B5EF4-FFF2-40B4-BE49-F238E27FC236}">
                  <a16:creationId xmlns:a16="http://schemas.microsoft.com/office/drawing/2014/main" id="{6F54BBA5-DCE5-ECA2-60F8-EF583BDA46D2}"/>
                </a:ext>
              </a:extLst>
            </p:cNvPr>
            <p:cNvSpPr/>
            <p:nvPr/>
          </p:nvSpPr>
          <p:spPr>
            <a:xfrm>
              <a:off x="4691766" y="1942753"/>
              <a:ext cx="22109" cy="11492"/>
            </a:xfrm>
            <a:custGeom>
              <a:avLst/>
              <a:gdLst>
                <a:gd name="csX0" fmla="*/ 6952 w 22109"/>
                <a:gd name="csY0" fmla="*/ 194 h 11492"/>
                <a:gd name="csX1" fmla="*/ 16181 w 22109"/>
                <a:gd name="csY1" fmla="*/ 6857 h 11492"/>
                <a:gd name="csX2" fmla="*/ 23870 w 22109"/>
                <a:gd name="csY2" fmla="*/ 11522 h 11492"/>
                <a:gd name="csX3" fmla="*/ 15606 w 22109"/>
                <a:gd name="csY3" fmla="*/ 10024 h 11492"/>
                <a:gd name="csX4" fmla="*/ 1760 w 22109"/>
                <a:gd name="csY4" fmla="*/ 29 h 11492"/>
                <a:gd name="csX5" fmla="*/ 6952 w 22109"/>
                <a:gd name="csY5" fmla="*/ 194 h 11492"/>
              </a:gdLst>
              <a:ahLst/>
              <a:cxnLst>
                <a:cxn ang="0">
                  <a:pos x="csX0" y="csY0"/>
                </a:cxn>
                <a:cxn ang="0">
                  <a:pos x="csX1" y="csY1"/>
                </a:cxn>
                <a:cxn ang="0">
                  <a:pos x="csX2" y="csY2"/>
                </a:cxn>
                <a:cxn ang="0">
                  <a:pos x="csX3" y="csY3"/>
                </a:cxn>
                <a:cxn ang="0">
                  <a:pos x="csX4" y="csY4"/>
                </a:cxn>
                <a:cxn ang="0">
                  <a:pos x="csX5" y="csY5"/>
                </a:cxn>
              </a:cxnLst>
              <a:rect l="l" t="t" r="r" b="b"/>
              <a:pathLst>
                <a:path w="22109" h="11492">
                  <a:moveTo>
                    <a:pt x="6952" y="194"/>
                  </a:moveTo>
                  <a:lnTo>
                    <a:pt x="16181" y="6857"/>
                  </a:lnTo>
                  <a:lnTo>
                    <a:pt x="23870" y="11522"/>
                  </a:lnTo>
                  <a:lnTo>
                    <a:pt x="15606" y="10024"/>
                  </a:lnTo>
                  <a:lnTo>
                    <a:pt x="1760" y="29"/>
                  </a:lnTo>
                  <a:lnTo>
                    <a:pt x="6952" y="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2" name="Forme libre : forme 660">
              <a:extLst>
                <a:ext uri="{FF2B5EF4-FFF2-40B4-BE49-F238E27FC236}">
                  <a16:creationId xmlns:a16="http://schemas.microsoft.com/office/drawing/2014/main" id="{7EB43A80-D705-9358-110B-D2C38A3B4D74}"/>
                </a:ext>
              </a:extLst>
            </p:cNvPr>
            <p:cNvSpPr/>
            <p:nvPr/>
          </p:nvSpPr>
          <p:spPr>
            <a:xfrm>
              <a:off x="4723111" y="1923588"/>
              <a:ext cx="12306" cy="7333"/>
            </a:xfrm>
            <a:custGeom>
              <a:avLst/>
              <a:gdLst>
                <a:gd name="csX0" fmla="*/ 1776 w 12306"/>
                <a:gd name="csY0" fmla="*/ 1350 h 7333"/>
                <a:gd name="csX1" fmla="*/ 7926 w 12306"/>
                <a:gd name="csY1" fmla="*/ 16 h 7333"/>
                <a:gd name="csX2" fmla="*/ 14083 w 12306"/>
                <a:gd name="csY2" fmla="*/ 2014 h 7333"/>
                <a:gd name="csX3" fmla="*/ 7926 w 12306"/>
                <a:gd name="csY3" fmla="*/ 7349 h 7333"/>
                <a:gd name="csX4" fmla="*/ 1776 w 12306"/>
                <a:gd name="csY4" fmla="*/ 4018 h 7333"/>
                <a:gd name="csX5" fmla="*/ 1776 w 12306"/>
                <a:gd name="csY5" fmla="*/ 1350 h 7333"/>
              </a:gdLst>
              <a:ahLst/>
              <a:cxnLst>
                <a:cxn ang="0">
                  <a:pos x="csX0" y="csY0"/>
                </a:cxn>
                <a:cxn ang="0">
                  <a:pos x="csX1" y="csY1"/>
                </a:cxn>
                <a:cxn ang="0">
                  <a:pos x="csX2" y="csY2"/>
                </a:cxn>
                <a:cxn ang="0">
                  <a:pos x="csX3" y="csY3"/>
                </a:cxn>
                <a:cxn ang="0">
                  <a:pos x="csX4" y="csY4"/>
                </a:cxn>
                <a:cxn ang="0">
                  <a:pos x="csX5" y="csY5"/>
                </a:cxn>
              </a:cxnLst>
              <a:rect l="l" t="t" r="r" b="b"/>
              <a:pathLst>
                <a:path w="12306" h="7333">
                  <a:moveTo>
                    <a:pt x="1776" y="1350"/>
                  </a:moveTo>
                  <a:lnTo>
                    <a:pt x="7926" y="16"/>
                  </a:lnTo>
                  <a:lnTo>
                    <a:pt x="14083" y="2014"/>
                  </a:lnTo>
                  <a:lnTo>
                    <a:pt x="7926" y="7349"/>
                  </a:lnTo>
                  <a:lnTo>
                    <a:pt x="1776" y="4018"/>
                  </a:lnTo>
                  <a:lnTo>
                    <a:pt x="1776" y="13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3" name="Forme libre : forme 661">
              <a:extLst>
                <a:ext uri="{FF2B5EF4-FFF2-40B4-BE49-F238E27FC236}">
                  <a16:creationId xmlns:a16="http://schemas.microsoft.com/office/drawing/2014/main" id="{F928666A-75C5-59C8-F9D1-19FA45125525}"/>
                </a:ext>
              </a:extLst>
            </p:cNvPr>
            <p:cNvSpPr/>
            <p:nvPr/>
          </p:nvSpPr>
          <p:spPr>
            <a:xfrm>
              <a:off x="5146118" y="2016232"/>
              <a:ext cx="27685" cy="17328"/>
            </a:xfrm>
            <a:custGeom>
              <a:avLst/>
              <a:gdLst>
                <a:gd name="csX0" fmla="*/ 9728 w 27685"/>
                <a:gd name="csY0" fmla="*/ 76 h 17328"/>
                <a:gd name="csX1" fmla="*/ 17417 w 27685"/>
                <a:gd name="csY1" fmla="*/ 4078 h 17328"/>
                <a:gd name="csX2" fmla="*/ 29724 w 27685"/>
                <a:gd name="csY2" fmla="*/ 14073 h 17328"/>
                <a:gd name="csX3" fmla="*/ 25106 w 27685"/>
                <a:gd name="csY3" fmla="*/ 17404 h 17328"/>
                <a:gd name="csX4" fmla="*/ 9728 w 27685"/>
                <a:gd name="csY4" fmla="*/ 10071 h 17328"/>
                <a:gd name="csX5" fmla="*/ 2038 w 27685"/>
                <a:gd name="csY5" fmla="*/ 2074 h 17328"/>
                <a:gd name="csX6" fmla="*/ 9728 w 27685"/>
                <a:gd name="csY6" fmla="*/ 76 h 1732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7685" h="17328">
                  <a:moveTo>
                    <a:pt x="9728" y="76"/>
                  </a:moveTo>
                  <a:lnTo>
                    <a:pt x="17417" y="4078"/>
                  </a:lnTo>
                  <a:lnTo>
                    <a:pt x="29724" y="14073"/>
                  </a:lnTo>
                  <a:lnTo>
                    <a:pt x="25106" y="17404"/>
                  </a:lnTo>
                  <a:lnTo>
                    <a:pt x="9728" y="10071"/>
                  </a:lnTo>
                  <a:lnTo>
                    <a:pt x="2038" y="2074"/>
                  </a:lnTo>
                  <a:lnTo>
                    <a:pt x="9728" y="7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4" name="Forme libre : forme 662">
              <a:extLst>
                <a:ext uri="{FF2B5EF4-FFF2-40B4-BE49-F238E27FC236}">
                  <a16:creationId xmlns:a16="http://schemas.microsoft.com/office/drawing/2014/main" id="{18687213-257A-710A-15DB-A838734EB051}"/>
                </a:ext>
              </a:extLst>
            </p:cNvPr>
            <p:cNvSpPr/>
            <p:nvPr/>
          </p:nvSpPr>
          <p:spPr>
            <a:xfrm rot="4136763" flipV="1">
              <a:off x="5169596" y="2016122"/>
              <a:ext cx="20522" cy="8373"/>
            </a:xfrm>
            <a:custGeom>
              <a:avLst/>
              <a:gdLst>
                <a:gd name="csX0" fmla="*/ 2050 w 20522"/>
                <a:gd name="csY0" fmla="*/ 73 h 8373"/>
                <a:gd name="csX1" fmla="*/ 10615 w 20522"/>
                <a:gd name="csY1" fmla="*/ 73 h 8373"/>
                <a:gd name="csX2" fmla="*/ 22573 w 20522"/>
                <a:gd name="csY2" fmla="*/ 7010 h 8373"/>
                <a:gd name="csX3" fmla="*/ 5991 w 20522"/>
                <a:gd name="csY3" fmla="*/ 8447 h 8373"/>
                <a:gd name="csX4" fmla="*/ 2050 w 20522"/>
                <a:gd name="csY4" fmla="*/ 73 h 8373"/>
              </a:gdLst>
              <a:ahLst/>
              <a:cxnLst>
                <a:cxn ang="0">
                  <a:pos x="csX0" y="csY0"/>
                </a:cxn>
                <a:cxn ang="0">
                  <a:pos x="csX1" y="csY1"/>
                </a:cxn>
                <a:cxn ang="0">
                  <a:pos x="csX2" y="csY2"/>
                </a:cxn>
                <a:cxn ang="0">
                  <a:pos x="csX3" y="csY3"/>
                </a:cxn>
                <a:cxn ang="0">
                  <a:pos x="csX4" y="csY4"/>
                </a:cxn>
              </a:cxnLst>
              <a:rect l="l" t="t" r="r" b="b"/>
              <a:pathLst>
                <a:path w="20522" h="8373">
                  <a:moveTo>
                    <a:pt x="2050" y="73"/>
                  </a:moveTo>
                  <a:lnTo>
                    <a:pt x="10615" y="73"/>
                  </a:lnTo>
                  <a:lnTo>
                    <a:pt x="22573" y="7010"/>
                  </a:lnTo>
                  <a:lnTo>
                    <a:pt x="5991" y="8447"/>
                  </a:lnTo>
                  <a:lnTo>
                    <a:pt x="2050" y="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5" name="Forme libre : forme 663">
              <a:extLst>
                <a:ext uri="{FF2B5EF4-FFF2-40B4-BE49-F238E27FC236}">
                  <a16:creationId xmlns:a16="http://schemas.microsoft.com/office/drawing/2014/main" id="{A5690AC8-8792-80F3-DF84-A0CBDCE82C5E}"/>
                </a:ext>
              </a:extLst>
            </p:cNvPr>
            <p:cNvSpPr/>
            <p:nvPr/>
          </p:nvSpPr>
          <p:spPr>
            <a:xfrm rot="444053" flipV="1">
              <a:off x="5179488" y="2041729"/>
              <a:ext cx="23649" cy="5684"/>
            </a:xfrm>
            <a:custGeom>
              <a:avLst/>
              <a:gdLst>
                <a:gd name="csX0" fmla="*/ 2057 w 23649"/>
                <a:gd name="csY0" fmla="*/ 5773 h 5684"/>
                <a:gd name="csX1" fmla="*/ 17565 w 23649"/>
                <a:gd name="csY1" fmla="*/ 5773 h 5684"/>
                <a:gd name="csX2" fmla="*/ 25706 w 23649"/>
                <a:gd name="csY2" fmla="*/ 2797 h 5684"/>
                <a:gd name="csX3" fmla="*/ 15205 w 23649"/>
                <a:gd name="csY3" fmla="*/ 88 h 5684"/>
                <a:gd name="csX4" fmla="*/ 2057 w 23649"/>
                <a:gd name="csY4" fmla="*/ 5773 h 5684"/>
              </a:gdLst>
              <a:ahLst/>
              <a:cxnLst>
                <a:cxn ang="0">
                  <a:pos x="csX0" y="csY0"/>
                </a:cxn>
                <a:cxn ang="0">
                  <a:pos x="csX1" y="csY1"/>
                </a:cxn>
                <a:cxn ang="0">
                  <a:pos x="csX2" y="csY2"/>
                </a:cxn>
                <a:cxn ang="0">
                  <a:pos x="csX3" y="csY3"/>
                </a:cxn>
                <a:cxn ang="0">
                  <a:pos x="csX4" y="csY4"/>
                </a:cxn>
              </a:cxnLst>
              <a:rect l="l" t="t" r="r" b="b"/>
              <a:pathLst>
                <a:path w="23649" h="5684">
                  <a:moveTo>
                    <a:pt x="2057" y="5773"/>
                  </a:moveTo>
                  <a:lnTo>
                    <a:pt x="17565" y="5773"/>
                  </a:lnTo>
                  <a:lnTo>
                    <a:pt x="25706" y="2797"/>
                  </a:lnTo>
                  <a:lnTo>
                    <a:pt x="15205" y="88"/>
                  </a:lnTo>
                  <a:lnTo>
                    <a:pt x="2057" y="57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6" name="Forme libre : forme 664">
              <a:extLst>
                <a:ext uri="{FF2B5EF4-FFF2-40B4-BE49-F238E27FC236}">
                  <a16:creationId xmlns:a16="http://schemas.microsoft.com/office/drawing/2014/main" id="{938AAB4D-D9B8-B4A8-1C82-9B97908F8ADB}"/>
                </a:ext>
              </a:extLst>
            </p:cNvPr>
            <p:cNvSpPr/>
            <p:nvPr/>
          </p:nvSpPr>
          <p:spPr>
            <a:xfrm rot="6263354" flipV="1">
              <a:off x="5213389" y="2189380"/>
              <a:ext cx="8482" cy="8941"/>
            </a:xfrm>
            <a:custGeom>
              <a:avLst/>
              <a:gdLst>
                <a:gd name="csX0" fmla="*/ 4366 w 8482"/>
                <a:gd name="csY0" fmla="*/ 178 h 8941"/>
                <a:gd name="csX1" fmla="*/ 10557 w 8482"/>
                <a:gd name="csY1" fmla="*/ 178 h 8941"/>
                <a:gd name="csX2" fmla="*/ 8648 w 8482"/>
                <a:gd name="csY2" fmla="*/ 7628 h 8941"/>
                <a:gd name="csX3" fmla="*/ 2074 w 8482"/>
                <a:gd name="csY3" fmla="*/ 9120 h 8941"/>
                <a:gd name="csX4" fmla="*/ 4366 w 8482"/>
                <a:gd name="csY4" fmla="*/ 178 h 8941"/>
              </a:gdLst>
              <a:ahLst/>
              <a:cxnLst>
                <a:cxn ang="0">
                  <a:pos x="csX0" y="csY0"/>
                </a:cxn>
                <a:cxn ang="0">
                  <a:pos x="csX1" y="csY1"/>
                </a:cxn>
                <a:cxn ang="0">
                  <a:pos x="csX2" y="csY2"/>
                </a:cxn>
                <a:cxn ang="0">
                  <a:pos x="csX3" y="csY3"/>
                </a:cxn>
                <a:cxn ang="0">
                  <a:pos x="csX4" y="csY4"/>
                </a:cxn>
              </a:cxnLst>
              <a:rect l="l" t="t" r="r" b="b"/>
              <a:pathLst>
                <a:path w="8482" h="8941">
                  <a:moveTo>
                    <a:pt x="4366" y="178"/>
                  </a:moveTo>
                  <a:lnTo>
                    <a:pt x="10557" y="178"/>
                  </a:lnTo>
                  <a:lnTo>
                    <a:pt x="8648" y="7628"/>
                  </a:lnTo>
                  <a:lnTo>
                    <a:pt x="2074" y="9120"/>
                  </a:lnTo>
                  <a:lnTo>
                    <a:pt x="4366" y="17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7" name="Forme libre : forme 665">
              <a:extLst>
                <a:ext uri="{FF2B5EF4-FFF2-40B4-BE49-F238E27FC236}">
                  <a16:creationId xmlns:a16="http://schemas.microsoft.com/office/drawing/2014/main" id="{33EA120F-2DB7-F3E1-565E-2D236855465B}"/>
                </a:ext>
              </a:extLst>
            </p:cNvPr>
            <p:cNvSpPr/>
            <p:nvPr/>
          </p:nvSpPr>
          <p:spPr>
            <a:xfrm>
              <a:off x="5193793" y="2206182"/>
              <a:ext cx="21535" cy="12662"/>
            </a:xfrm>
            <a:custGeom>
              <a:avLst/>
              <a:gdLst>
                <a:gd name="csX0" fmla="*/ 15913 w 21535"/>
                <a:gd name="csY0" fmla="*/ 854 h 12662"/>
                <a:gd name="csX1" fmla="*/ 12835 w 21535"/>
                <a:gd name="csY1" fmla="*/ 7517 h 12662"/>
                <a:gd name="csX2" fmla="*/ 2067 w 21535"/>
                <a:gd name="csY2" fmla="*/ 11519 h 12662"/>
                <a:gd name="csX3" fmla="*/ 11295 w 21535"/>
                <a:gd name="csY3" fmla="*/ 12853 h 12662"/>
                <a:gd name="csX4" fmla="*/ 22063 w 21535"/>
                <a:gd name="csY4" fmla="*/ 6853 h 12662"/>
                <a:gd name="csX5" fmla="*/ 23602 w 21535"/>
                <a:gd name="csY5" fmla="*/ 190 h 12662"/>
                <a:gd name="csX6" fmla="*/ 15913 w 21535"/>
                <a:gd name="csY6" fmla="*/ 854 h 1266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535" h="12662">
                  <a:moveTo>
                    <a:pt x="15913" y="854"/>
                  </a:moveTo>
                  <a:lnTo>
                    <a:pt x="12835" y="7517"/>
                  </a:lnTo>
                  <a:lnTo>
                    <a:pt x="2067" y="11519"/>
                  </a:lnTo>
                  <a:lnTo>
                    <a:pt x="11295" y="12853"/>
                  </a:lnTo>
                  <a:lnTo>
                    <a:pt x="22063" y="6853"/>
                  </a:lnTo>
                  <a:lnTo>
                    <a:pt x="23602" y="190"/>
                  </a:lnTo>
                  <a:lnTo>
                    <a:pt x="15913" y="8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8" name="Forme libre : forme 666">
              <a:extLst>
                <a:ext uri="{FF2B5EF4-FFF2-40B4-BE49-F238E27FC236}">
                  <a16:creationId xmlns:a16="http://schemas.microsoft.com/office/drawing/2014/main" id="{625479F4-3BF0-C4DF-1238-EB4BD3AB50D6}"/>
                </a:ext>
              </a:extLst>
            </p:cNvPr>
            <p:cNvSpPr/>
            <p:nvPr/>
          </p:nvSpPr>
          <p:spPr>
            <a:xfrm rot="8207722" flipV="1">
              <a:off x="5205967" y="2253607"/>
              <a:ext cx="16691" cy="6232"/>
            </a:xfrm>
            <a:custGeom>
              <a:avLst/>
              <a:gdLst>
                <a:gd name="csX0" fmla="*/ 6109 w 16691"/>
                <a:gd name="csY0" fmla="*/ 217 h 6232"/>
                <a:gd name="csX1" fmla="*/ 18765 w 16691"/>
                <a:gd name="csY1" fmla="*/ 217 h 6232"/>
                <a:gd name="csX2" fmla="*/ 14072 w 16691"/>
                <a:gd name="csY2" fmla="*/ 6449 h 6232"/>
                <a:gd name="csX3" fmla="*/ 2073 w 16691"/>
                <a:gd name="csY3" fmla="*/ 4917 h 6232"/>
                <a:gd name="csX4" fmla="*/ 6109 w 16691"/>
                <a:gd name="csY4" fmla="*/ 217 h 6232"/>
              </a:gdLst>
              <a:ahLst/>
              <a:cxnLst>
                <a:cxn ang="0">
                  <a:pos x="csX0" y="csY0"/>
                </a:cxn>
                <a:cxn ang="0">
                  <a:pos x="csX1" y="csY1"/>
                </a:cxn>
                <a:cxn ang="0">
                  <a:pos x="csX2" y="csY2"/>
                </a:cxn>
                <a:cxn ang="0">
                  <a:pos x="csX3" y="csY3"/>
                </a:cxn>
                <a:cxn ang="0">
                  <a:pos x="csX4" y="csY4"/>
                </a:cxn>
              </a:cxnLst>
              <a:rect l="l" t="t" r="r" b="b"/>
              <a:pathLst>
                <a:path w="16691" h="6232">
                  <a:moveTo>
                    <a:pt x="6109" y="217"/>
                  </a:moveTo>
                  <a:lnTo>
                    <a:pt x="18765" y="217"/>
                  </a:lnTo>
                  <a:lnTo>
                    <a:pt x="14072" y="6449"/>
                  </a:lnTo>
                  <a:lnTo>
                    <a:pt x="2073" y="4917"/>
                  </a:lnTo>
                  <a:lnTo>
                    <a:pt x="6109" y="2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89" name="Forme libre : forme 667">
              <a:extLst>
                <a:ext uri="{FF2B5EF4-FFF2-40B4-BE49-F238E27FC236}">
                  <a16:creationId xmlns:a16="http://schemas.microsoft.com/office/drawing/2014/main" id="{D448D8BF-3432-8D1D-F232-B71DA61B930D}"/>
                </a:ext>
              </a:extLst>
            </p:cNvPr>
            <p:cNvSpPr/>
            <p:nvPr/>
          </p:nvSpPr>
          <p:spPr>
            <a:xfrm>
              <a:off x="5187629" y="2300156"/>
              <a:ext cx="13846" cy="31994"/>
            </a:xfrm>
            <a:custGeom>
              <a:avLst/>
              <a:gdLst>
                <a:gd name="csX0" fmla="*/ 5138 w 13846"/>
                <a:gd name="csY0" fmla="*/ 255 h 31994"/>
                <a:gd name="csX1" fmla="*/ 2060 w 13846"/>
                <a:gd name="csY1" fmla="*/ 7588 h 31994"/>
                <a:gd name="csX2" fmla="*/ 3599 w 13846"/>
                <a:gd name="csY2" fmla="*/ 30245 h 31994"/>
                <a:gd name="csX3" fmla="*/ 11288 w 13846"/>
                <a:gd name="csY3" fmla="*/ 32250 h 31994"/>
                <a:gd name="csX4" fmla="*/ 11288 w 13846"/>
                <a:gd name="csY4" fmla="*/ 12917 h 31994"/>
                <a:gd name="csX5" fmla="*/ 15906 w 13846"/>
                <a:gd name="csY5" fmla="*/ 2923 h 31994"/>
                <a:gd name="csX6" fmla="*/ 5138 w 13846"/>
                <a:gd name="csY6" fmla="*/ 255 h 3199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6" h="31994">
                  <a:moveTo>
                    <a:pt x="5138" y="255"/>
                  </a:moveTo>
                  <a:lnTo>
                    <a:pt x="2060" y="7588"/>
                  </a:lnTo>
                  <a:lnTo>
                    <a:pt x="3599" y="30245"/>
                  </a:lnTo>
                  <a:lnTo>
                    <a:pt x="11288" y="32250"/>
                  </a:lnTo>
                  <a:lnTo>
                    <a:pt x="11288" y="12917"/>
                  </a:lnTo>
                  <a:lnTo>
                    <a:pt x="15906" y="2923"/>
                  </a:lnTo>
                  <a:lnTo>
                    <a:pt x="5138" y="2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0" name="Forme libre : forme 668">
              <a:extLst>
                <a:ext uri="{FF2B5EF4-FFF2-40B4-BE49-F238E27FC236}">
                  <a16:creationId xmlns:a16="http://schemas.microsoft.com/office/drawing/2014/main" id="{49510FEE-0150-47EB-CCF2-A31A2875D216}"/>
                </a:ext>
              </a:extLst>
            </p:cNvPr>
            <p:cNvSpPr/>
            <p:nvPr/>
          </p:nvSpPr>
          <p:spPr>
            <a:xfrm>
              <a:off x="5190708" y="2353474"/>
              <a:ext cx="38459" cy="16158"/>
            </a:xfrm>
            <a:custGeom>
              <a:avLst/>
              <a:gdLst>
                <a:gd name="csX0" fmla="*/ 20533 w 38459"/>
                <a:gd name="csY0" fmla="*/ 281 h 16158"/>
                <a:gd name="csX1" fmla="*/ 5148 w 38459"/>
                <a:gd name="csY1" fmla="*/ 2279 h 16158"/>
                <a:gd name="csX2" fmla="*/ 2070 w 38459"/>
                <a:gd name="csY2" fmla="*/ 8142 h 16158"/>
                <a:gd name="csX3" fmla="*/ 12837 w 38459"/>
                <a:gd name="csY3" fmla="*/ 15516 h 16158"/>
                <a:gd name="csX4" fmla="*/ 26683 w 38459"/>
                <a:gd name="csY4" fmla="*/ 15516 h 16158"/>
                <a:gd name="csX5" fmla="*/ 40529 w 38459"/>
                <a:gd name="csY5" fmla="*/ 16440 h 16158"/>
                <a:gd name="csX6" fmla="*/ 38990 w 38459"/>
                <a:gd name="csY6" fmla="*/ 11829 h 16158"/>
                <a:gd name="csX7" fmla="*/ 25144 w 38459"/>
                <a:gd name="csY7" fmla="*/ 9058 h 16158"/>
                <a:gd name="csX8" fmla="*/ 20533 w 38459"/>
                <a:gd name="csY8" fmla="*/ 281 h 16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8459" h="16158">
                  <a:moveTo>
                    <a:pt x="20533" y="281"/>
                  </a:moveTo>
                  <a:lnTo>
                    <a:pt x="5148" y="2279"/>
                  </a:lnTo>
                  <a:lnTo>
                    <a:pt x="2070" y="8142"/>
                  </a:lnTo>
                  <a:lnTo>
                    <a:pt x="12837" y="15516"/>
                  </a:lnTo>
                  <a:lnTo>
                    <a:pt x="26683" y="15516"/>
                  </a:lnTo>
                  <a:lnTo>
                    <a:pt x="40529" y="16440"/>
                  </a:lnTo>
                  <a:lnTo>
                    <a:pt x="38990" y="11829"/>
                  </a:lnTo>
                  <a:lnTo>
                    <a:pt x="25144" y="9058"/>
                  </a:lnTo>
                  <a:lnTo>
                    <a:pt x="20533" y="28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1" name="Forme libre : forme 669">
              <a:extLst>
                <a:ext uri="{FF2B5EF4-FFF2-40B4-BE49-F238E27FC236}">
                  <a16:creationId xmlns:a16="http://schemas.microsoft.com/office/drawing/2014/main" id="{F5F82BD0-BCB5-80A5-74A3-2D0E18D0BF98}"/>
                </a:ext>
              </a:extLst>
            </p:cNvPr>
            <p:cNvSpPr/>
            <p:nvPr/>
          </p:nvSpPr>
          <p:spPr>
            <a:xfrm>
              <a:off x="5161476" y="2368709"/>
              <a:ext cx="15385" cy="14755"/>
            </a:xfrm>
            <a:custGeom>
              <a:avLst/>
              <a:gdLst>
                <a:gd name="csX0" fmla="*/ 8202 w 15385"/>
                <a:gd name="csY0" fmla="*/ 290 h 14755"/>
                <a:gd name="csX1" fmla="*/ 2045 w 15385"/>
                <a:gd name="csY1" fmla="*/ 6748 h 14755"/>
                <a:gd name="csX2" fmla="*/ 5123 w 15385"/>
                <a:gd name="csY2" fmla="*/ 12282 h 14755"/>
                <a:gd name="csX3" fmla="*/ 11280 w 15385"/>
                <a:gd name="csY3" fmla="*/ 15046 h 14755"/>
                <a:gd name="csX4" fmla="*/ 17430 w 15385"/>
                <a:gd name="csY4" fmla="*/ 13206 h 14755"/>
                <a:gd name="csX5" fmla="*/ 17430 w 15385"/>
                <a:gd name="csY5" fmla="*/ 6748 h 14755"/>
                <a:gd name="csX6" fmla="*/ 8202 w 15385"/>
                <a:gd name="csY6" fmla="*/ 290 h 1475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85" h="14755">
                  <a:moveTo>
                    <a:pt x="8202" y="290"/>
                  </a:moveTo>
                  <a:lnTo>
                    <a:pt x="2045" y="6748"/>
                  </a:lnTo>
                  <a:lnTo>
                    <a:pt x="5123" y="12282"/>
                  </a:lnTo>
                  <a:lnTo>
                    <a:pt x="11280" y="15046"/>
                  </a:lnTo>
                  <a:lnTo>
                    <a:pt x="17430" y="13206"/>
                  </a:lnTo>
                  <a:lnTo>
                    <a:pt x="17430" y="6748"/>
                  </a:lnTo>
                  <a:lnTo>
                    <a:pt x="8202" y="2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2" name="Forme libre : forme 670">
              <a:extLst>
                <a:ext uri="{FF2B5EF4-FFF2-40B4-BE49-F238E27FC236}">
                  <a16:creationId xmlns:a16="http://schemas.microsoft.com/office/drawing/2014/main" id="{CF17AFD0-302D-77FE-98D4-FA61050873E3}"/>
                </a:ext>
              </a:extLst>
            </p:cNvPr>
            <p:cNvSpPr/>
            <p:nvPr/>
          </p:nvSpPr>
          <p:spPr>
            <a:xfrm>
              <a:off x="5136870" y="2398227"/>
              <a:ext cx="26152" cy="13839"/>
            </a:xfrm>
            <a:custGeom>
              <a:avLst/>
              <a:gdLst>
                <a:gd name="csX0" fmla="*/ 2031 w 26152"/>
                <a:gd name="csY0" fmla="*/ 7688 h 13839"/>
                <a:gd name="csX1" fmla="*/ 2031 w 26152"/>
                <a:gd name="csY1" fmla="*/ 4001 h 13839"/>
                <a:gd name="csX2" fmla="*/ 14338 w 26152"/>
                <a:gd name="csY2" fmla="*/ 307 h 13839"/>
                <a:gd name="csX3" fmla="*/ 22027 w 26152"/>
                <a:gd name="csY3" fmla="*/ 4001 h 13839"/>
                <a:gd name="csX4" fmla="*/ 28184 w 26152"/>
                <a:gd name="csY4" fmla="*/ 10452 h 13839"/>
                <a:gd name="csX5" fmla="*/ 14338 w 26152"/>
                <a:gd name="csY5" fmla="*/ 14146 h 13839"/>
                <a:gd name="csX6" fmla="*/ 2031 w 26152"/>
                <a:gd name="csY6" fmla="*/ 7688 h 13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52" h="13839">
                  <a:moveTo>
                    <a:pt x="2031" y="7688"/>
                  </a:moveTo>
                  <a:lnTo>
                    <a:pt x="2031" y="4001"/>
                  </a:lnTo>
                  <a:lnTo>
                    <a:pt x="14338" y="307"/>
                  </a:lnTo>
                  <a:lnTo>
                    <a:pt x="22027" y="4001"/>
                  </a:lnTo>
                  <a:lnTo>
                    <a:pt x="28184" y="10452"/>
                  </a:lnTo>
                  <a:lnTo>
                    <a:pt x="14338" y="14146"/>
                  </a:lnTo>
                  <a:lnTo>
                    <a:pt x="2031" y="768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3" name="Forme libre : forme 671">
              <a:extLst>
                <a:ext uri="{FF2B5EF4-FFF2-40B4-BE49-F238E27FC236}">
                  <a16:creationId xmlns:a16="http://schemas.microsoft.com/office/drawing/2014/main" id="{6D28E2BE-6C1C-E40B-4F5F-46B21E0D0668}"/>
                </a:ext>
              </a:extLst>
            </p:cNvPr>
            <p:cNvSpPr/>
            <p:nvPr/>
          </p:nvSpPr>
          <p:spPr>
            <a:xfrm>
              <a:off x="5059957" y="2444349"/>
              <a:ext cx="36920" cy="14755"/>
            </a:xfrm>
            <a:custGeom>
              <a:avLst/>
              <a:gdLst>
                <a:gd name="csX0" fmla="*/ 3526 w 36920"/>
                <a:gd name="csY0" fmla="*/ 11403 h 14755"/>
                <a:gd name="csX1" fmla="*/ 1987 w 36920"/>
                <a:gd name="csY1" fmla="*/ 6792 h 14755"/>
                <a:gd name="csX2" fmla="*/ 12755 w 36920"/>
                <a:gd name="csY2" fmla="*/ 2182 h 14755"/>
                <a:gd name="csX3" fmla="*/ 29679 w 36920"/>
                <a:gd name="csY3" fmla="*/ 335 h 14755"/>
                <a:gd name="csX4" fmla="*/ 37368 w 36920"/>
                <a:gd name="csY4" fmla="*/ 3098 h 14755"/>
                <a:gd name="csX5" fmla="*/ 31212 w 36920"/>
                <a:gd name="csY5" fmla="*/ 6792 h 14755"/>
                <a:gd name="csX6" fmla="*/ 38908 w 36920"/>
                <a:gd name="csY6" fmla="*/ 9556 h 14755"/>
                <a:gd name="csX7" fmla="*/ 31212 w 36920"/>
                <a:gd name="csY7" fmla="*/ 15090 h 14755"/>
                <a:gd name="csX8" fmla="*/ 14294 w 36920"/>
                <a:gd name="csY8" fmla="*/ 15090 h 14755"/>
                <a:gd name="csX9" fmla="*/ 3526 w 36920"/>
                <a:gd name="csY9" fmla="*/ 11403 h 14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6920" h="14755">
                  <a:moveTo>
                    <a:pt x="3526" y="11403"/>
                  </a:moveTo>
                  <a:lnTo>
                    <a:pt x="1987" y="6792"/>
                  </a:lnTo>
                  <a:lnTo>
                    <a:pt x="12755" y="2182"/>
                  </a:lnTo>
                  <a:lnTo>
                    <a:pt x="29679" y="335"/>
                  </a:lnTo>
                  <a:lnTo>
                    <a:pt x="37368" y="3098"/>
                  </a:lnTo>
                  <a:lnTo>
                    <a:pt x="31212" y="6792"/>
                  </a:lnTo>
                  <a:lnTo>
                    <a:pt x="38908" y="9556"/>
                  </a:lnTo>
                  <a:lnTo>
                    <a:pt x="31212" y="15090"/>
                  </a:lnTo>
                  <a:lnTo>
                    <a:pt x="14294" y="15090"/>
                  </a:lnTo>
                  <a:lnTo>
                    <a:pt x="3526" y="114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4" name="Forme libre : forme 672">
              <a:extLst>
                <a:ext uri="{FF2B5EF4-FFF2-40B4-BE49-F238E27FC236}">
                  <a16:creationId xmlns:a16="http://schemas.microsoft.com/office/drawing/2014/main" id="{7B818998-6932-D88A-46F3-B779C2B3D396}"/>
                </a:ext>
              </a:extLst>
            </p:cNvPr>
            <p:cNvSpPr/>
            <p:nvPr/>
          </p:nvSpPr>
          <p:spPr>
            <a:xfrm>
              <a:off x="5089182" y="2460035"/>
              <a:ext cx="43070" cy="17526"/>
            </a:xfrm>
            <a:custGeom>
              <a:avLst/>
              <a:gdLst>
                <a:gd name="csX0" fmla="*/ 2006 w 43070"/>
                <a:gd name="csY0" fmla="*/ 4033 h 17526"/>
                <a:gd name="csX1" fmla="*/ 18931 w 43070"/>
                <a:gd name="csY1" fmla="*/ 346 h 17526"/>
                <a:gd name="csX2" fmla="*/ 38927 w 43070"/>
                <a:gd name="csY2" fmla="*/ 4033 h 17526"/>
                <a:gd name="csX3" fmla="*/ 45077 w 43070"/>
                <a:gd name="csY3" fmla="*/ 8644 h 17526"/>
                <a:gd name="csX4" fmla="*/ 40459 w 43070"/>
                <a:gd name="csY4" fmla="*/ 17873 h 17526"/>
                <a:gd name="csX5" fmla="*/ 17391 w 43070"/>
                <a:gd name="csY5" fmla="*/ 7721 h 17526"/>
                <a:gd name="csX6" fmla="*/ 2006 w 43070"/>
                <a:gd name="csY6" fmla="*/ 4033 h 175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070" h="17526">
                  <a:moveTo>
                    <a:pt x="2006" y="4033"/>
                  </a:moveTo>
                  <a:lnTo>
                    <a:pt x="18931" y="346"/>
                  </a:lnTo>
                  <a:lnTo>
                    <a:pt x="38927" y="4033"/>
                  </a:lnTo>
                  <a:lnTo>
                    <a:pt x="45077" y="8644"/>
                  </a:lnTo>
                  <a:lnTo>
                    <a:pt x="40459" y="17873"/>
                  </a:lnTo>
                  <a:lnTo>
                    <a:pt x="17391" y="7721"/>
                  </a:lnTo>
                  <a:lnTo>
                    <a:pt x="2006" y="403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5" name="Forme libre : forme 673">
              <a:extLst>
                <a:ext uri="{FF2B5EF4-FFF2-40B4-BE49-F238E27FC236}">
                  <a16:creationId xmlns:a16="http://schemas.microsoft.com/office/drawing/2014/main" id="{3F245791-68C5-CEA3-E2AF-F663331A65AB}"/>
                </a:ext>
              </a:extLst>
            </p:cNvPr>
            <p:cNvSpPr/>
            <p:nvPr/>
          </p:nvSpPr>
          <p:spPr>
            <a:xfrm>
              <a:off x="5078414" y="2472944"/>
              <a:ext cx="53837" cy="28595"/>
            </a:xfrm>
            <a:custGeom>
              <a:avLst/>
              <a:gdLst>
                <a:gd name="csX0" fmla="*/ 2002 w 53837"/>
                <a:gd name="csY0" fmla="*/ 4046 h 28595"/>
                <a:gd name="csX1" fmla="*/ 6620 w 53837"/>
                <a:gd name="csY1" fmla="*/ 358 h 28595"/>
                <a:gd name="csX2" fmla="*/ 28155 w 53837"/>
                <a:gd name="csY2" fmla="*/ 358 h 28595"/>
                <a:gd name="csX3" fmla="*/ 41994 w 53837"/>
                <a:gd name="csY3" fmla="*/ 9580 h 28595"/>
                <a:gd name="csX4" fmla="*/ 55840 w 53837"/>
                <a:gd name="csY4" fmla="*/ 11427 h 28595"/>
                <a:gd name="csX5" fmla="*/ 55840 w 53837"/>
                <a:gd name="csY5" fmla="*/ 15114 h 28595"/>
                <a:gd name="csX6" fmla="*/ 49540 w 53837"/>
                <a:gd name="csY6" fmla="*/ 19691 h 28595"/>
                <a:gd name="csX7" fmla="*/ 49683 w 53837"/>
                <a:gd name="csY7" fmla="*/ 24342 h 28595"/>
                <a:gd name="csX8" fmla="*/ 46612 w 53837"/>
                <a:gd name="csY8" fmla="*/ 28953 h 28595"/>
                <a:gd name="csX9" fmla="*/ 20459 w 53837"/>
                <a:gd name="csY9" fmla="*/ 18808 h 28595"/>
                <a:gd name="csX10" fmla="*/ 2002 w 53837"/>
                <a:gd name="csY10" fmla="*/ 4046 h 28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3837" h="28595">
                  <a:moveTo>
                    <a:pt x="2002" y="4046"/>
                  </a:moveTo>
                  <a:lnTo>
                    <a:pt x="6620" y="358"/>
                  </a:lnTo>
                  <a:lnTo>
                    <a:pt x="28155" y="358"/>
                  </a:lnTo>
                  <a:lnTo>
                    <a:pt x="41994" y="9580"/>
                  </a:lnTo>
                  <a:lnTo>
                    <a:pt x="55840" y="11427"/>
                  </a:lnTo>
                  <a:lnTo>
                    <a:pt x="55840" y="15114"/>
                  </a:lnTo>
                  <a:lnTo>
                    <a:pt x="49540" y="19691"/>
                  </a:lnTo>
                  <a:lnTo>
                    <a:pt x="49683" y="24342"/>
                  </a:lnTo>
                  <a:lnTo>
                    <a:pt x="46612" y="28953"/>
                  </a:lnTo>
                  <a:lnTo>
                    <a:pt x="20459" y="18808"/>
                  </a:lnTo>
                  <a:lnTo>
                    <a:pt x="2002" y="40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6" name="Forme libre : forme 674">
              <a:extLst>
                <a:ext uri="{FF2B5EF4-FFF2-40B4-BE49-F238E27FC236}">
                  <a16:creationId xmlns:a16="http://schemas.microsoft.com/office/drawing/2014/main" id="{168F36A7-BA59-BE7E-5955-E0B271364914}"/>
                </a:ext>
              </a:extLst>
            </p:cNvPr>
            <p:cNvSpPr/>
            <p:nvPr/>
          </p:nvSpPr>
          <p:spPr>
            <a:xfrm>
              <a:off x="4998430" y="2545813"/>
              <a:ext cx="59987" cy="18449"/>
            </a:xfrm>
            <a:custGeom>
              <a:avLst/>
              <a:gdLst>
                <a:gd name="csX0" fmla="*/ 1955 w 59987"/>
                <a:gd name="csY0" fmla="*/ 18847 h 18449"/>
                <a:gd name="csX1" fmla="*/ 1955 w 59987"/>
                <a:gd name="csY1" fmla="*/ 16083 h 18449"/>
                <a:gd name="csX2" fmla="*/ 18872 w 59987"/>
                <a:gd name="csY2" fmla="*/ 7778 h 18449"/>
                <a:gd name="csX3" fmla="*/ 55793 w 59987"/>
                <a:gd name="csY3" fmla="*/ 397 h 18449"/>
                <a:gd name="csX4" fmla="*/ 61943 w 59987"/>
                <a:gd name="csY4" fmla="*/ 6854 h 18449"/>
                <a:gd name="csX5" fmla="*/ 60404 w 59987"/>
                <a:gd name="csY5" fmla="*/ 15159 h 18449"/>
                <a:gd name="csX6" fmla="*/ 51175 w 59987"/>
                <a:gd name="csY6" fmla="*/ 16083 h 18449"/>
                <a:gd name="csX7" fmla="*/ 38868 w 59987"/>
                <a:gd name="csY7" fmla="*/ 14236 h 18449"/>
                <a:gd name="csX8" fmla="*/ 1955 w 59987"/>
                <a:gd name="csY8" fmla="*/ 18847 h 184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9987" h="18449">
                  <a:moveTo>
                    <a:pt x="1955" y="18847"/>
                  </a:moveTo>
                  <a:lnTo>
                    <a:pt x="1955" y="16083"/>
                  </a:lnTo>
                  <a:lnTo>
                    <a:pt x="18872" y="7778"/>
                  </a:lnTo>
                  <a:lnTo>
                    <a:pt x="55793" y="397"/>
                  </a:lnTo>
                  <a:lnTo>
                    <a:pt x="61943" y="6854"/>
                  </a:lnTo>
                  <a:lnTo>
                    <a:pt x="60404" y="15159"/>
                  </a:lnTo>
                  <a:lnTo>
                    <a:pt x="51175" y="16083"/>
                  </a:lnTo>
                  <a:lnTo>
                    <a:pt x="38868" y="14236"/>
                  </a:lnTo>
                  <a:lnTo>
                    <a:pt x="1955" y="1884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7" name="Forme libre : forme 675">
              <a:extLst>
                <a:ext uri="{FF2B5EF4-FFF2-40B4-BE49-F238E27FC236}">
                  <a16:creationId xmlns:a16="http://schemas.microsoft.com/office/drawing/2014/main" id="{6AA46C31-C8B1-1E42-67F4-6DCCDB9842B1}"/>
                </a:ext>
              </a:extLst>
            </p:cNvPr>
            <p:cNvSpPr/>
            <p:nvPr/>
          </p:nvSpPr>
          <p:spPr>
            <a:xfrm>
              <a:off x="3786815" y="4132378"/>
              <a:ext cx="203038" cy="76871"/>
            </a:xfrm>
            <a:custGeom>
              <a:avLst/>
              <a:gdLst>
                <a:gd name="csX0" fmla="*/ 3296 w 203038"/>
                <a:gd name="csY0" fmla="*/ 13686 h 76871"/>
                <a:gd name="csX1" fmla="*/ 22785 w 203038"/>
                <a:gd name="csY1" fmla="*/ 3438 h 76871"/>
                <a:gd name="csX2" fmla="*/ 36112 w 203038"/>
                <a:gd name="csY2" fmla="*/ 1386 h 76871"/>
                <a:gd name="csX3" fmla="*/ 49444 w 203038"/>
                <a:gd name="csY3" fmla="*/ 3438 h 76871"/>
                <a:gd name="csX4" fmla="*/ 81234 w 203038"/>
                <a:gd name="csY4" fmla="*/ 4464 h 76871"/>
                <a:gd name="csX5" fmla="*/ 94567 w 203038"/>
                <a:gd name="csY5" fmla="*/ 11634 h 76871"/>
                <a:gd name="csX6" fmla="*/ 98665 w 203038"/>
                <a:gd name="csY6" fmla="*/ 19836 h 76871"/>
                <a:gd name="csX7" fmla="*/ 115076 w 203038"/>
                <a:gd name="csY7" fmla="*/ 19836 h 76871"/>
                <a:gd name="csX8" fmla="*/ 149938 w 203038"/>
                <a:gd name="csY8" fmla="*/ 39312 h 76871"/>
                <a:gd name="csX9" fmla="*/ 157114 w 203038"/>
                <a:gd name="csY9" fmla="*/ 46488 h 76871"/>
                <a:gd name="csX10" fmla="*/ 165323 w 203038"/>
                <a:gd name="csY10" fmla="*/ 47507 h 76871"/>
                <a:gd name="csX11" fmla="*/ 178649 w 203038"/>
                <a:gd name="csY11" fmla="*/ 57762 h 76871"/>
                <a:gd name="csX12" fmla="*/ 199165 w 203038"/>
                <a:gd name="csY12" fmla="*/ 60833 h 76871"/>
                <a:gd name="csX13" fmla="*/ 204289 w 203038"/>
                <a:gd name="csY13" fmla="*/ 69036 h 76871"/>
                <a:gd name="csX14" fmla="*/ 174551 w 203038"/>
                <a:gd name="csY14" fmla="*/ 73133 h 76871"/>
                <a:gd name="csX15" fmla="*/ 165323 w 203038"/>
                <a:gd name="csY15" fmla="*/ 72107 h 76871"/>
                <a:gd name="csX16" fmla="*/ 139683 w 203038"/>
                <a:gd name="csY16" fmla="*/ 78257 h 76871"/>
                <a:gd name="csX17" fmla="*/ 131481 w 203038"/>
                <a:gd name="csY17" fmla="*/ 74160 h 76871"/>
                <a:gd name="csX18" fmla="*/ 132507 w 203038"/>
                <a:gd name="csY18" fmla="*/ 66983 h 76871"/>
                <a:gd name="csX19" fmla="*/ 140709 w 203038"/>
                <a:gd name="csY19" fmla="*/ 58781 h 76871"/>
                <a:gd name="csX20" fmla="*/ 137631 w 203038"/>
                <a:gd name="csY20" fmla="*/ 53657 h 76871"/>
                <a:gd name="csX21" fmla="*/ 122252 w 203038"/>
                <a:gd name="csY21" fmla="*/ 51612 h 76871"/>
                <a:gd name="csX22" fmla="*/ 106867 w 203038"/>
                <a:gd name="csY22" fmla="*/ 38286 h 76871"/>
                <a:gd name="csX23" fmla="*/ 87384 w 203038"/>
                <a:gd name="csY23" fmla="*/ 35207 h 76871"/>
                <a:gd name="csX24" fmla="*/ 79182 w 203038"/>
                <a:gd name="csY24" fmla="*/ 25986 h 76871"/>
                <a:gd name="csX25" fmla="*/ 63797 w 203038"/>
                <a:gd name="csY25" fmla="*/ 25986 h 76871"/>
                <a:gd name="csX26" fmla="*/ 46366 w 203038"/>
                <a:gd name="csY26" fmla="*/ 15738 h 76871"/>
                <a:gd name="csX27" fmla="*/ 46366 w 203038"/>
                <a:gd name="csY27" fmla="*/ 10614 h 76871"/>
                <a:gd name="csX28" fmla="*/ 32014 w 203038"/>
                <a:gd name="csY28" fmla="*/ 11634 h 76871"/>
                <a:gd name="csX29" fmla="*/ 13550 w 203038"/>
                <a:gd name="csY29" fmla="*/ 22907 h 76871"/>
                <a:gd name="csX30" fmla="*/ 1250 w 203038"/>
                <a:gd name="csY30" fmla="*/ 20862 h 76871"/>
                <a:gd name="csX31" fmla="*/ 3296 w 203038"/>
                <a:gd name="csY31" fmla="*/ 13686 h 768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03038" h="76871">
                  <a:moveTo>
                    <a:pt x="3296" y="13686"/>
                  </a:moveTo>
                  <a:lnTo>
                    <a:pt x="22785" y="3438"/>
                  </a:lnTo>
                  <a:lnTo>
                    <a:pt x="36112" y="1386"/>
                  </a:lnTo>
                  <a:lnTo>
                    <a:pt x="49444" y="3438"/>
                  </a:lnTo>
                  <a:lnTo>
                    <a:pt x="81234" y="4464"/>
                  </a:lnTo>
                  <a:lnTo>
                    <a:pt x="94567" y="11634"/>
                  </a:lnTo>
                  <a:lnTo>
                    <a:pt x="98665" y="19836"/>
                  </a:lnTo>
                  <a:lnTo>
                    <a:pt x="115076" y="19836"/>
                  </a:lnTo>
                  <a:lnTo>
                    <a:pt x="149938" y="39312"/>
                  </a:lnTo>
                  <a:lnTo>
                    <a:pt x="157114" y="46488"/>
                  </a:lnTo>
                  <a:lnTo>
                    <a:pt x="165323" y="47507"/>
                  </a:lnTo>
                  <a:lnTo>
                    <a:pt x="178649" y="57762"/>
                  </a:lnTo>
                  <a:lnTo>
                    <a:pt x="199165" y="60833"/>
                  </a:lnTo>
                  <a:lnTo>
                    <a:pt x="204289" y="69036"/>
                  </a:lnTo>
                  <a:lnTo>
                    <a:pt x="174551" y="73133"/>
                  </a:lnTo>
                  <a:lnTo>
                    <a:pt x="165323" y="72107"/>
                  </a:lnTo>
                  <a:lnTo>
                    <a:pt x="139683" y="78257"/>
                  </a:lnTo>
                  <a:lnTo>
                    <a:pt x="131481" y="74160"/>
                  </a:lnTo>
                  <a:lnTo>
                    <a:pt x="132507" y="66983"/>
                  </a:lnTo>
                  <a:lnTo>
                    <a:pt x="140709" y="58781"/>
                  </a:lnTo>
                  <a:lnTo>
                    <a:pt x="137631" y="53657"/>
                  </a:lnTo>
                  <a:lnTo>
                    <a:pt x="122252" y="51612"/>
                  </a:lnTo>
                  <a:lnTo>
                    <a:pt x="106867" y="38286"/>
                  </a:lnTo>
                  <a:lnTo>
                    <a:pt x="87384" y="35207"/>
                  </a:lnTo>
                  <a:lnTo>
                    <a:pt x="79182" y="25986"/>
                  </a:lnTo>
                  <a:lnTo>
                    <a:pt x="63797" y="25986"/>
                  </a:lnTo>
                  <a:lnTo>
                    <a:pt x="46366" y="15738"/>
                  </a:lnTo>
                  <a:lnTo>
                    <a:pt x="46366" y="10614"/>
                  </a:lnTo>
                  <a:lnTo>
                    <a:pt x="32014" y="11634"/>
                  </a:lnTo>
                  <a:lnTo>
                    <a:pt x="13550" y="22907"/>
                  </a:lnTo>
                  <a:lnTo>
                    <a:pt x="1250" y="20862"/>
                  </a:lnTo>
                  <a:lnTo>
                    <a:pt x="3296" y="1368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8" name="Forme libre : forme 676">
              <a:extLst>
                <a:ext uri="{FF2B5EF4-FFF2-40B4-BE49-F238E27FC236}">
                  <a16:creationId xmlns:a16="http://schemas.microsoft.com/office/drawing/2014/main" id="{887E772F-C163-5BFA-D8F6-B9F8C9E50FC2}"/>
                </a:ext>
              </a:extLst>
            </p:cNvPr>
            <p:cNvSpPr/>
            <p:nvPr/>
          </p:nvSpPr>
          <p:spPr>
            <a:xfrm rot="-1589317" flipV="1">
              <a:off x="3815053" y="4152146"/>
              <a:ext cx="6881" cy="4125"/>
            </a:xfrm>
            <a:custGeom>
              <a:avLst/>
              <a:gdLst>
                <a:gd name="csX0" fmla="*/ 3514 w 6881"/>
                <a:gd name="csY0" fmla="*/ 5497 h 4125"/>
                <a:gd name="csX1" fmla="*/ 8104 w 6881"/>
                <a:gd name="csY1" fmla="*/ 5497 h 4125"/>
                <a:gd name="csX2" fmla="*/ 7194 w 6881"/>
                <a:gd name="csY2" fmla="*/ 1372 h 4125"/>
                <a:gd name="csX3" fmla="*/ 1222 w 6881"/>
                <a:gd name="csY3" fmla="*/ 3199 h 4125"/>
                <a:gd name="csX4" fmla="*/ 3514 w 6881"/>
                <a:gd name="csY4" fmla="*/ 5497 h 4125"/>
              </a:gdLst>
              <a:ahLst/>
              <a:cxnLst>
                <a:cxn ang="0">
                  <a:pos x="csX0" y="csY0"/>
                </a:cxn>
                <a:cxn ang="0">
                  <a:pos x="csX1" y="csY1"/>
                </a:cxn>
                <a:cxn ang="0">
                  <a:pos x="csX2" y="csY2"/>
                </a:cxn>
                <a:cxn ang="0">
                  <a:pos x="csX3" y="csY3"/>
                </a:cxn>
                <a:cxn ang="0">
                  <a:pos x="csX4" y="csY4"/>
                </a:cxn>
              </a:cxnLst>
              <a:rect l="l" t="t" r="r" b="b"/>
              <a:pathLst>
                <a:path w="6881" h="4125">
                  <a:moveTo>
                    <a:pt x="3514" y="5497"/>
                  </a:moveTo>
                  <a:lnTo>
                    <a:pt x="8104" y="5497"/>
                  </a:lnTo>
                  <a:lnTo>
                    <a:pt x="7194" y="1372"/>
                  </a:lnTo>
                  <a:lnTo>
                    <a:pt x="1222" y="3199"/>
                  </a:lnTo>
                  <a:lnTo>
                    <a:pt x="3514" y="54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299" name="Forme libre : forme 677">
              <a:extLst>
                <a:ext uri="{FF2B5EF4-FFF2-40B4-BE49-F238E27FC236}">
                  <a16:creationId xmlns:a16="http://schemas.microsoft.com/office/drawing/2014/main" id="{04A8C2BE-6DC9-2B18-3D12-5F0704B1DF38}"/>
                </a:ext>
              </a:extLst>
            </p:cNvPr>
            <p:cNvSpPr/>
            <p:nvPr/>
          </p:nvSpPr>
          <p:spPr>
            <a:xfrm>
              <a:off x="3907817" y="4238973"/>
              <a:ext cx="39991" cy="18449"/>
            </a:xfrm>
            <a:custGeom>
              <a:avLst/>
              <a:gdLst>
                <a:gd name="csX0" fmla="*/ 1286 w 39991"/>
                <a:gd name="csY0" fmla="*/ 6554 h 18449"/>
                <a:gd name="csX1" fmla="*/ 12567 w 39991"/>
                <a:gd name="csY1" fmla="*/ 1430 h 18449"/>
                <a:gd name="csX2" fmla="*/ 41278 w 39991"/>
                <a:gd name="csY2" fmla="*/ 13730 h 18449"/>
                <a:gd name="csX3" fmla="*/ 40252 w 39991"/>
                <a:gd name="csY3" fmla="*/ 19880 h 18449"/>
                <a:gd name="csX4" fmla="*/ 14612 w 39991"/>
                <a:gd name="csY4" fmla="*/ 18854 h 18449"/>
                <a:gd name="csX5" fmla="*/ 5384 w 39991"/>
                <a:gd name="csY5" fmla="*/ 13730 h 18449"/>
                <a:gd name="csX6" fmla="*/ 1286 w 39991"/>
                <a:gd name="csY6" fmla="*/ 6554 h 184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991" h="18449">
                  <a:moveTo>
                    <a:pt x="1286" y="6554"/>
                  </a:moveTo>
                  <a:lnTo>
                    <a:pt x="12567" y="1430"/>
                  </a:lnTo>
                  <a:lnTo>
                    <a:pt x="41278" y="13730"/>
                  </a:lnTo>
                  <a:lnTo>
                    <a:pt x="40252" y="19880"/>
                  </a:lnTo>
                  <a:lnTo>
                    <a:pt x="14612" y="18854"/>
                  </a:lnTo>
                  <a:lnTo>
                    <a:pt x="5384" y="13730"/>
                  </a:lnTo>
                  <a:lnTo>
                    <a:pt x="1286" y="65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0" name="Forme libre : forme 678">
              <a:extLst>
                <a:ext uri="{FF2B5EF4-FFF2-40B4-BE49-F238E27FC236}">
                  <a16:creationId xmlns:a16="http://schemas.microsoft.com/office/drawing/2014/main" id="{421F931F-A3AC-24A4-3D55-D1F2E7E512CA}"/>
                </a:ext>
              </a:extLst>
            </p:cNvPr>
            <p:cNvSpPr/>
            <p:nvPr/>
          </p:nvSpPr>
          <p:spPr>
            <a:xfrm>
              <a:off x="3917812" y="4048077"/>
              <a:ext cx="12306" cy="26905"/>
            </a:xfrm>
            <a:custGeom>
              <a:avLst/>
              <a:gdLst>
                <a:gd name="csX0" fmla="*/ 1286 w 12306"/>
                <a:gd name="csY0" fmla="*/ 2084 h 26905"/>
                <a:gd name="csX1" fmla="*/ 9748 w 12306"/>
                <a:gd name="csY1" fmla="*/ 15150 h 26905"/>
                <a:gd name="csX2" fmla="*/ 8209 w 12306"/>
                <a:gd name="csY2" fmla="*/ 27450 h 26905"/>
                <a:gd name="csX3" fmla="*/ 12819 w 12306"/>
                <a:gd name="csY3" fmla="*/ 28223 h 26905"/>
                <a:gd name="csX4" fmla="*/ 13592 w 12306"/>
                <a:gd name="csY4" fmla="*/ 9773 h 26905"/>
                <a:gd name="csX5" fmla="*/ 7436 w 12306"/>
                <a:gd name="csY5" fmla="*/ 1317 h 26905"/>
                <a:gd name="csX6" fmla="*/ 1286 w 12306"/>
                <a:gd name="csY6" fmla="*/ 2084 h 269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2306" h="26905">
                  <a:moveTo>
                    <a:pt x="1286" y="2084"/>
                  </a:moveTo>
                  <a:lnTo>
                    <a:pt x="9748" y="15150"/>
                  </a:lnTo>
                  <a:lnTo>
                    <a:pt x="8209" y="27450"/>
                  </a:lnTo>
                  <a:lnTo>
                    <a:pt x="12819" y="28223"/>
                  </a:lnTo>
                  <a:lnTo>
                    <a:pt x="13592" y="9773"/>
                  </a:lnTo>
                  <a:lnTo>
                    <a:pt x="7436" y="1317"/>
                  </a:lnTo>
                  <a:lnTo>
                    <a:pt x="1286" y="20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1" name="Forme libre : forme 679">
              <a:extLst>
                <a:ext uri="{FF2B5EF4-FFF2-40B4-BE49-F238E27FC236}">
                  <a16:creationId xmlns:a16="http://schemas.microsoft.com/office/drawing/2014/main" id="{D8C1A1D2-A896-4DA8-4211-F6FE24B941C8}"/>
                </a:ext>
              </a:extLst>
            </p:cNvPr>
            <p:cNvSpPr/>
            <p:nvPr/>
          </p:nvSpPr>
          <p:spPr>
            <a:xfrm>
              <a:off x="3941659" y="4080359"/>
              <a:ext cx="13839" cy="23833"/>
            </a:xfrm>
            <a:custGeom>
              <a:avLst/>
              <a:gdLst>
                <a:gd name="csX0" fmla="*/ 1300 w 13839"/>
                <a:gd name="csY0" fmla="*/ 2875 h 23833"/>
                <a:gd name="csX1" fmla="*/ 9756 w 13839"/>
                <a:gd name="csY1" fmla="*/ 12097 h 23833"/>
                <a:gd name="csX2" fmla="*/ 9756 w 13839"/>
                <a:gd name="csY2" fmla="*/ 24397 h 23833"/>
                <a:gd name="csX3" fmla="*/ 15140 w 13839"/>
                <a:gd name="csY3" fmla="*/ 25170 h 23833"/>
                <a:gd name="csX4" fmla="*/ 12834 w 13839"/>
                <a:gd name="csY4" fmla="*/ 9791 h 23833"/>
                <a:gd name="csX5" fmla="*/ 4379 w 13839"/>
                <a:gd name="csY5" fmla="*/ 1336 h 23833"/>
                <a:gd name="csX6" fmla="*/ 1300 w 13839"/>
                <a:gd name="csY6" fmla="*/ 2875 h 238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39" h="23833">
                  <a:moveTo>
                    <a:pt x="1300" y="2875"/>
                  </a:moveTo>
                  <a:lnTo>
                    <a:pt x="9756" y="12097"/>
                  </a:lnTo>
                  <a:lnTo>
                    <a:pt x="9756" y="24397"/>
                  </a:lnTo>
                  <a:lnTo>
                    <a:pt x="15140" y="25170"/>
                  </a:lnTo>
                  <a:lnTo>
                    <a:pt x="12834" y="9791"/>
                  </a:lnTo>
                  <a:lnTo>
                    <a:pt x="4379" y="1336"/>
                  </a:lnTo>
                  <a:lnTo>
                    <a:pt x="1300" y="287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2" name="Forme libre : forme 680">
              <a:extLst>
                <a:ext uri="{FF2B5EF4-FFF2-40B4-BE49-F238E27FC236}">
                  <a16:creationId xmlns:a16="http://schemas.microsoft.com/office/drawing/2014/main" id="{F7C0AF1A-2FC3-02E9-49D9-9DFB2CD6F04D}"/>
                </a:ext>
              </a:extLst>
            </p:cNvPr>
            <p:cNvSpPr/>
            <p:nvPr/>
          </p:nvSpPr>
          <p:spPr>
            <a:xfrm rot="4124560" flipV="1">
              <a:off x="3956981" y="4106466"/>
              <a:ext cx="17800" cy="5452"/>
            </a:xfrm>
            <a:custGeom>
              <a:avLst/>
              <a:gdLst>
                <a:gd name="csX0" fmla="*/ 1311 w 17800"/>
                <a:gd name="csY0" fmla="*/ 1346 h 5452"/>
                <a:gd name="csX1" fmla="*/ 16163 w 17800"/>
                <a:gd name="csY1" fmla="*/ 1346 h 5452"/>
                <a:gd name="csX2" fmla="*/ 19111 w 17800"/>
                <a:gd name="csY2" fmla="*/ 6798 h 5452"/>
                <a:gd name="csX3" fmla="*/ 4704 w 17800"/>
                <a:gd name="csY3" fmla="*/ 5806 h 5452"/>
                <a:gd name="csX4" fmla="*/ 1311 w 17800"/>
                <a:gd name="csY4" fmla="*/ 1346 h 5452"/>
              </a:gdLst>
              <a:ahLst/>
              <a:cxnLst>
                <a:cxn ang="0">
                  <a:pos x="csX0" y="csY0"/>
                </a:cxn>
                <a:cxn ang="0">
                  <a:pos x="csX1" y="csY1"/>
                </a:cxn>
                <a:cxn ang="0">
                  <a:pos x="csX2" y="csY2"/>
                </a:cxn>
                <a:cxn ang="0">
                  <a:pos x="csX3" y="csY3"/>
                </a:cxn>
                <a:cxn ang="0">
                  <a:pos x="csX4" y="csY4"/>
                </a:cxn>
              </a:cxnLst>
              <a:rect l="l" t="t" r="r" b="b"/>
              <a:pathLst>
                <a:path w="17800" h="5452">
                  <a:moveTo>
                    <a:pt x="1311" y="1346"/>
                  </a:moveTo>
                  <a:lnTo>
                    <a:pt x="16163" y="1346"/>
                  </a:lnTo>
                  <a:lnTo>
                    <a:pt x="19111" y="6798"/>
                  </a:lnTo>
                  <a:lnTo>
                    <a:pt x="4704" y="5806"/>
                  </a:lnTo>
                  <a:lnTo>
                    <a:pt x="1311" y="13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3" name="Forme libre : forme 681">
              <a:extLst>
                <a:ext uri="{FF2B5EF4-FFF2-40B4-BE49-F238E27FC236}">
                  <a16:creationId xmlns:a16="http://schemas.microsoft.com/office/drawing/2014/main" id="{AD6419C8-AA96-100F-9EF5-0FA57479C4AD}"/>
                </a:ext>
              </a:extLst>
            </p:cNvPr>
            <p:cNvSpPr/>
            <p:nvPr/>
          </p:nvSpPr>
          <p:spPr>
            <a:xfrm>
              <a:off x="3970111" y="4126488"/>
              <a:ext cx="9228" cy="20755"/>
            </a:xfrm>
            <a:custGeom>
              <a:avLst/>
              <a:gdLst>
                <a:gd name="csX0" fmla="*/ 1317 w 9228"/>
                <a:gd name="csY0" fmla="*/ 1363 h 20755"/>
                <a:gd name="csX1" fmla="*/ 6701 w 9228"/>
                <a:gd name="csY1" fmla="*/ 21345 h 20755"/>
                <a:gd name="csX2" fmla="*/ 10545 w 9228"/>
                <a:gd name="csY2" fmla="*/ 22118 h 20755"/>
                <a:gd name="csX3" fmla="*/ 7467 w 9228"/>
                <a:gd name="csY3" fmla="*/ 8279 h 20755"/>
                <a:gd name="csX4" fmla="*/ 5161 w 9228"/>
                <a:gd name="csY4" fmla="*/ 1363 h 20755"/>
                <a:gd name="csX5" fmla="*/ 1317 w 9228"/>
                <a:gd name="csY5" fmla="*/ 1363 h 20755"/>
              </a:gdLst>
              <a:ahLst/>
              <a:cxnLst>
                <a:cxn ang="0">
                  <a:pos x="csX0" y="csY0"/>
                </a:cxn>
                <a:cxn ang="0">
                  <a:pos x="csX1" y="csY1"/>
                </a:cxn>
                <a:cxn ang="0">
                  <a:pos x="csX2" y="csY2"/>
                </a:cxn>
                <a:cxn ang="0">
                  <a:pos x="csX3" y="csY3"/>
                </a:cxn>
                <a:cxn ang="0">
                  <a:pos x="csX4" y="csY4"/>
                </a:cxn>
                <a:cxn ang="0">
                  <a:pos x="csX5" y="csY5"/>
                </a:cxn>
              </a:cxnLst>
              <a:rect l="l" t="t" r="r" b="b"/>
              <a:pathLst>
                <a:path w="9228" h="20755">
                  <a:moveTo>
                    <a:pt x="1317" y="1363"/>
                  </a:moveTo>
                  <a:lnTo>
                    <a:pt x="6701" y="21345"/>
                  </a:lnTo>
                  <a:lnTo>
                    <a:pt x="10545" y="22118"/>
                  </a:lnTo>
                  <a:lnTo>
                    <a:pt x="7467" y="8279"/>
                  </a:lnTo>
                  <a:lnTo>
                    <a:pt x="5161" y="1363"/>
                  </a:lnTo>
                  <a:lnTo>
                    <a:pt x="1317" y="136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4" name="Forme libre : forme 682">
              <a:extLst>
                <a:ext uri="{FF2B5EF4-FFF2-40B4-BE49-F238E27FC236}">
                  <a16:creationId xmlns:a16="http://schemas.microsoft.com/office/drawing/2014/main" id="{1AA0EB39-30A3-ED8F-296E-FC36A924249E}"/>
                </a:ext>
              </a:extLst>
            </p:cNvPr>
            <p:cNvSpPr/>
            <p:nvPr/>
          </p:nvSpPr>
          <p:spPr>
            <a:xfrm>
              <a:off x="3989341" y="4144165"/>
              <a:ext cx="10767" cy="20755"/>
            </a:xfrm>
            <a:custGeom>
              <a:avLst/>
              <a:gdLst>
                <a:gd name="csX0" fmla="*/ 1329 w 10767"/>
                <a:gd name="csY0" fmla="*/ 2913 h 20755"/>
                <a:gd name="csX1" fmla="*/ 8252 w 10767"/>
                <a:gd name="csY1" fmla="*/ 7523 h 20755"/>
                <a:gd name="csX2" fmla="*/ 8252 w 10767"/>
                <a:gd name="csY2" fmla="*/ 12134 h 20755"/>
                <a:gd name="csX3" fmla="*/ 2102 w 10767"/>
                <a:gd name="csY3" fmla="*/ 17518 h 20755"/>
                <a:gd name="csX4" fmla="*/ 4407 w 10767"/>
                <a:gd name="csY4" fmla="*/ 22129 h 20755"/>
                <a:gd name="csX5" fmla="*/ 12096 w 10767"/>
                <a:gd name="csY5" fmla="*/ 11368 h 20755"/>
                <a:gd name="csX6" fmla="*/ 10557 w 10767"/>
                <a:gd name="csY6" fmla="*/ 5984 h 20755"/>
                <a:gd name="csX7" fmla="*/ 5173 w 10767"/>
                <a:gd name="csY7" fmla="*/ 1374 h 20755"/>
                <a:gd name="csX8" fmla="*/ 1329 w 10767"/>
                <a:gd name="csY8" fmla="*/ 2913 h 207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767" h="20755">
                  <a:moveTo>
                    <a:pt x="1329" y="2913"/>
                  </a:moveTo>
                  <a:lnTo>
                    <a:pt x="8252" y="7523"/>
                  </a:lnTo>
                  <a:lnTo>
                    <a:pt x="8252" y="12134"/>
                  </a:lnTo>
                  <a:lnTo>
                    <a:pt x="2102" y="17518"/>
                  </a:lnTo>
                  <a:lnTo>
                    <a:pt x="4407" y="22129"/>
                  </a:lnTo>
                  <a:lnTo>
                    <a:pt x="12096" y="11368"/>
                  </a:lnTo>
                  <a:lnTo>
                    <a:pt x="10557" y="5984"/>
                  </a:lnTo>
                  <a:lnTo>
                    <a:pt x="5173" y="1374"/>
                  </a:lnTo>
                  <a:lnTo>
                    <a:pt x="1329" y="291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5" name="Forme libre : forme 683">
              <a:extLst>
                <a:ext uri="{FF2B5EF4-FFF2-40B4-BE49-F238E27FC236}">
                  <a16:creationId xmlns:a16="http://schemas.microsoft.com/office/drawing/2014/main" id="{336D472C-2589-DAE5-F3D9-B840401DE7C2}"/>
                </a:ext>
              </a:extLst>
            </p:cNvPr>
            <p:cNvSpPr/>
            <p:nvPr/>
          </p:nvSpPr>
          <p:spPr>
            <a:xfrm rot="-1945931" flipV="1">
              <a:off x="4004901" y="4180103"/>
              <a:ext cx="12922" cy="7312"/>
            </a:xfrm>
            <a:custGeom>
              <a:avLst/>
              <a:gdLst>
                <a:gd name="csX0" fmla="*/ 1339 w 12922"/>
                <a:gd name="csY0" fmla="*/ 8703 h 7312"/>
                <a:gd name="csX1" fmla="*/ 11368 w 12922"/>
                <a:gd name="csY1" fmla="*/ 8703 h 7312"/>
                <a:gd name="csX2" fmla="*/ 14261 w 12922"/>
                <a:gd name="csY2" fmla="*/ 3223 h 7312"/>
                <a:gd name="csX3" fmla="*/ 8549 w 12922"/>
                <a:gd name="csY3" fmla="*/ 1390 h 7312"/>
                <a:gd name="csX4" fmla="*/ 1339 w 12922"/>
                <a:gd name="csY4" fmla="*/ 8703 h 7312"/>
              </a:gdLst>
              <a:ahLst/>
              <a:cxnLst>
                <a:cxn ang="0">
                  <a:pos x="csX0" y="csY0"/>
                </a:cxn>
                <a:cxn ang="0">
                  <a:pos x="csX1" y="csY1"/>
                </a:cxn>
                <a:cxn ang="0">
                  <a:pos x="csX2" y="csY2"/>
                </a:cxn>
                <a:cxn ang="0">
                  <a:pos x="csX3" y="csY3"/>
                </a:cxn>
                <a:cxn ang="0">
                  <a:pos x="csX4" y="csY4"/>
                </a:cxn>
              </a:cxnLst>
              <a:rect l="l" t="t" r="r" b="b"/>
              <a:pathLst>
                <a:path w="12922" h="7312">
                  <a:moveTo>
                    <a:pt x="1339" y="8703"/>
                  </a:moveTo>
                  <a:lnTo>
                    <a:pt x="11368" y="8703"/>
                  </a:lnTo>
                  <a:lnTo>
                    <a:pt x="14261" y="3223"/>
                  </a:lnTo>
                  <a:lnTo>
                    <a:pt x="8549" y="1390"/>
                  </a:lnTo>
                  <a:lnTo>
                    <a:pt x="1339" y="870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6" name="Forme libre : forme 684">
              <a:extLst>
                <a:ext uri="{FF2B5EF4-FFF2-40B4-BE49-F238E27FC236}">
                  <a16:creationId xmlns:a16="http://schemas.microsoft.com/office/drawing/2014/main" id="{5CC64F01-81B2-2E5D-C227-97E988A57AAB}"/>
                </a:ext>
              </a:extLst>
            </p:cNvPr>
            <p:cNvSpPr/>
            <p:nvPr/>
          </p:nvSpPr>
          <p:spPr>
            <a:xfrm rot="565262" flipV="1">
              <a:off x="4017384" y="4152974"/>
              <a:ext cx="4679" cy="4672"/>
            </a:xfrm>
            <a:custGeom>
              <a:avLst/>
              <a:gdLst>
                <a:gd name="csX0" fmla="*/ 1345 w 4679"/>
                <a:gd name="csY0" fmla="*/ 6045 h 4672"/>
                <a:gd name="csX1" fmla="*/ 6024 w 4679"/>
                <a:gd name="csY1" fmla="*/ 6045 h 4672"/>
                <a:gd name="csX2" fmla="*/ 6017 w 4679"/>
                <a:gd name="csY2" fmla="*/ 1373 h 4672"/>
                <a:gd name="csX3" fmla="*/ 1974 w 4679"/>
                <a:gd name="csY3" fmla="*/ 2256 h 4672"/>
                <a:gd name="csX4" fmla="*/ 1345 w 4679"/>
                <a:gd name="csY4" fmla="*/ 6045 h 4672"/>
              </a:gdLst>
              <a:ahLst/>
              <a:cxnLst>
                <a:cxn ang="0">
                  <a:pos x="csX0" y="csY0"/>
                </a:cxn>
                <a:cxn ang="0">
                  <a:pos x="csX1" y="csY1"/>
                </a:cxn>
                <a:cxn ang="0">
                  <a:pos x="csX2" y="csY2"/>
                </a:cxn>
                <a:cxn ang="0">
                  <a:pos x="csX3" y="csY3"/>
                </a:cxn>
                <a:cxn ang="0">
                  <a:pos x="csX4" y="csY4"/>
                </a:cxn>
              </a:cxnLst>
              <a:rect l="l" t="t" r="r" b="b"/>
              <a:pathLst>
                <a:path w="4679" h="4672">
                  <a:moveTo>
                    <a:pt x="1345" y="6045"/>
                  </a:moveTo>
                  <a:lnTo>
                    <a:pt x="6024" y="6045"/>
                  </a:lnTo>
                  <a:lnTo>
                    <a:pt x="6017" y="1373"/>
                  </a:lnTo>
                  <a:lnTo>
                    <a:pt x="1974" y="2256"/>
                  </a:lnTo>
                  <a:lnTo>
                    <a:pt x="1345" y="60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7" name="Forme libre : forme 685">
              <a:extLst>
                <a:ext uri="{FF2B5EF4-FFF2-40B4-BE49-F238E27FC236}">
                  <a16:creationId xmlns:a16="http://schemas.microsoft.com/office/drawing/2014/main" id="{1F7CE3DD-1718-6176-8FE5-F4CE501E3516}"/>
                </a:ext>
              </a:extLst>
            </p:cNvPr>
            <p:cNvSpPr/>
            <p:nvPr/>
          </p:nvSpPr>
          <p:spPr>
            <a:xfrm rot="914365" flipV="1">
              <a:off x="4043200" y="4167536"/>
              <a:ext cx="8770" cy="4515"/>
            </a:xfrm>
            <a:custGeom>
              <a:avLst/>
              <a:gdLst>
                <a:gd name="csX0" fmla="*/ 1361 w 8770"/>
                <a:gd name="csY0" fmla="*/ 5897 h 4515"/>
                <a:gd name="csX1" fmla="*/ 10131 w 8770"/>
                <a:gd name="csY1" fmla="*/ 5897 h 4515"/>
                <a:gd name="csX2" fmla="*/ 8168 w 8770"/>
                <a:gd name="csY2" fmla="*/ 1382 h 4515"/>
                <a:gd name="csX3" fmla="*/ 1621 w 8770"/>
                <a:gd name="csY3" fmla="*/ 1991 h 4515"/>
                <a:gd name="csX4" fmla="*/ 1361 w 8770"/>
                <a:gd name="csY4" fmla="*/ 5897 h 4515"/>
              </a:gdLst>
              <a:ahLst/>
              <a:cxnLst>
                <a:cxn ang="0">
                  <a:pos x="csX0" y="csY0"/>
                </a:cxn>
                <a:cxn ang="0">
                  <a:pos x="csX1" y="csY1"/>
                </a:cxn>
                <a:cxn ang="0">
                  <a:pos x="csX2" y="csY2"/>
                </a:cxn>
                <a:cxn ang="0">
                  <a:pos x="csX3" y="csY3"/>
                </a:cxn>
                <a:cxn ang="0">
                  <a:pos x="csX4" y="csY4"/>
                </a:cxn>
              </a:cxnLst>
              <a:rect l="l" t="t" r="r" b="b"/>
              <a:pathLst>
                <a:path w="8770" h="4515">
                  <a:moveTo>
                    <a:pt x="1361" y="5897"/>
                  </a:moveTo>
                  <a:lnTo>
                    <a:pt x="10131" y="5897"/>
                  </a:lnTo>
                  <a:lnTo>
                    <a:pt x="8168" y="1382"/>
                  </a:lnTo>
                  <a:lnTo>
                    <a:pt x="1621" y="1991"/>
                  </a:lnTo>
                  <a:lnTo>
                    <a:pt x="1361" y="58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8" name="Forme libre : forme 686">
              <a:extLst>
                <a:ext uri="{FF2B5EF4-FFF2-40B4-BE49-F238E27FC236}">
                  <a16:creationId xmlns:a16="http://schemas.microsoft.com/office/drawing/2014/main" id="{5031DAA8-7FD9-7DA8-644A-5B44254943A1}"/>
                </a:ext>
              </a:extLst>
            </p:cNvPr>
            <p:cNvSpPr/>
            <p:nvPr/>
          </p:nvSpPr>
          <p:spPr>
            <a:xfrm>
              <a:off x="3907817" y="4092659"/>
              <a:ext cx="12306" cy="16910"/>
            </a:xfrm>
            <a:custGeom>
              <a:avLst/>
              <a:gdLst>
                <a:gd name="csX0" fmla="*/ 6664 w 12306"/>
                <a:gd name="csY0" fmla="*/ 1341 h 16910"/>
                <a:gd name="csX1" fmla="*/ 1280 w 12306"/>
                <a:gd name="csY1" fmla="*/ 7491 h 16910"/>
                <a:gd name="csX2" fmla="*/ 3586 w 12306"/>
                <a:gd name="csY2" fmla="*/ 18252 h 16910"/>
                <a:gd name="csX3" fmla="*/ 13587 w 12306"/>
                <a:gd name="csY3" fmla="*/ 15946 h 16910"/>
                <a:gd name="csX4" fmla="*/ 11282 w 12306"/>
                <a:gd name="csY4" fmla="*/ 8257 h 16910"/>
                <a:gd name="csX5" fmla="*/ 6664 w 12306"/>
                <a:gd name="csY5" fmla="*/ 1341 h 16910"/>
              </a:gdLst>
              <a:ahLst/>
              <a:cxnLst>
                <a:cxn ang="0">
                  <a:pos x="csX0" y="csY0"/>
                </a:cxn>
                <a:cxn ang="0">
                  <a:pos x="csX1" y="csY1"/>
                </a:cxn>
                <a:cxn ang="0">
                  <a:pos x="csX2" y="csY2"/>
                </a:cxn>
                <a:cxn ang="0">
                  <a:pos x="csX3" y="csY3"/>
                </a:cxn>
                <a:cxn ang="0">
                  <a:pos x="csX4" y="csY4"/>
                </a:cxn>
                <a:cxn ang="0">
                  <a:pos x="csX5" y="csY5"/>
                </a:cxn>
              </a:cxnLst>
              <a:rect l="l" t="t" r="r" b="b"/>
              <a:pathLst>
                <a:path w="12306" h="16910">
                  <a:moveTo>
                    <a:pt x="6664" y="1341"/>
                  </a:moveTo>
                  <a:lnTo>
                    <a:pt x="1280" y="7491"/>
                  </a:lnTo>
                  <a:lnTo>
                    <a:pt x="3586" y="18252"/>
                  </a:lnTo>
                  <a:lnTo>
                    <a:pt x="13587" y="15946"/>
                  </a:lnTo>
                  <a:lnTo>
                    <a:pt x="11282" y="8257"/>
                  </a:lnTo>
                  <a:lnTo>
                    <a:pt x="6664" y="134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09" name="Forme libre : forme 687">
              <a:extLst>
                <a:ext uri="{FF2B5EF4-FFF2-40B4-BE49-F238E27FC236}">
                  <a16:creationId xmlns:a16="http://schemas.microsoft.com/office/drawing/2014/main" id="{D5B7BA7A-4E6D-3850-8ABB-4243659681E5}"/>
                </a:ext>
              </a:extLst>
            </p:cNvPr>
            <p:cNvSpPr/>
            <p:nvPr/>
          </p:nvSpPr>
          <p:spPr>
            <a:xfrm rot="5966084" flipV="1">
              <a:off x="3901848" y="4048844"/>
              <a:ext cx="6437" cy="10753"/>
            </a:xfrm>
            <a:custGeom>
              <a:avLst/>
              <a:gdLst>
                <a:gd name="csX0" fmla="*/ 1276 w 6437"/>
                <a:gd name="csY0" fmla="*/ 12065 h 10753"/>
                <a:gd name="csX1" fmla="*/ 5948 w 6437"/>
                <a:gd name="csY1" fmla="*/ 12065 h 10753"/>
                <a:gd name="csX2" fmla="*/ 7713 w 6437"/>
                <a:gd name="csY2" fmla="*/ 1441 h 10753"/>
                <a:gd name="csX3" fmla="*/ 2281 w 6437"/>
                <a:gd name="csY3" fmla="*/ 1311 h 10753"/>
                <a:gd name="csX4" fmla="*/ 1276 w 6437"/>
                <a:gd name="csY4" fmla="*/ 12065 h 10753"/>
              </a:gdLst>
              <a:ahLst/>
              <a:cxnLst>
                <a:cxn ang="0">
                  <a:pos x="csX0" y="csY0"/>
                </a:cxn>
                <a:cxn ang="0">
                  <a:pos x="csX1" y="csY1"/>
                </a:cxn>
                <a:cxn ang="0">
                  <a:pos x="csX2" y="csY2"/>
                </a:cxn>
                <a:cxn ang="0">
                  <a:pos x="csX3" y="csY3"/>
                </a:cxn>
                <a:cxn ang="0">
                  <a:pos x="csX4" y="csY4"/>
                </a:cxn>
              </a:cxnLst>
              <a:rect l="l" t="t" r="r" b="b"/>
              <a:pathLst>
                <a:path w="6437" h="10753">
                  <a:moveTo>
                    <a:pt x="1276" y="12065"/>
                  </a:moveTo>
                  <a:lnTo>
                    <a:pt x="5948" y="12065"/>
                  </a:lnTo>
                  <a:lnTo>
                    <a:pt x="7713" y="1441"/>
                  </a:lnTo>
                  <a:lnTo>
                    <a:pt x="2281" y="1311"/>
                  </a:lnTo>
                  <a:lnTo>
                    <a:pt x="1276" y="120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0" name="Forme libre : forme 688">
              <a:extLst>
                <a:ext uri="{FF2B5EF4-FFF2-40B4-BE49-F238E27FC236}">
                  <a16:creationId xmlns:a16="http://schemas.microsoft.com/office/drawing/2014/main" id="{C345A9C5-4574-0C02-8828-8A1C8A5C3E4D}"/>
                </a:ext>
              </a:extLst>
            </p:cNvPr>
            <p:cNvSpPr/>
            <p:nvPr/>
          </p:nvSpPr>
          <p:spPr>
            <a:xfrm>
              <a:off x="3916273" y="4114181"/>
              <a:ext cx="5383" cy="6916"/>
            </a:xfrm>
            <a:custGeom>
              <a:avLst/>
              <a:gdLst>
                <a:gd name="csX0" fmla="*/ 1283 w 5383"/>
                <a:gd name="csY0" fmla="*/ 5194 h 6916"/>
                <a:gd name="csX1" fmla="*/ 6667 w 5383"/>
                <a:gd name="csY1" fmla="*/ 1350 h 6916"/>
                <a:gd name="csX2" fmla="*/ 6667 w 5383"/>
                <a:gd name="csY2" fmla="*/ 8266 h 6916"/>
                <a:gd name="csX3" fmla="*/ 1283 w 5383"/>
                <a:gd name="csY3" fmla="*/ 5194 h 6916"/>
              </a:gdLst>
              <a:ahLst/>
              <a:cxnLst>
                <a:cxn ang="0">
                  <a:pos x="csX0" y="csY0"/>
                </a:cxn>
                <a:cxn ang="0">
                  <a:pos x="csX1" y="csY1"/>
                </a:cxn>
                <a:cxn ang="0">
                  <a:pos x="csX2" y="csY2"/>
                </a:cxn>
                <a:cxn ang="0">
                  <a:pos x="csX3" y="csY3"/>
                </a:cxn>
              </a:cxnLst>
              <a:rect l="l" t="t" r="r" b="b"/>
              <a:pathLst>
                <a:path w="5383" h="6916">
                  <a:moveTo>
                    <a:pt x="1283" y="5194"/>
                  </a:moveTo>
                  <a:lnTo>
                    <a:pt x="6667" y="1350"/>
                  </a:lnTo>
                  <a:lnTo>
                    <a:pt x="6667" y="8266"/>
                  </a:lnTo>
                  <a:lnTo>
                    <a:pt x="1283" y="51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1" name="Forme libre : forme 689">
              <a:extLst>
                <a:ext uri="{FF2B5EF4-FFF2-40B4-BE49-F238E27FC236}">
                  <a16:creationId xmlns:a16="http://schemas.microsoft.com/office/drawing/2014/main" id="{D6226FD0-E6E9-24BC-AE27-C0337944EF39}"/>
                </a:ext>
              </a:extLst>
            </p:cNvPr>
            <p:cNvSpPr/>
            <p:nvPr/>
          </p:nvSpPr>
          <p:spPr>
            <a:xfrm>
              <a:off x="3990107" y="4205658"/>
              <a:ext cx="55377" cy="43049"/>
            </a:xfrm>
            <a:custGeom>
              <a:avLst/>
              <a:gdLst>
                <a:gd name="csX0" fmla="*/ 56725 w 55377"/>
                <a:gd name="csY0" fmla="*/ 27555 h 43049"/>
                <a:gd name="csX1" fmla="*/ 56725 w 55377"/>
                <a:gd name="csY1" fmla="*/ 6800 h 43049"/>
                <a:gd name="csX2" fmla="*/ 40573 w 55377"/>
                <a:gd name="csY2" fmla="*/ 4494 h 43049"/>
                <a:gd name="csX3" fmla="*/ 32111 w 55377"/>
                <a:gd name="csY3" fmla="*/ 1416 h 43049"/>
                <a:gd name="csX4" fmla="*/ 19804 w 55377"/>
                <a:gd name="csY4" fmla="*/ 6800 h 43049"/>
                <a:gd name="csX5" fmla="*/ 22117 w 55377"/>
                <a:gd name="csY5" fmla="*/ 12950 h 43049"/>
                <a:gd name="csX6" fmla="*/ 32111 w 55377"/>
                <a:gd name="csY6" fmla="*/ 14489 h 43049"/>
                <a:gd name="csX7" fmla="*/ 32111 w 55377"/>
                <a:gd name="csY7" fmla="*/ 22944 h 43049"/>
                <a:gd name="csX8" fmla="*/ 40573 w 55377"/>
                <a:gd name="csY8" fmla="*/ 26789 h 43049"/>
                <a:gd name="csX9" fmla="*/ 37495 w 55377"/>
                <a:gd name="csY9" fmla="*/ 32939 h 43049"/>
                <a:gd name="csX10" fmla="*/ 19038 w 55377"/>
                <a:gd name="csY10" fmla="*/ 29860 h 43049"/>
                <a:gd name="csX11" fmla="*/ 2114 w 55377"/>
                <a:gd name="csY11" fmla="*/ 31400 h 43049"/>
                <a:gd name="csX12" fmla="*/ 1348 w 55377"/>
                <a:gd name="csY12" fmla="*/ 37549 h 43049"/>
                <a:gd name="csX13" fmla="*/ 15194 w 55377"/>
                <a:gd name="csY13" fmla="*/ 42926 h 43049"/>
                <a:gd name="csX14" fmla="*/ 29040 w 55377"/>
                <a:gd name="csY14" fmla="*/ 44466 h 43049"/>
                <a:gd name="csX15" fmla="*/ 52880 w 55377"/>
                <a:gd name="csY15" fmla="*/ 42926 h 43049"/>
                <a:gd name="csX16" fmla="*/ 56725 w 55377"/>
                <a:gd name="csY16" fmla="*/ 27555 h 43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55377" h="43049">
                  <a:moveTo>
                    <a:pt x="56725" y="27555"/>
                  </a:moveTo>
                  <a:lnTo>
                    <a:pt x="56725" y="6800"/>
                  </a:lnTo>
                  <a:lnTo>
                    <a:pt x="40573" y="4494"/>
                  </a:lnTo>
                  <a:lnTo>
                    <a:pt x="32111" y="1416"/>
                  </a:lnTo>
                  <a:lnTo>
                    <a:pt x="19804" y="6800"/>
                  </a:lnTo>
                  <a:lnTo>
                    <a:pt x="22117" y="12950"/>
                  </a:lnTo>
                  <a:lnTo>
                    <a:pt x="32111" y="14489"/>
                  </a:lnTo>
                  <a:lnTo>
                    <a:pt x="32111" y="22944"/>
                  </a:lnTo>
                  <a:lnTo>
                    <a:pt x="40573" y="26789"/>
                  </a:lnTo>
                  <a:lnTo>
                    <a:pt x="37495" y="32939"/>
                  </a:lnTo>
                  <a:lnTo>
                    <a:pt x="19038" y="29860"/>
                  </a:lnTo>
                  <a:lnTo>
                    <a:pt x="2114" y="31400"/>
                  </a:lnTo>
                  <a:lnTo>
                    <a:pt x="1348" y="37549"/>
                  </a:lnTo>
                  <a:lnTo>
                    <a:pt x="15194" y="42926"/>
                  </a:lnTo>
                  <a:lnTo>
                    <a:pt x="29040" y="44466"/>
                  </a:lnTo>
                  <a:lnTo>
                    <a:pt x="52880" y="42926"/>
                  </a:lnTo>
                  <a:lnTo>
                    <a:pt x="56725" y="275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2" name="Forme libre : forme 690">
              <a:extLst>
                <a:ext uri="{FF2B5EF4-FFF2-40B4-BE49-F238E27FC236}">
                  <a16:creationId xmlns:a16="http://schemas.microsoft.com/office/drawing/2014/main" id="{16B953A8-E0FF-B757-AE8C-AEDA7BF5C7B5}"/>
                </a:ext>
              </a:extLst>
            </p:cNvPr>
            <p:cNvSpPr/>
            <p:nvPr/>
          </p:nvSpPr>
          <p:spPr>
            <a:xfrm>
              <a:off x="4041639" y="4206431"/>
              <a:ext cx="73060" cy="49966"/>
            </a:xfrm>
            <a:custGeom>
              <a:avLst/>
              <a:gdLst>
                <a:gd name="csX0" fmla="*/ 5220 w 73060"/>
                <a:gd name="csY0" fmla="*/ 26785 h 49966"/>
                <a:gd name="csX1" fmla="*/ 1376 w 73060"/>
                <a:gd name="csY1" fmla="*/ 42157 h 49966"/>
                <a:gd name="csX2" fmla="*/ 2915 w 73060"/>
                <a:gd name="csY2" fmla="*/ 49080 h 49966"/>
                <a:gd name="csX3" fmla="*/ 9065 w 73060"/>
                <a:gd name="csY3" fmla="*/ 51385 h 49966"/>
                <a:gd name="csX4" fmla="*/ 22138 w 73060"/>
                <a:gd name="csY4" fmla="*/ 42157 h 49966"/>
                <a:gd name="csX5" fmla="*/ 25216 w 73060"/>
                <a:gd name="csY5" fmla="*/ 36013 h 49966"/>
                <a:gd name="csX6" fmla="*/ 42907 w 73060"/>
                <a:gd name="csY6" fmla="*/ 37546 h 49966"/>
                <a:gd name="csX7" fmla="*/ 57519 w 73060"/>
                <a:gd name="csY7" fmla="*/ 37546 h 49966"/>
                <a:gd name="csX8" fmla="*/ 66747 w 73060"/>
                <a:gd name="csY8" fmla="*/ 42930 h 49966"/>
                <a:gd name="csX9" fmla="*/ 74437 w 73060"/>
                <a:gd name="csY9" fmla="*/ 36780 h 49966"/>
                <a:gd name="csX10" fmla="*/ 72897 w 73060"/>
                <a:gd name="csY10" fmla="*/ 28324 h 49966"/>
                <a:gd name="csX11" fmla="*/ 59058 w 73060"/>
                <a:gd name="csY11" fmla="*/ 16791 h 49966"/>
                <a:gd name="csX12" fmla="*/ 47518 w 73060"/>
                <a:gd name="csY12" fmla="*/ 16024 h 49966"/>
                <a:gd name="csX13" fmla="*/ 29061 w 73060"/>
                <a:gd name="csY13" fmla="*/ 3724 h 49966"/>
                <a:gd name="csX14" fmla="*/ 9065 w 73060"/>
                <a:gd name="csY14" fmla="*/ 1419 h 49966"/>
                <a:gd name="csX15" fmla="*/ 5220 w 73060"/>
                <a:gd name="csY15" fmla="*/ 6030 h 49966"/>
                <a:gd name="csX16" fmla="*/ 5220 w 73060"/>
                <a:gd name="csY16" fmla="*/ 26785 h 49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73060" h="49966">
                  <a:moveTo>
                    <a:pt x="5220" y="26785"/>
                  </a:moveTo>
                  <a:lnTo>
                    <a:pt x="1376" y="42157"/>
                  </a:lnTo>
                  <a:lnTo>
                    <a:pt x="2915" y="49080"/>
                  </a:lnTo>
                  <a:lnTo>
                    <a:pt x="9065" y="51385"/>
                  </a:lnTo>
                  <a:lnTo>
                    <a:pt x="22138" y="42157"/>
                  </a:lnTo>
                  <a:lnTo>
                    <a:pt x="25216" y="36013"/>
                  </a:lnTo>
                  <a:lnTo>
                    <a:pt x="42907" y="37546"/>
                  </a:lnTo>
                  <a:lnTo>
                    <a:pt x="57519" y="37546"/>
                  </a:lnTo>
                  <a:lnTo>
                    <a:pt x="66747" y="42930"/>
                  </a:lnTo>
                  <a:lnTo>
                    <a:pt x="74437" y="36780"/>
                  </a:lnTo>
                  <a:lnTo>
                    <a:pt x="72897" y="28324"/>
                  </a:lnTo>
                  <a:lnTo>
                    <a:pt x="59058" y="16791"/>
                  </a:lnTo>
                  <a:lnTo>
                    <a:pt x="47518" y="16024"/>
                  </a:lnTo>
                  <a:lnTo>
                    <a:pt x="29061" y="3724"/>
                  </a:lnTo>
                  <a:lnTo>
                    <a:pt x="9065" y="1419"/>
                  </a:lnTo>
                  <a:lnTo>
                    <a:pt x="5220" y="6030"/>
                  </a:lnTo>
                  <a:lnTo>
                    <a:pt x="5220" y="267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3" name="Forme libre : forme 691">
              <a:extLst>
                <a:ext uri="{FF2B5EF4-FFF2-40B4-BE49-F238E27FC236}">
                  <a16:creationId xmlns:a16="http://schemas.microsoft.com/office/drawing/2014/main" id="{DCF5B485-39D4-BE06-B61A-7B7FB9B500E5}"/>
                </a:ext>
              </a:extLst>
            </p:cNvPr>
            <p:cNvSpPr/>
            <p:nvPr/>
          </p:nvSpPr>
          <p:spPr>
            <a:xfrm>
              <a:off x="4143925" y="4238720"/>
              <a:ext cx="29224" cy="11533"/>
            </a:xfrm>
            <a:custGeom>
              <a:avLst/>
              <a:gdLst>
                <a:gd name="csX0" fmla="*/ 1427 w 29224"/>
                <a:gd name="csY0" fmla="*/ 5272 h 11533"/>
                <a:gd name="csX1" fmla="*/ 5272 w 29224"/>
                <a:gd name="csY1" fmla="*/ 1427 h 11533"/>
                <a:gd name="csX2" fmla="*/ 28346 w 29224"/>
                <a:gd name="csY2" fmla="*/ 2966 h 11533"/>
                <a:gd name="csX3" fmla="*/ 30652 w 29224"/>
                <a:gd name="csY3" fmla="*/ 6811 h 11533"/>
                <a:gd name="csX4" fmla="*/ 27580 w 29224"/>
                <a:gd name="csY4" fmla="*/ 12961 h 11533"/>
                <a:gd name="csX5" fmla="*/ 1427 w 29224"/>
                <a:gd name="csY5" fmla="*/ 12961 h 11533"/>
                <a:gd name="csX6" fmla="*/ 1427 w 29224"/>
                <a:gd name="csY6" fmla="*/ 5272 h 115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224" h="11533">
                  <a:moveTo>
                    <a:pt x="1427" y="5272"/>
                  </a:moveTo>
                  <a:lnTo>
                    <a:pt x="5272" y="1427"/>
                  </a:lnTo>
                  <a:lnTo>
                    <a:pt x="28346" y="2966"/>
                  </a:lnTo>
                  <a:lnTo>
                    <a:pt x="30652" y="6811"/>
                  </a:lnTo>
                  <a:lnTo>
                    <a:pt x="27580" y="12961"/>
                  </a:lnTo>
                  <a:lnTo>
                    <a:pt x="1427" y="12961"/>
                  </a:lnTo>
                  <a:lnTo>
                    <a:pt x="1427" y="527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4" name="Forme libre : forme 692">
              <a:extLst>
                <a:ext uri="{FF2B5EF4-FFF2-40B4-BE49-F238E27FC236}">
                  <a16:creationId xmlns:a16="http://schemas.microsoft.com/office/drawing/2014/main" id="{BB58094E-52F2-2032-54F7-51A50EC235E5}"/>
                </a:ext>
              </a:extLst>
            </p:cNvPr>
            <p:cNvSpPr/>
            <p:nvPr/>
          </p:nvSpPr>
          <p:spPr>
            <a:xfrm rot="-1309137" flipV="1">
              <a:off x="4192426" y="4251046"/>
              <a:ext cx="6991" cy="5712"/>
            </a:xfrm>
            <a:custGeom>
              <a:avLst/>
              <a:gdLst>
                <a:gd name="csX0" fmla="*/ 1452 w 6991"/>
                <a:gd name="csY0" fmla="*/ 7145 h 5712"/>
                <a:gd name="csX1" fmla="*/ 5590 w 6991"/>
                <a:gd name="csY1" fmla="*/ 7145 h 5712"/>
                <a:gd name="csX2" fmla="*/ 8443 w 6991"/>
                <a:gd name="csY2" fmla="*/ 1857 h 5712"/>
                <a:gd name="csX3" fmla="*/ 3305 w 6991"/>
                <a:gd name="csY3" fmla="*/ 1433 h 5712"/>
                <a:gd name="csX4" fmla="*/ 1452 w 6991"/>
                <a:gd name="csY4" fmla="*/ 7145 h 5712"/>
              </a:gdLst>
              <a:ahLst/>
              <a:cxnLst>
                <a:cxn ang="0">
                  <a:pos x="csX0" y="csY0"/>
                </a:cxn>
                <a:cxn ang="0">
                  <a:pos x="csX1" y="csY1"/>
                </a:cxn>
                <a:cxn ang="0">
                  <a:pos x="csX2" y="csY2"/>
                </a:cxn>
                <a:cxn ang="0">
                  <a:pos x="csX3" y="csY3"/>
                </a:cxn>
                <a:cxn ang="0">
                  <a:pos x="csX4" y="csY4"/>
                </a:cxn>
              </a:cxnLst>
              <a:rect l="l" t="t" r="r" b="b"/>
              <a:pathLst>
                <a:path w="6991" h="5712">
                  <a:moveTo>
                    <a:pt x="1452" y="7145"/>
                  </a:moveTo>
                  <a:lnTo>
                    <a:pt x="5590" y="7145"/>
                  </a:lnTo>
                  <a:lnTo>
                    <a:pt x="8443" y="1857"/>
                  </a:lnTo>
                  <a:lnTo>
                    <a:pt x="3305" y="1433"/>
                  </a:lnTo>
                  <a:lnTo>
                    <a:pt x="1452" y="714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5" name="Forme libre : forme 693">
              <a:extLst>
                <a:ext uri="{FF2B5EF4-FFF2-40B4-BE49-F238E27FC236}">
                  <a16:creationId xmlns:a16="http://schemas.microsoft.com/office/drawing/2014/main" id="{C9F70B33-2E1B-0915-94F0-FA500AAD966D}"/>
                </a:ext>
              </a:extLst>
            </p:cNvPr>
            <p:cNvSpPr/>
            <p:nvPr/>
          </p:nvSpPr>
          <p:spPr>
            <a:xfrm>
              <a:off x="4260063" y="4406295"/>
              <a:ext cx="16151" cy="16910"/>
            </a:xfrm>
            <a:custGeom>
              <a:avLst/>
              <a:gdLst>
                <a:gd name="csX0" fmla="*/ 1495 w 16151"/>
                <a:gd name="csY0" fmla="*/ 6142 h 16910"/>
                <a:gd name="csX1" fmla="*/ 2268 w 16151"/>
                <a:gd name="csY1" fmla="*/ 17676 h 16910"/>
                <a:gd name="csX2" fmla="*/ 16107 w 16151"/>
                <a:gd name="csY2" fmla="*/ 18442 h 16910"/>
                <a:gd name="csX3" fmla="*/ 17646 w 16151"/>
                <a:gd name="csY3" fmla="*/ 6908 h 16910"/>
                <a:gd name="csX4" fmla="*/ 13802 w 16151"/>
                <a:gd name="csY4" fmla="*/ 6142 h 16910"/>
                <a:gd name="csX5" fmla="*/ 17646 w 16151"/>
                <a:gd name="csY5" fmla="*/ 1531 h 16910"/>
                <a:gd name="csX6" fmla="*/ 1495 w 16151"/>
                <a:gd name="csY6" fmla="*/ 6142 h 1691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151" h="16910">
                  <a:moveTo>
                    <a:pt x="1495" y="6142"/>
                  </a:moveTo>
                  <a:lnTo>
                    <a:pt x="2268" y="17676"/>
                  </a:lnTo>
                  <a:lnTo>
                    <a:pt x="16107" y="18442"/>
                  </a:lnTo>
                  <a:lnTo>
                    <a:pt x="17646" y="6908"/>
                  </a:lnTo>
                  <a:lnTo>
                    <a:pt x="13802" y="6142"/>
                  </a:lnTo>
                  <a:lnTo>
                    <a:pt x="17646" y="1531"/>
                  </a:lnTo>
                  <a:lnTo>
                    <a:pt x="1495" y="61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6" name="Forme libre : forme 694">
              <a:extLst>
                <a:ext uri="{FF2B5EF4-FFF2-40B4-BE49-F238E27FC236}">
                  <a16:creationId xmlns:a16="http://schemas.microsoft.com/office/drawing/2014/main" id="{DDF90C0D-8A69-5C95-C718-C2AABCF71DAA}"/>
                </a:ext>
              </a:extLst>
            </p:cNvPr>
            <p:cNvSpPr/>
            <p:nvPr/>
          </p:nvSpPr>
          <p:spPr>
            <a:xfrm rot="-1001395" flipV="1">
              <a:off x="4280654" y="4399644"/>
              <a:ext cx="8031" cy="5383"/>
            </a:xfrm>
            <a:custGeom>
              <a:avLst/>
              <a:gdLst>
                <a:gd name="csX0" fmla="*/ 1506 w 8031"/>
                <a:gd name="csY0" fmla="*/ 6907 h 5383"/>
                <a:gd name="csX1" fmla="*/ 9537 w 8031"/>
                <a:gd name="csY1" fmla="*/ 6907 h 5383"/>
                <a:gd name="csX2" fmla="*/ 8730 w 8031"/>
                <a:gd name="csY2" fmla="*/ 1523 h 5383"/>
                <a:gd name="csX3" fmla="*/ 2395 w 8031"/>
                <a:gd name="csY3" fmla="*/ 1824 h 5383"/>
                <a:gd name="csX4" fmla="*/ 1506 w 8031"/>
                <a:gd name="csY4" fmla="*/ 6907 h 5383"/>
              </a:gdLst>
              <a:ahLst/>
              <a:cxnLst>
                <a:cxn ang="0">
                  <a:pos x="csX0" y="csY0"/>
                </a:cxn>
                <a:cxn ang="0">
                  <a:pos x="csX1" y="csY1"/>
                </a:cxn>
                <a:cxn ang="0">
                  <a:pos x="csX2" y="csY2"/>
                </a:cxn>
                <a:cxn ang="0">
                  <a:pos x="csX3" y="csY3"/>
                </a:cxn>
                <a:cxn ang="0">
                  <a:pos x="csX4" y="csY4"/>
                </a:cxn>
              </a:cxnLst>
              <a:rect l="l" t="t" r="r" b="b"/>
              <a:pathLst>
                <a:path w="8031" h="5383">
                  <a:moveTo>
                    <a:pt x="1506" y="6907"/>
                  </a:moveTo>
                  <a:lnTo>
                    <a:pt x="9537" y="6907"/>
                  </a:lnTo>
                  <a:lnTo>
                    <a:pt x="8730" y="1523"/>
                  </a:lnTo>
                  <a:lnTo>
                    <a:pt x="2395" y="1824"/>
                  </a:lnTo>
                  <a:lnTo>
                    <a:pt x="1506" y="69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7" name="Forme libre : forme 695">
              <a:extLst>
                <a:ext uri="{FF2B5EF4-FFF2-40B4-BE49-F238E27FC236}">
                  <a16:creationId xmlns:a16="http://schemas.microsoft.com/office/drawing/2014/main" id="{55F6D0BF-998C-B0A2-ADBE-FBFBB33458B5}"/>
                </a:ext>
              </a:extLst>
            </p:cNvPr>
            <p:cNvSpPr/>
            <p:nvPr/>
          </p:nvSpPr>
          <p:spPr>
            <a:xfrm>
              <a:off x="4259297" y="4285607"/>
              <a:ext cx="12306" cy="12299"/>
            </a:xfrm>
            <a:custGeom>
              <a:avLst/>
              <a:gdLst>
                <a:gd name="csX0" fmla="*/ 1494 w 12306"/>
                <a:gd name="csY0" fmla="*/ 2996 h 12299"/>
                <a:gd name="csX1" fmla="*/ 2260 w 12306"/>
                <a:gd name="csY1" fmla="*/ 9912 h 12299"/>
                <a:gd name="csX2" fmla="*/ 6877 w 12306"/>
                <a:gd name="csY2" fmla="*/ 13756 h 12299"/>
                <a:gd name="csX3" fmla="*/ 8417 w 12306"/>
                <a:gd name="csY3" fmla="*/ 8379 h 12299"/>
                <a:gd name="csX4" fmla="*/ 13800 w 12306"/>
                <a:gd name="csY4" fmla="*/ 8379 h 12299"/>
                <a:gd name="csX5" fmla="*/ 13800 w 12306"/>
                <a:gd name="csY5" fmla="*/ 1456 h 12299"/>
                <a:gd name="csX6" fmla="*/ 6877 w 12306"/>
                <a:gd name="csY6" fmla="*/ 4535 h 12299"/>
                <a:gd name="csX7" fmla="*/ 1494 w 12306"/>
                <a:gd name="csY7" fmla="*/ 2996 h 12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06" h="12299">
                  <a:moveTo>
                    <a:pt x="1494" y="2996"/>
                  </a:moveTo>
                  <a:lnTo>
                    <a:pt x="2260" y="9912"/>
                  </a:lnTo>
                  <a:lnTo>
                    <a:pt x="6877" y="13756"/>
                  </a:lnTo>
                  <a:lnTo>
                    <a:pt x="8417" y="8379"/>
                  </a:lnTo>
                  <a:lnTo>
                    <a:pt x="13800" y="8379"/>
                  </a:lnTo>
                  <a:lnTo>
                    <a:pt x="13800" y="1456"/>
                  </a:lnTo>
                  <a:lnTo>
                    <a:pt x="6877" y="4535"/>
                  </a:lnTo>
                  <a:lnTo>
                    <a:pt x="1494" y="29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8" name="Forme libre : forme 696">
              <a:extLst>
                <a:ext uri="{FF2B5EF4-FFF2-40B4-BE49-F238E27FC236}">
                  <a16:creationId xmlns:a16="http://schemas.microsoft.com/office/drawing/2014/main" id="{1F001490-C54C-F93B-D8DA-FBA77C6EF420}"/>
                </a:ext>
              </a:extLst>
            </p:cNvPr>
            <p:cNvSpPr/>
            <p:nvPr/>
          </p:nvSpPr>
          <p:spPr>
            <a:xfrm>
              <a:off x="4270057" y="4320975"/>
              <a:ext cx="10767" cy="11526"/>
            </a:xfrm>
            <a:custGeom>
              <a:avLst/>
              <a:gdLst>
                <a:gd name="csX0" fmla="*/ 1500 w 10767"/>
                <a:gd name="csY0" fmla="*/ 4549 h 11526"/>
                <a:gd name="csX1" fmla="*/ 9189 w 10767"/>
                <a:gd name="csY1" fmla="*/ 13004 h 11526"/>
                <a:gd name="csX2" fmla="*/ 12267 w 10767"/>
                <a:gd name="csY2" fmla="*/ 11465 h 11526"/>
                <a:gd name="csX3" fmla="*/ 10728 w 10767"/>
                <a:gd name="csY3" fmla="*/ 3783 h 11526"/>
                <a:gd name="csX4" fmla="*/ 4578 w 10767"/>
                <a:gd name="csY4" fmla="*/ 1478 h 11526"/>
                <a:gd name="csX5" fmla="*/ 1500 w 10767"/>
                <a:gd name="csY5" fmla="*/ 4549 h 11526"/>
              </a:gdLst>
              <a:ahLst/>
              <a:cxnLst>
                <a:cxn ang="0">
                  <a:pos x="csX0" y="csY0"/>
                </a:cxn>
                <a:cxn ang="0">
                  <a:pos x="csX1" y="csY1"/>
                </a:cxn>
                <a:cxn ang="0">
                  <a:pos x="csX2" y="csY2"/>
                </a:cxn>
                <a:cxn ang="0">
                  <a:pos x="csX3" y="csY3"/>
                </a:cxn>
                <a:cxn ang="0">
                  <a:pos x="csX4" y="csY4"/>
                </a:cxn>
                <a:cxn ang="0">
                  <a:pos x="csX5" y="csY5"/>
                </a:cxn>
              </a:cxnLst>
              <a:rect l="l" t="t" r="r" b="b"/>
              <a:pathLst>
                <a:path w="10767" h="11526">
                  <a:moveTo>
                    <a:pt x="1500" y="4549"/>
                  </a:moveTo>
                  <a:lnTo>
                    <a:pt x="9189" y="13004"/>
                  </a:lnTo>
                  <a:lnTo>
                    <a:pt x="12267" y="11465"/>
                  </a:lnTo>
                  <a:lnTo>
                    <a:pt x="10728" y="3783"/>
                  </a:lnTo>
                  <a:lnTo>
                    <a:pt x="4578" y="1478"/>
                  </a:lnTo>
                  <a:lnTo>
                    <a:pt x="1500" y="45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19" name="Forme libre : forme 697">
              <a:extLst>
                <a:ext uri="{FF2B5EF4-FFF2-40B4-BE49-F238E27FC236}">
                  <a16:creationId xmlns:a16="http://schemas.microsoft.com/office/drawing/2014/main" id="{85DD7302-99D4-D0E1-37C6-5B2DC07482ED}"/>
                </a:ext>
              </a:extLst>
            </p:cNvPr>
            <p:cNvSpPr/>
            <p:nvPr/>
          </p:nvSpPr>
          <p:spPr>
            <a:xfrm>
              <a:off x="4256218" y="4266391"/>
              <a:ext cx="6923" cy="6916"/>
            </a:xfrm>
            <a:custGeom>
              <a:avLst/>
              <a:gdLst>
                <a:gd name="csX0" fmla="*/ 1490 w 6923"/>
                <a:gd name="csY0" fmla="*/ 3748 h 6916"/>
                <a:gd name="csX1" fmla="*/ 4569 w 6923"/>
                <a:gd name="csY1" fmla="*/ 1443 h 6916"/>
                <a:gd name="csX2" fmla="*/ 8413 w 6923"/>
                <a:gd name="csY2" fmla="*/ 4521 h 6916"/>
                <a:gd name="csX3" fmla="*/ 4569 w 6923"/>
                <a:gd name="csY3" fmla="*/ 8359 h 6916"/>
                <a:gd name="csX4" fmla="*/ 2257 w 6923"/>
                <a:gd name="csY4" fmla="*/ 6820 h 6916"/>
                <a:gd name="csX5" fmla="*/ 1490 w 6923"/>
                <a:gd name="csY5" fmla="*/ 3748 h 6916"/>
              </a:gdLst>
              <a:ahLst/>
              <a:cxnLst>
                <a:cxn ang="0">
                  <a:pos x="csX0" y="csY0"/>
                </a:cxn>
                <a:cxn ang="0">
                  <a:pos x="csX1" y="csY1"/>
                </a:cxn>
                <a:cxn ang="0">
                  <a:pos x="csX2" y="csY2"/>
                </a:cxn>
                <a:cxn ang="0">
                  <a:pos x="csX3" y="csY3"/>
                </a:cxn>
                <a:cxn ang="0">
                  <a:pos x="csX4" y="csY4"/>
                </a:cxn>
                <a:cxn ang="0">
                  <a:pos x="csX5" y="csY5"/>
                </a:cxn>
              </a:cxnLst>
              <a:rect l="l" t="t" r="r" b="b"/>
              <a:pathLst>
                <a:path w="6923" h="6916">
                  <a:moveTo>
                    <a:pt x="1490" y="3748"/>
                  </a:moveTo>
                  <a:lnTo>
                    <a:pt x="4569" y="1443"/>
                  </a:lnTo>
                  <a:lnTo>
                    <a:pt x="8413" y="4521"/>
                  </a:lnTo>
                  <a:lnTo>
                    <a:pt x="4569" y="8359"/>
                  </a:lnTo>
                  <a:lnTo>
                    <a:pt x="2257" y="6820"/>
                  </a:lnTo>
                  <a:lnTo>
                    <a:pt x="1490" y="37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0" name="Forme libre : forme 698">
              <a:extLst>
                <a:ext uri="{FF2B5EF4-FFF2-40B4-BE49-F238E27FC236}">
                  <a16:creationId xmlns:a16="http://schemas.microsoft.com/office/drawing/2014/main" id="{816051A3-4C94-9E47-3D21-4E42459B6DF8}"/>
                </a:ext>
              </a:extLst>
            </p:cNvPr>
            <p:cNvSpPr/>
            <p:nvPr/>
          </p:nvSpPr>
          <p:spPr>
            <a:xfrm rot="-1856924" flipV="1">
              <a:off x="4267341" y="4304960"/>
              <a:ext cx="6854" cy="6724"/>
            </a:xfrm>
            <a:custGeom>
              <a:avLst/>
              <a:gdLst>
                <a:gd name="csX0" fmla="*/ 1627 w 6854"/>
                <a:gd name="csY0" fmla="*/ 8191 h 6724"/>
                <a:gd name="csX1" fmla="*/ 6108 w 6854"/>
                <a:gd name="csY1" fmla="*/ 8191 h 6724"/>
                <a:gd name="csX2" fmla="*/ 8352 w 6854"/>
                <a:gd name="csY2" fmla="*/ 1466 h 6724"/>
                <a:gd name="csX3" fmla="*/ 1497 w 6854"/>
                <a:gd name="csY3" fmla="*/ 1986 h 6724"/>
                <a:gd name="csX4" fmla="*/ 1627 w 6854"/>
                <a:gd name="csY4" fmla="*/ 8191 h 6724"/>
              </a:gdLst>
              <a:ahLst/>
              <a:cxnLst>
                <a:cxn ang="0">
                  <a:pos x="csX0" y="csY0"/>
                </a:cxn>
                <a:cxn ang="0">
                  <a:pos x="csX1" y="csY1"/>
                </a:cxn>
                <a:cxn ang="0">
                  <a:pos x="csX2" y="csY2"/>
                </a:cxn>
                <a:cxn ang="0">
                  <a:pos x="csX3" y="csY3"/>
                </a:cxn>
                <a:cxn ang="0">
                  <a:pos x="csX4" y="csY4"/>
                </a:cxn>
              </a:cxnLst>
              <a:rect l="l" t="t" r="r" b="b"/>
              <a:pathLst>
                <a:path w="6854" h="6724">
                  <a:moveTo>
                    <a:pt x="1627" y="8191"/>
                  </a:moveTo>
                  <a:lnTo>
                    <a:pt x="6108" y="8191"/>
                  </a:lnTo>
                  <a:lnTo>
                    <a:pt x="8352" y="1466"/>
                  </a:lnTo>
                  <a:lnTo>
                    <a:pt x="1497" y="1986"/>
                  </a:lnTo>
                  <a:lnTo>
                    <a:pt x="1627" y="81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1" name="Forme libre : forme 699">
              <a:extLst>
                <a:ext uri="{FF2B5EF4-FFF2-40B4-BE49-F238E27FC236}">
                  <a16:creationId xmlns:a16="http://schemas.microsoft.com/office/drawing/2014/main" id="{2D40BA30-CED6-7D9A-332D-D1CD62A2E703}"/>
                </a:ext>
              </a:extLst>
            </p:cNvPr>
            <p:cNvSpPr/>
            <p:nvPr/>
          </p:nvSpPr>
          <p:spPr>
            <a:xfrm rot="-566084" flipV="1">
              <a:off x="4268684" y="4355918"/>
              <a:ext cx="6704" cy="6827"/>
            </a:xfrm>
            <a:custGeom>
              <a:avLst/>
              <a:gdLst>
                <a:gd name="csX0" fmla="*/ 2634 w 6704"/>
                <a:gd name="csY0" fmla="*/ 8325 h 6827"/>
                <a:gd name="csX1" fmla="*/ 7306 w 6704"/>
                <a:gd name="csY1" fmla="*/ 8325 h 6827"/>
                <a:gd name="csX2" fmla="*/ 8202 w 6704"/>
                <a:gd name="csY2" fmla="*/ 4275 h 6827"/>
                <a:gd name="csX3" fmla="*/ 1498 w 6704"/>
                <a:gd name="csY3" fmla="*/ 1497 h 6827"/>
                <a:gd name="csX4" fmla="*/ 2634 w 6704"/>
                <a:gd name="csY4" fmla="*/ 8325 h 6827"/>
              </a:gdLst>
              <a:ahLst/>
              <a:cxnLst>
                <a:cxn ang="0">
                  <a:pos x="csX0" y="csY0"/>
                </a:cxn>
                <a:cxn ang="0">
                  <a:pos x="csX1" y="csY1"/>
                </a:cxn>
                <a:cxn ang="0">
                  <a:pos x="csX2" y="csY2"/>
                </a:cxn>
                <a:cxn ang="0">
                  <a:pos x="csX3" y="csY3"/>
                </a:cxn>
                <a:cxn ang="0">
                  <a:pos x="csX4" y="csY4"/>
                </a:cxn>
              </a:cxnLst>
              <a:rect l="l" t="t" r="r" b="b"/>
              <a:pathLst>
                <a:path w="6704" h="6827">
                  <a:moveTo>
                    <a:pt x="2634" y="8325"/>
                  </a:moveTo>
                  <a:lnTo>
                    <a:pt x="7306" y="8325"/>
                  </a:lnTo>
                  <a:lnTo>
                    <a:pt x="8202" y="4275"/>
                  </a:lnTo>
                  <a:lnTo>
                    <a:pt x="1498" y="1497"/>
                  </a:lnTo>
                  <a:lnTo>
                    <a:pt x="2634" y="832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2" name="Forme libre : forme 700">
              <a:extLst>
                <a:ext uri="{FF2B5EF4-FFF2-40B4-BE49-F238E27FC236}">
                  <a16:creationId xmlns:a16="http://schemas.microsoft.com/office/drawing/2014/main" id="{77C1E0DD-37D3-8DBB-1511-8E4FA56E1470}"/>
                </a:ext>
              </a:extLst>
            </p:cNvPr>
            <p:cNvSpPr/>
            <p:nvPr/>
          </p:nvSpPr>
          <p:spPr>
            <a:xfrm rot="-3376241" flipV="1">
              <a:off x="4260542" y="4374528"/>
              <a:ext cx="6615" cy="6820"/>
            </a:xfrm>
            <a:custGeom>
              <a:avLst/>
              <a:gdLst>
                <a:gd name="csX0" fmla="*/ 1698 w 6615"/>
                <a:gd name="csY0" fmla="*/ 8329 h 6820"/>
                <a:gd name="csX1" fmla="*/ 7246 w 6615"/>
                <a:gd name="csY1" fmla="*/ 8329 h 6820"/>
                <a:gd name="csX2" fmla="*/ 8108 w 6615"/>
                <a:gd name="csY2" fmla="*/ 1508 h 6820"/>
                <a:gd name="csX3" fmla="*/ 1493 w 6615"/>
                <a:gd name="csY3" fmla="*/ 1713 h 6820"/>
                <a:gd name="csX4" fmla="*/ 1698 w 6615"/>
                <a:gd name="csY4" fmla="*/ 8329 h 6820"/>
              </a:gdLst>
              <a:ahLst/>
              <a:cxnLst>
                <a:cxn ang="0">
                  <a:pos x="csX0" y="csY0"/>
                </a:cxn>
                <a:cxn ang="0">
                  <a:pos x="csX1" y="csY1"/>
                </a:cxn>
                <a:cxn ang="0">
                  <a:pos x="csX2" y="csY2"/>
                </a:cxn>
                <a:cxn ang="0">
                  <a:pos x="csX3" y="csY3"/>
                </a:cxn>
                <a:cxn ang="0">
                  <a:pos x="csX4" y="csY4"/>
                </a:cxn>
              </a:cxnLst>
              <a:rect l="l" t="t" r="r" b="b"/>
              <a:pathLst>
                <a:path w="6615" h="6820">
                  <a:moveTo>
                    <a:pt x="1698" y="8329"/>
                  </a:moveTo>
                  <a:lnTo>
                    <a:pt x="7246" y="8329"/>
                  </a:lnTo>
                  <a:lnTo>
                    <a:pt x="8108" y="1508"/>
                  </a:lnTo>
                  <a:lnTo>
                    <a:pt x="1493" y="1713"/>
                  </a:lnTo>
                  <a:lnTo>
                    <a:pt x="1698" y="832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3" name="Forme libre : forme 701">
              <a:extLst>
                <a:ext uri="{FF2B5EF4-FFF2-40B4-BE49-F238E27FC236}">
                  <a16:creationId xmlns:a16="http://schemas.microsoft.com/office/drawing/2014/main" id="{227AA8A8-55CE-1A60-84E4-6639B529AA9A}"/>
                </a:ext>
              </a:extLst>
            </p:cNvPr>
            <p:cNvSpPr/>
            <p:nvPr/>
          </p:nvSpPr>
          <p:spPr>
            <a:xfrm rot="-1592372" flipV="1">
              <a:off x="4099770" y="4377264"/>
              <a:ext cx="7798" cy="7333"/>
            </a:xfrm>
            <a:custGeom>
              <a:avLst/>
              <a:gdLst>
                <a:gd name="csX0" fmla="*/ 1395 w 7798"/>
                <a:gd name="csY0" fmla="*/ 8844 h 7333"/>
                <a:gd name="csX1" fmla="*/ 8270 w 7798"/>
                <a:gd name="csY1" fmla="*/ 8844 h 7333"/>
                <a:gd name="csX2" fmla="*/ 9194 w 7798"/>
                <a:gd name="csY2" fmla="*/ 1510 h 7333"/>
                <a:gd name="csX3" fmla="*/ 5069 w 7798"/>
                <a:gd name="csY3" fmla="*/ 2427 h 7333"/>
                <a:gd name="csX4" fmla="*/ 1395 w 7798"/>
                <a:gd name="csY4" fmla="*/ 8844 h 7333"/>
              </a:gdLst>
              <a:ahLst/>
              <a:cxnLst>
                <a:cxn ang="0">
                  <a:pos x="csX0" y="csY0"/>
                </a:cxn>
                <a:cxn ang="0">
                  <a:pos x="csX1" y="csY1"/>
                </a:cxn>
                <a:cxn ang="0">
                  <a:pos x="csX2" y="csY2"/>
                </a:cxn>
                <a:cxn ang="0">
                  <a:pos x="csX3" y="csY3"/>
                </a:cxn>
                <a:cxn ang="0">
                  <a:pos x="csX4" y="csY4"/>
                </a:cxn>
              </a:cxnLst>
              <a:rect l="l" t="t" r="r" b="b"/>
              <a:pathLst>
                <a:path w="7798" h="7333">
                  <a:moveTo>
                    <a:pt x="1395" y="8844"/>
                  </a:moveTo>
                  <a:lnTo>
                    <a:pt x="8270" y="8844"/>
                  </a:lnTo>
                  <a:lnTo>
                    <a:pt x="9194" y="1510"/>
                  </a:lnTo>
                  <a:lnTo>
                    <a:pt x="5069" y="2427"/>
                  </a:lnTo>
                  <a:lnTo>
                    <a:pt x="1395" y="884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4" name="Forme libre : forme 702">
              <a:extLst>
                <a:ext uri="{FF2B5EF4-FFF2-40B4-BE49-F238E27FC236}">
                  <a16:creationId xmlns:a16="http://schemas.microsoft.com/office/drawing/2014/main" id="{CE77C487-3434-BAF3-567F-AB83FBD80D0A}"/>
                </a:ext>
              </a:extLst>
            </p:cNvPr>
            <p:cNvSpPr/>
            <p:nvPr/>
          </p:nvSpPr>
          <p:spPr>
            <a:xfrm>
              <a:off x="3628879" y="4638694"/>
              <a:ext cx="15378" cy="26645"/>
            </a:xfrm>
            <a:custGeom>
              <a:avLst/>
              <a:gdLst>
                <a:gd name="csX0" fmla="*/ 1110 w 15378"/>
                <a:gd name="csY0" fmla="*/ 5774 h 26645"/>
                <a:gd name="csX1" fmla="*/ 4189 w 15378"/>
                <a:gd name="csY1" fmla="*/ 1677 h 26645"/>
                <a:gd name="csX2" fmla="*/ 14443 w 15378"/>
                <a:gd name="csY2" fmla="*/ 7827 h 26645"/>
                <a:gd name="csX3" fmla="*/ 16489 w 15378"/>
                <a:gd name="csY3" fmla="*/ 20127 h 26645"/>
                <a:gd name="csX4" fmla="*/ 2136 w 15378"/>
                <a:gd name="csY4" fmla="*/ 28322 h 26645"/>
                <a:gd name="csX5" fmla="*/ 5215 w 15378"/>
                <a:gd name="csY5" fmla="*/ 13977 h 26645"/>
                <a:gd name="csX6" fmla="*/ 1110 w 15378"/>
                <a:gd name="csY6" fmla="*/ 5774 h 266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378" h="26645">
                  <a:moveTo>
                    <a:pt x="1110" y="5774"/>
                  </a:moveTo>
                  <a:lnTo>
                    <a:pt x="4189" y="1677"/>
                  </a:lnTo>
                  <a:lnTo>
                    <a:pt x="14443" y="7827"/>
                  </a:lnTo>
                  <a:lnTo>
                    <a:pt x="16489" y="20127"/>
                  </a:lnTo>
                  <a:lnTo>
                    <a:pt x="2136" y="28322"/>
                  </a:lnTo>
                  <a:lnTo>
                    <a:pt x="5215" y="13977"/>
                  </a:lnTo>
                  <a:lnTo>
                    <a:pt x="1110" y="577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5" name="Forme libre : forme 703">
              <a:extLst>
                <a:ext uri="{FF2B5EF4-FFF2-40B4-BE49-F238E27FC236}">
                  <a16:creationId xmlns:a16="http://schemas.microsoft.com/office/drawing/2014/main" id="{71E4969B-DDA7-2E81-02A7-CE97F17DE925}"/>
                </a:ext>
              </a:extLst>
            </p:cNvPr>
            <p:cNvSpPr/>
            <p:nvPr/>
          </p:nvSpPr>
          <p:spPr>
            <a:xfrm rot="-1783632" flipV="1">
              <a:off x="3651410" y="4650309"/>
              <a:ext cx="9289" cy="6485"/>
            </a:xfrm>
            <a:custGeom>
              <a:avLst/>
              <a:gdLst>
                <a:gd name="csX0" fmla="*/ 1123 w 9289"/>
                <a:gd name="csY0" fmla="*/ 8161 h 6485"/>
                <a:gd name="csX1" fmla="*/ 9386 w 9289"/>
                <a:gd name="csY1" fmla="*/ 8161 h 6485"/>
                <a:gd name="csX2" fmla="*/ 10413 w 9289"/>
                <a:gd name="csY2" fmla="*/ 1676 h 6485"/>
                <a:gd name="csX3" fmla="*/ 2272 w 9289"/>
                <a:gd name="csY3" fmla="*/ 3968 h 6485"/>
                <a:gd name="csX4" fmla="*/ 1123 w 9289"/>
                <a:gd name="csY4" fmla="*/ 8161 h 6485"/>
              </a:gdLst>
              <a:ahLst/>
              <a:cxnLst>
                <a:cxn ang="0">
                  <a:pos x="csX0" y="csY0"/>
                </a:cxn>
                <a:cxn ang="0">
                  <a:pos x="csX1" y="csY1"/>
                </a:cxn>
                <a:cxn ang="0">
                  <a:pos x="csX2" y="csY2"/>
                </a:cxn>
                <a:cxn ang="0">
                  <a:pos x="csX3" y="csY3"/>
                </a:cxn>
                <a:cxn ang="0">
                  <a:pos x="csX4" y="csY4"/>
                </a:cxn>
              </a:cxnLst>
              <a:rect l="l" t="t" r="r" b="b"/>
              <a:pathLst>
                <a:path w="9289" h="6485">
                  <a:moveTo>
                    <a:pt x="1123" y="8161"/>
                  </a:moveTo>
                  <a:lnTo>
                    <a:pt x="9386" y="8161"/>
                  </a:lnTo>
                  <a:lnTo>
                    <a:pt x="10413" y="1676"/>
                  </a:lnTo>
                  <a:lnTo>
                    <a:pt x="2272" y="3968"/>
                  </a:lnTo>
                  <a:lnTo>
                    <a:pt x="1123" y="81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6" name="Forme libre : forme 704">
              <a:extLst>
                <a:ext uri="{FF2B5EF4-FFF2-40B4-BE49-F238E27FC236}">
                  <a16:creationId xmlns:a16="http://schemas.microsoft.com/office/drawing/2014/main" id="{AE8D5198-15B6-CA89-7E67-73519E5C10B9}"/>
                </a:ext>
              </a:extLst>
            </p:cNvPr>
            <p:cNvSpPr/>
            <p:nvPr/>
          </p:nvSpPr>
          <p:spPr>
            <a:xfrm>
              <a:off x="4778413" y="5981237"/>
              <a:ext cx="50759" cy="30058"/>
            </a:xfrm>
            <a:custGeom>
              <a:avLst/>
              <a:gdLst>
                <a:gd name="csX0" fmla="*/ 1819 w 50759"/>
                <a:gd name="csY0" fmla="*/ 7722 h 30058"/>
                <a:gd name="csX1" fmla="*/ 3358 w 50759"/>
                <a:gd name="csY1" fmla="*/ 2495 h 30058"/>
                <a:gd name="csX2" fmla="*/ 26432 w 50759"/>
                <a:gd name="csY2" fmla="*/ 6415 h 30058"/>
                <a:gd name="csX3" fmla="*/ 46428 w 50759"/>
                <a:gd name="csY3" fmla="*/ 19481 h 30058"/>
                <a:gd name="csX4" fmla="*/ 52578 w 50759"/>
                <a:gd name="csY4" fmla="*/ 32554 h 30058"/>
                <a:gd name="csX5" fmla="*/ 37200 w 50759"/>
                <a:gd name="csY5" fmla="*/ 31241 h 30058"/>
                <a:gd name="csX6" fmla="*/ 20275 w 50759"/>
                <a:gd name="csY6" fmla="*/ 15562 h 30058"/>
                <a:gd name="csX7" fmla="*/ 1819 w 50759"/>
                <a:gd name="csY7" fmla="*/ 7722 h 300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759" h="30058">
                  <a:moveTo>
                    <a:pt x="1819" y="7722"/>
                  </a:moveTo>
                  <a:lnTo>
                    <a:pt x="3358" y="2495"/>
                  </a:lnTo>
                  <a:lnTo>
                    <a:pt x="26432" y="6415"/>
                  </a:lnTo>
                  <a:lnTo>
                    <a:pt x="46428" y="19481"/>
                  </a:lnTo>
                  <a:lnTo>
                    <a:pt x="52578" y="32554"/>
                  </a:lnTo>
                  <a:lnTo>
                    <a:pt x="37200" y="31241"/>
                  </a:lnTo>
                  <a:lnTo>
                    <a:pt x="20275" y="15562"/>
                  </a:lnTo>
                  <a:lnTo>
                    <a:pt x="1819" y="77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7" name="Forme libre : forme 705">
              <a:extLst>
                <a:ext uri="{FF2B5EF4-FFF2-40B4-BE49-F238E27FC236}">
                  <a16:creationId xmlns:a16="http://schemas.microsoft.com/office/drawing/2014/main" id="{D1B9C647-5FBE-8F91-4FB9-E48A84928356}"/>
                </a:ext>
              </a:extLst>
            </p:cNvPr>
            <p:cNvSpPr/>
            <p:nvPr/>
          </p:nvSpPr>
          <p:spPr>
            <a:xfrm>
              <a:off x="4311048" y="3348245"/>
              <a:ext cx="146641" cy="163983"/>
            </a:xfrm>
            <a:custGeom>
              <a:avLst/>
              <a:gdLst>
                <a:gd name="csX0" fmla="*/ 87710 w 146641"/>
                <a:gd name="csY0" fmla="*/ 943 h 163983"/>
                <a:gd name="csX1" fmla="*/ 64122 w 146641"/>
                <a:gd name="csY1" fmla="*/ 6067 h 163983"/>
                <a:gd name="csX2" fmla="*/ 50796 w 146641"/>
                <a:gd name="csY2" fmla="*/ 29641 h 163983"/>
                <a:gd name="csX3" fmla="*/ 36437 w 146641"/>
                <a:gd name="csY3" fmla="*/ 55260 h 163983"/>
                <a:gd name="csX4" fmla="*/ 31306 w 146641"/>
                <a:gd name="csY4" fmla="*/ 77814 h 163983"/>
                <a:gd name="csX5" fmla="*/ 23104 w 146641"/>
                <a:gd name="csY5" fmla="*/ 84984 h 163983"/>
                <a:gd name="csX6" fmla="*/ 22078 w 146641"/>
                <a:gd name="csY6" fmla="*/ 94212 h 163983"/>
                <a:gd name="csX7" fmla="*/ 2595 w 146641"/>
                <a:gd name="csY7" fmla="*/ 103434 h 163983"/>
                <a:gd name="csX8" fmla="*/ 4647 w 146641"/>
                <a:gd name="csY8" fmla="*/ 109584 h 163983"/>
                <a:gd name="csX9" fmla="*/ 14902 w 146641"/>
                <a:gd name="csY9" fmla="*/ 108557 h 163983"/>
                <a:gd name="csX10" fmla="*/ 1569 w 146641"/>
                <a:gd name="csY10" fmla="*/ 121884 h 163983"/>
                <a:gd name="csX11" fmla="*/ 13876 w 146641"/>
                <a:gd name="csY11" fmla="*/ 134183 h 163983"/>
                <a:gd name="csX12" fmla="*/ 42587 w 146641"/>
                <a:gd name="csY12" fmla="*/ 131105 h 163983"/>
                <a:gd name="csX13" fmla="*/ 55920 w 146641"/>
                <a:gd name="csY13" fmla="*/ 135210 h 163983"/>
                <a:gd name="csX14" fmla="*/ 72324 w 146641"/>
                <a:gd name="csY14" fmla="*/ 129060 h 163983"/>
                <a:gd name="csX15" fmla="*/ 78481 w 146641"/>
                <a:gd name="csY15" fmla="*/ 137255 h 163983"/>
                <a:gd name="csX16" fmla="*/ 92833 w 146641"/>
                <a:gd name="csY16" fmla="*/ 130086 h 163983"/>
                <a:gd name="csX17" fmla="*/ 94886 w 146641"/>
                <a:gd name="csY17" fmla="*/ 146483 h 163983"/>
                <a:gd name="csX18" fmla="*/ 104114 w 146641"/>
                <a:gd name="csY18" fmla="*/ 147503 h 163983"/>
                <a:gd name="csX19" fmla="*/ 117447 w 146641"/>
                <a:gd name="csY19" fmla="*/ 133157 h 163983"/>
                <a:gd name="csX20" fmla="*/ 120525 w 146641"/>
                <a:gd name="csY20" fmla="*/ 145457 h 163983"/>
                <a:gd name="csX21" fmla="*/ 116421 w 146641"/>
                <a:gd name="csY21" fmla="*/ 154679 h 163983"/>
                <a:gd name="csX22" fmla="*/ 126675 w 146641"/>
                <a:gd name="csY22" fmla="*/ 156731 h 163983"/>
                <a:gd name="csX23" fmla="*/ 130780 w 146641"/>
                <a:gd name="csY23" fmla="*/ 164927 h 163983"/>
                <a:gd name="csX24" fmla="*/ 145132 w 146641"/>
                <a:gd name="csY24" fmla="*/ 164927 h 163983"/>
                <a:gd name="csX25" fmla="*/ 148211 w 146641"/>
                <a:gd name="csY25" fmla="*/ 127007 h 163983"/>
                <a:gd name="csX26" fmla="*/ 132825 w 146641"/>
                <a:gd name="csY26" fmla="*/ 118805 h 163983"/>
                <a:gd name="csX27" fmla="*/ 143087 w 146641"/>
                <a:gd name="csY27" fmla="*/ 115734 h 163983"/>
                <a:gd name="csX28" fmla="*/ 146158 w 146641"/>
                <a:gd name="csY28" fmla="*/ 100362 h 163983"/>
                <a:gd name="csX29" fmla="*/ 121552 w 146641"/>
                <a:gd name="csY29" fmla="*/ 105486 h 163983"/>
                <a:gd name="csX30" fmla="*/ 125649 w 146641"/>
                <a:gd name="csY30" fmla="*/ 77814 h 163983"/>
                <a:gd name="csX31" fmla="*/ 107193 w 146641"/>
                <a:gd name="csY31" fmla="*/ 73710 h 163983"/>
                <a:gd name="csX32" fmla="*/ 90788 w 146641"/>
                <a:gd name="csY32" fmla="*/ 79860 h 163983"/>
                <a:gd name="csX33" fmla="*/ 90788 w 146641"/>
                <a:gd name="csY33" fmla="*/ 71664 h 163983"/>
                <a:gd name="csX34" fmla="*/ 78481 w 146641"/>
                <a:gd name="csY34" fmla="*/ 69612 h 163983"/>
                <a:gd name="csX35" fmla="*/ 80533 w 146641"/>
                <a:gd name="csY35" fmla="*/ 56293 h 163983"/>
                <a:gd name="csX36" fmla="*/ 70279 w 146641"/>
                <a:gd name="csY36" fmla="*/ 54241 h 163983"/>
                <a:gd name="csX37" fmla="*/ 58998 w 146641"/>
                <a:gd name="csY37" fmla="*/ 67560 h 163983"/>
                <a:gd name="csX38" fmla="*/ 56946 w 146641"/>
                <a:gd name="csY38" fmla="*/ 59364 h 163983"/>
                <a:gd name="csX39" fmla="*/ 87710 w 146641"/>
                <a:gd name="csY39" fmla="*/ 943 h 1639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46641" h="163983">
                  <a:moveTo>
                    <a:pt x="87710" y="943"/>
                  </a:moveTo>
                  <a:lnTo>
                    <a:pt x="64122" y="6067"/>
                  </a:lnTo>
                  <a:lnTo>
                    <a:pt x="50796" y="29641"/>
                  </a:lnTo>
                  <a:lnTo>
                    <a:pt x="36437" y="55260"/>
                  </a:lnTo>
                  <a:lnTo>
                    <a:pt x="31306" y="77814"/>
                  </a:lnTo>
                  <a:lnTo>
                    <a:pt x="23104" y="84984"/>
                  </a:lnTo>
                  <a:lnTo>
                    <a:pt x="22078" y="94212"/>
                  </a:lnTo>
                  <a:lnTo>
                    <a:pt x="2595" y="103434"/>
                  </a:lnTo>
                  <a:lnTo>
                    <a:pt x="4647" y="109584"/>
                  </a:lnTo>
                  <a:lnTo>
                    <a:pt x="14902" y="108557"/>
                  </a:lnTo>
                  <a:lnTo>
                    <a:pt x="1569" y="121884"/>
                  </a:lnTo>
                  <a:lnTo>
                    <a:pt x="13876" y="134183"/>
                  </a:lnTo>
                  <a:lnTo>
                    <a:pt x="42587" y="131105"/>
                  </a:lnTo>
                  <a:lnTo>
                    <a:pt x="55920" y="135210"/>
                  </a:lnTo>
                  <a:lnTo>
                    <a:pt x="72324" y="129060"/>
                  </a:lnTo>
                  <a:lnTo>
                    <a:pt x="78481" y="137255"/>
                  </a:lnTo>
                  <a:lnTo>
                    <a:pt x="92833" y="130086"/>
                  </a:lnTo>
                  <a:lnTo>
                    <a:pt x="94886" y="146483"/>
                  </a:lnTo>
                  <a:lnTo>
                    <a:pt x="104114" y="147503"/>
                  </a:lnTo>
                  <a:lnTo>
                    <a:pt x="117447" y="133157"/>
                  </a:lnTo>
                  <a:lnTo>
                    <a:pt x="120525" y="145457"/>
                  </a:lnTo>
                  <a:lnTo>
                    <a:pt x="116421" y="154679"/>
                  </a:lnTo>
                  <a:lnTo>
                    <a:pt x="126675" y="156731"/>
                  </a:lnTo>
                  <a:lnTo>
                    <a:pt x="130780" y="164927"/>
                  </a:lnTo>
                  <a:lnTo>
                    <a:pt x="145132" y="164927"/>
                  </a:lnTo>
                  <a:lnTo>
                    <a:pt x="148211" y="127007"/>
                  </a:lnTo>
                  <a:lnTo>
                    <a:pt x="132825" y="118805"/>
                  </a:lnTo>
                  <a:lnTo>
                    <a:pt x="143087" y="115734"/>
                  </a:lnTo>
                  <a:lnTo>
                    <a:pt x="146158" y="100362"/>
                  </a:lnTo>
                  <a:lnTo>
                    <a:pt x="121552" y="105486"/>
                  </a:lnTo>
                  <a:lnTo>
                    <a:pt x="125649" y="77814"/>
                  </a:lnTo>
                  <a:lnTo>
                    <a:pt x="107193" y="73710"/>
                  </a:lnTo>
                  <a:lnTo>
                    <a:pt x="90788" y="79860"/>
                  </a:lnTo>
                  <a:lnTo>
                    <a:pt x="90788" y="71664"/>
                  </a:lnTo>
                  <a:lnTo>
                    <a:pt x="78481" y="69612"/>
                  </a:lnTo>
                  <a:lnTo>
                    <a:pt x="80533" y="56293"/>
                  </a:lnTo>
                  <a:lnTo>
                    <a:pt x="70279" y="54241"/>
                  </a:lnTo>
                  <a:lnTo>
                    <a:pt x="58998" y="67560"/>
                  </a:lnTo>
                  <a:lnTo>
                    <a:pt x="56946" y="59364"/>
                  </a:lnTo>
                  <a:lnTo>
                    <a:pt x="87710" y="94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8" name="Forme libre : forme 706">
              <a:extLst>
                <a:ext uri="{FF2B5EF4-FFF2-40B4-BE49-F238E27FC236}">
                  <a16:creationId xmlns:a16="http://schemas.microsoft.com/office/drawing/2014/main" id="{2D55B5BB-4BBB-06B1-2042-709E7990CFB6}"/>
                </a:ext>
              </a:extLst>
            </p:cNvPr>
            <p:cNvSpPr/>
            <p:nvPr/>
          </p:nvSpPr>
          <p:spPr>
            <a:xfrm>
              <a:off x="4265926" y="3497883"/>
              <a:ext cx="23587" cy="39971"/>
            </a:xfrm>
            <a:custGeom>
              <a:avLst/>
              <a:gdLst>
                <a:gd name="csX0" fmla="*/ 5605 w 23587"/>
                <a:gd name="csY0" fmla="*/ 40953 h 39971"/>
                <a:gd name="csX1" fmla="*/ 1501 w 23587"/>
                <a:gd name="csY1" fmla="*/ 28653 h 39971"/>
                <a:gd name="csX2" fmla="*/ 10736 w 23587"/>
                <a:gd name="csY2" fmla="*/ 16353 h 39971"/>
                <a:gd name="csX3" fmla="*/ 16886 w 23587"/>
                <a:gd name="csY3" fmla="*/ 982 h 39971"/>
                <a:gd name="csX4" fmla="*/ 25088 w 23587"/>
                <a:gd name="csY4" fmla="*/ 3034 h 39971"/>
                <a:gd name="csX5" fmla="*/ 23036 w 23587"/>
                <a:gd name="csY5" fmla="*/ 17379 h 39971"/>
                <a:gd name="csX6" fmla="*/ 12782 w 23587"/>
                <a:gd name="csY6" fmla="*/ 32758 h 39971"/>
                <a:gd name="csX7" fmla="*/ 5605 w 23587"/>
                <a:gd name="csY7" fmla="*/ 40953 h 399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587" h="39971">
                  <a:moveTo>
                    <a:pt x="5605" y="40953"/>
                  </a:moveTo>
                  <a:lnTo>
                    <a:pt x="1501" y="28653"/>
                  </a:lnTo>
                  <a:lnTo>
                    <a:pt x="10736" y="16353"/>
                  </a:lnTo>
                  <a:lnTo>
                    <a:pt x="16886" y="982"/>
                  </a:lnTo>
                  <a:lnTo>
                    <a:pt x="25088" y="3034"/>
                  </a:lnTo>
                  <a:lnTo>
                    <a:pt x="23036" y="17379"/>
                  </a:lnTo>
                  <a:lnTo>
                    <a:pt x="12782" y="32758"/>
                  </a:lnTo>
                  <a:lnTo>
                    <a:pt x="5605" y="4095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29" name="Forme libre : forme 707">
              <a:extLst>
                <a:ext uri="{FF2B5EF4-FFF2-40B4-BE49-F238E27FC236}">
                  <a16:creationId xmlns:a16="http://schemas.microsoft.com/office/drawing/2014/main" id="{B139C8FA-4C0B-F1FE-EA84-98F4E28E1B19}"/>
                </a:ext>
              </a:extLst>
            </p:cNvPr>
            <p:cNvSpPr/>
            <p:nvPr/>
          </p:nvSpPr>
          <p:spPr>
            <a:xfrm>
              <a:off x="4280285" y="3525555"/>
              <a:ext cx="19482" cy="17423"/>
            </a:xfrm>
            <a:custGeom>
              <a:avLst/>
              <a:gdLst>
                <a:gd name="csX0" fmla="*/ 1508 w 19482"/>
                <a:gd name="csY0" fmla="*/ 18417 h 17423"/>
                <a:gd name="csX1" fmla="*/ 3560 w 19482"/>
                <a:gd name="csY1" fmla="*/ 12267 h 17423"/>
                <a:gd name="csX2" fmla="*/ 9710 w 19482"/>
                <a:gd name="csY2" fmla="*/ 993 h 17423"/>
                <a:gd name="csX3" fmla="*/ 20991 w 19482"/>
                <a:gd name="csY3" fmla="*/ 993 h 17423"/>
                <a:gd name="csX4" fmla="*/ 20991 w 19482"/>
                <a:gd name="csY4" fmla="*/ 9195 h 17423"/>
                <a:gd name="csX5" fmla="*/ 9710 w 19482"/>
                <a:gd name="csY5" fmla="*/ 18417 h 17423"/>
                <a:gd name="csX6" fmla="*/ 1508 w 19482"/>
                <a:gd name="csY6" fmla="*/ 18417 h 1742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82" h="17423">
                  <a:moveTo>
                    <a:pt x="1508" y="18417"/>
                  </a:moveTo>
                  <a:lnTo>
                    <a:pt x="3560" y="12267"/>
                  </a:lnTo>
                  <a:lnTo>
                    <a:pt x="9710" y="993"/>
                  </a:lnTo>
                  <a:lnTo>
                    <a:pt x="20991" y="993"/>
                  </a:lnTo>
                  <a:lnTo>
                    <a:pt x="20991" y="9195"/>
                  </a:lnTo>
                  <a:lnTo>
                    <a:pt x="9710" y="18417"/>
                  </a:lnTo>
                  <a:lnTo>
                    <a:pt x="1508" y="184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0" name="Forme libre : forme 708">
              <a:extLst>
                <a:ext uri="{FF2B5EF4-FFF2-40B4-BE49-F238E27FC236}">
                  <a16:creationId xmlns:a16="http://schemas.microsoft.com/office/drawing/2014/main" id="{BDB84A8D-C6D3-DF86-D7B1-3573A5DE0080}"/>
                </a:ext>
              </a:extLst>
            </p:cNvPr>
            <p:cNvSpPr/>
            <p:nvPr/>
          </p:nvSpPr>
          <p:spPr>
            <a:xfrm>
              <a:off x="4204405" y="3498909"/>
              <a:ext cx="46141" cy="29723"/>
            </a:xfrm>
            <a:custGeom>
              <a:avLst/>
              <a:gdLst>
                <a:gd name="csX0" fmla="*/ 47617 w 46141"/>
                <a:gd name="csY0" fmla="*/ 18405 h 29723"/>
                <a:gd name="csX1" fmla="*/ 15827 w 46141"/>
                <a:gd name="csY1" fmla="*/ 20458 h 29723"/>
                <a:gd name="csX2" fmla="*/ 10703 w 46141"/>
                <a:gd name="csY2" fmla="*/ 12255 h 29723"/>
                <a:gd name="csX3" fmla="*/ 9677 w 46141"/>
                <a:gd name="csY3" fmla="*/ 2008 h 29723"/>
                <a:gd name="csX4" fmla="*/ 1475 w 46141"/>
                <a:gd name="csY4" fmla="*/ 982 h 29723"/>
                <a:gd name="csX5" fmla="*/ 1475 w 46141"/>
                <a:gd name="csY5" fmla="*/ 16360 h 29723"/>
                <a:gd name="csX6" fmla="*/ 23003 w 46141"/>
                <a:gd name="csY6" fmla="*/ 29679 h 29723"/>
                <a:gd name="csX7" fmla="*/ 42493 w 46141"/>
                <a:gd name="csY7" fmla="*/ 30705 h 29723"/>
                <a:gd name="csX8" fmla="*/ 47617 w 46141"/>
                <a:gd name="csY8" fmla="*/ 18405 h 29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141" h="29723">
                  <a:moveTo>
                    <a:pt x="47617" y="18405"/>
                  </a:moveTo>
                  <a:lnTo>
                    <a:pt x="15827" y="20458"/>
                  </a:lnTo>
                  <a:lnTo>
                    <a:pt x="10703" y="12255"/>
                  </a:lnTo>
                  <a:lnTo>
                    <a:pt x="9677" y="2008"/>
                  </a:lnTo>
                  <a:lnTo>
                    <a:pt x="1475" y="982"/>
                  </a:lnTo>
                  <a:lnTo>
                    <a:pt x="1475" y="16360"/>
                  </a:lnTo>
                  <a:lnTo>
                    <a:pt x="23003" y="29679"/>
                  </a:lnTo>
                  <a:lnTo>
                    <a:pt x="42493" y="30705"/>
                  </a:lnTo>
                  <a:lnTo>
                    <a:pt x="47617" y="184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1" name="Forme libre : forme 709">
              <a:extLst>
                <a:ext uri="{FF2B5EF4-FFF2-40B4-BE49-F238E27FC236}">
                  <a16:creationId xmlns:a16="http://schemas.microsoft.com/office/drawing/2014/main" id="{5E9449ED-9E25-4224-647E-FA6693E2E4B1}"/>
                </a:ext>
              </a:extLst>
            </p:cNvPr>
            <p:cNvSpPr/>
            <p:nvPr/>
          </p:nvSpPr>
          <p:spPr>
            <a:xfrm>
              <a:off x="4255678" y="3476362"/>
              <a:ext cx="15385" cy="15371"/>
            </a:xfrm>
            <a:custGeom>
              <a:avLst/>
              <a:gdLst>
                <a:gd name="csX0" fmla="*/ 1492 w 15385"/>
                <a:gd name="csY0" fmla="*/ 16334 h 15371"/>
                <a:gd name="csX1" fmla="*/ 4571 w 15385"/>
                <a:gd name="csY1" fmla="*/ 6087 h 15371"/>
                <a:gd name="csX2" fmla="*/ 10720 w 15385"/>
                <a:gd name="csY2" fmla="*/ 963 h 15371"/>
                <a:gd name="csX3" fmla="*/ 16877 w 15385"/>
                <a:gd name="csY3" fmla="*/ 963 h 15371"/>
                <a:gd name="csX4" fmla="*/ 15851 w 15385"/>
                <a:gd name="csY4" fmla="*/ 6087 h 15371"/>
                <a:gd name="csX5" fmla="*/ 8668 w 15385"/>
                <a:gd name="csY5" fmla="*/ 8139 h 15371"/>
                <a:gd name="csX6" fmla="*/ 5597 w 15385"/>
                <a:gd name="csY6" fmla="*/ 16334 h 15371"/>
                <a:gd name="csX7" fmla="*/ 1492 w 15385"/>
                <a:gd name="csY7" fmla="*/ 16334 h 153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385" h="15371">
                  <a:moveTo>
                    <a:pt x="1492" y="16334"/>
                  </a:moveTo>
                  <a:lnTo>
                    <a:pt x="4571" y="6087"/>
                  </a:lnTo>
                  <a:lnTo>
                    <a:pt x="10720" y="963"/>
                  </a:lnTo>
                  <a:lnTo>
                    <a:pt x="16877" y="963"/>
                  </a:lnTo>
                  <a:lnTo>
                    <a:pt x="15851" y="6087"/>
                  </a:lnTo>
                  <a:lnTo>
                    <a:pt x="8668" y="8139"/>
                  </a:lnTo>
                  <a:lnTo>
                    <a:pt x="5597" y="16334"/>
                  </a:lnTo>
                  <a:lnTo>
                    <a:pt x="1492" y="1633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2" name="Forme libre : forme 710">
              <a:extLst>
                <a:ext uri="{FF2B5EF4-FFF2-40B4-BE49-F238E27FC236}">
                  <a16:creationId xmlns:a16="http://schemas.microsoft.com/office/drawing/2014/main" id="{CCABFF6D-F639-6996-1B11-665E6F82EDFD}"/>
                </a:ext>
              </a:extLst>
            </p:cNvPr>
            <p:cNvSpPr/>
            <p:nvPr/>
          </p:nvSpPr>
          <p:spPr>
            <a:xfrm>
              <a:off x="4212607" y="3402562"/>
              <a:ext cx="52298" cy="31776"/>
            </a:xfrm>
            <a:custGeom>
              <a:avLst/>
              <a:gdLst>
                <a:gd name="csX0" fmla="*/ 1474 w 52298"/>
                <a:gd name="csY0" fmla="*/ 9127 h 31776"/>
                <a:gd name="csX1" fmla="*/ 10703 w 52298"/>
                <a:gd name="csY1" fmla="*/ 925 h 31776"/>
                <a:gd name="csX2" fmla="*/ 19931 w 52298"/>
                <a:gd name="csY2" fmla="*/ 2977 h 31776"/>
                <a:gd name="csX3" fmla="*/ 53773 w 52298"/>
                <a:gd name="csY3" fmla="*/ 27577 h 31776"/>
                <a:gd name="csX4" fmla="*/ 47623 w 52298"/>
                <a:gd name="csY4" fmla="*/ 32701 h 31776"/>
                <a:gd name="csX5" fmla="*/ 26088 w 52298"/>
                <a:gd name="csY5" fmla="*/ 31675 h 31776"/>
                <a:gd name="csX6" fmla="*/ 8651 w 52298"/>
                <a:gd name="csY6" fmla="*/ 21427 h 31776"/>
                <a:gd name="csX7" fmla="*/ 1474 w 52298"/>
                <a:gd name="csY7" fmla="*/ 9127 h 317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2298" h="31776">
                  <a:moveTo>
                    <a:pt x="1474" y="9127"/>
                  </a:moveTo>
                  <a:lnTo>
                    <a:pt x="10703" y="925"/>
                  </a:lnTo>
                  <a:lnTo>
                    <a:pt x="19931" y="2977"/>
                  </a:lnTo>
                  <a:lnTo>
                    <a:pt x="53773" y="27577"/>
                  </a:lnTo>
                  <a:lnTo>
                    <a:pt x="47623" y="32701"/>
                  </a:lnTo>
                  <a:lnTo>
                    <a:pt x="26088" y="31675"/>
                  </a:lnTo>
                  <a:lnTo>
                    <a:pt x="8651" y="21427"/>
                  </a:lnTo>
                  <a:lnTo>
                    <a:pt x="1474" y="91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3" name="Forme libre : forme 711">
              <a:extLst>
                <a:ext uri="{FF2B5EF4-FFF2-40B4-BE49-F238E27FC236}">
                  <a16:creationId xmlns:a16="http://schemas.microsoft.com/office/drawing/2014/main" id="{9B8C51EA-FF1B-19FD-4EA3-C087D3C1A541}"/>
                </a:ext>
              </a:extLst>
            </p:cNvPr>
            <p:cNvSpPr/>
            <p:nvPr/>
          </p:nvSpPr>
          <p:spPr>
            <a:xfrm>
              <a:off x="4238001" y="5066094"/>
              <a:ext cx="181509" cy="186537"/>
            </a:xfrm>
            <a:custGeom>
              <a:avLst/>
              <a:gdLst>
                <a:gd name="csX0" fmla="*/ 1520 w 181509"/>
                <a:gd name="csY0" fmla="*/ 71683 h 186537"/>
                <a:gd name="csX1" fmla="*/ 7677 w 181509"/>
                <a:gd name="csY1" fmla="*/ 53233 h 186537"/>
                <a:gd name="csX2" fmla="*/ 11774 w 181509"/>
                <a:gd name="csY2" fmla="*/ 25561 h 186537"/>
                <a:gd name="csX3" fmla="*/ 16905 w 181509"/>
                <a:gd name="csY3" fmla="*/ 13262 h 186537"/>
                <a:gd name="csX4" fmla="*/ 41512 w 181509"/>
                <a:gd name="csY4" fmla="*/ 3014 h 186537"/>
                <a:gd name="csX5" fmla="*/ 90739 w 181509"/>
                <a:gd name="csY5" fmla="*/ 1988 h 186537"/>
                <a:gd name="csX6" fmla="*/ 107143 w 181509"/>
                <a:gd name="csY6" fmla="*/ 15314 h 186537"/>
                <a:gd name="csX7" fmla="*/ 110222 w 181509"/>
                <a:gd name="csY7" fmla="*/ 67585 h 186537"/>
                <a:gd name="csX8" fmla="*/ 126626 w 181509"/>
                <a:gd name="csY8" fmla="*/ 75787 h 186537"/>
                <a:gd name="csX9" fmla="*/ 155338 w 181509"/>
                <a:gd name="csY9" fmla="*/ 88087 h 186537"/>
                <a:gd name="csX10" fmla="*/ 156364 w 181509"/>
                <a:gd name="csY10" fmla="*/ 109609 h 186537"/>
                <a:gd name="csX11" fmla="*/ 168671 w 181509"/>
                <a:gd name="csY11" fmla="*/ 104485 h 186537"/>
                <a:gd name="csX12" fmla="*/ 182004 w 181509"/>
                <a:gd name="csY12" fmla="*/ 109609 h 186537"/>
                <a:gd name="csX13" fmla="*/ 183030 w 181509"/>
                <a:gd name="csY13" fmla="*/ 128059 h 186537"/>
                <a:gd name="csX14" fmla="*/ 177899 w 181509"/>
                <a:gd name="csY14" fmla="*/ 137280 h 186537"/>
                <a:gd name="csX15" fmla="*/ 175847 w 181509"/>
                <a:gd name="csY15" fmla="*/ 151626 h 186537"/>
                <a:gd name="csX16" fmla="*/ 170723 w 181509"/>
                <a:gd name="csY16" fmla="*/ 172128 h 186537"/>
                <a:gd name="csX17" fmla="*/ 156364 w 181509"/>
                <a:gd name="csY17" fmla="*/ 184428 h 186537"/>
                <a:gd name="csX18" fmla="*/ 127653 w 181509"/>
                <a:gd name="csY18" fmla="*/ 188526 h 186537"/>
                <a:gd name="csX19" fmla="*/ 104065 w 181509"/>
                <a:gd name="csY19" fmla="*/ 187500 h 186537"/>
                <a:gd name="csX20" fmla="*/ 94837 w 181509"/>
                <a:gd name="csY20" fmla="*/ 184428 h 186537"/>
                <a:gd name="csX21" fmla="*/ 117398 w 181509"/>
                <a:gd name="csY21" fmla="*/ 150600 h 186537"/>
                <a:gd name="csX22" fmla="*/ 118424 w 181509"/>
                <a:gd name="csY22" fmla="*/ 141378 h 186537"/>
                <a:gd name="csX23" fmla="*/ 104065 w 181509"/>
                <a:gd name="csY23" fmla="*/ 129078 h 186537"/>
                <a:gd name="csX24" fmla="*/ 72275 w 181509"/>
                <a:gd name="csY24" fmla="*/ 120883 h 186537"/>
                <a:gd name="csX25" fmla="*/ 54845 w 181509"/>
                <a:gd name="csY25" fmla="*/ 107557 h 186537"/>
                <a:gd name="csX26" fmla="*/ 38440 w 181509"/>
                <a:gd name="csY26" fmla="*/ 109609 h 186537"/>
                <a:gd name="csX27" fmla="*/ 26133 w 181509"/>
                <a:gd name="csY27" fmla="*/ 93204 h 186537"/>
                <a:gd name="csX28" fmla="*/ 12800 w 181509"/>
                <a:gd name="csY28" fmla="*/ 77833 h 186537"/>
                <a:gd name="csX29" fmla="*/ 1520 w 181509"/>
                <a:gd name="csY29" fmla="*/ 71683 h 186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181509" h="186537">
                  <a:moveTo>
                    <a:pt x="1520" y="71683"/>
                  </a:moveTo>
                  <a:lnTo>
                    <a:pt x="7677" y="53233"/>
                  </a:lnTo>
                  <a:lnTo>
                    <a:pt x="11774" y="25561"/>
                  </a:lnTo>
                  <a:lnTo>
                    <a:pt x="16905" y="13262"/>
                  </a:lnTo>
                  <a:lnTo>
                    <a:pt x="41512" y="3014"/>
                  </a:lnTo>
                  <a:lnTo>
                    <a:pt x="90739" y="1988"/>
                  </a:lnTo>
                  <a:lnTo>
                    <a:pt x="107143" y="15314"/>
                  </a:lnTo>
                  <a:lnTo>
                    <a:pt x="110222" y="67585"/>
                  </a:lnTo>
                  <a:lnTo>
                    <a:pt x="126626" y="75787"/>
                  </a:lnTo>
                  <a:lnTo>
                    <a:pt x="155338" y="88087"/>
                  </a:lnTo>
                  <a:lnTo>
                    <a:pt x="156364" y="109609"/>
                  </a:lnTo>
                  <a:lnTo>
                    <a:pt x="168671" y="104485"/>
                  </a:lnTo>
                  <a:lnTo>
                    <a:pt x="182004" y="109609"/>
                  </a:lnTo>
                  <a:lnTo>
                    <a:pt x="183030" y="128059"/>
                  </a:lnTo>
                  <a:lnTo>
                    <a:pt x="177899" y="137280"/>
                  </a:lnTo>
                  <a:lnTo>
                    <a:pt x="175847" y="151626"/>
                  </a:lnTo>
                  <a:lnTo>
                    <a:pt x="170723" y="172128"/>
                  </a:lnTo>
                  <a:lnTo>
                    <a:pt x="156364" y="184428"/>
                  </a:lnTo>
                  <a:lnTo>
                    <a:pt x="127653" y="188526"/>
                  </a:lnTo>
                  <a:lnTo>
                    <a:pt x="104065" y="187500"/>
                  </a:lnTo>
                  <a:lnTo>
                    <a:pt x="94837" y="184428"/>
                  </a:lnTo>
                  <a:lnTo>
                    <a:pt x="117398" y="150600"/>
                  </a:lnTo>
                  <a:lnTo>
                    <a:pt x="118424" y="141378"/>
                  </a:lnTo>
                  <a:lnTo>
                    <a:pt x="104065" y="129078"/>
                  </a:lnTo>
                  <a:lnTo>
                    <a:pt x="72275" y="120883"/>
                  </a:lnTo>
                  <a:lnTo>
                    <a:pt x="54845" y="107557"/>
                  </a:lnTo>
                  <a:lnTo>
                    <a:pt x="38440" y="109609"/>
                  </a:lnTo>
                  <a:lnTo>
                    <a:pt x="26133" y="93204"/>
                  </a:lnTo>
                  <a:lnTo>
                    <a:pt x="12800" y="77833"/>
                  </a:lnTo>
                  <a:lnTo>
                    <a:pt x="1520" y="716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4" name="Forme libre : forme 712">
              <a:extLst>
                <a:ext uri="{FF2B5EF4-FFF2-40B4-BE49-F238E27FC236}">
                  <a16:creationId xmlns:a16="http://schemas.microsoft.com/office/drawing/2014/main" id="{C1A466DF-4B59-9E75-BE9D-99B994418D3B}"/>
                </a:ext>
              </a:extLst>
            </p:cNvPr>
            <p:cNvSpPr/>
            <p:nvPr/>
          </p:nvSpPr>
          <p:spPr>
            <a:xfrm>
              <a:off x="4088288" y="4852904"/>
              <a:ext cx="256363" cy="297230"/>
            </a:xfrm>
            <a:custGeom>
              <a:avLst/>
              <a:gdLst>
                <a:gd name="csX0" fmla="*/ 151181 w 256363"/>
                <a:gd name="csY0" fmla="*/ 284754 h 297230"/>
                <a:gd name="csX1" fmla="*/ 157338 w 256363"/>
                <a:gd name="csY1" fmla="*/ 266304 h 297230"/>
                <a:gd name="csX2" fmla="*/ 161436 w 256363"/>
                <a:gd name="csY2" fmla="*/ 238632 h 297230"/>
                <a:gd name="csX3" fmla="*/ 166566 w 256363"/>
                <a:gd name="csY3" fmla="*/ 226332 h 297230"/>
                <a:gd name="csX4" fmla="*/ 191173 w 256363"/>
                <a:gd name="csY4" fmla="*/ 216085 h 297230"/>
                <a:gd name="csX5" fmla="*/ 240400 w 256363"/>
                <a:gd name="csY5" fmla="*/ 215059 h 297230"/>
                <a:gd name="csX6" fmla="*/ 256805 w 256363"/>
                <a:gd name="csY6" fmla="*/ 228385 h 297230"/>
                <a:gd name="csX7" fmla="*/ 257831 w 256363"/>
                <a:gd name="csY7" fmla="*/ 199687 h 297230"/>
                <a:gd name="csX8" fmla="*/ 248603 w 256363"/>
                <a:gd name="csY8" fmla="*/ 186361 h 297230"/>
                <a:gd name="csX9" fmla="*/ 250655 w 256363"/>
                <a:gd name="csY9" fmla="*/ 168937 h 297230"/>
                <a:gd name="csX10" fmla="*/ 241427 w 256363"/>
                <a:gd name="csY10" fmla="*/ 163813 h 297230"/>
                <a:gd name="csX11" fmla="*/ 240400 w 256363"/>
                <a:gd name="csY11" fmla="*/ 146390 h 297230"/>
                <a:gd name="csX12" fmla="*/ 193232 w 256363"/>
                <a:gd name="csY12" fmla="*/ 139213 h 297230"/>
                <a:gd name="csX13" fmla="*/ 191180 w 256363"/>
                <a:gd name="csY13" fmla="*/ 86942 h 297230"/>
                <a:gd name="csX14" fmla="*/ 169645 w 256363"/>
                <a:gd name="csY14" fmla="*/ 82844 h 297230"/>
                <a:gd name="csX15" fmla="*/ 125548 w 256363"/>
                <a:gd name="csY15" fmla="*/ 57218 h 297230"/>
                <a:gd name="csX16" fmla="*/ 110163 w 256363"/>
                <a:gd name="csY16" fmla="*/ 55166 h 297230"/>
                <a:gd name="csX17" fmla="*/ 98889 w 256363"/>
                <a:gd name="csY17" fmla="*/ 49023 h 297230"/>
                <a:gd name="csX18" fmla="*/ 96837 w 256363"/>
                <a:gd name="csY18" fmla="*/ 13142 h 297230"/>
                <a:gd name="csX19" fmla="*/ 79406 w 256363"/>
                <a:gd name="csY19" fmla="*/ 1868 h 297230"/>
                <a:gd name="csX20" fmla="*/ 54793 w 256363"/>
                <a:gd name="csY20" fmla="*/ 9558 h 297230"/>
                <a:gd name="csX21" fmla="*/ 43512 w 256363"/>
                <a:gd name="csY21" fmla="*/ 29547 h 297230"/>
                <a:gd name="csX22" fmla="*/ 3520 w 256363"/>
                <a:gd name="csY22" fmla="*/ 35690 h 297230"/>
                <a:gd name="csX23" fmla="*/ 24029 w 256363"/>
                <a:gd name="csY23" fmla="*/ 62342 h 297230"/>
                <a:gd name="csX24" fmla="*/ 25055 w 256363"/>
                <a:gd name="csY24" fmla="*/ 70538 h 297230"/>
                <a:gd name="csX25" fmla="*/ 13775 w 256363"/>
                <a:gd name="csY25" fmla="*/ 75668 h 297230"/>
                <a:gd name="csX26" fmla="*/ 18898 w 256363"/>
                <a:gd name="csY26" fmla="*/ 107437 h 297230"/>
                <a:gd name="csX27" fmla="*/ 4546 w 256363"/>
                <a:gd name="csY27" fmla="*/ 112561 h 297230"/>
                <a:gd name="csX28" fmla="*/ 12742 w 256363"/>
                <a:gd name="csY28" fmla="*/ 151513 h 297230"/>
                <a:gd name="csX29" fmla="*/ 1468 w 256363"/>
                <a:gd name="csY29" fmla="*/ 179185 h 297230"/>
                <a:gd name="csX30" fmla="*/ 10696 w 256363"/>
                <a:gd name="csY30" fmla="*/ 184309 h 297230"/>
                <a:gd name="csX31" fmla="*/ 19925 w 256363"/>
                <a:gd name="csY31" fmla="*/ 209928 h 297230"/>
                <a:gd name="csX32" fmla="*/ 22996 w 256363"/>
                <a:gd name="csY32" fmla="*/ 241704 h 297230"/>
                <a:gd name="csX33" fmla="*/ 37355 w 256363"/>
                <a:gd name="csY33" fmla="*/ 290904 h 297230"/>
                <a:gd name="csX34" fmla="*/ 44531 w 256363"/>
                <a:gd name="csY34" fmla="*/ 296028 h 297230"/>
                <a:gd name="csX35" fmla="*/ 64014 w 256363"/>
                <a:gd name="csY35" fmla="*/ 275532 h 297230"/>
                <a:gd name="csX36" fmla="*/ 74269 w 256363"/>
                <a:gd name="csY36" fmla="*/ 276552 h 297230"/>
                <a:gd name="csX37" fmla="*/ 93752 w 256363"/>
                <a:gd name="csY37" fmla="*/ 285780 h 297230"/>
                <a:gd name="csX38" fmla="*/ 101961 w 256363"/>
                <a:gd name="csY38" fmla="*/ 299099 h 297230"/>
                <a:gd name="csX39" fmla="*/ 113241 w 256363"/>
                <a:gd name="csY39" fmla="*/ 299099 h 297230"/>
                <a:gd name="csX40" fmla="*/ 116313 w 256363"/>
                <a:gd name="csY40" fmla="*/ 292949 h 297230"/>
                <a:gd name="csX41" fmla="*/ 116313 w 256363"/>
                <a:gd name="csY41" fmla="*/ 284754 h 297230"/>
                <a:gd name="csX42" fmla="*/ 123496 w 256363"/>
                <a:gd name="csY42" fmla="*/ 281675 h 297230"/>
                <a:gd name="csX43" fmla="*/ 135796 w 256363"/>
                <a:gd name="csY43" fmla="*/ 285780 h 297230"/>
                <a:gd name="csX44" fmla="*/ 151181 w 256363"/>
                <a:gd name="csY44" fmla="*/ 284754 h 2972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56363" h="297230">
                  <a:moveTo>
                    <a:pt x="151181" y="284754"/>
                  </a:moveTo>
                  <a:lnTo>
                    <a:pt x="157338" y="266304"/>
                  </a:lnTo>
                  <a:lnTo>
                    <a:pt x="161436" y="238632"/>
                  </a:lnTo>
                  <a:lnTo>
                    <a:pt x="166566" y="226332"/>
                  </a:lnTo>
                  <a:lnTo>
                    <a:pt x="191173" y="216085"/>
                  </a:lnTo>
                  <a:lnTo>
                    <a:pt x="240400" y="215059"/>
                  </a:lnTo>
                  <a:lnTo>
                    <a:pt x="256805" y="228385"/>
                  </a:lnTo>
                  <a:lnTo>
                    <a:pt x="257831" y="199687"/>
                  </a:lnTo>
                  <a:lnTo>
                    <a:pt x="248603" y="186361"/>
                  </a:lnTo>
                  <a:lnTo>
                    <a:pt x="250655" y="168937"/>
                  </a:lnTo>
                  <a:lnTo>
                    <a:pt x="241427" y="163813"/>
                  </a:lnTo>
                  <a:lnTo>
                    <a:pt x="240400" y="146390"/>
                  </a:lnTo>
                  <a:lnTo>
                    <a:pt x="193232" y="139213"/>
                  </a:lnTo>
                  <a:lnTo>
                    <a:pt x="191180" y="86942"/>
                  </a:lnTo>
                  <a:lnTo>
                    <a:pt x="169645" y="82844"/>
                  </a:lnTo>
                  <a:lnTo>
                    <a:pt x="125548" y="57218"/>
                  </a:lnTo>
                  <a:lnTo>
                    <a:pt x="110163" y="55166"/>
                  </a:lnTo>
                  <a:lnTo>
                    <a:pt x="98889" y="49023"/>
                  </a:lnTo>
                  <a:lnTo>
                    <a:pt x="96837" y="13142"/>
                  </a:lnTo>
                  <a:lnTo>
                    <a:pt x="79406" y="1868"/>
                  </a:lnTo>
                  <a:lnTo>
                    <a:pt x="54793" y="9558"/>
                  </a:lnTo>
                  <a:lnTo>
                    <a:pt x="43512" y="29547"/>
                  </a:lnTo>
                  <a:lnTo>
                    <a:pt x="3520" y="35690"/>
                  </a:lnTo>
                  <a:lnTo>
                    <a:pt x="24029" y="62342"/>
                  </a:lnTo>
                  <a:lnTo>
                    <a:pt x="25055" y="70538"/>
                  </a:lnTo>
                  <a:lnTo>
                    <a:pt x="13775" y="75668"/>
                  </a:lnTo>
                  <a:lnTo>
                    <a:pt x="18898" y="107437"/>
                  </a:lnTo>
                  <a:lnTo>
                    <a:pt x="4546" y="112561"/>
                  </a:lnTo>
                  <a:lnTo>
                    <a:pt x="12742" y="151513"/>
                  </a:lnTo>
                  <a:lnTo>
                    <a:pt x="1468" y="179185"/>
                  </a:lnTo>
                  <a:lnTo>
                    <a:pt x="10696" y="184309"/>
                  </a:lnTo>
                  <a:lnTo>
                    <a:pt x="19925" y="209928"/>
                  </a:lnTo>
                  <a:lnTo>
                    <a:pt x="22996" y="241704"/>
                  </a:lnTo>
                  <a:lnTo>
                    <a:pt x="37355" y="290904"/>
                  </a:lnTo>
                  <a:lnTo>
                    <a:pt x="44531" y="296028"/>
                  </a:lnTo>
                  <a:lnTo>
                    <a:pt x="64014" y="275532"/>
                  </a:lnTo>
                  <a:lnTo>
                    <a:pt x="74269" y="276552"/>
                  </a:lnTo>
                  <a:lnTo>
                    <a:pt x="93752" y="285780"/>
                  </a:lnTo>
                  <a:lnTo>
                    <a:pt x="101961" y="299099"/>
                  </a:lnTo>
                  <a:lnTo>
                    <a:pt x="113241" y="299099"/>
                  </a:lnTo>
                  <a:lnTo>
                    <a:pt x="116313" y="292949"/>
                  </a:lnTo>
                  <a:lnTo>
                    <a:pt x="116313" y="284754"/>
                  </a:lnTo>
                  <a:lnTo>
                    <a:pt x="123496" y="281675"/>
                  </a:lnTo>
                  <a:lnTo>
                    <a:pt x="135796" y="285780"/>
                  </a:lnTo>
                  <a:lnTo>
                    <a:pt x="151181" y="28475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5" name="Forme libre : forme 713">
              <a:extLst>
                <a:ext uri="{FF2B5EF4-FFF2-40B4-BE49-F238E27FC236}">
                  <a16:creationId xmlns:a16="http://schemas.microsoft.com/office/drawing/2014/main" id="{62247376-B518-7057-49C4-D18C089F7070}"/>
                </a:ext>
              </a:extLst>
            </p:cNvPr>
            <p:cNvSpPr/>
            <p:nvPr/>
          </p:nvSpPr>
          <p:spPr>
            <a:xfrm>
              <a:off x="1968159" y="2541175"/>
              <a:ext cx="826012" cy="715114"/>
            </a:xfrm>
            <a:custGeom>
              <a:avLst/>
              <a:gdLst>
                <a:gd name="csX0" fmla="*/ 585065 w 826012"/>
                <a:gd name="csY0" fmla="*/ 64305 h 715114"/>
                <a:gd name="csX1" fmla="*/ 560287 w 826012"/>
                <a:gd name="csY1" fmla="*/ 55083 h 715114"/>
                <a:gd name="csX2" fmla="*/ 551059 w 826012"/>
                <a:gd name="csY2" fmla="*/ 52313 h 715114"/>
                <a:gd name="csX3" fmla="*/ 546441 w 826012"/>
                <a:gd name="csY3" fmla="*/ 48626 h 715114"/>
                <a:gd name="csX4" fmla="*/ 526445 w 826012"/>
                <a:gd name="csY4" fmla="*/ 47702 h 715114"/>
                <a:gd name="csX5" fmla="*/ 498753 w 826012"/>
                <a:gd name="csY5" fmla="*/ 52313 h 715114"/>
                <a:gd name="csX6" fmla="*/ 474146 w 826012"/>
                <a:gd name="csY6" fmla="*/ 44008 h 715114"/>
                <a:gd name="csX7" fmla="*/ 458761 w 826012"/>
                <a:gd name="csY7" fmla="*/ 43084 h 715114"/>
                <a:gd name="csX8" fmla="*/ 452611 w 826012"/>
                <a:gd name="csY8" fmla="*/ 44932 h 715114"/>
                <a:gd name="csX9" fmla="*/ 426465 w 826012"/>
                <a:gd name="csY9" fmla="*/ 40321 h 715114"/>
                <a:gd name="csX10" fmla="*/ 411080 w 826012"/>
                <a:gd name="csY10" fmla="*/ 32016 h 715114"/>
                <a:gd name="csX11" fmla="*/ 391084 w 826012"/>
                <a:gd name="csY11" fmla="*/ 31092 h 715114"/>
                <a:gd name="csX12" fmla="*/ 368009 w 826012"/>
                <a:gd name="csY12" fmla="*/ 33863 h 715114"/>
                <a:gd name="csX13" fmla="*/ 352624 w 826012"/>
                <a:gd name="csY13" fmla="*/ 36627 h 715114"/>
                <a:gd name="csX14" fmla="*/ 341863 w 826012"/>
                <a:gd name="csY14" fmla="*/ 33863 h 715114"/>
                <a:gd name="csX15" fmla="*/ 351092 w 826012"/>
                <a:gd name="csY15" fmla="*/ 28329 h 715114"/>
                <a:gd name="csX16" fmla="*/ 329557 w 826012"/>
                <a:gd name="csY16" fmla="*/ 23711 h 715114"/>
                <a:gd name="csX17" fmla="*/ 335707 w 826012"/>
                <a:gd name="csY17" fmla="*/ 16337 h 715114"/>
                <a:gd name="csX18" fmla="*/ 315711 w 826012"/>
                <a:gd name="csY18" fmla="*/ 16337 h 715114"/>
                <a:gd name="csX19" fmla="*/ 300332 w 826012"/>
                <a:gd name="csY19" fmla="*/ 20947 h 715114"/>
                <a:gd name="csX20" fmla="*/ 283408 w 826012"/>
                <a:gd name="csY20" fmla="*/ 11726 h 715114"/>
                <a:gd name="csX21" fmla="*/ 272640 w 826012"/>
                <a:gd name="csY21" fmla="*/ 12642 h 715114"/>
                <a:gd name="csX22" fmla="*/ 269569 w 826012"/>
                <a:gd name="csY22" fmla="*/ 19100 h 715114"/>
                <a:gd name="csX23" fmla="*/ 261873 w 826012"/>
                <a:gd name="csY23" fmla="*/ 19100 h 715114"/>
                <a:gd name="csX24" fmla="*/ 251105 w 826012"/>
                <a:gd name="csY24" fmla="*/ 13566 h 715114"/>
                <a:gd name="csX25" fmla="*/ 266490 w 826012"/>
                <a:gd name="csY25" fmla="*/ 6191 h 715114"/>
                <a:gd name="csX26" fmla="*/ 257262 w 826012"/>
                <a:gd name="csY26" fmla="*/ 5268 h 715114"/>
                <a:gd name="csX27" fmla="*/ 244955 w 826012"/>
                <a:gd name="csY27" fmla="*/ 650 h 715114"/>
                <a:gd name="csX28" fmla="*/ 217270 w 826012"/>
                <a:gd name="csY28" fmla="*/ 18177 h 715114"/>
                <a:gd name="csX29" fmla="*/ 194196 w 826012"/>
                <a:gd name="csY29" fmla="*/ 19100 h 715114"/>
                <a:gd name="csX30" fmla="*/ 189578 w 826012"/>
                <a:gd name="csY30" fmla="*/ 17253 h 715114"/>
                <a:gd name="csX31" fmla="*/ 168043 w 826012"/>
                <a:gd name="csY31" fmla="*/ 28329 h 715114"/>
                <a:gd name="csX32" fmla="*/ 146508 w 826012"/>
                <a:gd name="csY32" fmla="*/ 39397 h 715114"/>
                <a:gd name="csX33" fmla="*/ 138818 w 826012"/>
                <a:gd name="csY33" fmla="*/ 39397 h 715114"/>
                <a:gd name="csX34" fmla="*/ 117283 w 826012"/>
                <a:gd name="csY34" fmla="*/ 46772 h 715114"/>
                <a:gd name="csX35" fmla="*/ 106516 w 826012"/>
                <a:gd name="csY35" fmla="*/ 58764 h 715114"/>
                <a:gd name="csX36" fmla="*/ 98826 w 826012"/>
                <a:gd name="csY36" fmla="*/ 82748 h 715114"/>
                <a:gd name="csX37" fmla="*/ 78824 w 826012"/>
                <a:gd name="csY37" fmla="*/ 93817 h 715114"/>
                <a:gd name="csX38" fmla="*/ 34221 w 826012"/>
                <a:gd name="csY38" fmla="*/ 94740 h 715114"/>
                <a:gd name="csX39" fmla="*/ 32682 w 826012"/>
                <a:gd name="csY39" fmla="*/ 108579 h 715114"/>
                <a:gd name="csX40" fmla="*/ 23453 w 826012"/>
                <a:gd name="csY40" fmla="*/ 110420 h 715114"/>
                <a:gd name="csX41" fmla="*/ 34221 w 826012"/>
                <a:gd name="csY41" fmla="*/ 115954 h 715114"/>
                <a:gd name="csX42" fmla="*/ 44988 w 826012"/>
                <a:gd name="csY42" fmla="*/ 119648 h 715114"/>
                <a:gd name="csX43" fmla="*/ 64984 w 826012"/>
                <a:gd name="csY43" fmla="*/ 127946 h 715114"/>
                <a:gd name="csX44" fmla="*/ 84980 w 826012"/>
                <a:gd name="csY44" fmla="*/ 141785 h 715114"/>
                <a:gd name="csX45" fmla="*/ 86520 w 826012"/>
                <a:gd name="csY45" fmla="*/ 154701 h 715114"/>
                <a:gd name="csX46" fmla="*/ 95748 w 826012"/>
                <a:gd name="csY46" fmla="*/ 156548 h 715114"/>
                <a:gd name="csX47" fmla="*/ 104976 w 826012"/>
                <a:gd name="csY47" fmla="*/ 157465 h 715114"/>
                <a:gd name="csX48" fmla="*/ 124972 w 826012"/>
                <a:gd name="csY48" fmla="*/ 157465 h 715114"/>
                <a:gd name="csX49" fmla="*/ 131122 w 826012"/>
                <a:gd name="csY49" fmla="*/ 156548 h 715114"/>
                <a:gd name="csX50" fmla="*/ 138818 w 826012"/>
                <a:gd name="csY50" fmla="*/ 159312 h 715114"/>
                <a:gd name="csX51" fmla="*/ 135740 w 826012"/>
                <a:gd name="csY51" fmla="*/ 163922 h 715114"/>
                <a:gd name="csX52" fmla="*/ 129583 w 826012"/>
                <a:gd name="csY52" fmla="*/ 170756 h 715114"/>
                <a:gd name="csX53" fmla="*/ 143429 w 826012"/>
                <a:gd name="csY53" fmla="*/ 179978 h 715114"/>
                <a:gd name="csX54" fmla="*/ 155736 w 826012"/>
                <a:gd name="csY54" fmla="*/ 173835 h 715114"/>
                <a:gd name="csX55" fmla="*/ 174193 w 826012"/>
                <a:gd name="csY55" fmla="*/ 172296 h 715114"/>
                <a:gd name="csX56" fmla="*/ 180343 w 826012"/>
                <a:gd name="csY56" fmla="*/ 179978 h 715114"/>
                <a:gd name="csX57" fmla="*/ 174193 w 826012"/>
                <a:gd name="csY57" fmla="*/ 184596 h 715114"/>
                <a:gd name="csX58" fmla="*/ 152657 w 826012"/>
                <a:gd name="csY58" fmla="*/ 187667 h 715114"/>
                <a:gd name="csX59" fmla="*/ 148047 w 826012"/>
                <a:gd name="csY59" fmla="*/ 201506 h 715114"/>
                <a:gd name="csX60" fmla="*/ 138818 w 826012"/>
                <a:gd name="csY60" fmla="*/ 201506 h 715114"/>
                <a:gd name="csX61" fmla="*/ 129583 w 826012"/>
                <a:gd name="csY61" fmla="*/ 209189 h 715114"/>
                <a:gd name="csX62" fmla="*/ 104976 w 826012"/>
                <a:gd name="csY62" fmla="*/ 201506 h 715114"/>
                <a:gd name="csX63" fmla="*/ 83434 w 826012"/>
                <a:gd name="csY63" fmla="*/ 204578 h 715114"/>
                <a:gd name="csX64" fmla="*/ 84974 w 826012"/>
                <a:gd name="csY64" fmla="*/ 195356 h 715114"/>
                <a:gd name="csX65" fmla="*/ 86520 w 826012"/>
                <a:gd name="csY65" fmla="*/ 184596 h 715114"/>
                <a:gd name="csX66" fmla="*/ 66517 w 826012"/>
                <a:gd name="csY66" fmla="*/ 186128 h 715114"/>
                <a:gd name="csX67" fmla="*/ 48060 w 826012"/>
                <a:gd name="csY67" fmla="*/ 190739 h 715114"/>
                <a:gd name="csX68" fmla="*/ 41903 w 826012"/>
                <a:gd name="csY68" fmla="*/ 199967 h 715114"/>
                <a:gd name="csX69" fmla="*/ 26525 w 826012"/>
                <a:gd name="csY69" fmla="*/ 201499 h 715114"/>
                <a:gd name="csX70" fmla="*/ 21907 w 826012"/>
                <a:gd name="csY70" fmla="*/ 213799 h 715114"/>
                <a:gd name="csX71" fmla="*/ 14218 w 826012"/>
                <a:gd name="csY71" fmla="*/ 216878 h 715114"/>
                <a:gd name="csX72" fmla="*/ 372 w 826012"/>
                <a:gd name="csY72" fmla="*/ 230710 h 715114"/>
                <a:gd name="csX73" fmla="*/ 12679 w 826012"/>
                <a:gd name="csY73" fmla="*/ 241471 h 715114"/>
                <a:gd name="csX74" fmla="*/ 20368 w 826012"/>
                <a:gd name="csY74" fmla="*/ 241471 h 715114"/>
                <a:gd name="csX75" fmla="*/ 34214 w 826012"/>
                <a:gd name="csY75" fmla="*/ 243010 h 715114"/>
                <a:gd name="csX76" fmla="*/ 40371 w 826012"/>
                <a:gd name="csY76" fmla="*/ 249160 h 715114"/>
                <a:gd name="csX77" fmla="*/ 34214 w 826012"/>
                <a:gd name="csY77" fmla="*/ 252239 h 715114"/>
                <a:gd name="csX78" fmla="*/ 20368 w 826012"/>
                <a:gd name="csY78" fmla="*/ 252239 h 715114"/>
                <a:gd name="csX79" fmla="*/ 40364 w 826012"/>
                <a:gd name="csY79" fmla="*/ 281449 h 715114"/>
                <a:gd name="csX80" fmla="*/ 61899 w 826012"/>
                <a:gd name="csY80" fmla="*/ 281449 h 715114"/>
                <a:gd name="csX81" fmla="*/ 77284 w 826012"/>
                <a:gd name="csY81" fmla="*/ 276838 h 715114"/>
                <a:gd name="csX82" fmla="*/ 89591 w 826012"/>
                <a:gd name="csY82" fmla="*/ 282988 h 715114"/>
                <a:gd name="csX83" fmla="*/ 109587 w 826012"/>
                <a:gd name="csY83" fmla="*/ 284521 h 715114"/>
                <a:gd name="csX84" fmla="*/ 117276 w 826012"/>
                <a:gd name="csY84" fmla="*/ 273760 h 715114"/>
                <a:gd name="csX85" fmla="*/ 129583 w 826012"/>
                <a:gd name="csY85" fmla="*/ 270688 h 715114"/>
                <a:gd name="csX86" fmla="*/ 137272 w 826012"/>
                <a:gd name="csY86" fmla="*/ 262999 h 715114"/>
                <a:gd name="csX87" fmla="*/ 155736 w 826012"/>
                <a:gd name="csY87" fmla="*/ 269149 h 715114"/>
                <a:gd name="csX88" fmla="*/ 155736 w 826012"/>
                <a:gd name="csY88" fmla="*/ 281449 h 715114"/>
                <a:gd name="csX89" fmla="*/ 143429 w 826012"/>
                <a:gd name="csY89" fmla="*/ 281449 h 715114"/>
                <a:gd name="csX90" fmla="*/ 141890 w 826012"/>
                <a:gd name="csY90" fmla="*/ 286060 h 715114"/>
                <a:gd name="csX91" fmla="*/ 155736 w 826012"/>
                <a:gd name="csY91" fmla="*/ 301438 h 715114"/>
                <a:gd name="csX92" fmla="*/ 157275 w 826012"/>
                <a:gd name="csY92" fmla="*/ 318349 h 715114"/>
                <a:gd name="csX93" fmla="*/ 137272 w 826012"/>
                <a:gd name="csY93" fmla="*/ 342949 h 715114"/>
                <a:gd name="csX94" fmla="*/ 124965 w 826012"/>
                <a:gd name="csY94" fmla="*/ 338331 h 715114"/>
                <a:gd name="csX95" fmla="*/ 111126 w 826012"/>
                <a:gd name="csY95" fmla="*/ 344481 h 715114"/>
                <a:gd name="csX96" fmla="*/ 91123 w 826012"/>
                <a:gd name="csY96" fmla="*/ 353703 h 715114"/>
                <a:gd name="csX97" fmla="*/ 81895 w 826012"/>
                <a:gd name="csY97" fmla="*/ 344481 h 715114"/>
                <a:gd name="csX98" fmla="*/ 66517 w 826012"/>
                <a:gd name="csY98" fmla="*/ 364471 h 715114"/>
                <a:gd name="csX99" fmla="*/ 63438 w 826012"/>
                <a:gd name="csY99" fmla="*/ 381381 h 715114"/>
                <a:gd name="csX100" fmla="*/ 55749 w 826012"/>
                <a:gd name="csY100" fmla="*/ 385992 h 715114"/>
                <a:gd name="csX101" fmla="*/ 44975 w 826012"/>
                <a:gd name="csY101" fmla="*/ 412124 h 715114"/>
                <a:gd name="csX102" fmla="*/ 40364 w 826012"/>
                <a:gd name="csY102" fmla="*/ 416735 h 715114"/>
                <a:gd name="csX103" fmla="*/ 43442 w 826012"/>
                <a:gd name="csY103" fmla="*/ 430574 h 715114"/>
                <a:gd name="csX104" fmla="*/ 52671 w 826012"/>
                <a:gd name="csY104" fmla="*/ 444413 h 715114"/>
                <a:gd name="csX105" fmla="*/ 58821 w 826012"/>
                <a:gd name="csY105" fmla="*/ 442874 h 715114"/>
                <a:gd name="csX106" fmla="*/ 63438 w 826012"/>
                <a:gd name="csY106" fmla="*/ 449024 h 715114"/>
                <a:gd name="csX107" fmla="*/ 58821 w 826012"/>
                <a:gd name="csY107" fmla="*/ 465935 h 715114"/>
                <a:gd name="csX108" fmla="*/ 49592 w 826012"/>
                <a:gd name="csY108" fmla="*/ 467474 h 715114"/>
                <a:gd name="csX109" fmla="*/ 83434 w 826012"/>
                <a:gd name="csY109" fmla="*/ 498224 h 715114"/>
                <a:gd name="csX110" fmla="*/ 98813 w 826012"/>
                <a:gd name="csY110" fmla="*/ 496685 h 715114"/>
                <a:gd name="csX111" fmla="*/ 115737 w 826012"/>
                <a:gd name="csY111" fmla="*/ 492074 h 715114"/>
                <a:gd name="csX112" fmla="*/ 116763 w 826012"/>
                <a:gd name="csY112" fmla="*/ 482846 h 715114"/>
                <a:gd name="csX113" fmla="*/ 122913 w 826012"/>
                <a:gd name="csY113" fmla="*/ 480800 h 715114"/>
                <a:gd name="csX114" fmla="*/ 122913 w 826012"/>
                <a:gd name="csY114" fmla="*/ 495146 h 715114"/>
                <a:gd name="csX115" fmla="*/ 127018 w 826012"/>
                <a:gd name="csY115" fmla="*/ 509498 h 715114"/>
                <a:gd name="csX116" fmla="*/ 131115 w 826012"/>
                <a:gd name="csY116" fmla="*/ 532045 h 715114"/>
                <a:gd name="csX117" fmla="*/ 127018 w 826012"/>
                <a:gd name="csY117" fmla="*/ 548443 h 715114"/>
                <a:gd name="csX118" fmla="*/ 139318 w 826012"/>
                <a:gd name="csY118" fmla="*/ 544345 h 715114"/>
                <a:gd name="csX119" fmla="*/ 161886 w 826012"/>
                <a:gd name="csY119" fmla="*/ 532045 h 715114"/>
                <a:gd name="csX120" fmla="*/ 170088 w 826012"/>
                <a:gd name="csY120" fmla="*/ 538195 h 715114"/>
                <a:gd name="csX121" fmla="*/ 178290 w 826012"/>
                <a:gd name="csY121" fmla="*/ 540248 h 715114"/>
                <a:gd name="csX122" fmla="*/ 186493 w 826012"/>
                <a:gd name="csY122" fmla="*/ 552541 h 715114"/>
                <a:gd name="csX123" fmla="*/ 192649 w 826012"/>
                <a:gd name="csY123" fmla="*/ 554593 h 715114"/>
                <a:gd name="csX124" fmla="*/ 198799 w 826012"/>
                <a:gd name="csY124" fmla="*/ 536143 h 715114"/>
                <a:gd name="csX125" fmla="*/ 209054 w 826012"/>
                <a:gd name="csY125" fmla="*/ 542293 h 715114"/>
                <a:gd name="csX126" fmla="*/ 215204 w 826012"/>
                <a:gd name="csY126" fmla="*/ 544345 h 715114"/>
                <a:gd name="csX127" fmla="*/ 225458 w 826012"/>
                <a:gd name="csY127" fmla="*/ 542293 h 715114"/>
                <a:gd name="csX128" fmla="*/ 235713 w 826012"/>
                <a:gd name="csY128" fmla="*/ 534098 h 715114"/>
                <a:gd name="csX129" fmla="*/ 237765 w 826012"/>
                <a:gd name="csY129" fmla="*/ 542293 h 715114"/>
                <a:gd name="csX130" fmla="*/ 225458 w 826012"/>
                <a:gd name="csY130" fmla="*/ 573043 h 715114"/>
                <a:gd name="csX131" fmla="*/ 225458 w 826012"/>
                <a:gd name="csY131" fmla="*/ 593545 h 715114"/>
                <a:gd name="csX132" fmla="*/ 209054 w 826012"/>
                <a:gd name="csY132" fmla="*/ 599688 h 715114"/>
                <a:gd name="csX133" fmla="*/ 194695 w 826012"/>
                <a:gd name="csY133" fmla="*/ 618138 h 715114"/>
                <a:gd name="csX134" fmla="*/ 174186 w 826012"/>
                <a:gd name="csY134" fmla="*/ 632491 h 715114"/>
                <a:gd name="csX135" fmla="*/ 164957 w 826012"/>
                <a:gd name="csY135" fmla="*/ 642738 h 715114"/>
                <a:gd name="csX136" fmla="*/ 161879 w 826012"/>
                <a:gd name="csY136" fmla="*/ 655038 h 715114"/>
                <a:gd name="csX137" fmla="*/ 155729 w 826012"/>
                <a:gd name="csY137" fmla="*/ 658110 h 715114"/>
                <a:gd name="csX138" fmla="*/ 146501 w 826012"/>
                <a:gd name="csY138" fmla="*/ 653499 h 715114"/>
                <a:gd name="csX139" fmla="*/ 132655 w 826012"/>
                <a:gd name="csY139" fmla="*/ 656577 h 715114"/>
                <a:gd name="csX140" fmla="*/ 115730 w 826012"/>
                <a:gd name="csY140" fmla="*/ 670410 h 715114"/>
                <a:gd name="csX141" fmla="*/ 106509 w 826012"/>
                <a:gd name="csY141" fmla="*/ 684249 h 715114"/>
                <a:gd name="csX142" fmla="*/ 95734 w 826012"/>
                <a:gd name="csY142" fmla="*/ 692704 h 715114"/>
                <a:gd name="csX143" fmla="*/ 86506 w 826012"/>
                <a:gd name="csY143" fmla="*/ 691165 h 715114"/>
                <a:gd name="csX144" fmla="*/ 73433 w 826012"/>
                <a:gd name="csY144" fmla="*/ 698081 h 715114"/>
                <a:gd name="csX145" fmla="*/ 68815 w 826012"/>
                <a:gd name="csY145" fmla="*/ 709615 h 715114"/>
                <a:gd name="csX146" fmla="*/ 69588 w 826012"/>
                <a:gd name="csY146" fmla="*/ 715765 h 715114"/>
                <a:gd name="csX147" fmla="*/ 85740 w 826012"/>
                <a:gd name="csY147" fmla="*/ 711154 h 715114"/>
                <a:gd name="csX148" fmla="*/ 98046 w 826012"/>
                <a:gd name="csY148" fmla="*/ 700387 h 715114"/>
                <a:gd name="csX149" fmla="*/ 101891 w 826012"/>
                <a:gd name="csY149" fmla="*/ 693470 h 715114"/>
                <a:gd name="csX150" fmla="*/ 108041 w 826012"/>
                <a:gd name="csY150" fmla="*/ 693470 h 715114"/>
                <a:gd name="csX151" fmla="*/ 128037 w 826012"/>
                <a:gd name="csY151" fmla="*/ 682710 h 715114"/>
                <a:gd name="csX152" fmla="*/ 132655 w 826012"/>
                <a:gd name="csY152" fmla="*/ 668871 h 715114"/>
                <a:gd name="csX153" fmla="*/ 138805 w 826012"/>
                <a:gd name="csY153" fmla="*/ 670410 h 715114"/>
                <a:gd name="csX154" fmla="*/ 143422 w 826012"/>
                <a:gd name="csY154" fmla="*/ 675021 h 715114"/>
                <a:gd name="csX155" fmla="*/ 154190 w 826012"/>
                <a:gd name="csY155" fmla="*/ 675021 h 715114"/>
                <a:gd name="csX156" fmla="*/ 175725 w 826012"/>
                <a:gd name="csY156" fmla="*/ 662727 h 715114"/>
                <a:gd name="csX157" fmla="*/ 188032 w 826012"/>
                <a:gd name="csY157" fmla="*/ 655038 h 715114"/>
                <a:gd name="csX158" fmla="*/ 201871 w 826012"/>
                <a:gd name="csY158" fmla="*/ 650427 h 715114"/>
                <a:gd name="csX159" fmla="*/ 203410 w 826012"/>
                <a:gd name="csY159" fmla="*/ 644277 h 715114"/>
                <a:gd name="csX160" fmla="*/ 237252 w 826012"/>
                <a:gd name="csY160" fmla="*/ 618138 h 715114"/>
                <a:gd name="csX161" fmla="*/ 246481 w 826012"/>
                <a:gd name="csY161" fmla="*/ 610456 h 715114"/>
                <a:gd name="csX162" fmla="*/ 246481 w 826012"/>
                <a:gd name="csY162" fmla="*/ 599695 h 715114"/>
                <a:gd name="csX163" fmla="*/ 266477 w 826012"/>
                <a:gd name="csY163" fmla="*/ 585856 h 715114"/>
                <a:gd name="csX164" fmla="*/ 280323 w 826012"/>
                <a:gd name="csY164" fmla="*/ 575095 h 715114"/>
                <a:gd name="csX165" fmla="*/ 297240 w 826012"/>
                <a:gd name="csY165" fmla="*/ 565867 h 715114"/>
                <a:gd name="csX166" fmla="*/ 300319 w 826012"/>
                <a:gd name="csY166" fmla="*/ 548956 h 715114"/>
                <a:gd name="csX167" fmla="*/ 311086 w 826012"/>
                <a:gd name="csY167" fmla="*/ 545885 h 715114"/>
                <a:gd name="csX168" fmla="*/ 309547 w 826012"/>
                <a:gd name="csY168" fmla="*/ 527435 h 715114"/>
                <a:gd name="csX169" fmla="*/ 298779 w 826012"/>
                <a:gd name="csY169" fmla="*/ 527435 h 715114"/>
                <a:gd name="csX170" fmla="*/ 297247 w 826012"/>
                <a:gd name="csY170" fmla="*/ 519746 h 715114"/>
                <a:gd name="csX171" fmla="*/ 308015 w 826012"/>
                <a:gd name="csY171" fmla="*/ 504374 h 715114"/>
                <a:gd name="csX172" fmla="*/ 321854 w 826012"/>
                <a:gd name="csY172" fmla="*/ 504374 h 715114"/>
                <a:gd name="csX173" fmla="*/ 332621 w 826012"/>
                <a:gd name="csY173" fmla="*/ 492074 h 715114"/>
                <a:gd name="csX174" fmla="*/ 329550 w 826012"/>
                <a:gd name="csY174" fmla="*/ 478235 h 715114"/>
                <a:gd name="csX175" fmla="*/ 369542 w 826012"/>
                <a:gd name="csY175" fmla="*/ 427503 h 715114"/>
                <a:gd name="csX176" fmla="*/ 384920 w 826012"/>
                <a:gd name="csY176" fmla="*/ 429042 h 715114"/>
                <a:gd name="csX177" fmla="*/ 392616 w 826012"/>
                <a:gd name="csY177" fmla="*/ 419820 h 715114"/>
                <a:gd name="csX178" fmla="*/ 400305 w 826012"/>
                <a:gd name="csY178" fmla="*/ 419820 h 715114"/>
                <a:gd name="csX179" fmla="*/ 395688 w 826012"/>
                <a:gd name="csY179" fmla="*/ 442881 h 715114"/>
                <a:gd name="csX180" fmla="*/ 381849 w 826012"/>
                <a:gd name="csY180" fmla="*/ 441342 h 715114"/>
                <a:gd name="csX181" fmla="*/ 360313 w 826012"/>
                <a:gd name="csY181" fmla="*/ 456713 h 715114"/>
                <a:gd name="csX182" fmla="*/ 361846 w 826012"/>
                <a:gd name="csY182" fmla="*/ 465942 h 715114"/>
                <a:gd name="csX183" fmla="*/ 349546 w 826012"/>
                <a:gd name="csY183" fmla="*/ 496685 h 715114"/>
                <a:gd name="csX184" fmla="*/ 351078 w 826012"/>
                <a:gd name="csY184" fmla="*/ 502835 h 715114"/>
                <a:gd name="csX185" fmla="*/ 355696 w 826012"/>
                <a:gd name="csY185" fmla="*/ 501302 h 715114"/>
                <a:gd name="csX186" fmla="*/ 360313 w 826012"/>
                <a:gd name="csY186" fmla="*/ 504374 h 715114"/>
                <a:gd name="csX187" fmla="*/ 355696 w 826012"/>
                <a:gd name="csY187" fmla="*/ 508985 h 715114"/>
                <a:gd name="csX188" fmla="*/ 349539 w 826012"/>
                <a:gd name="csY188" fmla="*/ 512063 h 715114"/>
                <a:gd name="csX189" fmla="*/ 346467 w 826012"/>
                <a:gd name="csY189" fmla="*/ 518213 h 715114"/>
                <a:gd name="csX190" fmla="*/ 364924 w 826012"/>
                <a:gd name="csY190" fmla="*/ 518213 h 715114"/>
                <a:gd name="csX191" fmla="*/ 387999 w 826012"/>
                <a:gd name="csY191" fmla="*/ 504374 h 715114"/>
                <a:gd name="csX192" fmla="*/ 398766 w 826012"/>
                <a:gd name="csY192" fmla="*/ 489002 h 715114"/>
                <a:gd name="csX193" fmla="*/ 421841 w 826012"/>
                <a:gd name="csY193" fmla="*/ 489002 h 715114"/>
                <a:gd name="csX194" fmla="*/ 427991 w 826012"/>
                <a:gd name="csY194" fmla="*/ 470553 h 715114"/>
                <a:gd name="csX195" fmla="*/ 424919 w 826012"/>
                <a:gd name="csY195" fmla="*/ 461331 h 715114"/>
                <a:gd name="csX196" fmla="*/ 427991 w 826012"/>
                <a:gd name="csY196" fmla="*/ 456720 h 715114"/>
                <a:gd name="csX197" fmla="*/ 420301 w 826012"/>
                <a:gd name="csY197" fmla="*/ 453642 h 715114"/>
                <a:gd name="csX198" fmla="*/ 435687 w 826012"/>
                <a:gd name="csY198" fmla="*/ 436731 h 715114"/>
                <a:gd name="csX199" fmla="*/ 441837 w 826012"/>
                <a:gd name="csY199" fmla="*/ 438270 h 715114"/>
                <a:gd name="csX200" fmla="*/ 438758 w 826012"/>
                <a:gd name="csY200" fmla="*/ 447492 h 715114"/>
                <a:gd name="csX201" fmla="*/ 447987 w 826012"/>
                <a:gd name="csY201" fmla="*/ 447492 h 715114"/>
                <a:gd name="csX202" fmla="*/ 461833 w 826012"/>
                <a:gd name="csY202" fmla="*/ 442881 h 715114"/>
                <a:gd name="csX203" fmla="*/ 466450 w 826012"/>
                <a:gd name="csY203" fmla="*/ 453642 h 715114"/>
                <a:gd name="csX204" fmla="*/ 487979 w 826012"/>
                <a:gd name="csY204" fmla="*/ 467481 h 715114"/>
                <a:gd name="csX205" fmla="*/ 500285 w 826012"/>
                <a:gd name="csY205" fmla="*/ 464403 h 715114"/>
                <a:gd name="csX206" fmla="*/ 504903 w 826012"/>
                <a:gd name="csY206" fmla="*/ 469013 h 715114"/>
                <a:gd name="csX207" fmla="*/ 507981 w 826012"/>
                <a:gd name="csY207" fmla="*/ 485931 h 715114"/>
                <a:gd name="csX208" fmla="*/ 535667 w 826012"/>
                <a:gd name="csY208" fmla="*/ 485931 h 715114"/>
                <a:gd name="csX209" fmla="*/ 547973 w 826012"/>
                <a:gd name="csY209" fmla="*/ 487463 h 715114"/>
                <a:gd name="csX210" fmla="*/ 555663 w 826012"/>
                <a:gd name="csY210" fmla="*/ 490542 h 715114"/>
                <a:gd name="csX211" fmla="*/ 577198 w 826012"/>
                <a:gd name="csY211" fmla="*/ 490542 h 715114"/>
                <a:gd name="csX212" fmla="*/ 581809 w 826012"/>
                <a:gd name="csY212" fmla="*/ 495152 h 715114"/>
                <a:gd name="csX213" fmla="*/ 603344 w 826012"/>
                <a:gd name="csY213" fmla="*/ 499770 h 715114"/>
                <a:gd name="csX214" fmla="*/ 615651 w 826012"/>
                <a:gd name="csY214" fmla="*/ 492081 h 715114"/>
                <a:gd name="csX215" fmla="*/ 617190 w 826012"/>
                <a:gd name="csY215" fmla="*/ 512063 h 715114"/>
                <a:gd name="csX216" fmla="*/ 644882 w 826012"/>
                <a:gd name="csY216" fmla="*/ 522831 h 715114"/>
                <a:gd name="csX217" fmla="*/ 651032 w 826012"/>
                <a:gd name="csY217" fmla="*/ 539742 h 715114"/>
                <a:gd name="csX218" fmla="*/ 664878 w 826012"/>
                <a:gd name="csY218" fmla="*/ 555113 h 715114"/>
                <a:gd name="csX219" fmla="*/ 691024 w 826012"/>
                <a:gd name="csY219" fmla="*/ 553574 h 715114"/>
                <a:gd name="csX220" fmla="*/ 683335 w 826012"/>
                <a:gd name="csY220" fmla="*/ 544352 h 715114"/>
                <a:gd name="csX221" fmla="*/ 684874 w 826012"/>
                <a:gd name="csY221" fmla="*/ 539742 h 715114"/>
                <a:gd name="csX222" fmla="*/ 692563 w 826012"/>
                <a:gd name="csY222" fmla="*/ 539742 h 715114"/>
                <a:gd name="csX223" fmla="*/ 701791 w 826012"/>
                <a:gd name="csY223" fmla="*/ 550502 h 715114"/>
                <a:gd name="csX224" fmla="*/ 706409 w 826012"/>
                <a:gd name="csY224" fmla="*/ 550502 h 715114"/>
                <a:gd name="csX225" fmla="*/ 711020 w 826012"/>
                <a:gd name="csY225" fmla="*/ 532052 h 715114"/>
                <a:gd name="csX226" fmla="*/ 717177 w 826012"/>
                <a:gd name="csY226" fmla="*/ 547431 h 715114"/>
                <a:gd name="csX227" fmla="*/ 726405 w 826012"/>
                <a:gd name="csY227" fmla="*/ 550502 h 715114"/>
                <a:gd name="csX228" fmla="*/ 735633 w 826012"/>
                <a:gd name="csY228" fmla="*/ 556652 h 715114"/>
                <a:gd name="csX229" fmla="*/ 747940 w 826012"/>
                <a:gd name="csY229" fmla="*/ 585863 h 715114"/>
                <a:gd name="csX230" fmla="*/ 751012 w 826012"/>
                <a:gd name="csY230" fmla="*/ 605852 h 715114"/>
                <a:gd name="csX231" fmla="*/ 761779 w 826012"/>
                <a:gd name="csY231" fmla="*/ 616613 h 715114"/>
                <a:gd name="csX232" fmla="*/ 769468 w 826012"/>
                <a:gd name="csY232" fmla="*/ 621224 h 715114"/>
                <a:gd name="csX233" fmla="*/ 771008 w 826012"/>
                <a:gd name="csY233" fmla="*/ 639674 h 715114"/>
                <a:gd name="csX234" fmla="*/ 778697 w 826012"/>
                <a:gd name="csY234" fmla="*/ 651974 h 715114"/>
                <a:gd name="csX235" fmla="*/ 780236 w 826012"/>
                <a:gd name="csY235" fmla="*/ 662734 h 715114"/>
                <a:gd name="csX236" fmla="*/ 784854 w 826012"/>
                <a:gd name="csY236" fmla="*/ 664273 h 715114"/>
                <a:gd name="csX237" fmla="*/ 787932 w 826012"/>
                <a:gd name="csY237" fmla="*/ 671956 h 715114"/>
                <a:gd name="csX238" fmla="*/ 801771 w 826012"/>
                <a:gd name="csY238" fmla="*/ 675034 h 715114"/>
                <a:gd name="csX239" fmla="*/ 804850 w 826012"/>
                <a:gd name="csY239" fmla="*/ 691945 h 715114"/>
                <a:gd name="csX240" fmla="*/ 809467 w 826012"/>
                <a:gd name="csY240" fmla="*/ 691945 h 715114"/>
                <a:gd name="csX241" fmla="*/ 818696 w 826012"/>
                <a:gd name="csY241" fmla="*/ 693484 h 715114"/>
                <a:gd name="csX242" fmla="*/ 824333 w 826012"/>
                <a:gd name="csY242" fmla="*/ 685795 h 715114"/>
                <a:gd name="csX243" fmla="*/ 822280 w 826012"/>
                <a:gd name="csY243" fmla="*/ 669397 h 715114"/>
                <a:gd name="csX244" fmla="*/ 826385 w 826012"/>
                <a:gd name="csY244" fmla="*/ 648895 h 715114"/>
                <a:gd name="csX245" fmla="*/ 797674 w 826012"/>
                <a:gd name="csY245" fmla="*/ 630445 h 715114"/>
                <a:gd name="csX246" fmla="*/ 781262 w 826012"/>
                <a:gd name="csY246" fmla="*/ 614048 h 715114"/>
                <a:gd name="csX247" fmla="*/ 754603 w 826012"/>
                <a:gd name="csY247" fmla="*/ 552555 h 715114"/>
                <a:gd name="csX248" fmla="*/ 740251 w 826012"/>
                <a:gd name="csY248" fmla="*/ 542300 h 715114"/>
                <a:gd name="csX249" fmla="*/ 723840 w 826012"/>
                <a:gd name="csY249" fmla="*/ 513602 h 715114"/>
                <a:gd name="csX250" fmla="*/ 707435 w 826012"/>
                <a:gd name="csY250" fmla="*/ 501309 h 715114"/>
                <a:gd name="csX251" fmla="*/ 691024 w 826012"/>
                <a:gd name="csY251" fmla="*/ 505407 h 715114"/>
                <a:gd name="csX252" fmla="*/ 674619 w 826012"/>
                <a:gd name="csY252" fmla="*/ 523857 h 715114"/>
                <a:gd name="csX253" fmla="*/ 664365 w 826012"/>
                <a:gd name="csY253" fmla="*/ 523857 h 715114"/>
                <a:gd name="csX254" fmla="*/ 631549 w 826012"/>
                <a:gd name="csY254" fmla="*/ 474657 h 715114"/>
                <a:gd name="csX255" fmla="*/ 621294 w 826012"/>
                <a:gd name="csY255" fmla="*/ 462357 h 715114"/>
                <a:gd name="csX256" fmla="*/ 613092 w 826012"/>
                <a:gd name="csY256" fmla="*/ 468507 h 715114"/>
                <a:gd name="csX257" fmla="*/ 608987 w 826012"/>
                <a:gd name="csY257" fmla="*/ 482852 h 715114"/>
                <a:gd name="csX258" fmla="*/ 585065 w 826012"/>
                <a:gd name="csY258" fmla="*/ 466455 h 715114"/>
                <a:gd name="csX259" fmla="*/ 585065 w 826012"/>
                <a:gd name="csY259" fmla="*/ 64305 h 7151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Lst>
              <a:rect l="l" t="t" r="r" b="b"/>
              <a:pathLst>
                <a:path w="826012" h="715114">
                  <a:moveTo>
                    <a:pt x="585065" y="64305"/>
                  </a:moveTo>
                  <a:lnTo>
                    <a:pt x="560287" y="55083"/>
                  </a:lnTo>
                  <a:lnTo>
                    <a:pt x="551059" y="52313"/>
                  </a:lnTo>
                  <a:lnTo>
                    <a:pt x="546441" y="48626"/>
                  </a:lnTo>
                  <a:lnTo>
                    <a:pt x="526445" y="47702"/>
                  </a:lnTo>
                  <a:lnTo>
                    <a:pt x="498753" y="52313"/>
                  </a:lnTo>
                  <a:lnTo>
                    <a:pt x="474146" y="44008"/>
                  </a:lnTo>
                  <a:lnTo>
                    <a:pt x="458761" y="43084"/>
                  </a:lnTo>
                  <a:lnTo>
                    <a:pt x="452611" y="44932"/>
                  </a:lnTo>
                  <a:lnTo>
                    <a:pt x="426465" y="40321"/>
                  </a:lnTo>
                  <a:lnTo>
                    <a:pt x="411080" y="32016"/>
                  </a:lnTo>
                  <a:lnTo>
                    <a:pt x="391084" y="31092"/>
                  </a:lnTo>
                  <a:lnTo>
                    <a:pt x="368009" y="33863"/>
                  </a:lnTo>
                  <a:lnTo>
                    <a:pt x="352624" y="36627"/>
                  </a:lnTo>
                  <a:lnTo>
                    <a:pt x="341863" y="33863"/>
                  </a:lnTo>
                  <a:lnTo>
                    <a:pt x="351092" y="28329"/>
                  </a:lnTo>
                  <a:lnTo>
                    <a:pt x="329557" y="23711"/>
                  </a:lnTo>
                  <a:lnTo>
                    <a:pt x="335707" y="16337"/>
                  </a:lnTo>
                  <a:lnTo>
                    <a:pt x="315711" y="16337"/>
                  </a:lnTo>
                  <a:lnTo>
                    <a:pt x="300332" y="20947"/>
                  </a:lnTo>
                  <a:lnTo>
                    <a:pt x="283408" y="11726"/>
                  </a:lnTo>
                  <a:lnTo>
                    <a:pt x="272640" y="12642"/>
                  </a:lnTo>
                  <a:lnTo>
                    <a:pt x="269569" y="19100"/>
                  </a:lnTo>
                  <a:lnTo>
                    <a:pt x="261873" y="19100"/>
                  </a:lnTo>
                  <a:lnTo>
                    <a:pt x="251105" y="13566"/>
                  </a:lnTo>
                  <a:lnTo>
                    <a:pt x="266490" y="6191"/>
                  </a:lnTo>
                  <a:lnTo>
                    <a:pt x="257262" y="5268"/>
                  </a:lnTo>
                  <a:lnTo>
                    <a:pt x="244955" y="650"/>
                  </a:lnTo>
                  <a:lnTo>
                    <a:pt x="217270" y="18177"/>
                  </a:lnTo>
                  <a:lnTo>
                    <a:pt x="194196" y="19100"/>
                  </a:lnTo>
                  <a:lnTo>
                    <a:pt x="189578" y="17253"/>
                  </a:lnTo>
                  <a:lnTo>
                    <a:pt x="168043" y="28329"/>
                  </a:lnTo>
                  <a:lnTo>
                    <a:pt x="146508" y="39397"/>
                  </a:lnTo>
                  <a:lnTo>
                    <a:pt x="138818" y="39397"/>
                  </a:lnTo>
                  <a:lnTo>
                    <a:pt x="117283" y="46772"/>
                  </a:lnTo>
                  <a:lnTo>
                    <a:pt x="106516" y="58764"/>
                  </a:lnTo>
                  <a:lnTo>
                    <a:pt x="98826" y="82748"/>
                  </a:lnTo>
                  <a:lnTo>
                    <a:pt x="78824" y="93817"/>
                  </a:lnTo>
                  <a:lnTo>
                    <a:pt x="34221" y="94740"/>
                  </a:lnTo>
                  <a:lnTo>
                    <a:pt x="32682" y="108579"/>
                  </a:lnTo>
                  <a:lnTo>
                    <a:pt x="23453" y="110420"/>
                  </a:lnTo>
                  <a:lnTo>
                    <a:pt x="34221" y="115954"/>
                  </a:lnTo>
                  <a:lnTo>
                    <a:pt x="44988" y="119648"/>
                  </a:lnTo>
                  <a:lnTo>
                    <a:pt x="64984" y="127946"/>
                  </a:lnTo>
                  <a:lnTo>
                    <a:pt x="84980" y="141785"/>
                  </a:lnTo>
                  <a:lnTo>
                    <a:pt x="86520" y="154701"/>
                  </a:lnTo>
                  <a:lnTo>
                    <a:pt x="95748" y="156548"/>
                  </a:lnTo>
                  <a:lnTo>
                    <a:pt x="104976" y="157465"/>
                  </a:lnTo>
                  <a:lnTo>
                    <a:pt x="124972" y="157465"/>
                  </a:lnTo>
                  <a:lnTo>
                    <a:pt x="131122" y="156548"/>
                  </a:lnTo>
                  <a:lnTo>
                    <a:pt x="138818" y="159312"/>
                  </a:lnTo>
                  <a:lnTo>
                    <a:pt x="135740" y="163922"/>
                  </a:lnTo>
                  <a:lnTo>
                    <a:pt x="129583" y="170756"/>
                  </a:lnTo>
                  <a:lnTo>
                    <a:pt x="143429" y="179978"/>
                  </a:lnTo>
                  <a:lnTo>
                    <a:pt x="155736" y="173835"/>
                  </a:lnTo>
                  <a:lnTo>
                    <a:pt x="174193" y="172296"/>
                  </a:lnTo>
                  <a:lnTo>
                    <a:pt x="180343" y="179978"/>
                  </a:lnTo>
                  <a:lnTo>
                    <a:pt x="174193" y="184596"/>
                  </a:lnTo>
                  <a:lnTo>
                    <a:pt x="152657" y="187667"/>
                  </a:lnTo>
                  <a:lnTo>
                    <a:pt x="148047" y="201506"/>
                  </a:lnTo>
                  <a:lnTo>
                    <a:pt x="138818" y="201506"/>
                  </a:lnTo>
                  <a:lnTo>
                    <a:pt x="129583" y="209189"/>
                  </a:lnTo>
                  <a:lnTo>
                    <a:pt x="104976" y="201506"/>
                  </a:lnTo>
                  <a:lnTo>
                    <a:pt x="83434" y="204578"/>
                  </a:lnTo>
                  <a:lnTo>
                    <a:pt x="84974" y="195356"/>
                  </a:lnTo>
                  <a:lnTo>
                    <a:pt x="86520" y="184596"/>
                  </a:lnTo>
                  <a:lnTo>
                    <a:pt x="66517" y="186128"/>
                  </a:lnTo>
                  <a:lnTo>
                    <a:pt x="48060" y="190739"/>
                  </a:lnTo>
                  <a:lnTo>
                    <a:pt x="41903" y="199967"/>
                  </a:lnTo>
                  <a:lnTo>
                    <a:pt x="26525" y="201499"/>
                  </a:lnTo>
                  <a:lnTo>
                    <a:pt x="21907" y="213799"/>
                  </a:lnTo>
                  <a:lnTo>
                    <a:pt x="14218" y="216878"/>
                  </a:lnTo>
                  <a:lnTo>
                    <a:pt x="372" y="230710"/>
                  </a:lnTo>
                  <a:lnTo>
                    <a:pt x="12679" y="241471"/>
                  </a:lnTo>
                  <a:lnTo>
                    <a:pt x="20368" y="241471"/>
                  </a:lnTo>
                  <a:lnTo>
                    <a:pt x="34214" y="243010"/>
                  </a:lnTo>
                  <a:lnTo>
                    <a:pt x="40371" y="249160"/>
                  </a:lnTo>
                  <a:lnTo>
                    <a:pt x="34214" y="252239"/>
                  </a:lnTo>
                  <a:lnTo>
                    <a:pt x="20368" y="252239"/>
                  </a:lnTo>
                  <a:lnTo>
                    <a:pt x="40364" y="281449"/>
                  </a:lnTo>
                  <a:lnTo>
                    <a:pt x="61899" y="281449"/>
                  </a:lnTo>
                  <a:lnTo>
                    <a:pt x="77284" y="276838"/>
                  </a:lnTo>
                  <a:lnTo>
                    <a:pt x="89591" y="282988"/>
                  </a:lnTo>
                  <a:lnTo>
                    <a:pt x="109587" y="284521"/>
                  </a:lnTo>
                  <a:lnTo>
                    <a:pt x="117276" y="273760"/>
                  </a:lnTo>
                  <a:lnTo>
                    <a:pt x="129583" y="270688"/>
                  </a:lnTo>
                  <a:lnTo>
                    <a:pt x="137272" y="262999"/>
                  </a:lnTo>
                  <a:lnTo>
                    <a:pt x="155736" y="269149"/>
                  </a:lnTo>
                  <a:lnTo>
                    <a:pt x="155736" y="281449"/>
                  </a:lnTo>
                  <a:lnTo>
                    <a:pt x="143429" y="281449"/>
                  </a:lnTo>
                  <a:lnTo>
                    <a:pt x="141890" y="286060"/>
                  </a:lnTo>
                  <a:lnTo>
                    <a:pt x="155736" y="301438"/>
                  </a:lnTo>
                  <a:lnTo>
                    <a:pt x="157275" y="318349"/>
                  </a:lnTo>
                  <a:lnTo>
                    <a:pt x="137272" y="342949"/>
                  </a:lnTo>
                  <a:lnTo>
                    <a:pt x="124965" y="338331"/>
                  </a:lnTo>
                  <a:lnTo>
                    <a:pt x="111126" y="344481"/>
                  </a:lnTo>
                  <a:lnTo>
                    <a:pt x="91123" y="353703"/>
                  </a:lnTo>
                  <a:lnTo>
                    <a:pt x="81895" y="344481"/>
                  </a:lnTo>
                  <a:lnTo>
                    <a:pt x="66517" y="364471"/>
                  </a:lnTo>
                  <a:lnTo>
                    <a:pt x="63438" y="381381"/>
                  </a:lnTo>
                  <a:lnTo>
                    <a:pt x="55749" y="385992"/>
                  </a:lnTo>
                  <a:lnTo>
                    <a:pt x="44975" y="412124"/>
                  </a:lnTo>
                  <a:lnTo>
                    <a:pt x="40364" y="416735"/>
                  </a:lnTo>
                  <a:lnTo>
                    <a:pt x="43442" y="430574"/>
                  </a:lnTo>
                  <a:lnTo>
                    <a:pt x="52671" y="444413"/>
                  </a:lnTo>
                  <a:lnTo>
                    <a:pt x="58821" y="442874"/>
                  </a:lnTo>
                  <a:lnTo>
                    <a:pt x="63438" y="449024"/>
                  </a:lnTo>
                  <a:lnTo>
                    <a:pt x="58821" y="465935"/>
                  </a:lnTo>
                  <a:lnTo>
                    <a:pt x="49592" y="467474"/>
                  </a:lnTo>
                  <a:lnTo>
                    <a:pt x="83434" y="498224"/>
                  </a:lnTo>
                  <a:lnTo>
                    <a:pt x="98813" y="496685"/>
                  </a:lnTo>
                  <a:lnTo>
                    <a:pt x="115737" y="492074"/>
                  </a:lnTo>
                  <a:lnTo>
                    <a:pt x="116763" y="482846"/>
                  </a:lnTo>
                  <a:lnTo>
                    <a:pt x="122913" y="480800"/>
                  </a:lnTo>
                  <a:lnTo>
                    <a:pt x="122913" y="495146"/>
                  </a:lnTo>
                  <a:lnTo>
                    <a:pt x="127018" y="509498"/>
                  </a:lnTo>
                  <a:lnTo>
                    <a:pt x="131115" y="532045"/>
                  </a:lnTo>
                  <a:lnTo>
                    <a:pt x="127018" y="548443"/>
                  </a:lnTo>
                  <a:lnTo>
                    <a:pt x="139318" y="544345"/>
                  </a:lnTo>
                  <a:lnTo>
                    <a:pt x="161886" y="532045"/>
                  </a:lnTo>
                  <a:lnTo>
                    <a:pt x="170088" y="538195"/>
                  </a:lnTo>
                  <a:lnTo>
                    <a:pt x="178290" y="540248"/>
                  </a:lnTo>
                  <a:lnTo>
                    <a:pt x="186493" y="552541"/>
                  </a:lnTo>
                  <a:lnTo>
                    <a:pt x="192649" y="554593"/>
                  </a:lnTo>
                  <a:lnTo>
                    <a:pt x="198799" y="536143"/>
                  </a:lnTo>
                  <a:lnTo>
                    <a:pt x="209054" y="542293"/>
                  </a:lnTo>
                  <a:lnTo>
                    <a:pt x="215204" y="544345"/>
                  </a:lnTo>
                  <a:lnTo>
                    <a:pt x="225458" y="542293"/>
                  </a:lnTo>
                  <a:lnTo>
                    <a:pt x="235713" y="534098"/>
                  </a:lnTo>
                  <a:lnTo>
                    <a:pt x="237765" y="542293"/>
                  </a:lnTo>
                  <a:lnTo>
                    <a:pt x="225458" y="573043"/>
                  </a:lnTo>
                  <a:lnTo>
                    <a:pt x="225458" y="593545"/>
                  </a:lnTo>
                  <a:lnTo>
                    <a:pt x="209054" y="599688"/>
                  </a:lnTo>
                  <a:lnTo>
                    <a:pt x="194695" y="618138"/>
                  </a:lnTo>
                  <a:lnTo>
                    <a:pt x="174186" y="632491"/>
                  </a:lnTo>
                  <a:lnTo>
                    <a:pt x="164957" y="642738"/>
                  </a:lnTo>
                  <a:lnTo>
                    <a:pt x="161879" y="655038"/>
                  </a:lnTo>
                  <a:lnTo>
                    <a:pt x="155729" y="658110"/>
                  </a:lnTo>
                  <a:lnTo>
                    <a:pt x="146501" y="653499"/>
                  </a:lnTo>
                  <a:lnTo>
                    <a:pt x="132655" y="656577"/>
                  </a:lnTo>
                  <a:lnTo>
                    <a:pt x="115730" y="670410"/>
                  </a:lnTo>
                  <a:lnTo>
                    <a:pt x="106509" y="684249"/>
                  </a:lnTo>
                  <a:lnTo>
                    <a:pt x="95734" y="692704"/>
                  </a:lnTo>
                  <a:lnTo>
                    <a:pt x="86506" y="691165"/>
                  </a:lnTo>
                  <a:lnTo>
                    <a:pt x="73433" y="698081"/>
                  </a:lnTo>
                  <a:lnTo>
                    <a:pt x="68815" y="709615"/>
                  </a:lnTo>
                  <a:lnTo>
                    <a:pt x="69588" y="715765"/>
                  </a:lnTo>
                  <a:lnTo>
                    <a:pt x="85740" y="711154"/>
                  </a:lnTo>
                  <a:lnTo>
                    <a:pt x="98046" y="700387"/>
                  </a:lnTo>
                  <a:lnTo>
                    <a:pt x="101891" y="693470"/>
                  </a:lnTo>
                  <a:lnTo>
                    <a:pt x="108041" y="693470"/>
                  </a:lnTo>
                  <a:lnTo>
                    <a:pt x="128037" y="682710"/>
                  </a:lnTo>
                  <a:lnTo>
                    <a:pt x="132655" y="668871"/>
                  </a:lnTo>
                  <a:lnTo>
                    <a:pt x="138805" y="670410"/>
                  </a:lnTo>
                  <a:lnTo>
                    <a:pt x="143422" y="675021"/>
                  </a:lnTo>
                  <a:lnTo>
                    <a:pt x="154190" y="675021"/>
                  </a:lnTo>
                  <a:lnTo>
                    <a:pt x="175725" y="662727"/>
                  </a:lnTo>
                  <a:lnTo>
                    <a:pt x="188032" y="655038"/>
                  </a:lnTo>
                  <a:lnTo>
                    <a:pt x="201871" y="650427"/>
                  </a:lnTo>
                  <a:lnTo>
                    <a:pt x="203410" y="644277"/>
                  </a:lnTo>
                  <a:lnTo>
                    <a:pt x="237252" y="618138"/>
                  </a:lnTo>
                  <a:lnTo>
                    <a:pt x="246481" y="610456"/>
                  </a:lnTo>
                  <a:lnTo>
                    <a:pt x="246481" y="599695"/>
                  </a:lnTo>
                  <a:lnTo>
                    <a:pt x="266477" y="585856"/>
                  </a:lnTo>
                  <a:lnTo>
                    <a:pt x="280323" y="575095"/>
                  </a:lnTo>
                  <a:lnTo>
                    <a:pt x="297240" y="565867"/>
                  </a:lnTo>
                  <a:lnTo>
                    <a:pt x="300319" y="548956"/>
                  </a:lnTo>
                  <a:lnTo>
                    <a:pt x="311086" y="545885"/>
                  </a:lnTo>
                  <a:lnTo>
                    <a:pt x="309547" y="527435"/>
                  </a:lnTo>
                  <a:lnTo>
                    <a:pt x="298779" y="527435"/>
                  </a:lnTo>
                  <a:lnTo>
                    <a:pt x="297247" y="519746"/>
                  </a:lnTo>
                  <a:lnTo>
                    <a:pt x="308015" y="504374"/>
                  </a:lnTo>
                  <a:lnTo>
                    <a:pt x="321854" y="504374"/>
                  </a:lnTo>
                  <a:lnTo>
                    <a:pt x="332621" y="492074"/>
                  </a:lnTo>
                  <a:lnTo>
                    <a:pt x="329550" y="478235"/>
                  </a:lnTo>
                  <a:lnTo>
                    <a:pt x="369542" y="427503"/>
                  </a:lnTo>
                  <a:lnTo>
                    <a:pt x="384920" y="429042"/>
                  </a:lnTo>
                  <a:lnTo>
                    <a:pt x="392616" y="419820"/>
                  </a:lnTo>
                  <a:lnTo>
                    <a:pt x="400305" y="419820"/>
                  </a:lnTo>
                  <a:lnTo>
                    <a:pt x="395688" y="442881"/>
                  </a:lnTo>
                  <a:lnTo>
                    <a:pt x="381849" y="441342"/>
                  </a:lnTo>
                  <a:lnTo>
                    <a:pt x="360313" y="456713"/>
                  </a:lnTo>
                  <a:lnTo>
                    <a:pt x="361846" y="465942"/>
                  </a:lnTo>
                  <a:lnTo>
                    <a:pt x="349546" y="496685"/>
                  </a:lnTo>
                  <a:lnTo>
                    <a:pt x="351078" y="502835"/>
                  </a:lnTo>
                  <a:lnTo>
                    <a:pt x="355696" y="501302"/>
                  </a:lnTo>
                  <a:lnTo>
                    <a:pt x="360313" y="504374"/>
                  </a:lnTo>
                  <a:lnTo>
                    <a:pt x="355696" y="508985"/>
                  </a:lnTo>
                  <a:lnTo>
                    <a:pt x="349539" y="512063"/>
                  </a:lnTo>
                  <a:lnTo>
                    <a:pt x="346467" y="518213"/>
                  </a:lnTo>
                  <a:lnTo>
                    <a:pt x="364924" y="518213"/>
                  </a:lnTo>
                  <a:lnTo>
                    <a:pt x="387999" y="504374"/>
                  </a:lnTo>
                  <a:lnTo>
                    <a:pt x="398766" y="489002"/>
                  </a:lnTo>
                  <a:lnTo>
                    <a:pt x="421841" y="489002"/>
                  </a:lnTo>
                  <a:lnTo>
                    <a:pt x="427991" y="470553"/>
                  </a:lnTo>
                  <a:lnTo>
                    <a:pt x="424919" y="461331"/>
                  </a:lnTo>
                  <a:lnTo>
                    <a:pt x="427991" y="456720"/>
                  </a:lnTo>
                  <a:lnTo>
                    <a:pt x="420301" y="453642"/>
                  </a:lnTo>
                  <a:lnTo>
                    <a:pt x="435687" y="436731"/>
                  </a:lnTo>
                  <a:lnTo>
                    <a:pt x="441837" y="438270"/>
                  </a:lnTo>
                  <a:lnTo>
                    <a:pt x="438758" y="447492"/>
                  </a:lnTo>
                  <a:lnTo>
                    <a:pt x="447987" y="447492"/>
                  </a:lnTo>
                  <a:lnTo>
                    <a:pt x="461833" y="442881"/>
                  </a:lnTo>
                  <a:lnTo>
                    <a:pt x="466450" y="453642"/>
                  </a:lnTo>
                  <a:lnTo>
                    <a:pt x="487979" y="467481"/>
                  </a:lnTo>
                  <a:lnTo>
                    <a:pt x="500285" y="464403"/>
                  </a:lnTo>
                  <a:lnTo>
                    <a:pt x="504903" y="469013"/>
                  </a:lnTo>
                  <a:lnTo>
                    <a:pt x="507981" y="485931"/>
                  </a:lnTo>
                  <a:lnTo>
                    <a:pt x="535667" y="485931"/>
                  </a:lnTo>
                  <a:lnTo>
                    <a:pt x="547973" y="487463"/>
                  </a:lnTo>
                  <a:lnTo>
                    <a:pt x="555663" y="490542"/>
                  </a:lnTo>
                  <a:lnTo>
                    <a:pt x="577198" y="490542"/>
                  </a:lnTo>
                  <a:lnTo>
                    <a:pt x="581809" y="495152"/>
                  </a:lnTo>
                  <a:lnTo>
                    <a:pt x="603344" y="499770"/>
                  </a:lnTo>
                  <a:lnTo>
                    <a:pt x="615651" y="492081"/>
                  </a:lnTo>
                  <a:lnTo>
                    <a:pt x="617190" y="512063"/>
                  </a:lnTo>
                  <a:lnTo>
                    <a:pt x="644882" y="522831"/>
                  </a:lnTo>
                  <a:lnTo>
                    <a:pt x="651032" y="539742"/>
                  </a:lnTo>
                  <a:lnTo>
                    <a:pt x="664878" y="555113"/>
                  </a:lnTo>
                  <a:lnTo>
                    <a:pt x="691024" y="553574"/>
                  </a:lnTo>
                  <a:lnTo>
                    <a:pt x="683335" y="544352"/>
                  </a:lnTo>
                  <a:lnTo>
                    <a:pt x="684874" y="539742"/>
                  </a:lnTo>
                  <a:lnTo>
                    <a:pt x="692563" y="539742"/>
                  </a:lnTo>
                  <a:lnTo>
                    <a:pt x="701791" y="550502"/>
                  </a:lnTo>
                  <a:lnTo>
                    <a:pt x="706409" y="550502"/>
                  </a:lnTo>
                  <a:lnTo>
                    <a:pt x="711020" y="532052"/>
                  </a:lnTo>
                  <a:lnTo>
                    <a:pt x="717177" y="547431"/>
                  </a:lnTo>
                  <a:lnTo>
                    <a:pt x="726405" y="550502"/>
                  </a:lnTo>
                  <a:lnTo>
                    <a:pt x="735633" y="556652"/>
                  </a:lnTo>
                  <a:lnTo>
                    <a:pt x="747940" y="585863"/>
                  </a:lnTo>
                  <a:lnTo>
                    <a:pt x="751012" y="605852"/>
                  </a:lnTo>
                  <a:lnTo>
                    <a:pt x="761779" y="616613"/>
                  </a:lnTo>
                  <a:lnTo>
                    <a:pt x="769468" y="621224"/>
                  </a:lnTo>
                  <a:lnTo>
                    <a:pt x="771008" y="639674"/>
                  </a:lnTo>
                  <a:lnTo>
                    <a:pt x="778697" y="651974"/>
                  </a:lnTo>
                  <a:lnTo>
                    <a:pt x="780236" y="662734"/>
                  </a:lnTo>
                  <a:lnTo>
                    <a:pt x="784854" y="664273"/>
                  </a:lnTo>
                  <a:lnTo>
                    <a:pt x="787932" y="671956"/>
                  </a:lnTo>
                  <a:lnTo>
                    <a:pt x="801771" y="675034"/>
                  </a:lnTo>
                  <a:lnTo>
                    <a:pt x="804850" y="691945"/>
                  </a:lnTo>
                  <a:lnTo>
                    <a:pt x="809467" y="691945"/>
                  </a:lnTo>
                  <a:lnTo>
                    <a:pt x="818696" y="693484"/>
                  </a:lnTo>
                  <a:lnTo>
                    <a:pt x="824333" y="685795"/>
                  </a:lnTo>
                  <a:lnTo>
                    <a:pt x="822280" y="669397"/>
                  </a:lnTo>
                  <a:lnTo>
                    <a:pt x="826385" y="648895"/>
                  </a:lnTo>
                  <a:lnTo>
                    <a:pt x="797674" y="630445"/>
                  </a:lnTo>
                  <a:lnTo>
                    <a:pt x="781262" y="614048"/>
                  </a:lnTo>
                  <a:lnTo>
                    <a:pt x="754603" y="552555"/>
                  </a:lnTo>
                  <a:lnTo>
                    <a:pt x="740251" y="542300"/>
                  </a:lnTo>
                  <a:lnTo>
                    <a:pt x="723840" y="513602"/>
                  </a:lnTo>
                  <a:lnTo>
                    <a:pt x="707435" y="501309"/>
                  </a:lnTo>
                  <a:lnTo>
                    <a:pt x="691024" y="505407"/>
                  </a:lnTo>
                  <a:lnTo>
                    <a:pt x="674619" y="523857"/>
                  </a:lnTo>
                  <a:lnTo>
                    <a:pt x="664365" y="523857"/>
                  </a:lnTo>
                  <a:lnTo>
                    <a:pt x="631549" y="474657"/>
                  </a:lnTo>
                  <a:lnTo>
                    <a:pt x="621294" y="462357"/>
                  </a:lnTo>
                  <a:lnTo>
                    <a:pt x="613092" y="468507"/>
                  </a:lnTo>
                  <a:lnTo>
                    <a:pt x="608987" y="482852"/>
                  </a:lnTo>
                  <a:lnTo>
                    <a:pt x="585065" y="466455"/>
                  </a:lnTo>
                  <a:lnTo>
                    <a:pt x="585065" y="6430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6" name="Forme libre : forme 714">
              <a:extLst>
                <a:ext uri="{FF2B5EF4-FFF2-40B4-BE49-F238E27FC236}">
                  <a16:creationId xmlns:a16="http://schemas.microsoft.com/office/drawing/2014/main" id="{5990B5F2-5CBF-D55B-846E-F3E30DE17D4C}"/>
                </a:ext>
              </a:extLst>
            </p:cNvPr>
            <p:cNvSpPr/>
            <p:nvPr/>
          </p:nvSpPr>
          <p:spPr>
            <a:xfrm>
              <a:off x="2552845" y="2511670"/>
              <a:ext cx="1844132" cy="1146673"/>
            </a:xfrm>
            <a:custGeom>
              <a:avLst/>
              <a:gdLst>
                <a:gd name="csX0" fmla="*/ 405304 w 1844132"/>
                <a:gd name="csY0" fmla="*/ 930561 h 1146673"/>
                <a:gd name="csX1" fmla="*/ 1005204 w 1844132"/>
                <a:gd name="csY1" fmla="*/ 930561 h 1146673"/>
                <a:gd name="csX2" fmla="*/ 1023668 w 1844132"/>
                <a:gd name="csY2" fmla="*/ 942867 h 1146673"/>
                <a:gd name="csX3" fmla="*/ 1048275 w 1844132"/>
                <a:gd name="csY3" fmla="*/ 947478 h 1146673"/>
                <a:gd name="csX4" fmla="*/ 1068271 w 1844132"/>
                <a:gd name="csY4" fmla="*/ 956707 h 1146673"/>
                <a:gd name="csX5" fmla="*/ 1094423 w 1844132"/>
                <a:gd name="csY5" fmla="*/ 955167 h 1146673"/>
                <a:gd name="csX6" fmla="*/ 1111341 w 1844132"/>
                <a:gd name="csY6" fmla="*/ 959778 h 1146673"/>
                <a:gd name="csX7" fmla="*/ 1152872 w 1844132"/>
                <a:gd name="csY7" fmla="*/ 956707 h 1146673"/>
                <a:gd name="csX8" fmla="*/ 1220556 w 1844132"/>
                <a:gd name="csY8" fmla="*/ 992067 h 1146673"/>
                <a:gd name="csX9" fmla="*/ 1235934 w 1844132"/>
                <a:gd name="csY9" fmla="*/ 1022810 h 1146673"/>
                <a:gd name="csX10" fmla="*/ 1275926 w 1844132"/>
                <a:gd name="csY10" fmla="*/ 1064321 h 1146673"/>
                <a:gd name="csX11" fmla="*/ 1277466 w 1844132"/>
                <a:gd name="csY11" fmla="*/ 1091999 h 1146673"/>
                <a:gd name="csX12" fmla="*/ 1265775 w 1844132"/>
                <a:gd name="csY12" fmla="*/ 1127360 h 1146673"/>
                <a:gd name="csX13" fmla="*/ 1272848 w 1844132"/>
                <a:gd name="csY13" fmla="*/ 1147342 h 1146673"/>
                <a:gd name="csX14" fmla="*/ 1334382 w 1844132"/>
                <a:gd name="csY14" fmla="*/ 1118132 h 1146673"/>
                <a:gd name="csX15" fmla="*/ 1342071 w 1844132"/>
                <a:gd name="csY15" fmla="*/ 1099682 h 1146673"/>
                <a:gd name="csX16" fmla="*/ 1398981 w 1844132"/>
                <a:gd name="csY16" fmla="*/ 1079699 h 1146673"/>
                <a:gd name="csX17" fmla="*/ 1426673 w 1844132"/>
                <a:gd name="csY17" fmla="*/ 1056639 h 1146673"/>
                <a:gd name="csX18" fmla="*/ 1438980 w 1844132"/>
                <a:gd name="csY18" fmla="*/ 1045878 h 1146673"/>
                <a:gd name="csX19" fmla="*/ 1458976 w 1844132"/>
                <a:gd name="csY19" fmla="*/ 1045878 h 1146673"/>
                <a:gd name="csX20" fmla="*/ 1471282 w 1844132"/>
                <a:gd name="csY20" fmla="*/ 1048956 h 1146673"/>
                <a:gd name="csX21" fmla="*/ 1509735 w 1844132"/>
                <a:gd name="csY21" fmla="*/ 1041267 h 1146673"/>
                <a:gd name="csX22" fmla="*/ 1538960 w 1844132"/>
                <a:gd name="csY22" fmla="*/ 985924 h 1146673"/>
                <a:gd name="csX23" fmla="*/ 1551266 w 1844132"/>
                <a:gd name="csY23" fmla="*/ 979774 h 1146673"/>
                <a:gd name="csX24" fmla="*/ 1577419 w 1844132"/>
                <a:gd name="csY24" fmla="*/ 990535 h 1146673"/>
                <a:gd name="csX25" fmla="*/ 1577419 w 1844132"/>
                <a:gd name="csY25" fmla="*/ 1018206 h 1146673"/>
                <a:gd name="csX26" fmla="*/ 1591258 w 1844132"/>
                <a:gd name="csY26" fmla="*/ 1039728 h 1146673"/>
                <a:gd name="csX27" fmla="*/ 1593564 w 1844132"/>
                <a:gd name="csY27" fmla="*/ 1061256 h 1146673"/>
                <a:gd name="csX28" fmla="*/ 1602026 w 1844132"/>
                <a:gd name="csY28" fmla="*/ 1056645 h 1146673"/>
                <a:gd name="csX29" fmla="*/ 1609202 w 1844132"/>
                <a:gd name="csY29" fmla="*/ 1046391 h 1146673"/>
                <a:gd name="csX30" fmla="*/ 1622535 w 1844132"/>
                <a:gd name="csY30" fmla="*/ 1043319 h 1146673"/>
                <a:gd name="csX31" fmla="*/ 1635868 w 1844132"/>
                <a:gd name="csY31" fmla="*/ 1035117 h 1146673"/>
                <a:gd name="csX32" fmla="*/ 1647149 w 1844132"/>
                <a:gd name="csY32" fmla="*/ 1027948 h 1146673"/>
                <a:gd name="csX33" fmla="*/ 1650227 w 1844132"/>
                <a:gd name="csY33" fmla="*/ 1031019 h 1146673"/>
                <a:gd name="csX34" fmla="*/ 1648175 w 1844132"/>
                <a:gd name="csY34" fmla="*/ 1038195 h 1146673"/>
                <a:gd name="csX35" fmla="*/ 1653299 w 1844132"/>
                <a:gd name="csY35" fmla="*/ 1040241 h 1146673"/>
                <a:gd name="csX36" fmla="*/ 1657403 w 1844132"/>
                <a:gd name="csY36" fmla="*/ 1038195 h 1146673"/>
                <a:gd name="csX37" fmla="*/ 1659455 w 1844132"/>
                <a:gd name="csY37" fmla="*/ 1042293 h 1146673"/>
                <a:gd name="csX38" fmla="*/ 1651246 w 1844132"/>
                <a:gd name="csY38" fmla="*/ 1050496 h 1146673"/>
                <a:gd name="csX39" fmla="*/ 1642018 w 1844132"/>
                <a:gd name="csY39" fmla="*/ 1050496 h 1146673"/>
                <a:gd name="csX40" fmla="*/ 1627666 w 1844132"/>
                <a:gd name="csY40" fmla="*/ 1066893 h 1146673"/>
                <a:gd name="csX41" fmla="*/ 1620483 w 1844132"/>
                <a:gd name="csY41" fmla="*/ 1068939 h 1146673"/>
                <a:gd name="csX42" fmla="*/ 1615359 w 1844132"/>
                <a:gd name="csY42" fmla="*/ 1087389 h 1146673"/>
                <a:gd name="csX43" fmla="*/ 1624587 w 1844132"/>
                <a:gd name="csY43" fmla="*/ 1095591 h 1146673"/>
                <a:gd name="csX44" fmla="*/ 1636894 w 1844132"/>
                <a:gd name="csY44" fmla="*/ 1094565 h 1146673"/>
                <a:gd name="csX45" fmla="*/ 1646122 w 1844132"/>
                <a:gd name="csY45" fmla="*/ 1086369 h 1146673"/>
                <a:gd name="csX46" fmla="*/ 1649201 w 1844132"/>
                <a:gd name="csY46" fmla="*/ 1080219 h 1146673"/>
                <a:gd name="csX47" fmla="*/ 1667658 w 1844132"/>
                <a:gd name="csY47" fmla="*/ 1059717 h 1146673"/>
                <a:gd name="csX48" fmla="*/ 1673808 w 1844132"/>
                <a:gd name="csY48" fmla="*/ 1065867 h 1146673"/>
                <a:gd name="csX49" fmla="*/ 1679965 w 1844132"/>
                <a:gd name="csY49" fmla="*/ 1066893 h 1146673"/>
                <a:gd name="csX50" fmla="*/ 1685088 w 1844132"/>
                <a:gd name="csY50" fmla="*/ 1061769 h 1146673"/>
                <a:gd name="csX51" fmla="*/ 1696369 w 1844132"/>
                <a:gd name="csY51" fmla="*/ 1059717 h 1146673"/>
                <a:gd name="csX52" fmla="*/ 1706624 w 1844132"/>
                <a:gd name="csY52" fmla="*/ 1058691 h 1146673"/>
                <a:gd name="csX53" fmla="*/ 1718930 w 1844132"/>
                <a:gd name="csY53" fmla="*/ 1047417 h 1146673"/>
                <a:gd name="csX54" fmla="*/ 1718930 w 1844132"/>
                <a:gd name="csY54" fmla="*/ 1036143 h 1146673"/>
                <a:gd name="csX55" fmla="*/ 1710728 w 1844132"/>
                <a:gd name="csY55" fmla="*/ 1037169 h 1146673"/>
                <a:gd name="csX56" fmla="*/ 1707650 w 1844132"/>
                <a:gd name="csY56" fmla="*/ 1028967 h 1146673"/>
                <a:gd name="csX57" fmla="*/ 1696369 w 1844132"/>
                <a:gd name="csY57" fmla="*/ 1034098 h 1146673"/>
                <a:gd name="csX58" fmla="*/ 1680991 w 1844132"/>
                <a:gd name="csY58" fmla="*/ 1033072 h 1146673"/>
                <a:gd name="csX59" fmla="*/ 1670736 w 1844132"/>
                <a:gd name="csY59" fmla="*/ 1025896 h 1146673"/>
                <a:gd name="csX60" fmla="*/ 1664579 w 1844132"/>
                <a:gd name="csY60" fmla="*/ 1018719 h 1146673"/>
                <a:gd name="csX61" fmla="*/ 1642025 w 1844132"/>
                <a:gd name="csY61" fmla="*/ 1002322 h 1146673"/>
                <a:gd name="csX62" fmla="*/ 1638946 w 1844132"/>
                <a:gd name="csY62" fmla="*/ 981826 h 1146673"/>
                <a:gd name="csX63" fmla="*/ 1644077 w 1844132"/>
                <a:gd name="csY63" fmla="*/ 975676 h 1146673"/>
                <a:gd name="csX64" fmla="*/ 1644077 w 1844132"/>
                <a:gd name="csY64" fmla="*/ 965422 h 1146673"/>
                <a:gd name="csX65" fmla="*/ 1629718 w 1844132"/>
                <a:gd name="csY65" fmla="*/ 968500 h 1146673"/>
                <a:gd name="csX66" fmla="*/ 1620490 w 1844132"/>
                <a:gd name="csY66" fmla="*/ 962350 h 1146673"/>
                <a:gd name="csX67" fmla="*/ 1607157 w 1844132"/>
                <a:gd name="csY67" fmla="*/ 958246 h 1146673"/>
                <a:gd name="csX68" fmla="*/ 1606131 w 1844132"/>
                <a:gd name="csY68" fmla="*/ 953122 h 1146673"/>
                <a:gd name="csX69" fmla="*/ 1615359 w 1844132"/>
                <a:gd name="csY69" fmla="*/ 946972 h 1146673"/>
                <a:gd name="csX70" fmla="*/ 1630744 w 1844132"/>
                <a:gd name="csY70" fmla="*/ 950050 h 1146673"/>
                <a:gd name="csX71" fmla="*/ 1639972 w 1844132"/>
                <a:gd name="csY71" fmla="*/ 955174 h 1146673"/>
                <a:gd name="csX72" fmla="*/ 1659455 w 1844132"/>
                <a:gd name="csY72" fmla="*/ 938777 h 1146673"/>
                <a:gd name="csX73" fmla="*/ 1655351 w 1844132"/>
                <a:gd name="csY73" fmla="*/ 929555 h 1146673"/>
                <a:gd name="csX74" fmla="*/ 1651253 w 1844132"/>
                <a:gd name="csY74" fmla="*/ 927503 h 1146673"/>
                <a:gd name="csX75" fmla="*/ 1634842 w 1844132"/>
                <a:gd name="csY75" fmla="*/ 914177 h 1146673"/>
                <a:gd name="csX76" fmla="*/ 1610235 w 1844132"/>
                <a:gd name="csY76" fmla="*/ 916229 h 1146673"/>
                <a:gd name="csX77" fmla="*/ 1599974 w 1844132"/>
                <a:gd name="csY77" fmla="*/ 927503 h 1146673"/>
                <a:gd name="csX78" fmla="*/ 1578445 w 1844132"/>
                <a:gd name="csY78" fmla="*/ 933653 h 1146673"/>
                <a:gd name="csX79" fmla="*/ 1564086 w 1844132"/>
                <a:gd name="csY79" fmla="*/ 949024 h 1146673"/>
                <a:gd name="csX80" fmla="*/ 1559982 w 1844132"/>
                <a:gd name="csY80" fmla="*/ 950050 h 1146673"/>
                <a:gd name="csX81" fmla="*/ 1537427 w 1844132"/>
                <a:gd name="csY81" fmla="*/ 973624 h 1146673"/>
                <a:gd name="csX82" fmla="*/ 1536401 w 1844132"/>
                <a:gd name="csY82" fmla="*/ 981820 h 1146673"/>
                <a:gd name="csX83" fmla="*/ 1526140 w 1844132"/>
                <a:gd name="csY83" fmla="*/ 985924 h 1146673"/>
                <a:gd name="csX84" fmla="*/ 1514859 w 1844132"/>
                <a:gd name="csY84" fmla="*/ 999243 h 1146673"/>
                <a:gd name="csX85" fmla="*/ 1509735 w 1844132"/>
                <a:gd name="csY85" fmla="*/ 997191 h 1146673"/>
                <a:gd name="csX86" fmla="*/ 1513840 w 1844132"/>
                <a:gd name="csY86" fmla="*/ 976696 h 1146673"/>
                <a:gd name="csX87" fmla="*/ 1531270 w 1844132"/>
                <a:gd name="csY87" fmla="*/ 963370 h 1146673"/>
                <a:gd name="csX88" fmla="*/ 1535375 w 1844132"/>
                <a:gd name="csY88" fmla="*/ 956200 h 1146673"/>
                <a:gd name="csX89" fmla="*/ 1549727 w 1844132"/>
                <a:gd name="csY89" fmla="*/ 942874 h 1146673"/>
                <a:gd name="csX90" fmla="*/ 1562034 w 1844132"/>
                <a:gd name="csY90" fmla="*/ 921353 h 1146673"/>
                <a:gd name="csX91" fmla="*/ 1590745 w 1844132"/>
                <a:gd name="csY91" fmla="*/ 916229 h 1146673"/>
                <a:gd name="csX92" fmla="*/ 1591771 w 1844132"/>
                <a:gd name="csY92" fmla="*/ 905974 h 1146673"/>
                <a:gd name="csX93" fmla="*/ 1601000 w 1844132"/>
                <a:gd name="csY93" fmla="*/ 899831 h 1146673"/>
                <a:gd name="csX94" fmla="*/ 1614333 w 1844132"/>
                <a:gd name="csY94" fmla="*/ 884453 h 1146673"/>
                <a:gd name="csX95" fmla="*/ 1628692 w 1844132"/>
                <a:gd name="csY95" fmla="*/ 885479 h 1146673"/>
                <a:gd name="csX96" fmla="*/ 1631770 w 1844132"/>
                <a:gd name="csY96" fmla="*/ 888551 h 1146673"/>
                <a:gd name="csX97" fmla="*/ 1664579 w 1844132"/>
                <a:gd name="csY97" fmla="*/ 885479 h 1146673"/>
                <a:gd name="csX98" fmla="*/ 1682017 w 1844132"/>
                <a:gd name="csY98" fmla="*/ 881381 h 1146673"/>
                <a:gd name="csX99" fmla="*/ 1693297 w 1844132"/>
                <a:gd name="csY99" fmla="*/ 887531 h 1146673"/>
                <a:gd name="csX100" fmla="*/ 1712780 w 1844132"/>
                <a:gd name="csY100" fmla="*/ 884453 h 1146673"/>
                <a:gd name="csX101" fmla="*/ 1726113 w 1844132"/>
                <a:gd name="csY101" fmla="*/ 887531 h 1146673"/>
                <a:gd name="csX102" fmla="*/ 1748675 w 1844132"/>
                <a:gd name="csY102" fmla="*/ 887531 h 1146673"/>
                <a:gd name="csX103" fmla="*/ 1764053 w 1844132"/>
                <a:gd name="csY103" fmla="*/ 879329 h 1146673"/>
                <a:gd name="csX104" fmla="*/ 1778412 w 1844132"/>
                <a:gd name="csY104" fmla="*/ 852684 h 1146673"/>
                <a:gd name="csX105" fmla="*/ 1793790 w 1844132"/>
                <a:gd name="csY105" fmla="*/ 844481 h 1146673"/>
                <a:gd name="csX106" fmla="*/ 1819430 w 1844132"/>
                <a:gd name="csY106" fmla="*/ 839358 h 1146673"/>
                <a:gd name="csX107" fmla="*/ 1836861 w 1844132"/>
                <a:gd name="csY107" fmla="*/ 825012 h 1146673"/>
                <a:gd name="csX108" fmla="*/ 1840965 w 1844132"/>
                <a:gd name="csY108" fmla="*/ 823986 h 1146673"/>
                <a:gd name="csX109" fmla="*/ 1845070 w 1844132"/>
                <a:gd name="csY109" fmla="*/ 814765 h 1146673"/>
                <a:gd name="csX110" fmla="*/ 1836861 w 1844132"/>
                <a:gd name="csY110" fmla="*/ 798360 h 1146673"/>
                <a:gd name="csX111" fmla="*/ 1844044 w 1844132"/>
                <a:gd name="csY111" fmla="*/ 787086 h 1146673"/>
                <a:gd name="csX112" fmla="*/ 1838913 w 1844132"/>
                <a:gd name="csY112" fmla="*/ 766591 h 1146673"/>
                <a:gd name="csX113" fmla="*/ 1820456 w 1844132"/>
                <a:gd name="csY113" fmla="*/ 759415 h 1146673"/>
                <a:gd name="csX114" fmla="*/ 1806097 w 1844132"/>
                <a:gd name="csY114" fmla="*/ 768643 h 1146673"/>
                <a:gd name="csX115" fmla="*/ 1805078 w 1844132"/>
                <a:gd name="csY115" fmla="*/ 762493 h 1146673"/>
                <a:gd name="csX116" fmla="*/ 1809176 w 1844132"/>
                <a:gd name="csY116" fmla="*/ 747115 h 1146673"/>
                <a:gd name="csX117" fmla="*/ 1796869 w 1844132"/>
                <a:gd name="csY117" fmla="*/ 746089 h 1146673"/>
                <a:gd name="csX118" fmla="*/ 1777386 w 1844132"/>
                <a:gd name="csY118" fmla="*/ 757362 h 1146673"/>
                <a:gd name="csX119" fmla="*/ 1775334 w 1844132"/>
                <a:gd name="csY119" fmla="*/ 762486 h 1146673"/>
                <a:gd name="csX120" fmla="*/ 1769184 w 1844132"/>
                <a:gd name="csY120" fmla="*/ 762486 h 1146673"/>
                <a:gd name="csX121" fmla="*/ 1751753 w 1844132"/>
                <a:gd name="csY121" fmla="*/ 776839 h 1146673"/>
                <a:gd name="csX122" fmla="*/ 1741498 w 1844132"/>
                <a:gd name="csY122" fmla="*/ 775812 h 1146673"/>
                <a:gd name="csX123" fmla="*/ 1738420 w 1844132"/>
                <a:gd name="csY123" fmla="*/ 762486 h 1146673"/>
                <a:gd name="csX124" fmla="*/ 1747648 w 1844132"/>
                <a:gd name="csY124" fmla="*/ 764539 h 1146673"/>
                <a:gd name="csX125" fmla="*/ 1762008 w 1844132"/>
                <a:gd name="csY125" fmla="*/ 756336 h 1146673"/>
                <a:gd name="csX126" fmla="*/ 1786614 w 1844132"/>
                <a:gd name="csY126" fmla="*/ 741991 h 1146673"/>
                <a:gd name="csX127" fmla="*/ 1808149 w 1844132"/>
                <a:gd name="csY127" fmla="*/ 734815 h 1146673"/>
                <a:gd name="csX128" fmla="*/ 1810202 w 1844132"/>
                <a:gd name="csY128" fmla="*/ 726619 h 1146673"/>
                <a:gd name="csX129" fmla="*/ 1792771 w 1844132"/>
                <a:gd name="csY129" fmla="*/ 722515 h 1146673"/>
                <a:gd name="csX130" fmla="*/ 1783543 w 1844132"/>
                <a:gd name="csY130" fmla="*/ 715346 h 1146673"/>
                <a:gd name="csX131" fmla="*/ 1767131 w 1844132"/>
                <a:gd name="csY131" fmla="*/ 709196 h 1146673"/>
                <a:gd name="csX132" fmla="*/ 1757903 w 1844132"/>
                <a:gd name="csY132" fmla="*/ 712267 h 1146673"/>
                <a:gd name="csX133" fmla="*/ 1745596 w 1844132"/>
                <a:gd name="csY133" fmla="*/ 704065 h 1146673"/>
                <a:gd name="csX134" fmla="*/ 1744570 w 1844132"/>
                <a:gd name="csY134" fmla="*/ 694843 h 1146673"/>
                <a:gd name="csX135" fmla="*/ 1734316 w 1844132"/>
                <a:gd name="csY135" fmla="*/ 677420 h 1146673"/>
                <a:gd name="csX136" fmla="*/ 1725087 w 1844132"/>
                <a:gd name="csY136" fmla="*/ 673322 h 1146673"/>
                <a:gd name="csX137" fmla="*/ 1724061 w 1844132"/>
                <a:gd name="csY137" fmla="*/ 669217 h 1146673"/>
                <a:gd name="csX138" fmla="*/ 1711761 w 1844132"/>
                <a:gd name="csY138" fmla="*/ 664093 h 1146673"/>
                <a:gd name="csX139" fmla="*/ 1710735 w 1844132"/>
                <a:gd name="csY139" fmla="*/ 645643 h 1146673"/>
                <a:gd name="csX140" fmla="*/ 1720989 w 1844132"/>
                <a:gd name="csY140" fmla="*/ 639500 h 1146673"/>
                <a:gd name="csX141" fmla="*/ 1718937 w 1844132"/>
                <a:gd name="csY141" fmla="*/ 630272 h 1146673"/>
                <a:gd name="csX142" fmla="*/ 1709709 w 1844132"/>
                <a:gd name="csY142" fmla="*/ 627200 h 1146673"/>
                <a:gd name="csX143" fmla="*/ 1705604 w 1844132"/>
                <a:gd name="csY143" fmla="*/ 603627 h 1146673"/>
                <a:gd name="csX144" fmla="*/ 1691252 w 1844132"/>
                <a:gd name="csY144" fmla="*/ 591327 h 1146673"/>
                <a:gd name="csX145" fmla="*/ 1693297 w 1844132"/>
                <a:gd name="csY145" fmla="*/ 578001 h 1146673"/>
                <a:gd name="csX146" fmla="*/ 1682024 w 1844132"/>
                <a:gd name="csY146" fmla="*/ 571851 h 1146673"/>
                <a:gd name="csX147" fmla="*/ 1682024 w 1844132"/>
                <a:gd name="csY147" fmla="*/ 551355 h 1146673"/>
                <a:gd name="csX148" fmla="*/ 1673821 w 1844132"/>
                <a:gd name="csY148" fmla="*/ 551355 h 1146673"/>
                <a:gd name="csX149" fmla="*/ 1668691 w 1844132"/>
                <a:gd name="csY149" fmla="*/ 526755 h 1146673"/>
                <a:gd name="csX150" fmla="*/ 1658436 w 1844132"/>
                <a:gd name="csY150" fmla="*/ 517527 h 1146673"/>
                <a:gd name="csX151" fmla="*/ 1654332 w 1844132"/>
                <a:gd name="csY151" fmla="*/ 498058 h 1146673"/>
                <a:gd name="csX152" fmla="*/ 1647155 w 1844132"/>
                <a:gd name="csY152" fmla="*/ 494979 h 1146673"/>
                <a:gd name="csX153" fmla="*/ 1639979 w 1844132"/>
                <a:gd name="csY153" fmla="*/ 507279 h 1146673"/>
                <a:gd name="csX154" fmla="*/ 1639979 w 1844132"/>
                <a:gd name="csY154" fmla="*/ 516508 h 1146673"/>
                <a:gd name="csX155" fmla="*/ 1631770 w 1844132"/>
                <a:gd name="csY155" fmla="*/ 522651 h 1146673"/>
                <a:gd name="csX156" fmla="*/ 1633822 w 1844132"/>
                <a:gd name="csY156" fmla="*/ 540075 h 1146673"/>
                <a:gd name="csX157" fmla="*/ 1623568 w 1844132"/>
                <a:gd name="csY157" fmla="*/ 564674 h 1146673"/>
                <a:gd name="csX158" fmla="*/ 1617418 w 1844132"/>
                <a:gd name="csY158" fmla="*/ 570824 h 1146673"/>
                <a:gd name="csX159" fmla="*/ 1616392 w 1844132"/>
                <a:gd name="csY159" fmla="*/ 564674 h 1146673"/>
                <a:gd name="csX160" fmla="*/ 1610235 w 1844132"/>
                <a:gd name="csY160" fmla="*/ 563648 h 1146673"/>
                <a:gd name="csX161" fmla="*/ 1602033 w 1844132"/>
                <a:gd name="csY161" fmla="*/ 565701 h 1146673"/>
                <a:gd name="csX162" fmla="*/ 1602033 w 1844132"/>
                <a:gd name="csY162" fmla="*/ 576974 h 1146673"/>
                <a:gd name="csX163" fmla="*/ 1591778 w 1844132"/>
                <a:gd name="csY163" fmla="*/ 583124 h 1146673"/>
                <a:gd name="csX164" fmla="*/ 1584602 w 1844132"/>
                <a:gd name="csY164" fmla="*/ 591320 h 1146673"/>
                <a:gd name="csX165" fmla="*/ 1574348 w 1844132"/>
                <a:gd name="csY165" fmla="*/ 584151 h 1146673"/>
                <a:gd name="csX166" fmla="*/ 1574348 w 1844132"/>
                <a:gd name="csY166" fmla="*/ 573896 h 1146673"/>
                <a:gd name="csX167" fmla="*/ 1554865 w 1844132"/>
                <a:gd name="csY167" fmla="*/ 554427 h 1146673"/>
                <a:gd name="csX168" fmla="*/ 1543584 w 1844132"/>
                <a:gd name="csY168" fmla="*/ 564674 h 1146673"/>
                <a:gd name="csX169" fmla="*/ 1531277 w 1844132"/>
                <a:gd name="csY169" fmla="*/ 567746 h 1146673"/>
                <a:gd name="csX170" fmla="*/ 1530251 w 1844132"/>
                <a:gd name="csY170" fmla="*/ 563648 h 1146673"/>
                <a:gd name="csX171" fmla="*/ 1544610 w 1844132"/>
                <a:gd name="csY171" fmla="*/ 554427 h 1146673"/>
                <a:gd name="csX172" fmla="*/ 1548708 w 1844132"/>
                <a:gd name="csY172" fmla="*/ 547251 h 1146673"/>
                <a:gd name="csX173" fmla="*/ 1542558 w 1844132"/>
                <a:gd name="csY173" fmla="*/ 543153 h 1146673"/>
                <a:gd name="csX174" fmla="*/ 1535382 w 1844132"/>
                <a:gd name="csY174" fmla="*/ 543153 h 1146673"/>
                <a:gd name="csX175" fmla="*/ 1533330 w 1844132"/>
                <a:gd name="csY175" fmla="*/ 537003 h 1146673"/>
                <a:gd name="csX176" fmla="*/ 1542558 w 1844132"/>
                <a:gd name="csY176" fmla="*/ 531879 h 1146673"/>
                <a:gd name="csX177" fmla="*/ 1541532 w 1844132"/>
                <a:gd name="csY177" fmla="*/ 521625 h 1146673"/>
                <a:gd name="csX178" fmla="*/ 1533330 w 1844132"/>
                <a:gd name="csY178" fmla="*/ 513429 h 1146673"/>
                <a:gd name="csX179" fmla="*/ 1541532 w 1844132"/>
                <a:gd name="csY179" fmla="*/ 505227 h 1146673"/>
                <a:gd name="csX180" fmla="*/ 1540506 w 1844132"/>
                <a:gd name="csY180" fmla="*/ 485751 h 1146673"/>
                <a:gd name="csX181" fmla="*/ 1547689 w 1844132"/>
                <a:gd name="csY181" fmla="*/ 479608 h 1146673"/>
                <a:gd name="csX182" fmla="*/ 1547689 w 1844132"/>
                <a:gd name="csY182" fmla="*/ 468334 h 1146673"/>
                <a:gd name="csX183" fmla="*/ 1539479 w 1844132"/>
                <a:gd name="csY183" fmla="*/ 466282 h 1146673"/>
                <a:gd name="csX184" fmla="*/ 1533330 w 1844132"/>
                <a:gd name="csY184" fmla="*/ 469353 h 1146673"/>
                <a:gd name="csX185" fmla="*/ 1528199 w 1844132"/>
                <a:gd name="csY185" fmla="*/ 463203 h 1146673"/>
                <a:gd name="csX186" fmla="*/ 1502566 w 1844132"/>
                <a:gd name="csY186" fmla="*/ 462177 h 1146673"/>
                <a:gd name="csX187" fmla="*/ 1496409 w 1844132"/>
                <a:gd name="csY187" fmla="*/ 451929 h 1146673"/>
                <a:gd name="csX188" fmla="*/ 1498468 w 1844132"/>
                <a:gd name="csY188" fmla="*/ 440656 h 1146673"/>
                <a:gd name="csX189" fmla="*/ 1489233 w 1844132"/>
                <a:gd name="csY189" fmla="*/ 437584 h 1146673"/>
                <a:gd name="csX190" fmla="*/ 1483083 w 1844132"/>
                <a:gd name="csY190" fmla="*/ 422206 h 1146673"/>
                <a:gd name="csX191" fmla="*/ 1471802 w 1844132"/>
                <a:gd name="csY191" fmla="*/ 418108 h 1146673"/>
                <a:gd name="csX192" fmla="*/ 1466678 w 1844132"/>
                <a:gd name="csY192" fmla="*/ 410932 h 1146673"/>
                <a:gd name="csX193" fmla="*/ 1455398 w 1844132"/>
                <a:gd name="csY193" fmla="*/ 403756 h 1146673"/>
                <a:gd name="csX194" fmla="*/ 1435908 w 1844132"/>
                <a:gd name="csY194" fmla="*/ 405808 h 1146673"/>
                <a:gd name="csX195" fmla="*/ 1430784 w 1844132"/>
                <a:gd name="csY195" fmla="*/ 415030 h 1146673"/>
                <a:gd name="csX196" fmla="*/ 1420530 w 1844132"/>
                <a:gd name="csY196" fmla="*/ 414010 h 1146673"/>
                <a:gd name="csX197" fmla="*/ 1402073 w 1844132"/>
                <a:gd name="csY197" fmla="*/ 412984 h 1146673"/>
                <a:gd name="csX198" fmla="*/ 1385662 w 1844132"/>
                <a:gd name="csY198" fmla="*/ 402736 h 1146673"/>
                <a:gd name="csX199" fmla="*/ 1380538 w 1844132"/>
                <a:gd name="csY199" fmla="*/ 397606 h 1146673"/>
                <a:gd name="csX200" fmla="*/ 1367205 w 1844132"/>
                <a:gd name="csY200" fmla="*/ 397606 h 1146673"/>
                <a:gd name="csX201" fmla="*/ 1360029 w 1844132"/>
                <a:gd name="csY201" fmla="*/ 402730 h 1146673"/>
                <a:gd name="csX202" fmla="*/ 1360029 w 1844132"/>
                <a:gd name="csY202" fmla="*/ 429382 h 1146673"/>
                <a:gd name="csX203" fmla="*/ 1372329 w 1844132"/>
                <a:gd name="csY203" fmla="*/ 443727 h 1146673"/>
                <a:gd name="csX204" fmla="*/ 1371302 w 1844132"/>
                <a:gd name="csY204" fmla="*/ 459106 h 1146673"/>
                <a:gd name="csX205" fmla="*/ 1363100 w 1844132"/>
                <a:gd name="csY205" fmla="*/ 465255 h 1146673"/>
                <a:gd name="csX206" fmla="*/ 1356950 w 1844132"/>
                <a:gd name="csY206" fmla="*/ 466282 h 1146673"/>
                <a:gd name="csX207" fmla="*/ 1360022 w 1844132"/>
                <a:gd name="csY207" fmla="*/ 474477 h 1146673"/>
                <a:gd name="csX208" fmla="*/ 1368231 w 1844132"/>
                <a:gd name="csY208" fmla="*/ 484725 h 1146673"/>
                <a:gd name="csX209" fmla="*/ 1371302 w 1844132"/>
                <a:gd name="csY209" fmla="*/ 501122 h 1146673"/>
                <a:gd name="csX210" fmla="*/ 1376433 w 1844132"/>
                <a:gd name="csY210" fmla="*/ 511377 h 1146673"/>
                <a:gd name="csX211" fmla="*/ 1372329 w 1844132"/>
                <a:gd name="csY211" fmla="*/ 526748 h 1146673"/>
                <a:gd name="csX212" fmla="*/ 1361048 w 1844132"/>
                <a:gd name="csY212" fmla="*/ 540075 h 1146673"/>
                <a:gd name="csX213" fmla="*/ 1360022 w 1844132"/>
                <a:gd name="csY213" fmla="*/ 548270 h 1146673"/>
                <a:gd name="csX214" fmla="*/ 1351820 w 1844132"/>
                <a:gd name="csY214" fmla="*/ 559544 h 1146673"/>
                <a:gd name="csX215" fmla="*/ 1352846 w 1844132"/>
                <a:gd name="csY215" fmla="*/ 571844 h 1146673"/>
                <a:gd name="csX216" fmla="*/ 1370276 w 1844132"/>
                <a:gd name="csY216" fmla="*/ 588248 h 1146673"/>
                <a:gd name="csX217" fmla="*/ 1386688 w 1844132"/>
                <a:gd name="csY217" fmla="*/ 603620 h 1146673"/>
                <a:gd name="csX218" fmla="*/ 1395916 w 1844132"/>
                <a:gd name="csY218" fmla="*/ 642565 h 1146673"/>
                <a:gd name="csX219" fmla="*/ 1389759 w 1844132"/>
                <a:gd name="csY219" fmla="*/ 678439 h 1146673"/>
                <a:gd name="csX220" fmla="*/ 1376426 w 1844132"/>
                <a:gd name="csY220" fmla="*/ 689713 h 1146673"/>
                <a:gd name="csX221" fmla="*/ 1372329 w 1844132"/>
                <a:gd name="csY221" fmla="*/ 696889 h 1146673"/>
                <a:gd name="csX222" fmla="*/ 1361048 w 1844132"/>
                <a:gd name="csY222" fmla="*/ 708163 h 1146673"/>
                <a:gd name="csX223" fmla="*/ 1349767 w 1844132"/>
                <a:gd name="csY223" fmla="*/ 713286 h 1146673"/>
                <a:gd name="csX224" fmla="*/ 1347715 w 1844132"/>
                <a:gd name="csY224" fmla="*/ 721489 h 1146673"/>
                <a:gd name="csX225" fmla="*/ 1334382 w 1844132"/>
                <a:gd name="csY225" fmla="*/ 722508 h 1146673"/>
                <a:gd name="csX226" fmla="*/ 1330284 w 1844132"/>
                <a:gd name="csY226" fmla="*/ 730710 h 1146673"/>
                <a:gd name="csX227" fmla="*/ 1340539 w 1844132"/>
                <a:gd name="csY227" fmla="*/ 743010 h 1146673"/>
                <a:gd name="csX228" fmla="*/ 1343610 w 1844132"/>
                <a:gd name="csY228" fmla="*/ 762486 h 1146673"/>
                <a:gd name="csX229" fmla="*/ 1343610 w 1844132"/>
                <a:gd name="csY229" fmla="*/ 787079 h 1146673"/>
                <a:gd name="csX230" fmla="*/ 1348741 w 1844132"/>
                <a:gd name="csY230" fmla="*/ 799379 h 1146673"/>
                <a:gd name="csX231" fmla="*/ 1354891 w 1844132"/>
                <a:gd name="csY231" fmla="*/ 808608 h 1146673"/>
                <a:gd name="csX232" fmla="*/ 1354378 w 1844132"/>
                <a:gd name="csY232" fmla="*/ 818342 h 1146673"/>
                <a:gd name="csX233" fmla="*/ 1345150 w 1844132"/>
                <a:gd name="csY233" fmla="*/ 832181 h 1146673"/>
                <a:gd name="csX234" fmla="*/ 1342071 w 1844132"/>
                <a:gd name="csY234" fmla="*/ 844475 h 1146673"/>
                <a:gd name="csX235" fmla="*/ 1332843 w 1844132"/>
                <a:gd name="csY235" fmla="*/ 835253 h 1146673"/>
                <a:gd name="csX236" fmla="*/ 1326693 w 1844132"/>
                <a:gd name="csY236" fmla="*/ 849092 h 1146673"/>
                <a:gd name="csX237" fmla="*/ 1320536 w 1844132"/>
                <a:gd name="csY237" fmla="*/ 846014 h 1146673"/>
                <a:gd name="csX238" fmla="*/ 1309768 w 1844132"/>
                <a:gd name="csY238" fmla="*/ 847553 h 1146673"/>
                <a:gd name="csX239" fmla="*/ 1311308 w 1844132"/>
                <a:gd name="csY239" fmla="*/ 838325 h 1146673"/>
                <a:gd name="csX240" fmla="*/ 1299001 w 1844132"/>
                <a:gd name="csY240" fmla="*/ 819882 h 1146673"/>
                <a:gd name="csX241" fmla="*/ 1288233 w 1844132"/>
                <a:gd name="csY241" fmla="*/ 816803 h 1146673"/>
                <a:gd name="csX242" fmla="*/ 1288240 w 1844132"/>
                <a:gd name="csY242" fmla="*/ 809114 h 1146673"/>
                <a:gd name="csX243" fmla="*/ 1274394 w 1844132"/>
                <a:gd name="csY243" fmla="*/ 796821 h 1146673"/>
                <a:gd name="csX244" fmla="*/ 1274394 w 1844132"/>
                <a:gd name="csY244" fmla="*/ 789132 h 1146673"/>
                <a:gd name="csX245" fmla="*/ 1279005 w 1844132"/>
                <a:gd name="csY245" fmla="*/ 782982 h 1146673"/>
                <a:gd name="csX246" fmla="*/ 1280544 w 1844132"/>
                <a:gd name="csY246" fmla="*/ 753771 h 1146673"/>
                <a:gd name="csX247" fmla="*/ 1275933 w 1844132"/>
                <a:gd name="csY247" fmla="*/ 739932 h 1146673"/>
                <a:gd name="csX248" fmla="*/ 1277472 w 1844132"/>
                <a:gd name="csY248" fmla="*/ 709182 h 1146673"/>
                <a:gd name="csX249" fmla="*/ 1266705 w 1844132"/>
                <a:gd name="csY249" fmla="*/ 701500 h 1146673"/>
                <a:gd name="csX250" fmla="*/ 1248248 w 1844132"/>
                <a:gd name="csY250" fmla="*/ 704571 h 1146673"/>
                <a:gd name="csX251" fmla="*/ 1229784 w 1844132"/>
                <a:gd name="csY251" fmla="*/ 703032 h 1146673"/>
                <a:gd name="csX252" fmla="*/ 1220556 w 1844132"/>
                <a:gd name="csY252" fmla="*/ 696889 h 1146673"/>
                <a:gd name="csX253" fmla="*/ 1203639 w 1844132"/>
                <a:gd name="csY253" fmla="*/ 695350 h 1146673"/>
                <a:gd name="csX254" fmla="*/ 1191332 w 1844132"/>
                <a:gd name="csY254" fmla="*/ 681510 h 1146673"/>
                <a:gd name="csX255" fmla="*/ 1169797 w 1844132"/>
                <a:gd name="csY255" fmla="*/ 678439 h 1146673"/>
                <a:gd name="csX256" fmla="*/ 1157490 w 1844132"/>
                <a:gd name="csY256" fmla="*/ 670750 h 1146673"/>
                <a:gd name="csX257" fmla="*/ 1154418 w 1844132"/>
                <a:gd name="csY257" fmla="*/ 655371 h 1146673"/>
                <a:gd name="csX258" fmla="*/ 1149801 w 1844132"/>
                <a:gd name="csY258" fmla="*/ 653839 h 1146673"/>
                <a:gd name="csX259" fmla="*/ 1143651 w 1844132"/>
                <a:gd name="csY259" fmla="*/ 653839 h 1146673"/>
                <a:gd name="csX260" fmla="*/ 1131344 w 1844132"/>
                <a:gd name="csY260" fmla="*/ 644611 h 1146673"/>
                <a:gd name="csX261" fmla="*/ 1106730 w 1844132"/>
                <a:gd name="csY261" fmla="*/ 629239 h 1146673"/>
                <a:gd name="csX262" fmla="*/ 1097502 w 1844132"/>
                <a:gd name="csY262" fmla="*/ 629239 h 1146673"/>
                <a:gd name="csX263" fmla="*/ 1091352 w 1844132"/>
                <a:gd name="csY263" fmla="*/ 626167 h 1146673"/>
                <a:gd name="csX264" fmla="*/ 1074427 w 1844132"/>
                <a:gd name="csY264" fmla="*/ 626161 h 1146673"/>
                <a:gd name="csX265" fmla="*/ 1054431 w 1844132"/>
                <a:gd name="csY265" fmla="*/ 633850 h 1146673"/>
                <a:gd name="csX266" fmla="*/ 1052892 w 1844132"/>
                <a:gd name="csY266" fmla="*/ 629239 h 1146673"/>
                <a:gd name="csX267" fmla="*/ 1057510 w 1844132"/>
                <a:gd name="csY267" fmla="*/ 612328 h 1146673"/>
                <a:gd name="csX268" fmla="*/ 1048281 w 1844132"/>
                <a:gd name="csY268" fmla="*/ 596950 h 1146673"/>
                <a:gd name="csX269" fmla="*/ 1042131 w 1844132"/>
                <a:gd name="csY269" fmla="*/ 566207 h 1146673"/>
                <a:gd name="csX270" fmla="*/ 1031364 w 1844132"/>
                <a:gd name="csY270" fmla="*/ 563128 h 1146673"/>
                <a:gd name="csX271" fmla="*/ 1017518 w 1844132"/>
                <a:gd name="csY271" fmla="*/ 561589 h 1146673"/>
                <a:gd name="csX272" fmla="*/ 1003672 w 1844132"/>
                <a:gd name="csY272" fmla="*/ 546218 h 1146673"/>
                <a:gd name="csX273" fmla="*/ 1003672 w 1844132"/>
                <a:gd name="csY273" fmla="*/ 523157 h 1146673"/>
                <a:gd name="csX274" fmla="*/ 1005211 w 1844132"/>
                <a:gd name="csY274" fmla="*/ 518546 h 1146673"/>
                <a:gd name="csX275" fmla="*/ 1006750 w 1844132"/>
                <a:gd name="csY275" fmla="*/ 483186 h 1146673"/>
                <a:gd name="csX276" fmla="*/ 1017518 w 1844132"/>
                <a:gd name="csY276" fmla="*/ 466275 h 1146673"/>
                <a:gd name="csX277" fmla="*/ 1023668 w 1844132"/>
                <a:gd name="csY277" fmla="*/ 441675 h 1146673"/>
                <a:gd name="csX278" fmla="*/ 1032903 w 1844132"/>
                <a:gd name="csY278" fmla="*/ 432446 h 1146673"/>
                <a:gd name="csX279" fmla="*/ 1034442 w 1844132"/>
                <a:gd name="csY279" fmla="*/ 420153 h 1146673"/>
                <a:gd name="csX280" fmla="*/ 1043671 w 1844132"/>
                <a:gd name="csY280" fmla="*/ 418614 h 1146673"/>
                <a:gd name="csX281" fmla="*/ 1049821 w 1844132"/>
                <a:gd name="csY281" fmla="*/ 404775 h 1146673"/>
                <a:gd name="csX282" fmla="*/ 1062127 w 1844132"/>
                <a:gd name="csY282" fmla="*/ 398625 h 1146673"/>
                <a:gd name="csX283" fmla="*/ 1057517 w 1844132"/>
                <a:gd name="csY283" fmla="*/ 381714 h 1146673"/>
                <a:gd name="csX284" fmla="*/ 1063667 w 1844132"/>
                <a:gd name="csY284" fmla="*/ 375564 h 1146673"/>
                <a:gd name="csX285" fmla="*/ 1068277 w 1844132"/>
                <a:gd name="csY285" fmla="*/ 380182 h 1146673"/>
                <a:gd name="csX286" fmla="*/ 1075973 w 1844132"/>
                <a:gd name="csY286" fmla="*/ 380182 h 1146673"/>
                <a:gd name="csX287" fmla="*/ 1094430 w 1844132"/>
                <a:gd name="csY287" fmla="*/ 374032 h 1146673"/>
                <a:gd name="csX288" fmla="*/ 1094430 w 1844132"/>
                <a:gd name="csY288" fmla="*/ 364804 h 1146673"/>
                <a:gd name="csX289" fmla="*/ 1086741 w 1844132"/>
                <a:gd name="csY289" fmla="*/ 354043 h 1146673"/>
                <a:gd name="csX290" fmla="*/ 1074434 w 1844132"/>
                <a:gd name="csY290" fmla="*/ 344821 h 1146673"/>
                <a:gd name="csX291" fmla="*/ 1083663 w 1844132"/>
                <a:gd name="csY291" fmla="*/ 341743 h 1146673"/>
                <a:gd name="csX292" fmla="*/ 1091352 w 1844132"/>
                <a:gd name="csY292" fmla="*/ 344821 h 1146673"/>
                <a:gd name="csX293" fmla="*/ 1105198 w 1844132"/>
                <a:gd name="csY293" fmla="*/ 343282 h 1146673"/>
                <a:gd name="csX294" fmla="*/ 1115965 w 1844132"/>
                <a:gd name="csY294" fmla="*/ 327911 h 1146673"/>
                <a:gd name="csX295" fmla="*/ 1123655 w 1844132"/>
                <a:gd name="csY295" fmla="*/ 335593 h 1146673"/>
                <a:gd name="csX296" fmla="*/ 1139040 w 1844132"/>
                <a:gd name="csY296" fmla="*/ 334060 h 1146673"/>
                <a:gd name="csX297" fmla="*/ 1149807 w 1844132"/>
                <a:gd name="csY297" fmla="*/ 318682 h 1146673"/>
                <a:gd name="csX298" fmla="*/ 1162114 w 1844132"/>
                <a:gd name="csY298" fmla="*/ 306382 h 1146673"/>
                <a:gd name="csX299" fmla="*/ 1163647 w 1844132"/>
                <a:gd name="csY299" fmla="*/ 297161 h 1146673"/>
                <a:gd name="csX300" fmla="*/ 1168264 w 1844132"/>
                <a:gd name="csY300" fmla="*/ 280250 h 1146673"/>
                <a:gd name="csX301" fmla="*/ 1163647 w 1844132"/>
                <a:gd name="csY301" fmla="*/ 271028 h 1146673"/>
                <a:gd name="csX302" fmla="*/ 1157497 w 1844132"/>
                <a:gd name="csY302" fmla="*/ 266411 h 1146673"/>
                <a:gd name="csX303" fmla="*/ 1135961 w 1844132"/>
                <a:gd name="csY303" fmla="*/ 264878 h 1146673"/>
                <a:gd name="csX304" fmla="*/ 1114426 w 1844132"/>
                <a:gd name="csY304" fmla="*/ 244889 h 1146673"/>
                <a:gd name="csX305" fmla="*/ 1105198 w 1844132"/>
                <a:gd name="csY305" fmla="*/ 238739 h 1146673"/>
                <a:gd name="csX306" fmla="*/ 1111355 w 1844132"/>
                <a:gd name="csY306" fmla="*/ 234128 h 1146673"/>
                <a:gd name="csX307" fmla="*/ 1129811 w 1844132"/>
                <a:gd name="csY307" fmla="*/ 240278 h 1146673"/>
                <a:gd name="csX308" fmla="*/ 1146729 w 1844132"/>
                <a:gd name="csY308" fmla="*/ 255650 h 1146673"/>
                <a:gd name="csX309" fmla="*/ 1166725 w 1844132"/>
                <a:gd name="csY309" fmla="*/ 258728 h 1146673"/>
                <a:gd name="csX310" fmla="*/ 1179032 w 1844132"/>
                <a:gd name="csY310" fmla="*/ 244889 h 1146673"/>
                <a:gd name="csX311" fmla="*/ 1197489 w 1844132"/>
                <a:gd name="csY311" fmla="*/ 231057 h 1146673"/>
                <a:gd name="csX312" fmla="*/ 1199028 w 1844132"/>
                <a:gd name="csY312" fmla="*/ 215679 h 1146673"/>
                <a:gd name="csX313" fmla="*/ 1188260 w 1844132"/>
                <a:gd name="csY313" fmla="*/ 214139 h 1146673"/>
                <a:gd name="csX314" fmla="*/ 1182110 w 1844132"/>
                <a:gd name="csY314" fmla="*/ 207996 h 1146673"/>
                <a:gd name="csX315" fmla="*/ 1183649 w 1844132"/>
                <a:gd name="csY315" fmla="*/ 200307 h 1146673"/>
                <a:gd name="csX316" fmla="*/ 1200567 w 1844132"/>
                <a:gd name="csY316" fmla="*/ 198768 h 1146673"/>
                <a:gd name="csX317" fmla="*/ 1206724 w 1844132"/>
                <a:gd name="csY317" fmla="*/ 209529 h 1146673"/>
                <a:gd name="csX318" fmla="*/ 1215952 w 1844132"/>
                <a:gd name="csY318" fmla="*/ 214139 h 1146673"/>
                <a:gd name="csX319" fmla="*/ 1225181 w 1844132"/>
                <a:gd name="csY319" fmla="*/ 215679 h 1146673"/>
                <a:gd name="csX320" fmla="*/ 1239027 w 1844132"/>
                <a:gd name="csY320" fmla="*/ 209529 h 1146673"/>
                <a:gd name="csX321" fmla="*/ 1237487 w 1844132"/>
                <a:gd name="csY321" fmla="*/ 201846 h 1146673"/>
                <a:gd name="csX322" fmla="*/ 1223641 w 1844132"/>
                <a:gd name="csY322" fmla="*/ 191619 h 1146673"/>
                <a:gd name="csX323" fmla="*/ 1219031 w 1844132"/>
                <a:gd name="csY323" fmla="*/ 187932 h 1146673"/>
                <a:gd name="csX324" fmla="*/ 1225181 w 1844132"/>
                <a:gd name="csY324" fmla="*/ 184238 h 1146673"/>
                <a:gd name="csX325" fmla="*/ 1234409 w 1844132"/>
                <a:gd name="csY325" fmla="*/ 186085 h 1146673"/>
                <a:gd name="csX326" fmla="*/ 1240559 w 1844132"/>
                <a:gd name="csY326" fmla="*/ 190696 h 1146673"/>
                <a:gd name="csX327" fmla="*/ 1248255 w 1844132"/>
                <a:gd name="csY327" fmla="*/ 200307 h 1146673"/>
                <a:gd name="csX328" fmla="*/ 1260562 w 1844132"/>
                <a:gd name="csY328" fmla="*/ 201846 h 1146673"/>
                <a:gd name="csX329" fmla="*/ 1269790 w 1844132"/>
                <a:gd name="csY329" fmla="*/ 195696 h 1146673"/>
                <a:gd name="csX330" fmla="*/ 1286708 w 1844132"/>
                <a:gd name="csY330" fmla="*/ 188855 h 1146673"/>
                <a:gd name="csX331" fmla="*/ 1288247 w 1844132"/>
                <a:gd name="csY331" fmla="*/ 181474 h 1146673"/>
                <a:gd name="csX332" fmla="*/ 1300554 w 1844132"/>
                <a:gd name="csY332" fmla="*/ 165795 h 1146673"/>
                <a:gd name="csX333" fmla="*/ 1288247 w 1844132"/>
                <a:gd name="csY333" fmla="*/ 151955 h 1146673"/>
                <a:gd name="csX334" fmla="*/ 1279019 w 1844132"/>
                <a:gd name="csY334" fmla="*/ 148268 h 1146673"/>
                <a:gd name="csX335" fmla="*/ 1272869 w 1844132"/>
                <a:gd name="csY335" fmla="*/ 137200 h 1146673"/>
                <a:gd name="csX336" fmla="*/ 1279019 w 1844132"/>
                <a:gd name="csY336" fmla="*/ 135353 h 1146673"/>
                <a:gd name="csX337" fmla="*/ 1291325 w 1844132"/>
                <a:gd name="csY337" fmla="*/ 134429 h 1146673"/>
                <a:gd name="csX338" fmla="*/ 1294404 w 1844132"/>
                <a:gd name="csY338" fmla="*/ 125201 h 1146673"/>
                <a:gd name="csX339" fmla="*/ 1285175 w 1844132"/>
                <a:gd name="csY339" fmla="*/ 118750 h 1146673"/>
                <a:gd name="csX340" fmla="*/ 1292865 w 1844132"/>
                <a:gd name="csY340" fmla="*/ 110445 h 1146673"/>
                <a:gd name="csX341" fmla="*/ 1291325 w 1844132"/>
                <a:gd name="csY341" fmla="*/ 103063 h 1146673"/>
                <a:gd name="csX342" fmla="*/ 1280558 w 1844132"/>
                <a:gd name="csY342" fmla="*/ 103063 h 1146673"/>
                <a:gd name="csX343" fmla="*/ 1272869 w 1844132"/>
                <a:gd name="csY343" fmla="*/ 99376 h 1146673"/>
                <a:gd name="csX344" fmla="*/ 1269790 w 1844132"/>
                <a:gd name="csY344" fmla="*/ 93842 h 1146673"/>
                <a:gd name="csX345" fmla="*/ 1275940 w 1844132"/>
                <a:gd name="csY345" fmla="*/ 91071 h 1146673"/>
                <a:gd name="csX346" fmla="*/ 1269790 w 1844132"/>
                <a:gd name="csY346" fmla="*/ 87384 h 1146673"/>
                <a:gd name="csX347" fmla="*/ 1249794 w 1844132"/>
                <a:gd name="csY347" fmla="*/ 87384 h 1146673"/>
                <a:gd name="csX348" fmla="*/ 1239027 w 1844132"/>
                <a:gd name="csY348" fmla="*/ 85537 h 1146673"/>
                <a:gd name="csX349" fmla="*/ 1229798 w 1844132"/>
                <a:gd name="csY349" fmla="*/ 80926 h 1146673"/>
                <a:gd name="csX350" fmla="*/ 1214413 w 1844132"/>
                <a:gd name="csY350" fmla="*/ 82773 h 1146673"/>
                <a:gd name="csX351" fmla="*/ 1211341 w 1844132"/>
                <a:gd name="csY351" fmla="*/ 85537 h 1146673"/>
                <a:gd name="csX352" fmla="*/ 1209802 w 1844132"/>
                <a:gd name="csY352" fmla="*/ 107674 h 1146673"/>
                <a:gd name="csX353" fmla="*/ 1215952 w 1844132"/>
                <a:gd name="csY353" fmla="*/ 110445 h 1146673"/>
                <a:gd name="csX354" fmla="*/ 1214413 w 1844132"/>
                <a:gd name="csY354" fmla="*/ 115979 h 1146673"/>
                <a:gd name="csX355" fmla="*/ 1203645 w 1844132"/>
                <a:gd name="csY355" fmla="*/ 122437 h 1146673"/>
                <a:gd name="csX356" fmla="*/ 1202106 w 1844132"/>
                <a:gd name="csY356" fmla="*/ 132582 h 1146673"/>
                <a:gd name="csX357" fmla="*/ 1195956 w 1844132"/>
                <a:gd name="csY357" fmla="*/ 146421 h 1146673"/>
                <a:gd name="csX358" fmla="*/ 1186728 w 1844132"/>
                <a:gd name="csY358" fmla="*/ 158413 h 1146673"/>
                <a:gd name="csX359" fmla="*/ 1182110 w 1844132"/>
                <a:gd name="csY359" fmla="*/ 165788 h 1146673"/>
                <a:gd name="csX360" fmla="*/ 1171343 w 1844132"/>
                <a:gd name="csY360" fmla="*/ 168558 h 1146673"/>
                <a:gd name="csX361" fmla="*/ 1169803 w 1844132"/>
                <a:gd name="csY361" fmla="*/ 176863 h 1146673"/>
                <a:gd name="csX362" fmla="*/ 1165193 w 1844132"/>
                <a:gd name="csY362" fmla="*/ 176863 h 1146673"/>
                <a:gd name="csX363" fmla="*/ 1145197 w 1844132"/>
                <a:gd name="csY363" fmla="*/ 159337 h 1146673"/>
                <a:gd name="csX364" fmla="*/ 1146729 w 1844132"/>
                <a:gd name="csY364" fmla="*/ 139040 h 1146673"/>
                <a:gd name="csX365" fmla="*/ 1159036 w 1844132"/>
                <a:gd name="csY365" fmla="*/ 138116 h 1146673"/>
                <a:gd name="csX366" fmla="*/ 1157497 w 1844132"/>
                <a:gd name="csY366" fmla="*/ 130735 h 1146673"/>
                <a:gd name="csX367" fmla="*/ 1151347 w 1844132"/>
                <a:gd name="csY367" fmla="*/ 122437 h 1146673"/>
                <a:gd name="csX368" fmla="*/ 1131351 w 1844132"/>
                <a:gd name="csY368" fmla="*/ 111368 h 1146673"/>
                <a:gd name="csX369" fmla="*/ 1126733 w 1844132"/>
                <a:gd name="csY369" fmla="*/ 106751 h 1146673"/>
                <a:gd name="csX370" fmla="*/ 1114433 w 1844132"/>
                <a:gd name="csY370" fmla="*/ 113209 h 1146673"/>
                <a:gd name="csX371" fmla="*/ 1114433 w 1844132"/>
                <a:gd name="csY371" fmla="*/ 122437 h 1146673"/>
                <a:gd name="csX372" fmla="*/ 1111355 w 1844132"/>
                <a:gd name="csY372" fmla="*/ 134429 h 1146673"/>
                <a:gd name="csX373" fmla="*/ 1103665 w 1844132"/>
                <a:gd name="csY373" fmla="*/ 137193 h 1146673"/>
                <a:gd name="csX374" fmla="*/ 1097509 w 1844132"/>
                <a:gd name="csY374" fmla="*/ 133505 h 1146673"/>
                <a:gd name="csX375" fmla="*/ 1097509 w 1844132"/>
                <a:gd name="csY375" fmla="*/ 115056 h 1146673"/>
                <a:gd name="csX376" fmla="*/ 1082130 w 1844132"/>
                <a:gd name="csY376" fmla="*/ 104910 h 1146673"/>
                <a:gd name="csX377" fmla="*/ 1085209 w 1844132"/>
                <a:gd name="csY377" fmla="*/ 101216 h 1146673"/>
                <a:gd name="csX378" fmla="*/ 1097509 w 1844132"/>
                <a:gd name="csY378" fmla="*/ 101216 h 1146673"/>
                <a:gd name="csX379" fmla="*/ 1095976 w 1844132"/>
                <a:gd name="csY379" fmla="*/ 97529 h 1146673"/>
                <a:gd name="csX380" fmla="*/ 1083669 w 1844132"/>
                <a:gd name="csY380" fmla="*/ 89224 h 1146673"/>
                <a:gd name="csX381" fmla="*/ 1068284 w 1844132"/>
                <a:gd name="csY381" fmla="*/ 92918 h 1146673"/>
                <a:gd name="csX382" fmla="*/ 1051367 w 1844132"/>
                <a:gd name="csY382" fmla="*/ 84613 h 1146673"/>
                <a:gd name="csX383" fmla="*/ 1057517 w 1844132"/>
                <a:gd name="csY383" fmla="*/ 76315 h 1146673"/>
                <a:gd name="csX384" fmla="*/ 1055984 w 1844132"/>
                <a:gd name="csY384" fmla="*/ 71698 h 1146673"/>
                <a:gd name="csX385" fmla="*/ 1060595 w 1844132"/>
                <a:gd name="csY385" fmla="*/ 70774 h 1146673"/>
                <a:gd name="csX386" fmla="*/ 1072902 w 1844132"/>
                <a:gd name="csY386" fmla="*/ 71698 h 1146673"/>
                <a:gd name="csX387" fmla="*/ 1072902 w 1844132"/>
                <a:gd name="csY387" fmla="*/ 63400 h 1146673"/>
                <a:gd name="csX388" fmla="*/ 1046749 w 1844132"/>
                <a:gd name="csY388" fmla="*/ 44026 h 1146673"/>
                <a:gd name="csX389" fmla="*/ 1045210 w 1844132"/>
                <a:gd name="csY389" fmla="*/ 24653 h 1146673"/>
                <a:gd name="csX390" fmla="*/ 1040599 w 1844132"/>
                <a:gd name="csY390" fmla="*/ 20966 h 1146673"/>
                <a:gd name="csX391" fmla="*/ 1037527 w 1844132"/>
                <a:gd name="csY391" fmla="*/ 10821 h 1146673"/>
                <a:gd name="csX392" fmla="*/ 1028292 w 1844132"/>
                <a:gd name="csY392" fmla="*/ 8050 h 1146673"/>
                <a:gd name="csX393" fmla="*/ 1017525 w 1844132"/>
                <a:gd name="csY393" fmla="*/ 7126 h 1146673"/>
                <a:gd name="csX394" fmla="*/ 1011375 w 1844132"/>
                <a:gd name="csY394" fmla="*/ 1592 h 1146673"/>
                <a:gd name="csX395" fmla="*/ 1002146 w 1844132"/>
                <a:gd name="csY395" fmla="*/ 669 h 1146673"/>
                <a:gd name="csX396" fmla="*/ 997529 w 1844132"/>
                <a:gd name="csY396" fmla="*/ 7126 h 1146673"/>
                <a:gd name="csX397" fmla="*/ 989839 w 1844132"/>
                <a:gd name="csY397" fmla="*/ 7126 h 1146673"/>
                <a:gd name="csX398" fmla="*/ 983689 w 1844132"/>
                <a:gd name="csY398" fmla="*/ 13584 h 1146673"/>
                <a:gd name="csX399" fmla="*/ 991379 w 1844132"/>
                <a:gd name="csY399" fmla="*/ 18195 h 1146673"/>
                <a:gd name="csX400" fmla="*/ 983683 w 1844132"/>
                <a:gd name="csY400" fmla="*/ 22813 h 1146673"/>
                <a:gd name="csX401" fmla="*/ 977533 w 1844132"/>
                <a:gd name="csY401" fmla="*/ 21889 h 1146673"/>
                <a:gd name="csX402" fmla="*/ 972915 w 1844132"/>
                <a:gd name="csY402" fmla="*/ 23729 h 1146673"/>
                <a:gd name="csX403" fmla="*/ 965226 w 1844132"/>
                <a:gd name="csY403" fmla="*/ 45873 h 1146673"/>
                <a:gd name="csX404" fmla="*/ 972915 w 1844132"/>
                <a:gd name="csY404" fmla="*/ 51408 h 1146673"/>
                <a:gd name="csX405" fmla="*/ 979072 w 1844132"/>
                <a:gd name="csY405" fmla="*/ 51408 h 1146673"/>
                <a:gd name="csX406" fmla="*/ 979072 w 1844132"/>
                <a:gd name="csY406" fmla="*/ 56018 h 1146673"/>
                <a:gd name="csX407" fmla="*/ 969843 w 1844132"/>
                <a:gd name="csY407" fmla="*/ 55095 h 1146673"/>
                <a:gd name="csX408" fmla="*/ 965226 w 1844132"/>
                <a:gd name="csY408" fmla="*/ 70774 h 1146673"/>
                <a:gd name="csX409" fmla="*/ 974454 w 1844132"/>
                <a:gd name="csY409" fmla="*/ 78156 h 1146673"/>
                <a:gd name="csX410" fmla="*/ 986761 w 1844132"/>
                <a:gd name="csY410" fmla="*/ 84613 h 1146673"/>
                <a:gd name="csX411" fmla="*/ 997529 w 1844132"/>
                <a:gd name="csY411" fmla="*/ 85537 h 1146673"/>
                <a:gd name="csX412" fmla="*/ 1005218 w 1844132"/>
                <a:gd name="csY412" fmla="*/ 86461 h 1146673"/>
                <a:gd name="csX413" fmla="*/ 1006757 w 1844132"/>
                <a:gd name="csY413" fmla="*/ 92918 h 1146673"/>
                <a:gd name="csX414" fmla="*/ 1019064 w 1844132"/>
                <a:gd name="csY414" fmla="*/ 94759 h 1146673"/>
                <a:gd name="csX415" fmla="*/ 1028292 w 1844132"/>
                <a:gd name="csY415" fmla="*/ 91995 h 1146673"/>
                <a:gd name="csX416" fmla="*/ 1029831 w 1844132"/>
                <a:gd name="csY416" fmla="*/ 97529 h 1146673"/>
                <a:gd name="csX417" fmla="*/ 1014446 w 1844132"/>
                <a:gd name="csY417" fmla="*/ 103063 h 1146673"/>
                <a:gd name="csX418" fmla="*/ 1006757 w 1844132"/>
                <a:gd name="csY418" fmla="*/ 118743 h 1146673"/>
                <a:gd name="csX419" fmla="*/ 1014446 w 1844132"/>
                <a:gd name="csY419" fmla="*/ 122437 h 1146673"/>
                <a:gd name="csX420" fmla="*/ 1022135 w 1844132"/>
                <a:gd name="csY420" fmla="*/ 118743 h 1146673"/>
                <a:gd name="csX421" fmla="*/ 1026753 w 1844132"/>
                <a:gd name="csY421" fmla="*/ 115056 h 1146673"/>
                <a:gd name="csX422" fmla="*/ 1031371 w 1844132"/>
                <a:gd name="csY422" fmla="*/ 121513 h 1146673"/>
                <a:gd name="csX423" fmla="*/ 1028292 w 1844132"/>
                <a:gd name="csY423" fmla="*/ 130735 h 1146673"/>
                <a:gd name="csX424" fmla="*/ 1009835 w 1844132"/>
                <a:gd name="csY424" fmla="*/ 143651 h 1146673"/>
                <a:gd name="csX425" fmla="*/ 999061 w 1844132"/>
                <a:gd name="csY425" fmla="*/ 143651 h 1146673"/>
                <a:gd name="csX426" fmla="*/ 986761 w 1844132"/>
                <a:gd name="csY426" fmla="*/ 149185 h 1146673"/>
                <a:gd name="csX427" fmla="*/ 985222 w 1844132"/>
                <a:gd name="csY427" fmla="*/ 154719 h 1146673"/>
                <a:gd name="csX428" fmla="*/ 997529 w 1844132"/>
                <a:gd name="csY428" fmla="*/ 165788 h 1146673"/>
                <a:gd name="csX429" fmla="*/ 992911 w 1844132"/>
                <a:gd name="csY429" fmla="*/ 172246 h 1146673"/>
                <a:gd name="csX430" fmla="*/ 974454 w 1844132"/>
                <a:gd name="csY430" fmla="*/ 168558 h 1146673"/>
                <a:gd name="csX431" fmla="*/ 971376 w 1844132"/>
                <a:gd name="csY431" fmla="*/ 156566 h 1146673"/>
                <a:gd name="csX432" fmla="*/ 977533 w 1844132"/>
                <a:gd name="csY432" fmla="*/ 151949 h 1146673"/>
                <a:gd name="csX433" fmla="*/ 977533 w 1844132"/>
                <a:gd name="csY433" fmla="*/ 143651 h 1146673"/>
                <a:gd name="csX434" fmla="*/ 968304 w 1844132"/>
                <a:gd name="csY434" fmla="*/ 141804 h 1146673"/>
                <a:gd name="csX435" fmla="*/ 952919 w 1844132"/>
                <a:gd name="csY435" fmla="*/ 135346 h 1146673"/>
                <a:gd name="csX436" fmla="*/ 942151 w 1844132"/>
                <a:gd name="csY436" fmla="*/ 131658 h 1146673"/>
                <a:gd name="csX437" fmla="*/ 936001 w 1844132"/>
                <a:gd name="csY437" fmla="*/ 134429 h 1146673"/>
                <a:gd name="csX438" fmla="*/ 922155 w 1844132"/>
                <a:gd name="csY438" fmla="*/ 135346 h 1146673"/>
                <a:gd name="csX439" fmla="*/ 915999 w 1844132"/>
                <a:gd name="csY439" fmla="*/ 157490 h 1146673"/>
                <a:gd name="csX440" fmla="*/ 905231 w 1844132"/>
                <a:gd name="csY440" fmla="*/ 156566 h 1146673"/>
                <a:gd name="csX441" fmla="*/ 892931 w 1844132"/>
                <a:gd name="csY441" fmla="*/ 152872 h 1146673"/>
                <a:gd name="csX442" fmla="*/ 868317 w 1844132"/>
                <a:gd name="csY442" fmla="*/ 157483 h 1146673"/>
                <a:gd name="csX443" fmla="*/ 857550 w 1844132"/>
                <a:gd name="csY443" fmla="*/ 154719 h 1146673"/>
                <a:gd name="csX444" fmla="*/ 848828 w 1844132"/>
                <a:gd name="csY444" fmla="*/ 158406 h 1146673"/>
                <a:gd name="csX445" fmla="*/ 828325 w 1844132"/>
                <a:gd name="csY445" fmla="*/ 154719 h 1146673"/>
                <a:gd name="csX446" fmla="*/ 820636 w 1844132"/>
                <a:gd name="csY446" fmla="*/ 146414 h 1146673"/>
                <a:gd name="csX447" fmla="*/ 800633 w 1844132"/>
                <a:gd name="csY447" fmla="*/ 146414 h 1146673"/>
                <a:gd name="csX448" fmla="*/ 791405 w 1844132"/>
                <a:gd name="csY448" fmla="*/ 145491 h 1146673"/>
                <a:gd name="csX449" fmla="*/ 774488 w 1844132"/>
                <a:gd name="csY449" fmla="*/ 134422 h 1146673"/>
                <a:gd name="csX450" fmla="*/ 772948 w 1844132"/>
                <a:gd name="csY450" fmla="*/ 130735 h 1146673"/>
                <a:gd name="csX451" fmla="*/ 768338 w 1844132"/>
                <a:gd name="csY451" fmla="*/ 129811 h 1146673"/>
                <a:gd name="csX452" fmla="*/ 760641 w 1844132"/>
                <a:gd name="csY452" fmla="*/ 131658 h 1146673"/>
                <a:gd name="csX453" fmla="*/ 759102 w 1844132"/>
                <a:gd name="csY453" fmla="*/ 136269 h 1146673"/>
                <a:gd name="csX454" fmla="*/ 742185 w 1844132"/>
                <a:gd name="csY454" fmla="*/ 147338 h 1146673"/>
                <a:gd name="csX455" fmla="*/ 722189 w 1844132"/>
                <a:gd name="csY455" fmla="*/ 148261 h 1146673"/>
                <a:gd name="csX456" fmla="*/ 719110 w 1844132"/>
                <a:gd name="csY456" fmla="*/ 159330 h 1146673"/>
                <a:gd name="csX457" fmla="*/ 726799 w 1844132"/>
                <a:gd name="csY457" fmla="*/ 173169 h 1146673"/>
                <a:gd name="csX458" fmla="*/ 736028 w 1844132"/>
                <a:gd name="csY458" fmla="*/ 179620 h 1146673"/>
                <a:gd name="csX459" fmla="*/ 728339 w 1844132"/>
                <a:gd name="csY459" fmla="*/ 185161 h 1146673"/>
                <a:gd name="csX460" fmla="*/ 728339 w 1844132"/>
                <a:gd name="csY460" fmla="*/ 195689 h 1146673"/>
                <a:gd name="csX461" fmla="*/ 714500 w 1844132"/>
                <a:gd name="csY461" fmla="*/ 188848 h 1146673"/>
                <a:gd name="csX462" fmla="*/ 708343 w 1844132"/>
                <a:gd name="csY462" fmla="*/ 182391 h 1146673"/>
                <a:gd name="csX463" fmla="*/ 716032 w 1844132"/>
                <a:gd name="csY463" fmla="*/ 175009 h 1146673"/>
                <a:gd name="csX464" fmla="*/ 703725 w 1844132"/>
                <a:gd name="csY464" fmla="*/ 165788 h 1146673"/>
                <a:gd name="csX465" fmla="*/ 699114 w 1844132"/>
                <a:gd name="csY465" fmla="*/ 164864 h 1146673"/>
                <a:gd name="csX466" fmla="*/ 689886 w 1844132"/>
                <a:gd name="csY466" fmla="*/ 157483 h 1146673"/>
                <a:gd name="csX467" fmla="*/ 679118 w 1844132"/>
                <a:gd name="csY467" fmla="*/ 153796 h 1146673"/>
                <a:gd name="csX468" fmla="*/ 671429 w 1844132"/>
                <a:gd name="csY468" fmla="*/ 151025 h 1146673"/>
                <a:gd name="csX469" fmla="*/ 642205 w 1844132"/>
                <a:gd name="csY469" fmla="*/ 159330 h 1146673"/>
                <a:gd name="csX470" fmla="*/ 625280 w 1844132"/>
                <a:gd name="csY470" fmla="*/ 160253 h 1146673"/>
                <a:gd name="csX471" fmla="*/ 589899 w 1844132"/>
                <a:gd name="csY471" fmla="*/ 159330 h 1146673"/>
                <a:gd name="csX472" fmla="*/ 579138 w 1844132"/>
                <a:gd name="csY472" fmla="*/ 156559 h 1146673"/>
                <a:gd name="csX473" fmla="*/ 557596 w 1844132"/>
                <a:gd name="csY473" fmla="*/ 155636 h 1146673"/>
                <a:gd name="csX474" fmla="*/ 554525 w 1844132"/>
                <a:gd name="csY474" fmla="*/ 150102 h 1146673"/>
                <a:gd name="csX475" fmla="*/ 559136 w 1844132"/>
                <a:gd name="csY475" fmla="*/ 145491 h 1146673"/>
                <a:gd name="csX476" fmla="*/ 568371 w 1844132"/>
                <a:gd name="csY476" fmla="*/ 142727 h 1146673"/>
                <a:gd name="csX477" fmla="*/ 571442 w 1844132"/>
                <a:gd name="csY477" fmla="*/ 139033 h 1146673"/>
                <a:gd name="csX478" fmla="*/ 588367 w 1844132"/>
                <a:gd name="csY478" fmla="*/ 135346 h 1146673"/>
                <a:gd name="csX479" fmla="*/ 556064 w 1844132"/>
                <a:gd name="csY479" fmla="*/ 113209 h 1146673"/>
                <a:gd name="csX480" fmla="*/ 542218 w 1844132"/>
                <a:gd name="csY480" fmla="*/ 114132 h 1146673"/>
                <a:gd name="csX481" fmla="*/ 539140 w 1844132"/>
                <a:gd name="csY481" fmla="*/ 116896 h 1146673"/>
                <a:gd name="csX482" fmla="*/ 526833 w 1844132"/>
                <a:gd name="csY482" fmla="*/ 116896 h 1146673"/>
                <a:gd name="csX483" fmla="*/ 512994 w 1844132"/>
                <a:gd name="csY483" fmla="*/ 114125 h 1146673"/>
                <a:gd name="csX484" fmla="*/ 502226 w 1844132"/>
                <a:gd name="csY484" fmla="*/ 114125 h 1146673"/>
                <a:gd name="csX485" fmla="*/ 482230 w 1844132"/>
                <a:gd name="csY485" fmla="*/ 104904 h 1146673"/>
                <a:gd name="csX486" fmla="*/ 460695 w 1844132"/>
                <a:gd name="csY486" fmla="*/ 100293 h 1146673"/>
                <a:gd name="csX487" fmla="*/ 451466 w 1844132"/>
                <a:gd name="csY487" fmla="*/ 100293 h 1146673"/>
                <a:gd name="csX488" fmla="*/ 416085 w 1844132"/>
                <a:gd name="csY488" fmla="*/ 81843 h 1146673"/>
                <a:gd name="csX489" fmla="*/ 393011 w 1844132"/>
                <a:gd name="csY489" fmla="*/ 83683 h 1146673"/>
                <a:gd name="csX490" fmla="*/ 393011 w 1844132"/>
                <a:gd name="csY490" fmla="*/ 92912 h 1146673"/>
                <a:gd name="csX491" fmla="*/ 379172 w 1844132"/>
                <a:gd name="csY491" fmla="*/ 102133 h 1146673"/>
                <a:gd name="csX492" fmla="*/ 362247 w 1844132"/>
                <a:gd name="csY492" fmla="*/ 101210 h 1146673"/>
                <a:gd name="csX493" fmla="*/ 360715 w 1844132"/>
                <a:gd name="csY493" fmla="*/ 98446 h 1146673"/>
                <a:gd name="csX494" fmla="*/ 368404 w 1844132"/>
                <a:gd name="csY494" fmla="*/ 91064 h 1146673"/>
                <a:gd name="csX495" fmla="*/ 356097 w 1844132"/>
                <a:gd name="csY495" fmla="*/ 86454 h 1146673"/>
                <a:gd name="csX496" fmla="*/ 359176 w 1844132"/>
                <a:gd name="csY496" fmla="*/ 81843 h 1146673"/>
                <a:gd name="csX497" fmla="*/ 363786 w 1844132"/>
                <a:gd name="csY497" fmla="*/ 79996 h 1146673"/>
                <a:gd name="csX498" fmla="*/ 360715 w 1844132"/>
                <a:gd name="csY498" fmla="*/ 71691 h 1146673"/>
                <a:gd name="csX499" fmla="*/ 343790 w 1844132"/>
                <a:gd name="csY499" fmla="*/ 76309 h 1146673"/>
                <a:gd name="csX500" fmla="*/ 345330 w 1844132"/>
                <a:gd name="csY500" fmla="*/ 91064 h 1146673"/>
                <a:gd name="csX501" fmla="*/ 340712 w 1844132"/>
                <a:gd name="csY501" fmla="*/ 91064 h 1146673"/>
                <a:gd name="csX502" fmla="*/ 339180 w 1844132"/>
                <a:gd name="csY502" fmla="*/ 102133 h 1146673"/>
                <a:gd name="csX503" fmla="*/ 325334 w 1844132"/>
                <a:gd name="csY503" fmla="*/ 99369 h 1146673"/>
                <a:gd name="csX504" fmla="*/ 308416 w 1844132"/>
                <a:gd name="csY504" fmla="*/ 86454 h 1146673"/>
                <a:gd name="csX505" fmla="*/ 308416 w 1844132"/>
                <a:gd name="csY505" fmla="*/ 73538 h 1146673"/>
                <a:gd name="csX506" fmla="*/ 280724 w 1844132"/>
                <a:gd name="csY506" fmla="*/ 55088 h 1146673"/>
                <a:gd name="csX507" fmla="*/ 280724 w 1844132"/>
                <a:gd name="csY507" fmla="*/ 62469 h 1146673"/>
                <a:gd name="csX508" fmla="*/ 286881 w 1844132"/>
                <a:gd name="csY508" fmla="*/ 67080 h 1146673"/>
                <a:gd name="csX509" fmla="*/ 285342 w 1844132"/>
                <a:gd name="csY509" fmla="*/ 69851 h 1146673"/>
                <a:gd name="csX510" fmla="*/ 277646 w 1844132"/>
                <a:gd name="csY510" fmla="*/ 69851 h 1146673"/>
                <a:gd name="csX511" fmla="*/ 277646 w 1844132"/>
                <a:gd name="csY511" fmla="*/ 78149 h 1146673"/>
                <a:gd name="csX512" fmla="*/ 262267 w 1844132"/>
                <a:gd name="csY512" fmla="*/ 85530 h 1146673"/>
                <a:gd name="csX513" fmla="*/ 263806 w 1844132"/>
                <a:gd name="csY513" fmla="*/ 79996 h 1146673"/>
                <a:gd name="csX514" fmla="*/ 253039 w 1844132"/>
                <a:gd name="csY514" fmla="*/ 82760 h 1146673"/>
                <a:gd name="csX515" fmla="*/ 231504 w 1844132"/>
                <a:gd name="csY515" fmla="*/ 89217 h 1146673"/>
                <a:gd name="csX516" fmla="*/ 217658 w 1844132"/>
                <a:gd name="csY516" fmla="*/ 100286 h 1146673"/>
                <a:gd name="csX517" fmla="*/ 213047 w 1844132"/>
                <a:gd name="csY517" fmla="*/ 98446 h 1146673"/>
                <a:gd name="csX518" fmla="*/ 188433 w 1844132"/>
                <a:gd name="csY518" fmla="*/ 111355 h 1146673"/>
                <a:gd name="csX519" fmla="*/ 182276 w 1844132"/>
                <a:gd name="csY519" fmla="*/ 119659 h 1146673"/>
                <a:gd name="csX520" fmla="*/ 168437 w 1844132"/>
                <a:gd name="csY520" fmla="*/ 122423 h 1146673"/>
                <a:gd name="csX521" fmla="*/ 166898 w 1844132"/>
                <a:gd name="csY521" fmla="*/ 115049 h 1146673"/>
                <a:gd name="csX522" fmla="*/ 174587 w 1844132"/>
                <a:gd name="csY522" fmla="*/ 111355 h 1146673"/>
                <a:gd name="csX523" fmla="*/ 173048 w 1844132"/>
                <a:gd name="csY523" fmla="*/ 108591 h 1146673"/>
                <a:gd name="csX524" fmla="*/ 186894 w 1844132"/>
                <a:gd name="csY524" fmla="*/ 104904 h 1146673"/>
                <a:gd name="csX525" fmla="*/ 188433 w 1844132"/>
                <a:gd name="csY525" fmla="*/ 98446 h 1146673"/>
                <a:gd name="csX526" fmla="*/ 206890 w 1844132"/>
                <a:gd name="csY526" fmla="*/ 91064 h 1146673"/>
                <a:gd name="csX527" fmla="*/ 217658 w 1844132"/>
                <a:gd name="csY527" fmla="*/ 91064 h 1146673"/>
                <a:gd name="csX528" fmla="*/ 246882 w 1844132"/>
                <a:gd name="csY528" fmla="*/ 78149 h 1146673"/>
                <a:gd name="csX529" fmla="*/ 246882 w 1844132"/>
                <a:gd name="csY529" fmla="*/ 72615 h 1146673"/>
                <a:gd name="csX530" fmla="*/ 236121 w 1844132"/>
                <a:gd name="csY530" fmla="*/ 74462 h 1146673"/>
                <a:gd name="csX531" fmla="*/ 231504 w 1844132"/>
                <a:gd name="csY531" fmla="*/ 72615 h 1146673"/>
                <a:gd name="csX532" fmla="*/ 219197 w 1844132"/>
                <a:gd name="csY532" fmla="*/ 79996 h 1146673"/>
                <a:gd name="csX533" fmla="*/ 211508 w 1844132"/>
                <a:gd name="csY533" fmla="*/ 79996 h 1146673"/>
                <a:gd name="csX534" fmla="*/ 199201 w 1844132"/>
                <a:gd name="csY534" fmla="*/ 87377 h 1146673"/>
                <a:gd name="csX535" fmla="*/ 188433 w 1844132"/>
                <a:gd name="csY535" fmla="*/ 87377 h 1146673"/>
                <a:gd name="csX536" fmla="*/ 171509 w 1844132"/>
                <a:gd name="csY536" fmla="*/ 94752 h 1146673"/>
                <a:gd name="csX537" fmla="*/ 169977 w 1844132"/>
                <a:gd name="csY537" fmla="*/ 99363 h 1146673"/>
                <a:gd name="csX538" fmla="*/ 154591 w 1844132"/>
                <a:gd name="csY538" fmla="*/ 99363 h 1146673"/>
                <a:gd name="csX539" fmla="*/ 157670 w 1844132"/>
                <a:gd name="csY539" fmla="*/ 94752 h 1146673"/>
                <a:gd name="csX540" fmla="*/ 142284 w 1844132"/>
                <a:gd name="csY540" fmla="*/ 91988 h 1146673"/>
                <a:gd name="csX541" fmla="*/ 129978 w 1844132"/>
                <a:gd name="csY541" fmla="*/ 103057 h 1146673"/>
                <a:gd name="csX542" fmla="*/ 122288 w 1844132"/>
                <a:gd name="csY542" fmla="*/ 103057 h 1146673"/>
                <a:gd name="csX543" fmla="*/ 111521 w 1844132"/>
                <a:gd name="csY543" fmla="*/ 109514 h 1146673"/>
                <a:gd name="csX544" fmla="*/ 114599 w 1844132"/>
                <a:gd name="csY544" fmla="*/ 115972 h 1146673"/>
                <a:gd name="csX545" fmla="*/ 129978 w 1844132"/>
                <a:gd name="csY545" fmla="*/ 120583 h 1146673"/>
                <a:gd name="csX546" fmla="*/ 129978 w 1844132"/>
                <a:gd name="csY546" fmla="*/ 125194 h 1146673"/>
                <a:gd name="csX547" fmla="*/ 123828 w 1844132"/>
                <a:gd name="csY547" fmla="*/ 126117 h 1146673"/>
                <a:gd name="csX548" fmla="*/ 103832 w 1844132"/>
                <a:gd name="csY548" fmla="*/ 123347 h 1146673"/>
                <a:gd name="csX549" fmla="*/ 89986 w 1844132"/>
                <a:gd name="csY549" fmla="*/ 116889 h 1146673"/>
                <a:gd name="csX550" fmla="*/ 73068 w 1844132"/>
                <a:gd name="csY550" fmla="*/ 115049 h 1146673"/>
                <a:gd name="csX551" fmla="*/ 54611 w 1844132"/>
                <a:gd name="csY551" fmla="*/ 106744 h 1146673"/>
                <a:gd name="csX552" fmla="*/ 37687 w 1844132"/>
                <a:gd name="csY552" fmla="*/ 95675 h 1146673"/>
                <a:gd name="csX553" fmla="*/ 13080 w 1844132"/>
                <a:gd name="csY553" fmla="*/ 95675 h 1146673"/>
                <a:gd name="csX554" fmla="*/ 6923 w 1844132"/>
                <a:gd name="csY554" fmla="*/ 93828 h 1146673"/>
                <a:gd name="csX555" fmla="*/ 938 w 1844132"/>
                <a:gd name="csY555" fmla="*/ 93828 h 1146673"/>
                <a:gd name="csX556" fmla="*/ 938 w 1844132"/>
                <a:gd name="csY556" fmla="*/ 495978 h 1146673"/>
                <a:gd name="csX557" fmla="*/ 24860 w 1844132"/>
                <a:gd name="csY557" fmla="*/ 512383 h 1146673"/>
                <a:gd name="csX558" fmla="*/ 28965 w 1844132"/>
                <a:gd name="csY558" fmla="*/ 498030 h 1146673"/>
                <a:gd name="csX559" fmla="*/ 37167 w 1844132"/>
                <a:gd name="csY559" fmla="*/ 491880 h 1146673"/>
                <a:gd name="csX560" fmla="*/ 47422 w 1844132"/>
                <a:gd name="csY560" fmla="*/ 504180 h 1146673"/>
                <a:gd name="csX561" fmla="*/ 80237 w 1844132"/>
                <a:gd name="csY561" fmla="*/ 553380 h 1146673"/>
                <a:gd name="csX562" fmla="*/ 90492 w 1844132"/>
                <a:gd name="csY562" fmla="*/ 553380 h 1146673"/>
                <a:gd name="csX563" fmla="*/ 106896 w 1844132"/>
                <a:gd name="csY563" fmla="*/ 534930 h 1146673"/>
                <a:gd name="csX564" fmla="*/ 123308 w 1844132"/>
                <a:gd name="csY564" fmla="*/ 530832 h 1146673"/>
                <a:gd name="csX565" fmla="*/ 139712 w 1844132"/>
                <a:gd name="csY565" fmla="*/ 543132 h 1146673"/>
                <a:gd name="csX566" fmla="*/ 156124 w 1844132"/>
                <a:gd name="csY566" fmla="*/ 571830 h 1146673"/>
                <a:gd name="csX567" fmla="*/ 170476 w 1844132"/>
                <a:gd name="csY567" fmla="*/ 582078 h 1146673"/>
                <a:gd name="csX568" fmla="*/ 197142 w 1844132"/>
                <a:gd name="csY568" fmla="*/ 643571 h 1146673"/>
                <a:gd name="csX569" fmla="*/ 213546 w 1844132"/>
                <a:gd name="csY569" fmla="*/ 659975 h 1146673"/>
                <a:gd name="csX570" fmla="*/ 242258 w 1844132"/>
                <a:gd name="csY570" fmla="*/ 678418 h 1146673"/>
                <a:gd name="csX571" fmla="*/ 238160 w 1844132"/>
                <a:gd name="csY571" fmla="*/ 698920 h 1146673"/>
                <a:gd name="csX572" fmla="*/ 240205 w 1844132"/>
                <a:gd name="csY572" fmla="*/ 715318 h 1146673"/>
                <a:gd name="csX573" fmla="*/ 234568 w 1844132"/>
                <a:gd name="csY573" fmla="*/ 723007 h 1146673"/>
                <a:gd name="csX574" fmla="*/ 233029 w 1844132"/>
                <a:gd name="csY574" fmla="*/ 736840 h 1146673"/>
                <a:gd name="csX575" fmla="*/ 236108 w 1844132"/>
                <a:gd name="csY575" fmla="*/ 755290 h 1146673"/>
                <a:gd name="csX576" fmla="*/ 240718 w 1844132"/>
                <a:gd name="csY576" fmla="*/ 767590 h 1146673"/>
                <a:gd name="csX577" fmla="*/ 249947 w 1844132"/>
                <a:gd name="csY577" fmla="*/ 773740 h 1146673"/>
                <a:gd name="csX578" fmla="*/ 254564 w 1844132"/>
                <a:gd name="csY578" fmla="*/ 767590 h 1146673"/>
                <a:gd name="csX579" fmla="*/ 260714 w 1844132"/>
                <a:gd name="csY579" fmla="*/ 766050 h 1146673"/>
                <a:gd name="csX580" fmla="*/ 262254 w 1844132"/>
                <a:gd name="csY580" fmla="*/ 781429 h 1146673"/>
                <a:gd name="csX581" fmla="*/ 256104 w 1844132"/>
                <a:gd name="csY581" fmla="*/ 786039 h 1146673"/>
                <a:gd name="csX582" fmla="*/ 256104 w 1844132"/>
                <a:gd name="csY582" fmla="*/ 796800 h 1146673"/>
                <a:gd name="csX583" fmla="*/ 266871 w 1844132"/>
                <a:gd name="csY583" fmla="*/ 799879 h 1146673"/>
                <a:gd name="csX584" fmla="*/ 277639 w 1844132"/>
                <a:gd name="csY584" fmla="*/ 796800 h 1146673"/>
                <a:gd name="csX585" fmla="*/ 280710 w 1844132"/>
                <a:gd name="csY585" fmla="*/ 807561 h 1146673"/>
                <a:gd name="csX586" fmla="*/ 285328 w 1844132"/>
                <a:gd name="csY586" fmla="*/ 816789 h 1146673"/>
                <a:gd name="csX587" fmla="*/ 283789 w 1844132"/>
                <a:gd name="csY587" fmla="*/ 833700 h 1146673"/>
                <a:gd name="csX588" fmla="*/ 286867 w 1844132"/>
                <a:gd name="csY588" fmla="*/ 850611 h 1146673"/>
                <a:gd name="csX589" fmla="*/ 297635 w 1844132"/>
                <a:gd name="csY589" fmla="*/ 856761 h 1146673"/>
                <a:gd name="csX590" fmla="*/ 317631 w 1844132"/>
                <a:gd name="csY590" fmla="*/ 861372 h 1146673"/>
                <a:gd name="csX591" fmla="*/ 325320 w 1844132"/>
                <a:gd name="csY591" fmla="*/ 873672 h 1146673"/>
                <a:gd name="csX592" fmla="*/ 340698 w 1844132"/>
                <a:gd name="csY592" fmla="*/ 873672 h 1146673"/>
                <a:gd name="csX593" fmla="*/ 349934 w 1844132"/>
                <a:gd name="csY593" fmla="*/ 878282 h 1146673"/>
                <a:gd name="csX594" fmla="*/ 357623 w 1844132"/>
                <a:gd name="csY594" fmla="*/ 892122 h 1146673"/>
                <a:gd name="csX595" fmla="*/ 369930 w 1844132"/>
                <a:gd name="csY595" fmla="*/ 895200 h 1146673"/>
                <a:gd name="csX596" fmla="*/ 374540 w 1844132"/>
                <a:gd name="csY596" fmla="*/ 907493 h 1146673"/>
                <a:gd name="csX597" fmla="*/ 382230 w 1844132"/>
                <a:gd name="csY597" fmla="*/ 907493 h 1146673"/>
                <a:gd name="csX598" fmla="*/ 394536 w 1844132"/>
                <a:gd name="csY598" fmla="*/ 924411 h 1146673"/>
                <a:gd name="csX599" fmla="*/ 405304 w 1844132"/>
                <a:gd name="csY599" fmla="*/ 930561 h 11466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 ang="0">
                  <a:pos x="csX572" y="csY572"/>
                </a:cxn>
                <a:cxn ang="0">
                  <a:pos x="csX573" y="csY573"/>
                </a:cxn>
                <a:cxn ang="0">
                  <a:pos x="csX574" y="csY574"/>
                </a:cxn>
                <a:cxn ang="0">
                  <a:pos x="csX575" y="csY575"/>
                </a:cxn>
                <a:cxn ang="0">
                  <a:pos x="csX576" y="csY576"/>
                </a:cxn>
                <a:cxn ang="0">
                  <a:pos x="csX577" y="csY577"/>
                </a:cxn>
                <a:cxn ang="0">
                  <a:pos x="csX578" y="csY578"/>
                </a:cxn>
                <a:cxn ang="0">
                  <a:pos x="csX579" y="csY579"/>
                </a:cxn>
                <a:cxn ang="0">
                  <a:pos x="csX580" y="csY580"/>
                </a:cxn>
                <a:cxn ang="0">
                  <a:pos x="csX581" y="csY581"/>
                </a:cxn>
                <a:cxn ang="0">
                  <a:pos x="csX582" y="csY582"/>
                </a:cxn>
                <a:cxn ang="0">
                  <a:pos x="csX583" y="csY583"/>
                </a:cxn>
                <a:cxn ang="0">
                  <a:pos x="csX584" y="csY584"/>
                </a:cxn>
                <a:cxn ang="0">
                  <a:pos x="csX585" y="csY585"/>
                </a:cxn>
                <a:cxn ang="0">
                  <a:pos x="csX586" y="csY586"/>
                </a:cxn>
                <a:cxn ang="0">
                  <a:pos x="csX587" y="csY587"/>
                </a:cxn>
                <a:cxn ang="0">
                  <a:pos x="csX588" y="csY588"/>
                </a:cxn>
                <a:cxn ang="0">
                  <a:pos x="csX589" y="csY589"/>
                </a:cxn>
                <a:cxn ang="0">
                  <a:pos x="csX590" y="csY590"/>
                </a:cxn>
                <a:cxn ang="0">
                  <a:pos x="csX591" y="csY591"/>
                </a:cxn>
                <a:cxn ang="0">
                  <a:pos x="csX592" y="csY592"/>
                </a:cxn>
                <a:cxn ang="0">
                  <a:pos x="csX593" y="csY593"/>
                </a:cxn>
                <a:cxn ang="0">
                  <a:pos x="csX594" y="csY594"/>
                </a:cxn>
                <a:cxn ang="0">
                  <a:pos x="csX595" y="csY595"/>
                </a:cxn>
                <a:cxn ang="0">
                  <a:pos x="csX596" y="csY596"/>
                </a:cxn>
                <a:cxn ang="0">
                  <a:pos x="csX597" y="csY597"/>
                </a:cxn>
                <a:cxn ang="0">
                  <a:pos x="csX598" y="csY598"/>
                </a:cxn>
                <a:cxn ang="0">
                  <a:pos x="csX599" y="csY599"/>
                </a:cxn>
              </a:cxnLst>
              <a:rect l="l" t="t" r="r" b="b"/>
              <a:pathLst>
                <a:path w="1844132" h="1146673">
                  <a:moveTo>
                    <a:pt x="405304" y="930561"/>
                  </a:moveTo>
                  <a:lnTo>
                    <a:pt x="1005204" y="930561"/>
                  </a:lnTo>
                  <a:lnTo>
                    <a:pt x="1023668" y="942867"/>
                  </a:lnTo>
                  <a:lnTo>
                    <a:pt x="1048275" y="947478"/>
                  </a:lnTo>
                  <a:lnTo>
                    <a:pt x="1068271" y="956707"/>
                  </a:lnTo>
                  <a:lnTo>
                    <a:pt x="1094423" y="955167"/>
                  </a:lnTo>
                  <a:lnTo>
                    <a:pt x="1111341" y="959778"/>
                  </a:lnTo>
                  <a:lnTo>
                    <a:pt x="1152872" y="956707"/>
                  </a:lnTo>
                  <a:lnTo>
                    <a:pt x="1220556" y="992067"/>
                  </a:lnTo>
                  <a:lnTo>
                    <a:pt x="1235934" y="1022810"/>
                  </a:lnTo>
                  <a:lnTo>
                    <a:pt x="1275926" y="1064321"/>
                  </a:lnTo>
                  <a:lnTo>
                    <a:pt x="1277466" y="1091999"/>
                  </a:lnTo>
                  <a:lnTo>
                    <a:pt x="1265775" y="1127360"/>
                  </a:lnTo>
                  <a:lnTo>
                    <a:pt x="1272848" y="1147342"/>
                  </a:lnTo>
                  <a:lnTo>
                    <a:pt x="1334382" y="1118132"/>
                  </a:lnTo>
                  <a:lnTo>
                    <a:pt x="1342071" y="1099682"/>
                  </a:lnTo>
                  <a:lnTo>
                    <a:pt x="1398981" y="1079699"/>
                  </a:lnTo>
                  <a:lnTo>
                    <a:pt x="1426673" y="1056639"/>
                  </a:lnTo>
                  <a:lnTo>
                    <a:pt x="1438980" y="1045878"/>
                  </a:lnTo>
                  <a:lnTo>
                    <a:pt x="1458976" y="1045878"/>
                  </a:lnTo>
                  <a:lnTo>
                    <a:pt x="1471282" y="1048956"/>
                  </a:lnTo>
                  <a:lnTo>
                    <a:pt x="1509735" y="1041267"/>
                  </a:lnTo>
                  <a:lnTo>
                    <a:pt x="1538960" y="985924"/>
                  </a:lnTo>
                  <a:lnTo>
                    <a:pt x="1551266" y="979774"/>
                  </a:lnTo>
                  <a:lnTo>
                    <a:pt x="1577419" y="990535"/>
                  </a:lnTo>
                  <a:lnTo>
                    <a:pt x="1577419" y="1018206"/>
                  </a:lnTo>
                  <a:lnTo>
                    <a:pt x="1591258" y="1039728"/>
                  </a:lnTo>
                  <a:lnTo>
                    <a:pt x="1593564" y="1061256"/>
                  </a:lnTo>
                  <a:lnTo>
                    <a:pt x="1602026" y="1056645"/>
                  </a:lnTo>
                  <a:lnTo>
                    <a:pt x="1609202" y="1046391"/>
                  </a:lnTo>
                  <a:lnTo>
                    <a:pt x="1622535" y="1043319"/>
                  </a:lnTo>
                  <a:lnTo>
                    <a:pt x="1635868" y="1035117"/>
                  </a:lnTo>
                  <a:lnTo>
                    <a:pt x="1647149" y="1027948"/>
                  </a:lnTo>
                  <a:lnTo>
                    <a:pt x="1650227" y="1031019"/>
                  </a:lnTo>
                  <a:lnTo>
                    <a:pt x="1648175" y="1038195"/>
                  </a:lnTo>
                  <a:lnTo>
                    <a:pt x="1653299" y="1040241"/>
                  </a:lnTo>
                  <a:lnTo>
                    <a:pt x="1657403" y="1038195"/>
                  </a:lnTo>
                  <a:lnTo>
                    <a:pt x="1659455" y="1042293"/>
                  </a:lnTo>
                  <a:lnTo>
                    <a:pt x="1651246" y="1050496"/>
                  </a:lnTo>
                  <a:lnTo>
                    <a:pt x="1642018" y="1050496"/>
                  </a:lnTo>
                  <a:lnTo>
                    <a:pt x="1627666" y="1066893"/>
                  </a:lnTo>
                  <a:lnTo>
                    <a:pt x="1620483" y="1068939"/>
                  </a:lnTo>
                  <a:lnTo>
                    <a:pt x="1615359" y="1087389"/>
                  </a:lnTo>
                  <a:lnTo>
                    <a:pt x="1624587" y="1095591"/>
                  </a:lnTo>
                  <a:lnTo>
                    <a:pt x="1636894" y="1094565"/>
                  </a:lnTo>
                  <a:lnTo>
                    <a:pt x="1646122" y="1086369"/>
                  </a:lnTo>
                  <a:lnTo>
                    <a:pt x="1649201" y="1080219"/>
                  </a:lnTo>
                  <a:lnTo>
                    <a:pt x="1667658" y="1059717"/>
                  </a:lnTo>
                  <a:lnTo>
                    <a:pt x="1673808" y="1065867"/>
                  </a:lnTo>
                  <a:lnTo>
                    <a:pt x="1679965" y="1066893"/>
                  </a:lnTo>
                  <a:lnTo>
                    <a:pt x="1685088" y="1061769"/>
                  </a:lnTo>
                  <a:lnTo>
                    <a:pt x="1696369" y="1059717"/>
                  </a:lnTo>
                  <a:lnTo>
                    <a:pt x="1706624" y="1058691"/>
                  </a:lnTo>
                  <a:lnTo>
                    <a:pt x="1718930" y="1047417"/>
                  </a:lnTo>
                  <a:lnTo>
                    <a:pt x="1718930" y="1036143"/>
                  </a:lnTo>
                  <a:lnTo>
                    <a:pt x="1710728" y="1037169"/>
                  </a:lnTo>
                  <a:lnTo>
                    <a:pt x="1707650" y="1028967"/>
                  </a:lnTo>
                  <a:lnTo>
                    <a:pt x="1696369" y="1034098"/>
                  </a:lnTo>
                  <a:lnTo>
                    <a:pt x="1680991" y="1033072"/>
                  </a:lnTo>
                  <a:lnTo>
                    <a:pt x="1670736" y="1025896"/>
                  </a:lnTo>
                  <a:lnTo>
                    <a:pt x="1664579" y="1018719"/>
                  </a:lnTo>
                  <a:lnTo>
                    <a:pt x="1642025" y="1002322"/>
                  </a:lnTo>
                  <a:lnTo>
                    <a:pt x="1638946" y="981826"/>
                  </a:lnTo>
                  <a:lnTo>
                    <a:pt x="1644077" y="975676"/>
                  </a:lnTo>
                  <a:lnTo>
                    <a:pt x="1644077" y="965422"/>
                  </a:lnTo>
                  <a:lnTo>
                    <a:pt x="1629718" y="968500"/>
                  </a:lnTo>
                  <a:lnTo>
                    <a:pt x="1620490" y="962350"/>
                  </a:lnTo>
                  <a:lnTo>
                    <a:pt x="1607157" y="958246"/>
                  </a:lnTo>
                  <a:lnTo>
                    <a:pt x="1606131" y="953122"/>
                  </a:lnTo>
                  <a:lnTo>
                    <a:pt x="1615359" y="946972"/>
                  </a:lnTo>
                  <a:lnTo>
                    <a:pt x="1630744" y="950050"/>
                  </a:lnTo>
                  <a:lnTo>
                    <a:pt x="1639972" y="955174"/>
                  </a:lnTo>
                  <a:lnTo>
                    <a:pt x="1659455" y="938777"/>
                  </a:lnTo>
                  <a:lnTo>
                    <a:pt x="1655351" y="929555"/>
                  </a:lnTo>
                  <a:lnTo>
                    <a:pt x="1651253" y="927503"/>
                  </a:lnTo>
                  <a:lnTo>
                    <a:pt x="1634842" y="914177"/>
                  </a:lnTo>
                  <a:lnTo>
                    <a:pt x="1610235" y="916229"/>
                  </a:lnTo>
                  <a:lnTo>
                    <a:pt x="1599974" y="927503"/>
                  </a:lnTo>
                  <a:lnTo>
                    <a:pt x="1578445" y="933653"/>
                  </a:lnTo>
                  <a:lnTo>
                    <a:pt x="1564086" y="949024"/>
                  </a:lnTo>
                  <a:lnTo>
                    <a:pt x="1559982" y="950050"/>
                  </a:lnTo>
                  <a:lnTo>
                    <a:pt x="1537427" y="973624"/>
                  </a:lnTo>
                  <a:lnTo>
                    <a:pt x="1536401" y="981820"/>
                  </a:lnTo>
                  <a:lnTo>
                    <a:pt x="1526140" y="985924"/>
                  </a:lnTo>
                  <a:lnTo>
                    <a:pt x="1514859" y="999243"/>
                  </a:lnTo>
                  <a:lnTo>
                    <a:pt x="1509735" y="997191"/>
                  </a:lnTo>
                  <a:lnTo>
                    <a:pt x="1513840" y="976696"/>
                  </a:lnTo>
                  <a:lnTo>
                    <a:pt x="1531270" y="963370"/>
                  </a:lnTo>
                  <a:lnTo>
                    <a:pt x="1535375" y="956200"/>
                  </a:lnTo>
                  <a:lnTo>
                    <a:pt x="1549727" y="942874"/>
                  </a:lnTo>
                  <a:lnTo>
                    <a:pt x="1562034" y="921353"/>
                  </a:lnTo>
                  <a:lnTo>
                    <a:pt x="1590745" y="916229"/>
                  </a:lnTo>
                  <a:lnTo>
                    <a:pt x="1591771" y="905974"/>
                  </a:lnTo>
                  <a:lnTo>
                    <a:pt x="1601000" y="899831"/>
                  </a:lnTo>
                  <a:lnTo>
                    <a:pt x="1614333" y="884453"/>
                  </a:lnTo>
                  <a:lnTo>
                    <a:pt x="1628692" y="885479"/>
                  </a:lnTo>
                  <a:lnTo>
                    <a:pt x="1631770" y="888551"/>
                  </a:lnTo>
                  <a:lnTo>
                    <a:pt x="1664579" y="885479"/>
                  </a:lnTo>
                  <a:lnTo>
                    <a:pt x="1682017" y="881381"/>
                  </a:lnTo>
                  <a:lnTo>
                    <a:pt x="1693297" y="887531"/>
                  </a:lnTo>
                  <a:lnTo>
                    <a:pt x="1712780" y="884453"/>
                  </a:lnTo>
                  <a:lnTo>
                    <a:pt x="1726113" y="887531"/>
                  </a:lnTo>
                  <a:lnTo>
                    <a:pt x="1748675" y="887531"/>
                  </a:lnTo>
                  <a:lnTo>
                    <a:pt x="1764053" y="879329"/>
                  </a:lnTo>
                  <a:lnTo>
                    <a:pt x="1778412" y="852684"/>
                  </a:lnTo>
                  <a:lnTo>
                    <a:pt x="1793790" y="844481"/>
                  </a:lnTo>
                  <a:lnTo>
                    <a:pt x="1819430" y="839358"/>
                  </a:lnTo>
                  <a:lnTo>
                    <a:pt x="1836861" y="825012"/>
                  </a:lnTo>
                  <a:lnTo>
                    <a:pt x="1840965" y="823986"/>
                  </a:lnTo>
                  <a:lnTo>
                    <a:pt x="1845070" y="814765"/>
                  </a:lnTo>
                  <a:lnTo>
                    <a:pt x="1836861" y="798360"/>
                  </a:lnTo>
                  <a:lnTo>
                    <a:pt x="1844044" y="787086"/>
                  </a:lnTo>
                  <a:lnTo>
                    <a:pt x="1838913" y="766591"/>
                  </a:lnTo>
                  <a:lnTo>
                    <a:pt x="1820456" y="759415"/>
                  </a:lnTo>
                  <a:lnTo>
                    <a:pt x="1806097" y="768643"/>
                  </a:lnTo>
                  <a:lnTo>
                    <a:pt x="1805078" y="762493"/>
                  </a:lnTo>
                  <a:lnTo>
                    <a:pt x="1809176" y="747115"/>
                  </a:lnTo>
                  <a:lnTo>
                    <a:pt x="1796869" y="746089"/>
                  </a:lnTo>
                  <a:lnTo>
                    <a:pt x="1777386" y="757362"/>
                  </a:lnTo>
                  <a:lnTo>
                    <a:pt x="1775334" y="762486"/>
                  </a:lnTo>
                  <a:lnTo>
                    <a:pt x="1769184" y="762486"/>
                  </a:lnTo>
                  <a:lnTo>
                    <a:pt x="1751753" y="776839"/>
                  </a:lnTo>
                  <a:lnTo>
                    <a:pt x="1741498" y="775812"/>
                  </a:lnTo>
                  <a:lnTo>
                    <a:pt x="1738420" y="762486"/>
                  </a:lnTo>
                  <a:lnTo>
                    <a:pt x="1747648" y="764539"/>
                  </a:lnTo>
                  <a:lnTo>
                    <a:pt x="1762008" y="756336"/>
                  </a:lnTo>
                  <a:lnTo>
                    <a:pt x="1786614" y="741991"/>
                  </a:lnTo>
                  <a:lnTo>
                    <a:pt x="1808149" y="734815"/>
                  </a:lnTo>
                  <a:lnTo>
                    <a:pt x="1810202" y="726619"/>
                  </a:lnTo>
                  <a:lnTo>
                    <a:pt x="1792771" y="722515"/>
                  </a:lnTo>
                  <a:lnTo>
                    <a:pt x="1783543" y="715346"/>
                  </a:lnTo>
                  <a:lnTo>
                    <a:pt x="1767131" y="709196"/>
                  </a:lnTo>
                  <a:lnTo>
                    <a:pt x="1757903" y="712267"/>
                  </a:lnTo>
                  <a:lnTo>
                    <a:pt x="1745596" y="704065"/>
                  </a:lnTo>
                  <a:lnTo>
                    <a:pt x="1744570" y="694843"/>
                  </a:lnTo>
                  <a:lnTo>
                    <a:pt x="1734316" y="677420"/>
                  </a:lnTo>
                  <a:lnTo>
                    <a:pt x="1725087" y="673322"/>
                  </a:lnTo>
                  <a:lnTo>
                    <a:pt x="1724061" y="669217"/>
                  </a:lnTo>
                  <a:lnTo>
                    <a:pt x="1711761" y="664093"/>
                  </a:lnTo>
                  <a:lnTo>
                    <a:pt x="1710735" y="645643"/>
                  </a:lnTo>
                  <a:lnTo>
                    <a:pt x="1720989" y="639500"/>
                  </a:lnTo>
                  <a:lnTo>
                    <a:pt x="1718937" y="630272"/>
                  </a:lnTo>
                  <a:lnTo>
                    <a:pt x="1709709" y="627200"/>
                  </a:lnTo>
                  <a:lnTo>
                    <a:pt x="1705604" y="603627"/>
                  </a:lnTo>
                  <a:lnTo>
                    <a:pt x="1691252" y="591327"/>
                  </a:lnTo>
                  <a:lnTo>
                    <a:pt x="1693297" y="578001"/>
                  </a:lnTo>
                  <a:lnTo>
                    <a:pt x="1682024" y="571851"/>
                  </a:lnTo>
                  <a:lnTo>
                    <a:pt x="1682024" y="551355"/>
                  </a:lnTo>
                  <a:lnTo>
                    <a:pt x="1673821" y="551355"/>
                  </a:lnTo>
                  <a:lnTo>
                    <a:pt x="1668691" y="526755"/>
                  </a:lnTo>
                  <a:lnTo>
                    <a:pt x="1658436" y="517527"/>
                  </a:lnTo>
                  <a:lnTo>
                    <a:pt x="1654332" y="498058"/>
                  </a:lnTo>
                  <a:lnTo>
                    <a:pt x="1647155" y="494979"/>
                  </a:lnTo>
                  <a:lnTo>
                    <a:pt x="1639979" y="507279"/>
                  </a:lnTo>
                  <a:lnTo>
                    <a:pt x="1639979" y="516508"/>
                  </a:lnTo>
                  <a:lnTo>
                    <a:pt x="1631770" y="522651"/>
                  </a:lnTo>
                  <a:lnTo>
                    <a:pt x="1633822" y="540075"/>
                  </a:lnTo>
                  <a:lnTo>
                    <a:pt x="1623568" y="564674"/>
                  </a:lnTo>
                  <a:lnTo>
                    <a:pt x="1617418" y="570824"/>
                  </a:lnTo>
                  <a:lnTo>
                    <a:pt x="1616392" y="564674"/>
                  </a:lnTo>
                  <a:lnTo>
                    <a:pt x="1610235" y="563648"/>
                  </a:lnTo>
                  <a:lnTo>
                    <a:pt x="1602033" y="565701"/>
                  </a:lnTo>
                  <a:lnTo>
                    <a:pt x="1602033" y="576974"/>
                  </a:lnTo>
                  <a:lnTo>
                    <a:pt x="1591778" y="583124"/>
                  </a:lnTo>
                  <a:lnTo>
                    <a:pt x="1584602" y="591320"/>
                  </a:lnTo>
                  <a:lnTo>
                    <a:pt x="1574348" y="584151"/>
                  </a:lnTo>
                  <a:lnTo>
                    <a:pt x="1574348" y="573896"/>
                  </a:lnTo>
                  <a:lnTo>
                    <a:pt x="1554865" y="554427"/>
                  </a:lnTo>
                  <a:lnTo>
                    <a:pt x="1543584" y="564674"/>
                  </a:lnTo>
                  <a:lnTo>
                    <a:pt x="1531277" y="567746"/>
                  </a:lnTo>
                  <a:lnTo>
                    <a:pt x="1530251" y="563648"/>
                  </a:lnTo>
                  <a:lnTo>
                    <a:pt x="1544610" y="554427"/>
                  </a:lnTo>
                  <a:lnTo>
                    <a:pt x="1548708" y="547251"/>
                  </a:lnTo>
                  <a:lnTo>
                    <a:pt x="1542558" y="543153"/>
                  </a:lnTo>
                  <a:lnTo>
                    <a:pt x="1535382" y="543153"/>
                  </a:lnTo>
                  <a:cubicBezTo>
                    <a:pt x="1535382" y="543153"/>
                    <a:pt x="1530251" y="535977"/>
                    <a:pt x="1533330" y="537003"/>
                  </a:cubicBezTo>
                  <a:cubicBezTo>
                    <a:pt x="1536408" y="538029"/>
                    <a:pt x="1542558" y="531879"/>
                    <a:pt x="1542558" y="531879"/>
                  </a:cubicBezTo>
                  <a:lnTo>
                    <a:pt x="1541532" y="521625"/>
                  </a:lnTo>
                  <a:lnTo>
                    <a:pt x="1533330" y="513429"/>
                  </a:lnTo>
                  <a:lnTo>
                    <a:pt x="1541532" y="505227"/>
                  </a:lnTo>
                  <a:lnTo>
                    <a:pt x="1540506" y="485751"/>
                  </a:lnTo>
                  <a:lnTo>
                    <a:pt x="1547689" y="479608"/>
                  </a:lnTo>
                  <a:lnTo>
                    <a:pt x="1547689" y="468334"/>
                  </a:lnTo>
                  <a:lnTo>
                    <a:pt x="1539479" y="466282"/>
                  </a:lnTo>
                  <a:lnTo>
                    <a:pt x="1533330" y="469353"/>
                  </a:lnTo>
                  <a:lnTo>
                    <a:pt x="1528199" y="463203"/>
                  </a:lnTo>
                  <a:lnTo>
                    <a:pt x="1502566" y="462177"/>
                  </a:lnTo>
                  <a:lnTo>
                    <a:pt x="1496409" y="451929"/>
                  </a:lnTo>
                  <a:lnTo>
                    <a:pt x="1498468" y="440656"/>
                  </a:lnTo>
                  <a:lnTo>
                    <a:pt x="1489233" y="437584"/>
                  </a:lnTo>
                  <a:lnTo>
                    <a:pt x="1483083" y="422206"/>
                  </a:lnTo>
                  <a:lnTo>
                    <a:pt x="1471802" y="418108"/>
                  </a:lnTo>
                  <a:lnTo>
                    <a:pt x="1466678" y="410932"/>
                  </a:lnTo>
                  <a:lnTo>
                    <a:pt x="1455398" y="403756"/>
                  </a:lnTo>
                  <a:lnTo>
                    <a:pt x="1435908" y="405808"/>
                  </a:lnTo>
                  <a:lnTo>
                    <a:pt x="1430784" y="415030"/>
                  </a:lnTo>
                  <a:lnTo>
                    <a:pt x="1420530" y="414010"/>
                  </a:lnTo>
                  <a:lnTo>
                    <a:pt x="1402073" y="412984"/>
                  </a:lnTo>
                  <a:lnTo>
                    <a:pt x="1385662" y="402736"/>
                  </a:lnTo>
                  <a:lnTo>
                    <a:pt x="1380538" y="397606"/>
                  </a:lnTo>
                  <a:lnTo>
                    <a:pt x="1367205" y="397606"/>
                  </a:lnTo>
                  <a:lnTo>
                    <a:pt x="1360029" y="402730"/>
                  </a:lnTo>
                  <a:lnTo>
                    <a:pt x="1360029" y="429382"/>
                  </a:lnTo>
                  <a:lnTo>
                    <a:pt x="1372329" y="443727"/>
                  </a:lnTo>
                  <a:lnTo>
                    <a:pt x="1371302" y="459106"/>
                  </a:lnTo>
                  <a:lnTo>
                    <a:pt x="1363100" y="465255"/>
                  </a:lnTo>
                  <a:lnTo>
                    <a:pt x="1356950" y="466282"/>
                  </a:lnTo>
                  <a:lnTo>
                    <a:pt x="1360022" y="474477"/>
                  </a:lnTo>
                  <a:lnTo>
                    <a:pt x="1368231" y="484725"/>
                  </a:lnTo>
                  <a:lnTo>
                    <a:pt x="1371302" y="501122"/>
                  </a:lnTo>
                  <a:lnTo>
                    <a:pt x="1376433" y="511377"/>
                  </a:lnTo>
                  <a:lnTo>
                    <a:pt x="1372329" y="526748"/>
                  </a:lnTo>
                  <a:lnTo>
                    <a:pt x="1361048" y="540075"/>
                  </a:lnTo>
                  <a:lnTo>
                    <a:pt x="1360022" y="548270"/>
                  </a:lnTo>
                  <a:lnTo>
                    <a:pt x="1351820" y="559544"/>
                  </a:lnTo>
                  <a:lnTo>
                    <a:pt x="1352846" y="571844"/>
                  </a:lnTo>
                  <a:lnTo>
                    <a:pt x="1370276" y="588248"/>
                  </a:lnTo>
                  <a:lnTo>
                    <a:pt x="1386688" y="603620"/>
                  </a:lnTo>
                  <a:lnTo>
                    <a:pt x="1395916" y="642565"/>
                  </a:lnTo>
                  <a:lnTo>
                    <a:pt x="1389759" y="678439"/>
                  </a:lnTo>
                  <a:lnTo>
                    <a:pt x="1376426" y="689713"/>
                  </a:lnTo>
                  <a:lnTo>
                    <a:pt x="1372329" y="696889"/>
                  </a:lnTo>
                  <a:lnTo>
                    <a:pt x="1361048" y="708163"/>
                  </a:lnTo>
                  <a:lnTo>
                    <a:pt x="1349767" y="713286"/>
                  </a:lnTo>
                  <a:lnTo>
                    <a:pt x="1347715" y="721489"/>
                  </a:lnTo>
                  <a:lnTo>
                    <a:pt x="1334382" y="722508"/>
                  </a:lnTo>
                  <a:lnTo>
                    <a:pt x="1330284" y="730710"/>
                  </a:lnTo>
                  <a:lnTo>
                    <a:pt x="1340539" y="743010"/>
                  </a:lnTo>
                  <a:lnTo>
                    <a:pt x="1343610" y="762486"/>
                  </a:lnTo>
                  <a:lnTo>
                    <a:pt x="1343610" y="787079"/>
                  </a:lnTo>
                  <a:lnTo>
                    <a:pt x="1348741" y="799379"/>
                  </a:lnTo>
                  <a:lnTo>
                    <a:pt x="1354891" y="808608"/>
                  </a:lnTo>
                  <a:lnTo>
                    <a:pt x="1354378" y="818342"/>
                  </a:lnTo>
                  <a:lnTo>
                    <a:pt x="1345150" y="832181"/>
                  </a:lnTo>
                  <a:lnTo>
                    <a:pt x="1342071" y="844475"/>
                  </a:lnTo>
                  <a:lnTo>
                    <a:pt x="1332843" y="835253"/>
                  </a:lnTo>
                  <a:lnTo>
                    <a:pt x="1326693" y="849092"/>
                  </a:lnTo>
                  <a:lnTo>
                    <a:pt x="1320536" y="846014"/>
                  </a:lnTo>
                  <a:lnTo>
                    <a:pt x="1309768" y="847553"/>
                  </a:lnTo>
                  <a:lnTo>
                    <a:pt x="1311308" y="838325"/>
                  </a:lnTo>
                  <a:lnTo>
                    <a:pt x="1299001" y="819882"/>
                  </a:lnTo>
                  <a:lnTo>
                    <a:pt x="1288233" y="816803"/>
                  </a:lnTo>
                  <a:lnTo>
                    <a:pt x="1288240" y="809114"/>
                  </a:lnTo>
                  <a:lnTo>
                    <a:pt x="1274394" y="796821"/>
                  </a:lnTo>
                  <a:lnTo>
                    <a:pt x="1274394" y="789132"/>
                  </a:lnTo>
                  <a:lnTo>
                    <a:pt x="1279005" y="782982"/>
                  </a:lnTo>
                  <a:lnTo>
                    <a:pt x="1280544" y="753771"/>
                  </a:lnTo>
                  <a:lnTo>
                    <a:pt x="1275933" y="739932"/>
                  </a:lnTo>
                  <a:lnTo>
                    <a:pt x="1277472" y="709182"/>
                  </a:lnTo>
                  <a:lnTo>
                    <a:pt x="1266705" y="701500"/>
                  </a:lnTo>
                  <a:lnTo>
                    <a:pt x="1248248" y="704571"/>
                  </a:lnTo>
                  <a:lnTo>
                    <a:pt x="1229784" y="703032"/>
                  </a:lnTo>
                  <a:lnTo>
                    <a:pt x="1220556" y="696889"/>
                  </a:lnTo>
                  <a:lnTo>
                    <a:pt x="1203639" y="695350"/>
                  </a:lnTo>
                  <a:lnTo>
                    <a:pt x="1191332" y="681510"/>
                  </a:lnTo>
                  <a:lnTo>
                    <a:pt x="1169797" y="678439"/>
                  </a:lnTo>
                  <a:lnTo>
                    <a:pt x="1157490" y="670750"/>
                  </a:lnTo>
                  <a:lnTo>
                    <a:pt x="1154418" y="655371"/>
                  </a:lnTo>
                  <a:lnTo>
                    <a:pt x="1149801" y="653839"/>
                  </a:lnTo>
                  <a:lnTo>
                    <a:pt x="1143651" y="653839"/>
                  </a:lnTo>
                  <a:lnTo>
                    <a:pt x="1131344" y="644611"/>
                  </a:lnTo>
                  <a:lnTo>
                    <a:pt x="1106730" y="629239"/>
                  </a:lnTo>
                  <a:lnTo>
                    <a:pt x="1097502" y="629239"/>
                  </a:lnTo>
                  <a:lnTo>
                    <a:pt x="1091352" y="626167"/>
                  </a:lnTo>
                  <a:lnTo>
                    <a:pt x="1074427" y="626161"/>
                  </a:lnTo>
                  <a:lnTo>
                    <a:pt x="1054431" y="633850"/>
                  </a:lnTo>
                  <a:lnTo>
                    <a:pt x="1052892" y="629239"/>
                  </a:lnTo>
                  <a:lnTo>
                    <a:pt x="1057510" y="612328"/>
                  </a:lnTo>
                  <a:lnTo>
                    <a:pt x="1048281" y="596950"/>
                  </a:lnTo>
                  <a:lnTo>
                    <a:pt x="1042131" y="566207"/>
                  </a:lnTo>
                  <a:lnTo>
                    <a:pt x="1031364" y="563128"/>
                  </a:lnTo>
                  <a:lnTo>
                    <a:pt x="1017518" y="561589"/>
                  </a:lnTo>
                  <a:lnTo>
                    <a:pt x="1003672" y="546218"/>
                  </a:lnTo>
                  <a:lnTo>
                    <a:pt x="1003672" y="523157"/>
                  </a:lnTo>
                  <a:lnTo>
                    <a:pt x="1005211" y="518546"/>
                  </a:lnTo>
                  <a:lnTo>
                    <a:pt x="1006750" y="483186"/>
                  </a:lnTo>
                  <a:lnTo>
                    <a:pt x="1017518" y="466275"/>
                  </a:lnTo>
                  <a:lnTo>
                    <a:pt x="1023668" y="441675"/>
                  </a:lnTo>
                  <a:lnTo>
                    <a:pt x="1032903" y="432446"/>
                  </a:lnTo>
                  <a:lnTo>
                    <a:pt x="1034442" y="420153"/>
                  </a:lnTo>
                  <a:lnTo>
                    <a:pt x="1043671" y="418614"/>
                  </a:lnTo>
                  <a:lnTo>
                    <a:pt x="1049821" y="404775"/>
                  </a:lnTo>
                  <a:lnTo>
                    <a:pt x="1062127" y="398625"/>
                  </a:lnTo>
                  <a:lnTo>
                    <a:pt x="1057517" y="381714"/>
                  </a:lnTo>
                  <a:lnTo>
                    <a:pt x="1063667" y="375564"/>
                  </a:lnTo>
                  <a:lnTo>
                    <a:pt x="1068277" y="380182"/>
                  </a:lnTo>
                  <a:lnTo>
                    <a:pt x="1075973" y="380182"/>
                  </a:lnTo>
                  <a:lnTo>
                    <a:pt x="1094430" y="374032"/>
                  </a:lnTo>
                  <a:lnTo>
                    <a:pt x="1094430" y="364804"/>
                  </a:lnTo>
                  <a:lnTo>
                    <a:pt x="1086741" y="354043"/>
                  </a:lnTo>
                  <a:lnTo>
                    <a:pt x="1074434" y="344821"/>
                  </a:lnTo>
                  <a:lnTo>
                    <a:pt x="1083663" y="341743"/>
                  </a:lnTo>
                  <a:lnTo>
                    <a:pt x="1091352" y="344821"/>
                  </a:lnTo>
                  <a:lnTo>
                    <a:pt x="1105198" y="343282"/>
                  </a:lnTo>
                  <a:lnTo>
                    <a:pt x="1115965" y="327911"/>
                  </a:lnTo>
                  <a:lnTo>
                    <a:pt x="1123655" y="335593"/>
                  </a:lnTo>
                  <a:lnTo>
                    <a:pt x="1139040" y="334060"/>
                  </a:lnTo>
                  <a:lnTo>
                    <a:pt x="1149807" y="318682"/>
                  </a:lnTo>
                  <a:lnTo>
                    <a:pt x="1162114" y="306382"/>
                  </a:lnTo>
                  <a:lnTo>
                    <a:pt x="1163647" y="297161"/>
                  </a:lnTo>
                  <a:lnTo>
                    <a:pt x="1168264" y="280250"/>
                  </a:lnTo>
                  <a:lnTo>
                    <a:pt x="1163647" y="271028"/>
                  </a:lnTo>
                  <a:lnTo>
                    <a:pt x="1157497" y="266411"/>
                  </a:lnTo>
                  <a:lnTo>
                    <a:pt x="1135961" y="264878"/>
                  </a:lnTo>
                  <a:lnTo>
                    <a:pt x="1114426" y="244889"/>
                  </a:lnTo>
                  <a:lnTo>
                    <a:pt x="1105198" y="238739"/>
                  </a:lnTo>
                  <a:lnTo>
                    <a:pt x="1111355" y="234128"/>
                  </a:lnTo>
                  <a:lnTo>
                    <a:pt x="1129811" y="240278"/>
                  </a:lnTo>
                  <a:lnTo>
                    <a:pt x="1146729" y="255650"/>
                  </a:lnTo>
                  <a:lnTo>
                    <a:pt x="1166725" y="258728"/>
                  </a:lnTo>
                  <a:lnTo>
                    <a:pt x="1179032" y="244889"/>
                  </a:lnTo>
                  <a:lnTo>
                    <a:pt x="1197489" y="231057"/>
                  </a:lnTo>
                  <a:lnTo>
                    <a:pt x="1199028" y="215679"/>
                  </a:lnTo>
                  <a:lnTo>
                    <a:pt x="1188260" y="214139"/>
                  </a:lnTo>
                  <a:lnTo>
                    <a:pt x="1182110" y="207996"/>
                  </a:lnTo>
                  <a:lnTo>
                    <a:pt x="1183649" y="200307"/>
                  </a:lnTo>
                  <a:lnTo>
                    <a:pt x="1200567" y="198768"/>
                  </a:lnTo>
                  <a:lnTo>
                    <a:pt x="1206724" y="209529"/>
                  </a:lnTo>
                  <a:lnTo>
                    <a:pt x="1215952" y="214139"/>
                  </a:lnTo>
                  <a:lnTo>
                    <a:pt x="1225181" y="215679"/>
                  </a:lnTo>
                  <a:lnTo>
                    <a:pt x="1239027" y="209529"/>
                  </a:lnTo>
                  <a:lnTo>
                    <a:pt x="1237487" y="201846"/>
                  </a:lnTo>
                  <a:lnTo>
                    <a:pt x="1223641" y="191619"/>
                  </a:lnTo>
                  <a:lnTo>
                    <a:pt x="1219031" y="187932"/>
                  </a:lnTo>
                  <a:lnTo>
                    <a:pt x="1225181" y="184238"/>
                  </a:lnTo>
                  <a:lnTo>
                    <a:pt x="1234409" y="186085"/>
                  </a:lnTo>
                  <a:lnTo>
                    <a:pt x="1240559" y="190696"/>
                  </a:lnTo>
                  <a:lnTo>
                    <a:pt x="1248255" y="200307"/>
                  </a:lnTo>
                  <a:lnTo>
                    <a:pt x="1260562" y="201846"/>
                  </a:lnTo>
                  <a:lnTo>
                    <a:pt x="1269790" y="195696"/>
                  </a:lnTo>
                  <a:lnTo>
                    <a:pt x="1286708" y="188855"/>
                  </a:lnTo>
                  <a:lnTo>
                    <a:pt x="1288247" y="181474"/>
                  </a:lnTo>
                  <a:lnTo>
                    <a:pt x="1300554" y="165795"/>
                  </a:lnTo>
                  <a:lnTo>
                    <a:pt x="1288247" y="151955"/>
                  </a:lnTo>
                  <a:lnTo>
                    <a:pt x="1279019" y="148268"/>
                  </a:lnTo>
                  <a:lnTo>
                    <a:pt x="1272869" y="137200"/>
                  </a:lnTo>
                  <a:lnTo>
                    <a:pt x="1279019" y="135353"/>
                  </a:lnTo>
                  <a:lnTo>
                    <a:pt x="1291325" y="134429"/>
                  </a:lnTo>
                  <a:lnTo>
                    <a:pt x="1294404" y="125201"/>
                  </a:lnTo>
                  <a:lnTo>
                    <a:pt x="1285175" y="118750"/>
                  </a:lnTo>
                  <a:lnTo>
                    <a:pt x="1292865" y="110445"/>
                  </a:lnTo>
                  <a:lnTo>
                    <a:pt x="1291325" y="103063"/>
                  </a:lnTo>
                  <a:lnTo>
                    <a:pt x="1280558" y="103063"/>
                  </a:lnTo>
                  <a:lnTo>
                    <a:pt x="1272869" y="99376"/>
                  </a:lnTo>
                  <a:lnTo>
                    <a:pt x="1269790" y="93842"/>
                  </a:lnTo>
                  <a:lnTo>
                    <a:pt x="1275940" y="91071"/>
                  </a:lnTo>
                  <a:lnTo>
                    <a:pt x="1269790" y="87384"/>
                  </a:lnTo>
                  <a:lnTo>
                    <a:pt x="1249794" y="87384"/>
                  </a:lnTo>
                  <a:lnTo>
                    <a:pt x="1239027" y="85537"/>
                  </a:lnTo>
                  <a:lnTo>
                    <a:pt x="1229798" y="80926"/>
                  </a:lnTo>
                  <a:lnTo>
                    <a:pt x="1214413" y="82773"/>
                  </a:lnTo>
                  <a:lnTo>
                    <a:pt x="1211341" y="85537"/>
                  </a:lnTo>
                  <a:lnTo>
                    <a:pt x="1209802" y="107674"/>
                  </a:lnTo>
                  <a:lnTo>
                    <a:pt x="1215952" y="110445"/>
                  </a:lnTo>
                  <a:lnTo>
                    <a:pt x="1214413" y="115979"/>
                  </a:lnTo>
                  <a:lnTo>
                    <a:pt x="1203645" y="122437"/>
                  </a:lnTo>
                  <a:lnTo>
                    <a:pt x="1202106" y="132582"/>
                  </a:lnTo>
                  <a:lnTo>
                    <a:pt x="1195956" y="146421"/>
                  </a:lnTo>
                  <a:lnTo>
                    <a:pt x="1186728" y="158413"/>
                  </a:lnTo>
                  <a:lnTo>
                    <a:pt x="1182110" y="165788"/>
                  </a:lnTo>
                  <a:lnTo>
                    <a:pt x="1171343" y="168558"/>
                  </a:lnTo>
                  <a:lnTo>
                    <a:pt x="1169803" y="176863"/>
                  </a:lnTo>
                  <a:lnTo>
                    <a:pt x="1165193" y="176863"/>
                  </a:lnTo>
                  <a:lnTo>
                    <a:pt x="1145197" y="159337"/>
                  </a:lnTo>
                  <a:lnTo>
                    <a:pt x="1146729" y="139040"/>
                  </a:lnTo>
                  <a:lnTo>
                    <a:pt x="1159036" y="138116"/>
                  </a:lnTo>
                  <a:lnTo>
                    <a:pt x="1157497" y="130735"/>
                  </a:lnTo>
                  <a:lnTo>
                    <a:pt x="1151347" y="122437"/>
                  </a:lnTo>
                  <a:lnTo>
                    <a:pt x="1131351" y="111368"/>
                  </a:lnTo>
                  <a:lnTo>
                    <a:pt x="1126733" y="106751"/>
                  </a:lnTo>
                  <a:lnTo>
                    <a:pt x="1114433" y="113209"/>
                  </a:lnTo>
                  <a:lnTo>
                    <a:pt x="1114433" y="122437"/>
                  </a:lnTo>
                  <a:lnTo>
                    <a:pt x="1111355" y="134429"/>
                  </a:lnTo>
                  <a:lnTo>
                    <a:pt x="1103665" y="137193"/>
                  </a:lnTo>
                  <a:lnTo>
                    <a:pt x="1097509" y="133505"/>
                  </a:lnTo>
                  <a:lnTo>
                    <a:pt x="1097509" y="115056"/>
                  </a:lnTo>
                  <a:lnTo>
                    <a:pt x="1082130" y="104910"/>
                  </a:lnTo>
                  <a:lnTo>
                    <a:pt x="1085209" y="101216"/>
                  </a:lnTo>
                  <a:lnTo>
                    <a:pt x="1097509" y="101216"/>
                  </a:lnTo>
                  <a:lnTo>
                    <a:pt x="1095976" y="97529"/>
                  </a:lnTo>
                  <a:lnTo>
                    <a:pt x="1083669" y="89224"/>
                  </a:lnTo>
                  <a:lnTo>
                    <a:pt x="1068284" y="92918"/>
                  </a:lnTo>
                  <a:lnTo>
                    <a:pt x="1051367" y="84613"/>
                  </a:lnTo>
                  <a:lnTo>
                    <a:pt x="1057517" y="76315"/>
                  </a:lnTo>
                  <a:lnTo>
                    <a:pt x="1055984" y="71698"/>
                  </a:lnTo>
                  <a:lnTo>
                    <a:pt x="1060595" y="70774"/>
                  </a:lnTo>
                  <a:lnTo>
                    <a:pt x="1072902" y="71698"/>
                  </a:lnTo>
                  <a:lnTo>
                    <a:pt x="1072902" y="63400"/>
                  </a:lnTo>
                  <a:lnTo>
                    <a:pt x="1046749" y="44026"/>
                  </a:lnTo>
                  <a:lnTo>
                    <a:pt x="1045210" y="24653"/>
                  </a:lnTo>
                  <a:lnTo>
                    <a:pt x="1040599" y="20966"/>
                  </a:lnTo>
                  <a:lnTo>
                    <a:pt x="1037527" y="10821"/>
                  </a:lnTo>
                  <a:lnTo>
                    <a:pt x="1028292" y="8050"/>
                  </a:lnTo>
                  <a:lnTo>
                    <a:pt x="1017525" y="7126"/>
                  </a:lnTo>
                  <a:lnTo>
                    <a:pt x="1011375" y="1592"/>
                  </a:lnTo>
                  <a:lnTo>
                    <a:pt x="1002146" y="669"/>
                  </a:lnTo>
                  <a:lnTo>
                    <a:pt x="997529" y="7126"/>
                  </a:lnTo>
                  <a:lnTo>
                    <a:pt x="989839" y="7126"/>
                  </a:lnTo>
                  <a:lnTo>
                    <a:pt x="983689" y="13584"/>
                  </a:lnTo>
                  <a:lnTo>
                    <a:pt x="991379" y="18195"/>
                  </a:lnTo>
                  <a:lnTo>
                    <a:pt x="983683" y="22813"/>
                  </a:lnTo>
                  <a:lnTo>
                    <a:pt x="977533" y="21889"/>
                  </a:lnTo>
                  <a:lnTo>
                    <a:pt x="972915" y="23729"/>
                  </a:lnTo>
                  <a:lnTo>
                    <a:pt x="965226" y="45873"/>
                  </a:lnTo>
                  <a:lnTo>
                    <a:pt x="972915" y="51408"/>
                  </a:lnTo>
                  <a:lnTo>
                    <a:pt x="979072" y="51408"/>
                  </a:lnTo>
                  <a:lnTo>
                    <a:pt x="979072" y="56018"/>
                  </a:lnTo>
                  <a:lnTo>
                    <a:pt x="969843" y="55095"/>
                  </a:lnTo>
                  <a:lnTo>
                    <a:pt x="965226" y="70774"/>
                  </a:lnTo>
                  <a:lnTo>
                    <a:pt x="974454" y="78156"/>
                  </a:lnTo>
                  <a:lnTo>
                    <a:pt x="986761" y="84613"/>
                  </a:lnTo>
                  <a:lnTo>
                    <a:pt x="997529" y="85537"/>
                  </a:lnTo>
                  <a:lnTo>
                    <a:pt x="1005218" y="86461"/>
                  </a:lnTo>
                  <a:lnTo>
                    <a:pt x="1006757" y="92918"/>
                  </a:lnTo>
                  <a:lnTo>
                    <a:pt x="1019064" y="94759"/>
                  </a:lnTo>
                  <a:lnTo>
                    <a:pt x="1028292" y="91995"/>
                  </a:lnTo>
                  <a:lnTo>
                    <a:pt x="1029831" y="97529"/>
                  </a:lnTo>
                  <a:lnTo>
                    <a:pt x="1014446" y="103063"/>
                  </a:lnTo>
                  <a:lnTo>
                    <a:pt x="1006757" y="118743"/>
                  </a:lnTo>
                  <a:lnTo>
                    <a:pt x="1014446" y="122437"/>
                  </a:lnTo>
                  <a:lnTo>
                    <a:pt x="1022135" y="118743"/>
                  </a:lnTo>
                  <a:lnTo>
                    <a:pt x="1026753" y="115056"/>
                  </a:lnTo>
                  <a:lnTo>
                    <a:pt x="1031371" y="121513"/>
                  </a:lnTo>
                  <a:lnTo>
                    <a:pt x="1028292" y="130735"/>
                  </a:lnTo>
                  <a:lnTo>
                    <a:pt x="1009835" y="143651"/>
                  </a:lnTo>
                  <a:lnTo>
                    <a:pt x="999061" y="143651"/>
                  </a:lnTo>
                  <a:lnTo>
                    <a:pt x="986761" y="149185"/>
                  </a:lnTo>
                  <a:lnTo>
                    <a:pt x="985222" y="154719"/>
                  </a:lnTo>
                  <a:lnTo>
                    <a:pt x="997529" y="165788"/>
                  </a:lnTo>
                  <a:lnTo>
                    <a:pt x="992911" y="172246"/>
                  </a:lnTo>
                  <a:lnTo>
                    <a:pt x="974454" y="168558"/>
                  </a:lnTo>
                  <a:lnTo>
                    <a:pt x="971376" y="156566"/>
                  </a:lnTo>
                  <a:lnTo>
                    <a:pt x="977533" y="151949"/>
                  </a:lnTo>
                  <a:lnTo>
                    <a:pt x="977533" y="143651"/>
                  </a:lnTo>
                  <a:lnTo>
                    <a:pt x="968304" y="141804"/>
                  </a:lnTo>
                  <a:lnTo>
                    <a:pt x="952919" y="135346"/>
                  </a:lnTo>
                  <a:lnTo>
                    <a:pt x="942151" y="131658"/>
                  </a:lnTo>
                  <a:lnTo>
                    <a:pt x="936001" y="134429"/>
                  </a:lnTo>
                  <a:lnTo>
                    <a:pt x="922155" y="135346"/>
                  </a:lnTo>
                  <a:lnTo>
                    <a:pt x="915999" y="157490"/>
                  </a:lnTo>
                  <a:lnTo>
                    <a:pt x="905231" y="156566"/>
                  </a:lnTo>
                  <a:lnTo>
                    <a:pt x="892931" y="152872"/>
                  </a:lnTo>
                  <a:lnTo>
                    <a:pt x="868317" y="157483"/>
                  </a:lnTo>
                  <a:lnTo>
                    <a:pt x="857550" y="154719"/>
                  </a:lnTo>
                  <a:lnTo>
                    <a:pt x="848828" y="158406"/>
                  </a:lnTo>
                  <a:lnTo>
                    <a:pt x="828325" y="154719"/>
                  </a:lnTo>
                  <a:lnTo>
                    <a:pt x="820636" y="146414"/>
                  </a:lnTo>
                  <a:lnTo>
                    <a:pt x="800633" y="146414"/>
                  </a:lnTo>
                  <a:lnTo>
                    <a:pt x="791405" y="145491"/>
                  </a:lnTo>
                  <a:lnTo>
                    <a:pt x="774488" y="134422"/>
                  </a:lnTo>
                  <a:lnTo>
                    <a:pt x="772948" y="130735"/>
                  </a:lnTo>
                  <a:lnTo>
                    <a:pt x="768338" y="129811"/>
                  </a:lnTo>
                  <a:lnTo>
                    <a:pt x="760641" y="131658"/>
                  </a:lnTo>
                  <a:lnTo>
                    <a:pt x="759102" y="136269"/>
                  </a:lnTo>
                  <a:lnTo>
                    <a:pt x="742185" y="147338"/>
                  </a:lnTo>
                  <a:lnTo>
                    <a:pt x="722189" y="148261"/>
                  </a:lnTo>
                  <a:lnTo>
                    <a:pt x="719110" y="159330"/>
                  </a:lnTo>
                  <a:lnTo>
                    <a:pt x="726799" y="173169"/>
                  </a:lnTo>
                  <a:lnTo>
                    <a:pt x="736028" y="179620"/>
                  </a:lnTo>
                  <a:lnTo>
                    <a:pt x="728339" y="185161"/>
                  </a:lnTo>
                  <a:lnTo>
                    <a:pt x="728339" y="195689"/>
                  </a:lnTo>
                  <a:lnTo>
                    <a:pt x="714500" y="188848"/>
                  </a:lnTo>
                  <a:lnTo>
                    <a:pt x="708343" y="182391"/>
                  </a:lnTo>
                  <a:lnTo>
                    <a:pt x="716032" y="175009"/>
                  </a:lnTo>
                  <a:lnTo>
                    <a:pt x="703725" y="165788"/>
                  </a:lnTo>
                  <a:lnTo>
                    <a:pt x="699114" y="164864"/>
                  </a:lnTo>
                  <a:lnTo>
                    <a:pt x="689886" y="157483"/>
                  </a:lnTo>
                  <a:lnTo>
                    <a:pt x="679118" y="153796"/>
                  </a:lnTo>
                  <a:lnTo>
                    <a:pt x="671429" y="151025"/>
                  </a:lnTo>
                  <a:lnTo>
                    <a:pt x="642205" y="159330"/>
                  </a:lnTo>
                  <a:lnTo>
                    <a:pt x="625280" y="160253"/>
                  </a:lnTo>
                  <a:lnTo>
                    <a:pt x="589899" y="159330"/>
                  </a:lnTo>
                  <a:lnTo>
                    <a:pt x="579138" y="156559"/>
                  </a:lnTo>
                  <a:lnTo>
                    <a:pt x="557596" y="155636"/>
                  </a:lnTo>
                  <a:lnTo>
                    <a:pt x="554525" y="150102"/>
                  </a:lnTo>
                  <a:lnTo>
                    <a:pt x="559136" y="145491"/>
                  </a:lnTo>
                  <a:lnTo>
                    <a:pt x="568371" y="142727"/>
                  </a:lnTo>
                  <a:lnTo>
                    <a:pt x="571442" y="139033"/>
                  </a:lnTo>
                  <a:lnTo>
                    <a:pt x="588367" y="135346"/>
                  </a:lnTo>
                  <a:lnTo>
                    <a:pt x="556064" y="113209"/>
                  </a:lnTo>
                  <a:lnTo>
                    <a:pt x="542218" y="114132"/>
                  </a:lnTo>
                  <a:lnTo>
                    <a:pt x="539140" y="116896"/>
                  </a:lnTo>
                  <a:lnTo>
                    <a:pt x="526833" y="116896"/>
                  </a:lnTo>
                  <a:lnTo>
                    <a:pt x="512994" y="114125"/>
                  </a:lnTo>
                  <a:lnTo>
                    <a:pt x="502226" y="114125"/>
                  </a:lnTo>
                  <a:lnTo>
                    <a:pt x="482230" y="104904"/>
                  </a:lnTo>
                  <a:lnTo>
                    <a:pt x="460695" y="100293"/>
                  </a:lnTo>
                  <a:lnTo>
                    <a:pt x="451466" y="100293"/>
                  </a:lnTo>
                  <a:lnTo>
                    <a:pt x="416085" y="81843"/>
                  </a:lnTo>
                  <a:lnTo>
                    <a:pt x="393011" y="83683"/>
                  </a:lnTo>
                  <a:lnTo>
                    <a:pt x="393011" y="92912"/>
                  </a:lnTo>
                  <a:lnTo>
                    <a:pt x="379172" y="102133"/>
                  </a:lnTo>
                  <a:lnTo>
                    <a:pt x="362247" y="101210"/>
                  </a:lnTo>
                  <a:lnTo>
                    <a:pt x="360715" y="98446"/>
                  </a:lnTo>
                  <a:lnTo>
                    <a:pt x="368404" y="91064"/>
                  </a:lnTo>
                  <a:lnTo>
                    <a:pt x="356097" y="86454"/>
                  </a:lnTo>
                  <a:lnTo>
                    <a:pt x="359176" y="81843"/>
                  </a:lnTo>
                  <a:lnTo>
                    <a:pt x="363786" y="79996"/>
                  </a:lnTo>
                  <a:lnTo>
                    <a:pt x="360715" y="71691"/>
                  </a:lnTo>
                  <a:lnTo>
                    <a:pt x="343790" y="76309"/>
                  </a:lnTo>
                  <a:lnTo>
                    <a:pt x="345330" y="91064"/>
                  </a:lnTo>
                  <a:lnTo>
                    <a:pt x="340712" y="91064"/>
                  </a:lnTo>
                  <a:lnTo>
                    <a:pt x="339180" y="102133"/>
                  </a:lnTo>
                  <a:lnTo>
                    <a:pt x="325334" y="99369"/>
                  </a:lnTo>
                  <a:lnTo>
                    <a:pt x="308416" y="86454"/>
                  </a:lnTo>
                  <a:lnTo>
                    <a:pt x="308416" y="73538"/>
                  </a:lnTo>
                  <a:lnTo>
                    <a:pt x="280724" y="55088"/>
                  </a:lnTo>
                  <a:lnTo>
                    <a:pt x="280724" y="62469"/>
                  </a:lnTo>
                  <a:lnTo>
                    <a:pt x="286881" y="67080"/>
                  </a:lnTo>
                  <a:lnTo>
                    <a:pt x="285342" y="69851"/>
                  </a:lnTo>
                  <a:lnTo>
                    <a:pt x="277646" y="69851"/>
                  </a:lnTo>
                  <a:lnTo>
                    <a:pt x="277646" y="78149"/>
                  </a:lnTo>
                  <a:lnTo>
                    <a:pt x="262267" y="85530"/>
                  </a:lnTo>
                  <a:lnTo>
                    <a:pt x="263806" y="79996"/>
                  </a:lnTo>
                  <a:lnTo>
                    <a:pt x="253039" y="82760"/>
                  </a:lnTo>
                  <a:lnTo>
                    <a:pt x="231504" y="89217"/>
                  </a:lnTo>
                  <a:lnTo>
                    <a:pt x="217658" y="100286"/>
                  </a:lnTo>
                  <a:lnTo>
                    <a:pt x="213047" y="98446"/>
                  </a:lnTo>
                  <a:lnTo>
                    <a:pt x="188433" y="111355"/>
                  </a:lnTo>
                  <a:lnTo>
                    <a:pt x="182276" y="119659"/>
                  </a:lnTo>
                  <a:lnTo>
                    <a:pt x="168437" y="122423"/>
                  </a:lnTo>
                  <a:lnTo>
                    <a:pt x="166898" y="115049"/>
                  </a:lnTo>
                  <a:lnTo>
                    <a:pt x="174587" y="111355"/>
                  </a:lnTo>
                  <a:lnTo>
                    <a:pt x="173048" y="108591"/>
                  </a:lnTo>
                  <a:lnTo>
                    <a:pt x="186894" y="104904"/>
                  </a:lnTo>
                  <a:lnTo>
                    <a:pt x="188433" y="98446"/>
                  </a:lnTo>
                  <a:lnTo>
                    <a:pt x="206890" y="91064"/>
                  </a:lnTo>
                  <a:lnTo>
                    <a:pt x="217658" y="91064"/>
                  </a:lnTo>
                  <a:lnTo>
                    <a:pt x="246882" y="78149"/>
                  </a:lnTo>
                  <a:lnTo>
                    <a:pt x="246882" y="72615"/>
                  </a:lnTo>
                  <a:lnTo>
                    <a:pt x="236121" y="74462"/>
                  </a:lnTo>
                  <a:lnTo>
                    <a:pt x="231504" y="72615"/>
                  </a:lnTo>
                  <a:lnTo>
                    <a:pt x="219197" y="79996"/>
                  </a:lnTo>
                  <a:lnTo>
                    <a:pt x="211508" y="79996"/>
                  </a:lnTo>
                  <a:lnTo>
                    <a:pt x="199201" y="87377"/>
                  </a:lnTo>
                  <a:lnTo>
                    <a:pt x="188433" y="87377"/>
                  </a:lnTo>
                  <a:lnTo>
                    <a:pt x="171509" y="94752"/>
                  </a:lnTo>
                  <a:lnTo>
                    <a:pt x="169977" y="99363"/>
                  </a:lnTo>
                  <a:lnTo>
                    <a:pt x="154591" y="99363"/>
                  </a:lnTo>
                  <a:lnTo>
                    <a:pt x="157670" y="94752"/>
                  </a:lnTo>
                  <a:lnTo>
                    <a:pt x="142284" y="91988"/>
                  </a:lnTo>
                  <a:lnTo>
                    <a:pt x="129978" y="103057"/>
                  </a:lnTo>
                  <a:lnTo>
                    <a:pt x="122288" y="103057"/>
                  </a:lnTo>
                  <a:lnTo>
                    <a:pt x="111521" y="109514"/>
                  </a:lnTo>
                  <a:lnTo>
                    <a:pt x="114599" y="115972"/>
                  </a:lnTo>
                  <a:lnTo>
                    <a:pt x="129978" y="120583"/>
                  </a:lnTo>
                  <a:lnTo>
                    <a:pt x="129978" y="125194"/>
                  </a:lnTo>
                  <a:lnTo>
                    <a:pt x="123828" y="126117"/>
                  </a:lnTo>
                  <a:lnTo>
                    <a:pt x="103832" y="123347"/>
                  </a:lnTo>
                  <a:lnTo>
                    <a:pt x="89986" y="116889"/>
                  </a:lnTo>
                  <a:lnTo>
                    <a:pt x="73068" y="115049"/>
                  </a:lnTo>
                  <a:lnTo>
                    <a:pt x="54611" y="106744"/>
                  </a:lnTo>
                  <a:lnTo>
                    <a:pt x="37687" y="95675"/>
                  </a:lnTo>
                  <a:lnTo>
                    <a:pt x="13080" y="95675"/>
                  </a:lnTo>
                  <a:lnTo>
                    <a:pt x="6923" y="93828"/>
                  </a:lnTo>
                  <a:lnTo>
                    <a:pt x="938" y="93828"/>
                  </a:lnTo>
                  <a:lnTo>
                    <a:pt x="938" y="495978"/>
                  </a:lnTo>
                  <a:lnTo>
                    <a:pt x="24860" y="512383"/>
                  </a:lnTo>
                  <a:lnTo>
                    <a:pt x="28965" y="498030"/>
                  </a:lnTo>
                  <a:lnTo>
                    <a:pt x="37167" y="491880"/>
                  </a:lnTo>
                  <a:lnTo>
                    <a:pt x="47422" y="504180"/>
                  </a:lnTo>
                  <a:lnTo>
                    <a:pt x="80237" y="553380"/>
                  </a:lnTo>
                  <a:lnTo>
                    <a:pt x="90492" y="553380"/>
                  </a:lnTo>
                  <a:lnTo>
                    <a:pt x="106896" y="534930"/>
                  </a:lnTo>
                  <a:lnTo>
                    <a:pt x="123308" y="530832"/>
                  </a:lnTo>
                  <a:lnTo>
                    <a:pt x="139712" y="543132"/>
                  </a:lnTo>
                  <a:lnTo>
                    <a:pt x="156124" y="571830"/>
                  </a:lnTo>
                  <a:lnTo>
                    <a:pt x="170476" y="582078"/>
                  </a:lnTo>
                  <a:lnTo>
                    <a:pt x="197142" y="643571"/>
                  </a:lnTo>
                  <a:lnTo>
                    <a:pt x="213546" y="659975"/>
                  </a:lnTo>
                  <a:lnTo>
                    <a:pt x="242258" y="678418"/>
                  </a:lnTo>
                  <a:lnTo>
                    <a:pt x="238160" y="698920"/>
                  </a:lnTo>
                  <a:lnTo>
                    <a:pt x="240205" y="715318"/>
                  </a:lnTo>
                  <a:lnTo>
                    <a:pt x="234568" y="723007"/>
                  </a:lnTo>
                  <a:lnTo>
                    <a:pt x="233029" y="736840"/>
                  </a:lnTo>
                  <a:lnTo>
                    <a:pt x="236108" y="755290"/>
                  </a:lnTo>
                  <a:lnTo>
                    <a:pt x="240718" y="767590"/>
                  </a:lnTo>
                  <a:lnTo>
                    <a:pt x="249947" y="773740"/>
                  </a:lnTo>
                  <a:lnTo>
                    <a:pt x="254564" y="767590"/>
                  </a:lnTo>
                  <a:lnTo>
                    <a:pt x="260714" y="766050"/>
                  </a:lnTo>
                  <a:lnTo>
                    <a:pt x="262254" y="781429"/>
                  </a:lnTo>
                  <a:lnTo>
                    <a:pt x="256104" y="786039"/>
                  </a:lnTo>
                  <a:lnTo>
                    <a:pt x="256104" y="796800"/>
                  </a:lnTo>
                  <a:lnTo>
                    <a:pt x="266871" y="799879"/>
                  </a:lnTo>
                  <a:lnTo>
                    <a:pt x="277639" y="796800"/>
                  </a:lnTo>
                  <a:lnTo>
                    <a:pt x="280710" y="807561"/>
                  </a:lnTo>
                  <a:lnTo>
                    <a:pt x="285328" y="816789"/>
                  </a:lnTo>
                  <a:lnTo>
                    <a:pt x="283789" y="833700"/>
                  </a:lnTo>
                  <a:lnTo>
                    <a:pt x="286867" y="850611"/>
                  </a:lnTo>
                  <a:lnTo>
                    <a:pt x="297635" y="856761"/>
                  </a:lnTo>
                  <a:lnTo>
                    <a:pt x="317631" y="861372"/>
                  </a:lnTo>
                  <a:lnTo>
                    <a:pt x="325320" y="873672"/>
                  </a:lnTo>
                  <a:lnTo>
                    <a:pt x="340698" y="873672"/>
                  </a:lnTo>
                  <a:lnTo>
                    <a:pt x="349934" y="878282"/>
                  </a:lnTo>
                  <a:lnTo>
                    <a:pt x="357623" y="892122"/>
                  </a:lnTo>
                  <a:lnTo>
                    <a:pt x="369930" y="895200"/>
                  </a:lnTo>
                  <a:lnTo>
                    <a:pt x="374540" y="907493"/>
                  </a:lnTo>
                  <a:lnTo>
                    <a:pt x="382230" y="907493"/>
                  </a:lnTo>
                  <a:lnTo>
                    <a:pt x="394536" y="924411"/>
                  </a:lnTo>
                  <a:lnTo>
                    <a:pt x="405304" y="93056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7" name="Forme libre : forme 715">
              <a:extLst>
                <a:ext uri="{FF2B5EF4-FFF2-40B4-BE49-F238E27FC236}">
                  <a16:creationId xmlns:a16="http://schemas.microsoft.com/office/drawing/2014/main" id="{B2BF1AEF-B64A-87A7-42E2-8740B04DC0FC}"/>
                </a:ext>
              </a:extLst>
            </p:cNvPr>
            <p:cNvSpPr/>
            <p:nvPr/>
          </p:nvSpPr>
          <p:spPr>
            <a:xfrm>
              <a:off x="2906451" y="3441562"/>
              <a:ext cx="1239019" cy="650837"/>
            </a:xfrm>
            <a:custGeom>
              <a:avLst/>
              <a:gdLst>
                <a:gd name="csX0" fmla="*/ 168635 w 1239019"/>
                <a:gd name="csY0" fmla="*/ 468480 h 650837"/>
                <a:gd name="csX1" fmla="*/ 180176 w 1239019"/>
                <a:gd name="csY1" fmla="*/ 464635 h 650837"/>
                <a:gd name="csX2" fmla="*/ 217856 w 1239019"/>
                <a:gd name="csY2" fmla="*/ 463103 h 650837"/>
                <a:gd name="csX3" fmla="*/ 250931 w 1239019"/>
                <a:gd name="csY3" fmla="*/ 478474 h 650837"/>
                <a:gd name="csX4" fmla="*/ 280922 w 1239019"/>
                <a:gd name="csY4" fmla="*/ 496924 h 650837"/>
                <a:gd name="csX5" fmla="*/ 293229 w 1239019"/>
                <a:gd name="csY5" fmla="*/ 499230 h 650837"/>
                <a:gd name="csX6" fmla="*/ 339377 w 1239019"/>
                <a:gd name="csY6" fmla="*/ 500003 h 650837"/>
                <a:gd name="csX7" fmla="*/ 359373 w 1239019"/>
                <a:gd name="csY7" fmla="*/ 494619 h 650837"/>
                <a:gd name="csX8" fmla="*/ 363984 w 1239019"/>
                <a:gd name="csY8" fmla="*/ 481553 h 650837"/>
                <a:gd name="csX9" fmla="*/ 383987 w 1239019"/>
                <a:gd name="csY9" fmla="*/ 482319 h 650837"/>
                <a:gd name="csX10" fmla="*/ 405515 w 1239019"/>
                <a:gd name="csY10" fmla="*/ 486930 h 650837"/>
                <a:gd name="csX11" fmla="*/ 425518 w 1239019"/>
                <a:gd name="csY11" fmla="*/ 506153 h 650837"/>
                <a:gd name="csX12" fmla="*/ 433207 w 1239019"/>
                <a:gd name="csY12" fmla="*/ 506153 h 650837"/>
                <a:gd name="csX13" fmla="*/ 440897 w 1239019"/>
                <a:gd name="csY13" fmla="*/ 513835 h 650837"/>
                <a:gd name="csX14" fmla="*/ 442436 w 1239019"/>
                <a:gd name="csY14" fmla="*/ 533058 h 650837"/>
                <a:gd name="csX15" fmla="*/ 459353 w 1239019"/>
                <a:gd name="csY15" fmla="*/ 549196 h 650837"/>
                <a:gd name="csX16" fmla="*/ 473966 w 1239019"/>
                <a:gd name="csY16" fmla="*/ 554579 h 650837"/>
                <a:gd name="csX17" fmla="*/ 478583 w 1239019"/>
                <a:gd name="csY17" fmla="*/ 551508 h 650837"/>
                <a:gd name="csX18" fmla="*/ 476278 w 1239019"/>
                <a:gd name="csY18" fmla="*/ 540747 h 650837"/>
                <a:gd name="csX19" fmla="*/ 490117 w 1239019"/>
                <a:gd name="csY19" fmla="*/ 529979 h 650837"/>
                <a:gd name="csX20" fmla="*/ 522420 w 1239019"/>
                <a:gd name="csY20" fmla="*/ 546124 h 650837"/>
                <a:gd name="csX21" fmla="*/ 550878 w 1239019"/>
                <a:gd name="csY21" fmla="*/ 591479 h 650837"/>
                <a:gd name="csX22" fmla="*/ 553956 w 1239019"/>
                <a:gd name="csY22" fmla="*/ 605312 h 650837"/>
                <a:gd name="csX23" fmla="*/ 578563 w 1239019"/>
                <a:gd name="csY23" fmla="*/ 624535 h 650837"/>
                <a:gd name="csX24" fmla="*/ 599332 w 1239019"/>
                <a:gd name="csY24" fmla="*/ 628379 h 650837"/>
                <a:gd name="csX25" fmla="*/ 599332 w 1239019"/>
                <a:gd name="csY25" fmla="*/ 619151 h 650837"/>
                <a:gd name="csX26" fmla="*/ 597793 w 1239019"/>
                <a:gd name="csY26" fmla="*/ 603779 h 650837"/>
                <a:gd name="csX27" fmla="*/ 603943 w 1239019"/>
                <a:gd name="csY27" fmla="*/ 594558 h 650837"/>
                <a:gd name="csX28" fmla="*/ 607021 w 1239019"/>
                <a:gd name="csY28" fmla="*/ 585329 h 650837"/>
                <a:gd name="csX29" fmla="*/ 628557 w 1239019"/>
                <a:gd name="csY29" fmla="*/ 559197 h 650837"/>
                <a:gd name="csX30" fmla="*/ 650092 w 1239019"/>
                <a:gd name="csY30" fmla="*/ 553047 h 650837"/>
                <a:gd name="csX31" fmla="*/ 660859 w 1239019"/>
                <a:gd name="csY31" fmla="*/ 545358 h 650837"/>
                <a:gd name="csX32" fmla="*/ 676245 w 1239019"/>
                <a:gd name="csY32" fmla="*/ 536136 h 650837"/>
                <a:gd name="csX33" fmla="*/ 688545 w 1239019"/>
                <a:gd name="csY33" fmla="*/ 536136 h 650837"/>
                <a:gd name="csX34" fmla="*/ 710080 w 1239019"/>
                <a:gd name="csY34" fmla="*/ 540747 h 650837"/>
                <a:gd name="csX35" fmla="*/ 720847 w 1239019"/>
                <a:gd name="csY35" fmla="*/ 537669 h 650837"/>
                <a:gd name="csX36" fmla="*/ 740843 w 1239019"/>
                <a:gd name="csY36" fmla="*/ 553047 h 650837"/>
                <a:gd name="csX37" fmla="*/ 751618 w 1239019"/>
                <a:gd name="csY37" fmla="*/ 549969 h 650837"/>
                <a:gd name="csX38" fmla="*/ 766996 w 1239019"/>
                <a:gd name="csY38" fmla="*/ 557658 h 650837"/>
                <a:gd name="csX39" fmla="*/ 776738 w 1239019"/>
                <a:gd name="csY39" fmla="*/ 557658 h 650837"/>
                <a:gd name="csX40" fmla="*/ 777764 w 1239019"/>
                <a:gd name="csY40" fmla="*/ 550482 h 650837"/>
                <a:gd name="csX41" fmla="*/ 768535 w 1239019"/>
                <a:gd name="csY41" fmla="*/ 540234 h 650837"/>
                <a:gd name="csX42" fmla="*/ 769562 w 1239019"/>
                <a:gd name="csY42" fmla="*/ 528960 h 650837"/>
                <a:gd name="csX43" fmla="*/ 784940 w 1239019"/>
                <a:gd name="csY43" fmla="*/ 526908 h 650837"/>
                <a:gd name="csX44" fmla="*/ 805449 w 1239019"/>
                <a:gd name="csY44" fmla="*/ 520758 h 650837"/>
                <a:gd name="csX45" fmla="*/ 810580 w 1239019"/>
                <a:gd name="csY45" fmla="*/ 524862 h 650837"/>
                <a:gd name="csX46" fmla="*/ 831089 w 1239019"/>
                <a:gd name="csY46" fmla="*/ 520765 h 650837"/>
                <a:gd name="csX47" fmla="*/ 844422 w 1239019"/>
                <a:gd name="csY47" fmla="*/ 521784 h 650837"/>
                <a:gd name="csX48" fmla="*/ 856728 w 1239019"/>
                <a:gd name="csY48" fmla="*/ 527934 h 650837"/>
                <a:gd name="csX49" fmla="*/ 861852 w 1239019"/>
                <a:gd name="csY49" fmla="*/ 537162 h 650837"/>
                <a:gd name="csX50" fmla="*/ 871081 w 1239019"/>
                <a:gd name="csY50" fmla="*/ 539208 h 650837"/>
                <a:gd name="csX51" fmla="*/ 875185 w 1239019"/>
                <a:gd name="csY51" fmla="*/ 532039 h 650837"/>
                <a:gd name="csX52" fmla="*/ 885440 w 1239019"/>
                <a:gd name="csY52" fmla="*/ 529986 h 650837"/>
                <a:gd name="csX53" fmla="*/ 897747 w 1239019"/>
                <a:gd name="csY53" fmla="*/ 536136 h 650837"/>
                <a:gd name="csX54" fmla="*/ 908001 w 1239019"/>
                <a:gd name="csY54" fmla="*/ 551508 h 650837"/>
                <a:gd name="csX55" fmla="*/ 916203 w 1239019"/>
                <a:gd name="csY55" fmla="*/ 560736 h 650837"/>
                <a:gd name="csX56" fmla="*/ 916203 w 1239019"/>
                <a:gd name="csY56" fmla="*/ 567912 h 650837"/>
                <a:gd name="csX57" fmla="*/ 913125 w 1239019"/>
                <a:gd name="csY57" fmla="*/ 572010 h 650837"/>
                <a:gd name="csX58" fmla="*/ 914151 w 1239019"/>
                <a:gd name="csY58" fmla="*/ 592505 h 650837"/>
                <a:gd name="csX59" fmla="*/ 921327 w 1239019"/>
                <a:gd name="csY59" fmla="*/ 601734 h 650837"/>
                <a:gd name="csX60" fmla="*/ 923379 w 1239019"/>
                <a:gd name="csY60" fmla="*/ 618131 h 650837"/>
                <a:gd name="csX61" fmla="*/ 936712 w 1239019"/>
                <a:gd name="csY61" fmla="*/ 632484 h 650837"/>
                <a:gd name="csX62" fmla="*/ 943888 w 1239019"/>
                <a:gd name="csY62" fmla="*/ 650927 h 650837"/>
                <a:gd name="csX63" fmla="*/ 951065 w 1239019"/>
                <a:gd name="csY63" fmla="*/ 651953 h 650837"/>
                <a:gd name="csX64" fmla="*/ 963371 w 1239019"/>
                <a:gd name="csY64" fmla="*/ 646829 h 650837"/>
                <a:gd name="csX65" fmla="*/ 967476 w 1239019"/>
                <a:gd name="csY65" fmla="*/ 614034 h 650837"/>
                <a:gd name="csX66" fmla="*/ 958248 w 1239019"/>
                <a:gd name="csY66" fmla="*/ 577134 h 650837"/>
                <a:gd name="csX67" fmla="*/ 947993 w 1239019"/>
                <a:gd name="csY67" fmla="*/ 544339 h 650837"/>
                <a:gd name="csX68" fmla="*/ 939791 w 1239019"/>
                <a:gd name="csY68" fmla="*/ 526915 h 650837"/>
                <a:gd name="csX69" fmla="*/ 939791 w 1239019"/>
                <a:gd name="csY69" fmla="*/ 503341 h 650837"/>
                <a:gd name="csX70" fmla="*/ 953117 w 1239019"/>
                <a:gd name="csY70" fmla="*/ 480793 h 650837"/>
                <a:gd name="csX71" fmla="*/ 955169 w 1239019"/>
                <a:gd name="csY71" fmla="*/ 470546 h 650837"/>
                <a:gd name="csX72" fmla="*/ 964398 w 1239019"/>
                <a:gd name="csY72" fmla="*/ 469519 h 650837"/>
                <a:gd name="csX73" fmla="*/ 996187 w 1239019"/>
                <a:gd name="csY73" fmla="*/ 438770 h 650837"/>
                <a:gd name="csX74" fmla="*/ 1012599 w 1239019"/>
                <a:gd name="csY74" fmla="*/ 435698 h 650837"/>
                <a:gd name="csX75" fmla="*/ 1022853 w 1239019"/>
                <a:gd name="csY75" fmla="*/ 421346 h 650837"/>
                <a:gd name="csX76" fmla="*/ 1032082 w 1239019"/>
                <a:gd name="csY76" fmla="*/ 414170 h 650837"/>
                <a:gd name="csX77" fmla="*/ 1036186 w 1239019"/>
                <a:gd name="csY77" fmla="*/ 400844 h 650837"/>
                <a:gd name="csX78" fmla="*/ 1049512 w 1239019"/>
                <a:gd name="csY78" fmla="*/ 392648 h 650837"/>
                <a:gd name="csX79" fmla="*/ 1051564 w 1239019"/>
                <a:gd name="csY79" fmla="*/ 385472 h 650837"/>
                <a:gd name="csX80" fmla="*/ 1043362 w 1239019"/>
                <a:gd name="csY80" fmla="*/ 376250 h 650837"/>
                <a:gd name="csX81" fmla="*/ 1048486 w 1239019"/>
                <a:gd name="csY81" fmla="*/ 369074 h 650837"/>
                <a:gd name="csX82" fmla="*/ 1047467 w 1239019"/>
                <a:gd name="csY82" fmla="*/ 359853 h 650837"/>
                <a:gd name="csX83" fmla="*/ 1040291 w 1239019"/>
                <a:gd name="csY83" fmla="*/ 347553 h 650837"/>
                <a:gd name="csX84" fmla="*/ 1040291 w 1239019"/>
                <a:gd name="csY84" fmla="*/ 317829 h 650837"/>
                <a:gd name="csX85" fmla="*/ 1032088 w 1239019"/>
                <a:gd name="csY85" fmla="*/ 300405 h 650837"/>
                <a:gd name="csX86" fmla="*/ 1038238 w 1239019"/>
                <a:gd name="csY86" fmla="*/ 286053 h 650837"/>
                <a:gd name="csX87" fmla="*/ 1050545 w 1239019"/>
                <a:gd name="csY87" fmla="*/ 285034 h 650837"/>
                <a:gd name="csX88" fmla="*/ 1047467 w 1239019"/>
                <a:gd name="csY88" fmla="*/ 301431 h 650837"/>
                <a:gd name="csX89" fmla="*/ 1050545 w 1239019"/>
                <a:gd name="csY89" fmla="*/ 323979 h 650837"/>
                <a:gd name="csX90" fmla="*/ 1054643 w 1239019"/>
                <a:gd name="csY90" fmla="*/ 338324 h 650837"/>
                <a:gd name="csX91" fmla="*/ 1059774 w 1239019"/>
                <a:gd name="csY91" fmla="*/ 341403 h 650837"/>
                <a:gd name="csX92" fmla="*/ 1069002 w 1239019"/>
                <a:gd name="csY92" fmla="*/ 322953 h 650837"/>
                <a:gd name="csX93" fmla="*/ 1071054 w 1239019"/>
                <a:gd name="csY93" fmla="*/ 303477 h 650837"/>
                <a:gd name="csX94" fmla="*/ 1063871 w 1239019"/>
                <a:gd name="csY94" fmla="*/ 292203 h 650837"/>
                <a:gd name="csX95" fmla="*/ 1067976 w 1239019"/>
                <a:gd name="csY95" fmla="*/ 288105 h 650837"/>
                <a:gd name="csX96" fmla="*/ 1076178 w 1239019"/>
                <a:gd name="csY96" fmla="*/ 295281 h 650837"/>
                <a:gd name="csX97" fmla="*/ 1087459 w 1239019"/>
                <a:gd name="csY97" fmla="*/ 285034 h 650837"/>
                <a:gd name="csX98" fmla="*/ 1090537 w 1239019"/>
                <a:gd name="csY98" fmla="*/ 272734 h 650837"/>
                <a:gd name="csX99" fmla="*/ 1100792 w 1239019"/>
                <a:gd name="csY99" fmla="*/ 259408 h 650837"/>
                <a:gd name="csX100" fmla="*/ 1098739 w 1239019"/>
                <a:gd name="csY100" fmla="*/ 249160 h 650837"/>
                <a:gd name="csX101" fmla="*/ 1094635 w 1239019"/>
                <a:gd name="csY101" fmla="*/ 246082 h 650837"/>
                <a:gd name="csX102" fmla="*/ 1103870 w 1239019"/>
                <a:gd name="csY102" fmla="*/ 241984 h 650837"/>
                <a:gd name="csX103" fmla="*/ 1107968 w 1239019"/>
                <a:gd name="csY103" fmla="*/ 230710 h 650837"/>
                <a:gd name="csX104" fmla="*/ 1116177 w 1239019"/>
                <a:gd name="csY104" fmla="*/ 229684 h 650837"/>
                <a:gd name="csX105" fmla="*/ 1125405 w 1239019"/>
                <a:gd name="csY105" fmla="*/ 234808 h 650837"/>
                <a:gd name="csX106" fmla="*/ 1136679 w 1239019"/>
                <a:gd name="csY106" fmla="*/ 231736 h 650837"/>
                <a:gd name="csX107" fmla="*/ 1147967 w 1239019"/>
                <a:gd name="csY107" fmla="*/ 223534 h 650837"/>
                <a:gd name="csX108" fmla="*/ 1155143 w 1239019"/>
                <a:gd name="csY108" fmla="*/ 231736 h 650837"/>
                <a:gd name="csX109" fmla="*/ 1166423 w 1239019"/>
                <a:gd name="csY109" fmla="*/ 228665 h 650837"/>
                <a:gd name="csX110" fmla="*/ 1174626 w 1239019"/>
                <a:gd name="csY110" fmla="*/ 220462 h 650837"/>
                <a:gd name="csX111" fmla="*/ 1163345 w 1239019"/>
                <a:gd name="csY111" fmla="*/ 216365 h 650837"/>
                <a:gd name="csX112" fmla="*/ 1163345 w 1239019"/>
                <a:gd name="csY112" fmla="*/ 207136 h 650837"/>
                <a:gd name="csX113" fmla="*/ 1156169 w 1239019"/>
                <a:gd name="csY113" fmla="*/ 199960 h 650837"/>
                <a:gd name="csX114" fmla="*/ 1166423 w 1239019"/>
                <a:gd name="csY114" fmla="*/ 184589 h 650837"/>
                <a:gd name="csX115" fmla="*/ 1168476 w 1239019"/>
                <a:gd name="csY115" fmla="*/ 176386 h 650837"/>
                <a:gd name="csX116" fmla="*/ 1176678 w 1239019"/>
                <a:gd name="csY116" fmla="*/ 165119 h 650837"/>
                <a:gd name="csX117" fmla="*/ 1177704 w 1239019"/>
                <a:gd name="csY117" fmla="*/ 156917 h 650837"/>
                <a:gd name="csX118" fmla="*/ 1196161 w 1239019"/>
                <a:gd name="csY118" fmla="*/ 156917 h 650837"/>
                <a:gd name="csX119" fmla="*/ 1200265 w 1239019"/>
                <a:gd name="csY119" fmla="*/ 151793 h 650837"/>
                <a:gd name="csX120" fmla="*/ 1203337 w 1239019"/>
                <a:gd name="csY120" fmla="*/ 142572 h 650837"/>
                <a:gd name="csX121" fmla="*/ 1206415 w 1239019"/>
                <a:gd name="csY121" fmla="*/ 140520 h 650837"/>
                <a:gd name="csX122" fmla="*/ 1210520 w 1239019"/>
                <a:gd name="csY122" fmla="*/ 144617 h 650837"/>
                <a:gd name="csX123" fmla="*/ 1219748 w 1239019"/>
                <a:gd name="csY123" fmla="*/ 143591 h 650837"/>
                <a:gd name="csX124" fmla="*/ 1239997 w 1239019"/>
                <a:gd name="csY124" fmla="*/ 131804 h 650837"/>
                <a:gd name="csX125" fmla="*/ 1237692 w 1239019"/>
                <a:gd name="csY125" fmla="*/ 110283 h 650837"/>
                <a:gd name="csX126" fmla="*/ 1223853 w 1239019"/>
                <a:gd name="csY126" fmla="*/ 88761 h 650837"/>
                <a:gd name="csX127" fmla="*/ 1223853 w 1239019"/>
                <a:gd name="csY127" fmla="*/ 61083 h 650837"/>
                <a:gd name="csX128" fmla="*/ 1197700 w 1239019"/>
                <a:gd name="csY128" fmla="*/ 50322 h 650837"/>
                <a:gd name="csX129" fmla="*/ 1185393 w 1239019"/>
                <a:gd name="csY129" fmla="*/ 56472 h 650837"/>
                <a:gd name="csX130" fmla="*/ 1156169 w 1239019"/>
                <a:gd name="csY130" fmla="*/ 111822 h 650837"/>
                <a:gd name="csX131" fmla="*/ 1117716 w 1239019"/>
                <a:gd name="csY131" fmla="*/ 119504 h 650837"/>
                <a:gd name="csX132" fmla="*/ 1105409 w 1239019"/>
                <a:gd name="csY132" fmla="*/ 116433 h 650837"/>
                <a:gd name="csX133" fmla="*/ 1085413 w 1239019"/>
                <a:gd name="csY133" fmla="*/ 116433 h 650837"/>
                <a:gd name="csX134" fmla="*/ 1073106 w 1239019"/>
                <a:gd name="csY134" fmla="*/ 127193 h 650837"/>
                <a:gd name="csX135" fmla="*/ 1045415 w 1239019"/>
                <a:gd name="csY135" fmla="*/ 150254 h 650837"/>
                <a:gd name="csX136" fmla="*/ 988505 w 1239019"/>
                <a:gd name="csY136" fmla="*/ 170236 h 650837"/>
                <a:gd name="csX137" fmla="*/ 980816 w 1239019"/>
                <a:gd name="csY137" fmla="*/ 188686 h 650837"/>
                <a:gd name="csX138" fmla="*/ 919282 w 1239019"/>
                <a:gd name="csY138" fmla="*/ 217897 h 650837"/>
                <a:gd name="csX139" fmla="*/ 912208 w 1239019"/>
                <a:gd name="csY139" fmla="*/ 197908 h 650837"/>
                <a:gd name="csX140" fmla="*/ 923899 w 1239019"/>
                <a:gd name="csY140" fmla="*/ 162547 h 650837"/>
                <a:gd name="csX141" fmla="*/ 922360 w 1239019"/>
                <a:gd name="csY141" fmla="*/ 134876 h 650837"/>
                <a:gd name="csX142" fmla="*/ 882368 w 1239019"/>
                <a:gd name="csY142" fmla="*/ 93365 h 650837"/>
                <a:gd name="csX143" fmla="*/ 866990 w 1239019"/>
                <a:gd name="csY143" fmla="*/ 62622 h 650837"/>
                <a:gd name="csX144" fmla="*/ 799306 w 1239019"/>
                <a:gd name="csY144" fmla="*/ 27255 h 650837"/>
                <a:gd name="csX145" fmla="*/ 757775 w 1239019"/>
                <a:gd name="csY145" fmla="*/ 30333 h 650837"/>
                <a:gd name="csX146" fmla="*/ 740857 w 1239019"/>
                <a:gd name="csY146" fmla="*/ 25715 h 650837"/>
                <a:gd name="csX147" fmla="*/ 714704 w 1239019"/>
                <a:gd name="csY147" fmla="*/ 27255 h 650837"/>
                <a:gd name="csX148" fmla="*/ 694708 w 1239019"/>
                <a:gd name="csY148" fmla="*/ 18033 h 650837"/>
                <a:gd name="csX149" fmla="*/ 670095 w 1239019"/>
                <a:gd name="csY149" fmla="*/ 13415 h 650837"/>
                <a:gd name="csX150" fmla="*/ 651638 w 1239019"/>
                <a:gd name="csY150" fmla="*/ 1115 h 650837"/>
                <a:gd name="csX151" fmla="*/ 51738 w 1239019"/>
                <a:gd name="csY151" fmla="*/ 1115 h 650837"/>
                <a:gd name="csX152" fmla="*/ 53790 w 1239019"/>
                <a:gd name="csY152" fmla="*/ 20585 h 650837"/>
                <a:gd name="csX153" fmla="*/ 59427 w 1239019"/>
                <a:gd name="csY153" fmla="*/ 34930 h 650837"/>
                <a:gd name="csX154" fmla="*/ 56355 w 1239019"/>
                <a:gd name="csY154" fmla="*/ 48769 h 650837"/>
                <a:gd name="csX155" fmla="*/ 48659 w 1239019"/>
                <a:gd name="csY155" fmla="*/ 48769 h 650837"/>
                <a:gd name="csX156" fmla="*/ 51738 w 1239019"/>
                <a:gd name="csY156" fmla="*/ 24169 h 650837"/>
                <a:gd name="csX157" fmla="*/ 28663 w 1239019"/>
                <a:gd name="csY157" fmla="*/ 25708 h 650837"/>
                <a:gd name="csX158" fmla="*/ 14824 w 1239019"/>
                <a:gd name="csY158" fmla="*/ 21098 h 650837"/>
                <a:gd name="csX159" fmla="*/ 4056 w 1239019"/>
                <a:gd name="csY159" fmla="*/ 21098 h 650837"/>
                <a:gd name="csX160" fmla="*/ 978 w 1239019"/>
                <a:gd name="csY160" fmla="*/ 28780 h 650837"/>
                <a:gd name="csX161" fmla="*/ 16356 w 1239019"/>
                <a:gd name="csY161" fmla="*/ 56458 h 650837"/>
                <a:gd name="csX162" fmla="*/ 19435 w 1239019"/>
                <a:gd name="csY162" fmla="*/ 81051 h 650837"/>
                <a:gd name="csX163" fmla="*/ 14824 w 1239019"/>
                <a:gd name="csY163" fmla="*/ 107191 h 650837"/>
                <a:gd name="csX164" fmla="*/ 16356 w 1239019"/>
                <a:gd name="csY164" fmla="*/ 147162 h 650837"/>
                <a:gd name="csX165" fmla="*/ 5589 w 1239019"/>
                <a:gd name="csY165" fmla="*/ 177912 h 650837"/>
                <a:gd name="csX166" fmla="*/ 8667 w 1239019"/>
                <a:gd name="csY166" fmla="*/ 196355 h 650837"/>
                <a:gd name="csX167" fmla="*/ 16356 w 1239019"/>
                <a:gd name="csY167" fmla="*/ 225573 h 650837"/>
                <a:gd name="csX168" fmla="*/ 14817 w 1239019"/>
                <a:gd name="csY168" fmla="*/ 245555 h 650837"/>
                <a:gd name="csX169" fmla="*/ 11739 w 1239019"/>
                <a:gd name="csY169" fmla="*/ 260926 h 650837"/>
                <a:gd name="csX170" fmla="*/ 19435 w 1239019"/>
                <a:gd name="csY170" fmla="*/ 273226 h 650837"/>
                <a:gd name="csX171" fmla="*/ 20974 w 1239019"/>
                <a:gd name="csY171" fmla="*/ 290137 h 650837"/>
                <a:gd name="csX172" fmla="*/ 36352 w 1239019"/>
                <a:gd name="csY172" fmla="*/ 302437 h 650837"/>
                <a:gd name="csX173" fmla="*/ 40963 w 1239019"/>
                <a:gd name="csY173" fmla="*/ 320887 h 650837"/>
                <a:gd name="csX174" fmla="*/ 54809 w 1239019"/>
                <a:gd name="csY174" fmla="*/ 322939 h 650837"/>
                <a:gd name="csX175" fmla="*/ 58914 w 1239019"/>
                <a:gd name="csY175" fmla="*/ 327037 h 650837"/>
                <a:gd name="csX176" fmla="*/ 54809 w 1239019"/>
                <a:gd name="csY176" fmla="*/ 337285 h 650837"/>
                <a:gd name="csX177" fmla="*/ 57888 w 1239019"/>
                <a:gd name="csY177" fmla="*/ 350611 h 650837"/>
                <a:gd name="csX178" fmla="*/ 65064 w 1239019"/>
                <a:gd name="csY178" fmla="*/ 357787 h 650837"/>
                <a:gd name="csX179" fmla="*/ 66090 w 1239019"/>
                <a:gd name="csY179" fmla="*/ 370087 h 650837"/>
                <a:gd name="csX180" fmla="*/ 74292 w 1239019"/>
                <a:gd name="csY180" fmla="*/ 380335 h 650837"/>
                <a:gd name="csX181" fmla="*/ 88651 w 1239019"/>
                <a:gd name="csY181" fmla="*/ 396732 h 650837"/>
                <a:gd name="csX182" fmla="*/ 92749 w 1239019"/>
                <a:gd name="csY182" fmla="*/ 417234 h 650837"/>
                <a:gd name="csX183" fmla="*/ 104030 w 1239019"/>
                <a:gd name="csY183" fmla="*/ 417234 h 650837"/>
                <a:gd name="csX184" fmla="*/ 116336 w 1239019"/>
                <a:gd name="csY184" fmla="*/ 421332 h 650837"/>
                <a:gd name="csX185" fmla="*/ 125565 w 1239019"/>
                <a:gd name="csY185" fmla="*/ 432606 h 650837"/>
                <a:gd name="csX186" fmla="*/ 131722 w 1239019"/>
                <a:gd name="csY186" fmla="*/ 433632 h 650837"/>
                <a:gd name="csX187" fmla="*/ 138898 w 1239019"/>
                <a:gd name="csY187" fmla="*/ 433632 h 650837"/>
                <a:gd name="csX188" fmla="*/ 155302 w 1239019"/>
                <a:gd name="csY188" fmla="*/ 442860 h 650837"/>
                <a:gd name="csX189" fmla="*/ 162485 w 1239019"/>
                <a:gd name="csY189" fmla="*/ 460277 h 650837"/>
                <a:gd name="csX190" fmla="*/ 168635 w 1239019"/>
                <a:gd name="csY190" fmla="*/ 468480 h 650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1239019" h="650837">
                  <a:moveTo>
                    <a:pt x="168635" y="468480"/>
                  </a:moveTo>
                  <a:lnTo>
                    <a:pt x="180176" y="464635"/>
                  </a:lnTo>
                  <a:lnTo>
                    <a:pt x="217856" y="463103"/>
                  </a:lnTo>
                  <a:lnTo>
                    <a:pt x="250931" y="478474"/>
                  </a:lnTo>
                  <a:lnTo>
                    <a:pt x="280922" y="496924"/>
                  </a:lnTo>
                  <a:lnTo>
                    <a:pt x="293229" y="499230"/>
                  </a:lnTo>
                  <a:lnTo>
                    <a:pt x="339377" y="500003"/>
                  </a:lnTo>
                  <a:lnTo>
                    <a:pt x="359373" y="494619"/>
                  </a:lnTo>
                  <a:lnTo>
                    <a:pt x="363984" y="481553"/>
                  </a:lnTo>
                  <a:lnTo>
                    <a:pt x="383987" y="482319"/>
                  </a:lnTo>
                  <a:lnTo>
                    <a:pt x="405515" y="486930"/>
                  </a:lnTo>
                  <a:lnTo>
                    <a:pt x="425518" y="506153"/>
                  </a:lnTo>
                  <a:lnTo>
                    <a:pt x="433207" y="506153"/>
                  </a:lnTo>
                  <a:lnTo>
                    <a:pt x="440897" y="513835"/>
                  </a:lnTo>
                  <a:lnTo>
                    <a:pt x="442436" y="533058"/>
                  </a:lnTo>
                  <a:lnTo>
                    <a:pt x="459353" y="549196"/>
                  </a:lnTo>
                  <a:lnTo>
                    <a:pt x="473966" y="554579"/>
                  </a:lnTo>
                  <a:lnTo>
                    <a:pt x="478583" y="551508"/>
                  </a:lnTo>
                  <a:lnTo>
                    <a:pt x="476278" y="540747"/>
                  </a:lnTo>
                  <a:lnTo>
                    <a:pt x="490117" y="529979"/>
                  </a:lnTo>
                  <a:lnTo>
                    <a:pt x="522420" y="546124"/>
                  </a:lnTo>
                  <a:lnTo>
                    <a:pt x="550878" y="591479"/>
                  </a:lnTo>
                  <a:lnTo>
                    <a:pt x="553956" y="605312"/>
                  </a:lnTo>
                  <a:lnTo>
                    <a:pt x="578563" y="624535"/>
                  </a:lnTo>
                  <a:lnTo>
                    <a:pt x="599332" y="628379"/>
                  </a:lnTo>
                  <a:lnTo>
                    <a:pt x="599332" y="619151"/>
                  </a:lnTo>
                  <a:lnTo>
                    <a:pt x="597793" y="603779"/>
                  </a:lnTo>
                  <a:lnTo>
                    <a:pt x="603943" y="594558"/>
                  </a:lnTo>
                  <a:lnTo>
                    <a:pt x="607021" y="585329"/>
                  </a:lnTo>
                  <a:lnTo>
                    <a:pt x="628557" y="559197"/>
                  </a:lnTo>
                  <a:lnTo>
                    <a:pt x="650092" y="553047"/>
                  </a:lnTo>
                  <a:lnTo>
                    <a:pt x="660859" y="545358"/>
                  </a:lnTo>
                  <a:lnTo>
                    <a:pt x="676245" y="536136"/>
                  </a:lnTo>
                  <a:lnTo>
                    <a:pt x="688545" y="536136"/>
                  </a:lnTo>
                  <a:lnTo>
                    <a:pt x="710080" y="540747"/>
                  </a:lnTo>
                  <a:lnTo>
                    <a:pt x="720847" y="537669"/>
                  </a:lnTo>
                  <a:lnTo>
                    <a:pt x="740843" y="553047"/>
                  </a:lnTo>
                  <a:lnTo>
                    <a:pt x="751618" y="549969"/>
                  </a:lnTo>
                  <a:lnTo>
                    <a:pt x="766996" y="557658"/>
                  </a:lnTo>
                  <a:lnTo>
                    <a:pt x="776738" y="557658"/>
                  </a:lnTo>
                  <a:lnTo>
                    <a:pt x="777764" y="550482"/>
                  </a:lnTo>
                  <a:lnTo>
                    <a:pt x="768535" y="540234"/>
                  </a:lnTo>
                  <a:lnTo>
                    <a:pt x="769562" y="528960"/>
                  </a:lnTo>
                  <a:lnTo>
                    <a:pt x="784940" y="526908"/>
                  </a:lnTo>
                  <a:lnTo>
                    <a:pt x="805449" y="520758"/>
                  </a:lnTo>
                  <a:lnTo>
                    <a:pt x="810580" y="524862"/>
                  </a:lnTo>
                  <a:lnTo>
                    <a:pt x="831089" y="520765"/>
                  </a:lnTo>
                  <a:lnTo>
                    <a:pt x="844422" y="521784"/>
                  </a:lnTo>
                  <a:lnTo>
                    <a:pt x="856728" y="527934"/>
                  </a:lnTo>
                  <a:lnTo>
                    <a:pt x="861852" y="537162"/>
                  </a:lnTo>
                  <a:lnTo>
                    <a:pt x="871081" y="539208"/>
                  </a:lnTo>
                  <a:lnTo>
                    <a:pt x="875185" y="532039"/>
                  </a:lnTo>
                  <a:lnTo>
                    <a:pt x="885440" y="529986"/>
                  </a:lnTo>
                  <a:lnTo>
                    <a:pt x="897747" y="536136"/>
                  </a:lnTo>
                  <a:lnTo>
                    <a:pt x="908001" y="551508"/>
                  </a:lnTo>
                  <a:lnTo>
                    <a:pt x="916203" y="560736"/>
                  </a:lnTo>
                  <a:lnTo>
                    <a:pt x="916203" y="567912"/>
                  </a:lnTo>
                  <a:lnTo>
                    <a:pt x="913125" y="572010"/>
                  </a:lnTo>
                  <a:lnTo>
                    <a:pt x="914151" y="592505"/>
                  </a:lnTo>
                  <a:lnTo>
                    <a:pt x="921327" y="601734"/>
                  </a:lnTo>
                  <a:lnTo>
                    <a:pt x="923379" y="618131"/>
                  </a:lnTo>
                  <a:lnTo>
                    <a:pt x="936712" y="632484"/>
                  </a:lnTo>
                  <a:lnTo>
                    <a:pt x="943888" y="650927"/>
                  </a:lnTo>
                  <a:lnTo>
                    <a:pt x="951065" y="651953"/>
                  </a:lnTo>
                  <a:lnTo>
                    <a:pt x="963371" y="646829"/>
                  </a:lnTo>
                  <a:lnTo>
                    <a:pt x="967476" y="614034"/>
                  </a:lnTo>
                  <a:lnTo>
                    <a:pt x="958248" y="577134"/>
                  </a:lnTo>
                  <a:lnTo>
                    <a:pt x="947993" y="544339"/>
                  </a:lnTo>
                  <a:lnTo>
                    <a:pt x="939791" y="526915"/>
                  </a:lnTo>
                  <a:lnTo>
                    <a:pt x="939791" y="503341"/>
                  </a:lnTo>
                  <a:lnTo>
                    <a:pt x="953117" y="480793"/>
                  </a:lnTo>
                  <a:lnTo>
                    <a:pt x="955169" y="470546"/>
                  </a:lnTo>
                  <a:lnTo>
                    <a:pt x="964398" y="469519"/>
                  </a:lnTo>
                  <a:lnTo>
                    <a:pt x="996187" y="438770"/>
                  </a:lnTo>
                  <a:lnTo>
                    <a:pt x="1012599" y="435698"/>
                  </a:lnTo>
                  <a:lnTo>
                    <a:pt x="1022853" y="421346"/>
                  </a:lnTo>
                  <a:lnTo>
                    <a:pt x="1032082" y="414170"/>
                  </a:lnTo>
                  <a:lnTo>
                    <a:pt x="1036186" y="400844"/>
                  </a:lnTo>
                  <a:lnTo>
                    <a:pt x="1049512" y="392648"/>
                  </a:lnTo>
                  <a:lnTo>
                    <a:pt x="1051564" y="385472"/>
                  </a:lnTo>
                  <a:lnTo>
                    <a:pt x="1043362" y="376250"/>
                  </a:lnTo>
                  <a:lnTo>
                    <a:pt x="1048486" y="369074"/>
                  </a:lnTo>
                  <a:lnTo>
                    <a:pt x="1047467" y="359853"/>
                  </a:lnTo>
                  <a:lnTo>
                    <a:pt x="1040291" y="347553"/>
                  </a:lnTo>
                  <a:lnTo>
                    <a:pt x="1040291" y="317829"/>
                  </a:lnTo>
                  <a:lnTo>
                    <a:pt x="1032088" y="300405"/>
                  </a:lnTo>
                  <a:lnTo>
                    <a:pt x="1038238" y="286053"/>
                  </a:lnTo>
                  <a:lnTo>
                    <a:pt x="1050545" y="285034"/>
                  </a:lnTo>
                  <a:lnTo>
                    <a:pt x="1047467" y="301431"/>
                  </a:lnTo>
                  <a:lnTo>
                    <a:pt x="1050545" y="323979"/>
                  </a:lnTo>
                  <a:lnTo>
                    <a:pt x="1054643" y="338324"/>
                  </a:lnTo>
                  <a:lnTo>
                    <a:pt x="1059774" y="341403"/>
                  </a:lnTo>
                  <a:lnTo>
                    <a:pt x="1069002" y="322953"/>
                  </a:lnTo>
                  <a:lnTo>
                    <a:pt x="1071054" y="303477"/>
                  </a:lnTo>
                  <a:lnTo>
                    <a:pt x="1063871" y="292203"/>
                  </a:lnTo>
                  <a:lnTo>
                    <a:pt x="1067976" y="288105"/>
                  </a:lnTo>
                  <a:lnTo>
                    <a:pt x="1076178" y="295281"/>
                  </a:lnTo>
                  <a:lnTo>
                    <a:pt x="1087459" y="285034"/>
                  </a:lnTo>
                  <a:lnTo>
                    <a:pt x="1090537" y="272734"/>
                  </a:lnTo>
                  <a:lnTo>
                    <a:pt x="1100792" y="259408"/>
                  </a:lnTo>
                  <a:lnTo>
                    <a:pt x="1098739" y="249160"/>
                  </a:lnTo>
                  <a:lnTo>
                    <a:pt x="1094635" y="246082"/>
                  </a:lnTo>
                  <a:lnTo>
                    <a:pt x="1103870" y="241984"/>
                  </a:lnTo>
                  <a:lnTo>
                    <a:pt x="1107968" y="230710"/>
                  </a:lnTo>
                  <a:lnTo>
                    <a:pt x="1116177" y="229684"/>
                  </a:lnTo>
                  <a:lnTo>
                    <a:pt x="1125405" y="234808"/>
                  </a:lnTo>
                  <a:lnTo>
                    <a:pt x="1136679" y="231736"/>
                  </a:lnTo>
                  <a:lnTo>
                    <a:pt x="1147967" y="223534"/>
                  </a:lnTo>
                  <a:lnTo>
                    <a:pt x="1155143" y="231736"/>
                  </a:lnTo>
                  <a:lnTo>
                    <a:pt x="1166423" y="228665"/>
                  </a:lnTo>
                  <a:lnTo>
                    <a:pt x="1174626" y="220462"/>
                  </a:lnTo>
                  <a:lnTo>
                    <a:pt x="1163345" y="216365"/>
                  </a:lnTo>
                  <a:lnTo>
                    <a:pt x="1163345" y="207136"/>
                  </a:lnTo>
                  <a:lnTo>
                    <a:pt x="1156169" y="199960"/>
                  </a:lnTo>
                  <a:lnTo>
                    <a:pt x="1166423" y="184589"/>
                  </a:lnTo>
                  <a:lnTo>
                    <a:pt x="1168476" y="176386"/>
                  </a:lnTo>
                  <a:lnTo>
                    <a:pt x="1176678" y="165119"/>
                  </a:lnTo>
                  <a:lnTo>
                    <a:pt x="1177704" y="156917"/>
                  </a:lnTo>
                  <a:lnTo>
                    <a:pt x="1196161" y="156917"/>
                  </a:lnTo>
                  <a:lnTo>
                    <a:pt x="1200265" y="151793"/>
                  </a:lnTo>
                  <a:lnTo>
                    <a:pt x="1203337" y="142572"/>
                  </a:lnTo>
                  <a:lnTo>
                    <a:pt x="1206415" y="140520"/>
                  </a:lnTo>
                  <a:lnTo>
                    <a:pt x="1210520" y="144617"/>
                  </a:lnTo>
                  <a:lnTo>
                    <a:pt x="1219748" y="143591"/>
                  </a:lnTo>
                  <a:lnTo>
                    <a:pt x="1239997" y="131804"/>
                  </a:lnTo>
                  <a:lnTo>
                    <a:pt x="1237692" y="110283"/>
                  </a:lnTo>
                  <a:lnTo>
                    <a:pt x="1223853" y="88761"/>
                  </a:lnTo>
                  <a:lnTo>
                    <a:pt x="1223853" y="61083"/>
                  </a:lnTo>
                  <a:lnTo>
                    <a:pt x="1197700" y="50322"/>
                  </a:lnTo>
                  <a:lnTo>
                    <a:pt x="1185393" y="56472"/>
                  </a:lnTo>
                  <a:lnTo>
                    <a:pt x="1156169" y="111822"/>
                  </a:lnTo>
                  <a:lnTo>
                    <a:pt x="1117716" y="119504"/>
                  </a:lnTo>
                  <a:lnTo>
                    <a:pt x="1105409" y="116433"/>
                  </a:lnTo>
                  <a:lnTo>
                    <a:pt x="1085413" y="116433"/>
                  </a:lnTo>
                  <a:lnTo>
                    <a:pt x="1073106" y="127193"/>
                  </a:lnTo>
                  <a:lnTo>
                    <a:pt x="1045415" y="150254"/>
                  </a:lnTo>
                  <a:lnTo>
                    <a:pt x="988505" y="170236"/>
                  </a:lnTo>
                  <a:lnTo>
                    <a:pt x="980816" y="188686"/>
                  </a:lnTo>
                  <a:lnTo>
                    <a:pt x="919282" y="217897"/>
                  </a:lnTo>
                  <a:lnTo>
                    <a:pt x="912208" y="197908"/>
                  </a:lnTo>
                  <a:lnTo>
                    <a:pt x="923899" y="162547"/>
                  </a:lnTo>
                  <a:lnTo>
                    <a:pt x="922360" y="134876"/>
                  </a:lnTo>
                  <a:lnTo>
                    <a:pt x="882368" y="93365"/>
                  </a:lnTo>
                  <a:lnTo>
                    <a:pt x="866990" y="62622"/>
                  </a:lnTo>
                  <a:lnTo>
                    <a:pt x="799306" y="27255"/>
                  </a:lnTo>
                  <a:lnTo>
                    <a:pt x="757775" y="30333"/>
                  </a:lnTo>
                  <a:lnTo>
                    <a:pt x="740857" y="25715"/>
                  </a:lnTo>
                  <a:lnTo>
                    <a:pt x="714704" y="27255"/>
                  </a:lnTo>
                  <a:lnTo>
                    <a:pt x="694708" y="18033"/>
                  </a:lnTo>
                  <a:lnTo>
                    <a:pt x="670095" y="13415"/>
                  </a:lnTo>
                  <a:lnTo>
                    <a:pt x="651638" y="1115"/>
                  </a:lnTo>
                  <a:lnTo>
                    <a:pt x="51738" y="1115"/>
                  </a:lnTo>
                  <a:lnTo>
                    <a:pt x="53790" y="20585"/>
                  </a:lnTo>
                  <a:lnTo>
                    <a:pt x="59427" y="34930"/>
                  </a:lnTo>
                  <a:lnTo>
                    <a:pt x="56355" y="48769"/>
                  </a:lnTo>
                  <a:lnTo>
                    <a:pt x="48659" y="48769"/>
                  </a:lnTo>
                  <a:lnTo>
                    <a:pt x="51738" y="24169"/>
                  </a:lnTo>
                  <a:lnTo>
                    <a:pt x="28663" y="25708"/>
                  </a:lnTo>
                  <a:lnTo>
                    <a:pt x="14824" y="21098"/>
                  </a:lnTo>
                  <a:lnTo>
                    <a:pt x="4056" y="21098"/>
                  </a:lnTo>
                  <a:lnTo>
                    <a:pt x="978" y="28780"/>
                  </a:lnTo>
                  <a:lnTo>
                    <a:pt x="16356" y="56458"/>
                  </a:lnTo>
                  <a:lnTo>
                    <a:pt x="19435" y="81051"/>
                  </a:lnTo>
                  <a:lnTo>
                    <a:pt x="14824" y="107191"/>
                  </a:lnTo>
                  <a:lnTo>
                    <a:pt x="16356" y="147162"/>
                  </a:lnTo>
                  <a:lnTo>
                    <a:pt x="5589" y="177912"/>
                  </a:lnTo>
                  <a:lnTo>
                    <a:pt x="8667" y="196355"/>
                  </a:lnTo>
                  <a:lnTo>
                    <a:pt x="16356" y="225573"/>
                  </a:lnTo>
                  <a:lnTo>
                    <a:pt x="14817" y="245555"/>
                  </a:lnTo>
                  <a:lnTo>
                    <a:pt x="11739" y="260926"/>
                  </a:lnTo>
                  <a:lnTo>
                    <a:pt x="19435" y="273226"/>
                  </a:lnTo>
                  <a:lnTo>
                    <a:pt x="20974" y="290137"/>
                  </a:lnTo>
                  <a:lnTo>
                    <a:pt x="36352" y="302437"/>
                  </a:lnTo>
                  <a:lnTo>
                    <a:pt x="40963" y="320887"/>
                  </a:lnTo>
                  <a:lnTo>
                    <a:pt x="54809" y="322939"/>
                  </a:lnTo>
                  <a:lnTo>
                    <a:pt x="58914" y="327037"/>
                  </a:lnTo>
                  <a:lnTo>
                    <a:pt x="54809" y="337285"/>
                  </a:lnTo>
                  <a:lnTo>
                    <a:pt x="57888" y="350611"/>
                  </a:lnTo>
                  <a:lnTo>
                    <a:pt x="65064" y="357787"/>
                  </a:lnTo>
                  <a:lnTo>
                    <a:pt x="66090" y="370087"/>
                  </a:lnTo>
                  <a:lnTo>
                    <a:pt x="74292" y="380335"/>
                  </a:lnTo>
                  <a:lnTo>
                    <a:pt x="88651" y="396732"/>
                  </a:lnTo>
                  <a:lnTo>
                    <a:pt x="92749" y="417234"/>
                  </a:lnTo>
                  <a:lnTo>
                    <a:pt x="104030" y="417234"/>
                  </a:lnTo>
                  <a:lnTo>
                    <a:pt x="116336" y="421332"/>
                  </a:lnTo>
                  <a:lnTo>
                    <a:pt x="125565" y="432606"/>
                  </a:lnTo>
                  <a:lnTo>
                    <a:pt x="131722" y="433632"/>
                  </a:lnTo>
                  <a:lnTo>
                    <a:pt x="138898" y="433632"/>
                  </a:lnTo>
                  <a:lnTo>
                    <a:pt x="155302" y="442860"/>
                  </a:lnTo>
                  <a:lnTo>
                    <a:pt x="162485" y="460277"/>
                  </a:lnTo>
                  <a:lnTo>
                    <a:pt x="168635" y="46848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8" name="Forme libre : forme 716">
              <a:extLst>
                <a:ext uri="{FF2B5EF4-FFF2-40B4-BE49-F238E27FC236}">
                  <a16:creationId xmlns:a16="http://schemas.microsoft.com/office/drawing/2014/main" id="{A5B81437-F965-1C0F-7225-0E73E25DF2B7}"/>
                </a:ext>
              </a:extLst>
            </p:cNvPr>
            <p:cNvSpPr/>
            <p:nvPr/>
          </p:nvSpPr>
          <p:spPr>
            <a:xfrm>
              <a:off x="3074115" y="3903549"/>
              <a:ext cx="656809" cy="420483"/>
            </a:xfrm>
            <a:custGeom>
              <a:avLst/>
              <a:gdLst>
                <a:gd name="csX0" fmla="*/ 606287 w 656809"/>
                <a:gd name="csY0" fmla="*/ 350323 h 420483"/>
                <a:gd name="csX1" fmla="*/ 615323 w 656809"/>
                <a:gd name="csY1" fmla="*/ 337448 h 420483"/>
                <a:gd name="csX2" fmla="*/ 634745 w 656809"/>
                <a:gd name="csY2" fmla="*/ 341102 h 420483"/>
                <a:gd name="csX3" fmla="*/ 640895 w 656809"/>
                <a:gd name="csY3" fmla="*/ 332646 h 420483"/>
                <a:gd name="csX4" fmla="*/ 641661 w 656809"/>
                <a:gd name="csY4" fmla="*/ 327262 h 420483"/>
                <a:gd name="csX5" fmla="*/ 640895 w 656809"/>
                <a:gd name="csY5" fmla="*/ 304968 h 420483"/>
                <a:gd name="csX6" fmla="*/ 650123 w 656809"/>
                <a:gd name="csY6" fmla="*/ 286518 h 420483"/>
                <a:gd name="csX7" fmla="*/ 657819 w 656809"/>
                <a:gd name="csY7" fmla="*/ 275757 h 420483"/>
                <a:gd name="csX8" fmla="*/ 650123 w 656809"/>
                <a:gd name="csY8" fmla="*/ 266536 h 420483"/>
                <a:gd name="csX9" fmla="*/ 639356 w 656809"/>
                <a:gd name="csY9" fmla="*/ 268075 h 420483"/>
                <a:gd name="csX10" fmla="*/ 633206 w 656809"/>
                <a:gd name="csY10" fmla="*/ 264996 h 420483"/>
                <a:gd name="csX11" fmla="*/ 614749 w 656809"/>
                <a:gd name="csY11" fmla="*/ 264996 h 420483"/>
                <a:gd name="csX12" fmla="*/ 599364 w 656809"/>
                <a:gd name="csY12" fmla="*/ 275757 h 420483"/>
                <a:gd name="csX13" fmla="*/ 588596 w 656809"/>
                <a:gd name="csY13" fmla="*/ 272686 h 420483"/>
                <a:gd name="csX14" fmla="*/ 579368 w 656809"/>
                <a:gd name="csY14" fmla="*/ 286518 h 420483"/>
                <a:gd name="csX15" fmla="*/ 577828 w 656809"/>
                <a:gd name="csY15" fmla="*/ 309579 h 420483"/>
                <a:gd name="csX16" fmla="*/ 562450 w 656809"/>
                <a:gd name="csY16" fmla="*/ 326496 h 420483"/>
                <a:gd name="csX17" fmla="*/ 560911 w 656809"/>
                <a:gd name="csY17" fmla="*/ 334179 h 420483"/>
                <a:gd name="csX18" fmla="*/ 520912 w 656809"/>
                <a:gd name="csY18" fmla="*/ 341868 h 420483"/>
                <a:gd name="csX19" fmla="*/ 510151 w 656809"/>
                <a:gd name="csY19" fmla="*/ 340328 h 420483"/>
                <a:gd name="csX20" fmla="*/ 497844 w 656809"/>
                <a:gd name="csY20" fmla="*/ 343400 h 420483"/>
                <a:gd name="csX21" fmla="*/ 480920 w 656809"/>
                <a:gd name="csY21" fmla="*/ 334179 h 420483"/>
                <a:gd name="csX22" fmla="*/ 474770 w 656809"/>
                <a:gd name="csY22" fmla="*/ 334179 h 420483"/>
                <a:gd name="csX23" fmla="*/ 468620 w 656809"/>
                <a:gd name="csY23" fmla="*/ 329568 h 420483"/>
                <a:gd name="csX24" fmla="*/ 457852 w 656809"/>
                <a:gd name="csY24" fmla="*/ 324957 h 420483"/>
                <a:gd name="csX25" fmla="*/ 454774 w 656809"/>
                <a:gd name="csY25" fmla="*/ 315729 h 420483"/>
                <a:gd name="csX26" fmla="*/ 445546 w 656809"/>
                <a:gd name="csY26" fmla="*/ 303429 h 420483"/>
                <a:gd name="csX27" fmla="*/ 436317 w 656809"/>
                <a:gd name="csY27" fmla="*/ 286518 h 420483"/>
                <a:gd name="csX28" fmla="*/ 425550 w 656809"/>
                <a:gd name="csY28" fmla="*/ 268068 h 420483"/>
                <a:gd name="csX29" fmla="*/ 417860 w 656809"/>
                <a:gd name="csY29" fmla="*/ 245007 h 420483"/>
                <a:gd name="csX30" fmla="*/ 417860 w 656809"/>
                <a:gd name="csY30" fmla="*/ 223486 h 420483"/>
                <a:gd name="csX31" fmla="*/ 419400 w 656809"/>
                <a:gd name="csY31" fmla="*/ 195814 h 420483"/>
                <a:gd name="csX32" fmla="*/ 431700 w 656809"/>
                <a:gd name="csY32" fmla="*/ 175825 h 420483"/>
                <a:gd name="csX33" fmla="*/ 431700 w 656809"/>
                <a:gd name="csY33" fmla="*/ 166604 h 420483"/>
                <a:gd name="csX34" fmla="*/ 410937 w 656809"/>
                <a:gd name="csY34" fmla="*/ 162759 h 420483"/>
                <a:gd name="csX35" fmla="*/ 386324 w 656809"/>
                <a:gd name="csY35" fmla="*/ 143536 h 420483"/>
                <a:gd name="csX36" fmla="*/ 383252 w 656809"/>
                <a:gd name="csY36" fmla="*/ 129704 h 420483"/>
                <a:gd name="csX37" fmla="*/ 354794 w 656809"/>
                <a:gd name="csY37" fmla="*/ 84348 h 420483"/>
                <a:gd name="csX38" fmla="*/ 322491 w 656809"/>
                <a:gd name="csY38" fmla="*/ 68204 h 420483"/>
                <a:gd name="csX39" fmla="*/ 308645 w 656809"/>
                <a:gd name="csY39" fmla="*/ 78971 h 420483"/>
                <a:gd name="csX40" fmla="*/ 310957 w 656809"/>
                <a:gd name="csY40" fmla="*/ 89732 h 420483"/>
                <a:gd name="csX41" fmla="*/ 306340 w 656809"/>
                <a:gd name="csY41" fmla="*/ 92804 h 420483"/>
                <a:gd name="csX42" fmla="*/ 291728 w 656809"/>
                <a:gd name="csY42" fmla="*/ 87420 h 420483"/>
                <a:gd name="csX43" fmla="*/ 274810 w 656809"/>
                <a:gd name="csY43" fmla="*/ 71282 h 420483"/>
                <a:gd name="csX44" fmla="*/ 273271 w 656809"/>
                <a:gd name="csY44" fmla="*/ 52066 h 420483"/>
                <a:gd name="csX45" fmla="*/ 265575 w 656809"/>
                <a:gd name="csY45" fmla="*/ 44377 h 420483"/>
                <a:gd name="csX46" fmla="*/ 257886 w 656809"/>
                <a:gd name="csY46" fmla="*/ 44377 h 420483"/>
                <a:gd name="csX47" fmla="*/ 237890 w 656809"/>
                <a:gd name="csY47" fmla="*/ 25161 h 420483"/>
                <a:gd name="csX48" fmla="*/ 216354 w 656809"/>
                <a:gd name="csY48" fmla="*/ 20543 h 420483"/>
                <a:gd name="csX49" fmla="*/ 196358 w 656809"/>
                <a:gd name="csY49" fmla="*/ 19777 h 420483"/>
                <a:gd name="csX50" fmla="*/ 191741 w 656809"/>
                <a:gd name="csY50" fmla="*/ 32843 h 420483"/>
                <a:gd name="csX51" fmla="*/ 171745 w 656809"/>
                <a:gd name="csY51" fmla="*/ 38227 h 420483"/>
                <a:gd name="csX52" fmla="*/ 125603 w 656809"/>
                <a:gd name="csY52" fmla="*/ 37454 h 420483"/>
                <a:gd name="csX53" fmla="*/ 113296 w 656809"/>
                <a:gd name="csY53" fmla="*/ 35149 h 420483"/>
                <a:gd name="csX54" fmla="*/ 83299 w 656809"/>
                <a:gd name="csY54" fmla="*/ 16699 h 420483"/>
                <a:gd name="csX55" fmla="*/ 50230 w 656809"/>
                <a:gd name="csY55" fmla="*/ 1327 h 420483"/>
                <a:gd name="csX56" fmla="*/ 12543 w 656809"/>
                <a:gd name="csY56" fmla="*/ 2859 h 420483"/>
                <a:gd name="csX57" fmla="*/ 1009 w 656809"/>
                <a:gd name="csY57" fmla="*/ 6704 h 420483"/>
                <a:gd name="csX58" fmla="*/ 3055 w 656809"/>
                <a:gd name="csY58" fmla="*/ 15932 h 420483"/>
                <a:gd name="csX59" fmla="*/ 7159 w 656809"/>
                <a:gd name="csY59" fmla="*/ 33356 h 420483"/>
                <a:gd name="csX60" fmla="*/ 29721 w 656809"/>
                <a:gd name="csY60" fmla="*/ 55904 h 420483"/>
                <a:gd name="csX61" fmla="*/ 32792 w 656809"/>
                <a:gd name="csY61" fmla="*/ 67178 h 420483"/>
                <a:gd name="csX62" fmla="*/ 41001 w 656809"/>
                <a:gd name="csY62" fmla="*/ 78452 h 420483"/>
                <a:gd name="csX63" fmla="*/ 47151 w 656809"/>
                <a:gd name="csY63" fmla="*/ 80504 h 420483"/>
                <a:gd name="csX64" fmla="*/ 64589 w 656809"/>
                <a:gd name="csY64" fmla="*/ 98947 h 420483"/>
                <a:gd name="csX65" fmla="*/ 65608 w 656809"/>
                <a:gd name="csY65" fmla="*/ 108175 h 420483"/>
                <a:gd name="csX66" fmla="*/ 66634 w 656809"/>
                <a:gd name="csY66" fmla="*/ 125599 h 420483"/>
                <a:gd name="csX67" fmla="*/ 51256 w 656809"/>
                <a:gd name="csY67" fmla="*/ 125599 h 420483"/>
                <a:gd name="csX68" fmla="*/ 50230 w 656809"/>
                <a:gd name="csY68" fmla="*/ 129697 h 420483"/>
                <a:gd name="csX69" fmla="*/ 70739 w 656809"/>
                <a:gd name="csY69" fmla="*/ 144049 h 420483"/>
                <a:gd name="csX70" fmla="*/ 84065 w 656809"/>
                <a:gd name="csY70" fmla="*/ 149173 h 420483"/>
                <a:gd name="csX71" fmla="*/ 99450 w 656809"/>
                <a:gd name="csY71" fmla="*/ 159421 h 420483"/>
                <a:gd name="csX72" fmla="*/ 107652 w 656809"/>
                <a:gd name="csY72" fmla="*/ 169675 h 420483"/>
                <a:gd name="csX73" fmla="*/ 111757 w 656809"/>
                <a:gd name="csY73" fmla="*/ 191197 h 420483"/>
                <a:gd name="csX74" fmla="*/ 123038 w 656809"/>
                <a:gd name="csY74" fmla="*/ 205542 h 420483"/>
                <a:gd name="csX75" fmla="*/ 132266 w 656809"/>
                <a:gd name="csY75" fmla="*/ 208620 h 420483"/>
                <a:gd name="csX76" fmla="*/ 150723 w 656809"/>
                <a:gd name="csY76" fmla="*/ 225018 h 420483"/>
                <a:gd name="csX77" fmla="*/ 152775 w 656809"/>
                <a:gd name="csY77" fmla="*/ 240390 h 420483"/>
                <a:gd name="csX78" fmla="*/ 164056 w 656809"/>
                <a:gd name="csY78" fmla="*/ 237318 h 420483"/>
                <a:gd name="csX79" fmla="*/ 164056 w 656809"/>
                <a:gd name="csY79" fmla="*/ 227070 h 420483"/>
                <a:gd name="csX80" fmla="*/ 158925 w 656809"/>
                <a:gd name="csY80" fmla="*/ 216816 h 420483"/>
                <a:gd name="csX81" fmla="*/ 150723 w 656809"/>
                <a:gd name="csY81" fmla="*/ 206568 h 420483"/>
                <a:gd name="csX82" fmla="*/ 142520 w 656809"/>
                <a:gd name="csY82" fmla="*/ 201444 h 420483"/>
                <a:gd name="csX83" fmla="*/ 138416 w 656809"/>
                <a:gd name="csY83" fmla="*/ 188118 h 420483"/>
                <a:gd name="csX84" fmla="*/ 131240 w 656809"/>
                <a:gd name="csY84" fmla="*/ 177871 h 420483"/>
                <a:gd name="csX85" fmla="*/ 128161 w 656809"/>
                <a:gd name="csY85" fmla="*/ 169675 h 420483"/>
                <a:gd name="csX86" fmla="*/ 122011 w 656809"/>
                <a:gd name="csY86" fmla="*/ 151225 h 420483"/>
                <a:gd name="csX87" fmla="*/ 99450 w 656809"/>
                <a:gd name="csY87" fmla="*/ 125599 h 420483"/>
                <a:gd name="csX88" fmla="*/ 97398 w 656809"/>
                <a:gd name="csY88" fmla="*/ 118423 h 420483"/>
                <a:gd name="csX89" fmla="*/ 88169 w 656809"/>
                <a:gd name="csY89" fmla="*/ 109201 h 420483"/>
                <a:gd name="csX90" fmla="*/ 88169 w 656809"/>
                <a:gd name="csY90" fmla="*/ 100999 h 420483"/>
                <a:gd name="csX91" fmla="*/ 56380 w 656809"/>
                <a:gd name="csY91" fmla="*/ 68204 h 420483"/>
                <a:gd name="csX92" fmla="*/ 53308 w 656809"/>
                <a:gd name="csY92" fmla="*/ 62054 h 420483"/>
                <a:gd name="csX93" fmla="*/ 49204 w 656809"/>
                <a:gd name="csY93" fmla="*/ 24135 h 420483"/>
                <a:gd name="csX94" fmla="*/ 53308 w 656809"/>
                <a:gd name="csY94" fmla="*/ 22082 h 420483"/>
                <a:gd name="csX95" fmla="*/ 60484 w 656809"/>
                <a:gd name="csY95" fmla="*/ 29252 h 420483"/>
                <a:gd name="csX96" fmla="*/ 69713 w 656809"/>
                <a:gd name="csY96" fmla="*/ 27206 h 420483"/>
                <a:gd name="csX97" fmla="*/ 73817 w 656809"/>
                <a:gd name="csY97" fmla="*/ 26180 h 420483"/>
                <a:gd name="csX98" fmla="*/ 76889 w 656809"/>
                <a:gd name="csY98" fmla="*/ 35409 h 420483"/>
                <a:gd name="csX99" fmla="*/ 84072 w 656809"/>
                <a:gd name="csY99" fmla="*/ 36428 h 420483"/>
                <a:gd name="csX100" fmla="*/ 88169 w 656809"/>
                <a:gd name="csY100" fmla="*/ 47702 h 420483"/>
                <a:gd name="csX101" fmla="*/ 85098 w 656809"/>
                <a:gd name="csY101" fmla="*/ 57956 h 420483"/>
                <a:gd name="csX102" fmla="*/ 94326 w 656809"/>
                <a:gd name="csY102" fmla="*/ 67178 h 420483"/>
                <a:gd name="csX103" fmla="*/ 98424 w 656809"/>
                <a:gd name="csY103" fmla="*/ 81530 h 420483"/>
                <a:gd name="csX104" fmla="*/ 108678 w 656809"/>
                <a:gd name="csY104" fmla="*/ 95875 h 420483"/>
                <a:gd name="csX105" fmla="*/ 114835 w 656809"/>
                <a:gd name="csY105" fmla="*/ 99980 h 420483"/>
                <a:gd name="csX106" fmla="*/ 126116 w 656809"/>
                <a:gd name="csY106" fmla="*/ 115351 h 420483"/>
                <a:gd name="csX107" fmla="*/ 141494 w 656809"/>
                <a:gd name="csY107" fmla="*/ 119449 h 420483"/>
                <a:gd name="csX108" fmla="*/ 142520 w 656809"/>
                <a:gd name="csY108" fmla="*/ 129697 h 420483"/>
                <a:gd name="csX109" fmla="*/ 156880 w 656809"/>
                <a:gd name="csY109" fmla="*/ 147121 h 420483"/>
                <a:gd name="csX110" fmla="*/ 165082 w 656809"/>
                <a:gd name="csY110" fmla="*/ 146101 h 420483"/>
                <a:gd name="csX111" fmla="*/ 173284 w 656809"/>
                <a:gd name="csY111" fmla="*/ 156349 h 420483"/>
                <a:gd name="csX112" fmla="*/ 168153 w 656809"/>
                <a:gd name="csY112" fmla="*/ 161473 h 420483"/>
                <a:gd name="csX113" fmla="*/ 167134 w 656809"/>
                <a:gd name="csY113" fmla="*/ 171721 h 420483"/>
                <a:gd name="csX114" fmla="*/ 179434 w 656809"/>
                <a:gd name="csY114" fmla="*/ 177871 h 420483"/>
                <a:gd name="csX115" fmla="*/ 190722 w 656809"/>
                <a:gd name="csY115" fmla="*/ 180949 h 420483"/>
                <a:gd name="csX116" fmla="*/ 196872 w 656809"/>
                <a:gd name="csY116" fmla="*/ 188118 h 420483"/>
                <a:gd name="csX117" fmla="*/ 199943 w 656809"/>
                <a:gd name="csY117" fmla="*/ 199399 h 420483"/>
                <a:gd name="csX118" fmla="*/ 210198 w 656809"/>
                <a:gd name="csY118" fmla="*/ 209647 h 420483"/>
                <a:gd name="csX119" fmla="*/ 215328 w 656809"/>
                <a:gd name="csY119" fmla="*/ 210673 h 420483"/>
                <a:gd name="csX120" fmla="*/ 223531 w 656809"/>
                <a:gd name="csY120" fmla="*/ 225018 h 420483"/>
                <a:gd name="csX121" fmla="*/ 245066 w 656809"/>
                <a:gd name="csY121" fmla="*/ 245520 h 420483"/>
                <a:gd name="csX122" fmla="*/ 247118 w 656809"/>
                <a:gd name="csY122" fmla="*/ 253716 h 420483"/>
                <a:gd name="csX123" fmla="*/ 256346 w 656809"/>
                <a:gd name="csY123" fmla="*/ 270120 h 420483"/>
                <a:gd name="csX124" fmla="*/ 254294 w 656809"/>
                <a:gd name="csY124" fmla="*/ 288563 h 420483"/>
                <a:gd name="csX125" fmla="*/ 248144 w 656809"/>
                <a:gd name="csY125" fmla="*/ 297792 h 420483"/>
                <a:gd name="csX126" fmla="*/ 253268 w 656809"/>
                <a:gd name="csY126" fmla="*/ 302916 h 420483"/>
                <a:gd name="csX127" fmla="*/ 254294 w 656809"/>
                <a:gd name="csY127" fmla="*/ 310092 h 420483"/>
                <a:gd name="csX128" fmla="*/ 266601 w 656809"/>
                <a:gd name="csY128" fmla="*/ 317261 h 420483"/>
                <a:gd name="csX129" fmla="*/ 276856 w 656809"/>
                <a:gd name="csY129" fmla="*/ 320339 h 420483"/>
                <a:gd name="csX130" fmla="*/ 286084 w 656809"/>
                <a:gd name="csY130" fmla="*/ 326489 h 420483"/>
                <a:gd name="csX131" fmla="*/ 291208 w 656809"/>
                <a:gd name="csY131" fmla="*/ 337763 h 420483"/>
                <a:gd name="csX132" fmla="*/ 303515 w 656809"/>
                <a:gd name="csY132" fmla="*/ 339815 h 420483"/>
                <a:gd name="csX133" fmla="*/ 315821 w 656809"/>
                <a:gd name="csY133" fmla="*/ 346985 h 420483"/>
                <a:gd name="csX134" fmla="*/ 329154 w 656809"/>
                <a:gd name="csY134" fmla="*/ 349037 h 420483"/>
                <a:gd name="csX135" fmla="*/ 339409 w 656809"/>
                <a:gd name="csY135" fmla="*/ 356213 h 420483"/>
                <a:gd name="csX136" fmla="*/ 350689 w 656809"/>
                <a:gd name="csY136" fmla="*/ 363389 h 420483"/>
                <a:gd name="csX137" fmla="*/ 357866 w 656809"/>
                <a:gd name="csY137" fmla="*/ 370565 h 420483"/>
                <a:gd name="csX138" fmla="*/ 368120 w 656809"/>
                <a:gd name="csY138" fmla="*/ 372611 h 420483"/>
                <a:gd name="csX139" fmla="*/ 373251 w 656809"/>
                <a:gd name="csY139" fmla="*/ 377735 h 420483"/>
                <a:gd name="csX140" fmla="*/ 389655 w 656809"/>
                <a:gd name="csY140" fmla="*/ 378761 h 420483"/>
                <a:gd name="csX141" fmla="*/ 402981 w 656809"/>
                <a:gd name="csY141" fmla="*/ 387989 h 420483"/>
                <a:gd name="csX142" fmla="*/ 409138 w 656809"/>
                <a:gd name="csY142" fmla="*/ 386963 h 420483"/>
                <a:gd name="csX143" fmla="*/ 420419 w 656809"/>
                <a:gd name="csY143" fmla="*/ 393113 h 420483"/>
                <a:gd name="csX144" fmla="*/ 431700 w 656809"/>
                <a:gd name="csY144" fmla="*/ 395158 h 420483"/>
                <a:gd name="csX145" fmla="*/ 437850 w 656809"/>
                <a:gd name="csY145" fmla="*/ 400289 h 420483"/>
                <a:gd name="csX146" fmla="*/ 460411 w 656809"/>
                <a:gd name="csY146" fmla="*/ 397211 h 420483"/>
                <a:gd name="csX147" fmla="*/ 483998 w 656809"/>
                <a:gd name="csY147" fmla="*/ 383891 h 420483"/>
                <a:gd name="csX148" fmla="*/ 490155 w 656809"/>
                <a:gd name="csY148" fmla="*/ 383891 h 420483"/>
                <a:gd name="csX149" fmla="*/ 495279 w 656809"/>
                <a:gd name="csY149" fmla="*/ 390035 h 420483"/>
                <a:gd name="csX150" fmla="*/ 510657 w 656809"/>
                <a:gd name="csY150" fmla="*/ 393113 h 420483"/>
                <a:gd name="csX151" fmla="*/ 512710 w 656809"/>
                <a:gd name="csY151" fmla="*/ 402335 h 420483"/>
                <a:gd name="csX152" fmla="*/ 534245 w 656809"/>
                <a:gd name="csY152" fmla="*/ 421811 h 420483"/>
                <a:gd name="csX153" fmla="*/ 542447 w 656809"/>
                <a:gd name="csY153" fmla="*/ 392600 h 420483"/>
                <a:gd name="csX154" fmla="*/ 572445 w 656809"/>
                <a:gd name="csY154" fmla="*/ 391834 h 420483"/>
                <a:gd name="csX155" fmla="*/ 582446 w 656809"/>
                <a:gd name="csY155" fmla="*/ 387223 h 420483"/>
                <a:gd name="csX156" fmla="*/ 581673 w 656809"/>
                <a:gd name="csY156" fmla="*/ 379534 h 420483"/>
                <a:gd name="csX157" fmla="*/ 563989 w 656809"/>
                <a:gd name="csY157" fmla="*/ 364928 h 420483"/>
                <a:gd name="csX158" fmla="*/ 572445 w 656809"/>
                <a:gd name="csY158" fmla="*/ 358778 h 420483"/>
                <a:gd name="csX159" fmla="*/ 572445 w 656809"/>
                <a:gd name="csY159" fmla="*/ 344173 h 420483"/>
                <a:gd name="csX160" fmla="*/ 594746 w 656809"/>
                <a:gd name="csY160" fmla="*/ 344939 h 420483"/>
                <a:gd name="csX161" fmla="*/ 606287 w 656809"/>
                <a:gd name="csY161" fmla="*/ 350323 h 4204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Lst>
              <a:rect l="l" t="t" r="r" b="b"/>
              <a:pathLst>
                <a:path w="656809" h="420483">
                  <a:moveTo>
                    <a:pt x="606287" y="350323"/>
                  </a:moveTo>
                  <a:lnTo>
                    <a:pt x="615323" y="337448"/>
                  </a:lnTo>
                  <a:lnTo>
                    <a:pt x="634745" y="341102"/>
                  </a:lnTo>
                  <a:lnTo>
                    <a:pt x="640895" y="332646"/>
                  </a:lnTo>
                  <a:lnTo>
                    <a:pt x="641661" y="327262"/>
                  </a:lnTo>
                  <a:lnTo>
                    <a:pt x="640895" y="304968"/>
                  </a:lnTo>
                  <a:lnTo>
                    <a:pt x="650123" y="286518"/>
                  </a:lnTo>
                  <a:lnTo>
                    <a:pt x="657819" y="275757"/>
                  </a:lnTo>
                  <a:lnTo>
                    <a:pt x="650123" y="266536"/>
                  </a:lnTo>
                  <a:lnTo>
                    <a:pt x="639356" y="268075"/>
                  </a:lnTo>
                  <a:lnTo>
                    <a:pt x="633206" y="264996"/>
                  </a:lnTo>
                  <a:lnTo>
                    <a:pt x="614749" y="264996"/>
                  </a:lnTo>
                  <a:lnTo>
                    <a:pt x="599364" y="275757"/>
                  </a:lnTo>
                  <a:lnTo>
                    <a:pt x="588596" y="272686"/>
                  </a:lnTo>
                  <a:lnTo>
                    <a:pt x="579368" y="286518"/>
                  </a:lnTo>
                  <a:lnTo>
                    <a:pt x="577828" y="309579"/>
                  </a:lnTo>
                  <a:lnTo>
                    <a:pt x="562450" y="326496"/>
                  </a:lnTo>
                  <a:lnTo>
                    <a:pt x="560911" y="334179"/>
                  </a:lnTo>
                  <a:lnTo>
                    <a:pt x="520912" y="341868"/>
                  </a:lnTo>
                  <a:lnTo>
                    <a:pt x="510151" y="340328"/>
                  </a:lnTo>
                  <a:lnTo>
                    <a:pt x="497844" y="343400"/>
                  </a:lnTo>
                  <a:lnTo>
                    <a:pt x="480920" y="334179"/>
                  </a:lnTo>
                  <a:lnTo>
                    <a:pt x="474770" y="334179"/>
                  </a:lnTo>
                  <a:lnTo>
                    <a:pt x="468620" y="329568"/>
                  </a:lnTo>
                  <a:lnTo>
                    <a:pt x="457852" y="324957"/>
                  </a:lnTo>
                  <a:lnTo>
                    <a:pt x="454774" y="315729"/>
                  </a:lnTo>
                  <a:lnTo>
                    <a:pt x="445546" y="303429"/>
                  </a:lnTo>
                  <a:lnTo>
                    <a:pt x="436317" y="286518"/>
                  </a:lnTo>
                  <a:lnTo>
                    <a:pt x="425550" y="268068"/>
                  </a:lnTo>
                  <a:lnTo>
                    <a:pt x="417860" y="245007"/>
                  </a:lnTo>
                  <a:lnTo>
                    <a:pt x="417860" y="223486"/>
                  </a:lnTo>
                  <a:lnTo>
                    <a:pt x="419400" y="195814"/>
                  </a:lnTo>
                  <a:lnTo>
                    <a:pt x="431700" y="175825"/>
                  </a:lnTo>
                  <a:lnTo>
                    <a:pt x="431700" y="166604"/>
                  </a:lnTo>
                  <a:lnTo>
                    <a:pt x="410937" y="162759"/>
                  </a:lnTo>
                  <a:lnTo>
                    <a:pt x="386324" y="143536"/>
                  </a:lnTo>
                  <a:lnTo>
                    <a:pt x="383252" y="129704"/>
                  </a:lnTo>
                  <a:lnTo>
                    <a:pt x="354794" y="84348"/>
                  </a:lnTo>
                  <a:lnTo>
                    <a:pt x="322491" y="68204"/>
                  </a:lnTo>
                  <a:lnTo>
                    <a:pt x="308645" y="78971"/>
                  </a:lnTo>
                  <a:lnTo>
                    <a:pt x="310957" y="89732"/>
                  </a:lnTo>
                  <a:lnTo>
                    <a:pt x="306340" y="92804"/>
                  </a:lnTo>
                  <a:lnTo>
                    <a:pt x="291728" y="87420"/>
                  </a:lnTo>
                  <a:lnTo>
                    <a:pt x="274810" y="71282"/>
                  </a:lnTo>
                  <a:lnTo>
                    <a:pt x="273271" y="52066"/>
                  </a:lnTo>
                  <a:lnTo>
                    <a:pt x="265575" y="44377"/>
                  </a:lnTo>
                  <a:lnTo>
                    <a:pt x="257886" y="44377"/>
                  </a:lnTo>
                  <a:lnTo>
                    <a:pt x="237890" y="25161"/>
                  </a:lnTo>
                  <a:lnTo>
                    <a:pt x="216354" y="20543"/>
                  </a:lnTo>
                  <a:lnTo>
                    <a:pt x="196358" y="19777"/>
                  </a:lnTo>
                  <a:lnTo>
                    <a:pt x="191741" y="32843"/>
                  </a:lnTo>
                  <a:lnTo>
                    <a:pt x="171745" y="38227"/>
                  </a:lnTo>
                  <a:lnTo>
                    <a:pt x="125603" y="37454"/>
                  </a:lnTo>
                  <a:lnTo>
                    <a:pt x="113296" y="35149"/>
                  </a:lnTo>
                  <a:lnTo>
                    <a:pt x="83299" y="16699"/>
                  </a:lnTo>
                  <a:lnTo>
                    <a:pt x="50230" y="1327"/>
                  </a:lnTo>
                  <a:lnTo>
                    <a:pt x="12543" y="2859"/>
                  </a:lnTo>
                  <a:lnTo>
                    <a:pt x="1009" y="6704"/>
                  </a:lnTo>
                  <a:lnTo>
                    <a:pt x="3055" y="15932"/>
                  </a:lnTo>
                  <a:lnTo>
                    <a:pt x="7159" y="33356"/>
                  </a:lnTo>
                  <a:lnTo>
                    <a:pt x="29721" y="55904"/>
                  </a:lnTo>
                  <a:lnTo>
                    <a:pt x="32792" y="67178"/>
                  </a:lnTo>
                  <a:lnTo>
                    <a:pt x="41001" y="78452"/>
                  </a:lnTo>
                  <a:lnTo>
                    <a:pt x="47151" y="80504"/>
                  </a:lnTo>
                  <a:lnTo>
                    <a:pt x="64589" y="98947"/>
                  </a:lnTo>
                  <a:lnTo>
                    <a:pt x="65608" y="108175"/>
                  </a:lnTo>
                  <a:lnTo>
                    <a:pt x="66634" y="125599"/>
                  </a:lnTo>
                  <a:lnTo>
                    <a:pt x="51256" y="125599"/>
                  </a:lnTo>
                  <a:cubicBezTo>
                    <a:pt x="47151" y="125599"/>
                    <a:pt x="50230" y="129697"/>
                    <a:pt x="50230" y="129697"/>
                  </a:cubicBezTo>
                  <a:lnTo>
                    <a:pt x="70739" y="144049"/>
                  </a:lnTo>
                  <a:lnTo>
                    <a:pt x="84065" y="149173"/>
                  </a:lnTo>
                  <a:lnTo>
                    <a:pt x="99450" y="159421"/>
                  </a:lnTo>
                  <a:lnTo>
                    <a:pt x="107652" y="169675"/>
                  </a:lnTo>
                  <a:lnTo>
                    <a:pt x="111757" y="191197"/>
                  </a:lnTo>
                  <a:lnTo>
                    <a:pt x="123038" y="205542"/>
                  </a:lnTo>
                  <a:lnTo>
                    <a:pt x="132266" y="208620"/>
                  </a:lnTo>
                  <a:lnTo>
                    <a:pt x="150723" y="225018"/>
                  </a:lnTo>
                  <a:lnTo>
                    <a:pt x="152775" y="240390"/>
                  </a:lnTo>
                  <a:lnTo>
                    <a:pt x="164056" y="237318"/>
                  </a:lnTo>
                  <a:lnTo>
                    <a:pt x="164056" y="227070"/>
                  </a:lnTo>
                  <a:lnTo>
                    <a:pt x="158925" y="216816"/>
                  </a:lnTo>
                  <a:lnTo>
                    <a:pt x="150723" y="206568"/>
                  </a:lnTo>
                  <a:lnTo>
                    <a:pt x="142520" y="201444"/>
                  </a:lnTo>
                  <a:lnTo>
                    <a:pt x="138416" y="188118"/>
                  </a:lnTo>
                  <a:lnTo>
                    <a:pt x="131240" y="177871"/>
                  </a:lnTo>
                  <a:lnTo>
                    <a:pt x="128161" y="169675"/>
                  </a:lnTo>
                  <a:lnTo>
                    <a:pt x="122011" y="151225"/>
                  </a:lnTo>
                  <a:lnTo>
                    <a:pt x="99450" y="125599"/>
                  </a:lnTo>
                  <a:lnTo>
                    <a:pt x="97398" y="118423"/>
                  </a:lnTo>
                  <a:lnTo>
                    <a:pt x="88169" y="109201"/>
                  </a:lnTo>
                  <a:lnTo>
                    <a:pt x="88169" y="100999"/>
                  </a:lnTo>
                  <a:lnTo>
                    <a:pt x="56380" y="68204"/>
                  </a:lnTo>
                  <a:lnTo>
                    <a:pt x="53308" y="62054"/>
                  </a:lnTo>
                  <a:lnTo>
                    <a:pt x="49204" y="24135"/>
                  </a:lnTo>
                  <a:lnTo>
                    <a:pt x="53308" y="22082"/>
                  </a:lnTo>
                  <a:lnTo>
                    <a:pt x="60484" y="29252"/>
                  </a:lnTo>
                  <a:lnTo>
                    <a:pt x="69713" y="27206"/>
                  </a:lnTo>
                  <a:lnTo>
                    <a:pt x="73817" y="26180"/>
                  </a:lnTo>
                  <a:lnTo>
                    <a:pt x="76889" y="35409"/>
                  </a:lnTo>
                  <a:lnTo>
                    <a:pt x="84072" y="36428"/>
                  </a:lnTo>
                  <a:lnTo>
                    <a:pt x="88169" y="47702"/>
                  </a:lnTo>
                  <a:lnTo>
                    <a:pt x="85098" y="57956"/>
                  </a:lnTo>
                  <a:lnTo>
                    <a:pt x="94326" y="67178"/>
                  </a:lnTo>
                  <a:lnTo>
                    <a:pt x="98424" y="81530"/>
                  </a:lnTo>
                  <a:lnTo>
                    <a:pt x="108678" y="95875"/>
                  </a:lnTo>
                  <a:lnTo>
                    <a:pt x="114835" y="99980"/>
                  </a:lnTo>
                  <a:lnTo>
                    <a:pt x="126116" y="115351"/>
                  </a:lnTo>
                  <a:lnTo>
                    <a:pt x="141494" y="119449"/>
                  </a:lnTo>
                  <a:lnTo>
                    <a:pt x="142520" y="129697"/>
                  </a:lnTo>
                  <a:lnTo>
                    <a:pt x="156880" y="147121"/>
                  </a:lnTo>
                  <a:lnTo>
                    <a:pt x="165082" y="146101"/>
                  </a:lnTo>
                  <a:lnTo>
                    <a:pt x="173284" y="156349"/>
                  </a:lnTo>
                  <a:lnTo>
                    <a:pt x="168153" y="161473"/>
                  </a:lnTo>
                  <a:lnTo>
                    <a:pt x="167134" y="171721"/>
                  </a:lnTo>
                  <a:lnTo>
                    <a:pt x="179434" y="177871"/>
                  </a:lnTo>
                  <a:lnTo>
                    <a:pt x="190722" y="180949"/>
                  </a:lnTo>
                  <a:lnTo>
                    <a:pt x="196872" y="188118"/>
                  </a:lnTo>
                  <a:lnTo>
                    <a:pt x="199943" y="199399"/>
                  </a:lnTo>
                  <a:lnTo>
                    <a:pt x="210198" y="209647"/>
                  </a:lnTo>
                  <a:lnTo>
                    <a:pt x="215328" y="210673"/>
                  </a:lnTo>
                  <a:lnTo>
                    <a:pt x="223531" y="225018"/>
                  </a:lnTo>
                  <a:lnTo>
                    <a:pt x="245066" y="245520"/>
                  </a:lnTo>
                  <a:lnTo>
                    <a:pt x="247118" y="253716"/>
                  </a:lnTo>
                  <a:lnTo>
                    <a:pt x="256346" y="270120"/>
                  </a:lnTo>
                  <a:lnTo>
                    <a:pt x="254294" y="288563"/>
                  </a:lnTo>
                  <a:lnTo>
                    <a:pt x="248144" y="297792"/>
                  </a:lnTo>
                  <a:lnTo>
                    <a:pt x="253268" y="302916"/>
                  </a:lnTo>
                  <a:lnTo>
                    <a:pt x="254294" y="310092"/>
                  </a:lnTo>
                  <a:lnTo>
                    <a:pt x="266601" y="317261"/>
                  </a:lnTo>
                  <a:lnTo>
                    <a:pt x="276856" y="320339"/>
                  </a:lnTo>
                  <a:lnTo>
                    <a:pt x="286084" y="326489"/>
                  </a:lnTo>
                  <a:lnTo>
                    <a:pt x="291208" y="337763"/>
                  </a:lnTo>
                  <a:lnTo>
                    <a:pt x="303515" y="339815"/>
                  </a:lnTo>
                  <a:lnTo>
                    <a:pt x="315821" y="346985"/>
                  </a:lnTo>
                  <a:lnTo>
                    <a:pt x="329154" y="349037"/>
                  </a:lnTo>
                  <a:lnTo>
                    <a:pt x="339409" y="356213"/>
                  </a:lnTo>
                  <a:lnTo>
                    <a:pt x="350689" y="363389"/>
                  </a:lnTo>
                  <a:lnTo>
                    <a:pt x="357866" y="370565"/>
                  </a:lnTo>
                  <a:lnTo>
                    <a:pt x="368120" y="372611"/>
                  </a:lnTo>
                  <a:lnTo>
                    <a:pt x="373251" y="377735"/>
                  </a:lnTo>
                  <a:lnTo>
                    <a:pt x="389655" y="378761"/>
                  </a:lnTo>
                  <a:lnTo>
                    <a:pt x="402981" y="387989"/>
                  </a:lnTo>
                  <a:lnTo>
                    <a:pt x="409138" y="386963"/>
                  </a:lnTo>
                  <a:lnTo>
                    <a:pt x="420419" y="393113"/>
                  </a:lnTo>
                  <a:lnTo>
                    <a:pt x="431700" y="395158"/>
                  </a:lnTo>
                  <a:lnTo>
                    <a:pt x="437850" y="400289"/>
                  </a:lnTo>
                  <a:lnTo>
                    <a:pt x="460411" y="397211"/>
                  </a:lnTo>
                  <a:lnTo>
                    <a:pt x="483998" y="383891"/>
                  </a:lnTo>
                  <a:lnTo>
                    <a:pt x="490155" y="383891"/>
                  </a:lnTo>
                  <a:lnTo>
                    <a:pt x="495279" y="390035"/>
                  </a:lnTo>
                  <a:lnTo>
                    <a:pt x="510657" y="393113"/>
                  </a:lnTo>
                  <a:lnTo>
                    <a:pt x="512710" y="402335"/>
                  </a:lnTo>
                  <a:lnTo>
                    <a:pt x="534245" y="421811"/>
                  </a:lnTo>
                  <a:lnTo>
                    <a:pt x="542447" y="392600"/>
                  </a:lnTo>
                  <a:lnTo>
                    <a:pt x="572445" y="391834"/>
                  </a:lnTo>
                  <a:lnTo>
                    <a:pt x="582446" y="387223"/>
                  </a:lnTo>
                  <a:lnTo>
                    <a:pt x="581673" y="379534"/>
                  </a:lnTo>
                  <a:lnTo>
                    <a:pt x="563989" y="364928"/>
                  </a:lnTo>
                  <a:lnTo>
                    <a:pt x="572445" y="358778"/>
                  </a:lnTo>
                  <a:lnTo>
                    <a:pt x="572445" y="344173"/>
                  </a:lnTo>
                  <a:lnTo>
                    <a:pt x="594746" y="344939"/>
                  </a:lnTo>
                  <a:lnTo>
                    <a:pt x="606287" y="35032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39" name="Forme libre : forme 717">
              <a:extLst>
                <a:ext uri="{FF2B5EF4-FFF2-40B4-BE49-F238E27FC236}">
                  <a16:creationId xmlns:a16="http://schemas.microsoft.com/office/drawing/2014/main" id="{E8E4DEAA-CAF5-D62C-1F97-4BDC53C9872F}"/>
                </a:ext>
              </a:extLst>
            </p:cNvPr>
            <p:cNvSpPr/>
            <p:nvPr/>
          </p:nvSpPr>
          <p:spPr>
            <a:xfrm>
              <a:off x="3676307" y="4239671"/>
              <a:ext cx="31536" cy="53619"/>
            </a:xfrm>
            <a:custGeom>
              <a:avLst/>
              <a:gdLst>
                <a:gd name="csX0" fmla="*/ 11146 w 31536"/>
                <a:gd name="csY0" fmla="*/ 55056 h 53619"/>
                <a:gd name="csX1" fmla="*/ 1144 w 31536"/>
                <a:gd name="csY1" fmla="*/ 48133 h 53619"/>
                <a:gd name="csX2" fmla="*/ 4223 w 31536"/>
                <a:gd name="csY2" fmla="*/ 14311 h 53619"/>
                <a:gd name="csX3" fmla="*/ 13260 w 31536"/>
                <a:gd name="csY3" fmla="*/ 1436 h 53619"/>
                <a:gd name="csX4" fmla="*/ 32681 w 31536"/>
                <a:gd name="csY4" fmla="*/ 5090 h 53619"/>
                <a:gd name="csX5" fmla="*/ 26531 w 31536"/>
                <a:gd name="csY5" fmla="*/ 10473 h 53619"/>
                <a:gd name="csX6" fmla="*/ 24992 w 31536"/>
                <a:gd name="csY6" fmla="*/ 25079 h 53619"/>
                <a:gd name="csX7" fmla="*/ 11146 w 31536"/>
                <a:gd name="csY7" fmla="*/ 55056 h 536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536" h="53619">
                  <a:moveTo>
                    <a:pt x="11146" y="55056"/>
                  </a:moveTo>
                  <a:lnTo>
                    <a:pt x="1144" y="48133"/>
                  </a:lnTo>
                  <a:lnTo>
                    <a:pt x="4223" y="14311"/>
                  </a:lnTo>
                  <a:lnTo>
                    <a:pt x="13260" y="1436"/>
                  </a:lnTo>
                  <a:lnTo>
                    <a:pt x="32681" y="5090"/>
                  </a:lnTo>
                  <a:lnTo>
                    <a:pt x="26531" y="10473"/>
                  </a:lnTo>
                  <a:lnTo>
                    <a:pt x="24992" y="25079"/>
                  </a:lnTo>
                  <a:lnTo>
                    <a:pt x="11146" y="5505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0" name="Forme libre : forme 718">
              <a:extLst>
                <a:ext uri="{FF2B5EF4-FFF2-40B4-BE49-F238E27FC236}">
                  <a16:creationId xmlns:a16="http://schemas.microsoft.com/office/drawing/2014/main" id="{C10864B3-38A3-AFC1-76B0-FC919BD8E45A}"/>
                </a:ext>
              </a:extLst>
            </p:cNvPr>
            <p:cNvSpPr/>
            <p:nvPr/>
          </p:nvSpPr>
          <p:spPr>
            <a:xfrm>
              <a:off x="4343638" y="4513143"/>
              <a:ext cx="84088" cy="83534"/>
            </a:xfrm>
            <a:custGeom>
              <a:avLst/>
              <a:gdLst>
                <a:gd name="csX0" fmla="*/ 20534 w 84088"/>
                <a:gd name="csY0" fmla="*/ 84631 h 83534"/>
                <a:gd name="csX1" fmla="*/ 21047 w 84088"/>
                <a:gd name="csY1" fmla="*/ 64649 h 83534"/>
                <a:gd name="csX2" fmla="*/ 2590 w 84088"/>
                <a:gd name="csY2" fmla="*/ 55421 h 83534"/>
                <a:gd name="csX3" fmla="*/ 1564 w 84088"/>
                <a:gd name="csY3" fmla="*/ 37997 h 83534"/>
                <a:gd name="csX4" fmla="*/ 14890 w 84088"/>
                <a:gd name="csY4" fmla="*/ 24671 h 83534"/>
                <a:gd name="csX5" fmla="*/ 16430 w 84088"/>
                <a:gd name="csY5" fmla="*/ 6228 h 83534"/>
                <a:gd name="csX6" fmla="*/ 28736 w 84088"/>
                <a:gd name="csY6" fmla="*/ 1610 h 83534"/>
                <a:gd name="csX7" fmla="*/ 74885 w 84088"/>
                <a:gd name="csY7" fmla="*/ 3149 h 83534"/>
                <a:gd name="csX8" fmla="*/ 85653 w 84088"/>
                <a:gd name="csY8" fmla="*/ 7760 h 83534"/>
                <a:gd name="csX9" fmla="*/ 85653 w 84088"/>
                <a:gd name="csY9" fmla="*/ 15449 h 83534"/>
                <a:gd name="csX10" fmla="*/ 80522 w 84088"/>
                <a:gd name="csY10" fmla="*/ 19547 h 83534"/>
                <a:gd name="csX11" fmla="*/ 74372 w 84088"/>
                <a:gd name="csY11" fmla="*/ 39023 h 83534"/>
                <a:gd name="csX12" fmla="*/ 83601 w 84088"/>
                <a:gd name="csY12" fmla="*/ 63623 h 83534"/>
                <a:gd name="csX13" fmla="*/ 75398 w 84088"/>
                <a:gd name="csY13" fmla="*/ 81047 h 83534"/>
                <a:gd name="csX14" fmla="*/ 53863 w 84088"/>
                <a:gd name="csY14" fmla="*/ 82066 h 83534"/>
                <a:gd name="csX15" fmla="*/ 49759 w 84088"/>
                <a:gd name="csY15" fmla="*/ 77968 h 83534"/>
                <a:gd name="csX16" fmla="*/ 43609 w 84088"/>
                <a:gd name="csY16" fmla="*/ 76949 h 83534"/>
                <a:gd name="csX17" fmla="*/ 39504 w 84088"/>
                <a:gd name="csY17" fmla="*/ 85144 h 83534"/>
                <a:gd name="csX18" fmla="*/ 20534 w 84088"/>
                <a:gd name="csY18" fmla="*/ 84631 h 835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4088" h="83534">
                  <a:moveTo>
                    <a:pt x="20534" y="84631"/>
                  </a:moveTo>
                  <a:lnTo>
                    <a:pt x="21047" y="64649"/>
                  </a:lnTo>
                  <a:lnTo>
                    <a:pt x="2590" y="55421"/>
                  </a:lnTo>
                  <a:lnTo>
                    <a:pt x="1564" y="37997"/>
                  </a:lnTo>
                  <a:lnTo>
                    <a:pt x="14890" y="24671"/>
                  </a:lnTo>
                  <a:lnTo>
                    <a:pt x="16430" y="6228"/>
                  </a:lnTo>
                  <a:lnTo>
                    <a:pt x="28736" y="1610"/>
                  </a:lnTo>
                  <a:lnTo>
                    <a:pt x="74885" y="3149"/>
                  </a:lnTo>
                  <a:lnTo>
                    <a:pt x="85653" y="7760"/>
                  </a:lnTo>
                  <a:lnTo>
                    <a:pt x="85653" y="15449"/>
                  </a:lnTo>
                  <a:lnTo>
                    <a:pt x="80522" y="19547"/>
                  </a:lnTo>
                  <a:lnTo>
                    <a:pt x="74372" y="39023"/>
                  </a:lnTo>
                  <a:lnTo>
                    <a:pt x="83601" y="63623"/>
                  </a:lnTo>
                  <a:lnTo>
                    <a:pt x="75398" y="81047"/>
                  </a:lnTo>
                  <a:lnTo>
                    <a:pt x="53863" y="82066"/>
                  </a:lnTo>
                  <a:lnTo>
                    <a:pt x="49759" y="77968"/>
                  </a:lnTo>
                  <a:lnTo>
                    <a:pt x="43609" y="76949"/>
                  </a:lnTo>
                  <a:lnTo>
                    <a:pt x="39504" y="85144"/>
                  </a:lnTo>
                  <a:lnTo>
                    <a:pt x="20534" y="846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1" name="Forme libre : forme 719">
              <a:extLst>
                <a:ext uri="{FF2B5EF4-FFF2-40B4-BE49-F238E27FC236}">
                  <a16:creationId xmlns:a16="http://schemas.microsoft.com/office/drawing/2014/main" id="{F7BEC22A-5918-B6F4-3290-4096EE5292F7}"/>
                </a:ext>
              </a:extLst>
            </p:cNvPr>
            <p:cNvSpPr/>
            <p:nvPr/>
          </p:nvSpPr>
          <p:spPr>
            <a:xfrm>
              <a:off x="4416439" y="4519300"/>
              <a:ext cx="63579" cy="80455"/>
            </a:xfrm>
            <a:custGeom>
              <a:avLst/>
              <a:gdLst>
                <a:gd name="csX0" fmla="*/ 2627 w 63579"/>
                <a:gd name="csY0" fmla="*/ 74894 h 80455"/>
                <a:gd name="csX1" fmla="*/ 10830 w 63579"/>
                <a:gd name="csY1" fmla="*/ 57470 h 80455"/>
                <a:gd name="csX2" fmla="*/ 1601 w 63579"/>
                <a:gd name="csY2" fmla="*/ 32870 h 80455"/>
                <a:gd name="csX3" fmla="*/ 7751 w 63579"/>
                <a:gd name="csY3" fmla="*/ 13401 h 80455"/>
                <a:gd name="csX4" fmla="*/ 12882 w 63579"/>
                <a:gd name="csY4" fmla="*/ 9296 h 80455"/>
                <a:gd name="csX5" fmla="*/ 12882 w 63579"/>
                <a:gd name="csY5" fmla="*/ 1614 h 80455"/>
                <a:gd name="csX6" fmla="*/ 31339 w 63579"/>
                <a:gd name="csY6" fmla="*/ 4686 h 80455"/>
                <a:gd name="csX7" fmla="*/ 40567 w 63579"/>
                <a:gd name="csY7" fmla="*/ 7764 h 80455"/>
                <a:gd name="csX8" fmla="*/ 65181 w 63579"/>
                <a:gd name="csY8" fmla="*/ 29286 h 80455"/>
                <a:gd name="csX9" fmla="*/ 60057 w 63579"/>
                <a:gd name="csY9" fmla="*/ 47222 h 80455"/>
                <a:gd name="csX10" fmla="*/ 49796 w 63579"/>
                <a:gd name="csY10" fmla="*/ 68744 h 80455"/>
                <a:gd name="csX11" fmla="*/ 39541 w 63579"/>
                <a:gd name="csY11" fmla="*/ 82070 h 80455"/>
                <a:gd name="csX12" fmla="*/ 12882 w 63579"/>
                <a:gd name="csY12" fmla="*/ 77965 h 80455"/>
                <a:gd name="csX13" fmla="*/ 2627 w 63579"/>
                <a:gd name="csY13" fmla="*/ 74894 h 80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3579" h="80455">
                  <a:moveTo>
                    <a:pt x="2627" y="74894"/>
                  </a:moveTo>
                  <a:lnTo>
                    <a:pt x="10830" y="57470"/>
                  </a:lnTo>
                  <a:lnTo>
                    <a:pt x="1601" y="32870"/>
                  </a:lnTo>
                  <a:lnTo>
                    <a:pt x="7751" y="13401"/>
                  </a:lnTo>
                  <a:lnTo>
                    <a:pt x="12882" y="9296"/>
                  </a:lnTo>
                  <a:lnTo>
                    <a:pt x="12882" y="1614"/>
                  </a:lnTo>
                  <a:lnTo>
                    <a:pt x="31339" y="4686"/>
                  </a:lnTo>
                  <a:lnTo>
                    <a:pt x="40567" y="7764"/>
                  </a:lnTo>
                  <a:lnTo>
                    <a:pt x="65181" y="29286"/>
                  </a:lnTo>
                  <a:lnTo>
                    <a:pt x="60057" y="47222"/>
                  </a:lnTo>
                  <a:lnTo>
                    <a:pt x="49796" y="68744"/>
                  </a:lnTo>
                  <a:lnTo>
                    <a:pt x="39541" y="82070"/>
                  </a:lnTo>
                  <a:lnTo>
                    <a:pt x="12882" y="77965"/>
                  </a:lnTo>
                  <a:lnTo>
                    <a:pt x="2627" y="7489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2" name="Forme libre : forme 720">
              <a:extLst>
                <a:ext uri="{FF2B5EF4-FFF2-40B4-BE49-F238E27FC236}">
                  <a16:creationId xmlns:a16="http://schemas.microsoft.com/office/drawing/2014/main" id="{0B020E7A-1E88-CC47-15CF-1765E26257D2}"/>
                </a:ext>
              </a:extLst>
            </p:cNvPr>
            <p:cNvSpPr/>
            <p:nvPr/>
          </p:nvSpPr>
          <p:spPr>
            <a:xfrm>
              <a:off x="3958037" y="5030220"/>
              <a:ext cx="179464" cy="944476"/>
            </a:xfrm>
            <a:custGeom>
              <a:avLst/>
              <a:gdLst>
                <a:gd name="csX0" fmla="*/ 131598 w 179464"/>
                <a:gd name="csY0" fmla="*/ 897819 h 944476"/>
                <a:gd name="csX1" fmla="*/ 128520 w 179464"/>
                <a:gd name="csY1" fmla="*/ 904790 h 944476"/>
                <a:gd name="csX2" fmla="*/ 122370 w 179464"/>
                <a:gd name="csY2" fmla="*/ 909147 h 944476"/>
                <a:gd name="csX3" fmla="*/ 111089 w 179464"/>
                <a:gd name="csY3" fmla="*/ 909147 h 944476"/>
                <a:gd name="csX4" fmla="*/ 100835 w 179464"/>
                <a:gd name="csY4" fmla="*/ 915243 h 944476"/>
                <a:gd name="csX5" fmla="*/ 104939 w 179464"/>
                <a:gd name="csY5" fmla="*/ 924827 h 944476"/>
                <a:gd name="csX6" fmla="*/ 98782 w 179464"/>
                <a:gd name="csY6" fmla="*/ 933535 h 944476"/>
                <a:gd name="csX7" fmla="*/ 98782 w 179464"/>
                <a:gd name="csY7" fmla="*/ 945732 h 944476"/>
                <a:gd name="csX8" fmla="*/ 79300 w 179464"/>
                <a:gd name="csY8" fmla="*/ 946608 h 944476"/>
                <a:gd name="csX9" fmla="*/ 69045 w 179464"/>
                <a:gd name="csY9" fmla="*/ 938762 h 944476"/>
                <a:gd name="csX10" fmla="*/ 69045 w 179464"/>
                <a:gd name="csY10" fmla="*/ 933535 h 944476"/>
                <a:gd name="csX11" fmla="*/ 86476 w 179464"/>
                <a:gd name="csY11" fmla="*/ 932666 h 944476"/>
                <a:gd name="csX12" fmla="*/ 90580 w 179464"/>
                <a:gd name="csY12" fmla="*/ 926564 h 944476"/>
                <a:gd name="csX13" fmla="*/ 89554 w 179464"/>
                <a:gd name="csY13" fmla="*/ 915243 h 944476"/>
                <a:gd name="csX14" fmla="*/ 77247 w 179464"/>
                <a:gd name="csY14" fmla="*/ 908272 h 944476"/>
                <a:gd name="csX15" fmla="*/ 61869 w 179464"/>
                <a:gd name="csY15" fmla="*/ 909140 h 944476"/>
                <a:gd name="csX16" fmla="*/ 51608 w 179464"/>
                <a:gd name="csY16" fmla="*/ 920469 h 944476"/>
                <a:gd name="csX17" fmla="*/ 45458 w 179464"/>
                <a:gd name="csY17" fmla="*/ 921338 h 944476"/>
                <a:gd name="csX18" fmla="*/ 43405 w 179464"/>
                <a:gd name="csY18" fmla="*/ 902176 h 944476"/>
                <a:gd name="csX19" fmla="*/ 52640 w 179464"/>
                <a:gd name="csY19" fmla="*/ 899563 h 944476"/>
                <a:gd name="csX20" fmla="*/ 61869 w 179464"/>
                <a:gd name="csY20" fmla="*/ 896943 h 944476"/>
                <a:gd name="csX21" fmla="*/ 59817 w 179464"/>
                <a:gd name="csY21" fmla="*/ 889103 h 944476"/>
                <a:gd name="csX22" fmla="*/ 53667 w 179464"/>
                <a:gd name="csY22" fmla="*/ 888235 h 944476"/>
                <a:gd name="csX23" fmla="*/ 48536 w 179464"/>
                <a:gd name="csY23" fmla="*/ 893461 h 944476"/>
                <a:gd name="csX24" fmla="*/ 39308 w 179464"/>
                <a:gd name="csY24" fmla="*/ 889103 h 944476"/>
                <a:gd name="csX25" fmla="*/ 39308 w 179464"/>
                <a:gd name="csY25" fmla="*/ 872555 h 944476"/>
                <a:gd name="csX26" fmla="*/ 31105 w 179464"/>
                <a:gd name="csY26" fmla="*/ 863840 h 944476"/>
                <a:gd name="csX27" fmla="*/ 38281 w 179464"/>
                <a:gd name="csY27" fmla="*/ 859482 h 944476"/>
                <a:gd name="csX28" fmla="*/ 34177 w 179464"/>
                <a:gd name="csY28" fmla="*/ 849898 h 944476"/>
                <a:gd name="csX29" fmla="*/ 23922 w 179464"/>
                <a:gd name="csY29" fmla="*/ 847285 h 944476"/>
                <a:gd name="csX30" fmla="*/ 28027 w 179464"/>
                <a:gd name="csY30" fmla="*/ 838576 h 944476"/>
                <a:gd name="csX31" fmla="*/ 24948 w 179464"/>
                <a:gd name="csY31" fmla="*/ 820277 h 944476"/>
                <a:gd name="csX32" fmla="*/ 25975 w 179464"/>
                <a:gd name="csY32" fmla="*/ 803729 h 944476"/>
                <a:gd name="csX33" fmla="*/ 28027 w 179464"/>
                <a:gd name="csY33" fmla="*/ 792400 h 944476"/>
                <a:gd name="csX34" fmla="*/ 23922 w 179464"/>
                <a:gd name="csY34" fmla="*/ 781947 h 944476"/>
                <a:gd name="csX35" fmla="*/ 28027 w 179464"/>
                <a:gd name="csY35" fmla="*/ 779334 h 944476"/>
                <a:gd name="csX36" fmla="*/ 36229 w 179464"/>
                <a:gd name="csY36" fmla="*/ 786305 h 944476"/>
                <a:gd name="csX37" fmla="*/ 43412 w 179464"/>
                <a:gd name="csY37" fmla="*/ 783692 h 944476"/>
                <a:gd name="csX38" fmla="*/ 42386 w 179464"/>
                <a:gd name="csY38" fmla="*/ 773239 h 944476"/>
                <a:gd name="csX39" fmla="*/ 37255 w 179464"/>
                <a:gd name="csY39" fmla="*/ 766268 h 944476"/>
                <a:gd name="csX40" fmla="*/ 30079 w 179464"/>
                <a:gd name="csY40" fmla="*/ 771494 h 944476"/>
                <a:gd name="csX41" fmla="*/ 23922 w 179464"/>
                <a:gd name="csY41" fmla="*/ 773232 h 944476"/>
                <a:gd name="csX42" fmla="*/ 19825 w 179464"/>
                <a:gd name="csY42" fmla="*/ 769750 h 944476"/>
                <a:gd name="csX43" fmla="*/ 22903 w 179464"/>
                <a:gd name="csY43" fmla="*/ 764524 h 944476"/>
                <a:gd name="csX44" fmla="*/ 30079 w 179464"/>
                <a:gd name="csY44" fmla="*/ 754939 h 944476"/>
                <a:gd name="csX45" fmla="*/ 29053 w 179464"/>
                <a:gd name="csY45" fmla="*/ 748844 h 944476"/>
                <a:gd name="csX46" fmla="*/ 17772 w 179464"/>
                <a:gd name="csY46" fmla="*/ 746231 h 944476"/>
                <a:gd name="csX47" fmla="*/ 13675 w 179464"/>
                <a:gd name="csY47" fmla="*/ 742742 h 944476"/>
                <a:gd name="csX48" fmla="*/ 1368 w 179464"/>
                <a:gd name="csY48" fmla="*/ 744487 h 944476"/>
                <a:gd name="csX49" fmla="*/ 1368 w 179464"/>
                <a:gd name="csY49" fmla="*/ 741004 h 944476"/>
                <a:gd name="csX50" fmla="*/ 12648 w 179464"/>
                <a:gd name="csY50" fmla="*/ 731420 h 944476"/>
                <a:gd name="csX51" fmla="*/ 14701 w 179464"/>
                <a:gd name="csY51" fmla="*/ 720092 h 944476"/>
                <a:gd name="csX52" fmla="*/ 29053 w 179464"/>
                <a:gd name="csY52" fmla="*/ 723574 h 944476"/>
                <a:gd name="csX53" fmla="*/ 29053 w 179464"/>
                <a:gd name="csY53" fmla="*/ 734902 h 944476"/>
                <a:gd name="csX54" fmla="*/ 31105 w 179464"/>
                <a:gd name="csY54" fmla="*/ 741873 h 944476"/>
                <a:gd name="csX55" fmla="*/ 37255 w 179464"/>
                <a:gd name="csY55" fmla="*/ 740129 h 944476"/>
                <a:gd name="csX56" fmla="*/ 43412 w 179464"/>
                <a:gd name="csY56" fmla="*/ 728807 h 944476"/>
                <a:gd name="csX57" fmla="*/ 42386 w 179464"/>
                <a:gd name="csY57" fmla="*/ 716610 h 944476"/>
                <a:gd name="csX58" fmla="*/ 47510 w 179464"/>
                <a:gd name="csY58" fmla="*/ 711383 h 944476"/>
                <a:gd name="csX59" fmla="*/ 54693 w 179464"/>
                <a:gd name="csY59" fmla="*/ 708770 h 944476"/>
                <a:gd name="csX60" fmla="*/ 54693 w 179464"/>
                <a:gd name="csY60" fmla="*/ 696573 h 944476"/>
                <a:gd name="csX61" fmla="*/ 62895 w 179464"/>
                <a:gd name="csY61" fmla="*/ 690471 h 944476"/>
                <a:gd name="csX62" fmla="*/ 61869 w 179464"/>
                <a:gd name="csY62" fmla="*/ 683712 h 944476"/>
                <a:gd name="csX63" fmla="*/ 53667 w 179464"/>
                <a:gd name="csY63" fmla="*/ 679614 h 944476"/>
                <a:gd name="csX64" fmla="*/ 50588 w 179464"/>
                <a:gd name="csY64" fmla="*/ 667314 h 944476"/>
                <a:gd name="csX65" fmla="*/ 60843 w 179464"/>
                <a:gd name="csY65" fmla="*/ 649890 h 944476"/>
                <a:gd name="csX66" fmla="*/ 58797 w 179464"/>
                <a:gd name="csY66" fmla="*/ 627343 h 944476"/>
                <a:gd name="csX67" fmla="*/ 64947 w 179464"/>
                <a:gd name="csY67" fmla="*/ 620167 h 944476"/>
                <a:gd name="csX68" fmla="*/ 61869 w 179464"/>
                <a:gd name="csY68" fmla="*/ 607867 h 944476"/>
                <a:gd name="csX69" fmla="*/ 63921 w 179464"/>
                <a:gd name="csY69" fmla="*/ 599664 h 944476"/>
                <a:gd name="csX70" fmla="*/ 57771 w 179464"/>
                <a:gd name="csY70" fmla="*/ 597619 h 944476"/>
                <a:gd name="csX71" fmla="*/ 47517 w 179464"/>
                <a:gd name="csY71" fmla="*/ 603769 h 944476"/>
                <a:gd name="csX72" fmla="*/ 32131 w 179464"/>
                <a:gd name="csY72" fmla="*/ 588391 h 944476"/>
                <a:gd name="csX73" fmla="*/ 38288 w 179464"/>
                <a:gd name="csY73" fmla="*/ 573019 h 944476"/>
                <a:gd name="csX74" fmla="*/ 41367 w 179464"/>
                <a:gd name="csY74" fmla="*/ 550471 h 944476"/>
                <a:gd name="csX75" fmla="*/ 48543 w 179464"/>
                <a:gd name="csY75" fmla="*/ 541243 h 944476"/>
                <a:gd name="csX76" fmla="*/ 49569 w 179464"/>
                <a:gd name="csY76" fmla="*/ 517669 h 944476"/>
                <a:gd name="csX77" fmla="*/ 42393 w 179464"/>
                <a:gd name="csY77" fmla="*/ 495122 h 944476"/>
                <a:gd name="csX78" fmla="*/ 42393 w 179464"/>
                <a:gd name="csY78" fmla="*/ 470522 h 944476"/>
                <a:gd name="csX79" fmla="*/ 50595 w 179464"/>
                <a:gd name="csY79" fmla="*/ 466424 h 944476"/>
                <a:gd name="csX80" fmla="*/ 52640 w 179464"/>
                <a:gd name="csY80" fmla="*/ 449000 h 944476"/>
                <a:gd name="csX81" fmla="*/ 60850 w 179464"/>
                <a:gd name="csY81" fmla="*/ 436700 h 944476"/>
                <a:gd name="csX82" fmla="*/ 68026 w 179464"/>
                <a:gd name="csY82" fmla="*/ 422355 h 944476"/>
                <a:gd name="csX83" fmla="*/ 72643 w 179464"/>
                <a:gd name="csY83" fmla="*/ 404418 h 944476"/>
                <a:gd name="csX84" fmla="*/ 80332 w 179464"/>
                <a:gd name="csY84" fmla="*/ 382896 h 944476"/>
                <a:gd name="csX85" fmla="*/ 91100 w 179464"/>
                <a:gd name="csY85" fmla="*/ 365979 h 944476"/>
                <a:gd name="csX86" fmla="*/ 91100 w 179464"/>
                <a:gd name="csY86" fmla="*/ 330618 h 944476"/>
                <a:gd name="csX87" fmla="*/ 84950 w 179464"/>
                <a:gd name="csY87" fmla="*/ 296797 h 944476"/>
                <a:gd name="csX88" fmla="*/ 94179 w 179464"/>
                <a:gd name="csY88" fmla="*/ 289114 h 944476"/>
                <a:gd name="csX89" fmla="*/ 92639 w 179464"/>
                <a:gd name="csY89" fmla="*/ 267593 h 944476"/>
                <a:gd name="csX90" fmla="*/ 89568 w 179464"/>
                <a:gd name="csY90" fmla="*/ 259904 h 944476"/>
                <a:gd name="csX91" fmla="*/ 106485 w 179464"/>
                <a:gd name="csY91" fmla="*/ 201482 h 944476"/>
                <a:gd name="csX92" fmla="*/ 111103 w 179464"/>
                <a:gd name="csY92" fmla="*/ 178422 h 944476"/>
                <a:gd name="csX93" fmla="*/ 108025 w 179464"/>
                <a:gd name="csY93" fmla="*/ 126150 h 944476"/>
                <a:gd name="csX94" fmla="*/ 115714 w 179464"/>
                <a:gd name="csY94" fmla="*/ 120000 h 944476"/>
                <a:gd name="csX95" fmla="*/ 120331 w 179464"/>
                <a:gd name="csY95" fmla="*/ 61579 h 944476"/>
                <a:gd name="csX96" fmla="*/ 114181 w 179464"/>
                <a:gd name="csY96" fmla="*/ 55429 h 944476"/>
                <a:gd name="csX97" fmla="*/ 115721 w 179464"/>
                <a:gd name="csY97" fmla="*/ 20068 h 944476"/>
                <a:gd name="csX98" fmla="*/ 131612 w 179464"/>
                <a:gd name="csY98" fmla="*/ 2131 h 944476"/>
                <a:gd name="csX99" fmla="*/ 140840 w 179464"/>
                <a:gd name="csY99" fmla="*/ 7255 h 944476"/>
                <a:gd name="csX100" fmla="*/ 150069 w 179464"/>
                <a:gd name="csY100" fmla="*/ 32881 h 944476"/>
                <a:gd name="csX101" fmla="*/ 153147 w 179464"/>
                <a:gd name="csY101" fmla="*/ 64650 h 944476"/>
                <a:gd name="csX102" fmla="*/ 167499 w 179464"/>
                <a:gd name="csY102" fmla="*/ 113850 h 944476"/>
                <a:gd name="csX103" fmla="*/ 174682 w 179464"/>
                <a:gd name="csY103" fmla="*/ 118974 h 944476"/>
                <a:gd name="csX104" fmla="*/ 180832 w 179464"/>
                <a:gd name="csY104" fmla="*/ 136398 h 944476"/>
                <a:gd name="csX105" fmla="*/ 175709 w 179464"/>
                <a:gd name="csY105" fmla="*/ 150750 h 944476"/>
                <a:gd name="csX106" fmla="*/ 164428 w 179464"/>
                <a:gd name="csY106" fmla="*/ 154848 h 944476"/>
                <a:gd name="csX107" fmla="*/ 154173 w 179464"/>
                <a:gd name="csY107" fmla="*/ 163050 h 944476"/>
                <a:gd name="csX108" fmla="*/ 156219 w 179464"/>
                <a:gd name="csY108" fmla="*/ 208145 h 944476"/>
                <a:gd name="csX109" fmla="*/ 158271 w 179464"/>
                <a:gd name="csY109" fmla="*/ 217367 h 944476"/>
                <a:gd name="csX110" fmla="*/ 138788 w 179464"/>
                <a:gd name="csY110" fmla="*/ 237869 h 944476"/>
                <a:gd name="csX111" fmla="*/ 122377 w 179464"/>
                <a:gd name="csY111" fmla="*/ 274762 h 944476"/>
                <a:gd name="csX112" fmla="*/ 119305 w 179464"/>
                <a:gd name="csY112" fmla="*/ 288088 h 944476"/>
                <a:gd name="csX113" fmla="*/ 112122 w 179464"/>
                <a:gd name="csY113" fmla="*/ 328060 h 944476"/>
                <a:gd name="csX114" fmla="*/ 123403 w 179464"/>
                <a:gd name="csY114" fmla="*/ 371110 h 944476"/>
                <a:gd name="csX115" fmla="*/ 121351 w 179464"/>
                <a:gd name="csY115" fmla="*/ 403905 h 944476"/>
                <a:gd name="csX116" fmla="*/ 106998 w 179464"/>
                <a:gd name="csY116" fmla="*/ 423381 h 944476"/>
                <a:gd name="csX117" fmla="*/ 109044 w 179464"/>
                <a:gd name="csY117" fmla="*/ 444902 h 944476"/>
                <a:gd name="csX118" fmla="*/ 96737 w 179464"/>
                <a:gd name="csY118" fmla="*/ 473600 h 944476"/>
                <a:gd name="csX119" fmla="*/ 99815 w 179464"/>
                <a:gd name="csY119" fmla="*/ 514598 h 944476"/>
                <a:gd name="csX120" fmla="*/ 90587 w 179464"/>
                <a:gd name="csY120" fmla="*/ 534074 h 944476"/>
                <a:gd name="csX121" fmla="*/ 78280 w 179464"/>
                <a:gd name="csY121" fmla="*/ 571993 h 944476"/>
                <a:gd name="csX122" fmla="*/ 81359 w 179464"/>
                <a:gd name="csY122" fmla="*/ 620167 h 944476"/>
                <a:gd name="csX123" fmla="*/ 75202 w 179464"/>
                <a:gd name="csY123" fmla="*/ 628362 h 944476"/>
                <a:gd name="csX124" fmla="*/ 77254 w 179464"/>
                <a:gd name="csY124" fmla="*/ 652962 h 944476"/>
                <a:gd name="csX125" fmla="*/ 87509 w 179464"/>
                <a:gd name="csY125" fmla="*/ 684738 h 944476"/>
                <a:gd name="csX126" fmla="*/ 76228 w 179464"/>
                <a:gd name="csY126" fmla="*/ 693084 h 944476"/>
                <a:gd name="csX127" fmla="*/ 79306 w 179464"/>
                <a:gd name="csY127" fmla="*/ 703544 h 944476"/>
                <a:gd name="csX128" fmla="*/ 83404 w 179464"/>
                <a:gd name="csY128" fmla="*/ 704412 h 944476"/>
                <a:gd name="csX129" fmla="*/ 87509 w 179464"/>
                <a:gd name="csY129" fmla="*/ 745362 h 944476"/>
                <a:gd name="csX130" fmla="*/ 78280 w 179464"/>
                <a:gd name="csY130" fmla="*/ 754071 h 944476"/>
                <a:gd name="csX131" fmla="*/ 79300 w 179464"/>
                <a:gd name="csY131" fmla="*/ 762779 h 944476"/>
                <a:gd name="csX132" fmla="*/ 65973 w 179464"/>
                <a:gd name="csY132" fmla="*/ 769750 h 944476"/>
                <a:gd name="csX133" fmla="*/ 68019 w 179464"/>
                <a:gd name="csY133" fmla="*/ 794145 h 944476"/>
                <a:gd name="csX134" fmla="*/ 45464 w 179464"/>
                <a:gd name="csY134" fmla="*/ 815057 h 944476"/>
                <a:gd name="csX135" fmla="*/ 40334 w 179464"/>
                <a:gd name="csY135" fmla="*/ 830737 h 944476"/>
                <a:gd name="csX136" fmla="*/ 48536 w 179464"/>
                <a:gd name="csY136" fmla="*/ 853387 h 944476"/>
                <a:gd name="csX137" fmla="*/ 59817 w 179464"/>
                <a:gd name="csY137" fmla="*/ 853387 h 944476"/>
                <a:gd name="csX138" fmla="*/ 65967 w 179464"/>
                <a:gd name="csY138" fmla="*/ 857745 h 944476"/>
                <a:gd name="csX139" fmla="*/ 69045 w 179464"/>
                <a:gd name="csY139" fmla="*/ 882139 h 944476"/>
                <a:gd name="csX140" fmla="*/ 81352 w 179464"/>
                <a:gd name="csY140" fmla="*/ 891717 h 944476"/>
                <a:gd name="csX141" fmla="*/ 128520 w 179464"/>
                <a:gd name="csY141" fmla="*/ 892592 h 944476"/>
                <a:gd name="csX142" fmla="*/ 131598 w 179464"/>
                <a:gd name="csY142" fmla="*/ 897819 h 9444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Lst>
              <a:rect l="l" t="t" r="r" b="b"/>
              <a:pathLst>
                <a:path w="179464" h="944476">
                  <a:moveTo>
                    <a:pt x="131598" y="897819"/>
                  </a:moveTo>
                  <a:lnTo>
                    <a:pt x="128520" y="904790"/>
                  </a:lnTo>
                  <a:lnTo>
                    <a:pt x="122370" y="909147"/>
                  </a:lnTo>
                  <a:lnTo>
                    <a:pt x="111089" y="909147"/>
                  </a:lnTo>
                  <a:lnTo>
                    <a:pt x="100835" y="915243"/>
                  </a:lnTo>
                  <a:lnTo>
                    <a:pt x="104939" y="924827"/>
                  </a:lnTo>
                  <a:lnTo>
                    <a:pt x="98782" y="933535"/>
                  </a:lnTo>
                  <a:lnTo>
                    <a:pt x="98782" y="945732"/>
                  </a:lnTo>
                  <a:lnTo>
                    <a:pt x="79300" y="946608"/>
                  </a:lnTo>
                  <a:lnTo>
                    <a:pt x="69045" y="938762"/>
                  </a:lnTo>
                  <a:lnTo>
                    <a:pt x="69045" y="933535"/>
                  </a:lnTo>
                  <a:lnTo>
                    <a:pt x="86476" y="932666"/>
                  </a:lnTo>
                  <a:lnTo>
                    <a:pt x="90580" y="926564"/>
                  </a:lnTo>
                  <a:lnTo>
                    <a:pt x="89554" y="915243"/>
                  </a:lnTo>
                  <a:lnTo>
                    <a:pt x="77247" y="908272"/>
                  </a:lnTo>
                  <a:lnTo>
                    <a:pt x="61869" y="909140"/>
                  </a:lnTo>
                  <a:lnTo>
                    <a:pt x="51608" y="920469"/>
                  </a:lnTo>
                  <a:lnTo>
                    <a:pt x="45458" y="921338"/>
                  </a:lnTo>
                  <a:lnTo>
                    <a:pt x="43405" y="902176"/>
                  </a:lnTo>
                  <a:lnTo>
                    <a:pt x="52640" y="899563"/>
                  </a:lnTo>
                  <a:lnTo>
                    <a:pt x="61869" y="896943"/>
                  </a:lnTo>
                  <a:lnTo>
                    <a:pt x="59817" y="889103"/>
                  </a:lnTo>
                  <a:lnTo>
                    <a:pt x="53667" y="888235"/>
                  </a:lnTo>
                  <a:lnTo>
                    <a:pt x="48536" y="893461"/>
                  </a:lnTo>
                  <a:lnTo>
                    <a:pt x="39308" y="889103"/>
                  </a:lnTo>
                  <a:lnTo>
                    <a:pt x="39308" y="872555"/>
                  </a:lnTo>
                  <a:lnTo>
                    <a:pt x="31105" y="863840"/>
                  </a:lnTo>
                  <a:lnTo>
                    <a:pt x="38281" y="859482"/>
                  </a:lnTo>
                  <a:lnTo>
                    <a:pt x="34177" y="849898"/>
                  </a:lnTo>
                  <a:lnTo>
                    <a:pt x="23922" y="847285"/>
                  </a:lnTo>
                  <a:lnTo>
                    <a:pt x="28027" y="838576"/>
                  </a:lnTo>
                  <a:lnTo>
                    <a:pt x="24948" y="820277"/>
                  </a:lnTo>
                  <a:lnTo>
                    <a:pt x="25975" y="803729"/>
                  </a:lnTo>
                  <a:lnTo>
                    <a:pt x="28027" y="792400"/>
                  </a:lnTo>
                  <a:lnTo>
                    <a:pt x="23922" y="781947"/>
                  </a:lnTo>
                  <a:cubicBezTo>
                    <a:pt x="23922" y="781947"/>
                    <a:pt x="24948" y="778465"/>
                    <a:pt x="28027" y="779334"/>
                  </a:cubicBezTo>
                  <a:cubicBezTo>
                    <a:pt x="31105" y="780203"/>
                    <a:pt x="36229" y="786305"/>
                    <a:pt x="36229" y="786305"/>
                  </a:cubicBezTo>
                  <a:lnTo>
                    <a:pt x="43412" y="783692"/>
                  </a:lnTo>
                  <a:lnTo>
                    <a:pt x="42386" y="773239"/>
                  </a:lnTo>
                  <a:lnTo>
                    <a:pt x="37255" y="766268"/>
                  </a:lnTo>
                  <a:lnTo>
                    <a:pt x="30079" y="771494"/>
                  </a:lnTo>
                  <a:lnTo>
                    <a:pt x="23922" y="773232"/>
                  </a:lnTo>
                  <a:lnTo>
                    <a:pt x="19825" y="769750"/>
                  </a:lnTo>
                  <a:lnTo>
                    <a:pt x="22903" y="764524"/>
                  </a:lnTo>
                  <a:lnTo>
                    <a:pt x="30079" y="754939"/>
                  </a:lnTo>
                  <a:lnTo>
                    <a:pt x="29053" y="748844"/>
                  </a:lnTo>
                  <a:lnTo>
                    <a:pt x="17772" y="746231"/>
                  </a:lnTo>
                  <a:lnTo>
                    <a:pt x="13675" y="742742"/>
                  </a:lnTo>
                  <a:lnTo>
                    <a:pt x="1368" y="744487"/>
                  </a:lnTo>
                  <a:lnTo>
                    <a:pt x="1368" y="741004"/>
                  </a:lnTo>
                  <a:lnTo>
                    <a:pt x="12648" y="731420"/>
                  </a:lnTo>
                  <a:lnTo>
                    <a:pt x="14701" y="720092"/>
                  </a:lnTo>
                  <a:lnTo>
                    <a:pt x="29053" y="723574"/>
                  </a:lnTo>
                  <a:lnTo>
                    <a:pt x="29053" y="734902"/>
                  </a:lnTo>
                  <a:lnTo>
                    <a:pt x="31105" y="741873"/>
                  </a:lnTo>
                  <a:lnTo>
                    <a:pt x="37255" y="740129"/>
                  </a:lnTo>
                  <a:lnTo>
                    <a:pt x="43412" y="728807"/>
                  </a:lnTo>
                  <a:lnTo>
                    <a:pt x="42386" y="716610"/>
                  </a:lnTo>
                  <a:lnTo>
                    <a:pt x="47510" y="711383"/>
                  </a:lnTo>
                  <a:lnTo>
                    <a:pt x="54693" y="708770"/>
                  </a:lnTo>
                  <a:lnTo>
                    <a:pt x="54693" y="696573"/>
                  </a:lnTo>
                  <a:lnTo>
                    <a:pt x="62895" y="690471"/>
                  </a:lnTo>
                  <a:lnTo>
                    <a:pt x="61869" y="683712"/>
                  </a:lnTo>
                  <a:lnTo>
                    <a:pt x="53667" y="679614"/>
                  </a:lnTo>
                  <a:lnTo>
                    <a:pt x="50588" y="667314"/>
                  </a:lnTo>
                  <a:lnTo>
                    <a:pt x="60843" y="649890"/>
                  </a:lnTo>
                  <a:lnTo>
                    <a:pt x="58797" y="627343"/>
                  </a:lnTo>
                  <a:lnTo>
                    <a:pt x="64947" y="620167"/>
                  </a:lnTo>
                  <a:lnTo>
                    <a:pt x="61869" y="607867"/>
                  </a:lnTo>
                  <a:lnTo>
                    <a:pt x="63921" y="599664"/>
                  </a:lnTo>
                  <a:lnTo>
                    <a:pt x="57771" y="597619"/>
                  </a:lnTo>
                  <a:lnTo>
                    <a:pt x="47517" y="603769"/>
                  </a:lnTo>
                  <a:lnTo>
                    <a:pt x="32131" y="588391"/>
                  </a:lnTo>
                  <a:lnTo>
                    <a:pt x="38288" y="573019"/>
                  </a:lnTo>
                  <a:lnTo>
                    <a:pt x="41367" y="550471"/>
                  </a:lnTo>
                  <a:lnTo>
                    <a:pt x="48543" y="541243"/>
                  </a:lnTo>
                  <a:lnTo>
                    <a:pt x="49569" y="517669"/>
                  </a:lnTo>
                  <a:lnTo>
                    <a:pt x="42393" y="495122"/>
                  </a:lnTo>
                  <a:lnTo>
                    <a:pt x="42393" y="470522"/>
                  </a:lnTo>
                  <a:lnTo>
                    <a:pt x="50595" y="466424"/>
                  </a:lnTo>
                  <a:lnTo>
                    <a:pt x="52640" y="449000"/>
                  </a:lnTo>
                  <a:lnTo>
                    <a:pt x="60850" y="436700"/>
                  </a:lnTo>
                  <a:lnTo>
                    <a:pt x="68026" y="422355"/>
                  </a:lnTo>
                  <a:lnTo>
                    <a:pt x="72643" y="404418"/>
                  </a:lnTo>
                  <a:lnTo>
                    <a:pt x="80332" y="382896"/>
                  </a:lnTo>
                  <a:lnTo>
                    <a:pt x="91100" y="365979"/>
                  </a:lnTo>
                  <a:lnTo>
                    <a:pt x="91100" y="330618"/>
                  </a:lnTo>
                  <a:lnTo>
                    <a:pt x="84950" y="296797"/>
                  </a:lnTo>
                  <a:lnTo>
                    <a:pt x="94179" y="289114"/>
                  </a:lnTo>
                  <a:lnTo>
                    <a:pt x="92639" y="267593"/>
                  </a:lnTo>
                  <a:lnTo>
                    <a:pt x="89568" y="259904"/>
                  </a:lnTo>
                  <a:lnTo>
                    <a:pt x="106485" y="201482"/>
                  </a:lnTo>
                  <a:lnTo>
                    <a:pt x="111103" y="178422"/>
                  </a:lnTo>
                  <a:lnTo>
                    <a:pt x="108025" y="126150"/>
                  </a:lnTo>
                  <a:lnTo>
                    <a:pt x="115714" y="120000"/>
                  </a:lnTo>
                  <a:lnTo>
                    <a:pt x="120331" y="61579"/>
                  </a:lnTo>
                  <a:lnTo>
                    <a:pt x="114181" y="55429"/>
                  </a:lnTo>
                  <a:lnTo>
                    <a:pt x="115721" y="20068"/>
                  </a:lnTo>
                  <a:lnTo>
                    <a:pt x="131612" y="2131"/>
                  </a:lnTo>
                  <a:lnTo>
                    <a:pt x="140840" y="7255"/>
                  </a:lnTo>
                  <a:lnTo>
                    <a:pt x="150069" y="32881"/>
                  </a:lnTo>
                  <a:lnTo>
                    <a:pt x="153147" y="64650"/>
                  </a:lnTo>
                  <a:lnTo>
                    <a:pt x="167499" y="113850"/>
                  </a:lnTo>
                  <a:lnTo>
                    <a:pt x="174682" y="118974"/>
                  </a:lnTo>
                  <a:lnTo>
                    <a:pt x="180832" y="136398"/>
                  </a:lnTo>
                  <a:lnTo>
                    <a:pt x="175709" y="150750"/>
                  </a:lnTo>
                  <a:lnTo>
                    <a:pt x="164428" y="154848"/>
                  </a:lnTo>
                  <a:lnTo>
                    <a:pt x="154173" y="163050"/>
                  </a:lnTo>
                  <a:lnTo>
                    <a:pt x="156219" y="208145"/>
                  </a:lnTo>
                  <a:lnTo>
                    <a:pt x="158271" y="217367"/>
                  </a:lnTo>
                  <a:lnTo>
                    <a:pt x="138788" y="237869"/>
                  </a:lnTo>
                  <a:lnTo>
                    <a:pt x="122377" y="274762"/>
                  </a:lnTo>
                  <a:lnTo>
                    <a:pt x="119305" y="288088"/>
                  </a:lnTo>
                  <a:lnTo>
                    <a:pt x="112122" y="328060"/>
                  </a:lnTo>
                  <a:lnTo>
                    <a:pt x="123403" y="371110"/>
                  </a:lnTo>
                  <a:lnTo>
                    <a:pt x="121351" y="403905"/>
                  </a:lnTo>
                  <a:lnTo>
                    <a:pt x="106998" y="423381"/>
                  </a:lnTo>
                  <a:lnTo>
                    <a:pt x="109044" y="444902"/>
                  </a:lnTo>
                  <a:lnTo>
                    <a:pt x="96737" y="473600"/>
                  </a:lnTo>
                  <a:lnTo>
                    <a:pt x="99815" y="514598"/>
                  </a:lnTo>
                  <a:lnTo>
                    <a:pt x="90587" y="534074"/>
                  </a:lnTo>
                  <a:lnTo>
                    <a:pt x="78280" y="571993"/>
                  </a:lnTo>
                  <a:lnTo>
                    <a:pt x="81359" y="620167"/>
                  </a:lnTo>
                  <a:lnTo>
                    <a:pt x="75202" y="628362"/>
                  </a:lnTo>
                  <a:lnTo>
                    <a:pt x="77254" y="652962"/>
                  </a:lnTo>
                  <a:lnTo>
                    <a:pt x="87509" y="684738"/>
                  </a:lnTo>
                  <a:lnTo>
                    <a:pt x="76228" y="693084"/>
                  </a:lnTo>
                  <a:lnTo>
                    <a:pt x="79306" y="703544"/>
                  </a:lnTo>
                  <a:lnTo>
                    <a:pt x="83404" y="704412"/>
                  </a:lnTo>
                  <a:lnTo>
                    <a:pt x="87509" y="745362"/>
                  </a:lnTo>
                  <a:lnTo>
                    <a:pt x="78280" y="754071"/>
                  </a:lnTo>
                  <a:lnTo>
                    <a:pt x="79300" y="762779"/>
                  </a:lnTo>
                  <a:lnTo>
                    <a:pt x="65973" y="769750"/>
                  </a:lnTo>
                  <a:lnTo>
                    <a:pt x="68019" y="794145"/>
                  </a:lnTo>
                  <a:lnTo>
                    <a:pt x="45464" y="815057"/>
                  </a:lnTo>
                  <a:lnTo>
                    <a:pt x="40334" y="830737"/>
                  </a:lnTo>
                  <a:lnTo>
                    <a:pt x="48536" y="853387"/>
                  </a:lnTo>
                  <a:lnTo>
                    <a:pt x="59817" y="853387"/>
                  </a:lnTo>
                  <a:lnTo>
                    <a:pt x="65967" y="857745"/>
                  </a:lnTo>
                  <a:lnTo>
                    <a:pt x="69045" y="882139"/>
                  </a:lnTo>
                  <a:lnTo>
                    <a:pt x="81352" y="891717"/>
                  </a:lnTo>
                  <a:lnTo>
                    <a:pt x="128520" y="892592"/>
                  </a:lnTo>
                  <a:lnTo>
                    <a:pt x="131598" y="8978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3" name="Forme libre : forme 721">
              <a:extLst>
                <a:ext uri="{FF2B5EF4-FFF2-40B4-BE49-F238E27FC236}">
                  <a16:creationId xmlns:a16="http://schemas.microsoft.com/office/drawing/2014/main" id="{C5D91889-C9F9-6CFF-33C3-ECAA8C604ABF}"/>
                </a:ext>
              </a:extLst>
            </p:cNvPr>
            <p:cNvSpPr/>
            <p:nvPr/>
          </p:nvSpPr>
          <p:spPr>
            <a:xfrm>
              <a:off x="3841666" y="4642799"/>
              <a:ext cx="270209" cy="405358"/>
            </a:xfrm>
            <a:custGeom>
              <a:avLst/>
              <a:gdLst>
                <a:gd name="csX0" fmla="*/ 11042 w 270209"/>
                <a:gd name="csY0" fmla="*/ 85851 h 405358"/>
                <a:gd name="csX1" fmla="*/ 1813 w 270209"/>
                <a:gd name="csY1" fmla="*/ 92001 h 405358"/>
                <a:gd name="csX2" fmla="*/ 4885 w 270209"/>
                <a:gd name="csY2" fmla="*/ 106353 h 405358"/>
                <a:gd name="csX3" fmla="*/ 1813 w 270209"/>
                <a:gd name="csY3" fmla="*/ 114549 h 405358"/>
                <a:gd name="csX4" fmla="*/ 7963 w 270209"/>
                <a:gd name="csY4" fmla="*/ 120699 h 405358"/>
                <a:gd name="csX5" fmla="*/ 7963 w 270209"/>
                <a:gd name="csY5" fmla="*/ 124796 h 405358"/>
                <a:gd name="csX6" fmla="*/ 1300 w 270209"/>
                <a:gd name="csY6" fmla="*/ 128901 h 405358"/>
                <a:gd name="csX7" fmla="*/ 12068 w 270209"/>
                <a:gd name="csY7" fmla="*/ 141194 h 405358"/>
                <a:gd name="csX8" fmla="*/ 24375 w 270209"/>
                <a:gd name="csY8" fmla="*/ 142733 h 405358"/>
                <a:gd name="csX9" fmla="*/ 39753 w 270209"/>
                <a:gd name="csY9" fmla="*/ 173483 h 405358"/>
                <a:gd name="csX10" fmla="*/ 53599 w 270209"/>
                <a:gd name="csY10" fmla="*/ 188855 h 405358"/>
                <a:gd name="csX11" fmla="*/ 62828 w 270209"/>
                <a:gd name="csY11" fmla="*/ 222683 h 405358"/>
                <a:gd name="csX12" fmla="*/ 75134 w 270209"/>
                <a:gd name="csY12" fmla="*/ 245744 h 405358"/>
                <a:gd name="csX13" fmla="*/ 76667 w 270209"/>
                <a:gd name="csY13" fmla="*/ 254965 h 405358"/>
                <a:gd name="csX14" fmla="*/ 87434 w 270209"/>
                <a:gd name="csY14" fmla="*/ 265726 h 405358"/>
                <a:gd name="csX15" fmla="*/ 88973 w 270209"/>
                <a:gd name="csY15" fmla="*/ 274954 h 405358"/>
                <a:gd name="csX16" fmla="*/ 102819 w 270209"/>
                <a:gd name="csY16" fmla="*/ 290326 h 405358"/>
                <a:gd name="csX17" fmla="*/ 101280 w 270209"/>
                <a:gd name="csY17" fmla="*/ 301087 h 405358"/>
                <a:gd name="csX18" fmla="*/ 105898 w 270209"/>
                <a:gd name="csY18" fmla="*/ 321076 h 405358"/>
                <a:gd name="csX19" fmla="*/ 121276 w 270209"/>
                <a:gd name="csY19" fmla="*/ 327226 h 405358"/>
                <a:gd name="csX20" fmla="*/ 125894 w 270209"/>
                <a:gd name="csY20" fmla="*/ 333376 h 405358"/>
                <a:gd name="csX21" fmla="*/ 147422 w 270209"/>
                <a:gd name="csY21" fmla="*/ 350286 h 405358"/>
                <a:gd name="csX22" fmla="*/ 162807 w 270209"/>
                <a:gd name="csY22" fmla="*/ 350286 h 405358"/>
                <a:gd name="csX23" fmla="*/ 184343 w 270209"/>
                <a:gd name="csY23" fmla="*/ 374886 h 405358"/>
                <a:gd name="csX24" fmla="*/ 199728 w 270209"/>
                <a:gd name="csY24" fmla="*/ 376419 h 405358"/>
                <a:gd name="csX25" fmla="*/ 232024 w 270209"/>
                <a:gd name="csY25" fmla="*/ 407169 h 405358"/>
                <a:gd name="csX26" fmla="*/ 247922 w 270209"/>
                <a:gd name="csY26" fmla="*/ 389232 h 405358"/>
                <a:gd name="csX27" fmla="*/ 259203 w 270209"/>
                <a:gd name="csY27" fmla="*/ 361560 h 405358"/>
                <a:gd name="csX28" fmla="*/ 251001 w 270209"/>
                <a:gd name="csY28" fmla="*/ 322615 h 405358"/>
                <a:gd name="csX29" fmla="*/ 265353 w 270209"/>
                <a:gd name="csY29" fmla="*/ 317491 h 405358"/>
                <a:gd name="csX30" fmla="*/ 260229 w 270209"/>
                <a:gd name="csY30" fmla="*/ 285715 h 405358"/>
                <a:gd name="csX31" fmla="*/ 271510 w 270209"/>
                <a:gd name="csY31" fmla="*/ 280591 h 405358"/>
                <a:gd name="csX32" fmla="*/ 270483 w 270209"/>
                <a:gd name="csY32" fmla="*/ 272396 h 405358"/>
                <a:gd name="csX33" fmla="*/ 249974 w 270209"/>
                <a:gd name="csY33" fmla="*/ 245744 h 405358"/>
                <a:gd name="csX34" fmla="*/ 230491 w 270209"/>
                <a:gd name="csY34" fmla="*/ 239594 h 405358"/>
                <a:gd name="csX35" fmla="*/ 228439 w 270209"/>
                <a:gd name="csY35" fmla="*/ 213968 h 405358"/>
                <a:gd name="csX36" fmla="*/ 223308 w 270209"/>
                <a:gd name="csY36" fmla="*/ 208844 h 405358"/>
                <a:gd name="csX37" fmla="*/ 183317 w 270209"/>
                <a:gd name="csY37" fmla="*/ 211922 h 405358"/>
                <a:gd name="csX38" fmla="*/ 171017 w 270209"/>
                <a:gd name="csY38" fmla="*/ 198596 h 405358"/>
                <a:gd name="csX39" fmla="*/ 168964 w 270209"/>
                <a:gd name="csY39" fmla="*/ 186296 h 405358"/>
                <a:gd name="csX40" fmla="*/ 156657 w 270209"/>
                <a:gd name="csY40" fmla="*/ 158625 h 405358"/>
                <a:gd name="csX41" fmla="*/ 167938 w 270209"/>
                <a:gd name="csY41" fmla="*/ 140175 h 405358"/>
                <a:gd name="csX42" fmla="*/ 164860 w 270209"/>
                <a:gd name="csY42" fmla="*/ 122751 h 405358"/>
                <a:gd name="csX43" fmla="*/ 197676 w 270209"/>
                <a:gd name="csY43" fmla="*/ 104301 h 405358"/>
                <a:gd name="csX44" fmla="*/ 225881 w 270209"/>
                <a:gd name="csY44" fmla="*/ 96619 h 405358"/>
                <a:gd name="csX45" fmla="*/ 240746 w 270209"/>
                <a:gd name="csY45" fmla="*/ 93027 h 405358"/>
                <a:gd name="csX46" fmla="*/ 241772 w 270209"/>
                <a:gd name="csY46" fmla="*/ 79708 h 405358"/>
                <a:gd name="csX47" fmla="*/ 228439 w 270209"/>
                <a:gd name="csY47" fmla="*/ 79708 h 405358"/>
                <a:gd name="csX48" fmla="*/ 233570 w 270209"/>
                <a:gd name="csY48" fmla="*/ 58180 h 405358"/>
                <a:gd name="csX49" fmla="*/ 214087 w 270209"/>
                <a:gd name="csY49" fmla="*/ 48958 h 405358"/>
                <a:gd name="csX50" fmla="*/ 168964 w 270209"/>
                <a:gd name="csY50" fmla="*/ 52030 h 405358"/>
                <a:gd name="csX51" fmla="*/ 134096 w 270209"/>
                <a:gd name="csY51" fmla="*/ 3856 h 405358"/>
                <a:gd name="csX52" fmla="*/ 113587 w 270209"/>
                <a:gd name="csY52" fmla="*/ 1810 h 405358"/>
                <a:gd name="csX53" fmla="*/ 107437 w 270209"/>
                <a:gd name="csY53" fmla="*/ 6934 h 405358"/>
                <a:gd name="csX54" fmla="*/ 126920 w 270209"/>
                <a:gd name="csY54" fmla="*/ 18208 h 405358"/>
                <a:gd name="csX55" fmla="*/ 123842 w 270209"/>
                <a:gd name="csY55" fmla="*/ 30508 h 405358"/>
                <a:gd name="csX56" fmla="*/ 104359 w 270209"/>
                <a:gd name="csY56" fmla="*/ 49977 h 405358"/>
                <a:gd name="csX57" fmla="*/ 78719 w 270209"/>
                <a:gd name="csY57" fmla="*/ 61251 h 405358"/>
                <a:gd name="csX58" fmla="*/ 51034 w 270209"/>
                <a:gd name="csY58" fmla="*/ 90975 h 405358"/>
                <a:gd name="csX59" fmla="*/ 53086 w 270209"/>
                <a:gd name="csY59" fmla="*/ 104301 h 405358"/>
                <a:gd name="csX60" fmla="*/ 42832 w 270209"/>
                <a:gd name="csY60" fmla="*/ 105327 h 405358"/>
                <a:gd name="csX61" fmla="*/ 32577 w 270209"/>
                <a:gd name="csY61" fmla="*/ 95073 h 405358"/>
                <a:gd name="csX62" fmla="*/ 14120 w 270209"/>
                <a:gd name="csY62" fmla="*/ 95073 h 405358"/>
                <a:gd name="csX63" fmla="*/ 11042 w 270209"/>
                <a:gd name="csY63" fmla="*/ 85851 h 4053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270209" h="405358">
                  <a:moveTo>
                    <a:pt x="11042" y="85851"/>
                  </a:moveTo>
                  <a:lnTo>
                    <a:pt x="1813" y="92001"/>
                  </a:lnTo>
                  <a:lnTo>
                    <a:pt x="4885" y="106353"/>
                  </a:lnTo>
                  <a:lnTo>
                    <a:pt x="1813" y="114549"/>
                  </a:lnTo>
                  <a:lnTo>
                    <a:pt x="7963" y="120699"/>
                  </a:lnTo>
                  <a:lnTo>
                    <a:pt x="7963" y="124796"/>
                  </a:lnTo>
                  <a:lnTo>
                    <a:pt x="1300" y="128901"/>
                  </a:lnTo>
                  <a:lnTo>
                    <a:pt x="12068" y="141194"/>
                  </a:lnTo>
                  <a:lnTo>
                    <a:pt x="24375" y="142733"/>
                  </a:lnTo>
                  <a:lnTo>
                    <a:pt x="39753" y="173483"/>
                  </a:lnTo>
                  <a:lnTo>
                    <a:pt x="53599" y="188855"/>
                  </a:lnTo>
                  <a:lnTo>
                    <a:pt x="62828" y="222683"/>
                  </a:lnTo>
                  <a:lnTo>
                    <a:pt x="75134" y="245744"/>
                  </a:lnTo>
                  <a:lnTo>
                    <a:pt x="76667" y="254965"/>
                  </a:lnTo>
                  <a:lnTo>
                    <a:pt x="87434" y="265726"/>
                  </a:lnTo>
                  <a:lnTo>
                    <a:pt x="88973" y="274954"/>
                  </a:lnTo>
                  <a:lnTo>
                    <a:pt x="102819" y="290326"/>
                  </a:lnTo>
                  <a:lnTo>
                    <a:pt x="101280" y="301087"/>
                  </a:lnTo>
                  <a:lnTo>
                    <a:pt x="105898" y="321076"/>
                  </a:lnTo>
                  <a:lnTo>
                    <a:pt x="121276" y="327226"/>
                  </a:lnTo>
                  <a:lnTo>
                    <a:pt x="125894" y="333376"/>
                  </a:lnTo>
                  <a:lnTo>
                    <a:pt x="147422" y="350286"/>
                  </a:lnTo>
                  <a:lnTo>
                    <a:pt x="162807" y="350286"/>
                  </a:lnTo>
                  <a:lnTo>
                    <a:pt x="184343" y="374886"/>
                  </a:lnTo>
                  <a:lnTo>
                    <a:pt x="199728" y="376419"/>
                  </a:lnTo>
                  <a:lnTo>
                    <a:pt x="232024" y="407169"/>
                  </a:lnTo>
                  <a:lnTo>
                    <a:pt x="247922" y="389232"/>
                  </a:lnTo>
                  <a:lnTo>
                    <a:pt x="259203" y="361560"/>
                  </a:lnTo>
                  <a:lnTo>
                    <a:pt x="251001" y="322615"/>
                  </a:lnTo>
                  <a:lnTo>
                    <a:pt x="265353" y="317491"/>
                  </a:lnTo>
                  <a:lnTo>
                    <a:pt x="260229" y="285715"/>
                  </a:lnTo>
                  <a:lnTo>
                    <a:pt x="271510" y="280591"/>
                  </a:lnTo>
                  <a:lnTo>
                    <a:pt x="270483" y="272396"/>
                  </a:lnTo>
                  <a:lnTo>
                    <a:pt x="249974" y="245744"/>
                  </a:lnTo>
                  <a:lnTo>
                    <a:pt x="230491" y="239594"/>
                  </a:lnTo>
                  <a:lnTo>
                    <a:pt x="228439" y="213968"/>
                  </a:lnTo>
                  <a:lnTo>
                    <a:pt x="223308" y="208844"/>
                  </a:lnTo>
                  <a:lnTo>
                    <a:pt x="183317" y="211922"/>
                  </a:lnTo>
                  <a:lnTo>
                    <a:pt x="171017" y="198596"/>
                  </a:lnTo>
                  <a:lnTo>
                    <a:pt x="168964" y="186296"/>
                  </a:lnTo>
                  <a:lnTo>
                    <a:pt x="156657" y="158625"/>
                  </a:lnTo>
                  <a:lnTo>
                    <a:pt x="167938" y="140175"/>
                  </a:lnTo>
                  <a:lnTo>
                    <a:pt x="164860" y="122751"/>
                  </a:lnTo>
                  <a:lnTo>
                    <a:pt x="197676" y="104301"/>
                  </a:lnTo>
                  <a:lnTo>
                    <a:pt x="225881" y="96619"/>
                  </a:lnTo>
                  <a:lnTo>
                    <a:pt x="240746" y="93027"/>
                  </a:lnTo>
                  <a:lnTo>
                    <a:pt x="241772" y="79708"/>
                  </a:lnTo>
                  <a:lnTo>
                    <a:pt x="228439" y="79708"/>
                  </a:lnTo>
                  <a:lnTo>
                    <a:pt x="233570" y="58180"/>
                  </a:lnTo>
                  <a:lnTo>
                    <a:pt x="214087" y="48958"/>
                  </a:lnTo>
                  <a:lnTo>
                    <a:pt x="168964" y="52030"/>
                  </a:lnTo>
                  <a:lnTo>
                    <a:pt x="134096" y="3856"/>
                  </a:lnTo>
                  <a:lnTo>
                    <a:pt x="113587" y="1810"/>
                  </a:lnTo>
                  <a:lnTo>
                    <a:pt x="107437" y="6934"/>
                  </a:lnTo>
                  <a:lnTo>
                    <a:pt x="126920" y="18208"/>
                  </a:lnTo>
                  <a:lnTo>
                    <a:pt x="123842" y="30508"/>
                  </a:lnTo>
                  <a:lnTo>
                    <a:pt x="104359" y="49977"/>
                  </a:lnTo>
                  <a:lnTo>
                    <a:pt x="78719" y="61251"/>
                  </a:lnTo>
                  <a:lnTo>
                    <a:pt x="51034" y="90975"/>
                  </a:lnTo>
                  <a:lnTo>
                    <a:pt x="53086" y="104301"/>
                  </a:lnTo>
                  <a:lnTo>
                    <a:pt x="42832" y="105327"/>
                  </a:lnTo>
                  <a:lnTo>
                    <a:pt x="32577" y="95073"/>
                  </a:lnTo>
                  <a:lnTo>
                    <a:pt x="14120" y="95073"/>
                  </a:lnTo>
                  <a:lnTo>
                    <a:pt x="11042" y="85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4" name="Forme libre : forme 722">
              <a:extLst>
                <a:ext uri="{FF2B5EF4-FFF2-40B4-BE49-F238E27FC236}">
                  <a16:creationId xmlns:a16="http://schemas.microsoft.com/office/drawing/2014/main" id="{B69766DE-7AA7-5848-779A-5B0568CF9F7C}"/>
                </a:ext>
              </a:extLst>
            </p:cNvPr>
            <p:cNvSpPr/>
            <p:nvPr/>
          </p:nvSpPr>
          <p:spPr>
            <a:xfrm>
              <a:off x="3851407" y="4618199"/>
              <a:ext cx="115878" cy="128116"/>
            </a:xfrm>
            <a:custGeom>
              <a:avLst/>
              <a:gdLst>
                <a:gd name="csX0" fmla="*/ 97679 w 115878"/>
                <a:gd name="csY0" fmla="*/ 31422 h 128116"/>
                <a:gd name="csX1" fmla="*/ 117161 w 115878"/>
                <a:gd name="csY1" fmla="*/ 42696 h 128116"/>
                <a:gd name="csX2" fmla="*/ 114083 w 115878"/>
                <a:gd name="csY2" fmla="*/ 54996 h 128116"/>
                <a:gd name="csX3" fmla="*/ 94600 w 115878"/>
                <a:gd name="csY3" fmla="*/ 74472 h 128116"/>
                <a:gd name="csX4" fmla="*/ 68967 w 115878"/>
                <a:gd name="csY4" fmla="*/ 85746 h 128116"/>
                <a:gd name="csX5" fmla="*/ 41275 w 115878"/>
                <a:gd name="csY5" fmla="*/ 115463 h 128116"/>
                <a:gd name="csX6" fmla="*/ 43327 w 115878"/>
                <a:gd name="csY6" fmla="*/ 128789 h 128116"/>
                <a:gd name="csX7" fmla="*/ 33073 w 115878"/>
                <a:gd name="csY7" fmla="*/ 129815 h 128116"/>
                <a:gd name="csX8" fmla="*/ 22818 w 115878"/>
                <a:gd name="csY8" fmla="*/ 119561 h 128116"/>
                <a:gd name="csX9" fmla="*/ 4362 w 115878"/>
                <a:gd name="csY9" fmla="*/ 119561 h 128116"/>
                <a:gd name="csX10" fmla="*/ 1283 w 115878"/>
                <a:gd name="csY10" fmla="*/ 110339 h 128116"/>
                <a:gd name="csX11" fmla="*/ 2309 w 115878"/>
                <a:gd name="csY11" fmla="*/ 104189 h 128116"/>
                <a:gd name="csX12" fmla="*/ 13590 w 115878"/>
                <a:gd name="csY12" fmla="*/ 101118 h 128116"/>
                <a:gd name="csX13" fmla="*/ 24871 w 115878"/>
                <a:gd name="csY13" fmla="*/ 99065 h 128116"/>
                <a:gd name="csX14" fmla="*/ 26923 w 115878"/>
                <a:gd name="csY14" fmla="*/ 87792 h 128116"/>
                <a:gd name="csX15" fmla="*/ 23845 w 115878"/>
                <a:gd name="csY15" fmla="*/ 78570 h 128116"/>
                <a:gd name="csX16" fmla="*/ 18714 w 115878"/>
                <a:gd name="csY16" fmla="*/ 83694 h 128116"/>
                <a:gd name="csX17" fmla="*/ 9485 w 115878"/>
                <a:gd name="csY17" fmla="*/ 82668 h 128116"/>
                <a:gd name="csX18" fmla="*/ 2309 w 115878"/>
                <a:gd name="csY18" fmla="*/ 73446 h 128116"/>
                <a:gd name="csX19" fmla="*/ 2309 w 115878"/>
                <a:gd name="csY19" fmla="*/ 43722 h 128116"/>
                <a:gd name="csX20" fmla="*/ 12564 w 115878"/>
                <a:gd name="csY20" fmla="*/ 35520 h 128116"/>
                <a:gd name="csX21" fmla="*/ 12564 w 115878"/>
                <a:gd name="csY21" fmla="*/ 9901 h 128116"/>
                <a:gd name="csX22" fmla="*/ 21792 w 115878"/>
                <a:gd name="csY22" fmla="*/ 4770 h 128116"/>
                <a:gd name="csX23" fmla="*/ 31028 w 115878"/>
                <a:gd name="csY23" fmla="*/ 1699 h 128116"/>
                <a:gd name="csX24" fmla="*/ 39230 w 115878"/>
                <a:gd name="csY24" fmla="*/ 1699 h 128116"/>
                <a:gd name="csX25" fmla="*/ 55634 w 115878"/>
                <a:gd name="csY25" fmla="*/ 12972 h 128116"/>
                <a:gd name="csX26" fmla="*/ 54608 w 115878"/>
                <a:gd name="csY26" fmla="*/ 23220 h 128116"/>
                <a:gd name="csX27" fmla="*/ 62810 w 115878"/>
                <a:gd name="csY27" fmla="*/ 28344 h 128116"/>
                <a:gd name="csX28" fmla="*/ 69993 w 115878"/>
                <a:gd name="csY28" fmla="*/ 25272 h 128116"/>
                <a:gd name="csX29" fmla="*/ 86398 w 115878"/>
                <a:gd name="csY29" fmla="*/ 25272 h 128116"/>
                <a:gd name="csX30" fmla="*/ 97679 w 115878"/>
                <a:gd name="csY30" fmla="*/ 31422 h 1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15878" h="128116">
                  <a:moveTo>
                    <a:pt x="97679" y="31422"/>
                  </a:moveTo>
                  <a:lnTo>
                    <a:pt x="117161" y="42696"/>
                  </a:lnTo>
                  <a:lnTo>
                    <a:pt x="114083" y="54996"/>
                  </a:lnTo>
                  <a:lnTo>
                    <a:pt x="94600" y="74472"/>
                  </a:lnTo>
                  <a:lnTo>
                    <a:pt x="68967" y="85746"/>
                  </a:lnTo>
                  <a:lnTo>
                    <a:pt x="41275" y="115463"/>
                  </a:lnTo>
                  <a:lnTo>
                    <a:pt x="43327" y="128789"/>
                  </a:lnTo>
                  <a:lnTo>
                    <a:pt x="33073" y="129815"/>
                  </a:lnTo>
                  <a:lnTo>
                    <a:pt x="22818" y="119561"/>
                  </a:lnTo>
                  <a:lnTo>
                    <a:pt x="4362" y="119561"/>
                  </a:lnTo>
                  <a:lnTo>
                    <a:pt x="1283" y="110339"/>
                  </a:lnTo>
                  <a:lnTo>
                    <a:pt x="2309" y="104189"/>
                  </a:lnTo>
                  <a:lnTo>
                    <a:pt x="13590" y="101118"/>
                  </a:lnTo>
                  <a:lnTo>
                    <a:pt x="24871" y="99065"/>
                  </a:lnTo>
                  <a:lnTo>
                    <a:pt x="26923" y="87792"/>
                  </a:lnTo>
                  <a:lnTo>
                    <a:pt x="23845" y="78570"/>
                  </a:lnTo>
                  <a:lnTo>
                    <a:pt x="18714" y="83694"/>
                  </a:lnTo>
                  <a:lnTo>
                    <a:pt x="9485" y="82668"/>
                  </a:lnTo>
                  <a:lnTo>
                    <a:pt x="2309" y="73446"/>
                  </a:lnTo>
                  <a:lnTo>
                    <a:pt x="2309" y="43722"/>
                  </a:lnTo>
                  <a:lnTo>
                    <a:pt x="12564" y="35520"/>
                  </a:lnTo>
                  <a:lnTo>
                    <a:pt x="12564" y="9901"/>
                  </a:lnTo>
                  <a:lnTo>
                    <a:pt x="21792" y="4770"/>
                  </a:lnTo>
                  <a:lnTo>
                    <a:pt x="31028" y="1699"/>
                  </a:lnTo>
                  <a:lnTo>
                    <a:pt x="39230" y="1699"/>
                  </a:lnTo>
                  <a:lnTo>
                    <a:pt x="55634" y="12972"/>
                  </a:lnTo>
                  <a:lnTo>
                    <a:pt x="54608" y="23220"/>
                  </a:lnTo>
                  <a:lnTo>
                    <a:pt x="62810" y="28344"/>
                  </a:lnTo>
                  <a:lnTo>
                    <a:pt x="69993" y="25272"/>
                  </a:lnTo>
                  <a:lnTo>
                    <a:pt x="86398" y="25272"/>
                  </a:lnTo>
                  <a:lnTo>
                    <a:pt x="97679" y="3142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5" name="Forme libre : forme 723">
              <a:extLst>
                <a:ext uri="{FF2B5EF4-FFF2-40B4-BE49-F238E27FC236}">
                  <a16:creationId xmlns:a16="http://schemas.microsoft.com/office/drawing/2014/main" id="{B66B6BF3-0767-5C96-3D8D-31342F136467}"/>
                </a:ext>
              </a:extLst>
            </p:cNvPr>
            <p:cNvSpPr/>
            <p:nvPr/>
          </p:nvSpPr>
          <p:spPr>
            <a:xfrm>
              <a:off x="3607351" y="4246395"/>
              <a:ext cx="97414" cy="95061"/>
            </a:xfrm>
            <a:custGeom>
              <a:avLst/>
              <a:gdLst>
                <a:gd name="csX0" fmla="*/ 50344 w 97414"/>
                <a:gd name="csY0" fmla="*/ 96511 h 95061"/>
                <a:gd name="csX1" fmla="*/ 11371 w 97414"/>
                <a:gd name="csY1" fmla="*/ 89335 h 95061"/>
                <a:gd name="csX2" fmla="*/ 1123 w 97414"/>
                <a:gd name="csY2" fmla="*/ 79088 h 95061"/>
                <a:gd name="csX3" fmla="*/ 9326 w 97414"/>
                <a:gd name="csY3" fmla="*/ 49877 h 95061"/>
                <a:gd name="csX4" fmla="*/ 39316 w 97414"/>
                <a:gd name="csY4" fmla="*/ 49111 h 95061"/>
                <a:gd name="csX5" fmla="*/ 49318 w 97414"/>
                <a:gd name="csY5" fmla="*/ 44500 h 95061"/>
                <a:gd name="csX6" fmla="*/ 48551 w 97414"/>
                <a:gd name="csY6" fmla="*/ 36811 h 95061"/>
                <a:gd name="csX7" fmla="*/ 30861 w 97414"/>
                <a:gd name="csY7" fmla="*/ 22206 h 95061"/>
                <a:gd name="csX8" fmla="*/ 39316 w 97414"/>
                <a:gd name="csY8" fmla="*/ 16056 h 95061"/>
                <a:gd name="csX9" fmla="*/ 39323 w 97414"/>
                <a:gd name="csY9" fmla="*/ 1450 h 95061"/>
                <a:gd name="csX10" fmla="*/ 61624 w 97414"/>
                <a:gd name="csY10" fmla="*/ 2216 h 95061"/>
                <a:gd name="csX11" fmla="*/ 73165 w 97414"/>
                <a:gd name="csY11" fmla="*/ 7600 h 95061"/>
                <a:gd name="csX12" fmla="*/ 70087 w 97414"/>
                <a:gd name="csY12" fmla="*/ 41422 h 95061"/>
                <a:gd name="csX13" fmla="*/ 80081 w 97414"/>
                <a:gd name="csY13" fmla="*/ 48338 h 95061"/>
                <a:gd name="csX14" fmla="*/ 98538 w 97414"/>
                <a:gd name="csY14" fmla="*/ 56027 h 95061"/>
                <a:gd name="csX15" fmla="*/ 96233 w 97414"/>
                <a:gd name="csY15" fmla="*/ 56027 h 95061"/>
                <a:gd name="csX16" fmla="*/ 91622 w 97414"/>
                <a:gd name="csY16" fmla="*/ 65255 h 95061"/>
                <a:gd name="csX17" fmla="*/ 60851 w 97414"/>
                <a:gd name="csY17" fmla="*/ 86004 h 95061"/>
                <a:gd name="csX18" fmla="*/ 50344 w 97414"/>
                <a:gd name="csY18" fmla="*/ 96511 h 95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97414" h="95061">
                  <a:moveTo>
                    <a:pt x="50344" y="96511"/>
                  </a:moveTo>
                  <a:lnTo>
                    <a:pt x="11371" y="89335"/>
                  </a:lnTo>
                  <a:lnTo>
                    <a:pt x="1123" y="79088"/>
                  </a:lnTo>
                  <a:lnTo>
                    <a:pt x="9326" y="49877"/>
                  </a:lnTo>
                  <a:lnTo>
                    <a:pt x="39316" y="49111"/>
                  </a:lnTo>
                  <a:lnTo>
                    <a:pt x="49318" y="44500"/>
                  </a:lnTo>
                  <a:lnTo>
                    <a:pt x="48551" y="36811"/>
                  </a:lnTo>
                  <a:lnTo>
                    <a:pt x="30861" y="22206"/>
                  </a:lnTo>
                  <a:lnTo>
                    <a:pt x="39316" y="16056"/>
                  </a:lnTo>
                  <a:lnTo>
                    <a:pt x="39323" y="1450"/>
                  </a:lnTo>
                  <a:lnTo>
                    <a:pt x="61624" y="2216"/>
                  </a:lnTo>
                  <a:lnTo>
                    <a:pt x="73165" y="7600"/>
                  </a:lnTo>
                  <a:lnTo>
                    <a:pt x="70087" y="41422"/>
                  </a:lnTo>
                  <a:lnTo>
                    <a:pt x="80081" y="48338"/>
                  </a:lnTo>
                  <a:lnTo>
                    <a:pt x="98538" y="56027"/>
                  </a:lnTo>
                  <a:lnTo>
                    <a:pt x="96233" y="56027"/>
                  </a:lnTo>
                  <a:lnTo>
                    <a:pt x="91622" y="65255"/>
                  </a:lnTo>
                  <a:lnTo>
                    <a:pt x="60851" y="86004"/>
                  </a:lnTo>
                  <a:lnTo>
                    <a:pt x="50344" y="9651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6" name="Forme libre : forme 724">
              <a:extLst>
                <a:ext uri="{FF2B5EF4-FFF2-40B4-BE49-F238E27FC236}">
                  <a16:creationId xmlns:a16="http://schemas.microsoft.com/office/drawing/2014/main" id="{F262181A-B4F9-0917-F325-C8D8F18895F4}"/>
                </a:ext>
              </a:extLst>
            </p:cNvPr>
            <p:cNvSpPr/>
            <p:nvPr/>
          </p:nvSpPr>
          <p:spPr>
            <a:xfrm>
              <a:off x="3667086" y="4296368"/>
              <a:ext cx="137673" cy="66876"/>
            </a:xfrm>
            <a:custGeom>
              <a:avLst/>
              <a:gdLst>
                <a:gd name="csX0" fmla="*/ 47057 w 137673"/>
                <a:gd name="csY0" fmla="*/ 61942 h 66876"/>
                <a:gd name="csX1" fmla="*/ 47317 w 137673"/>
                <a:gd name="csY1" fmla="*/ 64507 h 66876"/>
                <a:gd name="csX2" fmla="*/ 55773 w 137673"/>
                <a:gd name="csY2" fmla="*/ 68352 h 66876"/>
                <a:gd name="csX3" fmla="*/ 62696 w 137673"/>
                <a:gd name="csY3" fmla="*/ 62968 h 66876"/>
                <a:gd name="csX4" fmla="*/ 61157 w 137673"/>
                <a:gd name="csY4" fmla="*/ 50668 h 66876"/>
                <a:gd name="csX5" fmla="*/ 80386 w 137673"/>
                <a:gd name="csY5" fmla="*/ 40673 h 66876"/>
                <a:gd name="csX6" fmla="*/ 90388 w 137673"/>
                <a:gd name="csY6" fmla="*/ 40673 h 66876"/>
                <a:gd name="csX7" fmla="*/ 104234 w 137673"/>
                <a:gd name="csY7" fmla="*/ 26068 h 66876"/>
                <a:gd name="csX8" fmla="*/ 122691 w 137673"/>
                <a:gd name="csY8" fmla="*/ 24536 h 66876"/>
                <a:gd name="csX9" fmla="*/ 138842 w 137673"/>
                <a:gd name="csY9" fmla="*/ 21457 h 66876"/>
                <a:gd name="csX10" fmla="*/ 131146 w 137673"/>
                <a:gd name="csY10" fmla="*/ 16847 h 66876"/>
                <a:gd name="csX11" fmla="*/ 115768 w 137673"/>
                <a:gd name="csY11" fmla="*/ 1475 h 66876"/>
                <a:gd name="csX12" fmla="*/ 78847 w 137673"/>
                <a:gd name="csY12" fmla="*/ 3007 h 66876"/>
                <a:gd name="csX13" fmla="*/ 38855 w 137673"/>
                <a:gd name="csY13" fmla="*/ 6086 h 66876"/>
                <a:gd name="csX14" fmla="*/ 36550 w 137673"/>
                <a:gd name="csY14" fmla="*/ 6086 h 66876"/>
                <a:gd name="csX15" fmla="*/ 31932 w 137673"/>
                <a:gd name="csY15" fmla="*/ 15307 h 66876"/>
                <a:gd name="csX16" fmla="*/ 1169 w 137673"/>
                <a:gd name="csY16" fmla="*/ 36063 h 66876"/>
                <a:gd name="csX17" fmla="*/ 27602 w 137673"/>
                <a:gd name="csY17" fmla="*/ 43116 h 66876"/>
                <a:gd name="csX18" fmla="*/ 39881 w 137673"/>
                <a:gd name="csY18" fmla="*/ 57844 h 66876"/>
                <a:gd name="csX19" fmla="*/ 47057 w 137673"/>
                <a:gd name="csY19" fmla="*/ 61942 h 668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7673" h="66876">
                  <a:moveTo>
                    <a:pt x="47057" y="61942"/>
                  </a:moveTo>
                  <a:lnTo>
                    <a:pt x="47317" y="64507"/>
                  </a:lnTo>
                  <a:lnTo>
                    <a:pt x="55773" y="68352"/>
                  </a:lnTo>
                  <a:lnTo>
                    <a:pt x="62696" y="62968"/>
                  </a:lnTo>
                  <a:lnTo>
                    <a:pt x="61157" y="50668"/>
                  </a:lnTo>
                  <a:lnTo>
                    <a:pt x="80386" y="40673"/>
                  </a:lnTo>
                  <a:lnTo>
                    <a:pt x="90388" y="40673"/>
                  </a:lnTo>
                  <a:lnTo>
                    <a:pt x="104234" y="26068"/>
                  </a:lnTo>
                  <a:lnTo>
                    <a:pt x="122691" y="24536"/>
                  </a:lnTo>
                  <a:lnTo>
                    <a:pt x="138842" y="21457"/>
                  </a:lnTo>
                  <a:lnTo>
                    <a:pt x="131146" y="16847"/>
                  </a:lnTo>
                  <a:lnTo>
                    <a:pt x="115768" y="1475"/>
                  </a:lnTo>
                  <a:lnTo>
                    <a:pt x="78847" y="3007"/>
                  </a:lnTo>
                  <a:lnTo>
                    <a:pt x="38855" y="6086"/>
                  </a:lnTo>
                  <a:lnTo>
                    <a:pt x="36550" y="6086"/>
                  </a:lnTo>
                  <a:lnTo>
                    <a:pt x="31932" y="15307"/>
                  </a:lnTo>
                  <a:lnTo>
                    <a:pt x="1169" y="36063"/>
                  </a:lnTo>
                  <a:lnTo>
                    <a:pt x="27602" y="43116"/>
                  </a:lnTo>
                  <a:lnTo>
                    <a:pt x="39881" y="57844"/>
                  </a:lnTo>
                  <a:lnTo>
                    <a:pt x="47057" y="6194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7" name="Forme libre : forme 725">
              <a:extLst>
                <a:ext uri="{FF2B5EF4-FFF2-40B4-BE49-F238E27FC236}">
                  <a16:creationId xmlns:a16="http://schemas.microsoft.com/office/drawing/2014/main" id="{41278194-0A1C-0087-9BE8-7C3E99A4DB01}"/>
                </a:ext>
              </a:extLst>
            </p:cNvPr>
            <p:cNvSpPr/>
            <p:nvPr/>
          </p:nvSpPr>
          <p:spPr>
            <a:xfrm>
              <a:off x="3711948" y="4316350"/>
              <a:ext cx="92803" cy="95321"/>
            </a:xfrm>
            <a:custGeom>
              <a:avLst/>
              <a:gdLst>
                <a:gd name="csX0" fmla="*/ 93996 w 92803"/>
                <a:gd name="csY0" fmla="*/ 1507 h 95321"/>
                <a:gd name="csX1" fmla="*/ 77845 w 92803"/>
                <a:gd name="csY1" fmla="*/ 4585 h 95321"/>
                <a:gd name="csX2" fmla="*/ 59388 w 92803"/>
                <a:gd name="csY2" fmla="*/ 6118 h 95321"/>
                <a:gd name="csX3" fmla="*/ 45542 w 92803"/>
                <a:gd name="csY3" fmla="*/ 20723 h 95321"/>
                <a:gd name="csX4" fmla="*/ 35541 w 92803"/>
                <a:gd name="csY4" fmla="*/ 20723 h 95321"/>
                <a:gd name="csX5" fmla="*/ 16318 w 92803"/>
                <a:gd name="csY5" fmla="*/ 30717 h 95321"/>
                <a:gd name="csX6" fmla="*/ 17857 w 92803"/>
                <a:gd name="csY6" fmla="*/ 43017 h 95321"/>
                <a:gd name="csX7" fmla="*/ 10934 w 92803"/>
                <a:gd name="csY7" fmla="*/ 48394 h 95321"/>
                <a:gd name="csX8" fmla="*/ 2472 w 92803"/>
                <a:gd name="csY8" fmla="*/ 44557 h 95321"/>
                <a:gd name="csX9" fmla="*/ 1192 w 92803"/>
                <a:gd name="csY9" fmla="*/ 50194 h 95321"/>
                <a:gd name="csX10" fmla="*/ 13492 w 92803"/>
                <a:gd name="csY10" fmla="*/ 57363 h 95321"/>
                <a:gd name="csX11" fmla="*/ 27851 w 92803"/>
                <a:gd name="csY11" fmla="*/ 72741 h 95321"/>
                <a:gd name="csX12" fmla="*/ 40158 w 92803"/>
                <a:gd name="csY12" fmla="*/ 90165 h 95321"/>
                <a:gd name="csX13" fmla="*/ 61693 w 92803"/>
                <a:gd name="csY13" fmla="*/ 91444 h 95321"/>
                <a:gd name="csX14" fmla="*/ 77845 w 92803"/>
                <a:gd name="csY14" fmla="*/ 92983 h 95321"/>
                <a:gd name="csX15" fmla="*/ 87839 w 92803"/>
                <a:gd name="csY15" fmla="*/ 96828 h 95321"/>
                <a:gd name="csX16" fmla="*/ 89379 w 92803"/>
                <a:gd name="csY16" fmla="*/ 81450 h 95321"/>
                <a:gd name="csX17" fmla="*/ 86300 w 92803"/>
                <a:gd name="csY17" fmla="*/ 63007 h 95321"/>
                <a:gd name="csX18" fmla="*/ 87839 w 92803"/>
                <a:gd name="csY18" fmla="*/ 44557 h 95321"/>
                <a:gd name="csX19" fmla="*/ 93996 w 92803"/>
                <a:gd name="csY19" fmla="*/ 21496 h 95321"/>
                <a:gd name="csX20" fmla="*/ 93996 w 92803"/>
                <a:gd name="csY20" fmla="*/ 1507 h 95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92803" h="95321">
                  <a:moveTo>
                    <a:pt x="93996" y="1507"/>
                  </a:moveTo>
                  <a:lnTo>
                    <a:pt x="77845" y="4585"/>
                  </a:lnTo>
                  <a:lnTo>
                    <a:pt x="59388" y="6118"/>
                  </a:lnTo>
                  <a:lnTo>
                    <a:pt x="45542" y="20723"/>
                  </a:lnTo>
                  <a:lnTo>
                    <a:pt x="35541" y="20723"/>
                  </a:lnTo>
                  <a:lnTo>
                    <a:pt x="16318" y="30717"/>
                  </a:lnTo>
                  <a:lnTo>
                    <a:pt x="17857" y="43017"/>
                  </a:lnTo>
                  <a:lnTo>
                    <a:pt x="10934" y="48394"/>
                  </a:lnTo>
                  <a:lnTo>
                    <a:pt x="2472" y="44557"/>
                  </a:lnTo>
                  <a:lnTo>
                    <a:pt x="1192" y="50194"/>
                  </a:lnTo>
                  <a:lnTo>
                    <a:pt x="13492" y="57363"/>
                  </a:lnTo>
                  <a:lnTo>
                    <a:pt x="27851" y="72741"/>
                  </a:lnTo>
                  <a:lnTo>
                    <a:pt x="40158" y="90165"/>
                  </a:lnTo>
                  <a:lnTo>
                    <a:pt x="61693" y="91444"/>
                  </a:lnTo>
                  <a:lnTo>
                    <a:pt x="77845" y="92983"/>
                  </a:lnTo>
                  <a:lnTo>
                    <a:pt x="87839" y="96828"/>
                  </a:lnTo>
                  <a:lnTo>
                    <a:pt x="89379" y="81450"/>
                  </a:lnTo>
                  <a:lnTo>
                    <a:pt x="86300" y="63007"/>
                  </a:lnTo>
                  <a:lnTo>
                    <a:pt x="87839" y="44557"/>
                  </a:lnTo>
                  <a:lnTo>
                    <a:pt x="93996" y="21496"/>
                  </a:lnTo>
                  <a:lnTo>
                    <a:pt x="93996" y="150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8" name="Forme libre : forme 726">
              <a:extLst>
                <a:ext uri="{FF2B5EF4-FFF2-40B4-BE49-F238E27FC236}">
                  <a16:creationId xmlns:a16="http://schemas.microsoft.com/office/drawing/2014/main" id="{2BBE6E17-B168-FBB7-D600-E2D7B93F72EC}"/>
                </a:ext>
              </a:extLst>
            </p:cNvPr>
            <p:cNvSpPr/>
            <p:nvPr/>
          </p:nvSpPr>
          <p:spPr>
            <a:xfrm>
              <a:off x="3656578" y="4330956"/>
              <a:ext cx="49220" cy="28950"/>
            </a:xfrm>
            <a:custGeom>
              <a:avLst/>
              <a:gdLst>
                <a:gd name="csX0" fmla="*/ 11644 w 49220"/>
                <a:gd name="csY0" fmla="*/ 1491 h 28950"/>
                <a:gd name="csX1" fmla="*/ 38078 w 49220"/>
                <a:gd name="csY1" fmla="*/ 8544 h 28950"/>
                <a:gd name="csX2" fmla="*/ 50357 w 49220"/>
                <a:gd name="csY2" fmla="*/ 23272 h 28950"/>
                <a:gd name="csX3" fmla="*/ 44200 w 49220"/>
                <a:gd name="csY3" fmla="*/ 27370 h 28950"/>
                <a:gd name="csX4" fmla="*/ 34972 w 49220"/>
                <a:gd name="csY4" fmla="*/ 30441 h 28950"/>
                <a:gd name="csX5" fmla="*/ 1137 w 49220"/>
                <a:gd name="csY5" fmla="*/ 11998 h 28950"/>
                <a:gd name="csX6" fmla="*/ 11644 w 49220"/>
                <a:gd name="csY6" fmla="*/ 1491 h 2895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220" h="28950">
                  <a:moveTo>
                    <a:pt x="11644" y="1491"/>
                  </a:moveTo>
                  <a:lnTo>
                    <a:pt x="38078" y="8544"/>
                  </a:lnTo>
                  <a:lnTo>
                    <a:pt x="50357" y="23272"/>
                  </a:lnTo>
                  <a:lnTo>
                    <a:pt x="44200" y="27370"/>
                  </a:lnTo>
                  <a:lnTo>
                    <a:pt x="34972" y="30441"/>
                  </a:lnTo>
                  <a:lnTo>
                    <a:pt x="1137" y="11998"/>
                  </a:lnTo>
                  <a:lnTo>
                    <a:pt x="11644" y="14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49" name="Forme libre : forme 727">
              <a:extLst>
                <a:ext uri="{FF2B5EF4-FFF2-40B4-BE49-F238E27FC236}">
                  <a16:creationId xmlns:a16="http://schemas.microsoft.com/office/drawing/2014/main" id="{922A9E31-8906-2132-1825-7B7DDA4B122B}"/>
                </a:ext>
              </a:extLst>
            </p:cNvPr>
            <p:cNvSpPr/>
            <p:nvPr/>
          </p:nvSpPr>
          <p:spPr>
            <a:xfrm>
              <a:off x="3750914" y="4405009"/>
              <a:ext cx="72294" cy="56369"/>
            </a:xfrm>
            <a:custGeom>
              <a:avLst/>
              <a:gdLst>
                <a:gd name="csX0" fmla="*/ 1198 w 72294"/>
                <a:gd name="csY0" fmla="*/ 1546 h 56369"/>
                <a:gd name="csX1" fmla="*/ 22733 w 72294"/>
                <a:gd name="csY1" fmla="*/ 2825 h 56369"/>
                <a:gd name="csX2" fmla="*/ 38884 w 72294"/>
                <a:gd name="csY2" fmla="*/ 4365 h 56369"/>
                <a:gd name="csX3" fmla="*/ 48886 w 72294"/>
                <a:gd name="csY3" fmla="*/ 8209 h 56369"/>
                <a:gd name="csX4" fmla="*/ 73493 w 72294"/>
                <a:gd name="csY4" fmla="*/ 28191 h 56369"/>
                <a:gd name="csX5" fmla="*/ 73493 w 72294"/>
                <a:gd name="csY5" fmla="*/ 35881 h 56369"/>
                <a:gd name="csX6" fmla="*/ 65803 w 72294"/>
                <a:gd name="csY6" fmla="*/ 45875 h 56369"/>
                <a:gd name="csX7" fmla="*/ 67343 w 72294"/>
                <a:gd name="csY7" fmla="*/ 55870 h 56369"/>
                <a:gd name="csX8" fmla="*/ 58627 w 72294"/>
                <a:gd name="csY8" fmla="*/ 57915 h 56369"/>
                <a:gd name="csX9" fmla="*/ 42216 w 72294"/>
                <a:gd name="csY9" fmla="*/ 42544 h 56369"/>
                <a:gd name="csX10" fmla="*/ 34014 w 72294"/>
                <a:gd name="csY10" fmla="*/ 28191 h 56369"/>
                <a:gd name="csX11" fmla="*/ 23759 w 72294"/>
                <a:gd name="csY11" fmla="*/ 22041 h 56369"/>
                <a:gd name="csX12" fmla="*/ 17602 w 72294"/>
                <a:gd name="csY12" fmla="*/ 25120 h 56369"/>
                <a:gd name="csX13" fmla="*/ 2224 w 72294"/>
                <a:gd name="csY13" fmla="*/ 15891 h 56369"/>
                <a:gd name="csX14" fmla="*/ 1198 w 72294"/>
                <a:gd name="csY14" fmla="*/ 1546 h 56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72294" h="56369">
                  <a:moveTo>
                    <a:pt x="1198" y="1546"/>
                  </a:moveTo>
                  <a:lnTo>
                    <a:pt x="22733" y="2825"/>
                  </a:lnTo>
                  <a:lnTo>
                    <a:pt x="38884" y="4365"/>
                  </a:lnTo>
                  <a:lnTo>
                    <a:pt x="48886" y="8209"/>
                  </a:lnTo>
                  <a:lnTo>
                    <a:pt x="73493" y="28191"/>
                  </a:lnTo>
                  <a:lnTo>
                    <a:pt x="73493" y="35881"/>
                  </a:lnTo>
                  <a:lnTo>
                    <a:pt x="65803" y="45875"/>
                  </a:lnTo>
                  <a:lnTo>
                    <a:pt x="67343" y="55870"/>
                  </a:lnTo>
                  <a:lnTo>
                    <a:pt x="58627" y="57915"/>
                  </a:lnTo>
                  <a:lnTo>
                    <a:pt x="42216" y="42544"/>
                  </a:lnTo>
                  <a:lnTo>
                    <a:pt x="34014" y="28191"/>
                  </a:lnTo>
                  <a:lnTo>
                    <a:pt x="23759" y="22041"/>
                  </a:lnTo>
                  <a:lnTo>
                    <a:pt x="17602" y="25120"/>
                  </a:lnTo>
                  <a:lnTo>
                    <a:pt x="2224" y="15891"/>
                  </a:lnTo>
                  <a:lnTo>
                    <a:pt x="1198" y="154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0" name="Forme libre : forme 728">
              <a:extLst>
                <a:ext uri="{FF2B5EF4-FFF2-40B4-BE49-F238E27FC236}">
                  <a16:creationId xmlns:a16="http://schemas.microsoft.com/office/drawing/2014/main" id="{51E5506F-F6B0-0F05-966D-9B5042C54477}"/>
                </a:ext>
              </a:extLst>
            </p:cNvPr>
            <p:cNvSpPr/>
            <p:nvPr/>
          </p:nvSpPr>
          <p:spPr>
            <a:xfrm>
              <a:off x="3815520" y="4439343"/>
              <a:ext cx="121515" cy="48686"/>
            </a:xfrm>
            <a:custGeom>
              <a:avLst/>
              <a:gdLst>
                <a:gd name="csX0" fmla="*/ 122781 w 121515"/>
                <a:gd name="csY0" fmla="*/ 32309 h 48686"/>
                <a:gd name="csX1" fmla="*/ 115092 w 121515"/>
                <a:gd name="csY1" fmla="*/ 43836 h 48686"/>
                <a:gd name="csX2" fmla="*/ 102785 w 121515"/>
                <a:gd name="csY2" fmla="*/ 45123 h 48686"/>
                <a:gd name="csX3" fmla="*/ 93557 w 121515"/>
                <a:gd name="csY3" fmla="*/ 36920 h 48686"/>
                <a:gd name="csX4" fmla="*/ 88426 w 121515"/>
                <a:gd name="csY4" fmla="*/ 20523 h 48686"/>
                <a:gd name="csX5" fmla="*/ 76120 w 121515"/>
                <a:gd name="csY5" fmla="*/ 14373 h 48686"/>
                <a:gd name="csX6" fmla="*/ 64839 w 121515"/>
                <a:gd name="csY6" fmla="*/ 18470 h 48686"/>
                <a:gd name="csX7" fmla="*/ 55611 w 121515"/>
                <a:gd name="csY7" fmla="*/ 21549 h 48686"/>
                <a:gd name="csX8" fmla="*/ 52539 w 121515"/>
                <a:gd name="csY8" fmla="*/ 28718 h 48686"/>
                <a:gd name="csX9" fmla="*/ 56637 w 121515"/>
                <a:gd name="csY9" fmla="*/ 38973 h 48686"/>
                <a:gd name="csX10" fmla="*/ 41258 w 121515"/>
                <a:gd name="csY10" fmla="*/ 50246 h 48686"/>
                <a:gd name="csX11" fmla="*/ 34075 w 121515"/>
                <a:gd name="csY11" fmla="*/ 43070 h 48686"/>
                <a:gd name="csX12" fmla="*/ 21775 w 121515"/>
                <a:gd name="csY12" fmla="*/ 37946 h 48686"/>
                <a:gd name="csX13" fmla="*/ 20749 w 121515"/>
                <a:gd name="csY13" fmla="*/ 30770 h 48686"/>
                <a:gd name="csX14" fmla="*/ 2799 w 121515"/>
                <a:gd name="csY14" fmla="*/ 21549 h 48686"/>
                <a:gd name="csX15" fmla="*/ 1266 w 121515"/>
                <a:gd name="csY15" fmla="*/ 11554 h 48686"/>
                <a:gd name="csX16" fmla="*/ 8956 w 121515"/>
                <a:gd name="csY16" fmla="*/ 1560 h 48686"/>
                <a:gd name="csX17" fmla="*/ 25880 w 121515"/>
                <a:gd name="csY17" fmla="*/ 15399 h 48686"/>
                <a:gd name="csX18" fmla="*/ 35108 w 121515"/>
                <a:gd name="csY18" fmla="*/ 16938 h 48686"/>
                <a:gd name="csX19" fmla="*/ 53565 w 121515"/>
                <a:gd name="csY19" fmla="*/ 7710 h 48686"/>
                <a:gd name="csX20" fmla="*/ 65872 w 121515"/>
                <a:gd name="csY20" fmla="*/ 3099 h 48686"/>
                <a:gd name="csX21" fmla="*/ 82790 w 121515"/>
                <a:gd name="csY21" fmla="*/ 4638 h 48686"/>
                <a:gd name="csX22" fmla="*/ 98168 w 121515"/>
                <a:gd name="csY22" fmla="*/ 15399 h 48686"/>
                <a:gd name="csX23" fmla="*/ 110475 w 121515"/>
                <a:gd name="csY23" fmla="*/ 27699 h 48686"/>
                <a:gd name="csX24" fmla="*/ 122781 w 121515"/>
                <a:gd name="csY24" fmla="*/ 32309 h 486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1515" h="48686">
                  <a:moveTo>
                    <a:pt x="122781" y="32309"/>
                  </a:moveTo>
                  <a:lnTo>
                    <a:pt x="115092" y="43836"/>
                  </a:lnTo>
                  <a:lnTo>
                    <a:pt x="102785" y="45123"/>
                  </a:lnTo>
                  <a:lnTo>
                    <a:pt x="93557" y="36920"/>
                  </a:lnTo>
                  <a:lnTo>
                    <a:pt x="88426" y="20523"/>
                  </a:lnTo>
                  <a:lnTo>
                    <a:pt x="76120" y="14373"/>
                  </a:lnTo>
                  <a:lnTo>
                    <a:pt x="64839" y="18470"/>
                  </a:lnTo>
                  <a:lnTo>
                    <a:pt x="55611" y="21549"/>
                  </a:lnTo>
                  <a:lnTo>
                    <a:pt x="52539" y="28718"/>
                  </a:lnTo>
                  <a:lnTo>
                    <a:pt x="56637" y="38973"/>
                  </a:lnTo>
                  <a:lnTo>
                    <a:pt x="41258" y="50246"/>
                  </a:lnTo>
                  <a:lnTo>
                    <a:pt x="34075" y="43070"/>
                  </a:lnTo>
                  <a:lnTo>
                    <a:pt x="21775" y="37946"/>
                  </a:lnTo>
                  <a:lnTo>
                    <a:pt x="20749" y="30770"/>
                  </a:lnTo>
                  <a:lnTo>
                    <a:pt x="2799" y="21549"/>
                  </a:lnTo>
                  <a:lnTo>
                    <a:pt x="1266" y="11554"/>
                  </a:lnTo>
                  <a:lnTo>
                    <a:pt x="8956" y="1560"/>
                  </a:lnTo>
                  <a:lnTo>
                    <a:pt x="25880" y="15399"/>
                  </a:lnTo>
                  <a:lnTo>
                    <a:pt x="35108" y="16938"/>
                  </a:lnTo>
                  <a:lnTo>
                    <a:pt x="53565" y="7710"/>
                  </a:lnTo>
                  <a:lnTo>
                    <a:pt x="65872" y="3099"/>
                  </a:lnTo>
                  <a:lnTo>
                    <a:pt x="82790" y="4638"/>
                  </a:lnTo>
                  <a:lnTo>
                    <a:pt x="98168" y="15399"/>
                  </a:lnTo>
                  <a:lnTo>
                    <a:pt x="110475" y="27699"/>
                  </a:lnTo>
                  <a:lnTo>
                    <a:pt x="122781" y="3230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1" name="Forme libre : forme 729">
              <a:extLst>
                <a:ext uri="{FF2B5EF4-FFF2-40B4-BE49-F238E27FC236}">
                  <a16:creationId xmlns:a16="http://schemas.microsoft.com/office/drawing/2014/main" id="{FF500CC4-730E-1893-AE23-AE0DA5FCC91E}"/>
                </a:ext>
              </a:extLst>
            </p:cNvPr>
            <p:cNvSpPr/>
            <p:nvPr/>
          </p:nvSpPr>
          <p:spPr>
            <a:xfrm>
              <a:off x="3889354" y="4376311"/>
              <a:ext cx="256363" cy="344378"/>
            </a:xfrm>
            <a:custGeom>
              <a:avLst/>
              <a:gdLst>
                <a:gd name="csX0" fmla="*/ 194137 w 256363"/>
                <a:gd name="csY0" fmla="*/ 345965 h 344378"/>
                <a:gd name="csX1" fmla="*/ 180804 w 256363"/>
                <a:gd name="csY1" fmla="*/ 345965 h 344378"/>
                <a:gd name="csX2" fmla="*/ 185934 w 256363"/>
                <a:gd name="csY2" fmla="*/ 324444 h 344378"/>
                <a:gd name="csX3" fmla="*/ 166452 w 256363"/>
                <a:gd name="csY3" fmla="*/ 315215 h 344378"/>
                <a:gd name="csX4" fmla="*/ 121329 w 256363"/>
                <a:gd name="csY4" fmla="*/ 318287 h 344378"/>
                <a:gd name="csX5" fmla="*/ 86461 w 256363"/>
                <a:gd name="csY5" fmla="*/ 270120 h 344378"/>
                <a:gd name="csX6" fmla="*/ 65959 w 256363"/>
                <a:gd name="csY6" fmla="*/ 268068 h 344378"/>
                <a:gd name="csX7" fmla="*/ 59802 w 256363"/>
                <a:gd name="csY7" fmla="*/ 273192 h 344378"/>
                <a:gd name="csX8" fmla="*/ 48521 w 256363"/>
                <a:gd name="csY8" fmla="*/ 267042 h 344378"/>
                <a:gd name="csX9" fmla="*/ 32117 w 256363"/>
                <a:gd name="csY9" fmla="*/ 267042 h 344378"/>
                <a:gd name="csX10" fmla="*/ 24934 w 256363"/>
                <a:gd name="csY10" fmla="*/ 270113 h 344378"/>
                <a:gd name="csX11" fmla="*/ 16731 w 256363"/>
                <a:gd name="csY11" fmla="*/ 264989 h 344378"/>
                <a:gd name="csX12" fmla="*/ 17757 w 256363"/>
                <a:gd name="csY12" fmla="*/ 254742 h 344378"/>
                <a:gd name="csX13" fmla="*/ 1353 w 256363"/>
                <a:gd name="csY13" fmla="*/ 243468 h 344378"/>
                <a:gd name="csX14" fmla="*/ 2379 w 256363"/>
                <a:gd name="csY14" fmla="*/ 223999 h 344378"/>
                <a:gd name="csX15" fmla="*/ 12634 w 256363"/>
                <a:gd name="csY15" fmla="*/ 209646 h 344378"/>
                <a:gd name="csX16" fmla="*/ 23914 w 256363"/>
                <a:gd name="csY16" fmla="*/ 207594 h 344378"/>
                <a:gd name="csX17" fmla="*/ 30064 w 256363"/>
                <a:gd name="csY17" fmla="*/ 201444 h 344378"/>
                <a:gd name="csX18" fmla="*/ 30064 w 256363"/>
                <a:gd name="csY18" fmla="*/ 194275 h 344378"/>
                <a:gd name="csX19" fmla="*/ 39293 w 256363"/>
                <a:gd name="csY19" fmla="*/ 183001 h 344378"/>
                <a:gd name="csX20" fmla="*/ 36214 w 256363"/>
                <a:gd name="csY20" fmla="*/ 168649 h 344378"/>
                <a:gd name="csX21" fmla="*/ 33143 w 256363"/>
                <a:gd name="csY21" fmla="*/ 148154 h 344378"/>
                <a:gd name="csX22" fmla="*/ 33143 w 256363"/>
                <a:gd name="csY22" fmla="*/ 123554 h 344378"/>
                <a:gd name="csX23" fmla="*/ 29045 w 256363"/>
                <a:gd name="csY23" fmla="*/ 108175 h 344378"/>
                <a:gd name="csX24" fmla="*/ 41345 w 256363"/>
                <a:gd name="csY24" fmla="*/ 106896 h 344378"/>
                <a:gd name="csX25" fmla="*/ 49034 w 256363"/>
                <a:gd name="csY25" fmla="*/ 95369 h 344378"/>
                <a:gd name="csX26" fmla="*/ 55191 w 256363"/>
                <a:gd name="csY26" fmla="*/ 89219 h 344378"/>
                <a:gd name="csX27" fmla="*/ 52113 w 256363"/>
                <a:gd name="csY27" fmla="*/ 78451 h 344378"/>
                <a:gd name="csX28" fmla="*/ 65959 w 256363"/>
                <a:gd name="csY28" fmla="*/ 66158 h 344378"/>
                <a:gd name="csX29" fmla="*/ 65959 w 256363"/>
                <a:gd name="csY29" fmla="*/ 55391 h 344378"/>
                <a:gd name="csX30" fmla="*/ 76726 w 256363"/>
                <a:gd name="csY30" fmla="*/ 50780 h 344378"/>
                <a:gd name="csX31" fmla="*/ 78265 w 256363"/>
                <a:gd name="csY31" fmla="*/ 36948 h 344378"/>
                <a:gd name="csX32" fmla="*/ 85955 w 256363"/>
                <a:gd name="csY32" fmla="*/ 27719 h 344378"/>
                <a:gd name="csX33" fmla="*/ 96722 w 256363"/>
                <a:gd name="csY33" fmla="*/ 32337 h 344378"/>
                <a:gd name="csX34" fmla="*/ 102879 w 256363"/>
                <a:gd name="csY34" fmla="*/ 26187 h 344378"/>
                <a:gd name="csX35" fmla="*/ 142871 w 256363"/>
                <a:gd name="csY35" fmla="*/ 12348 h 344378"/>
                <a:gd name="csX36" fmla="*/ 145949 w 256363"/>
                <a:gd name="csY36" fmla="*/ 1587 h 344378"/>
                <a:gd name="csX37" fmla="*/ 159788 w 256363"/>
                <a:gd name="csY37" fmla="*/ 1587 h 344378"/>
                <a:gd name="csX38" fmla="*/ 169017 w 256363"/>
                <a:gd name="csY38" fmla="*/ 4659 h 344378"/>
                <a:gd name="csX39" fmla="*/ 167738 w 256363"/>
                <a:gd name="csY39" fmla="*/ 11322 h 344378"/>
                <a:gd name="csX40" fmla="*/ 153125 w 256363"/>
                <a:gd name="csY40" fmla="*/ 13887 h 344378"/>
                <a:gd name="csX41" fmla="*/ 131590 w 256363"/>
                <a:gd name="csY41" fmla="*/ 37461 h 344378"/>
                <a:gd name="csX42" fmla="*/ 120310 w 256363"/>
                <a:gd name="csY42" fmla="*/ 68204 h 344378"/>
                <a:gd name="csX43" fmla="*/ 128512 w 256363"/>
                <a:gd name="csY43" fmla="*/ 75380 h 344378"/>
                <a:gd name="csX44" fmla="*/ 139793 w 256363"/>
                <a:gd name="csY44" fmla="*/ 89732 h 344378"/>
                <a:gd name="csX45" fmla="*/ 135688 w 256363"/>
                <a:gd name="csY45" fmla="*/ 99980 h 344378"/>
                <a:gd name="csX46" fmla="*/ 145942 w 256363"/>
                <a:gd name="csY46" fmla="*/ 114332 h 344378"/>
                <a:gd name="csX47" fmla="*/ 195170 w 256363"/>
                <a:gd name="csY47" fmla="*/ 122527 h 344378"/>
                <a:gd name="csX48" fmla="*/ 203372 w 256363"/>
                <a:gd name="csY48" fmla="*/ 130730 h 344378"/>
                <a:gd name="csX49" fmla="*/ 231057 w 256363"/>
                <a:gd name="csY49" fmla="*/ 133801 h 344378"/>
                <a:gd name="csX50" fmla="*/ 241312 w 256363"/>
                <a:gd name="csY50" fmla="*/ 143030 h 344378"/>
                <a:gd name="csX51" fmla="*/ 239259 w 256363"/>
                <a:gd name="csY51" fmla="*/ 164551 h 344378"/>
                <a:gd name="csX52" fmla="*/ 235162 w 256363"/>
                <a:gd name="csY52" fmla="*/ 174799 h 344378"/>
                <a:gd name="csX53" fmla="*/ 245416 w 256363"/>
                <a:gd name="csY53" fmla="*/ 194275 h 344378"/>
                <a:gd name="csX54" fmla="*/ 240286 w 256363"/>
                <a:gd name="csY54" fmla="*/ 207601 h 344378"/>
                <a:gd name="csX55" fmla="*/ 250540 w 256363"/>
                <a:gd name="csY55" fmla="*/ 212725 h 344378"/>
                <a:gd name="csX56" fmla="*/ 257716 w 256363"/>
                <a:gd name="csY56" fmla="*/ 225025 h 344378"/>
                <a:gd name="csX57" fmla="*/ 256697 w 256363"/>
                <a:gd name="csY57" fmla="*/ 244494 h 344378"/>
                <a:gd name="csX58" fmla="*/ 243364 w 256363"/>
                <a:gd name="csY58" fmla="*/ 239370 h 344378"/>
                <a:gd name="csX59" fmla="*/ 230031 w 256363"/>
                <a:gd name="csY59" fmla="*/ 227070 h 344378"/>
                <a:gd name="csX60" fmla="*/ 194137 w 256363"/>
                <a:gd name="csY60" fmla="*/ 231175 h 344378"/>
                <a:gd name="csX61" fmla="*/ 192084 w 256363"/>
                <a:gd name="csY61" fmla="*/ 238344 h 344378"/>
                <a:gd name="csX62" fmla="*/ 208496 w 256363"/>
                <a:gd name="csY62" fmla="*/ 251670 h 344378"/>
                <a:gd name="csX63" fmla="*/ 202346 w 256363"/>
                <a:gd name="csY63" fmla="*/ 260892 h 344378"/>
                <a:gd name="csX64" fmla="*/ 193111 w 256363"/>
                <a:gd name="csY64" fmla="*/ 259872 h 344378"/>
                <a:gd name="csX65" fmla="*/ 196189 w 256363"/>
                <a:gd name="csY65" fmla="*/ 283446 h 344378"/>
                <a:gd name="csX66" fmla="*/ 204391 w 256363"/>
                <a:gd name="csY66" fmla="*/ 290616 h 344378"/>
                <a:gd name="csX67" fmla="*/ 194137 w 256363"/>
                <a:gd name="csY67" fmla="*/ 345965 h 344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56363" h="344378">
                  <a:moveTo>
                    <a:pt x="194137" y="345965"/>
                  </a:moveTo>
                  <a:lnTo>
                    <a:pt x="180804" y="345965"/>
                  </a:lnTo>
                  <a:lnTo>
                    <a:pt x="185934" y="324444"/>
                  </a:lnTo>
                  <a:lnTo>
                    <a:pt x="166452" y="315215"/>
                  </a:lnTo>
                  <a:lnTo>
                    <a:pt x="121329" y="318287"/>
                  </a:lnTo>
                  <a:lnTo>
                    <a:pt x="86461" y="270120"/>
                  </a:lnTo>
                  <a:lnTo>
                    <a:pt x="65959" y="268068"/>
                  </a:lnTo>
                  <a:lnTo>
                    <a:pt x="59802" y="273192"/>
                  </a:lnTo>
                  <a:lnTo>
                    <a:pt x="48521" y="267042"/>
                  </a:lnTo>
                  <a:lnTo>
                    <a:pt x="32117" y="267042"/>
                  </a:lnTo>
                  <a:lnTo>
                    <a:pt x="24934" y="270113"/>
                  </a:lnTo>
                  <a:lnTo>
                    <a:pt x="16731" y="264989"/>
                  </a:lnTo>
                  <a:lnTo>
                    <a:pt x="17757" y="254742"/>
                  </a:lnTo>
                  <a:lnTo>
                    <a:pt x="1353" y="243468"/>
                  </a:lnTo>
                  <a:lnTo>
                    <a:pt x="2379" y="223999"/>
                  </a:lnTo>
                  <a:lnTo>
                    <a:pt x="12634" y="209646"/>
                  </a:lnTo>
                  <a:lnTo>
                    <a:pt x="23914" y="207594"/>
                  </a:lnTo>
                  <a:lnTo>
                    <a:pt x="30064" y="201444"/>
                  </a:lnTo>
                  <a:lnTo>
                    <a:pt x="30064" y="194275"/>
                  </a:lnTo>
                  <a:lnTo>
                    <a:pt x="39293" y="183001"/>
                  </a:lnTo>
                  <a:lnTo>
                    <a:pt x="36214" y="168649"/>
                  </a:lnTo>
                  <a:lnTo>
                    <a:pt x="33143" y="148154"/>
                  </a:lnTo>
                  <a:lnTo>
                    <a:pt x="33143" y="123554"/>
                  </a:lnTo>
                  <a:lnTo>
                    <a:pt x="29045" y="108175"/>
                  </a:lnTo>
                  <a:lnTo>
                    <a:pt x="41345" y="106896"/>
                  </a:lnTo>
                  <a:lnTo>
                    <a:pt x="49034" y="95369"/>
                  </a:lnTo>
                  <a:lnTo>
                    <a:pt x="55191" y="89219"/>
                  </a:lnTo>
                  <a:lnTo>
                    <a:pt x="52113" y="78451"/>
                  </a:lnTo>
                  <a:lnTo>
                    <a:pt x="65959" y="66158"/>
                  </a:lnTo>
                  <a:lnTo>
                    <a:pt x="65959" y="55391"/>
                  </a:lnTo>
                  <a:lnTo>
                    <a:pt x="76726" y="50780"/>
                  </a:lnTo>
                  <a:lnTo>
                    <a:pt x="78265" y="36948"/>
                  </a:lnTo>
                  <a:lnTo>
                    <a:pt x="85955" y="27719"/>
                  </a:lnTo>
                  <a:lnTo>
                    <a:pt x="96722" y="32337"/>
                  </a:lnTo>
                  <a:lnTo>
                    <a:pt x="102879" y="26187"/>
                  </a:lnTo>
                  <a:lnTo>
                    <a:pt x="142871" y="12348"/>
                  </a:lnTo>
                  <a:lnTo>
                    <a:pt x="145949" y="1587"/>
                  </a:lnTo>
                  <a:lnTo>
                    <a:pt x="159788" y="1587"/>
                  </a:lnTo>
                  <a:lnTo>
                    <a:pt x="169017" y="4659"/>
                  </a:lnTo>
                  <a:lnTo>
                    <a:pt x="167738" y="11322"/>
                  </a:lnTo>
                  <a:lnTo>
                    <a:pt x="153125" y="13887"/>
                  </a:lnTo>
                  <a:lnTo>
                    <a:pt x="131590" y="37461"/>
                  </a:lnTo>
                  <a:lnTo>
                    <a:pt x="120310" y="68204"/>
                  </a:lnTo>
                  <a:lnTo>
                    <a:pt x="128512" y="75380"/>
                  </a:lnTo>
                  <a:lnTo>
                    <a:pt x="139793" y="89732"/>
                  </a:lnTo>
                  <a:lnTo>
                    <a:pt x="135688" y="99980"/>
                  </a:lnTo>
                  <a:lnTo>
                    <a:pt x="145942" y="114332"/>
                  </a:lnTo>
                  <a:lnTo>
                    <a:pt x="195170" y="122527"/>
                  </a:lnTo>
                  <a:lnTo>
                    <a:pt x="203372" y="130730"/>
                  </a:lnTo>
                  <a:lnTo>
                    <a:pt x="231057" y="133801"/>
                  </a:lnTo>
                  <a:lnTo>
                    <a:pt x="241312" y="143030"/>
                  </a:lnTo>
                  <a:lnTo>
                    <a:pt x="239259" y="164551"/>
                  </a:lnTo>
                  <a:lnTo>
                    <a:pt x="235162" y="174799"/>
                  </a:lnTo>
                  <a:lnTo>
                    <a:pt x="245416" y="194275"/>
                  </a:lnTo>
                  <a:lnTo>
                    <a:pt x="240286" y="207601"/>
                  </a:lnTo>
                  <a:lnTo>
                    <a:pt x="250540" y="212725"/>
                  </a:lnTo>
                  <a:lnTo>
                    <a:pt x="257716" y="225025"/>
                  </a:lnTo>
                  <a:lnTo>
                    <a:pt x="256697" y="244494"/>
                  </a:lnTo>
                  <a:lnTo>
                    <a:pt x="243364" y="239370"/>
                  </a:lnTo>
                  <a:lnTo>
                    <a:pt x="230031" y="227070"/>
                  </a:lnTo>
                  <a:lnTo>
                    <a:pt x="194137" y="231175"/>
                  </a:lnTo>
                  <a:lnTo>
                    <a:pt x="192084" y="238344"/>
                  </a:lnTo>
                  <a:lnTo>
                    <a:pt x="208496" y="251670"/>
                  </a:lnTo>
                  <a:lnTo>
                    <a:pt x="202346" y="260892"/>
                  </a:lnTo>
                  <a:lnTo>
                    <a:pt x="193111" y="259872"/>
                  </a:lnTo>
                  <a:lnTo>
                    <a:pt x="196189" y="283446"/>
                  </a:lnTo>
                  <a:lnTo>
                    <a:pt x="204391" y="290616"/>
                  </a:lnTo>
                  <a:lnTo>
                    <a:pt x="194137" y="3459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2" name="Forme libre : forme 730">
              <a:extLst>
                <a:ext uri="{FF2B5EF4-FFF2-40B4-BE49-F238E27FC236}">
                  <a16:creationId xmlns:a16="http://schemas.microsoft.com/office/drawing/2014/main" id="{E8D7414D-DC1B-20BA-86E4-2BB4A2C78697}"/>
                </a:ext>
              </a:extLst>
            </p:cNvPr>
            <p:cNvSpPr/>
            <p:nvPr/>
          </p:nvSpPr>
          <p:spPr>
            <a:xfrm>
              <a:off x="4008304" y="4380929"/>
              <a:ext cx="291751" cy="247524"/>
            </a:xfrm>
            <a:custGeom>
              <a:avLst/>
              <a:gdLst>
                <a:gd name="csX0" fmla="*/ 137813 w 291751"/>
                <a:gd name="csY0" fmla="*/ 239865 h 247524"/>
                <a:gd name="csX1" fmla="*/ 138839 w 291751"/>
                <a:gd name="csY1" fmla="*/ 220389 h 247524"/>
                <a:gd name="csX2" fmla="*/ 131663 w 291751"/>
                <a:gd name="csY2" fmla="*/ 208089 h 247524"/>
                <a:gd name="csX3" fmla="*/ 121408 w 291751"/>
                <a:gd name="csY3" fmla="*/ 202965 h 247524"/>
                <a:gd name="csX4" fmla="*/ 126532 w 291751"/>
                <a:gd name="csY4" fmla="*/ 189646 h 247524"/>
                <a:gd name="csX5" fmla="*/ 116277 w 291751"/>
                <a:gd name="csY5" fmla="*/ 170170 h 247524"/>
                <a:gd name="csX6" fmla="*/ 120382 w 291751"/>
                <a:gd name="csY6" fmla="*/ 159922 h 247524"/>
                <a:gd name="csX7" fmla="*/ 122434 w 291751"/>
                <a:gd name="csY7" fmla="*/ 138394 h 247524"/>
                <a:gd name="csX8" fmla="*/ 112173 w 291751"/>
                <a:gd name="csY8" fmla="*/ 129172 h 247524"/>
                <a:gd name="csX9" fmla="*/ 84488 w 291751"/>
                <a:gd name="csY9" fmla="*/ 126094 h 247524"/>
                <a:gd name="csX10" fmla="*/ 76285 w 291751"/>
                <a:gd name="csY10" fmla="*/ 117898 h 247524"/>
                <a:gd name="csX11" fmla="*/ 27065 w 291751"/>
                <a:gd name="csY11" fmla="*/ 109696 h 247524"/>
                <a:gd name="csX12" fmla="*/ 16811 w 291751"/>
                <a:gd name="csY12" fmla="*/ 95351 h 247524"/>
                <a:gd name="csX13" fmla="*/ 20908 w 291751"/>
                <a:gd name="csY13" fmla="*/ 85096 h 247524"/>
                <a:gd name="csX14" fmla="*/ 9634 w 291751"/>
                <a:gd name="csY14" fmla="*/ 70751 h 247524"/>
                <a:gd name="csX15" fmla="*/ 1425 w 291751"/>
                <a:gd name="csY15" fmla="*/ 63575 h 247524"/>
                <a:gd name="csX16" fmla="*/ 12706 w 291751"/>
                <a:gd name="csY16" fmla="*/ 32825 h 247524"/>
                <a:gd name="csX17" fmla="*/ 34241 w 291751"/>
                <a:gd name="csY17" fmla="*/ 9251 h 247524"/>
                <a:gd name="csX18" fmla="*/ 48853 w 291751"/>
                <a:gd name="csY18" fmla="*/ 6693 h 247524"/>
                <a:gd name="csX19" fmla="*/ 34754 w 291751"/>
                <a:gd name="csY19" fmla="*/ 16940 h 247524"/>
                <a:gd name="csX20" fmla="*/ 31676 w 291751"/>
                <a:gd name="csY20" fmla="*/ 27701 h 247524"/>
                <a:gd name="csX21" fmla="*/ 34754 w 291751"/>
                <a:gd name="csY21" fmla="*/ 35390 h 247524"/>
                <a:gd name="csX22" fmla="*/ 28604 w 291751"/>
                <a:gd name="csY22" fmla="*/ 50762 h 247524"/>
                <a:gd name="csX23" fmla="*/ 34754 w 291751"/>
                <a:gd name="csY23" fmla="*/ 67672 h 247524"/>
                <a:gd name="csX24" fmla="*/ 48600 w 291751"/>
                <a:gd name="csY24" fmla="*/ 63062 h 247524"/>
                <a:gd name="csX25" fmla="*/ 48600 w 291751"/>
                <a:gd name="csY25" fmla="*/ 47690 h 247524"/>
                <a:gd name="csX26" fmla="*/ 42450 w 291751"/>
                <a:gd name="csY26" fmla="*/ 33851 h 247524"/>
                <a:gd name="csX27" fmla="*/ 47061 w 291751"/>
                <a:gd name="csY27" fmla="*/ 23090 h 247524"/>
                <a:gd name="csX28" fmla="*/ 71675 w 291751"/>
                <a:gd name="csY28" fmla="*/ 16940 h 247524"/>
                <a:gd name="csX29" fmla="*/ 68596 w 291751"/>
                <a:gd name="csY29" fmla="*/ 1569 h 247524"/>
                <a:gd name="csX30" fmla="*/ 76285 w 291751"/>
                <a:gd name="csY30" fmla="*/ 3108 h 247524"/>
                <a:gd name="csX31" fmla="*/ 82435 w 291751"/>
                <a:gd name="csY31" fmla="*/ 10790 h 247524"/>
                <a:gd name="csX32" fmla="*/ 91671 w 291751"/>
                <a:gd name="csY32" fmla="*/ 10790 h 247524"/>
                <a:gd name="csX33" fmla="*/ 107049 w 291751"/>
                <a:gd name="csY33" fmla="*/ 18479 h 247524"/>
                <a:gd name="csX34" fmla="*/ 107049 w 291751"/>
                <a:gd name="csY34" fmla="*/ 30779 h 247524"/>
                <a:gd name="csX35" fmla="*/ 157809 w 291751"/>
                <a:gd name="csY35" fmla="*/ 35390 h 247524"/>
                <a:gd name="csX36" fmla="*/ 167037 w 291751"/>
                <a:gd name="csY36" fmla="*/ 41540 h 247524"/>
                <a:gd name="csX37" fmla="*/ 180883 w 291751"/>
                <a:gd name="csY37" fmla="*/ 44619 h 247524"/>
                <a:gd name="csX38" fmla="*/ 191651 w 291751"/>
                <a:gd name="csY38" fmla="*/ 41540 h 247524"/>
                <a:gd name="csX39" fmla="*/ 205497 w 291751"/>
                <a:gd name="csY39" fmla="*/ 30779 h 247524"/>
                <a:gd name="csX40" fmla="*/ 214725 w 291751"/>
                <a:gd name="csY40" fmla="*/ 29240 h 247524"/>
                <a:gd name="csX41" fmla="*/ 228571 w 291751"/>
                <a:gd name="csY41" fmla="*/ 32319 h 247524"/>
                <a:gd name="csX42" fmla="*/ 240878 w 291751"/>
                <a:gd name="csY42" fmla="*/ 50769 h 247524"/>
                <a:gd name="csX43" fmla="*/ 256256 w 291751"/>
                <a:gd name="csY43" fmla="*/ 49229 h 247524"/>
                <a:gd name="csX44" fmla="*/ 273174 w 291751"/>
                <a:gd name="csY44" fmla="*/ 59990 h 247524"/>
                <a:gd name="csX45" fmla="*/ 280870 w 291751"/>
                <a:gd name="csY45" fmla="*/ 70751 h 247524"/>
                <a:gd name="csX46" fmla="*/ 293177 w 291751"/>
                <a:gd name="csY46" fmla="*/ 79979 h 247524"/>
                <a:gd name="csX47" fmla="*/ 291637 w 291751"/>
                <a:gd name="csY47" fmla="*/ 95351 h 247524"/>
                <a:gd name="csX48" fmla="*/ 278304 w 291751"/>
                <a:gd name="csY48" fmla="*/ 100475 h 247524"/>
                <a:gd name="csX49" fmla="*/ 277278 w 291751"/>
                <a:gd name="csY49" fmla="*/ 110729 h 247524"/>
                <a:gd name="csX50" fmla="*/ 283428 w 291751"/>
                <a:gd name="csY50" fmla="*/ 113801 h 247524"/>
                <a:gd name="csX51" fmla="*/ 282402 w 291751"/>
                <a:gd name="csY51" fmla="*/ 119951 h 247524"/>
                <a:gd name="csX52" fmla="*/ 268050 w 291751"/>
                <a:gd name="csY52" fmla="*/ 123029 h 247524"/>
                <a:gd name="csX53" fmla="*/ 268050 w 291751"/>
                <a:gd name="csY53" fmla="*/ 146596 h 247524"/>
                <a:gd name="csX54" fmla="*/ 272148 w 291751"/>
                <a:gd name="csY54" fmla="*/ 150701 h 247524"/>
                <a:gd name="csX55" fmla="*/ 267024 w 291751"/>
                <a:gd name="csY55" fmla="*/ 171196 h 247524"/>
                <a:gd name="csX56" fmla="*/ 233182 w 291751"/>
                <a:gd name="csY56" fmla="*/ 183496 h 247524"/>
                <a:gd name="csX57" fmla="*/ 208568 w 291751"/>
                <a:gd name="csY57" fmla="*/ 169144 h 247524"/>
                <a:gd name="csX58" fmla="*/ 194216 w 291751"/>
                <a:gd name="csY58" fmla="*/ 170170 h 247524"/>
                <a:gd name="csX59" fmla="*/ 192164 w 291751"/>
                <a:gd name="csY59" fmla="*/ 181444 h 247524"/>
                <a:gd name="csX60" fmla="*/ 199340 w 291751"/>
                <a:gd name="csY60" fmla="*/ 185541 h 247524"/>
                <a:gd name="csX61" fmla="*/ 198314 w 291751"/>
                <a:gd name="csY61" fmla="*/ 212194 h 247524"/>
                <a:gd name="csX62" fmla="*/ 213699 w 291751"/>
                <a:gd name="csY62" fmla="*/ 210141 h 247524"/>
                <a:gd name="csX63" fmla="*/ 217803 w 291751"/>
                <a:gd name="csY63" fmla="*/ 215272 h 247524"/>
                <a:gd name="csX64" fmla="*/ 215751 w 291751"/>
                <a:gd name="csY64" fmla="*/ 224494 h 247524"/>
                <a:gd name="csX65" fmla="*/ 174733 w 291751"/>
                <a:gd name="csY65" fmla="*/ 243963 h 247524"/>
                <a:gd name="csX66" fmla="*/ 158322 w 291751"/>
                <a:gd name="csY66" fmla="*/ 249093 h 247524"/>
                <a:gd name="csX67" fmla="*/ 137813 w 291751"/>
                <a:gd name="csY67" fmla="*/ 239865 h 2475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Lst>
              <a:rect l="l" t="t" r="r" b="b"/>
              <a:pathLst>
                <a:path w="291751" h="247524">
                  <a:moveTo>
                    <a:pt x="137813" y="239865"/>
                  </a:moveTo>
                  <a:lnTo>
                    <a:pt x="138839" y="220389"/>
                  </a:lnTo>
                  <a:lnTo>
                    <a:pt x="131663" y="208089"/>
                  </a:lnTo>
                  <a:lnTo>
                    <a:pt x="121408" y="202965"/>
                  </a:lnTo>
                  <a:lnTo>
                    <a:pt x="126532" y="189646"/>
                  </a:lnTo>
                  <a:lnTo>
                    <a:pt x="116277" y="170170"/>
                  </a:lnTo>
                  <a:lnTo>
                    <a:pt x="120382" y="159922"/>
                  </a:lnTo>
                  <a:lnTo>
                    <a:pt x="122434" y="138394"/>
                  </a:lnTo>
                  <a:lnTo>
                    <a:pt x="112173" y="129172"/>
                  </a:lnTo>
                  <a:lnTo>
                    <a:pt x="84488" y="126094"/>
                  </a:lnTo>
                  <a:lnTo>
                    <a:pt x="76285" y="117898"/>
                  </a:lnTo>
                  <a:lnTo>
                    <a:pt x="27065" y="109696"/>
                  </a:lnTo>
                  <a:lnTo>
                    <a:pt x="16811" y="95351"/>
                  </a:lnTo>
                  <a:lnTo>
                    <a:pt x="20908" y="85096"/>
                  </a:lnTo>
                  <a:lnTo>
                    <a:pt x="9634" y="70751"/>
                  </a:lnTo>
                  <a:lnTo>
                    <a:pt x="1425" y="63575"/>
                  </a:lnTo>
                  <a:lnTo>
                    <a:pt x="12706" y="32825"/>
                  </a:lnTo>
                  <a:lnTo>
                    <a:pt x="34241" y="9251"/>
                  </a:lnTo>
                  <a:lnTo>
                    <a:pt x="48853" y="6693"/>
                  </a:lnTo>
                  <a:lnTo>
                    <a:pt x="34754" y="16940"/>
                  </a:lnTo>
                  <a:lnTo>
                    <a:pt x="31676" y="27701"/>
                  </a:lnTo>
                  <a:lnTo>
                    <a:pt x="34754" y="35390"/>
                  </a:lnTo>
                  <a:lnTo>
                    <a:pt x="28604" y="50762"/>
                  </a:lnTo>
                  <a:lnTo>
                    <a:pt x="34754" y="67672"/>
                  </a:lnTo>
                  <a:lnTo>
                    <a:pt x="48600" y="63062"/>
                  </a:lnTo>
                  <a:lnTo>
                    <a:pt x="48600" y="47690"/>
                  </a:lnTo>
                  <a:lnTo>
                    <a:pt x="42450" y="33851"/>
                  </a:lnTo>
                  <a:lnTo>
                    <a:pt x="47061" y="23090"/>
                  </a:lnTo>
                  <a:lnTo>
                    <a:pt x="71675" y="16940"/>
                  </a:lnTo>
                  <a:lnTo>
                    <a:pt x="68596" y="1569"/>
                  </a:lnTo>
                  <a:lnTo>
                    <a:pt x="76285" y="3108"/>
                  </a:lnTo>
                  <a:lnTo>
                    <a:pt x="82435" y="10790"/>
                  </a:lnTo>
                  <a:lnTo>
                    <a:pt x="91671" y="10790"/>
                  </a:lnTo>
                  <a:lnTo>
                    <a:pt x="107049" y="18479"/>
                  </a:lnTo>
                  <a:lnTo>
                    <a:pt x="107049" y="30779"/>
                  </a:lnTo>
                  <a:lnTo>
                    <a:pt x="157809" y="35390"/>
                  </a:lnTo>
                  <a:lnTo>
                    <a:pt x="167037" y="41540"/>
                  </a:lnTo>
                  <a:lnTo>
                    <a:pt x="180883" y="44619"/>
                  </a:lnTo>
                  <a:lnTo>
                    <a:pt x="191651" y="41540"/>
                  </a:lnTo>
                  <a:lnTo>
                    <a:pt x="205497" y="30779"/>
                  </a:lnTo>
                  <a:lnTo>
                    <a:pt x="214725" y="29240"/>
                  </a:lnTo>
                  <a:lnTo>
                    <a:pt x="228571" y="32319"/>
                  </a:lnTo>
                  <a:lnTo>
                    <a:pt x="240878" y="50769"/>
                  </a:lnTo>
                  <a:lnTo>
                    <a:pt x="256256" y="49229"/>
                  </a:lnTo>
                  <a:lnTo>
                    <a:pt x="273174" y="59990"/>
                  </a:lnTo>
                  <a:lnTo>
                    <a:pt x="280870" y="70751"/>
                  </a:lnTo>
                  <a:lnTo>
                    <a:pt x="293177" y="79979"/>
                  </a:lnTo>
                  <a:lnTo>
                    <a:pt x="291637" y="95351"/>
                  </a:lnTo>
                  <a:lnTo>
                    <a:pt x="278304" y="100475"/>
                  </a:lnTo>
                  <a:lnTo>
                    <a:pt x="277278" y="110729"/>
                  </a:lnTo>
                  <a:lnTo>
                    <a:pt x="283428" y="113801"/>
                  </a:lnTo>
                  <a:lnTo>
                    <a:pt x="282402" y="119951"/>
                  </a:lnTo>
                  <a:lnTo>
                    <a:pt x="268050" y="123029"/>
                  </a:lnTo>
                  <a:lnTo>
                    <a:pt x="268050" y="146596"/>
                  </a:lnTo>
                  <a:lnTo>
                    <a:pt x="272148" y="150701"/>
                  </a:lnTo>
                  <a:lnTo>
                    <a:pt x="267024" y="171196"/>
                  </a:lnTo>
                  <a:lnTo>
                    <a:pt x="233182" y="183496"/>
                  </a:lnTo>
                  <a:lnTo>
                    <a:pt x="208568" y="169144"/>
                  </a:lnTo>
                  <a:lnTo>
                    <a:pt x="194216" y="170170"/>
                  </a:lnTo>
                  <a:lnTo>
                    <a:pt x="192164" y="181444"/>
                  </a:lnTo>
                  <a:lnTo>
                    <a:pt x="199340" y="185541"/>
                  </a:lnTo>
                  <a:lnTo>
                    <a:pt x="198314" y="212194"/>
                  </a:lnTo>
                  <a:lnTo>
                    <a:pt x="213699" y="210141"/>
                  </a:lnTo>
                  <a:lnTo>
                    <a:pt x="217803" y="215272"/>
                  </a:lnTo>
                  <a:lnTo>
                    <a:pt x="215751" y="224494"/>
                  </a:lnTo>
                  <a:lnTo>
                    <a:pt x="174733" y="243963"/>
                  </a:lnTo>
                  <a:lnTo>
                    <a:pt x="158322" y="249093"/>
                  </a:lnTo>
                  <a:lnTo>
                    <a:pt x="137813" y="23986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3" name="Forme libre : forme 731">
              <a:extLst>
                <a:ext uri="{FF2B5EF4-FFF2-40B4-BE49-F238E27FC236}">
                  <a16:creationId xmlns:a16="http://schemas.microsoft.com/office/drawing/2014/main" id="{C3C85D06-04D8-9A5A-872C-F87EF6FD2908}"/>
                </a:ext>
              </a:extLst>
            </p:cNvPr>
            <p:cNvSpPr/>
            <p:nvPr/>
          </p:nvSpPr>
          <p:spPr>
            <a:xfrm>
              <a:off x="4274928" y="4459339"/>
              <a:ext cx="88193" cy="157840"/>
            </a:xfrm>
            <a:custGeom>
              <a:avLst/>
              <a:gdLst>
                <a:gd name="csX0" fmla="*/ 26651 w 88193"/>
                <a:gd name="csY0" fmla="*/ 1617 h 157840"/>
                <a:gd name="csX1" fmla="*/ 25112 w 88193"/>
                <a:gd name="csY1" fmla="*/ 16989 h 157840"/>
                <a:gd name="csX2" fmla="*/ 11779 w 88193"/>
                <a:gd name="csY2" fmla="*/ 22113 h 157840"/>
                <a:gd name="csX3" fmla="*/ 10753 w 88193"/>
                <a:gd name="csY3" fmla="*/ 32367 h 157840"/>
                <a:gd name="csX4" fmla="*/ 16910 w 88193"/>
                <a:gd name="csY4" fmla="*/ 35439 h 157840"/>
                <a:gd name="csX5" fmla="*/ 15883 w 88193"/>
                <a:gd name="csY5" fmla="*/ 41589 h 157840"/>
                <a:gd name="csX6" fmla="*/ 1524 w 88193"/>
                <a:gd name="csY6" fmla="*/ 44667 h 157840"/>
                <a:gd name="csX7" fmla="*/ 1524 w 88193"/>
                <a:gd name="csY7" fmla="*/ 68234 h 157840"/>
                <a:gd name="csX8" fmla="*/ 5629 w 88193"/>
                <a:gd name="csY8" fmla="*/ 72339 h 157840"/>
                <a:gd name="csX9" fmla="*/ 13831 w 88193"/>
                <a:gd name="csY9" fmla="*/ 74391 h 157840"/>
                <a:gd name="csX10" fmla="*/ 30236 w 88193"/>
                <a:gd name="csY10" fmla="*/ 87710 h 157840"/>
                <a:gd name="csX11" fmla="*/ 31262 w 88193"/>
                <a:gd name="csY11" fmla="*/ 104108 h 157840"/>
                <a:gd name="csX12" fmla="*/ 26138 w 88193"/>
                <a:gd name="csY12" fmla="*/ 120513 h 157840"/>
                <a:gd name="csX13" fmla="*/ 26138 w 88193"/>
                <a:gd name="csY13" fmla="*/ 143060 h 157840"/>
                <a:gd name="csX14" fmla="*/ 39464 w 88193"/>
                <a:gd name="csY14" fmla="*/ 155360 h 157840"/>
                <a:gd name="csX15" fmla="*/ 55875 w 88193"/>
                <a:gd name="csY15" fmla="*/ 159458 h 157840"/>
                <a:gd name="csX16" fmla="*/ 68182 w 88193"/>
                <a:gd name="csY16" fmla="*/ 158432 h 157840"/>
                <a:gd name="csX17" fmla="*/ 74332 w 88193"/>
                <a:gd name="csY17" fmla="*/ 149210 h 157840"/>
                <a:gd name="csX18" fmla="*/ 86639 w 88193"/>
                <a:gd name="csY18" fmla="*/ 145112 h 157840"/>
                <a:gd name="csX19" fmla="*/ 89204 w 88193"/>
                <a:gd name="csY19" fmla="*/ 138449 h 157840"/>
                <a:gd name="csX20" fmla="*/ 89717 w 88193"/>
                <a:gd name="csY20" fmla="*/ 118460 h 157840"/>
                <a:gd name="csX21" fmla="*/ 71254 w 88193"/>
                <a:gd name="csY21" fmla="*/ 109239 h 157840"/>
                <a:gd name="csX22" fmla="*/ 70234 w 88193"/>
                <a:gd name="csY22" fmla="*/ 91815 h 157840"/>
                <a:gd name="csX23" fmla="*/ 83561 w 88193"/>
                <a:gd name="csY23" fmla="*/ 78489 h 157840"/>
                <a:gd name="csX24" fmla="*/ 85100 w 88193"/>
                <a:gd name="csY24" fmla="*/ 60039 h 157840"/>
                <a:gd name="csX25" fmla="*/ 80489 w 88193"/>
                <a:gd name="csY25" fmla="*/ 47739 h 157840"/>
                <a:gd name="csX26" fmla="*/ 75871 w 88193"/>
                <a:gd name="csY26" fmla="*/ 36978 h 157840"/>
                <a:gd name="csX27" fmla="*/ 63565 w 88193"/>
                <a:gd name="csY27" fmla="*/ 35439 h 157840"/>
                <a:gd name="csX28" fmla="*/ 55875 w 88193"/>
                <a:gd name="csY28" fmla="*/ 18528 h 157840"/>
                <a:gd name="csX29" fmla="*/ 42036 w 88193"/>
                <a:gd name="csY29" fmla="*/ 9307 h 157840"/>
                <a:gd name="csX30" fmla="*/ 26651 w 88193"/>
                <a:gd name="csY30" fmla="*/ 1617 h 1578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88193" h="157840">
                  <a:moveTo>
                    <a:pt x="26651" y="1617"/>
                  </a:moveTo>
                  <a:lnTo>
                    <a:pt x="25112" y="16989"/>
                  </a:lnTo>
                  <a:lnTo>
                    <a:pt x="11779" y="22113"/>
                  </a:lnTo>
                  <a:lnTo>
                    <a:pt x="10753" y="32367"/>
                  </a:lnTo>
                  <a:lnTo>
                    <a:pt x="16910" y="35439"/>
                  </a:lnTo>
                  <a:lnTo>
                    <a:pt x="15883" y="41589"/>
                  </a:lnTo>
                  <a:lnTo>
                    <a:pt x="1524" y="44667"/>
                  </a:lnTo>
                  <a:lnTo>
                    <a:pt x="1524" y="68234"/>
                  </a:lnTo>
                  <a:lnTo>
                    <a:pt x="5629" y="72339"/>
                  </a:lnTo>
                  <a:lnTo>
                    <a:pt x="13831" y="74391"/>
                  </a:lnTo>
                  <a:lnTo>
                    <a:pt x="30236" y="87710"/>
                  </a:lnTo>
                  <a:lnTo>
                    <a:pt x="31262" y="104108"/>
                  </a:lnTo>
                  <a:lnTo>
                    <a:pt x="26138" y="120513"/>
                  </a:lnTo>
                  <a:lnTo>
                    <a:pt x="26138" y="143060"/>
                  </a:lnTo>
                  <a:lnTo>
                    <a:pt x="39464" y="155360"/>
                  </a:lnTo>
                  <a:lnTo>
                    <a:pt x="55875" y="159458"/>
                  </a:lnTo>
                  <a:lnTo>
                    <a:pt x="68182" y="158432"/>
                  </a:lnTo>
                  <a:lnTo>
                    <a:pt x="74332" y="149210"/>
                  </a:lnTo>
                  <a:lnTo>
                    <a:pt x="86639" y="145112"/>
                  </a:lnTo>
                  <a:lnTo>
                    <a:pt x="89204" y="138449"/>
                  </a:lnTo>
                  <a:lnTo>
                    <a:pt x="89717" y="118460"/>
                  </a:lnTo>
                  <a:lnTo>
                    <a:pt x="71254" y="109239"/>
                  </a:lnTo>
                  <a:lnTo>
                    <a:pt x="70234" y="91815"/>
                  </a:lnTo>
                  <a:lnTo>
                    <a:pt x="83561" y="78489"/>
                  </a:lnTo>
                  <a:lnTo>
                    <a:pt x="85100" y="60039"/>
                  </a:lnTo>
                  <a:lnTo>
                    <a:pt x="80489" y="47739"/>
                  </a:lnTo>
                  <a:lnTo>
                    <a:pt x="75871" y="36978"/>
                  </a:lnTo>
                  <a:lnTo>
                    <a:pt x="63565" y="35439"/>
                  </a:lnTo>
                  <a:lnTo>
                    <a:pt x="55875" y="18528"/>
                  </a:lnTo>
                  <a:lnTo>
                    <a:pt x="42036" y="9307"/>
                  </a:lnTo>
                  <a:lnTo>
                    <a:pt x="26651" y="161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4" name="Forme libre : forme 732">
              <a:extLst>
                <a:ext uri="{FF2B5EF4-FFF2-40B4-BE49-F238E27FC236}">
                  <a16:creationId xmlns:a16="http://schemas.microsoft.com/office/drawing/2014/main" id="{D2CC32D6-0983-3560-8040-2CFC37D2C79E}"/>
                </a:ext>
              </a:extLst>
            </p:cNvPr>
            <p:cNvSpPr/>
            <p:nvPr/>
          </p:nvSpPr>
          <p:spPr>
            <a:xfrm>
              <a:off x="3997016" y="4530060"/>
              <a:ext cx="848068" cy="873242"/>
            </a:xfrm>
            <a:custGeom>
              <a:avLst/>
              <a:gdLst>
                <a:gd name="csX0" fmla="*/ 283578 w 848068"/>
                <a:gd name="csY0" fmla="*/ 1931 h 873242"/>
                <a:gd name="csX1" fmla="*/ 291781 w 848068"/>
                <a:gd name="csY1" fmla="*/ 3983 h 873242"/>
                <a:gd name="csX2" fmla="*/ 308192 w 848068"/>
                <a:gd name="csY2" fmla="*/ 17302 h 873242"/>
                <a:gd name="csX3" fmla="*/ 309211 w 848068"/>
                <a:gd name="csY3" fmla="*/ 33707 h 873242"/>
                <a:gd name="csX4" fmla="*/ 304087 w 848068"/>
                <a:gd name="csY4" fmla="*/ 50104 h 873242"/>
                <a:gd name="csX5" fmla="*/ 304087 w 848068"/>
                <a:gd name="csY5" fmla="*/ 72652 h 873242"/>
                <a:gd name="csX6" fmla="*/ 317420 w 848068"/>
                <a:gd name="csY6" fmla="*/ 84952 h 873242"/>
                <a:gd name="csX7" fmla="*/ 333825 w 848068"/>
                <a:gd name="csY7" fmla="*/ 89050 h 873242"/>
                <a:gd name="csX8" fmla="*/ 346132 w 848068"/>
                <a:gd name="csY8" fmla="*/ 88024 h 873242"/>
                <a:gd name="csX9" fmla="*/ 352282 w 848068"/>
                <a:gd name="csY9" fmla="*/ 78802 h 873242"/>
                <a:gd name="csX10" fmla="*/ 364588 w 848068"/>
                <a:gd name="csY10" fmla="*/ 74704 h 873242"/>
                <a:gd name="csX11" fmla="*/ 367154 w 848068"/>
                <a:gd name="csY11" fmla="*/ 68041 h 873242"/>
                <a:gd name="csX12" fmla="*/ 386124 w 848068"/>
                <a:gd name="csY12" fmla="*/ 68554 h 873242"/>
                <a:gd name="csX13" fmla="*/ 390228 w 848068"/>
                <a:gd name="csY13" fmla="*/ 60352 h 873242"/>
                <a:gd name="csX14" fmla="*/ 396378 w 848068"/>
                <a:gd name="csY14" fmla="*/ 61378 h 873242"/>
                <a:gd name="csX15" fmla="*/ 400483 w 848068"/>
                <a:gd name="csY15" fmla="*/ 65476 h 873242"/>
                <a:gd name="csX16" fmla="*/ 422018 w 848068"/>
                <a:gd name="csY16" fmla="*/ 64457 h 873242"/>
                <a:gd name="csX17" fmla="*/ 432272 w 848068"/>
                <a:gd name="csY17" fmla="*/ 67528 h 873242"/>
                <a:gd name="csX18" fmla="*/ 458931 w 848068"/>
                <a:gd name="csY18" fmla="*/ 71626 h 873242"/>
                <a:gd name="csX19" fmla="*/ 469186 w 848068"/>
                <a:gd name="csY19" fmla="*/ 58307 h 873242"/>
                <a:gd name="csX20" fmla="*/ 479441 w 848068"/>
                <a:gd name="csY20" fmla="*/ 36778 h 873242"/>
                <a:gd name="csX21" fmla="*/ 484571 w 848068"/>
                <a:gd name="csY21" fmla="*/ 18848 h 873242"/>
                <a:gd name="csX22" fmla="*/ 489182 w 848068"/>
                <a:gd name="csY22" fmla="*/ 21920 h 873242"/>
                <a:gd name="csX23" fmla="*/ 496878 w 848068"/>
                <a:gd name="csY23" fmla="*/ 38831 h 873242"/>
                <a:gd name="csX24" fmla="*/ 504567 w 848068"/>
                <a:gd name="csY24" fmla="*/ 60352 h 873242"/>
                <a:gd name="csX25" fmla="*/ 515335 w 848068"/>
                <a:gd name="csY25" fmla="*/ 69580 h 873242"/>
                <a:gd name="csX26" fmla="*/ 526102 w 848068"/>
                <a:gd name="csY26" fmla="*/ 78802 h 873242"/>
                <a:gd name="csX27" fmla="*/ 523024 w 848068"/>
                <a:gd name="csY27" fmla="*/ 95713 h 873242"/>
                <a:gd name="csX28" fmla="*/ 513796 w 848068"/>
                <a:gd name="csY28" fmla="*/ 100330 h 873242"/>
                <a:gd name="csX29" fmla="*/ 506106 w 848068"/>
                <a:gd name="csY29" fmla="*/ 106480 h 873242"/>
                <a:gd name="csX30" fmla="*/ 513796 w 848068"/>
                <a:gd name="csY30" fmla="*/ 111091 h 873242"/>
                <a:gd name="csX31" fmla="*/ 526102 w 848068"/>
                <a:gd name="csY31" fmla="*/ 109552 h 873242"/>
                <a:gd name="csX32" fmla="*/ 533792 w 848068"/>
                <a:gd name="csY32" fmla="*/ 117241 h 873242"/>
                <a:gd name="csX33" fmla="*/ 541481 w 848068"/>
                <a:gd name="csY33" fmla="*/ 118773 h 873242"/>
                <a:gd name="csX34" fmla="*/ 553788 w 848068"/>
                <a:gd name="csY34" fmla="*/ 123391 h 873242"/>
                <a:gd name="csX35" fmla="*/ 546098 w 848068"/>
                <a:gd name="csY35" fmla="*/ 138763 h 873242"/>
                <a:gd name="csX36" fmla="*/ 527642 w 848068"/>
                <a:gd name="csY36" fmla="*/ 147984 h 873242"/>
                <a:gd name="csX37" fmla="*/ 527642 w 848068"/>
                <a:gd name="csY37" fmla="*/ 154134 h 873242"/>
                <a:gd name="csX38" fmla="*/ 538402 w 848068"/>
                <a:gd name="csY38" fmla="*/ 154134 h 873242"/>
                <a:gd name="csX39" fmla="*/ 558405 w 848068"/>
                <a:gd name="csY39" fmla="*/ 137223 h 873242"/>
                <a:gd name="csX40" fmla="*/ 563016 w 848068"/>
                <a:gd name="csY40" fmla="*/ 128002 h 873242"/>
                <a:gd name="csX41" fmla="*/ 584551 w 848068"/>
                <a:gd name="csY41" fmla="*/ 129541 h 873242"/>
                <a:gd name="csX42" fmla="*/ 607626 w 848068"/>
                <a:gd name="csY42" fmla="*/ 141841 h 873242"/>
                <a:gd name="csX43" fmla="*/ 628135 w 848068"/>
                <a:gd name="csY43" fmla="*/ 141328 h 873242"/>
                <a:gd name="csX44" fmla="*/ 640441 w 848068"/>
                <a:gd name="csY44" fmla="*/ 153628 h 873242"/>
                <a:gd name="csX45" fmla="*/ 630187 w 848068"/>
                <a:gd name="csY45" fmla="*/ 170026 h 873242"/>
                <a:gd name="csX46" fmla="*/ 636337 w 848068"/>
                <a:gd name="csY46" fmla="*/ 178228 h 873242"/>
                <a:gd name="csX47" fmla="*/ 648644 w 848068"/>
                <a:gd name="csY47" fmla="*/ 167973 h 873242"/>
                <a:gd name="csX48" fmla="*/ 660950 w 848068"/>
                <a:gd name="csY48" fmla="*/ 165928 h 873242"/>
                <a:gd name="csX49" fmla="*/ 697864 w 848068"/>
                <a:gd name="csY49" fmla="*/ 174123 h 873242"/>
                <a:gd name="csX50" fmla="*/ 722478 w 848068"/>
                <a:gd name="csY50" fmla="*/ 172078 h 873242"/>
                <a:gd name="csX51" fmla="*/ 740934 w 848068"/>
                <a:gd name="csY51" fmla="*/ 184371 h 873242"/>
                <a:gd name="csX52" fmla="*/ 763496 w 848068"/>
                <a:gd name="csY52" fmla="*/ 190528 h 873242"/>
                <a:gd name="csX53" fmla="*/ 796312 w 848068"/>
                <a:gd name="csY53" fmla="*/ 215121 h 873242"/>
                <a:gd name="csX54" fmla="*/ 843480 w 848068"/>
                <a:gd name="csY54" fmla="*/ 227421 h 873242"/>
                <a:gd name="csX55" fmla="*/ 849637 w 848068"/>
                <a:gd name="csY55" fmla="*/ 245871 h 873242"/>
                <a:gd name="csX56" fmla="*/ 849637 w 848068"/>
                <a:gd name="csY56" fmla="*/ 301221 h 873242"/>
                <a:gd name="csX57" fmla="*/ 837330 w 848068"/>
                <a:gd name="csY57" fmla="*/ 317618 h 873242"/>
                <a:gd name="csX58" fmla="*/ 831173 w 848068"/>
                <a:gd name="csY58" fmla="*/ 329918 h 873242"/>
                <a:gd name="csX59" fmla="*/ 825023 w 848068"/>
                <a:gd name="csY59" fmla="*/ 340166 h 873242"/>
                <a:gd name="csX60" fmla="*/ 808618 w 848068"/>
                <a:gd name="csY60" fmla="*/ 346316 h 873242"/>
                <a:gd name="csX61" fmla="*/ 802462 w 848068"/>
                <a:gd name="csY61" fmla="*/ 350414 h 873242"/>
                <a:gd name="csX62" fmla="*/ 796312 w 848068"/>
                <a:gd name="csY62" fmla="*/ 368864 h 873242"/>
                <a:gd name="csX63" fmla="*/ 788103 w 848068"/>
                <a:gd name="csY63" fmla="*/ 383216 h 873242"/>
                <a:gd name="csX64" fmla="*/ 765541 w 848068"/>
                <a:gd name="csY64" fmla="*/ 395516 h 873242"/>
                <a:gd name="csX65" fmla="*/ 761443 w 848068"/>
                <a:gd name="csY65" fmla="*/ 401659 h 873242"/>
                <a:gd name="csX66" fmla="*/ 757339 w 848068"/>
                <a:gd name="csY66" fmla="*/ 436506 h 873242"/>
                <a:gd name="csX67" fmla="*/ 763489 w 848068"/>
                <a:gd name="csY67" fmla="*/ 452911 h 873242"/>
                <a:gd name="csX68" fmla="*/ 757339 w 848068"/>
                <a:gd name="csY68" fmla="*/ 471354 h 873242"/>
                <a:gd name="csX69" fmla="*/ 761443 w 848068"/>
                <a:gd name="csY69" fmla="*/ 495954 h 873242"/>
                <a:gd name="csX70" fmla="*/ 745032 w 848068"/>
                <a:gd name="csY70" fmla="*/ 504156 h 873242"/>
                <a:gd name="csX71" fmla="*/ 740934 w 848068"/>
                <a:gd name="csY71" fmla="*/ 528756 h 873242"/>
                <a:gd name="csX72" fmla="*/ 738882 w 848068"/>
                <a:gd name="csY72" fmla="*/ 543102 h 873242"/>
                <a:gd name="csX73" fmla="*/ 732725 w 848068"/>
                <a:gd name="csY73" fmla="*/ 549252 h 873242"/>
                <a:gd name="csX74" fmla="*/ 730673 w 848068"/>
                <a:gd name="csY74" fmla="*/ 563597 h 873242"/>
                <a:gd name="csX75" fmla="*/ 718373 w 848068"/>
                <a:gd name="csY75" fmla="*/ 581534 h 873242"/>
                <a:gd name="csX76" fmla="*/ 716061 w 848068"/>
                <a:gd name="csY76" fmla="*/ 606134 h 873242"/>
                <a:gd name="csX77" fmla="*/ 700676 w 848068"/>
                <a:gd name="csY77" fmla="*/ 610744 h 873242"/>
                <a:gd name="csX78" fmla="*/ 697604 w 848068"/>
                <a:gd name="csY78" fmla="*/ 621505 h 873242"/>
                <a:gd name="csX79" fmla="*/ 683758 w 848068"/>
                <a:gd name="csY79" fmla="*/ 626116 h 873242"/>
                <a:gd name="csX80" fmla="*/ 673763 w 848068"/>
                <a:gd name="csY80" fmla="*/ 623044 h 873242"/>
                <a:gd name="csX81" fmla="*/ 664535 w 848068"/>
                <a:gd name="csY81" fmla="*/ 628428 h 873242"/>
                <a:gd name="csX82" fmla="*/ 649916 w 848068"/>
                <a:gd name="csY82" fmla="*/ 629961 h 873242"/>
                <a:gd name="csX83" fmla="*/ 635304 w 848068"/>
                <a:gd name="csY83" fmla="*/ 629961 h 873242"/>
                <a:gd name="csX84" fmla="*/ 625309 w 848068"/>
                <a:gd name="csY84" fmla="*/ 642261 h 873242"/>
                <a:gd name="csX85" fmla="*/ 616081 w 848068"/>
                <a:gd name="csY85" fmla="*/ 646105 h 873242"/>
                <a:gd name="csX86" fmla="*/ 600696 w 848068"/>
                <a:gd name="csY86" fmla="*/ 643800 h 873242"/>
                <a:gd name="csX87" fmla="*/ 583005 w 848068"/>
                <a:gd name="csY87" fmla="*/ 658405 h 873242"/>
                <a:gd name="csX88" fmla="*/ 582239 w 848068"/>
                <a:gd name="csY88" fmla="*/ 664555 h 873242"/>
                <a:gd name="csX89" fmla="*/ 576082 w 848068"/>
                <a:gd name="csY89" fmla="*/ 666860 h 873242"/>
                <a:gd name="csX90" fmla="*/ 566088 w 848068"/>
                <a:gd name="csY90" fmla="*/ 677621 h 873242"/>
                <a:gd name="csX91" fmla="*/ 554547 w 848068"/>
                <a:gd name="csY91" fmla="*/ 682232 h 873242"/>
                <a:gd name="csX92" fmla="*/ 550702 w 848068"/>
                <a:gd name="csY92" fmla="*/ 709903 h 873242"/>
                <a:gd name="csX93" fmla="*/ 554547 w 848068"/>
                <a:gd name="csY93" fmla="*/ 722203 h 873242"/>
                <a:gd name="csX94" fmla="*/ 551468 w 848068"/>
                <a:gd name="csY94" fmla="*/ 746037 h 873242"/>
                <a:gd name="csX95" fmla="*/ 534551 w 848068"/>
                <a:gd name="csY95" fmla="*/ 766019 h 873242"/>
                <a:gd name="csX96" fmla="*/ 524556 w 848068"/>
                <a:gd name="csY96" fmla="*/ 768325 h 873242"/>
                <a:gd name="csX97" fmla="*/ 518400 w 848068"/>
                <a:gd name="csY97" fmla="*/ 780625 h 873242"/>
                <a:gd name="csX98" fmla="*/ 514295 w 848068"/>
                <a:gd name="csY98" fmla="*/ 795230 h 873242"/>
                <a:gd name="csX99" fmla="*/ 497630 w 848068"/>
                <a:gd name="csY99" fmla="*/ 825980 h 873242"/>
                <a:gd name="csX100" fmla="*/ 483018 w 848068"/>
                <a:gd name="csY100" fmla="*/ 841352 h 873242"/>
                <a:gd name="csX101" fmla="*/ 481486 w 848068"/>
                <a:gd name="csY101" fmla="*/ 835202 h 873242"/>
                <a:gd name="csX102" fmla="*/ 494812 w 848068"/>
                <a:gd name="csY102" fmla="*/ 822902 h 873242"/>
                <a:gd name="csX103" fmla="*/ 496864 w 848068"/>
                <a:gd name="csY103" fmla="*/ 813680 h 873242"/>
                <a:gd name="csX104" fmla="*/ 505067 w 848068"/>
                <a:gd name="csY104" fmla="*/ 798309 h 873242"/>
                <a:gd name="csX105" fmla="*/ 499943 w 848068"/>
                <a:gd name="csY105" fmla="*/ 795230 h 873242"/>
                <a:gd name="csX106" fmla="*/ 483531 w 848068"/>
                <a:gd name="csY106" fmla="*/ 812654 h 873242"/>
                <a:gd name="csX107" fmla="*/ 478408 w 848068"/>
                <a:gd name="csY107" fmla="*/ 822902 h 873242"/>
                <a:gd name="csX108" fmla="*/ 469179 w 848068"/>
                <a:gd name="csY108" fmla="*/ 836228 h 873242"/>
                <a:gd name="csX109" fmla="*/ 475329 w 848068"/>
                <a:gd name="csY109" fmla="*/ 845456 h 873242"/>
                <a:gd name="csX110" fmla="*/ 475329 w 848068"/>
                <a:gd name="csY110" fmla="*/ 852625 h 873242"/>
                <a:gd name="csX111" fmla="*/ 452768 w 848068"/>
                <a:gd name="csY111" fmla="*/ 875173 h 873242"/>
                <a:gd name="csX112" fmla="*/ 450716 w 848068"/>
                <a:gd name="csY112" fmla="*/ 863899 h 873242"/>
                <a:gd name="csX113" fmla="*/ 436363 w 848068"/>
                <a:gd name="csY113" fmla="*/ 851599 h 873242"/>
                <a:gd name="csX114" fmla="*/ 429180 w 848068"/>
                <a:gd name="csY114" fmla="*/ 840325 h 873242"/>
                <a:gd name="csX115" fmla="*/ 414828 w 848068"/>
                <a:gd name="csY115" fmla="*/ 834175 h 873242"/>
                <a:gd name="csX116" fmla="*/ 409697 w 848068"/>
                <a:gd name="csY116" fmla="*/ 821876 h 873242"/>
                <a:gd name="csX117" fmla="*/ 401495 w 848068"/>
                <a:gd name="csY117" fmla="*/ 817778 h 873242"/>
                <a:gd name="csX118" fmla="*/ 373810 w 848068"/>
                <a:gd name="csY118" fmla="*/ 814699 h 873242"/>
                <a:gd name="csX119" fmla="*/ 367653 w 848068"/>
                <a:gd name="csY119" fmla="*/ 801380 h 873242"/>
                <a:gd name="csX120" fmla="*/ 356372 w 848068"/>
                <a:gd name="csY120" fmla="*/ 795230 h 873242"/>
                <a:gd name="csX121" fmla="*/ 370732 w 848068"/>
                <a:gd name="csY121" fmla="*/ 779859 h 873242"/>
                <a:gd name="csX122" fmla="*/ 373810 w 848068"/>
                <a:gd name="csY122" fmla="*/ 773709 h 873242"/>
                <a:gd name="csX123" fmla="*/ 392267 w 848068"/>
                <a:gd name="csY123" fmla="*/ 755259 h 873242"/>
                <a:gd name="csX124" fmla="*/ 406626 w 848068"/>
                <a:gd name="csY124" fmla="*/ 742959 h 873242"/>
                <a:gd name="csX125" fmla="*/ 433285 w 848068"/>
                <a:gd name="csY125" fmla="*/ 719385 h 873242"/>
                <a:gd name="csX126" fmla="*/ 437389 w 848068"/>
                <a:gd name="csY126" fmla="*/ 713235 h 873242"/>
                <a:gd name="csX127" fmla="*/ 426109 w 848068"/>
                <a:gd name="csY127" fmla="*/ 688635 h 873242"/>
                <a:gd name="csX128" fmla="*/ 416880 w 848068"/>
                <a:gd name="csY128" fmla="*/ 687609 h 873242"/>
                <a:gd name="csX129" fmla="*/ 418933 w 848068"/>
                <a:gd name="csY129" fmla="*/ 673264 h 873242"/>
                <a:gd name="csX130" fmla="*/ 424056 w 848068"/>
                <a:gd name="csY130" fmla="*/ 664042 h 873242"/>
                <a:gd name="csX131" fmla="*/ 423030 w 848068"/>
                <a:gd name="csY131" fmla="*/ 645592 h 873242"/>
                <a:gd name="csX132" fmla="*/ 409704 w 848068"/>
                <a:gd name="csY132" fmla="*/ 640468 h 873242"/>
                <a:gd name="csX133" fmla="*/ 397397 w 848068"/>
                <a:gd name="csY133" fmla="*/ 645592 h 873242"/>
                <a:gd name="csX134" fmla="*/ 396371 w 848068"/>
                <a:gd name="csY134" fmla="*/ 624064 h 873242"/>
                <a:gd name="csX135" fmla="*/ 367660 w 848068"/>
                <a:gd name="csY135" fmla="*/ 611771 h 873242"/>
                <a:gd name="csX136" fmla="*/ 351249 w 848068"/>
                <a:gd name="csY136" fmla="*/ 603568 h 873242"/>
                <a:gd name="csX137" fmla="*/ 348177 w 848068"/>
                <a:gd name="csY137" fmla="*/ 551297 h 873242"/>
                <a:gd name="csX138" fmla="*/ 349203 w 848068"/>
                <a:gd name="csY138" fmla="*/ 522599 h 873242"/>
                <a:gd name="csX139" fmla="*/ 339975 w 848068"/>
                <a:gd name="csY139" fmla="*/ 509273 h 873242"/>
                <a:gd name="csX140" fmla="*/ 342020 w 848068"/>
                <a:gd name="csY140" fmla="*/ 491849 h 873242"/>
                <a:gd name="csX141" fmla="*/ 332792 w 848068"/>
                <a:gd name="csY141" fmla="*/ 486726 h 873242"/>
                <a:gd name="csX142" fmla="*/ 331766 w 848068"/>
                <a:gd name="csY142" fmla="*/ 469302 h 873242"/>
                <a:gd name="csX143" fmla="*/ 284598 w 848068"/>
                <a:gd name="csY143" fmla="*/ 462126 h 873242"/>
                <a:gd name="csX144" fmla="*/ 282545 w 848068"/>
                <a:gd name="csY144" fmla="*/ 409854 h 873242"/>
                <a:gd name="csX145" fmla="*/ 261010 w 848068"/>
                <a:gd name="csY145" fmla="*/ 405757 h 873242"/>
                <a:gd name="csX146" fmla="*/ 216920 w 848068"/>
                <a:gd name="csY146" fmla="*/ 380131 h 873242"/>
                <a:gd name="csX147" fmla="*/ 201535 w 848068"/>
                <a:gd name="csY147" fmla="*/ 378078 h 873242"/>
                <a:gd name="csX148" fmla="*/ 190255 w 848068"/>
                <a:gd name="csY148" fmla="*/ 371928 h 873242"/>
                <a:gd name="csX149" fmla="*/ 188209 w 848068"/>
                <a:gd name="csY149" fmla="*/ 336055 h 873242"/>
                <a:gd name="csX150" fmla="*/ 170772 w 848068"/>
                <a:gd name="csY150" fmla="*/ 324781 h 873242"/>
                <a:gd name="csX151" fmla="*/ 146165 w 848068"/>
                <a:gd name="csY151" fmla="*/ 332470 h 873242"/>
                <a:gd name="csX152" fmla="*/ 134877 w 848068"/>
                <a:gd name="csY152" fmla="*/ 352459 h 873242"/>
                <a:gd name="csX153" fmla="*/ 94885 w 848068"/>
                <a:gd name="csY153" fmla="*/ 358602 h 873242"/>
                <a:gd name="csX154" fmla="*/ 75402 w 848068"/>
                <a:gd name="csY154" fmla="*/ 352452 h 873242"/>
                <a:gd name="csX155" fmla="*/ 73350 w 848068"/>
                <a:gd name="csY155" fmla="*/ 326833 h 873242"/>
                <a:gd name="csX156" fmla="*/ 68226 w 848068"/>
                <a:gd name="csY156" fmla="*/ 321702 h 873242"/>
                <a:gd name="csX157" fmla="*/ 28234 w 848068"/>
                <a:gd name="csY157" fmla="*/ 324781 h 873242"/>
                <a:gd name="csX158" fmla="*/ 15928 w 848068"/>
                <a:gd name="csY158" fmla="*/ 311455 h 873242"/>
                <a:gd name="csX159" fmla="*/ 13875 w 848068"/>
                <a:gd name="csY159" fmla="*/ 299155 h 873242"/>
                <a:gd name="csX160" fmla="*/ 1569 w 848068"/>
                <a:gd name="csY160" fmla="*/ 271483 h 873242"/>
                <a:gd name="csX161" fmla="*/ 12849 w 848068"/>
                <a:gd name="csY161" fmla="*/ 253033 h 873242"/>
                <a:gd name="csX162" fmla="*/ 9778 w 848068"/>
                <a:gd name="csY162" fmla="*/ 235609 h 873242"/>
                <a:gd name="csX163" fmla="*/ 42593 w 848068"/>
                <a:gd name="csY163" fmla="*/ 217159 h 873242"/>
                <a:gd name="csX164" fmla="*/ 70792 w 848068"/>
                <a:gd name="csY164" fmla="*/ 209477 h 873242"/>
                <a:gd name="csX165" fmla="*/ 85664 w 848068"/>
                <a:gd name="csY165" fmla="*/ 205886 h 873242"/>
                <a:gd name="csX166" fmla="*/ 86683 w 848068"/>
                <a:gd name="csY166" fmla="*/ 192566 h 873242"/>
                <a:gd name="csX167" fmla="*/ 96945 w 848068"/>
                <a:gd name="csY167" fmla="*/ 137217 h 873242"/>
                <a:gd name="csX168" fmla="*/ 88735 w 848068"/>
                <a:gd name="csY168" fmla="*/ 130047 h 873242"/>
                <a:gd name="csX169" fmla="*/ 85664 w 848068"/>
                <a:gd name="csY169" fmla="*/ 106474 h 873242"/>
                <a:gd name="csX170" fmla="*/ 94892 w 848068"/>
                <a:gd name="csY170" fmla="*/ 107493 h 873242"/>
                <a:gd name="csX171" fmla="*/ 101042 w 848068"/>
                <a:gd name="csY171" fmla="*/ 98271 h 873242"/>
                <a:gd name="csX172" fmla="*/ 84638 w 848068"/>
                <a:gd name="csY172" fmla="*/ 84945 h 873242"/>
                <a:gd name="csX173" fmla="*/ 86690 w 848068"/>
                <a:gd name="csY173" fmla="*/ 77776 h 873242"/>
                <a:gd name="csX174" fmla="*/ 122577 w 848068"/>
                <a:gd name="csY174" fmla="*/ 73671 h 873242"/>
                <a:gd name="csX175" fmla="*/ 135910 w 848068"/>
                <a:gd name="csY175" fmla="*/ 85971 h 873242"/>
                <a:gd name="csX176" fmla="*/ 149243 w 848068"/>
                <a:gd name="csY176" fmla="*/ 91095 h 873242"/>
                <a:gd name="csX177" fmla="*/ 169752 w 848068"/>
                <a:gd name="csY177" fmla="*/ 100324 h 873242"/>
                <a:gd name="csX178" fmla="*/ 186157 w 848068"/>
                <a:gd name="csY178" fmla="*/ 95200 h 873242"/>
                <a:gd name="csX179" fmla="*/ 227175 w 848068"/>
                <a:gd name="csY179" fmla="*/ 75724 h 873242"/>
                <a:gd name="csX180" fmla="*/ 229227 w 848068"/>
                <a:gd name="csY180" fmla="*/ 66502 h 873242"/>
                <a:gd name="csX181" fmla="*/ 225130 w 848068"/>
                <a:gd name="csY181" fmla="*/ 61378 h 873242"/>
                <a:gd name="csX182" fmla="*/ 209744 w 848068"/>
                <a:gd name="csY182" fmla="*/ 63424 h 873242"/>
                <a:gd name="csX183" fmla="*/ 210770 w 848068"/>
                <a:gd name="csY183" fmla="*/ 36778 h 873242"/>
                <a:gd name="csX184" fmla="*/ 203594 w 848068"/>
                <a:gd name="csY184" fmla="*/ 32681 h 873242"/>
                <a:gd name="csX185" fmla="*/ 205640 w 848068"/>
                <a:gd name="csY185" fmla="*/ 21400 h 873242"/>
                <a:gd name="csX186" fmla="*/ 219999 w 848068"/>
                <a:gd name="csY186" fmla="*/ 20381 h 873242"/>
                <a:gd name="csX187" fmla="*/ 244612 w 848068"/>
                <a:gd name="csY187" fmla="*/ 34726 h 873242"/>
                <a:gd name="csX188" fmla="*/ 278448 w 848068"/>
                <a:gd name="csY188" fmla="*/ 22426 h 873242"/>
                <a:gd name="csX189" fmla="*/ 283578 w 848068"/>
                <a:gd name="csY189" fmla="*/ 1931 h 873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Lst>
              <a:rect l="l" t="t" r="r" b="b"/>
              <a:pathLst>
                <a:path w="848068" h="873242">
                  <a:moveTo>
                    <a:pt x="283578" y="1931"/>
                  </a:moveTo>
                  <a:lnTo>
                    <a:pt x="291781" y="3983"/>
                  </a:lnTo>
                  <a:lnTo>
                    <a:pt x="308192" y="17302"/>
                  </a:lnTo>
                  <a:lnTo>
                    <a:pt x="309211" y="33707"/>
                  </a:lnTo>
                  <a:lnTo>
                    <a:pt x="304087" y="50104"/>
                  </a:lnTo>
                  <a:lnTo>
                    <a:pt x="304087" y="72652"/>
                  </a:lnTo>
                  <a:lnTo>
                    <a:pt x="317420" y="84952"/>
                  </a:lnTo>
                  <a:lnTo>
                    <a:pt x="333825" y="89050"/>
                  </a:lnTo>
                  <a:lnTo>
                    <a:pt x="346132" y="88024"/>
                  </a:lnTo>
                  <a:lnTo>
                    <a:pt x="352282" y="78802"/>
                  </a:lnTo>
                  <a:lnTo>
                    <a:pt x="364588" y="74704"/>
                  </a:lnTo>
                  <a:lnTo>
                    <a:pt x="367154" y="68041"/>
                  </a:lnTo>
                  <a:lnTo>
                    <a:pt x="386124" y="68554"/>
                  </a:lnTo>
                  <a:lnTo>
                    <a:pt x="390228" y="60352"/>
                  </a:lnTo>
                  <a:lnTo>
                    <a:pt x="396378" y="61378"/>
                  </a:lnTo>
                  <a:lnTo>
                    <a:pt x="400483" y="65476"/>
                  </a:lnTo>
                  <a:lnTo>
                    <a:pt x="422018" y="64457"/>
                  </a:lnTo>
                  <a:lnTo>
                    <a:pt x="432272" y="67528"/>
                  </a:lnTo>
                  <a:lnTo>
                    <a:pt x="458931" y="71626"/>
                  </a:lnTo>
                  <a:lnTo>
                    <a:pt x="469186" y="58307"/>
                  </a:lnTo>
                  <a:lnTo>
                    <a:pt x="479441" y="36778"/>
                  </a:lnTo>
                  <a:lnTo>
                    <a:pt x="484571" y="18848"/>
                  </a:lnTo>
                  <a:lnTo>
                    <a:pt x="489182" y="21920"/>
                  </a:lnTo>
                  <a:lnTo>
                    <a:pt x="496878" y="38831"/>
                  </a:lnTo>
                  <a:lnTo>
                    <a:pt x="504567" y="60352"/>
                  </a:lnTo>
                  <a:lnTo>
                    <a:pt x="515335" y="69580"/>
                  </a:lnTo>
                  <a:lnTo>
                    <a:pt x="526102" y="78802"/>
                  </a:lnTo>
                  <a:lnTo>
                    <a:pt x="523024" y="95713"/>
                  </a:lnTo>
                  <a:lnTo>
                    <a:pt x="513796" y="100330"/>
                  </a:lnTo>
                  <a:lnTo>
                    <a:pt x="506106" y="106480"/>
                  </a:lnTo>
                  <a:lnTo>
                    <a:pt x="513796" y="111091"/>
                  </a:lnTo>
                  <a:lnTo>
                    <a:pt x="526102" y="109552"/>
                  </a:lnTo>
                  <a:lnTo>
                    <a:pt x="533792" y="117241"/>
                  </a:lnTo>
                  <a:lnTo>
                    <a:pt x="541481" y="118773"/>
                  </a:lnTo>
                  <a:lnTo>
                    <a:pt x="553788" y="123391"/>
                  </a:lnTo>
                  <a:lnTo>
                    <a:pt x="546098" y="138763"/>
                  </a:lnTo>
                  <a:lnTo>
                    <a:pt x="527642" y="147984"/>
                  </a:lnTo>
                  <a:lnTo>
                    <a:pt x="527642" y="154134"/>
                  </a:lnTo>
                  <a:lnTo>
                    <a:pt x="538402" y="154134"/>
                  </a:lnTo>
                  <a:lnTo>
                    <a:pt x="558405" y="137223"/>
                  </a:lnTo>
                  <a:lnTo>
                    <a:pt x="563016" y="128002"/>
                  </a:lnTo>
                  <a:lnTo>
                    <a:pt x="584551" y="129541"/>
                  </a:lnTo>
                  <a:lnTo>
                    <a:pt x="607626" y="141841"/>
                  </a:lnTo>
                  <a:lnTo>
                    <a:pt x="628135" y="141328"/>
                  </a:lnTo>
                  <a:lnTo>
                    <a:pt x="640441" y="153628"/>
                  </a:lnTo>
                  <a:lnTo>
                    <a:pt x="630187" y="170026"/>
                  </a:lnTo>
                  <a:lnTo>
                    <a:pt x="636337" y="178228"/>
                  </a:lnTo>
                  <a:lnTo>
                    <a:pt x="648644" y="167973"/>
                  </a:lnTo>
                  <a:lnTo>
                    <a:pt x="660950" y="165928"/>
                  </a:lnTo>
                  <a:lnTo>
                    <a:pt x="697864" y="174123"/>
                  </a:lnTo>
                  <a:lnTo>
                    <a:pt x="722478" y="172078"/>
                  </a:lnTo>
                  <a:lnTo>
                    <a:pt x="740934" y="184371"/>
                  </a:lnTo>
                  <a:lnTo>
                    <a:pt x="763496" y="190528"/>
                  </a:lnTo>
                  <a:lnTo>
                    <a:pt x="796312" y="215121"/>
                  </a:lnTo>
                  <a:lnTo>
                    <a:pt x="843480" y="227421"/>
                  </a:lnTo>
                  <a:lnTo>
                    <a:pt x="849637" y="245871"/>
                  </a:lnTo>
                  <a:lnTo>
                    <a:pt x="849637" y="301221"/>
                  </a:lnTo>
                  <a:lnTo>
                    <a:pt x="837330" y="317618"/>
                  </a:lnTo>
                  <a:lnTo>
                    <a:pt x="831173" y="329918"/>
                  </a:lnTo>
                  <a:lnTo>
                    <a:pt x="825023" y="340166"/>
                  </a:lnTo>
                  <a:lnTo>
                    <a:pt x="808618" y="346316"/>
                  </a:lnTo>
                  <a:lnTo>
                    <a:pt x="802462" y="350414"/>
                  </a:lnTo>
                  <a:lnTo>
                    <a:pt x="796312" y="368864"/>
                  </a:lnTo>
                  <a:lnTo>
                    <a:pt x="788103" y="383216"/>
                  </a:lnTo>
                  <a:lnTo>
                    <a:pt x="765541" y="395516"/>
                  </a:lnTo>
                  <a:lnTo>
                    <a:pt x="761443" y="401659"/>
                  </a:lnTo>
                  <a:lnTo>
                    <a:pt x="757339" y="436506"/>
                  </a:lnTo>
                  <a:lnTo>
                    <a:pt x="763489" y="452911"/>
                  </a:lnTo>
                  <a:lnTo>
                    <a:pt x="757339" y="471354"/>
                  </a:lnTo>
                  <a:lnTo>
                    <a:pt x="761443" y="495954"/>
                  </a:lnTo>
                  <a:lnTo>
                    <a:pt x="745032" y="504156"/>
                  </a:lnTo>
                  <a:lnTo>
                    <a:pt x="740934" y="528756"/>
                  </a:lnTo>
                  <a:lnTo>
                    <a:pt x="738882" y="543102"/>
                  </a:lnTo>
                  <a:lnTo>
                    <a:pt x="732725" y="549252"/>
                  </a:lnTo>
                  <a:lnTo>
                    <a:pt x="730673" y="563597"/>
                  </a:lnTo>
                  <a:lnTo>
                    <a:pt x="718373" y="581534"/>
                  </a:lnTo>
                  <a:lnTo>
                    <a:pt x="716061" y="606134"/>
                  </a:lnTo>
                  <a:lnTo>
                    <a:pt x="700676" y="610744"/>
                  </a:lnTo>
                  <a:lnTo>
                    <a:pt x="697604" y="621505"/>
                  </a:lnTo>
                  <a:lnTo>
                    <a:pt x="683758" y="626116"/>
                  </a:lnTo>
                  <a:lnTo>
                    <a:pt x="673763" y="623044"/>
                  </a:lnTo>
                  <a:lnTo>
                    <a:pt x="664535" y="628428"/>
                  </a:lnTo>
                  <a:lnTo>
                    <a:pt x="649916" y="629961"/>
                  </a:lnTo>
                  <a:lnTo>
                    <a:pt x="635304" y="629961"/>
                  </a:lnTo>
                  <a:lnTo>
                    <a:pt x="625309" y="642261"/>
                  </a:lnTo>
                  <a:lnTo>
                    <a:pt x="616081" y="646105"/>
                  </a:lnTo>
                  <a:lnTo>
                    <a:pt x="600696" y="643800"/>
                  </a:lnTo>
                  <a:lnTo>
                    <a:pt x="583005" y="658405"/>
                  </a:lnTo>
                  <a:lnTo>
                    <a:pt x="582239" y="664555"/>
                  </a:lnTo>
                  <a:lnTo>
                    <a:pt x="576082" y="666860"/>
                  </a:lnTo>
                  <a:lnTo>
                    <a:pt x="566088" y="677621"/>
                  </a:lnTo>
                  <a:lnTo>
                    <a:pt x="554547" y="682232"/>
                  </a:lnTo>
                  <a:lnTo>
                    <a:pt x="550702" y="709903"/>
                  </a:lnTo>
                  <a:lnTo>
                    <a:pt x="554547" y="722203"/>
                  </a:lnTo>
                  <a:lnTo>
                    <a:pt x="551468" y="746037"/>
                  </a:lnTo>
                  <a:lnTo>
                    <a:pt x="534551" y="766019"/>
                  </a:lnTo>
                  <a:lnTo>
                    <a:pt x="524556" y="768325"/>
                  </a:lnTo>
                  <a:lnTo>
                    <a:pt x="518400" y="780625"/>
                  </a:lnTo>
                  <a:lnTo>
                    <a:pt x="514295" y="795230"/>
                  </a:lnTo>
                  <a:lnTo>
                    <a:pt x="497630" y="825980"/>
                  </a:lnTo>
                  <a:lnTo>
                    <a:pt x="483018" y="841352"/>
                  </a:lnTo>
                  <a:lnTo>
                    <a:pt x="481486" y="835202"/>
                  </a:lnTo>
                  <a:lnTo>
                    <a:pt x="494812" y="822902"/>
                  </a:lnTo>
                  <a:lnTo>
                    <a:pt x="496864" y="813680"/>
                  </a:lnTo>
                  <a:lnTo>
                    <a:pt x="505067" y="798309"/>
                  </a:lnTo>
                  <a:lnTo>
                    <a:pt x="499943" y="795230"/>
                  </a:lnTo>
                  <a:lnTo>
                    <a:pt x="483531" y="812654"/>
                  </a:lnTo>
                  <a:lnTo>
                    <a:pt x="478408" y="822902"/>
                  </a:lnTo>
                  <a:lnTo>
                    <a:pt x="469179" y="836228"/>
                  </a:lnTo>
                  <a:lnTo>
                    <a:pt x="475329" y="845456"/>
                  </a:lnTo>
                  <a:lnTo>
                    <a:pt x="475329" y="852625"/>
                  </a:lnTo>
                  <a:lnTo>
                    <a:pt x="452768" y="875173"/>
                  </a:lnTo>
                  <a:lnTo>
                    <a:pt x="450716" y="863899"/>
                  </a:lnTo>
                  <a:lnTo>
                    <a:pt x="436363" y="851599"/>
                  </a:lnTo>
                  <a:lnTo>
                    <a:pt x="429180" y="840325"/>
                  </a:lnTo>
                  <a:lnTo>
                    <a:pt x="414828" y="834175"/>
                  </a:lnTo>
                  <a:lnTo>
                    <a:pt x="409697" y="821876"/>
                  </a:lnTo>
                  <a:lnTo>
                    <a:pt x="401495" y="817778"/>
                  </a:lnTo>
                  <a:lnTo>
                    <a:pt x="373810" y="814699"/>
                  </a:lnTo>
                  <a:lnTo>
                    <a:pt x="367653" y="801380"/>
                  </a:lnTo>
                  <a:lnTo>
                    <a:pt x="356372" y="795230"/>
                  </a:lnTo>
                  <a:lnTo>
                    <a:pt x="370732" y="779859"/>
                  </a:lnTo>
                  <a:lnTo>
                    <a:pt x="373810" y="773709"/>
                  </a:lnTo>
                  <a:lnTo>
                    <a:pt x="392267" y="755259"/>
                  </a:lnTo>
                  <a:lnTo>
                    <a:pt x="406626" y="742959"/>
                  </a:lnTo>
                  <a:lnTo>
                    <a:pt x="433285" y="719385"/>
                  </a:lnTo>
                  <a:lnTo>
                    <a:pt x="437389" y="713235"/>
                  </a:lnTo>
                  <a:lnTo>
                    <a:pt x="426109" y="688635"/>
                  </a:lnTo>
                  <a:lnTo>
                    <a:pt x="416880" y="687609"/>
                  </a:lnTo>
                  <a:lnTo>
                    <a:pt x="418933" y="673264"/>
                  </a:lnTo>
                  <a:lnTo>
                    <a:pt x="424056" y="664042"/>
                  </a:lnTo>
                  <a:lnTo>
                    <a:pt x="423030" y="645592"/>
                  </a:lnTo>
                  <a:lnTo>
                    <a:pt x="409704" y="640468"/>
                  </a:lnTo>
                  <a:lnTo>
                    <a:pt x="397397" y="645592"/>
                  </a:lnTo>
                  <a:lnTo>
                    <a:pt x="396371" y="624064"/>
                  </a:lnTo>
                  <a:lnTo>
                    <a:pt x="367660" y="611771"/>
                  </a:lnTo>
                  <a:lnTo>
                    <a:pt x="351249" y="603568"/>
                  </a:lnTo>
                  <a:lnTo>
                    <a:pt x="348177" y="551297"/>
                  </a:lnTo>
                  <a:lnTo>
                    <a:pt x="349203" y="522599"/>
                  </a:lnTo>
                  <a:lnTo>
                    <a:pt x="339975" y="509273"/>
                  </a:lnTo>
                  <a:lnTo>
                    <a:pt x="342020" y="491849"/>
                  </a:lnTo>
                  <a:lnTo>
                    <a:pt x="332792" y="486726"/>
                  </a:lnTo>
                  <a:lnTo>
                    <a:pt x="331766" y="469302"/>
                  </a:lnTo>
                  <a:lnTo>
                    <a:pt x="284598" y="462126"/>
                  </a:lnTo>
                  <a:lnTo>
                    <a:pt x="282545" y="409854"/>
                  </a:lnTo>
                  <a:lnTo>
                    <a:pt x="261010" y="405757"/>
                  </a:lnTo>
                  <a:lnTo>
                    <a:pt x="216920" y="380131"/>
                  </a:lnTo>
                  <a:lnTo>
                    <a:pt x="201535" y="378078"/>
                  </a:lnTo>
                  <a:lnTo>
                    <a:pt x="190255" y="371928"/>
                  </a:lnTo>
                  <a:lnTo>
                    <a:pt x="188209" y="336055"/>
                  </a:lnTo>
                  <a:lnTo>
                    <a:pt x="170772" y="324781"/>
                  </a:lnTo>
                  <a:lnTo>
                    <a:pt x="146165" y="332470"/>
                  </a:lnTo>
                  <a:lnTo>
                    <a:pt x="134877" y="352459"/>
                  </a:lnTo>
                  <a:lnTo>
                    <a:pt x="94885" y="358602"/>
                  </a:lnTo>
                  <a:lnTo>
                    <a:pt x="75402" y="352452"/>
                  </a:lnTo>
                  <a:lnTo>
                    <a:pt x="73350" y="326833"/>
                  </a:lnTo>
                  <a:lnTo>
                    <a:pt x="68226" y="321702"/>
                  </a:lnTo>
                  <a:lnTo>
                    <a:pt x="28234" y="324781"/>
                  </a:lnTo>
                  <a:lnTo>
                    <a:pt x="15928" y="311455"/>
                  </a:lnTo>
                  <a:lnTo>
                    <a:pt x="13875" y="299155"/>
                  </a:lnTo>
                  <a:lnTo>
                    <a:pt x="1569" y="271483"/>
                  </a:lnTo>
                  <a:lnTo>
                    <a:pt x="12849" y="253033"/>
                  </a:lnTo>
                  <a:lnTo>
                    <a:pt x="9778" y="235609"/>
                  </a:lnTo>
                  <a:lnTo>
                    <a:pt x="42593" y="217159"/>
                  </a:lnTo>
                  <a:lnTo>
                    <a:pt x="70792" y="209477"/>
                  </a:lnTo>
                  <a:lnTo>
                    <a:pt x="85664" y="205886"/>
                  </a:lnTo>
                  <a:lnTo>
                    <a:pt x="86683" y="192566"/>
                  </a:lnTo>
                  <a:lnTo>
                    <a:pt x="96945" y="137217"/>
                  </a:lnTo>
                  <a:lnTo>
                    <a:pt x="88735" y="130047"/>
                  </a:lnTo>
                  <a:lnTo>
                    <a:pt x="85664" y="106474"/>
                  </a:lnTo>
                  <a:lnTo>
                    <a:pt x="94892" y="107493"/>
                  </a:lnTo>
                  <a:lnTo>
                    <a:pt x="101042" y="98271"/>
                  </a:lnTo>
                  <a:lnTo>
                    <a:pt x="84638" y="84945"/>
                  </a:lnTo>
                  <a:lnTo>
                    <a:pt x="86690" y="77776"/>
                  </a:lnTo>
                  <a:lnTo>
                    <a:pt x="122577" y="73671"/>
                  </a:lnTo>
                  <a:lnTo>
                    <a:pt x="135910" y="85971"/>
                  </a:lnTo>
                  <a:lnTo>
                    <a:pt x="149243" y="91095"/>
                  </a:lnTo>
                  <a:lnTo>
                    <a:pt x="169752" y="100324"/>
                  </a:lnTo>
                  <a:lnTo>
                    <a:pt x="186157" y="95200"/>
                  </a:lnTo>
                  <a:lnTo>
                    <a:pt x="227175" y="75724"/>
                  </a:lnTo>
                  <a:lnTo>
                    <a:pt x="229227" y="66502"/>
                  </a:lnTo>
                  <a:lnTo>
                    <a:pt x="225130" y="61378"/>
                  </a:lnTo>
                  <a:lnTo>
                    <a:pt x="209744" y="63424"/>
                  </a:lnTo>
                  <a:lnTo>
                    <a:pt x="210770" y="36778"/>
                  </a:lnTo>
                  <a:lnTo>
                    <a:pt x="203594" y="32681"/>
                  </a:lnTo>
                  <a:lnTo>
                    <a:pt x="205640" y="21400"/>
                  </a:lnTo>
                  <a:lnTo>
                    <a:pt x="219999" y="20381"/>
                  </a:lnTo>
                  <a:lnTo>
                    <a:pt x="244612" y="34726"/>
                  </a:lnTo>
                  <a:lnTo>
                    <a:pt x="278448" y="22426"/>
                  </a:lnTo>
                  <a:lnTo>
                    <a:pt x="283578" y="193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5" name="Forme libre : forme 733">
              <a:extLst>
                <a:ext uri="{FF2B5EF4-FFF2-40B4-BE49-F238E27FC236}">
                  <a16:creationId xmlns:a16="http://schemas.microsoft.com/office/drawing/2014/main" id="{72256363-3FD5-BAF9-18A4-02EF2D7CEFC7}"/>
                </a:ext>
              </a:extLst>
            </p:cNvPr>
            <p:cNvSpPr/>
            <p:nvPr/>
          </p:nvSpPr>
          <p:spPr>
            <a:xfrm>
              <a:off x="3997002" y="5126567"/>
              <a:ext cx="435834" cy="801953"/>
            </a:xfrm>
            <a:custGeom>
              <a:avLst/>
              <a:gdLst>
                <a:gd name="csX0" fmla="*/ 92710 w 435834"/>
                <a:gd name="csY0" fmla="*/ 801490 h 801953"/>
                <a:gd name="csX1" fmla="*/ 110140 w 435834"/>
                <a:gd name="csY1" fmla="*/ 804103 h 801953"/>
                <a:gd name="csX2" fmla="*/ 111167 w 435834"/>
                <a:gd name="csY2" fmla="*/ 798877 h 801953"/>
                <a:gd name="csX3" fmla="*/ 106043 w 435834"/>
                <a:gd name="csY3" fmla="*/ 791906 h 801953"/>
                <a:gd name="csX4" fmla="*/ 100912 w 435834"/>
                <a:gd name="csY4" fmla="*/ 784066 h 801953"/>
                <a:gd name="csX5" fmla="*/ 98867 w 435834"/>
                <a:gd name="csY5" fmla="*/ 776227 h 801953"/>
                <a:gd name="csX6" fmla="*/ 103990 w 435834"/>
                <a:gd name="csY6" fmla="*/ 765774 h 801953"/>
                <a:gd name="csX7" fmla="*/ 101938 w 435834"/>
                <a:gd name="csY7" fmla="*/ 754445 h 801953"/>
                <a:gd name="csX8" fmla="*/ 111167 w 435834"/>
                <a:gd name="csY8" fmla="*/ 745737 h 801953"/>
                <a:gd name="csX9" fmla="*/ 113219 w 435834"/>
                <a:gd name="csY9" fmla="*/ 735277 h 801953"/>
                <a:gd name="csX10" fmla="*/ 122447 w 435834"/>
                <a:gd name="csY10" fmla="*/ 737890 h 801953"/>
                <a:gd name="csX11" fmla="*/ 131683 w 435834"/>
                <a:gd name="csY11" fmla="*/ 732664 h 801953"/>
                <a:gd name="csX12" fmla="*/ 131683 w 435834"/>
                <a:gd name="csY12" fmla="*/ 710889 h 801953"/>
                <a:gd name="csX13" fmla="*/ 141937 w 435834"/>
                <a:gd name="csY13" fmla="*/ 706532 h 801953"/>
                <a:gd name="csX14" fmla="*/ 148087 w 435834"/>
                <a:gd name="csY14" fmla="*/ 698692 h 801953"/>
                <a:gd name="csX15" fmla="*/ 152192 w 435834"/>
                <a:gd name="csY15" fmla="*/ 693465 h 801953"/>
                <a:gd name="csX16" fmla="*/ 162446 w 435834"/>
                <a:gd name="csY16" fmla="*/ 683881 h 801953"/>
                <a:gd name="csX17" fmla="*/ 170648 w 435834"/>
                <a:gd name="csY17" fmla="*/ 679524 h 801953"/>
                <a:gd name="csX18" fmla="*/ 174746 w 435834"/>
                <a:gd name="csY18" fmla="*/ 675166 h 801953"/>
                <a:gd name="csX19" fmla="*/ 171674 w 435834"/>
                <a:gd name="csY19" fmla="*/ 655129 h 801953"/>
                <a:gd name="csX20" fmla="*/ 152192 w 435834"/>
                <a:gd name="csY20" fmla="*/ 654260 h 801953"/>
                <a:gd name="csX21" fmla="*/ 142963 w 435834"/>
                <a:gd name="csY21" fmla="*/ 649902 h 801953"/>
                <a:gd name="csX22" fmla="*/ 133735 w 435834"/>
                <a:gd name="csY22" fmla="*/ 631610 h 801953"/>
                <a:gd name="csX23" fmla="*/ 134761 w 435834"/>
                <a:gd name="csY23" fmla="*/ 622895 h 801953"/>
                <a:gd name="csX24" fmla="*/ 141937 w 435834"/>
                <a:gd name="csY24" fmla="*/ 613310 h 801953"/>
                <a:gd name="csX25" fmla="*/ 149113 w 435834"/>
                <a:gd name="csY25" fmla="*/ 611573 h 801953"/>
                <a:gd name="csX26" fmla="*/ 154244 w 435834"/>
                <a:gd name="csY26" fmla="*/ 604602 h 801953"/>
                <a:gd name="csX27" fmla="*/ 175779 w 435834"/>
                <a:gd name="csY27" fmla="*/ 602858 h 801953"/>
                <a:gd name="csX28" fmla="*/ 181929 w 435834"/>
                <a:gd name="csY28" fmla="*/ 599376 h 801953"/>
                <a:gd name="csX29" fmla="*/ 181929 w 435834"/>
                <a:gd name="csY29" fmla="*/ 589436 h 801953"/>
                <a:gd name="csX30" fmla="*/ 185007 w 435834"/>
                <a:gd name="csY30" fmla="*/ 579188 h 801953"/>
                <a:gd name="csX31" fmla="*/ 181929 w 435834"/>
                <a:gd name="csY31" fmla="*/ 562783 h 801953"/>
                <a:gd name="csX32" fmla="*/ 202438 w 435834"/>
                <a:gd name="csY32" fmla="*/ 547412 h 801953"/>
                <a:gd name="csX33" fmla="*/ 195262 w 435834"/>
                <a:gd name="csY33" fmla="*/ 541262 h 801953"/>
                <a:gd name="csX34" fmla="*/ 199367 w 435834"/>
                <a:gd name="csY34" fmla="*/ 535112 h 801953"/>
                <a:gd name="csX35" fmla="*/ 209621 w 435834"/>
                <a:gd name="csY35" fmla="*/ 537164 h 801953"/>
                <a:gd name="csX36" fmla="*/ 216797 w 435834"/>
                <a:gd name="csY36" fmla="*/ 536138 h 801953"/>
                <a:gd name="csX37" fmla="*/ 215771 w 435834"/>
                <a:gd name="csY37" fmla="*/ 519740 h 801953"/>
                <a:gd name="csX38" fmla="*/ 208595 w 435834"/>
                <a:gd name="csY38" fmla="*/ 518714 h 801953"/>
                <a:gd name="csX39" fmla="*/ 199367 w 435834"/>
                <a:gd name="csY39" fmla="*/ 524864 h 801953"/>
                <a:gd name="csX40" fmla="*/ 191164 w 435834"/>
                <a:gd name="csY40" fmla="*/ 517688 h 801953"/>
                <a:gd name="csX41" fmla="*/ 187060 w 435834"/>
                <a:gd name="csY41" fmla="*/ 481814 h 801953"/>
                <a:gd name="csX42" fmla="*/ 193210 w 435834"/>
                <a:gd name="csY42" fmla="*/ 476691 h 801953"/>
                <a:gd name="csX43" fmla="*/ 199367 w 435834"/>
                <a:gd name="csY43" fmla="*/ 476691 h 801953"/>
                <a:gd name="csX44" fmla="*/ 222954 w 435834"/>
                <a:gd name="csY44" fmla="*/ 488991 h 801953"/>
                <a:gd name="csX45" fmla="*/ 239358 w 435834"/>
                <a:gd name="csY45" fmla="*/ 487964 h 801953"/>
                <a:gd name="csX46" fmla="*/ 248587 w 435834"/>
                <a:gd name="csY46" fmla="*/ 481814 h 801953"/>
                <a:gd name="csX47" fmla="*/ 248587 w 435834"/>
                <a:gd name="csY47" fmla="*/ 449019 h 801953"/>
                <a:gd name="csX48" fmla="*/ 258841 w 435834"/>
                <a:gd name="csY48" fmla="*/ 438771 h 801953"/>
                <a:gd name="csX49" fmla="*/ 260894 w 435834"/>
                <a:gd name="csY49" fmla="*/ 428524 h 801953"/>
                <a:gd name="csX50" fmla="*/ 288579 w 435834"/>
                <a:gd name="csY50" fmla="*/ 428524 h 801953"/>
                <a:gd name="csX51" fmla="*/ 306016 w 435834"/>
                <a:gd name="csY51" fmla="*/ 420321 h 801953"/>
                <a:gd name="csX52" fmla="*/ 326525 w 435834"/>
                <a:gd name="csY52" fmla="*/ 418276 h 801953"/>
                <a:gd name="csX53" fmla="*/ 341904 w 435834"/>
                <a:gd name="csY53" fmla="*/ 405976 h 801953"/>
                <a:gd name="csX54" fmla="*/ 349087 w 435834"/>
                <a:gd name="csY54" fmla="*/ 404950 h 801953"/>
                <a:gd name="csX55" fmla="*/ 363439 w 435834"/>
                <a:gd name="csY55" fmla="*/ 383428 h 801953"/>
                <a:gd name="csX56" fmla="*/ 373694 w 435834"/>
                <a:gd name="csY56" fmla="*/ 367031 h 801953"/>
                <a:gd name="csX57" fmla="*/ 360367 w 435834"/>
                <a:gd name="csY57" fmla="*/ 355750 h 801953"/>
                <a:gd name="csX58" fmla="*/ 359341 w 435834"/>
                <a:gd name="csY58" fmla="*/ 348581 h 801953"/>
                <a:gd name="csX59" fmla="*/ 367544 w 435834"/>
                <a:gd name="csY59" fmla="*/ 335255 h 801953"/>
                <a:gd name="csX60" fmla="*/ 355237 w 435834"/>
                <a:gd name="csY60" fmla="*/ 317831 h 801953"/>
                <a:gd name="csX61" fmla="*/ 347034 w 435834"/>
                <a:gd name="csY61" fmla="*/ 316805 h 801953"/>
                <a:gd name="csX62" fmla="*/ 336780 w 435834"/>
                <a:gd name="csY62" fmla="*/ 306557 h 801953"/>
                <a:gd name="csX63" fmla="*/ 335754 w 435834"/>
                <a:gd name="csY63" fmla="*/ 300407 h 801953"/>
                <a:gd name="csX64" fmla="*/ 334728 w 435834"/>
                <a:gd name="csY64" fmla="*/ 281957 h 801953"/>
                <a:gd name="csX65" fmla="*/ 342930 w 435834"/>
                <a:gd name="csY65" fmla="*/ 272736 h 801953"/>
                <a:gd name="csX66" fmla="*/ 346008 w 435834"/>
                <a:gd name="csY66" fmla="*/ 226614 h 801953"/>
                <a:gd name="csX67" fmla="*/ 347034 w 435834"/>
                <a:gd name="csY67" fmla="*/ 215334 h 801953"/>
                <a:gd name="csX68" fmla="*/ 356263 w 435834"/>
                <a:gd name="csY68" fmla="*/ 198936 h 801953"/>
                <a:gd name="csX69" fmla="*/ 370622 w 435834"/>
                <a:gd name="csY69" fmla="*/ 183564 h 801953"/>
                <a:gd name="csX70" fmla="*/ 373700 w 435834"/>
                <a:gd name="csY70" fmla="*/ 177414 h 801953"/>
                <a:gd name="csX71" fmla="*/ 392157 w 435834"/>
                <a:gd name="csY71" fmla="*/ 158964 h 801953"/>
                <a:gd name="csX72" fmla="*/ 406516 w 435834"/>
                <a:gd name="csY72" fmla="*/ 146671 h 801953"/>
                <a:gd name="csX73" fmla="*/ 433175 w 435834"/>
                <a:gd name="csY73" fmla="*/ 123091 h 801953"/>
                <a:gd name="csX74" fmla="*/ 437280 w 435834"/>
                <a:gd name="csY74" fmla="*/ 116948 h 801953"/>
                <a:gd name="csX75" fmla="*/ 425999 w 435834"/>
                <a:gd name="csY75" fmla="*/ 92348 h 801953"/>
                <a:gd name="csX76" fmla="*/ 416771 w 435834"/>
                <a:gd name="csY76" fmla="*/ 91322 h 801953"/>
                <a:gd name="csX77" fmla="*/ 411640 w 435834"/>
                <a:gd name="csY77" fmla="*/ 111817 h 801953"/>
                <a:gd name="csX78" fmla="*/ 397288 w 435834"/>
                <a:gd name="csY78" fmla="*/ 124117 h 801953"/>
                <a:gd name="csX79" fmla="*/ 368570 w 435834"/>
                <a:gd name="csY79" fmla="*/ 128221 h 801953"/>
                <a:gd name="csX80" fmla="*/ 344989 w 435834"/>
                <a:gd name="csY80" fmla="*/ 127195 h 801953"/>
                <a:gd name="csX81" fmla="*/ 335761 w 435834"/>
                <a:gd name="csY81" fmla="*/ 124117 h 801953"/>
                <a:gd name="csX82" fmla="*/ 358322 w 435834"/>
                <a:gd name="csY82" fmla="*/ 90295 h 801953"/>
                <a:gd name="csX83" fmla="*/ 359348 w 435834"/>
                <a:gd name="csY83" fmla="*/ 81074 h 801953"/>
                <a:gd name="csX84" fmla="*/ 344989 w 435834"/>
                <a:gd name="csY84" fmla="*/ 68774 h 801953"/>
                <a:gd name="csX85" fmla="*/ 313199 w 435834"/>
                <a:gd name="csY85" fmla="*/ 60572 h 801953"/>
                <a:gd name="csX86" fmla="*/ 295769 w 435834"/>
                <a:gd name="csY86" fmla="*/ 47246 h 801953"/>
                <a:gd name="csX87" fmla="*/ 279357 w 435834"/>
                <a:gd name="csY87" fmla="*/ 49298 h 801953"/>
                <a:gd name="csX88" fmla="*/ 267051 w 435834"/>
                <a:gd name="csY88" fmla="*/ 32900 h 801953"/>
                <a:gd name="csX89" fmla="*/ 253724 w 435834"/>
                <a:gd name="csY89" fmla="*/ 17522 h 801953"/>
                <a:gd name="csX90" fmla="*/ 242444 w 435834"/>
                <a:gd name="csY90" fmla="*/ 11372 h 801953"/>
                <a:gd name="csX91" fmla="*/ 227059 w 435834"/>
                <a:gd name="csY91" fmla="*/ 12398 h 801953"/>
                <a:gd name="csX92" fmla="*/ 214752 w 435834"/>
                <a:gd name="csY92" fmla="*/ 8300 h 801953"/>
                <a:gd name="csX93" fmla="*/ 207576 w 435834"/>
                <a:gd name="csY93" fmla="*/ 11372 h 801953"/>
                <a:gd name="csX94" fmla="*/ 207576 w 435834"/>
                <a:gd name="csY94" fmla="*/ 19574 h 801953"/>
                <a:gd name="csX95" fmla="*/ 204497 w 435834"/>
                <a:gd name="csY95" fmla="*/ 25724 h 801953"/>
                <a:gd name="csX96" fmla="*/ 193217 w 435834"/>
                <a:gd name="csY96" fmla="*/ 25724 h 801953"/>
                <a:gd name="csX97" fmla="*/ 185014 w 435834"/>
                <a:gd name="csY97" fmla="*/ 12398 h 801953"/>
                <a:gd name="csX98" fmla="*/ 165531 w 435834"/>
                <a:gd name="csY98" fmla="*/ 3170 h 801953"/>
                <a:gd name="csX99" fmla="*/ 155277 w 435834"/>
                <a:gd name="csY99" fmla="*/ 2150 h 801953"/>
                <a:gd name="csX100" fmla="*/ 135794 w 435834"/>
                <a:gd name="csY100" fmla="*/ 22646 h 801953"/>
                <a:gd name="csX101" fmla="*/ 141944 w 435834"/>
                <a:gd name="csY101" fmla="*/ 40069 h 801953"/>
                <a:gd name="csX102" fmla="*/ 136820 w 435834"/>
                <a:gd name="csY102" fmla="*/ 54422 h 801953"/>
                <a:gd name="csX103" fmla="*/ 125539 w 435834"/>
                <a:gd name="csY103" fmla="*/ 58519 h 801953"/>
                <a:gd name="csX104" fmla="*/ 115285 w 435834"/>
                <a:gd name="csY104" fmla="*/ 66722 h 801953"/>
                <a:gd name="csX105" fmla="*/ 117330 w 435834"/>
                <a:gd name="csY105" fmla="*/ 111817 h 801953"/>
                <a:gd name="csX106" fmla="*/ 119383 w 435834"/>
                <a:gd name="csY106" fmla="*/ 121038 h 801953"/>
                <a:gd name="csX107" fmla="*/ 99900 w 435834"/>
                <a:gd name="csY107" fmla="*/ 141541 h 801953"/>
                <a:gd name="csX108" fmla="*/ 83488 w 435834"/>
                <a:gd name="csY108" fmla="*/ 178434 h 801953"/>
                <a:gd name="csX109" fmla="*/ 80417 w 435834"/>
                <a:gd name="csY109" fmla="*/ 191760 h 801953"/>
                <a:gd name="csX110" fmla="*/ 73234 w 435834"/>
                <a:gd name="csY110" fmla="*/ 231731 h 801953"/>
                <a:gd name="csX111" fmla="*/ 84514 w 435834"/>
                <a:gd name="csY111" fmla="*/ 274781 h 801953"/>
                <a:gd name="csX112" fmla="*/ 82462 w 435834"/>
                <a:gd name="csY112" fmla="*/ 307576 h 801953"/>
                <a:gd name="csX113" fmla="*/ 68110 w 435834"/>
                <a:gd name="csY113" fmla="*/ 327053 h 801953"/>
                <a:gd name="csX114" fmla="*/ 70155 w 435834"/>
                <a:gd name="csY114" fmla="*/ 348574 h 801953"/>
                <a:gd name="csX115" fmla="*/ 57849 w 435834"/>
                <a:gd name="csY115" fmla="*/ 377272 h 801953"/>
                <a:gd name="csX116" fmla="*/ 60927 w 435834"/>
                <a:gd name="csY116" fmla="*/ 418269 h 801953"/>
                <a:gd name="csX117" fmla="*/ 51699 w 435834"/>
                <a:gd name="csY117" fmla="*/ 437745 h 801953"/>
                <a:gd name="csX118" fmla="*/ 39392 w 435834"/>
                <a:gd name="csY118" fmla="*/ 475664 h 801953"/>
                <a:gd name="csX119" fmla="*/ 42470 w 435834"/>
                <a:gd name="csY119" fmla="*/ 523838 h 801953"/>
                <a:gd name="csX120" fmla="*/ 36313 w 435834"/>
                <a:gd name="csY120" fmla="*/ 532034 h 801953"/>
                <a:gd name="csX121" fmla="*/ 38366 w 435834"/>
                <a:gd name="csY121" fmla="*/ 556633 h 801953"/>
                <a:gd name="csX122" fmla="*/ 48620 w 435834"/>
                <a:gd name="csY122" fmla="*/ 588410 h 801953"/>
                <a:gd name="csX123" fmla="*/ 37339 w 435834"/>
                <a:gd name="csY123" fmla="*/ 596755 h 801953"/>
                <a:gd name="csX124" fmla="*/ 40418 w 435834"/>
                <a:gd name="csY124" fmla="*/ 607215 h 801953"/>
                <a:gd name="csX125" fmla="*/ 44516 w 435834"/>
                <a:gd name="csY125" fmla="*/ 608084 h 801953"/>
                <a:gd name="csX126" fmla="*/ 48620 w 435834"/>
                <a:gd name="csY126" fmla="*/ 649034 h 801953"/>
                <a:gd name="csX127" fmla="*/ 39392 w 435834"/>
                <a:gd name="csY127" fmla="*/ 657742 h 801953"/>
                <a:gd name="csX128" fmla="*/ 40411 w 435834"/>
                <a:gd name="csY128" fmla="*/ 666451 h 801953"/>
                <a:gd name="csX129" fmla="*/ 27085 w 435834"/>
                <a:gd name="csY129" fmla="*/ 673422 h 801953"/>
                <a:gd name="csX130" fmla="*/ 29130 w 435834"/>
                <a:gd name="csY130" fmla="*/ 697816 h 801953"/>
                <a:gd name="csX131" fmla="*/ 6576 w 435834"/>
                <a:gd name="csY131" fmla="*/ 718729 h 801953"/>
                <a:gd name="csX132" fmla="*/ 1445 w 435834"/>
                <a:gd name="csY132" fmla="*/ 734408 h 801953"/>
                <a:gd name="csX133" fmla="*/ 9647 w 435834"/>
                <a:gd name="csY133" fmla="*/ 757059 h 801953"/>
                <a:gd name="csX134" fmla="*/ 20928 w 435834"/>
                <a:gd name="csY134" fmla="*/ 757059 h 801953"/>
                <a:gd name="csX135" fmla="*/ 27078 w 435834"/>
                <a:gd name="csY135" fmla="*/ 761416 h 801953"/>
                <a:gd name="csX136" fmla="*/ 30157 w 435834"/>
                <a:gd name="csY136" fmla="*/ 785811 h 801953"/>
                <a:gd name="csX137" fmla="*/ 42463 w 435834"/>
                <a:gd name="csY137" fmla="*/ 795388 h 801953"/>
                <a:gd name="csX138" fmla="*/ 89631 w 435834"/>
                <a:gd name="csY138" fmla="*/ 796264 h 801953"/>
                <a:gd name="csX139" fmla="*/ 92710 w 435834"/>
                <a:gd name="csY139" fmla="*/ 801490 h 8019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Lst>
              <a:rect l="l" t="t" r="r" b="b"/>
              <a:pathLst>
                <a:path w="435834" h="801953">
                  <a:moveTo>
                    <a:pt x="92710" y="801490"/>
                  </a:moveTo>
                  <a:lnTo>
                    <a:pt x="110140" y="804103"/>
                  </a:lnTo>
                  <a:lnTo>
                    <a:pt x="111167" y="798877"/>
                  </a:lnTo>
                  <a:lnTo>
                    <a:pt x="106043" y="791906"/>
                  </a:lnTo>
                  <a:lnTo>
                    <a:pt x="100912" y="784066"/>
                  </a:lnTo>
                  <a:lnTo>
                    <a:pt x="98867" y="776227"/>
                  </a:lnTo>
                  <a:lnTo>
                    <a:pt x="103990" y="765774"/>
                  </a:lnTo>
                  <a:lnTo>
                    <a:pt x="101938" y="754445"/>
                  </a:lnTo>
                  <a:lnTo>
                    <a:pt x="111167" y="745737"/>
                  </a:lnTo>
                  <a:lnTo>
                    <a:pt x="113219" y="735277"/>
                  </a:lnTo>
                  <a:lnTo>
                    <a:pt x="122447" y="737890"/>
                  </a:lnTo>
                  <a:lnTo>
                    <a:pt x="131683" y="732664"/>
                  </a:lnTo>
                  <a:lnTo>
                    <a:pt x="131683" y="710889"/>
                  </a:lnTo>
                  <a:lnTo>
                    <a:pt x="141937" y="706532"/>
                  </a:lnTo>
                  <a:lnTo>
                    <a:pt x="148087" y="698692"/>
                  </a:lnTo>
                  <a:lnTo>
                    <a:pt x="152192" y="693465"/>
                  </a:lnTo>
                  <a:lnTo>
                    <a:pt x="162446" y="683881"/>
                  </a:lnTo>
                  <a:lnTo>
                    <a:pt x="170648" y="679524"/>
                  </a:lnTo>
                  <a:lnTo>
                    <a:pt x="174746" y="675166"/>
                  </a:lnTo>
                  <a:lnTo>
                    <a:pt x="171674" y="655129"/>
                  </a:lnTo>
                  <a:lnTo>
                    <a:pt x="152192" y="654260"/>
                  </a:lnTo>
                  <a:lnTo>
                    <a:pt x="142963" y="649902"/>
                  </a:lnTo>
                  <a:lnTo>
                    <a:pt x="133735" y="631610"/>
                  </a:lnTo>
                  <a:lnTo>
                    <a:pt x="134761" y="622895"/>
                  </a:lnTo>
                  <a:lnTo>
                    <a:pt x="141937" y="613310"/>
                  </a:lnTo>
                  <a:lnTo>
                    <a:pt x="149113" y="611573"/>
                  </a:lnTo>
                  <a:lnTo>
                    <a:pt x="154244" y="604602"/>
                  </a:lnTo>
                  <a:lnTo>
                    <a:pt x="175779" y="602858"/>
                  </a:lnTo>
                  <a:lnTo>
                    <a:pt x="181929" y="599376"/>
                  </a:lnTo>
                  <a:lnTo>
                    <a:pt x="181929" y="589436"/>
                  </a:lnTo>
                  <a:lnTo>
                    <a:pt x="185007" y="579188"/>
                  </a:lnTo>
                  <a:lnTo>
                    <a:pt x="181929" y="562783"/>
                  </a:lnTo>
                  <a:lnTo>
                    <a:pt x="202438" y="547412"/>
                  </a:lnTo>
                  <a:lnTo>
                    <a:pt x="195262" y="541262"/>
                  </a:lnTo>
                  <a:lnTo>
                    <a:pt x="199367" y="535112"/>
                  </a:lnTo>
                  <a:lnTo>
                    <a:pt x="209621" y="537164"/>
                  </a:lnTo>
                  <a:lnTo>
                    <a:pt x="216797" y="536138"/>
                  </a:lnTo>
                  <a:lnTo>
                    <a:pt x="215771" y="519740"/>
                  </a:lnTo>
                  <a:lnTo>
                    <a:pt x="208595" y="518714"/>
                  </a:lnTo>
                  <a:lnTo>
                    <a:pt x="199367" y="524864"/>
                  </a:lnTo>
                  <a:lnTo>
                    <a:pt x="191164" y="517688"/>
                  </a:lnTo>
                  <a:lnTo>
                    <a:pt x="187060" y="481814"/>
                  </a:lnTo>
                  <a:lnTo>
                    <a:pt x="193210" y="476691"/>
                  </a:lnTo>
                  <a:lnTo>
                    <a:pt x="199367" y="476691"/>
                  </a:lnTo>
                  <a:lnTo>
                    <a:pt x="222954" y="488991"/>
                  </a:lnTo>
                  <a:lnTo>
                    <a:pt x="239358" y="487964"/>
                  </a:lnTo>
                  <a:lnTo>
                    <a:pt x="248587" y="481814"/>
                  </a:lnTo>
                  <a:lnTo>
                    <a:pt x="248587" y="449019"/>
                  </a:lnTo>
                  <a:lnTo>
                    <a:pt x="258841" y="438771"/>
                  </a:lnTo>
                  <a:lnTo>
                    <a:pt x="260894" y="428524"/>
                  </a:lnTo>
                  <a:lnTo>
                    <a:pt x="288579" y="428524"/>
                  </a:lnTo>
                  <a:lnTo>
                    <a:pt x="306016" y="420321"/>
                  </a:lnTo>
                  <a:lnTo>
                    <a:pt x="326525" y="418276"/>
                  </a:lnTo>
                  <a:lnTo>
                    <a:pt x="341904" y="405976"/>
                  </a:lnTo>
                  <a:lnTo>
                    <a:pt x="349087" y="404950"/>
                  </a:lnTo>
                  <a:lnTo>
                    <a:pt x="363439" y="383428"/>
                  </a:lnTo>
                  <a:lnTo>
                    <a:pt x="373694" y="367031"/>
                  </a:lnTo>
                  <a:lnTo>
                    <a:pt x="360367" y="355750"/>
                  </a:lnTo>
                  <a:lnTo>
                    <a:pt x="359341" y="348581"/>
                  </a:lnTo>
                  <a:lnTo>
                    <a:pt x="367544" y="335255"/>
                  </a:lnTo>
                  <a:lnTo>
                    <a:pt x="355237" y="317831"/>
                  </a:lnTo>
                  <a:lnTo>
                    <a:pt x="347034" y="316805"/>
                  </a:lnTo>
                  <a:lnTo>
                    <a:pt x="336780" y="306557"/>
                  </a:lnTo>
                  <a:lnTo>
                    <a:pt x="335754" y="300407"/>
                  </a:lnTo>
                  <a:lnTo>
                    <a:pt x="334728" y="281957"/>
                  </a:lnTo>
                  <a:lnTo>
                    <a:pt x="342930" y="272736"/>
                  </a:lnTo>
                  <a:lnTo>
                    <a:pt x="346008" y="226614"/>
                  </a:lnTo>
                  <a:lnTo>
                    <a:pt x="347034" y="215334"/>
                  </a:lnTo>
                  <a:lnTo>
                    <a:pt x="356263" y="198936"/>
                  </a:lnTo>
                  <a:lnTo>
                    <a:pt x="370622" y="183564"/>
                  </a:lnTo>
                  <a:lnTo>
                    <a:pt x="373700" y="177414"/>
                  </a:lnTo>
                  <a:lnTo>
                    <a:pt x="392157" y="158964"/>
                  </a:lnTo>
                  <a:lnTo>
                    <a:pt x="406516" y="146671"/>
                  </a:lnTo>
                  <a:lnTo>
                    <a:pt x="433175" y="123091"/>
                  </a:lnTo>
                  <a:lnTo>
                    <a:pt x="437280" y="116948"/>
                  </a:lnTo>
                  <a:lnTo>
                    <a:pt x="425999" y="92348"/>
                  </a:lnTo>
                  <a:lnTo>
                    <a:pt x="416771" y="91322"/>
                  </a:lnTo>
                  <a:lnTo>
                    <a:pt x="411640" y="111817"/>
                  </a:lnTo>
                  <a:lnTo>
                    <a:pt x="397288" y="124117"/>
                  </a:lnTo>
                  <a:lnTo>
                    <a:pt x="368570" y="128221"/>
                  </a:lnTo>
                  <a:lnTo>
                    <a:pt x="344989" y="127195"/>
                  </a:lnTo>
                  <a:lnTo>
                    <a:pt x="335761" y="124117"/>
                  </a:lnTo>
                  <a:lnTo>
                    <a:pt x="358322" y="90295"/>
                  </a:lnTo>
                  <a:lnTo>
                    <a:pt x="359348" y="81074"/>
                  </a:lnTo>
                  <a:lnTo>
                    <a:pt x="344989" y="68774"/>
                  </a:lnTo>
                  <a:lnTo>
                    <a:pt x="313199" y="60572"/>
                  </a:lnTo>
                  <a:lnTo>
                    <a:pt x="295769" y="47246"/>
                  </a:lnTo>
                  <a:lnTo>
                    <a:pt x="279357" y="49298"/>
                  </a:lnTo>
                  <a:lnTo>
                    <a:pt x="267051" y="32900"/>
                  </a:lnTo>
                  <a:lnTo>
                    <a:pt x="253724" y="17522"/>
                  </a:lnTo>
                  <a:lnTo>
                    <a:pt x="242444" y="11372"/>
                  </a:lnTo>
                  <a:lnTo>
                    <a:pt x="227059" y="12398"/>
                  </a:lnTo>
                  <a:lnTo>
                    <a:pt x="214752" y="8300"/>
                  </a:lnTo>
                  <a:lnTo>
                    <a:pt x="207576" y="11372"/>
                  </a:lnTo>
                  <a:lnTo>
                    <a:pt x="207576" y="19574"/>
                  </a:lnTo>
                  <a:lnTo>
                    <a:pt x="204497" y="25724"/>
                  </a:lnTo>
                  <a:lnTo>
                    <a:pt x="193217" y="25724"/>
                  </a:lnTo>
                  <a:lnTo>
                    <a:pt x="185014" y="12398"/>
                  </a:lnTo>
                  <a:lnTo>
                    <a:pt x="165531" y="3170"/>
                  </a:lnTo>
                  <a:lnTo>
                    <a:pt x="155277" y="2150"/>
                  </a:lnTo>
                  <a:lnTo>
                    <a:pt x="135794" y="22646"/>
                  </a:lnTo>
                  <a:lnTo>
                    <a:pt x="141944" y="40069"/>
                  </a:lnTo>
                  <a:lnTo>
                    <a:pt x="136820" y="54422"/>
                  </a:lnTo>
                  <a:lnTo>
                    <a:pt x="125539" y="58519"/>
                  </a:lnTo>
                  <a:lnTo>
                    <a:pt x="115285" y="66722"/>
                  </a:lnTo>
                  <a:lnTo>
                    <a:pt x="117330" y="111817"/>
                  </a:lnTo>
                  <a:lnTo>
                    <a:pt x="119383" y="121038"/>
                  </a:lnTo>
                  <a:lnTo>
                    <a:pt x="99900" y="141541"/>
                  </a:lnTo>
                  <a:lnTo>
                    <a:pt x="83488" y="178434"/>
                  </a:lnTo>
                  <a:lnTo>
                    <a:pt x="80417" y="191760"/>
                  </a:lnTo>
                  <a:lnTo>
                    <a:pt x="73234" y="231731"/>
                  </a:lnTo>
                  <a:lnTo>
                    <a:pt x="84514" y="274781"/>
                  </a:lnTo>
                  <a:lnTo>
                    <a:pt x="82462" y="307576"/>
                  </a:lnTo>
                  <a:lnTo>
                    <a:pt x="68110" y="327053"/>
                  </a:lnTo>
                  <a:lnTo>
                    <a:pt x="70155" y="348574"/>
                  </a:lnTo>
                  <a:lnTo>
                    <a:pt x="57849" y="377272"/>
                  </a:lnTo>
                  <a:lnTo>
                    <a:pt x="60927" y="418269"/>
                  </a:lnTo>
                  <a:lnTo>
                    <a:pt x="51699" y="437745"/>
                  </a:lnTo>
                  <a:lnTo>
                    <a:pt x="39392" y="475664"/>
                  </a:lnTo>
                  <a:lnTo>
                    <a:pt x="42470" y="523838"/>
                  </a:lnTo>
                  <a:lnTo>
                    <a:pt x="36313" y="532034"/>
                  </a:lnTo>
                  <a:lnTo>
                    <a:pt x="38366" y="556633"/>
                  </a:lnTo>
                  <a:lnTo>
                    <a:pt x="48620" y="588410"/>
                  </a:lnTo>
                  <a:lnTo>
                    <a:pt x="37339" y="596755"/>
                  </a:lnTo>
                  <a:lnTo>
                    <a:pt x="40418" y="607215"/>
                  </a:lnTo>
                  <a:lnTo>
                    <a:pt x="44516" y="608084"/>
                  </a:lnTo>
                  <a:lnTo>
                    <a:pt x="48620" y="649034"/>
                  </a:lnTo>
                  <a:lnTo>
                    <a:pt x="39392" y="657742"/>
                  </a:lnTo>
                  <a:lnTo>
                    <a:pt x="40411" y="666451"/>
                  </a:lnTo>
                  <a:lnTo>
                    <a:pt x="27085" y="673422"/>
                  </a:lnTo>
                  <a:lnTo>
                    <a:pt x="29130" y="697816"/>
                  </a:lnTo>
                  <a:lnTo>
                    <a:pt x="6576" y="718729"/>
                  </a:lnTo>
                  <a:lnTo>
                    <a:pt x="1445" y="734408"/>
                  </a:lnTo>
                  <a:lnTo>
                    <a:pt x="9647" y="757059"/>
                  </a:lnTo>
                  <a:lnTo>
                    <a:pt x="20928" y="757059"/>
                  </a:lnTo>
                  <a:lnTo>
                    <a:pt x="27078" y="761416"/>
                  </a:lnTo>
                  <a:lnTo>
                    <a:pt x="30157" y="785811"/>
                  </a:lnTo>
                  <a:lnTo>
                    <a:pt x="42463" y="795388"/>
                  </a:lnTo>
                  <a:lnTo>
                    <a:pt x="89631" y="796264"/>
                  </a:lnTo>
                  <a:lnTo>
                    <a:pt x="92710" y="80149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6" name="Forme libre : forme 734">
              <a:extLst>
                <a:ext uri="{FF2B5EF4-FFF2-40B4-BE49-F238E27FC236}">
                  <a16:creationId xmlns:a16="http://schemas.microsoft.com/office/drawing/2014/main" id="{835B284D-EBE6-DF34-E690-29354CD002BF}"/>
                </a:ext>
              </a:extLst>
            </p:cNvPr>
            <p:cNvSpPr/>
            <p:nvPr/>
          </p:nvSpPr>
          <p:spPr>
            <a:xfrm>
              <a:off x="4330285" y="5323360"/>
              <a:ext cx="117930" cy="122992"/>
            </a:xfrm>
            <a:custGeom>
              <a:avLst/>
              <a:gdLst>
                <a:gd name="csX0" fmla="*/ 119509 w 117930"/>
                <a:gd name="csY0" fmla="*/ 82062 h 122992"/>
                <a:gd name="csX1" fmla="*/ 118483 w 117930"/>
                <a:gd name="csY1" fmla="*/ 87186 h 122992"/>
                <a:gd name="csX2" fmla="*/ 105150 w 117930"/>
                <a:gd name="csY2" fmla="*/ 102564 h 122992"/>
                <a:gd name="csX3" fmla="*/ 105150 w 117930"/>
                <a:gd name="csY3" fmla="*/ 107688 h 122992"/>
                <a:gd name="csX4" fmla="*/ 90798 w 117930"/>
                <a:gd name="csY4" fmla="*/ 124086 h 122992"/>
                <a:gd name="csX5" fmla="*/ 72341 w 117930"/>
                <a:gd name="csY5" fmla="*/ 125112 h 122992"/>
                <a:gd name="csX6" fmla="*/ 55930 w 117930"/>
                <a:gd name="csY6" fmla="*/ 121007 h 122992"/>
                <a:gd name="csX7" fmla="*/ 37473 w 117930"/>
                <a:gd name="csY7" fmla="*/ 112812 h 122992"/>
                <a:gd name="csX8" fmla="*/ 24140 w 117930"/>
                <a:gd name="csY8" fmla="*/ 113838 h 122992"/>
                <a:gd name="csX9" fmla="*/ 12859 w 117930"/>
                <a:gd name="csY9" fmla="*/ 100512 h 122992"/>
                <a:gd name="csX10" fmla="*/ 2605 w 117930"/>
                <a:gd name="csY10" fmla="*/ 103583 h 122992"/>
                <a:gd name="csX11" fmla="*/ 1579 w 117930"/>
                <a:gd name="csY11" fmla="*/ 85133 h 122992"/>
                <a:gd name="csX12" fmla="*/ 9781 w 117930"/>
                <a:gd name="csY12" fmla="*/ 75912 h 122992"/>
                <a:gd name="csX13" fmla="*/ 12859 w 117930"/>
                <a:gd name="csY13" fmla="*/ 29790 h 122992"/>
                <a:gd name="csX14" fmla="*/ 13885 w 117930"/>
                <a:gd name="csY14" fmla="*/ 18517 h 122992"/>
                <a:gd name="csX15" fmla="*/ 23114 w 117930"/>
                <a:gd name="csY15" fmla="*/ 2119 h 122992"/>
                <a:gd name="csX16" fmla="*/ 34394 w 117930"/>
                <a:gd name="csY16" fmla="*/ 8269 h 122992"/>
                <a:gd name="csX17" fmla="*/ 40551 w 117930"/>
                <a:gd name="csY17" fmla="*/ 21588 h 122992"/>
                <a:gd name="csX18" fmla="*/ 68236 w 117930"/>
                <a:gd name="csY18" fmla="*/ 24667 h 122992"/>
                <a:gd name="csX19" fmla="*/ 76439 w 117930"/>
                <a:gd name="csY19" fmla="*/ 28764 h 122992"/>
                <a:gd name="csX20" fmla="*/ 81569 w 117930"/>
                <a:gd name="csY20" fmla="*/ 41064 h 122992"/>
                <a:gd name="csX21" fmla="*/ 95922 w 117930"/>
                <a:gd name="csY21" fmla="*/ 47214 h 122992"/>
                <a:gd name="csX22" fmla="*/ 103105 w 117930"/>
                <a:gd name="csY22" fmla="*/ 58488 h 122992"/>
                <a:gd name="csX23" fmla="*/ 117457 w 117930"/>
                <a:gd name="csY23" fmla="*/ 70788 h 122992"/>
                <a:gd name="csX24" fmla="*/ 119509 w 117930"/>
                <a:gd name="csY24" fmla="*/ 82062 h 122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7930" h="122992">
                  <a:moveTo>
                    <a:pt x="119509" y="82062"/>
                  </a:moveTo>
                  <a:lnTo>
                    <a:pt x="118483" y="87186"/>
                  </a:lnTo>
                  <a:lnTo>
                    <a:pt x="105150" y="102564"/>
                  </a:lnTo>
                  <a:lnTo>
                    <a:pt x="105150" y="107688"/>
                  </a:lnTo>
                  <a:lnTo>
                    <a:pt x="90798" y="124086"/>
                  </a:lnTo>
                  <a:lnTo>
                    <a:pt x="72341" y="125112"/>
                  </a:lnTo>
                  <a:lnTo>
                    <a:pt x="55930" y="121007"/>
                  </a:lnTo>
                  <a:lnTo>
                    <a:pt x="37473" y="112812"/>
                  </a:lnTo>
                  <a:lnTo>
                    <a:pt x="24140" y="113838"/>
                  </a:lnTo>
                  <a:lnTo>
                    <a:pt x="12859" y="100512"/>
                  </a:lnTo>
                  <a:lnTo>
                    <a:pt x="2605" y="103583"/>
                  </a:lnTo>
                  <a:lnTo>
                    <a:pt x="1579" y="85133"/>
                  </a:lnTo>
                  <a:lnTo>
                    <a:pt x="9781" y="75912"/>
                  </a:lnTo>
                  <a:lnTo>
                    <a:pt x="12859" y="29790"/>
                  </a:lnTo>
                  <a:lnTo>
                    <a:pt x="13885" y="18517"/>
                  </a:lnTo>
                  <a:lnTo>
                    <a:pt x="23114" y="2119"/>
                  </a:lnTo>
                  <a:lnTo>
                    <a:pt x="34394" y="8269"/>
                  </a:lnTo>
                  <a:lnTo>
                    <a:pt x="40551" y="21588"/>
                  </a:lnTo>
                  <a:lnTo>
                    <a:pt x="68236" y="24667"/>
                  </a:lnTo>
                  <a:lnTo>
                    <a:pt x="76439" y="28764"/>
                  </a:lnTo>
                  <a:lnTo>
                    <a:pt x="81569" y="41064"/>
                  </a:lnTo>
                  <a:lnTo>
                    <a:pt x="95922" y="47214"/>
                  </a:lnTo>
                  <a:lnTo>
                    <a:pt x="103105" y="58488"/>
                  </a:lnTo>
                  <a:lnTo>
                    <a:pt x="117457" y="70788"/>
                  </a:lnTo>
                  <a:lnTo>
                    <a:pt x="119509" y="8206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7" name="Forme libre : forme 735">
              <a:extLst>
                <a:ext uri="{FF2B5EF4-FFF2-40B4-BE49-F238E27FC236}">
                  <a16:creationId xmlns:a16="http://schemas.microsoft.com/office/drawing/2014/main" id="{09B5FA7C-8636-DD9F-6EF2-7C2CB2AE3625}"/>
                </a:ext>
              </a:extLst>
            </p:cNvPr>
            <p:cNvSpPr/>
            <p:nvPr/>
          </p:nvSpPr>
          <p:spPr>
            <a:xfrm>
              <a:off x="4066739" y="5938105"/>
              <a:ext cx="37590" cy="55500"/>
            </a:xfrm>
            <a:custGeom>
              <a:avLst/>
              <a:gdLst>
                <a:gd name="csX0" fmla="*/ 38301 w 37590"/>
                <a:gd name="csY0" fmla="*/ 3348 h 55500"/>
                <a:gd name="csX1" fmla="*/ 31125 w 37590"/>
                <a:gd name="csY1" fmla="*/ 4217 h 55500"/>
                <a:gd name="csX2" fmla="*/ 22916 w 37590"/>
                <a:gd name="csY2" fmla="*/ 2479 h 55500"/>
                <a:gd name="csX3" fmla="*/ 16766 w 37590"/>
                <a:gd name="csY3" fmla="*/ 7706 h 55500"/>
                <a:gd name="csX4" fmla="*/ 1388 w 37590"/>
                <a:gd name="csY4" fmla="*/ 16414 h 55500"/>
                <a:gd name="csX5" fmla="*/ 3433 w 37590"/>
                <a:gd name="csY5" fmla="*/ 22516 h 55500"/>
                <a:gd name="csX6" fmla="*/ 3433 w 37590"/>
                <a:gd name="csY6" fmla="*/ 31225 h 55500"/>
                <a:gd name="csX7" fmla="*/ 11635 w 37590"/>
                <a:gd name="csY7" fmla="*/ 26867 h 55500"/>
                <a:gd name="csX8" fmla="*/ 18818 w 37590"/>
                <a:gd name="csY8" fmla="*/ 24254 h 55500"/>
                <a:gd name="csX9" fmla="*/ 24968 w 37590"/>
                <a:gd name="csY9" fmla="*/ 27743 h 55500"/>
                <a:gd name="csX10" fmla="*/ 19844 w 37590"/>
                <a:gd name="csY10" fmla="*/ 33838 h 55500"/>
                <a:gd name="csX11" fmla="*/ 9590 w 37590"/>
                <a:gd name="csY11" fmla="*/ 41678 h 55500"/>
                <a:gd name="csX12" fmla="*/ 16766 w 37590"/>
                <a:gd name="csY12" fmla="*/ 50393 h 55500"/>
                <a:gd name="csX13" fmla="*/ 27020 w 37590"/>
                <a:gd name="csY13" fmla="*/ 55620 h 55500"/>
                <a:gd name="csX14" fmla="*/ 38978 w 37590"/>
                <a:gd name="csY14" fmla="*/ 57980 h 55500"/>
                <a:gd name="csX15" fmla="*/ 38301 w 37590"/>
                <a:gd name="csY15" fmla="*/ 3348 h 55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7590" h="55500">
                  <a:moveTo>
                    <a:pt x="38301" y="3348"/>
                  </a:moveTo>
                  <a:lnTo>
                    <a:pt x="31125" y="4217"/>
                  </a:lnTo>
                  <a:lnTo>
                    <a:pt x="22916" y="2479"/>
                  </a:lnTo>
                  <a:lnTo>
                    <a:pt x="16766" y="7706"/>
                  </a:lnTo>
                  <a:lnTo>
                    <a:pt x="1388" y="16414"/>
                  </a:lnTo>
                  <a:lnTo>
                    <a:pt x="3433" y="22516"/>
                  </a:lnTo>
                  <a:lnTo>
                    <a:pt x="3433" y="31225"/>
                  </a:lnTo>
                  <a:lnTo>
                    <a:pt x="11635" y="26867"/>
                  </a:lnTo>
                  <a:lnTo>
                    <a:pt x="18818" y="24254"/>
                  </a:lnTo>
                  <a:lnTo>
                    <a:pt x="24968" y="27743"/>
                  </a:lnTo>
                  <a:lnTo>
                    <a:pt x="19844" y="33838"/>
                  </a:lnTo>
                  <a:lnTo>
                    <a:pt x="9590" y="41678"/>
                  </a:lnTo>
                  <a:lnTo>
                    <a:pt x="16766" y="50393"/>
                  </a:lnTo>
                  <a:lnTo>
                    <a:pt x="27020" y="55620"/>
                  </a:lnTo>
                  <a:lnTo>
                    <a:pt x="38978" y="57980"/>
                  </a:lnTo>
                  <a:lnTo>
                    <a:pt x="38301" y="3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8" name="Forme libre : forme 736">
              <a:extLst>
                <a:ext uri="{FF2B5EF4-FFF2-40B4-BE49-F238E27FC236}">
                  <a16:creationId xmlns:a16="http://schemas.microsoft.com/office/drawing/2014/main" id="{9B46F734-9369-292C-E9D1-9CD74A57B022}"/>
                </a:ext>
              </a:extLst>
            </p:cNvPr>
            <p:cNvSpPr/>
            <p:nvPr/>
          </p:nvSpPr>
          <p:spPr>
            <a:xfrm>
              <a:off x="4041099" y="5994727"/>
              <a:ext cx="63394" cy="11328"/>
            </a:xfrm>
            <a:custGeom>
              <a:avLst/>
              <a:gdLst>
                <a:gd name="csX0" fmla="*/ 64777 w 63394"/>
                <a:gd name="csY0" fmla="*/ 6273 h 11328"/>
                <a:gd name="csX1" fmla="*/ 38295 w 63394"/>
                <a:gd name="csY1" fmla="*/ 2497 h 11328"/>
                <a:gd name="csX2" fmla="*/ 22917 w 63394"/>
                <a:gd name="csY2" fmla="*/ 3372 h 11328"/>
                <a:gd name="csX3" fmla="*/ 1382 w 63394"/>
                <a:gd name="csY3" fmla="*/ 5986 h 11328"/>
                <a:gd name="csX4" fmla="*/ 1382 w 63394"/>
                <a:gd name="csY4" fmla="*/ 9468 h 11328"/>
                <a:gd name="csX5" fmla="*/ 9584 w 63394"/>
                <a:gd name="csY5" fmla="*/ 11212 h 11328"/>
                <a:gd name="csX6" fmla="*/ 25995 w 63394"/>
                <a:gd name="csY6" fmla="*/ 13825 h 11328"/>
                <a:gd name="csX7" fmla="*/ 61883 w 63394"/>
                <a:gd name="csY7" fmla="*/ 13825 h 11328"/>
                <a:gd name="csX8" fmla="*/ 64777 w 63394"/>
                <a:gd name="csY8" fmla="*/ 6273 h 113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63394" h="11328">
                  <a:moveTo>
                    <a:pt x="64777" y="6273"/>
                  </a:moveTo>
                  <a:lnTo>
                    <a:pt x="38295" y="2497"/>
                  </a:lnTo>
                  <a:lnTo>
                    <a:pt x="22917" y="3372"/>
                  </a:lnTo>
                  <a:lnTo>
                    <a:pt x="1382" y="5986"/>
                  </a:lnTo>
                  <a:lnTo>
                    <a:pt x="1382" y="9468"/>
                  </a:lnTo>
                  <a:lnTo>
                    <a:pt x="9584" y="11212"/>
                  </a:lnTo>
                  <a:lnTo>
                    <a:pt x="25995" y="13825"/>
                  </a:lnTo>
                  <a:lnTo>
                    <a:pt x="61883" y="13825"/>
                  </a:lnTo>
                  <a:lnTo>
                    <a:pt x="64777" y="627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59" name="Forme libre : forme 737">
              <a:extLst>
                <a:ext uri="{FF2B5EF4-FFF2-40B4-BE49-F238E27FC236}">
                  <a16:creationId xmlns:a16="http://schemas.microsoft.com/office/drawing/2014/main" id="{85E3D473-40B2-712B-4A3A-7747F443DF5D}"/>
                </a:ext>
              </a:extLst>
            </p:cNvPr>
            <p:cNvSpPr/>
            <p:nvPr/>
          </p:nvSpPr>
          <p:spPr>
            <a:xfrm>
              <a:off x="4101600" y="5938973"/>
              <a:ext cx="81010" cy="73177"/>
            </a:xfrm>
            <a:custGeom>
              <a:avLst/>
              <a:gdLst>
                <a:gd name="csX0" fmla="*/ 1413 w 81010"/>
                <a:gd name="csY0" fmla="*/ 69559 h 73177"/>
                <a:gd name="csX1" fmla="*/ 14746 w 81010"/>
                <a:gd name="csY1" fmla="*/ 70428 h 73177"/>
                <a:gd name="csX2" fmla="*/ 33203 w 81010"/>
                <a:gd name="csY2" fmla="*/ 73917 h 73177"/>
                <a:gd name="csX3" fmla="*/ 50634 w 81010"/>
                <a:gd name="csY3" fmla="*/ 74785 h 73177"/>
                <a:gd name="csX4" fmla="*/ 57817 w 81010"/>
                <a:gd name="csY4" fmla="*/ 75654 h 73177"/>
                <a:gd name="csX5" fmla="*/ 75247 w 81010"/>
                <a:gd name="csY5" fmla="*/ 73917 h 73177"/>
                <a:gd name="csX6" fmla="*/ 81397 w 81010"/>
                <a:gd name="csY6" fmla="*/ 71303 h 73177"/>
                <a:gd name="csX7" fmla="*/ 82424 w 81010"/>
                <a:gd name="csY7" fmla="*/ 66946 h 73177"/>
                <a:gd name="csX8" fmla="*/ 58843 w 81010"/>
                <a:gd name="csY8" fmla="*/ 62588 h 73177"/>
                <a:gd name="csX9" fmla="*/ 46536 w 81010"/>
                <a:gd name="csY9" fmla="*/ 57362 h 73177"/>
                <a:gd name="csX10" fmla="*/ 28079 w 81010"/>
                <a:gd name="csY10" fmla="*/ 45164 h 73177"/>
                <a:gd name="csX11" fmla="*/ 23975 w 81010"/>
                <a:gd name="csY11" fmla="*/ 34711 h 73177"/>
                <a:gd name="csX12" fmla="*/ 12694 w 81010"/>
                <a:gd name="csY12" fmla="*/ 8572 h 73177"/>
                <a:gd name="csX13" fmla="*/ 3466 w 81010"/>
                <a:gd name="csY13" fmla="*/ 2477 h 73177"/>
                <a:gd name="csX14" fmla="*/ 4143 w 81010"/>
                <a:gd name="csY14" fmla="*/ 57108 h 73177"/>
                <a:gd name="csX15" fmla="*/ 17565 w 81010"/>
                <a:gd name="csY15" fmla="*/ 59756 h 73177"/>
                <a:gd name="csX16" fmla="*/ 16026 w 81010"/>
                <a:gd name="csY16" fmla="*/ 63676 h 73177"/>
                <a:gd name="csX17" fmla="*/ 4307 w 81010"/>
                <a:gd name="csY17" fmla="*/ 62007 h 73177"/>
                <a:gd name="csX18" fmla="*/ 1413 w 81010"/>
                <a:gd name="csY18" fmla="*/ 69559 h 73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81010" h="73177">
                  <a:moveTo>
                    <a:pt x="1413" y="69559"/>
                  </a:moveTo>
                  <a:lnTo>
                    <a:pt x="14746" y="70428"/>
                  </a:lnTo>
                  <a:lnTo>
                    <a:pt x="33203" y="73917"/>
                  </a:lnTo>
                  <a:lnTo>
                    <a:pt x="50634" y="74785"/>
                  </a:lnTo>
                  <a:lnTo>
                    <a:pt x="57817" y="75654"/>
                  </a:lnTo>
                  <a:lnTo>
                    <a:pt x="75247" y="73917"/>
                  </a:lnTo>
                  <a:lnTo>
                    <a:pt x="81397" y="71303"/>
                  </a:lnTo>
                  <a:lnTo>
                    <a:pt x="82424" y="66946"/>
                  </a:lnTo>
                  <a:lnTo>
                    <a:pt x="58843" y="62588"/>
                  </a:lnTo>
                  <a:lnTo>
                    <a:pt x="46536" y="57362"/>
                  </a:lnTo>
                  <a:lnTo>
                    <a:pt x="28079" y="45164"/>
                  </a:lnTo>
                  <a:lnTo>
                    <a:pt x="23975" y="34711"/>
                  </a:lnTo>
                  <a:lnTo>
                    <a:pt x="12694" y="8572"/>
                  </a:lnTo>
                  <a:lnTo>
                    <a:pt x="3466" y="2477"/>
                  </a:lnTo>
                  <a:lnTo>
                    <a:pt x="4143" y="57108"/>
                  </a:lnTo>
                  <a:lnTo>
                    <a:pt x="17565" y="59756"/>
                  </a:lnTo>
                  <a:lnTo>
                    <a:pt x="16026" y="63676"/>
                  </a:lnTo>
                  <a:lnTo>
                    <a:pt x="4307" y="62007"/>
                  </a:lnTo>
                  <a:lnTo>
                    <a:pt x="1413" y="6955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0" name="Forme libre : forme 738">
              <a:extLst>
                <a:ext uri="{FF2B5EF4-FFF2-40B4-BE49-F238E27FC236}">
                  <a16:creationId xmlns:a16="http://schemas.microsoft.com/office/drawing/2014/main" id="{01B48E5F-93BA-086B-02E9-CA0F83A67675}"/>
                </a:ext>
              </a:extLst>
            </p:cNvPr>
            <p:cNvSpPr/>
            <p:nvPr/>
          </p:nvSpPr>
          <p:spPr>
            <a:xfrm rot="-8588417" flipV="1">
              <a:off x="1820196" y="5640564"/>
              <a:ext cx="7689" cy="8920"/>
            </a:xfrm>
            <a:custGeom>
              <a:avLst/>
              <a:gdLst>
                <a:gd name="csX0" fmla="*/ 8 w 7689"/>
                <a:gd name="csY0" fmla="*/ 11200 h 8920"/>
                <a:gd name="csX1" fmla="*/ 7697 w 7689"/>
                <a:gd name="csY1" fmla="*/ 11200 h 8920"/>
                <a:gd name="csX2" fmla="*/ 5542 w 7689"/>
                <a:gd name="csY2" fmla="*/ 3826 h 8920"/>
                <a:gd name="csX3" fmla="*/ 924 w 7689"/>
                <a:gd name="csY3" fmla="*/ 2280 h 8920"/>
                <a:gd name="csX4" fmla="*/ 8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8" y="11200"/>
                  </a:moveTo>
                  <a:lnTo>
                    <a:pt x="7697" y="11200"/>
                  </a:lnTo>
                  <a:lnTo>
                    <a:pt x="5542" y="3826"/>
                  </a:lnTo>
                  <a:lnTo>
                    <a:pt x="924" y="2280"/>
                  </a:lnTo>
                  <a:lnTo>
                    <a:pt x="8"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1" name="Forme libre : forme 739">
              <a:extLst>
                <a:ext uri="{FF2B5EF4-FFF2-40B4-BE49-F238E27FC236}">
                  <a16:creationId xmlns:a16="http://schemas.microsoft.com/office/drawing/2014/main" id="{0300907E-919C-2277-43D1-A40D29343AB7}"/>
                </a:ext>
              </a:extLst>
            </p:cNvPr>
            <p:cNvSpPr/>
            <p:nvPr/>
          </p:nvSpPr>
          <p:spPr>
            <a:xfrm rot="-8588417" flipV="1">
              <a:off x="1820196" y="5640564"/>
              <a:ext cx="7689" cy="8920"/>
            </a:xfrm>
            <a:custGeom>
              <a:avLst/>
              <a:gdLst>
                <a:gd name="csX0" fmla="*/ 8 w 7689"/>
                <a:gd name="csY0" fmla="*/ 11200 h 8920"/>
                <a:gd name="csX1" fmla="*/ 7697 w 7689"/>
                <a:gd name="csY1" fmla="*/ 11200 h 8920"/>
                <a:gd name="csX2" fmla="*/ 5542 w 7689"/>
                <a:gd name="csY2" fmla="*/ 3826 h 8920"/>
                <a:gd name="csX3" fmla="*/ 924 w 7689"/>
                <a:gd name="csY3" fmla="*/ 2280 h 8920"/>
                <a:gd name="csX4" fmla="*/ 8 w 7689"/>
                <a:gd name="csY4" fmla="*/ 11200 h 8920"/>
              </a:gdLst>
              <a:ahLst/>
              <a:cxnLst>
                <a:cxn ang="0">
                  <a:pos x="csX0" y="csY0"/>
                </a:cxn>
                <a:cxn ang="0">
                  <a:pos x="csX1" y="csY1"/>
                </a:cxn>
                <a:cxn ang="0">
                  <a:pos x="csX2" y="csY2"/>
                </a:cxn>
                <a:cxn ang="0">
                  <a:pos x="csX3" y="csY3"/>
                </a:cxn>
                <a:cxn ang="0">
                  <a:pos x="csX4" y="csY4"/>
                </a:cxn>
              </a:cxnLst>
              <a:rect l="l" t="t" r="r" b="b"/>
              <a:pathLst>
                <a:path w="7689" h="8920">
                  <a:moveTo>
                    <a:pt x="8" y="11200"/>
                  </a:moveTo>
                  <a:lnTo>
                    <a:pt x="7697" y="11200"/>
                  </a:lnTo>
                  <a:lnTo>
                    <a:pt x="5542" y="3826"/>
                  </a:lnTo>
                  <a:lnTo>
                    <a:pt x="924" y="2280"/>
                  </a:lnTo>
                  <a:lnTo>
                    <a:pt x="8" y="1120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2" name="Forme libre : forme 740">
              <a:extLst>
                <a:ext uri="{FF2B5EF4-FFF2-40B4-BE49-F238E27FC236}">
                  <a16:creationId xmlns:a16="http://schemas.microsoft.com/office/drawing/2014/main" id="{EAC8161F-26C7-E217-9804-9A9D97A97669}"/>
                </a:ext>
              </a:extLst>
            </p:cNvPr>
            <p:cNvSpPr/>
            <p:nvPr/>
          </p:nvSpPr>
          <p:spPr>
            <a:xfrm>
              <a:off x="1817821" y="2658394"/>
              <a:ext cx="129724" cy="153954"/>
            </a:xfrm>
            <a:custGeom>
              <a:avLst/>
              <a:gdLst>
                <a:gd name="csX0" fmla="*/ 2086 w 129724"/>
                <a:gd name="csY0" fmla="*/ 519 h 153954"/>
                <a:gd name="csX1" fmla="*/ 22082 w 129724"/>
                <a:gd name="csY1" fmla="*/ 14358 h 153954"/>
                <a:gd name="csX2" fmla="*/ 25154 w 129724"/>
                <a:gd name="csY2" fmla="*/ 27274 h 153954"/>
                <a:gd name="csX3" fmla="*/ 15925 w 129724"/>
                <a:gd name="csY3" fmla="*/ 34648 h 153954"/>
                <a:gd name="csX4" fmla="*/ 35928 w 129724"/>
                <a:gd name="csY4" fmla="*/ 47564 h 153954"/>
                <a:gd name="csX5" fmla="*/ 40539 w 129724"/>
                <a:gd name="csY5" fmla="*/ 42030 h 153954"/>
                <a:gd name="csX6" fmla="*/ 34389 w 129724"/>
                <a:gd name="csY6" fmla="*/ 37419 h 153954"/>
                <a:gd name="csX7" fmla="*/ 35928 w 129724"/>
                <a:gd name="csY7" fmla="*/ 30961 h 153954"/>
                <a:gd name="csX8" fmla="*/ 31311 w 129724"/>
                <a:gd name="csY8" fmla="*/ 21740 h 153954"/>
                <a:gd name="csX9" fmla="*/ 52846 w 129724"/>
                <a:gd name="csY9" fmla="*/ 21740 h 153954"/>
                <a:gd name="csX10" fmla="*/ 65153 w 129724"/>
                <a:gd name="csY10" fmla="*/ 24503 h 153954"/>
                <a:gd name="csX11" fmla="*/ 77459 w 129724"/>
                <a:gd name="csY11" fmla="*/ 22663 h 153954"/>
                <a:gd name="csX12" fmla="*/ 103605 w 129724"/>
                <a:gd name="csY12" fmla="*/ 41106 h 153954"/>
                <a:gd name="csX13" fmla="*/ 129758 w 129724"/>
                <a:gd name="csY13" fmla="*/ 55062 h 153954"/>
                <a:gd name="csX14" fmla="*/ 126680 w 129724"/>
                <a:gd name="csY14" fmla="*/ 65822 h 153954"/>
                <a:gd name="csX15" fmla="*/ 112834 w 129724"/>
                <a:gd name="csY15" fmla="*/ 67355 h 153954"/>
                <a:gd name="csX16" fmla="*/ 110782 w 129724"/>
                <a:gd name="csY16" fmla="*/ 78629 h 153954"/>
                <a:gd name="csX17" fmla="*/ 103605 w 129724"/>
                <a:gd name="csY17" fmla="*/ 86831 h 153954"/>
                <a:gd name="csX18" fmla="*/ 75920 w 129724"/>
                <a:gd name="csY18" fmla="*/ 92981 h 153954"/>
                <a:gd name="csX19" fmla="*/ 72842 w 129724"/>
                <a:gd name="csY19" fmla="*/ 100157 h 153954"/>
                <a:gd name="csX20" fmla="*/ 67718 w 129724"/>
                <a:gd name="csY20" fmla="*/ 104255 h 153954"/>
                <a:gd name="csX21" fmla="*/ 75920 w 129724"/>
                <a:gd name="csY21" fmla="*/ 113476 h 153954"/>
                <a:gd name="csX22" fmla="*/ 61561 w 129724"/>
                <a:gd name="csY22" fmla="*/ 124750 h 153954"/>
                <a:gd name="csX23" fmla="*/ 60535 w 129724"/>
                <a:gd name="csY23" fmla="*/ 137050 h 153954"/>
                <a:gd name="csX24" fmla="*/ 70790 w 129724"/>
                <a:gd name="csY24" fmla="*/ 146278 h 153954"/>
                <a:gd name="csX25" fmla="*/ 51307 w 129724"/>
                <a:gd name="csY25" fmla="*/ 154474 h 153954"/>
                <a:gd name="csX26" fmla="*/ 39000 w 129724"/>
                <a:gd name="csY26" fmla="*/ 147298 h 153954"/>
                <a:gd name="csX27" fmla="*/ 28745 w 129724"/>
                <a:gd name="csY27" fmla="*/ 131926 h 153954"/>
                <a:gd name="csX28" fmla="*/ 17465 w 129724"/>
                <a:gd name="csY28" fmla="*/ 125776 h 153954"/>
                <a:gd name="csX29" fmla="*/ 34 w 129724"/>
                <a:gd name="csY29" fmla="*/ 128855 h 153954"/>
                <a:gd name="csX30" fmla="*/ 2086 w 129724"/>
                <a:gd name="csY30" fmla="*/ 519 h 1539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129724" h="153954">
                  <a:moveTo>
                    <a:pt x="2086" y="519"/>
                  </a:moveTo>
                  <a:lnTo>
                    <a:pt x="22082" y="14358"/>
                  </a:lnTo>
                  <a:lnTo>
                    <a:pt x="25154" y="27274"/>
                  </a:lnTo>
                  <a:lnTo>
                    <a:pt x="15925" y="34648"/>
                  </a:lnTo>
                  <a:lnTo>
                    <a:pt x="35928" y="47564"/>
                  </a:lnTo>
                  <a:lnTo>
                    <a:pt x="40539" y="42030"/>
                  </a:lnTo>
                  <a:lnTo>
                    <a:pt x="34389" y="37419"/>
                  </a:lnTo>
                  <a:lnTo>
                    <a:pt x="35928" y="30961"/>
                  </a:lnTo>
                  <a:lnTo>
                    <a:pt x="31311" y="21740"/>
                  </a:lnTo>
                  <a:lnTo>
                    <a:pt x="52846" y="21740"/>
                  </a:lnTo>
                  <a:lnTo>
                    <a:pt x="65153" y="24503"/>
                  </a:lnTo>
                  <a:lnTo>
                    <a:pt x="77459" y="22663"/>
                  </a:lnTo>
                  <a:lnTo>
                    <a:pt x="103605" y="41106"/>
                  </a:lnTo>
                  <a:lnTo>
                    <a:pt x="129758" y="55062"/>
                  </a:lnTo>
                  <a:lnTo>
                    <a:pt x="126680" y="65822"/>
                  </a:lnTo>
                  <a:lnTo>
                    <a:pt x="112834" y="67355"/>
                  </a:lnTo>
                  <a:lnTo>
                    <a:pt x="110782" y="78629"/>
                  </a:lnTo>
                  <a:lnTo>
                    <a:pt x="103605" y="86831"/>
                  </a:lnTo>
                  <a:lnTo>
                    <a:pt x="75920" y="92981"/>
                  </a:lnTo>
                  <a:lnTo>
                    <a:pt x="72842" y="100157"/>
                  </a:lnTo>
                  <a:lnTo>
                    <a:pt x="67718" y="104255"/>
                  </a:lnTo>
                  <a:lnTo>
                    <a:pt x="75920" y="113476"/>
                  </a:lnTo>
                  <a:lnTo>
                    <a:pt x="61561" y="124750"/>
                  </a:lnTo>
                  <a:lnTo>
                    <a:pt x="60535" y="137050"/>
                  </a:lnTo>
                  <a:lnTo>
                    <a:pt x="70790" y="146278"/>
                  </a:lnTo>
                  <a:lnTo>
                    <a:pt x="51307" y="154474"/>
                  </a:lnTo>
                  <a:lnTo>
                    <a:pt x="39000" y="147298"/>
                  </a:lnTo>
                  <a:lnTo>
                    <a:pt x="28745" y="131926"/>
                  </a:lnTo>
                  <a:lnTo>
                    <a:pt x="17465" y="125776"/>
                  </a:lnTo>
                  <a:lnTo>
                    <a:pt x="34" y="128855"/>
                  </a:lnTo>
                  <a:lnTo>
                    <a:pt x="2086" y="51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3" name="Forme libre : forme 741">
              <a:extLst>
                <a:ext uri="{FF2B5EF4-FFF2-40B4-BE49-F238E27FC236}">
                  <a16:creationId xmlns:a16="http://schemas.microsoft.com/office/drawing/2014/main" id="{A03D2BBE-81B5-7320-BC40-C9FBD271B4D2}"/>
                </a:ext>
              </a:extLst>
            </p:cNvPr>
            <p:cNvSpPr/>
            <p:nvPr/>
          </p:nvSpPr>
          <p:spPr>
            <a:xfrm>
              <a:off x="4374197" y="6303115"/>
              <a:ext cx="35736" cy="18484"/>
            </a:xfrm>
            <a:custGeom>
              <a:avLst/>
              <a:gdLst>
                <a:gd name="csX0" fmla="*/ 12448 w 35736"/>
                <a:gd name="csY0" fmla="*/ 19849 h 18484"/>
                <a:gd name="csX1" fmla="*/ 3123 w 35736"/>
                <a:gd name="csY1" fmla="*/ 18529 h 18484"/>
                <a:gd name="csX2" fmla="*/ 1571 w 35736"/>
                <a:gd name="csY2" fmla="*/ 9287 h 18484"/>
                <a:gd name="csX3" fmla="*/ 18666 w 35736"/>
                <a:gd name="csY3" fmla="*/ 2685 h 18484"/>
                <a:gd name="csX4" fmla="*/ 31096 w 35736"/>
                <a:gd name="csY4" fmla="*/ 4006 h 18484"/>
                <a:gd name="csX5" fmla="*/ 37308 w 35736"/>
                <a:gd name="csY5" fmla="*/ 5326 h 18484"/>
                <a:gd name="csX6" fmla="*/ 31096 w 35736"/>
                <a:gd name="csY6" fmla="*/ 11927 h 18484"/>
                <a:gd name="csX7" fmla="*/ 17106 w 35736"/>
                <a:gd name="csY7" fmla="*/ 13248 h 18484"/>
                <a:gd name="csX8" fmla="*/ 18666 w 35736"/>
                <a:gd name="csY8" fmla="*/ 21169 h 18484"/>
                <a:gd name="csX9" fmla="*/ 12448 w 35736"/>
                <a:gd name="csY9" fmla="*/ 19849 h 184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5736" h="18484">
                  <a:moveTo>
                    <a:pt x="12448" y="19849"/>
                  </a:moveTo>
                  <a:lnTo>
                    <a:pt x="3123" y="18529"/>
                  </a:lnTo>
                  <a:lnTo>
                    <a:pt x="1571" y="9287"/>
                  </a:lnTo>
                  <a:lnTo>
                    <a:pt x="18666" y="2685"/>
                  </a:lnTo>
                  <a:lnTo>
                    <a:pt x="31096" y="4006"/>
                  </a:lnTo>
                  <a:lnTo>
                    <a:pt x="37308" y="5326"/>
                  </a:lnTo>
                  <a:lnTo>
                    <a:pt x="31096" y="11927"/>
                  </a:lnTo>
                  <a:lnTo>
                    <a:pt x="17106" y="13248"/>
                  </a:lnTo>
                  <a:lnTo>
                    <a:pt x="18666" y="21169"/>
                  </a:lnTo>
                  <a:lnTo>
                    <a:pt x="12448" y="198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4" name="Forme libre : forme 742">
              <a:extLst>
                <a:ext uri="{FF2B5EF4-FFF2-40B4-BE49-F238E27FC236}">
                  <a16:creationId xmlns:a16="http://schemas.microsoft.com/office/drawing/2014/main" id="{3AB69CF7-895D-12BF-DCDD-3F45BA13450B}"/>
                </a:ext>
              </a:extLst>
            </p:cNvPr>
            <p:cNvSpPr/>
            <p:nvPr/>
          </p:nvSpPr>
          <p:spPr>
            <a:xfrm>
              <a:off x="4131789" y="6309717"/>
              <a:ext cx="223766" cy="271235"/>
            </a:xfrm>
            <a:custGeom>
              <a:avLst/>
              <a:gdLst>
                <a:gd name="csX0" fmla="*/ 16199 w 223766"/>
                <a:gd name="csY0" fmla="*/ 273983 h 271235"/>
                <a:gd name="csX1" fmla="*/ 95219 w 223766"/>
                <a:gd name="csY1" fmla="*/ 273983 h 271235"/>
                <a:gd name="csX2" fmla="*/ 96265 w 223766"/>
                <a:gd name="csY2" fmla="*/ 268100 h 271235"/>
                <a:gd name="csX3" fmla="*/ 85388 w 223766"/>
                <a:gd name="csY3" fmla="*/ 266780 h 271235"/>
                <a:gd name="csX4" fmla="*/ 93159 w 223766"/>
                <a:gd name="csY4" fmla="*/ 257537 h 271235"/>
                <a:gd name="csX5" fmla="*/ 90047 w 223766"/>
                <a:gd name="csY5" fmla="*/ 240374 h 271235"/>
                <a:gd name="csX6" fmla="*/ 80723 w 223766"/>
                <a:gd name="csY6" fmla="*/ 239053 h 271235"/>
                <a:gd name="csX7" fmla="*/ 68293 w 223766"/>
                <a:gd name="csY7" fmla="*/ 236413 h 271235"/>
                <a:gd name="csX8" fmla="*/ 74511 w 223766"/>
                <a:gd name="csY8" fmla="*/ 225850 h 271235"/>
                <a:gd name="csX9" fmla="*/ 66740 w 223766"/>
                <a:gd name="csY9" fmla="*/ 223210 h 271235"/>
                <a:gd name="csX10" fmla="*/ 63634 w 223766"/>
                <a:gd name="csY10" fmla="*/ 228491 h 271235"/>
                <a:gd name="csX11" fmla="*/ 52757 w 223766"/>
                <a:gd name="csY11" fmla="*/ 228491 h 271235"/>
                <a:gd name="csX12" fmla="*/ 49644 w 223766"/>
                <a:gd name="csY12" fmla="*/ 216608 h 271235"/>
                <a:gd name="csX13" fmla="*/ 55863 w 223766"/>
                <a:gd name="csY13" fmla="*/ 207373 h 271235"/>
                <a:gd name="csX14" fmla="*/ 46539 w 223766"/>
                <a:gd name="csY14" fmla="*/ 199451 h 271235"/>
                <a:gd name="csX15" fmla="*/ 49644 w 223766"/>
                <a:gd name="csY15" fmla="*/ 178327 h 271235"/>
                <a:gd name="csX16" fmla="*/ 66740 w 223766"/>
                <a:gd name="csY16" fmla="*/ 165124 h 271235"/>
                <a:gd name="csX17" fmla="*/ 80723 w 223766"/>
                <a:gd name="csY17" fmla="*/ 169084 h 271235"/>
                <a:gd name="csX18" fmla="*/ 86941 w 223766"/>
                <a:gd name="csY18" fmla="*/ 161163 h 271235"/>
                <a:gd name="csX19" fmla="*/ 86941 w 223766"/>
                <a:gd name="csY19" fmla="*/ 144006 h 271235"/>
                <a:gd name="csX20" fmla="*/ 94712 w 223766"/>
                <a:gd name="csY20" fmla="*/ 136084 h 271235"/>
                <a:gd name="csX21" fmla="*/ 107142 w 223766"/>
                <a:gd name="csY21" fmla="*/ 138724 h 271235"/>
                <a:gd name="csX22" fmla="*/ 114913 w 223766"/>
                <a:gd name="csY22" fmla="*/ 153241 h 271235"/>
                <a:gd name="csX23" fmla="*/ 113361 w 223766"/>
                <a:gd name="csY23" fmla="*/ 136084 h 271235"/>
                <a:gd name="csX24" fmla="*/ 122685 w 223766"/>
                <a:gd name="csY24" fmla="*/ 136084 h 271235"/>
                <a:gd name="csX25" fmla="*/ 125791 w 223766"/>
                <a:gd name="csY25" fmla="*/ 147967 h 271235"/>
                <a:gd name="csX26" fmla="*/ 144439 w 223766"/>
                <a:gd name="csY26" fmla="*/ 142685 h 271235"/>
                <a:gd name="csX27" fmla="*/ 141326 w 223766"/>
                <a:gd name="csY27" fmla="*/ 133443 h 271235"/>
                <a:gd name="csX28" fmla="*/ 150650 w 223766"/>
                <a:gd name="csY28" fmla="*/ 128162 h 271235"/>
                <a:gd name="csX29" fmla="*/ 156869 w 223766"/>
                <a:gd name="csY29" fmla="*/ 136084 h 271235"/>
                <a:gd name="csX30" fmla="*/ 170852 w 223766"/>
                <a:gd name="csY30" fmla="*/ 125522 h 271235"/>
                <a:gd name="csX31" fmla="*/ 163080 w 223766"/>
                <a:gd name="csY31" fmla="*/ 114959 h 271235"/>
                <a:gd name="csX32" fmla="*/ 150650 w 223766"/>
                <a:gd name="csY32" fmla="*/ 114959 h 271235"/>
                <a:gd name="csX33" fmla="*/ 135115 w 223766"/>
                <a:gd name="csY33" fmla="*/ 121561 h 271235"/>
                <a:gd name="csX34" fmla="*/ 122685 w 223766"/>
                <a:gd name="csY34" fmla="*/ 122881 h 271235"/>
                <a:gd name="csX35" fmla="*/ 107142 w 223766"/>
                <a:gd name="csY35" fmla="*/ 113639 h 271235"/>
                <a:gd name="csX36" fmla="*/ 104036 w 223766"/>
                <a:gd name="csY36" fmla="*/ 96475 h 271235"/>
                <a:gd name="csX37" fmla="*/ 116466 w 223766"/>
                <a:gd name="csY37" fmla="*/ 89874 h 271235"/>
                <a:gd name="csX38" fmla="*/ 122685 w 223766"/>
                <a:gd name="csY38" fmla="*/ 95155 h 271235"/>
                <a:gd name="csX39" fmla="*/ 130449 w 223766"/>
                <a:gd name="csY39" fmla="*/ 91201 h 271235"/>
                <a:gd name="csX40" fmla="*/ 130449 w 223766"/>
                <a:gd name="csY40" fmla="*/ 75357 h 271235"/>
                <a:gd name="csX41" fmla="*/ 138220 w 223766"/>
                <a:gd name="csY41" fmla="*/ 70076 h 271235"/>
                <a:gd name="csX42" fmla="*/ 152203 w 223766"/>
                <a:gd name="csY42" fmla="*/ 70076 h 271235"/>
                <a:gd name="csX43" fmla="*/ 156869 w 223766"/>
                <a:gd name="csY43" fmla="*/ 60834 h 271235"/>
                <a:gd name="csX44" fmla="*/ 167746 w 223766"/>
                <a:gd name="csY44" fmla="*/ 63474 h 271235"/>
                <a:gd name="csX45" fmla="*/ 169299 w 223766"/>
                <a:gd name="csY45" fmla="*/ 48951 h 271235"/>
                <a:gd name="csX46" fmla="*/ 178623 w 223766"/>
                <a:gd name="csY46" fmla="*/ 54232 h 271235"/>
                <a:gd name="csX47" fmla="*/ 184841 w 223766"/>
                <a:gd name="csY47" fmla="*/ 52912 h 271235"/>
                <a:gd name="csX48" fmla="*/ 194165 w 223766"/>
                <a:gd name="csY48" fmla="*/ 44990 h 271235"/>
                <a:gd name="csX49" fmla="*/ 194165 w 223766"/>
                <a:gd name="csY49" fmla="*/ 31787 h 271235"/>
                <a:gd name="csX50" fmla="*/ 200377 w 223766"/>
                <a:gd name="csY50" fmla="*/ 21225 h 271235"/>
                <a:gd name="csX51" fmla="*/ 223691 w 223766"/>
                <a:gd name="csY51" fmla="*/ 14630 h 271235"/>
                <a:gd name="csX52" fmla="*/ 225244 w 223766"/>
                <a:gd name="csY52" fmla="*/ 4068 h 271235"/>
                <a:gd name="csX53" fmla="*/ 208148 w 223766"/>
                <a:gd name="csY53" fmla="*/ 2748 h 271235"/>
                <a:gd name="csX54" fmla="*/ 192613 w 223766"/>
                <a:gd name="csY54" fmla="*/ 9349 h 271235"/>
                <a:gd name="csX55" fmla="*/ 180176 w 223766"/>
                <a:gd name="csY55" fmla="*/ 21225 h 271235"/>
                <a:gd name="csX56" fmla="*/ 170852 w 223766"/>
                <a:gd name="csY56" fmla="*/ 21225 h 271235"/>
                <a:gd name="csX57" fmla="*/ 159975 w 223766"/>
                <a:gd name="csY57" fmla="*/ 30467 h 271235"/>
                <a:gd name="csX58" fmla="*/ 138220 w 223766"/>
                <a:gd name="csY58" fmla="*/ 41029 h 271235"/>
                <a:gd name="csX59" fmla="*/ 136668 w 223766"/>
                <a:gd name="csY59" fmla="*/ 50271 h 271235"/>
                <a:gd name="csX60" fmla="*/ 124238 w 223766"/>
                <a:gd name="csY60" fmla="*/ 56873 h 271235"/>
                <a:gd name="csX61" fmla="*/ 113361 w 223766"/>
                <a:gd name="csY61" fmla="*/ 58193 h 271235"/>
                <a:gd name="csX62" fmla="*/ 100924 w 223766"/>
                <a:gd name="csY62" fmla="*/ 71396 h 271235"/>
                <a:gd name="csX63" fmla="*/ 90047 w 223766"/>
                <a:gd name="csY63" fmla="*/ 85919 h 271235"/>
                <a:gd name="csX64" fmla="*/ 85388 w 223766"/>
                <a:gd name="csY64" fmla="*/ 77998 h 271235"/>
                <a:gd name="csX65" fmla="*/ 69846 w 223766"/>
                <a:gd name="csY65" fmla="*/ 87233 h 271235"/>
                <a:gd name="csX66" fmla="*/ 82282 w 223766"/>
                <a:gd name="csY66" fmla="*/ 97795 h 271235"/>
                <a:gd name="csX67" fmla="*/ 77617 w 223766"/>
                <a:gd name="csY67" fmla="*/ 104397 h 271235"/>
                <a:gd name="csX68" fmla="*/ 68293 w 223766"/>
                <a:gd name="csY68" fmla="*/ 105717 h 271235"/>
                <a:gd name="csX69" fmla="*/ 66740 w 223766"/>
                <a:gd name="csY69" fmla="*/ 116279 h 271235"/>
                <a:gd name="csX70" fmla="*/ 54310 w 223766"/>
                <a:gd name="csY70" fmla="*/ 122881 h 271235"/>
                <a:gd name="csX71" fmla="*/ 34109 w 223766"/>
                <a:gd name="csY71" fmla="*/ 133443 h 271235"/>
                <a:gd name="csX72" fmla="*/ 38767 w 223766"/>
                <a:gd name="csY72" fmla="*/ 155881 h 271235"/>
                <a:gd name="csX73" fmla="*/ 34109 w 223766"/>
                <a:gd name="csY73" fmla="*/ 158522 h 271235"/>
                <a:gd name="csX74" fmla="*/ 24784 w 223766"/>
                <a:gd name="csY74" fmla="*/ 149287 h 271235"/>
                <a:gd name="csX75" fmla="*/ 15460 w 223766"/>
                <a:gd name="csY75" fmla="*/ 155881 h 271235"/>
                <a:gd name="csX76" fmla="*/ 26337 w 223766"/>
                <a:gd name="csY76" fmla="*/ 165124 h 271235"/>
                <a:gd name="csX77" fmla="*/ 21679 w 223766"/>
                <a:gd name="csY77" fmla="*/ 173045 h 271235"/>
                <a:gd name="csX78" fmla="*/ 9249 w 223766"/>
                <a:gd name="csY78" fmla="*/ 163803 h 271235"/>
                <a:gd name="csX79" fmla="*/ 7689 w 223766"/>
                <a:gd name="csY79" fmla="*/ 173045 h 271235"/>
                <a:gd name="csX80" fmla="*/ 13907 w 223766"/>
                <a:gd name="csY80" fmla="*/ 184928 h 271235"/>
                <a:gd name="csX81" fmla="*/ 26337 w 223766"/>
                <a:gd name="csY81" fmla="*/ 187569 h 271235"/>
                <a:gd name="csX82" fmla="*/ 27890 w 223766"/>
                <a:gd name="csY82" fmla="*/ 196811 h 271235"/>
                <a:gd name="csX83" fmla="*/ 12355 w 223766"/>
                <a:gd name="csY83" fmla="*/ 213975 h 271235"/>
                <a:gd name="csX84" fmla="*/ 9249 w 223766"/>
                <a:gd name="csY84" fmla="*/ 233772 h 271235"/>
                <a:gd name="csX85" fmla="*/ 20126 w 223766"/>
                <a:gd name="csY85" fmla="*/ 240374 h 271235"/>
                <a:gd name="csX86" fmla="*/ 20126 w 223766"/>
                <a:gd name="csY86" fmla="*/ 249616 h 271235"/>
                <a:gd name="csX87" fmla="*/ 1477 w 223766"/>
                <a:gd name="csY87" fmla="*/ 254897 h 271235"/>
                <a:gd name="csX88" fmla="*/ 3030 w 223766"/>
                <a:gd name="csY88" fmla="*/ 266780 h 271235"/>
                <a:gd name="csX89" fmla="*/ 9748 w 223766"/>
                <a:gd name="csY89" fmla="*/ 272663 h 271235"/>
                <a:gd name="csX90" fmla="*/ 16199 w 223766"/>
                <a:gd name="csY90" fmla="*/ 273983 h 271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23766" h="271235">
                  <a:moveTo>
                    <a:pt x="16199" y="273983"/>
                  </a:moveTo>
                  <a:lnTo>
                    <a:pt x="95219" y="273983"/>
                  </a:lnTo>
                  <a:lnTo>
                    <a:pt x="96265" y="268100"/>
                  </a:lnTo>
                  <a:lnTo>
                    <a:pt x="85388" y="266780"/>
                  </a:lnTo>
                  <a:lnTo>
                    <a:pt x="93159" y="257537"/>
                  </a:lnTo>
                  <a:lnTo>
                    <a:pt x="90047" y="240374"/>
                  </a:lnTo>
                  <a:lnTo>
                    <a:pt x="80723" y="239053"/>
                  </a:lnTo>
                  <a:lnTo>
                    <a:pt x="68293" y="236413"/>
                  </a:lnTo>
                  <a:lnTo>
                    <a:pt x="74511" y="225850"/>
                  </a:lnTo>
                  <a:lnTo>
                    <a:pt x="66740" y="223210"/>
                  </a:lnTo>
                  <a:lnTo>
                    <a:pt x="63634" y="228491"/>
                  </a:lnTo>
                  <a:lnTo>
                    <a:pt x="52757" y="228491"/>
                  </a:lnTo>
                  <a:lnTo>
                    <a:pt x="49644" y="216608"/>
                  </a:lnTo>
                  <a:lnTo>
                    <a:pt x="55863" y="207373"/>
                  </a:lnTo>
                  <a:lnTo>
                    <a:pt x="46539" y="199451"/>
                  </a:lnTo>
                  <a:lnTo>
                    <a:pt x="49644" y="178327"/>
                  </a:lnTo>
                  <a:lnTo>
                    <a:pt x="66740" y="165124"/>
                  </a:lnTo>
                  <a:lnTo>
                    <a:pt x="80723" y="169084"/>
                  </a:lnTo>
                  <a:lnTo>
                    <a:pt x="86941" y="161163"/>
                  </a:lnTo>
                  <a:lnTo>
                    <a:pt x="86941" y="144006"/>
                  </a:lnTo>
                  <a:lnTo>
                    <a:pt x="94712" y="136084"/>
                  </a:lnTo>
                  <a:lnTo>
                    <a:pt x="107142" y="138724"/>
                  </a:lnTo>
                  <a:lnTo>
                    <a:pt x="114913" y="153241"/>
                  </a:lnTo>
                  <a:lnTo>
                    <a:pt x="113361" y="136084"/>
                  </a:lnTo>
                  <a:lnTo>
                    <a:pt x="122685" y="136084"/>
                  </a:lnTo>
                  <a:lnTo>
                    <a:pt x="125791" y="147967"/>
                  </a:lnTo>
                  <a:lnTo>
                    <a:pt x="144439" y="142685"/>
                  </a:lnTo>
                  <a:lnTo>
                    <a:pt x="141326" y="133443"/>
                  </a:lnTo>
                  <a:lnTo>
                    <a:pt x="150650" y="128162"/>
                  </a:lnTo>
                  <a:lnTo>
                    <a:pt x="156869" y="136084"/>
                  </a:lnTo>
                  <a:lnTo>
                    <a:pt x="170852" y="125522"/>
                  </a:lnTo>
                  <a:lnTo>
                    <a:pt x="163080" y="114959"/>
                  </a:lnTo>
                  <a:lnTo>
                    <a:pt x="150650" y="114959"/>
                  </a:lnTo>
                  <a:lnTo>
                    <a:pt x="135115" y="121561"/>
                  </a:lnTo>
                  <a:lnTo>
                    <a:pt x="122685" y="122881"/>
                  </a:lnTo>
                  <a:lnTo>
                    <a:pt x="107142" y="113639"/>
                  </a:lnTo>
                  <a:lnTo>
                    <a:pt x="104036" y="96475"/>
                  </a:lnTo>
                  <a:lnTo>
                    <a:pt x="116466" y="89874"/>
                  </a:lnTo>
                  <a:lnTo>
                    <a:pt x="122685" y="95155"/>
                  </a:lnTo>
                  <a:lnTo>
                    <a:pt x="130449" y="91201"/>
                  </a:lnTo>
                  <a:lnTo>
                    <a:pt x="130449" y="75357"/>
                  </a:lnTo>
                  <a:lnTo>
                    <a:pt x="138220" y="70076"/>
                  </a:lnTo>
                  <a:lnTo>
                    <a:pt x="152203" y="70076"/>
                  </a:lnTo>
                  <a:lnTo>
                    <a:pt x="156869" y="60834"/>
                  </a:lnTo>
                  <a:lnTo>
                    <a:pt x="167746" y="63474"/>
                  </a:lnTo>
                  <a:lnTo>
                    <a:pt x="169299" y="48951"/>
                  </a:lnTo>
                  <a:lnTo>
                    <a:pt x="178623" y="54232"/>
                  </a:lnTo>
                  <a:lnTo>
                    <a:pt x="184841" y="52912"/>
                  </a:lnTo>
                  <a:lnTo>
                    <a:pt x="194165" y="44990"/>
                  </a:lnTo>
                  <a:lnTo>
                    <a:pt x="194165" y="31787"/>
                  </a:lnTo>
                  <a:lnTo>
                    <a:pt x="200377" y="21225"/>
                  </a:lnTo>
                  <a:lnTo>
                    <a:pt x="223691" y="14630"/>
                  </a:lnTo>
                  <a:lnTo>
                    <a:pt x="225244" y="4068"/>
                  </a:lnTo>
                  <a:lnTo>
                    <a:pt x="208148" y="2748"/>
                  </a:lnTo>
                  <a:lnTo>
                    <a:pt x="192613" y="9349"/>
                  </a:lnTo>
                  <a:lnTo>
                    <a:pt x="180176" y="21225"/>
                  </a:lnTo>
                  <a:lnTo>
                    <a:pt x="170852" y="21225"/>
                  </a:lnTo>
                  <a:lnTo>
                    <a:pt x="159975" y="30467"/>
                  </a:lnTo>
                  <a:lnTo>
                    <a:pt x="138220" y="41029"/>
                  </a:lnTo>
                  <a:lnTo>
                    <a:pt x="136668" y="50271"/>
                  </a:lnTo>
                  <a:lnTo>
                    <a:pt x="124238" y="56873"/>
                  </a:lnTo>
                  <a:lnTo>
                    <a:pt x="113361" y="58193"/>
                  </a:lnTo>
                  <a:lnTo>
                    <a:pt x="100924" y="71396"/>
                  </a:lnTo>
                  <a:lnTo>
                    <a:pt x="90047" y="85919"/>
                  </a:lnTo>
                  <a:lnTo>
                    <a:pt x="85388" y="77998"/>
                  </a:lnTo>
                  <a:lnTo>
                    <a:pt x="69846" y="87233"/>
                  </a:lnTo>
                  <a:lnTo>
                    <a:pt x="82282" y="97795"/>
                  </a:lnTo>
                  <a:lnTo>
                    <a:pt x="77617" y="104397"/>
                  </a:lnTo>
                  <a:lnTo>
                    <a:pt x="68293" y="105717"/>
                  </a:lnTo>
                  <a:lnTo>
                    <a:pt x="66740" y="116279"/>
                  </a:lnTo>
                  <a:lnTo>
                    <a:pt x="54310" y="122881"/>
                  </a:lnTo>
                  <a:lnTo>
                    <a:pt x="34109" y="133443"/>
                  </a:lnTo>
                  <a:lnTo>
                    <a:pt x="38767" y="155881"/>
                  </a:lnTo>
                  <a:lnTo>
                    <a:pt x="34109" y="158522"/>
                  </a:lnTo>
                  <a:lnTo>
                    <a:pt x="24784" y="149287"/>
                  </a:lnTo>
                  <a:lnTo>
                    <a:pt x="15460" y="155881"/>
                  </a:lnTo>
                  <a:lnTo>
                    <a:pt x="26337" y="165124"/>
                  </a:lnTo>
                  <a:lnTo>
                    <a:pt x="21679" y="173045"/>
                  </a:lnTo>
                  <a:lnTo>
                    <a:pt x="9249" y="163803"/>
                  </a:lnTo>
                  <a:lnTo>
                    <a:pt x="7689" y="173045"/>
                  </a:lnTo>
                  <a:lnTo>
                    <a:pt x="13907" y="184928"/>
                  </a:lnTo>
                  <a:lnTo>
                    <a:pt x="26337" y="187569"/>
                  </a:lnTo>
                  <a:lnTo>
                    <a:pt x="27890" y="196811"/>
                  </a:lnTo>
                  <a:lnTo>
                    <a:pt x="12355" y="213975"/>
                  </a:lnTo>
                  <a:lnTo>
                    <a:pt x="9249" y="233772"/>
                  </a:lnTo>
                  <a:lnTo>
                    <a:pt x="20126" y="240374"/>
                  </a:lnTo>
                  <a:lnTo>
                    <a:pt x="20126" y="249616"/>
                  </a:lnTo>
                  <a:lnTo>
                    <a:pt x="1477" y="254897"/>
                  </a:lnTo>
                  <a:lnTo>
                    <a:pt x="3030" y="266780"/>
                  </a:lnTo>
                  <a:lnTo>
                    <a:pt x="9748" y="272663"/>
                  </a:lnTo>
                  <a:lnTo>
                    <a:pt x="16199" y="273983"/>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5" name="Forme libre : forme 743">
              <a:extLst>
                <a:ext uri="{FF2B5EF4-FFF2-40B4-BE49-F238E27FC236}">
                  <a16:creationId xmlns:a16="http://schemas.microsoft.com/office/drawing/2014/main" id="{1E7D666C-42DE-B7E8-4C6B-7DFE3D4976AF}"/>
                </a:ext>
              </a:extLst>
            </p:cNvPr>
            <p:cNvSpPr/>
            <p:nvPr/>
          </p:nvSpPr>
          <p:spPr>
            <a:xfrm>
              <a:off x="4333794" y="6338756"/>
              <a:ext cx="23306" cy="14523"/>
            </a:xfrm>
            <a:custGeom>
              <a:avLst/>
              <a:gdLst>
                <a:gd name="csX0" fmla="*/ 1542 w 23306"/>
                <a:gd name="csY0" fmla="*/ 5348 h 14523"/>
                <a:gd name="csX1" fmla="*/ 1542 w 23306"/>
                <a:gd name="csY1" fmla="*/ 15911 h 14523"/>
                <a:gd name="csX2" fmla="*/ 13971 w 23306"/>
                <a:gd name="csY2" fmla="*/ 17231 h 14523"/>
                <a:gd name="csX3" fmla="*/ 18637 w 23306"/>
                <a:gd name="csY3" fmla="*/ 15911 h 14523"/>
                <a:gd name="csX4" fmla="*/ 24849 w 23306"/>
                <a:gd name="csY4" fmla="*/ 5348 h 14523"/>
                <a:gd name="csX5" fmla="*/ 15524 w 23306"/>
                <a:gd name="csY5" fmla="*/ 2708 h 14523"/>
                <a:gd name="csX6" fmla="*/ 12419 w 23306"/>
                <a:gd name="csY6" fmla="*/ 6669 h 14523"/>
                <a:gd name="csX7" fmla="*/ 1542 w 23306"/>
                <a:gd name="csY7" fmla="*/ 5348 h 14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306" h="14523">
                  <a:moveTo>
                    <a:pt x="1542" y="5348"/>
                  </a:moveTo>
                  <a:lnTo>
                    <a:pt x="1542" y="15911"/>
                  </a:lnTo>
                  <a:lnTo>
                    <a:pt x="13971" y="17231"/>
                  </a:lnTo>
                  <a:lnTo>
                    <a:pt x="18637" y="15911"/>
                  </a:lnTo>
                  <a:lnTo>
                    <a:pt x="24849" y="5348"/>
                  </a:lnTo>
                  <a:lnTo>
                    <a:pt x="15524" y="2708"/>
                  </a:lnTo>
                  <a:lnTo>
                    <a:pt x="12419" y="6669"/>
                  </a:lnTo>
                  <a:lnTo>
                    <a:pt x="1542" y="534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6" name="Forme libre : forme 744">
              <a:extLst>
                <a:ext uri="{FF2B5EF4-FFF2-40B4-BE49-F238E27FC236}">
                  <a16:creationId xmlns:a16="http://schemas.microsoft.com/office/drawing/2014/main" id="{5719C79E-03F9-7CEA-F89D-595118D187AE}"/>
                </a:ext>
              </a:extLst>
            </p:cNvPr>
            <p:cNvSpPr/>
            <p:nvPr/>
          </p:nvSpPr>
          <p:spPr>
            <a:xfrm rot="7227544" flipV="1">
              <a:off x="4361854" y="6343513"/>
              <a:ext cx="6211" cy="7360"/>
            </a:xfrm>
            <a:custGeom>
              <a:avLst/>
              <a:gdLst>
                <a:gd name="csX0" fmla="*/ 1637 w 6211"/>
                <a:gd name="csY0" fmla="*/ 2708 h 7360"/>
                <a:gd name="csX1" fmla="*/ 7766 w 6211"/>
                <a:gd name="csY1" fmla="*/ 2708 h 7360"/>
                <a:gd name="csX2" fmla="*/ 4969 w 6211"/>
                <a:gd name="csY2" fmla="*/ 10069 h 7360"/>
                <a:gd name="csX3" fmla="*/ 1555 w 6211"/>
                <a:gd name="csY3" fmla="*/ 8064 h 7360"/>
                <a:gd name="csX4" fmla="*/ 1637 w 6211"/>
                <a:gd name="csY4" fmla="*/ 2708 h 7360"/>
              </a:gdLst>
              <a:ahLst/>
              <a:cxnLst>
                <a:cxn ang="0">
                  <a:pos x="csX0" y="csY0"/>
                </a:cxn>
                <a:cxn ang="0">
                  <a:pos x="csX1" y="csY1"/>
                </a:cxn>
                <a:cxn ang="0">
                  <a:pos x="csX2" y="csY2"/>
                </a:cxn>
                <a:cxn ang="0">
                  <a:pos x="csX3" y="csY3"/>
                </a:cxn>
                <a:cxn ang="0">
                  <a:pos x="csX4" y="csY4"/>
                </a:cxn>
              </a:cxnLst>
              <a:rect l="l" t="t" r="r" b="b"/>
              <a:pathLst>
                <a:path w="6211" h="7360">
                  <a:moveTo>
                    <a:pt x="1637" y="2708"/>
                  </a:moveTo>
                  <a:lnTo>
                    <a:pt x="7766" y="2708"/>
                  </a:lnTo>
                  <a:lnTo>
                    <a:pt x="4969" y="10069"/>
                  </a:lnTo>
                  <a:lnTo>
                    <a:pt x="1555" y="8064"/>
                  </a:lnTo>
                  <a:lnTo>
                    <a:pt x="1637" y="270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7" name="Forme libre : forme 745">
              <a:extLst>
                <a:ext uri="{FF2B5EF4-FFF2-40B4-BE49-F238E27FC236}">
                  <a16:creationId xmlns:a16="http://schemas.microsoft.com/office/drawing/2014/main" id="{69D71A33-4443-01A9-3273-AB90BA91FEF9}"/>
                </a:ext>
              </a:extLst>
            </p:cNvPr>
            <p:cNvSpPr/>
            <p:nvPr/>
          </p:nvSpPr>
          <p:spPr>
            <a:xfrm rot="-1241464" flipV="1">
              <a:off x="4340661" y="6357635"/>
              <a:ext cx="18894" cy="7135"/>
            </a:xfrm>
            <a:custGeom>
              <a:avLst/>
              <a:gdLst>
                <a:gd name="csX0" fmla="*/ 1545 w 18894"/>
                <a:gd name="csY0" fmla="*/ 9851 h 7135"/>
                <a:gd name="csX1" fmla="*/ 16492 w 18894"/>
                <a:gd name="csY1" fmla="*/ 9851 h 7135"/>
                <a:gd name="csX2" fmla="*/ 20439 w 18894"/>
                <a:gd name="csY2" fmla="*/ 2716 h 7135"/>
                <a:gd name="csX3" fmla="*/ 11252 w 18894"/>
                <a:gd name="csY3" fmla="*/ 4775 h 7135"/>
                <a:gd name="csX4" fmla="*/ 1545 w 18894"/>
                <a:gd name="csY4" fmla="*/ 9851 h 7135"/>
              </a:gdLst>
              <a:ahLst/>
              <a:cxnLst>
                <a:cxn ang="0">
                  <a:pos x="csX0" y="csY0"/>
                </a:cxn>
                <a:cxn ang="0">
                  <a:pos x="csX1" y="csY1"/>
                </a:cxn>
                <a:cxn ang="0">
                  <a:pos x="csX2" y="csY2"/>
                </a:cxn>
                <a:cxn ang="0">
                  <a:pos x="csX3" y="csY3"/>
                </a:cxn>
                <a:cxn ang="0">
                  <a:pos x="csX4" y="csY4"/>
                </a:cxn>
              </a:cxnLst>
              <a:rect l="l" t="t" r="r" b="b"/>
              <a:pathLst>
                <a:path w="18894" h="7135">
                  <a:moveTo>
                    <a:pt x="1545" y="9851"/>
                  </a:moveTo>
                  <a:lnTo>
                    <a:pt x="16492" y="9851"/>
                  </a:lnTo>
                  <a:lnTo>
                    <a:pt x="20439" y="2716"/>
                  </a:lnTo>
                  <a:lnTo>
                    <a:pt x="11252" y="4775"/>
                  </a:lnTo>
                  <a:lnTo>
                    <a:pt x="1545" y="98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8" name="Forme libre : forme 746">
              <a:extLst>
                <a:ext uri="{FF2B5EF4-FFF2-40B4-BE49-F238E27FC236}">
                  <a16:creationId xmlns:a16="http://schemas.microsoft.com/office/drawing/2014/main" id="{0BF06535-294D-A736-22DF-FDD8E517497A}"/>
                </a:ext>
              </a:extLst>
            </p:cNvPr>
            <p:cNvSpPr/>
            <p:nvPr/>
          </p:nvSpPr>
          <p:spPr>
            <a:xfrm>
              <a:off x="4389739" y="6219943"/>
              <a:ext cx="23306" cy="11882"/>
            </a:xfrm>
            <a:custGeom>
              <a:avLst/>
              <a:gdLst>
                <a:gd name="csX0" fmla="*/ 1576 w 23306"/>
                <a:gd name="csY0" fmla="*/ 6595 h 11882"/>
                <a:gd name="csX1" fmla="*/ 15558 w 23306"/>
                <a:gd name="csY1" fmla="*/ 2634 h 11882"/>
                <a:gd name="csX2" fmla="*/ 24883 w 23306"/>
                <a:gd name="csY2" fmla="*/ 5275 h 11882"/>
                <a:gd name="csX3" fmla="*/ 23330 w 23306"/>
                <a:gd name="csY3" fmla="*/ 11876 h 11882"/>
                <a:gd name="csX4" fmla="*/ 9347 w 23306"/>
                <a:gd name="csY4" fmla="*/ 11876 h 11882"/>
                <a:gd name="csX5" fmla="*/ 1576 w 23306"/>
                <a:gd name="csY5" fmla="*/ 14517 h 11882"/>
                <a:gd name="csX6" fmla="*/ 1576 w 23306"/>
                <a:gd name="csY6" fmla="*/ 6595 h 1188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06" h="11882">
                  <a:moveTo>
                    <a:pt x="1576" y="6595"/>
                  </a:moveTo>
                  <a:lnTo>
                    <a:pt x="15558" y="2634"/>
                  </a:lnTo>
                  <a:lnTo>
                    <a:pt x="24883" y="5275"/>
                  </a:lnTo>
                  <a:lnTo>
                    <a:pt x="23330" y="11876"/>
                  </a:lnTo>
                  <a:lnTo>
                    <a:pt x="9347" y="11876"/>
                  </a:lnTo>
                  <a:lnTo>
                    <a:pt x="1576" y="14517"/>
                  </a:lnTo>
                  <a:lnTo>
                    <a:pt x="1576" y="659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69" name="Forme libre : forme 747">
              <a:extLst>
                <a:ext uri="{FF2B5EF4-FFF2-40B4-BE49-F238E27FC236}">
                  <a16:creationId xmlns:a16="http://schemas.microsoft.com/office/drawing/2014/main" id="{27ED7FDE-6DE3-977D-33A9-6DAD13AB5B2E}"/>
                </a:ext>
              </a:extLst>
            </p:cNvPr>
            <p:cNvSpPr/>
            <p:nvPr/>
          </p:nvSpPr>
          <p:spPr>
            <a:xfrm>
              <a:off x="4422377" y="6222584"/>
              <a:ext cx="10877" cy="11882"/>
            </a:xfrm>
            <a:custGeom>
              <a:avLst/>
              <a:gdLst>
                <a:gd name="csX0" fmla="*/ 7805 w 10877"/>
                <a:gd name="csY0" fmla="*/ 2636 h 11882"/>
                <a:gd name="csX1" fmla="*/ 1594 w 10877"/>
                <a:gd name="csY1" fmla="*/ 7918 h 11882"/>
                <a:gd name="csX2" fmla="*/ 3146 w 10877"/>
                <a:gd name="csY2" fmla="*/ 14519 h 11882"/>
                <a:gd name="csX3" fmla="*/ 9358 w 10877"/>
                <a:gd name="csY3" fmla="*/ 11878 h 11882"/>
                <a:gd name="csX4" fmla="*/ 12471 w 10877"/>
                <a:gd name="csY4" fmla="*/ 6597 h 11882"/>
                <a:gd name="csX5" fmla="*/ 7805 w 10877"/>
                <a:gd name="csY5" fmla="*/ 2636 h 11882"/>
              </a:gdLst>
              <a:ahLst/>
              <a:cxnLst>
                <a:cxn ang="0">
                  <a:pos x="csX0" y="csY0"/>
                </a:cxn>
                <a:cxn ang="0">
                  <a:pos x="csX1" y="csY1"/>
                </a:cxn>
                <a:cxn ang="0">
                  <a:pos x="csX2" y="csY2"/>
                </a:cxn>
                <a:cxn ang="0">
                  <a:pos x="csX3" y="csY3"/>
                </a:cxn>
                <a:cxn ang="0">
                  <a:pos x="csX4" y="csY4"/>
                </a:cxn>
                <a:cxn ang="0">
                  <a:pos x="csX5" y="csY5"/>
                </a:cxn>
              </a:cxnLst>
              <a:rect l="l" t="t" r="r" b="b"/>
              <a:pathLst>
                <a:path w="10877" h="11882">
                  <a:moveTo>
                    <a:pt x="7805" y="2636"/>
                  </a:moveTo>
                  <a:lnTo>
                    <a:pt x="1594" y="7918"/>
                  </a:lnTo>
                  <a:lnTo>
                    <a:pt x="3146" y="14519"/>
                  </a:lnTo>
                  <a:lnTo>
                    <a:pt x="9358" y="11878"/>
                  </a:lnTo>
                  <a:lnTo>
                    <a:pt x="12471" y="6597"/>
                  </a:lnTo>
                  <a:lnTo>
                    <a:pt x="7805" y="263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0" name="Forme libre : forme 748">
              <a:extLst>
                <a:ext uri="{FF2B5EF4-FFF2-40B4-BE49-F238E27FC236}">
                  <a16:creationId xmlns:a16="http://schemas.microsoft.com/office/drawing/2014/main" id="{E102CA94-02D4-2BD3-DA04-8EE5E3722A0C}"/>
                </a:ext>
              </a:extLst>
            </p:cNvPr>
            <p:cNvSpPr/>
            <p:nvPr/>
          </p:nvSpPr>
          <p:spPr>
            <a:xfrm>
              <a:off x="4312040" y="6252944"/>
              <a:ext cx="35743" cy="23765"/>
            </a:xfrm>
            <a:custGeom>
              <a:avLst/>
              <a:gdLst>
                <a:gd name="csX0" fmla="*/ 1531 w 35743"/>
                <a:gd name="csY0" fmla="*/ 26421 h 23765"/>
                <a:gd name="csX1" fmla="*/ 3084 w 35743"/>
                <a:gd name="csY1" fmla="*/ 15859 h 23765"/>
                <a:gd name="csX2" fmla="*/ 12408 w 35743"/>
                <a:gd name="csY2" fmla="*/ 7937 h 23765"/>
                <a:gd name="csX3" fmla="*/ 34162 w 35743"/>
                <a:gd name="csY3" fmla="*/ 2656 h 23765"/>
                <a:gd name="csX4" fmla="*/ 37275 w 35743"/>
                <a:gd name="csY4" fmla="*/ 9257 h 23765"/>
                <a:gd name="csX5" fmla="*/ 23285 w 35743"/>
                <a:gd name="csY5" fmla="*/ 18499 h 23765"/>
                <a:gd name="csX6" fmla="*/ 1531 w 35743"/>
                <a:gd name="csY6" fmla="*/ 26421 h 237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743" h="23765">
                  <a:moveTo>
                    <a:pt x="1531" y="26421"/>
                  </a:moveTo>
                  <a:lnTo>
                    <a:pt x="3084" y="15859"/>
                  </a:lnTo>
                  <a:lnTo>
                    <a:pt x="12408" y="7937"/>
                  </a:lnTo>
                  <a:lnTo>
                    <a:pt x="34162" y="2656"/>
                  </a:lnTo>
                  <a:lnTo>
                    <a:pt x="37275" y="9257"/>
                  </a:lnTo>
                  <a:lnTo>
                    <a:pt x="23285" y="18499"/>
                  </a:lnTo>
                  <a:lnTo>
                    <a:pt x="1531" y="2642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1" name="Forme libre : forme 749">
              <a:extLst>
                <a:ext uri="{FF2B5EF4-FFF2-40B4-BE49-F238E27FC236}">
                  <a16:creationId xmlns:a16="http://schemas.microsoft.com/office/drawing/2014/main" id="{C468AB94-0EE2-7FDF-65DB-953C95B8D6E4}"/>
                </a:ext>
              </a:extLst>
            </p:cNvPr>
            <p:cNvSpPr/>
            <p:nvPr/>
          </p:nvSpPr>
          <p:spPr>
            <a:xfrm>
              <a:off x="4201710" y="6353280"/>
              <a:ext cx="23313" cy="17163"/>
            </a:xfrm>
            <a:custGeom>
              <a:avLst/>
              <a:gdLst>
                <a:gd name="csX0" fmla="*/ 7680 w 23313"/>
                <a:gd name="csY0" fmla="*/ 7998 h 17163"/>
                <a:gd name="csX1" fmla="*/ 21663 w 23313"/>
                <a:gd name="csY1" fmla="*/ 2717 h 17163"/>
                <a:gd name="csX2" fmla="*/ 24776 w 23313"/>
                <a:gd name="csY2" fmla="*/ 9319 h 17163"/>
                <a:gd name="csX3" fmla="*/ 20110 w 23313"/>
                <a:gd name="csY3" fmla="*/ 17240 h 17163"/>
                <a:gd name="csX4" fmla="*/ 3022 w 23313"/>
                <a:gd name="csY4" fmla="*/ 19881 h 17163"/>
                <a:gd name="csX5" fmla="*/ 1462 w 23313"/>
                <a:gd name="csY5" fmla="*/ 14600 h 17163"/>
                <a:gd name="csX6" fmla="*/ 7680 w 23313"/>
                <a:gd name="csY6" fmla="*/ 7998 h 1716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3313" h="17163">
                  <a:moveTo>
                    <a:pt x="7680" y="7998"/>
                  </a:moveTo>
                  <a:lnTo>
                    <a:pt x="21663" y="2717"/>
                  </a:lnTo>
                  <a:lnTo>
                    <a:pt x="24776" y="9319"/>
                  </a:lnTo>
                  <a:lnTo>
                    <a:pt x="20110" y="17240"/>
                  </a:lnTo>
                  <a:lnTo>
                    <a:pt x="3022" y="19881"/>
                  </a:lnTo>
                  <a:lnTo>
                    <a:pt x="1462" y="14600"/>
                  </a:lnTo>
                  <a:lnTo>
                    <a:pt x="7680" y="7998"/>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2" name="Forme libre : forme 750">
              <a:extLst>
                <a:ext uri="{FF2B5EF4-FFF2-40B4-BE49-F238E27FC236}">
                  <a16:creationId xmlns:a16="http://schemas.microsoft.com/office/drawing/2014/main" id="{FEF47CF0-C307-5117-91BD-B0907AF70860}"/>
                </a:ext>
              </a:extLst>
            </p:cNvPr>
            <p:cNvSpPr/>
            <p:nvPr/>
          </p:nvSpPr>
          <p:spPr>
            <a:xfrm>
              <a:off x="4232788" y="6342717"/>
              <a:ext cx="15542" cy="14523"/>
            </a:xfrm>
            <a:custGeom>
              <a:avLst/>
              <a:gdLst>
                <a:gd name="csX0" fmla="*/ 1478 w 15542"/>
                <a:gd name="csY0" fmla="*/ 7991 h 14523"/>
                <a:gd name="csX1" fmla="*/ 1478 w 15542"/>
                <a:gd name="csY1" fmla="*/ 17233 h 14523"/>
                <a:gd name="csX2" fmla="*/ 12355 w 15542"/>
                <a:gd name="csY2" fmla="*/ 17233 h 14523"/>
                <a:gd name="csX3" fmla="*/ 17021 w 15542"/>
                <a:gd name="csY3" fmla="*/ 11952 h 14523"/>
                <a:gd name="csX4" fmla="*/ 9249 w 15542"/>
                <a:gd name="csY4" fmla="*/ 2710 h 14523"/>
                <a:gd name="csX5" fmla="*/ 1478 w 15542"/>
                <a:gd name="csY5" fmla="*/ 7991 h 14523"/>
              </a:gdLst>
              <a:ahLst/>
              <a:cxnLst>
                <a:cxn ang="0">
                  <a:pos x="csX0" y="csY0"/>
                </a:cxn>
                <a:cxn ang="0">
                  <a:pos x="csX1" y="csY1"/>
                </a:cxn>
                <a:cxn ang="0">
                  <a:pos x="csX2" y="csY2"/>
                </a:cxn>
                <a:cxn ang="0">
                  <a:pos x="csX3" y="csY3"/>
                </a:cxn>
                <a:cxn ang="0">
                  <a:pos x="csX4" y="csY4"/>
                </a:cxn>
                <a:cxn ang="0">
                  <a:pos x="csX5" y="csY5"/>
                </a:cxn>
              </a:cxnLst>
              <a:rect l="l" t="t" r="r" b="b"/>
              <a:pathLst>
                <a:path w="15542" h="14523">
                  <a:moveTo>
                    <a:pt x="1478" y="7991"/>
                  </a:moveTo>
                  <a:lnTo>
                    <a:pt x="1478" y="17233"/>
                  </a:lnTo>
                  <a:lnTo>
                    <a:pt x="12355" y="17233"/>
                  </a:lnTo>
                  <a:lnTo>
                    <a:pt x="17021" y="11952"/>
                  </a:lnTo>
                  <a:lnTo>
                    <a:pt x="9249" y="2710"/>
                  </a:lnTo>
                  <a:lnTo>
                    <a:pt x="1478" y="799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3" name="Forme libre : forme 751">
              <a:extLst>
                <a:ext uri="{FF2B5EF4-FFF2-40B4-BE49-F238E27FC236}">
                  <a16:creationId xmlns:a16="http://schemas.microsoft.com/office/drawing/2014/main" id="{477553E5-2F8D-6989-E860-EB3D9DA3D9E9}"/>
                </a:ext>
              </a:extLst>
            </p:cNvPr>
            <p:cNvSpPr/>
            <p:nvPr/>
          </p:nvSpPr>
          <p:spPr>
            <a:xfrm rot="-2421067" flipV="1">
              <a:off x="4246255" y="6326915"/>
              <a:ext cx="13216" cy="8051"/>
            </a:xfrm>
            <a:custGeom>
              <a:avLst/>
              <a:gdLst>
                <a:gd name="csX0" fmla="*/ 1486 w 13216"/>
                <a:gd name="csY0" fmla="*/ 10749 h 8051"/>
                <a:gd name="csX1" fmla="*/ 13717 w 13216"/>
                <a:gd name="csY1" fmla="*/ 10749 h 8051"/>
                <a:gd name="csX2" fmla="*/ 14703 w 13216"/>
                <a:gd name="csY2" fmla="*/ 4709 h 8051"/>
                <a:gd name="csX3" fmla="*/ 8922 w 13216"/>
                <a:gd name="csY3" fmla="*/ 2698 h 8051"/>
                <a:gd name="csX4" fmla="*/ 1486 w 13216"/>
                <a:gd name="csY4" fmla="*/ 10749 h 8051"/>
              </a:gdLst>
              <a:ahLst/>
              <a:cxnLst>
                <a:cxn ang="0">
                  <a:pos x="csX0" y="csY0"/>
                </a:cxn>
                <a:cxn ang="0">
                  <a:pos x="csX1" y="csY1"/>
                </a:cxn>
                <a:cxn ang="0">
                  <a:pos x="csX2" y="csY2"/>
                </a:cxn>
                <a:cxn ang="0">
                  <a:pos x="csX3" y="csY3"/>
                </a:cxn>
                <a:cxn ang="0">
                  <a:pos x="csX4" y="csY4"/>
                </a:cxn>
              </a:cxnLst>
              <a:rect l="l" t="t" r="r" b="b"/>
              <a:pathLst>
                <a:path w="13216" h="8051">
                  <a:moveTo>
                    <a:pt x="1486" y="10749"/>
                  </a:moveTo>
                  <a:lnTo>
                    <a:pt x="13717" y="10749"/>
                  </a:lnTo>
                  <a:lnTo>
                    <a:pt x="14703" y="4709"/>
                  </a:lnTo>
                  <a:lnTo>
                    <a:pt x="8922" y="2698"/>
                  </a:lnTo>
                  <a:lnTo>
                    <a:pt x="1486" y="10749"/>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4" name="Forme libre : forme 752">
              <a:extLst>
                <a:ext uri="{FF2B5EF4-FFF2-40B4-BE49-F238E27FC236}">
                  <a16:creationId xmlns:a16="http://schemas.microsoft.com/office/drawing/2014/main" id="{763F9EF6-6FEC-44D7-4F83-750FF5C92AC7}"/>
                </a:ext>
              </a:extLst>
            </p:cNvPr>
            <p:cNvSpPr/>
            <p:nvPr/>
          </p:nvSpPr>
          <p:spPr>
            <a:xfrm rot="-948724" flipV="1">
              <a:off x="4270732" y="6324766"/>
              <a:ext cx="14482" cy="6355"/>
            </a:xfrm>
            <a:custGeom>
              <a:avLst/>
              <a:gdLst>
                <a:gd name="csX0" fmla="*/ 6290 w 14482"/>
                <a:gd name="csY0" fmla="*/ 9052 h 6355"/>
                <a:gd name="csX1" fmla="*/ 15984 w 14482"/>
                <a:gd name="csY1" fmla="*/ 9052 h 6355"/>
                <a:gd name="csX2" fmla="*/ 14185 w 14482"/>
                <a:gd name="csY2" fmla="*/ 2696 h 6355"/>
                <a:gd name="csX3" fmla="*/ 1502 w 14482"/>
                <a:gd name="csY3" fmla="*/ 3545 h 6355"/>
                <a:gd name="csX4" fmla="*/ 6290 w 14482"/>
                <a:gd name="csY4" fmla="*/ 9052 h 6355"/>
              </a:gdLst>
              <a:ahLst/>
              <a:cxnLst>
                <a:cxn ang="0">
                  <a:pos x="csX0" y="csY0"/>
                </a:cxn>
                <a:cxn ang="0">
                  <a:pos x="csX1" y="csY1"/>
                </a:cxn>
                <a:cxn ang="0">
                  <a:pos x="csX2" y="csY2"/>
                </a:cxn>
                <a:cxn ang="0">
                  <a:pos x="csX3" y="csY3"/>
                </a:cxn>
                <a:cxn ang="0">
                  <a:pos x="csX4" y="csY4"/>
                </a:cxn>
              </a:cxnLst>
              <a:rect l="l" t="t" r="r" b="b"/>
              <a:pathLst>
                <a:path w="14482" h="6355">
                  <a:moveTo>
                    <a:pt x="6290" y="9052"/>
                  </a:moveTo>
                  <a:lnTo>
                    <a:pt x="15984" y="9052"/>
                  </a:lnTo>
                  <a:lnTo>
                    <a:pt x="14185" y="2696"/>
                  </a:lnTo>
                  <a:lnTo>
                    <a:pt x="1502" y="3545"/>
                  </a:lnTo>
                  <a:lnTo>
                    <a:pt x="6290" y="905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5" name="Forme libre : forme 753">
              <a:extLst>
                <a:ext uri="{FF2B5EF4-FFF2-40B4-BE49-F238E27FC236}">
                  <a16:creationId xmlns:a16="http://schemas.microsoft.com/office/drawing/2014/main" id="{01B7A989-575E-1549-DFB1-473F3CCBBC14}"/>
                </a:ext>
              </a:extLst>
            </p:cNvPr>
            <p:cNvSpPr/>
            <p:nvPr/>
          </p:nvSpPr>
          <p:spPr>
            <a:xfrm rot="-719225" flipV="1">
              <a:off x="4240736" y="6306274"/>
              <a:ext cx="11342" cy="10008"/>
            </a:xfrm>
            <a:custGeom>
              <a:avLst/>
              <a:gdLst>
                <a:gd name="csX0" fmla="*/ 6470 w 11342"/>
                <a:gd name="csY0" fmla="*/ 2685 h 10008"/>
                <a:gd name="csX1" fmla="*/ 12825 w 11342"/>
                <a:gd name="csY1" fmla="*/ 2685 h 10008"/>
                <a:gd name="csX2" fmla="*/ 10178 w 11342"/>
                <a:gd name="csY2" fmla="*/ 12693 h 10008"/>
                <a:gd name="csX3" fmla="*/ 1483 w 11342"/>
                <a:gd name="csY3" fmla="*/ 9143 h 10008"/>
                <a:gd name="csX4" fmla="*/ 6470 w 11342"/>
                <a:gd name="csY4" fmla="*/ 2685 h 10008"/>
              </a:gdLst>
              <a:ahLst/>
              <a:cxnLst>
                <a:cxn ang="0">
                  <a:pos x="csX0" y="csY0"/>
                </a:cxn>
                <a:cxn ang="0">
                  <a:pos x="csX1" y="csY1"/>
                </a:cxn>
                <a:cxn ang="0">
                  <a:pos x="csX2" y="csY2"/>
                </a:cxn>
                <a:cxn ang="0">
                  <a:pos x="csX3" y="csY3"/>
                </a:cxn>
                <a:cxn ang="0">
                  <a:pos x="csX4" y="csY4"/>
                </a:cxn>
              </a:cxnLst>
              <a:rect l="l" t="t" r="r" b="b"/>
              <a:pathLst>
                <a:path w="11342" h="10008">
                  <a:moveTo>
                    <a:pt x="6470" y="2685"/>
                  </a:moveTo>
                  <a:lnTo>
                    <a:pt x="12825" y="2685"/>
                  </a:lnTo>
                  <a:lnTo>
                    <a:pt x="10178" y="12693"/>
                  </a:lnTo>
                  <a:lnTo>
                    <a:pt x="1483" y="9143"/>
                  </a:lnTo>
                  <a:lnTo>
                    <a:pt x="6470" y="268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6" name="Forme libre : forme 754">
              <a:extLst>
                <a:ext uri="{FF2B5EF4-FFF2-40B4-BE49-F238E27FC236}">
                  <a16:creationId xmlns:a16="http://schemas.microsoft.com/office/drawing/2014/main" id="{310D9BDA-30D6-3990-98A6-29CAB55F4476}"/>
                </a:ext>
              </a:extLst>
            </p:cNvPr>
            <p:cNvSpPr/>
            <p:nvPr/>
          </p:nvSpPr>
          <p:spPr>
            <a:xfrm rot="4605767" flipV="1">
              <a:off x="4230616" y="6290145"/>
              <a:ext cx="13565" cy="9679"/>
            </a:xfrm>
            <a:custGeom>
              <a:avLst/>
              <a:gdLst>
                <a:gd name="csX0" fmla="*/ 1478 w 13565"/>
                <a:gd name="csY0" fmla="*/ 12357 h 9679"/>
                <a:gd name="csX1" fmla="*/ 15043 w 13565"/>
                <a:gd name="csY1" fmla="*/ 12357 h 9679"/>
                <a:gd name="csX2" fmla="*/ 11979 w 13565"/>
                <a:gd name="csY2" fmla="*/ 5099 h 9679"/>
                <a:gd name="csX3" fmla="*/ 1916 w 13565"/>
                <a:gd name="csY3" fmla="*/ 2677 h 9679"/>
                <a:gd name="csX4" fmla="*/ 1478 w 13565"/>
                <a:gd name="csY4" fmla="*/ 12357 h 9679"/>
              </a:gdLst>
              <a:ahLst/>
              <a:cxnLst>
                <a:cxn ang="0">
                  <a:pos x="csX0" y="csY0"/>
                </a:cxn>
                <a:cxn ang="0">
                  <a:pos x="csX1" y="csY1"/>
                </a:cxn>
                <a:cxn ang="0">
                  <a:pos x="csX2" y="csY2"/>
                </a:cxn>
                <a:cxn ang="0">
                  <a:pos x="csX3" y="csY3"/>
                </a:cxn>
                <a:cxn ang="0">
                  <a:pos x="csX4" y="csY4"/>
                </a:cxn>
              </a:cxnLst>
              <a:rect l="l" t="t" r="r" b="b"/>
              <a:pathLst>
                <a:path w="13565" h="9679">
                  <a:moveTo>
                    <a:pt x="1478" y="12357"/>
                  </a:moveTo>
                  <a:lnTo>
                    <a:pt x="15043" y="12357"/>
                  </a:lnTo>
                  <a:lnTo>
                    <a:pt x="11979" y="5099"/>
                  </a:lnTo>
                  <a:lnTo>
                    <a:pt x="1916" y="2677"/>
                  </a:lnTo>
                  <a:lnTo>
                    <a:pt x="1478" y="1235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7" name="Forme libre : forme 755">
              <a:extLst>
                <a:ext uri="{FF2B5EF4-FFF2-40B4-BE49-F238E27FC236}">
                  <a16:creationId xmlns:a16="http://schemas.microsoft.com/office/drawing/2014/main" id="{34F31370-CB11-637B-E4B9-89029553FB0D}"/>
                </a:ext>
              </a:extLst>
            </p:cNvPr>
            <p:cNvSpPr/>
            <p:nvPr/>
          </p:nvSpPr>
          <p:spPr>
            <a:xfrm>
              <a:off x="4259208" y="6275389"/>
              <a:ext cx="35736" cy="14523"/>
            </a:xfrm>
            <a:custGeom>
              <a:avLst/>
              <a:gdLst>
                <a:gd name="csX0" fmla="*/ 3052 w 35736"/>
                <a:gd name="csY0" fmla="*/ 7950 h 14523"/>
                <a:gd name="csX1" fmla="*/ 31025 w 35736"/>
                <a:gd name="csY1" fmla="*/ 2669 h 14523"/>
                <a:gd name="csX2" fmla="*/ 37236 w 35736"/>
                <a:gd name="csY2" fmla="*/ 9270 h 14523"/>
                <a:gd name="csX3" fmla="*/ 31025 w 35736"/>
                <a:gd name="csY3" fmla="*/ 17192 h 14523"/>
                <a:gd name="csX4" fmla="*/ 1499 w 35736"/>
                <a:gd name="csY4" fmla="*/ 14551 h 14523"/>
                <a:gd name="csX5" fmla="*/ 3052 w 35736"/>
                <a:gd name="csY5" fmla="*/ 7950 h 14523"/>
              </a:gdLst>
              <a:ahLst/>
              <a:cxnLst>
                <a:cxn ang="0">
                  <a:pos x="csX0" y="csY0"/>
                </a:cxn>
                <a:cxn ang="0">
                  <a:pos x="csX1" y="csY1"/>
                </a:cxn>
                <a:cxn ang="0">
                  <a:pos x="csX2" y="csY2"/>
                </a:cxn>
                <a:cxn ang="0">
                  <a:pos x="csX3" y="csY3"/>
                </a:cxn>
                <a:cxn ang="0">
                  <a:pos x="csX4" y="csY4"/>
                </a:cxn>
                <a:cxn ang="0">
                  <a:pos x="csX5" y="csY5"/>
                </a:cxn>
              </a:cxnLst>
              <a:rect l="l" t="t" r="r" b="b"/>
              <a:pathLst>
                <a:path w="35736" h="14523">
                  <a:moveTo>
                    <a:pt x="3052" y="7950"/>
                  </a:moveTo>
                  <a:lnTo>
                    <a:pt x="31025" y="2669"/>
                  </a:lnTo>
                  <a:lnTo>
                    <a:pt x="37236" y="9270"/>
                  </a:lnTo>
                  <a:lnTo>
                    <a:pt x="31025" y="17192"/>
                  </a:lnTo>
                  <a:lnTo>
                    <a:pt x="1499" y="14551"/>
                  </a:lnTo>
                  <a:lnTo>
                    <a:pt x="3052" y="795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8" name="Forme libre : forme 756">
              <a:extLst>
                <a:ext uri="{FF2B5EF4-FFF2-40B4-BE49-F238E27FC236}">
                  <a16:creationId xmlns:a16="http://schemas.microsoft.com/office/drawing/2014/main" id="{28BFDAED-9189-8F96-73A3-11ACC9451902}"/>
                </a:ext>
              </a:extLst>
            </p:cNvPr>
            <p:cNvSpPr/>
            <p:nvPr/>
          </p:nvSpPr>
          <p:spPr>
            <a:xfrm rot="-7227544" flipV="1">
              <a:off x="4278110" y="6292291"/>
              <a:ext cx="9000" cy="12724"/>
            </a:xfrm>
            <a:custGeom>
              <a:avLst/>
              <a:gdLst>
                <a:gd name="csX0" fmla="*/ 1504 w 9000"/>
                <a:gd name="csY0" fmla="*/ 15402 h 12724"/>
                <a:gd name="csX1" fmla="*/ 7634 w 9000"/>
                <a:gd name="csY1" fmla="*/ 15402 h 12724"/>
                <a:gd name="csX2" fmla="*/ 9823 w 9000"/>
                <a:gd name="csY2" fmla="*/ 8711 h 12724"/>
                <a:gd name="csX3" fmla="*/ 1682 w 9000"/>
                <a:gd name="csY3" fmla="*/ 2677 h 12724"/>
                <a:gd name="csX4" fmla="*/ 1504 w 9000"/>
                <a:gd name="csY4" fmla="*/ 15402 h 12724"/>
              </a:gdLst>
              <a:ahLst/>
              <a:cxnLst>
                <a:cxn ang="0">
                  <a:pos x="csX0" y="csY0"/>
                </a:cxn>
                <a:cxn ang="0">
                  <a:pos x="csX1" y="csY1"/>
                </a:cxn>
                <a:cxn ang="0">
                  <a:pos x="csX2" y="csY2"/>
                </a:cxn>
                <a:cxn ang="0">
                  <a:pos x="csX3" y="csY3"/>
                </a:cxn>
                <a:cxn ang="0">
                  <a:pos x="csX4" y="csY4"/>
                </a:cxn>
              </a:cxnLst>
              <a:rect l="l" t="t" r="r" b="b"/>
              <a:pathLst>
                <a:path w="9000" h="12724">
                  <a:moveTo>
                    <a:pt x="1504" y="15402"/>
                  </a:moveTo>
                  <a:lnTo>
                    <a:pt x="7634" y="15402"/>
                  </a:lnTo>
                  <a:cubicBezTo>
                    <a:pt x="7634" y="15402"/>
                    <a:pt x="12190" y="12727"/>
                    <a:pt x="9823" y="8711"/>
                  </a:cubicBezTo>
                  <a:cubicBezTo>
                    <a:pt x="7463" y="4689"/>
                    <a:pt x="1682" y="2677"/>
                    <a:pt x="1682" y="2677"/>
                  </a:cubicBezTo>
                  <a:lnTo>
                    <a:pt x="1504" y="15402"/>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79" name="Forme libre : forme 757">
              <a:extLst>
                <a:ext uri="{FF2B5EF4-FFF2-40B4-BE49-F238E27FC236}">
                  <a16:creationId xmlns:a16="http://schemas.microsoft.com/office/drawing/2014/main" id="{C3F180E6-EC1E-42BD-57D3-FF951CE87C01}"/>
                </a:ext>
              </a:extLst>
            </p:cNvPr>
            <p:cNvSpPr/>
            <p:nvPr/>
          </p:nvSpPr>
          <p:spPr>
            <a:xfrm>
              <a:off x="4089834" y="6462857"/>
              <a:ext cx="34184" cy="46203"/>
            </a:xfrm>
            <a:custGeom>
              <a:avLst/>
              <a:gdLst>
                <a:gd name="csX0" fmla="*/ 35584 w 34184"/>
                <a:gd name="csY0" fmla="*/ 2796 h 46203"/>
                <a:gd name="csX1" fmla="*/ 35584 w 34184"/>
                <a:gd name="csY1" fmla="*/ 30522 h 46203"/>
                <a:gd name="csX2" fmla="*/ 20042 w 34184"/>
                <a:gd name="csY2" fmla="*/ 41077 h 46203"/>
                <a:gd name="csX3" fmla="*/ 15383 w 34184"/>
                <a:gd name="csY3" fmla="*/ 48999 h 46203"/>
                <a:gd name="csX4" fmla="*/ 1400 w 34184"/>
                <a:gd name="csY4" fmla="*/ 46359 h 46203"/>
                <a:gd name="csX5" fmla="*/ 6059 w 34184"/>
                <a:gd name="csY5" fmla="*/ 34483 h 46203"/>
                <a:gd name="csX6" fmla="*/ 18489 w 34184"/>
                <a:gd name="csY6" fmla="*/ 4116 h 46203"/>
                <a:gd name="csX7" fmla="*/ 35584 w 34184"/>
                <a:gd name="csY7" fmla="*/ 2796 h 462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184" h="46203">
                  <a:moveTo>
                    <a:pt x="35584" y="2796"/>
                  </a:moveTo>
                  <a:lnTo>
                    <a:pt x="35584" y="30522"/>
                  </a:lnTo>
                  <a:lnTo>
                    <a:pt x="20042" y="41077"/>
                  </a:lnTo>
                  <a:lnTo>
                    <a:pt x="15383" y="48999"/>
                  </a:lnTo>
                  <a:lnTo>
                    <a:pt x="1400" y="46359"/>
                  </a:lnTo>
                  <a:lnTo>
                    <a:pt x="6059" y="34483"/>
                  </a:lnTo>
                  <a:lnTo>
                    <a:pt x="18489" y="4116"/>
                  </a:lnTo>
                  <a:lnTo>
                    <a:pt x="35584" y="2796"/>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0" name="Forme libre : forme 758">
              <a:extLst>
                <a:ext uri="{FF2B5EF4-FFF2-40B4-BE49-F238E27FC236}">
                  <a16:creationId xmlns:a16="http://schemas.microsoft.com/office/drawing/2014/main" id="{9ACE0FF2-12AE-BD07-3F33-3844F74D2CB7}"/>
                </a:ext>
              </a:extLst>
            </p:cNvPr>
            <p:cNvSpPr/>
            <p:nvPr/>
          </p:nvSpPr>
          <p:spPr>
            <a:xfrm>
              <a:off x="4024599" y="6565827"/>
              <a:ext cx="65262" cy="15125"/>
            </a:xfrm>
            <a:custGeom>
              <a:avLst/>
              <a:gdLst>
                <a:gd name="csX0" fmla="*/ 1363 w 65262"/>
                <a:gd name="csY0" fmla="*/ 17970 h 15125"/>
                <a:gd name="csX1" fmla="*/ 5994 w 65262"/>
                <a:gd name="csY1" fmla="*/ 16047 h 15125"/>
                <a:gd name="csX2" fmla="*/ 15318 w 65262"/>
                <a:gd name="csY2" fmla="*/ 2844 h 15125"/>
                <a:gd name="csX3" fmla="*/ 52608 w 65262"/>
                <a:gd name="csY3" fmla="*/ 2844 h 15125"/>
                <a:gd name="csX4" fmla="*/ 60379 w 65262"/>
                <a:gd name="csY4" fmla="*/ 17368 h 15125"/>
                <a:gd name="csX5" fmla="*/ 66625 w 65262"/>
                <a:gd name="csY5" fmla="*/ 17970 h 15125"/>
                <a:gd name="csX6" fmla="*/ 1363 w 65262"/>
                <a:gd name="csY6" fmla="*/ 17970 h 1512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5262" h="15125">
                  <a:moveTo>
                    <a:pt x="1363" y="17970"/>
                  </a:moveTo>
                  <a:lnTo>
                    <a:pt x="5994" y="16047"/>
                  </a:lnTo>
                  <a:lnTo>
                    <a:pt x="15318" y="2844"/>
                  </a:lnTo>
                  <a:lnTo>
                    <a:pt x="52608" y="2844"/>
                  </a:lnTo>
                  <a:lnTo>
                    <a:pt x="60379" y="17368"/>
                  </a:lnTo>
                  <a:lnTo>
                    <a:pt x="66625" y="17970"/>
                  </a:lnTo>
                  <a:lnTo>
                    <a:pt x="1363" y="1797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1" name="Forme libre : forme 759">
              <a:extLst>
                <a:ext uri="{FF2B5EF4-FFF2-40B4-BE49-F238E27FC236}">
                  <a16:creationId xmlns:a16="http://schemas.microsoft.com/office/drawing/2014/main" id="{62A7EB41-F509-4611-5C24-015180EECBB5}"/>
                </a:ext>
              </a:extLst>
            </p:cNvPr>
            <p:cNvSpPr/>
            <p:nvPr/>
          </p:nvSpPr>
          <p:spPr>
            <a:xfrm rot="8378757" flipV="1">
              <a:off x="4127871" y="6499092"/>
              <a:ext cx="15590" cy="8051"/>
            </a:xfrm>
            <a:custGeom>
              <a:avLst/>
              <a:gdLst>
                <a:gd name="csX0" fmla="*/ 1417 w 15590"/>
                <a:gd name="csY0" fmla="*/ 10855 h 8051"/>
                <a:gd name="csX1" fmla="*/ 15687 w 15590"/>
                <a:gd name="csY1" fmla="*/ 10855 h 8051"/>
                <a:gd name="csX2" fmla="*/ 17007 w 15590"/>
                <a:gd name="csY2" fmla="*/ 2803 h 8051"/>
                <a:gd name="csX3" fmla="*/ 5631 w 15590"/>
                <a:gd name="csY3" fmla="*/ 3809 h 8051"/>
                <a:gd name="csX4" fmla="*/ 1417 w 15590"/>
                <a:gd name="csY4" fmla="*/ 10855 h 8051"/>
              </a:gdLst>
              <a:ahLst/>
              <a:cxnLst>
                <a:cxn ang="0">
                  <a:pos x="csX0" y="csY0"/>
                </a:cxn>
                <a:cxn ang="0">
                  <a:pos x="csX1" y="csY1"/>
                </a:cxn>
                <a:cxn ang="0">
                  <a:pos x="csX2" y="csY2"/>
                </a:cxn>
                <a:cxn ang="0">
                  <a:pos x="csX3" y="csY3"/>
                </a:cxn>
                <a:cxn ang="0">
                  <a:pos x="csX4" y="csY4"/>
                </a:cxn>
              </a:cxnLst>
              <a:rect l="l" t="t" r="r" b="b"/>
              <a:pathLst>
                <a:path w="15590" h="8051">
                  <a:moveTo>
                    <a:pt x="1417" y="10855"/>
                  </a:moveTo>
                  <a:lnTo>
                    <a:pt x="15687" y="10855"/>
                  </a:lnTo>
                  <a:lnTo>
                    <a:pt x="17007" y="2803"/>
                  </a:lnTo>
                  <a:lnTo>
                    <a:pt x="5631" y="3809"/>
                  </a:lnTo>
                  <a:lnTo>
                    <a:pt x="1417" y="10855"/>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2" name="Forme libre : forme 760">
              <a:extLst>
                <a:ext uri="{FF2B5EF4-FFF2-40B4-BE49-F238E27FC236}">
                  <a16:creationId xmlns:a16="http://schemas.microsoft.com/office/drawing/2014/main" id="{9884EC6E-F4B3-18BC-F5F5-C986D44F79E5}"/>
                </a:ext>
              </a:extLst>
            </p:cNvPr>
            <p:cNvSpPr/>
            <p:nvPr/>
          </p:nvSpPr>
          <p:spPr>
            <a:xfrm rot="-2421067" flipV="1">
              <a:off x="4128278" y="6443414"/>
              <a:ext cx="12231" cy="8051"/>
            </a:xfrm>
            <a:custGeom>
              <a:avLst/>
              <a:gdLst>
                <a:gd name="csX0" fmla="*/ 1414 w 12231"/>
                <a:gd name="csY0" fmla="*/ 10820 h 8051"/>
                <a:gd name="csX1" fmla="*/ 13645 w 12231"/>
                <a:gd name="csY1" fmla="*/ 10820 h 8051"/>
                <a:gd name="csX2" fmla="*/ 12920 w 12231"/>
                <a:gd name="csY2" fmla="*/ 2769 h 8051"/>
                <a:gd name="csX3" fmla="*/ 4773 w 12231"/>
                <a:gd name="csY3" fmla="*/ 2769 h 8051"/>
                <a:gd name="csX4" fmla="*/ 1414 w 12231"/>
                <a:gd name="csY4" fmla="*/ 10820 h 8051"/>
              </a:gdLst>
              <a:ahLst/>
              <a:cxnLst>
                <a:cxn ang="0">
                  <a:pos x="csX0" y="csY0"/>
                </a:cxn>
                <a:cxn ang="0">
                  <a:pos x="csX1" y="csY1"/>
                </a:cxn>
                <a:cxn ang="0">
                  <a:pos x="csX2" y="csY2"/>
                </a:cxn>
                <a:cxn ang="0">
                  <a:pos x="csX3" y="csY3"/>
                </a:cxn>
                <a:cxn ang="0">
                  <a:pos x="csX4" y="csY4"/>
                </a:cxn>
              </a:cxnLst>
              <a:rect l="l" t="t" r="r" b="b"/>
              <a:pathLst>
                <a:path w="12231" h="8051">
                  <a:moveTo>
                    <a:pt x="1414" y="10820"/>
                  </a:moveTo>
                  <a:lnTo>
                    <a:pt x="13645" y="10820"/>
                  </a:lnTo>
                  <a:lnTo>
                    <a:pt x="12920" y="2769"/>
                  </a:lnTo>
                  <a:lnTo>
                    <a:pt x="4773" y="2769"/>
                  </a:lnTo>
                  <a:lnTo>
                    <a:pt x="1414" y="10820"/>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3" name="Forme libre : forme 761">
              <a:extLst>
                <a:ext uri="{FF2B5EF4-FFF2-40B4-BE49-F238E27FC236}">
                  <a16:creationId xmlns:a16="http://schemas.microsoft.com/office/drawing/2014/main" id="{63279379-5A6A-AF44-69E9-37E4C8A6A2D4}"/>
                </a:ext>
              </a:extLst>
            </p:cNvPr>
            <p:cNvSpPr/>
            <p:nvPr/>
          </p:nvSpPr>
          <p:spPr>
            <a:xfrm rot="7886229" flipV="1">
              <a:off x="4145456" y="6412490"/>
              <a:ext cx="21247" cy="8735"/>
            </a:xfrm>
            <a:custGeom>
              <a:avLst/>
              <a:gdLst>
                <a:gd name="csX0" fmla="*/ 8590 w 21247"/>
                <a:gd name="csY0" fmla="*/ 2751 h 8735"/>
                <a:gd name="csX1" fmla="*/ 22676 w 21247"/>
                <a:gd name="csY1" fmla="*/ 2751 h 8735"/>
                <a:gd name="csX2" fmla="*/ 18489 w 21247"/>
                <a:gd name="csY2" fmla="*/ 11487 h 8735"/>
                <a:gd name="csX3" fmla="*/ 1428 w 21247"/>
                <a:gd name="csY3" fmla="*/ 8867 h 8735"/>
                <a:gd name="csX4" fmla="*/ 8590 w 21247"/>
                <a:gd name="csY4" fmla="*/ 2751 h 8735"/>
              </a:gdLst>
              <a:ahLst/>
              <a:cxnLst>
                <a:cxn ang="0">
                  <a:pos x="csX0" y="csY0"/>
                </a:cxn>
                <a:cxn ang="0">
                  <a:pos x="csX1" y="csY1"/>
                </a:cxn>
                <a:cxn ang="0">
                  <a:pos x="csX2" y="csY2"/>
                </a:cxn>
                <a:cxn ang="0">
                  <a:pos x="csX3" y="csY3"/>
                </a:cxn>
                <a:cxn ang="0">
                  <a:pos x="csX4" y="csY4"/>
                </a:cxn>
              </a:cxnLst>
              <a:rect l="l" t="t" r="r" b="b"/>
              <a:pathLst>
                <a:path w="21247" h="8735">
                  <a:moveTo>
                    <a:pt x="8590" y="2751"/>
                  </a:moveTo>
                  <a:lnTo>
                    <a:pt x="22676" y="2751"/>
                  </a:lnTo>
                  <a:lnTo>
                    <a:pt x="18489" y="11487"/>
                  </a:lnTo>
                  <a:lnTo>
                    <a:pt x="1428" y="8867"/>
                  </a:lnTo>
                  <a:lnTo>
                    <a:pt x="8590" y="2751"/>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4" name="Forme libre : forme 762">
              <a:extLst>
                <a:ext uri="{FF2B5EF4-FFF2-40B4-BE49-F238E27FC236}">
                  <a16:creationId xmlns:a16="http://schemas.microsoft.com/office/drawing/2014/main" id="{B9EEE5BB-96E2-475D-A9E1-AC4BB4C1F8E7}"/>
                </a:ext>
              </a:extLst>
            </p:cNvPr>
            <p:cNvSpPr/>
            <p:nvPr/>
          </p:nvSpPr>
          <p:spPr>
            <a:xfrm rot="-1949741" flipV="1">
              <a:off x="4166966" y="6420810"/>
              <a:ext cx="7374" cy="5842"/>
            </a:xfrm>
            <a:custGeom>
              <a:avLst/>
              <a:gdLst>
                <a:gd name="csX0" fmla="*/ 1436 w 7374"/>
                <a:gd name="csY0" fmla="*/ 8597 h 5842"/>
                <a:gd name="csX1" fmla="*/ 8811 w 7374"/>
                <a:gd name="csY1" fmla="*/ 8597 h 5842"/>
                <a:gd name="csX2" fmla="*/ 7990 w 7374"/>
                <a:gd name="csY2" fmla="*/ 4424 h 5842"/>
                <a:gd name="csX3" fmla="*/ 3235 w 7374"/>
                <a:gd name="csY3" fmla="*/ 2754 h 5842"/>
                <a:gd name="csX4" fmla="*/ 1436 w 7374"/>
                <a:gd name="csY4" fmla="*/ 8597 h 5842"/>
              </a:gdLst>
              <a:ahLst/>
              <a:cxnLst>
                <a:cxn ang="0">
                  <a:pos x="csX0" y="csY0"/>
                </a:cxn>
                <a:cxn ang="0">
                  <a:pos x="csX1" y="csY1"/>
                </a:cxn>
                <a:cxn ang="0">
                  <a:pos x="csX2" y="csY2"/>
                </a:cxn>
                <a:cxn ang="0">
                  <a:pos x="csX3" y="csY3"/>
                </a:cxn>
                <a:cxn ang="0">
                  <a:pos x="csX4" y="csY4"/>
                </a:cxn>
              </a:cxnLst>
              <a:rect l="l" t="t" r="r" b="b"/>
              <a:pathLst>
                <a:path w="7374" h="5842">
                  <a:moveTo>
                    <a:pt x="1436" y="8597"/>
                  </a:moveTo>
                  <a:lnTo>
                    <a:pt x="8811" y="8597"/>
                  </a:lnTo>
                  <a:lnTo>
                    <a:pt x="7990" y="4424"/>
                  </a:lnTo>
                  <a:lnTo>
                    <a:pt x="3235" y="2754"/>
                  </a:lnTo>
                  <a:lnTo>
                    <a:pt x="1436" y="859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5" name="Forme libre : forme 763">
              <a:extLst>
                <a:ext uri="{FF2B5EF4-FFF2-40B4-BE49-F238E27FC236}">
                  <a16:creationId xmlns:a16="http://schemas.microsoft.com/office/drawing/2014/main" id="{083F829A-3A79-6EE2-1791-D5B130E4D0FE}"/>
                </a:ext>
              </a:extLst>
            </p:cNvPr>
            <p:cNvSpPr/>
            <p:nvPr/>
          </p:nvSpPr>
          <p:spPr>
            <a:xfrm>
              <a:off x="4599516" y="6202780"/>
              <a:ext cx="26419" cy="9242"/>
            </a:xfrm>
            <a:custGeom>
              <a:avLst/>
              <a:gdLst>
                <a:gd name="csX0" fmla="*/ 1704 w 26419"/>
                <a:gd name="csY0" fmla="*/ 6584 h 9242"/>
                <a:gd name="csX1" fmla="*/ 9475 w 26419"/>
                <a:gd name="csY1" fmla="*/ 2623 h 9242"/>
                <a:gd name="csX2" fmla="*/ 20352 w 26419"/>
                <a:gd name="csY2" fmla="*/ 2623 h 9242"/>
                <a:gd name="csX3" fmla="*/ 28124 w 26419"/>
                <a:gd name="csY3" fmla="*/ 6584 h 9242"/>
                <a:gd name="csX4" fmla="*/ 28124 w 26419"/>
                <a:gd name="csY4" fmla="*/ 10544 h 9242"/>
                <a:gd name="csX5" fmla="*/ 17247 w 26419"/>
                <a:gd name="csY5" fmla="*/ 11865 h 9242"/>
                <a:gd name="csX6" fmla="*/ 4810 w 26419"/>
                <a:gd name="csY6" fmla="*/ 11865 h 9242"/>
                <a:gd name="csX7" fmla="*/ 1704 w 26419"/>
                <a:gd name="csY7" fmla="*/ 6584 h 92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19" h="9242">
                  <a:moveTo>
                    <a:pt x="1704" y="6584"/>
                  </a:moveTo>
                  <a:lnTo>
                    <a:pt x="9475" y="2623"/>
                  </a:lnTo>
                  <a:lnTo>
                    <a:pt x="20352" y="2623"/>
                  </a:lnTo>
                  <a:lnTo>
                    <a:pt x="28124" y="6584"/>
                  </a:lnTo>
                  <a:lnTo>
                    <a:pt x="28124" y="10544"/>
                  </a:lnTo>
                  <a:lnTo>
                    <a:pt x="17247" y="11865"/>
                  </a:lnTo>
                  <a:lnTo>
                    <a:pt x="4810" y="11865"/>
                  </a:lnTo>
                  <a:lnTo>
                    <a:pt x="1704" y="6584"/>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sp>
          <p:nvSpPr>
            <p:cNvPr id="3386" name="Forme libre : forme 764">
              <a:extLst>
                <a:ext uri="{FF2B5EF4-FFF2-40B4-BE49-F238E27FC236}">
                  <a16:creationId xmlns:a16="http://schemas.microsoft.com/office/drawing/2014/main" id="{ABBB44DF-BDE7-7584-AF1A-FD7AA3DC93AE}"/>
                </a:ext>
              </a:extLst>
            </p:cNvPr>
            <p:cNvSpPr/>
            <p:nvPr/>
          </p:nvSpPr>
          <p:spPr>
            <a:xfrm>
              <a:off x="4633707" y="6206740"/>
              <a:ext cx="12429" cy="10562"/>
            </a:xfrm>
            <a:custGeom>
              <a:avLst/>
              <a:gdLst>
                <a:gd name="csX0" fmla="*/ 1722 w 12429"/>
                <a:gd name="csY0" fmla="*/ 9227 h 10562"/>
                <a:gd name="csX1" fmla="*/ 4827 w 12429"/>
                <a:gd name="csY1" fmla="*/ 3946 h 10562"/>
                <a:gd name="csX2" fmla="*/ 12599 w 12429"/>
                <a:gd name="csY2" fmla="*/ 2625 h 10562"/>
                <a:gd name="csX3" fmla="*/ 14152 w 12429"/>
                <a:gd name="csY3" fmla="*/ 9227 h 10562"/>
                <a:gd name="csX4" fmla="*/ 9493 w 12429"/>
                <a:gd name="csY4" fmla="*/ 13188 h 10562"/>
                <a:gd name="csX5" fmla="*/ 1722 w 12429"/>
                <a:gd name="csY5" fmla="*/ 9227 h 10562"/>
              </a:gdLst>
              <a:ahLst/>
              <a:cxnLst>
                <a:cxn ang="0">
                  <a:pos x="csX0" y="csY0"/>
                </a:cxn>
                <a:cxn ang="0">
                  <a:pos x="csX1" y="csY1"/>
                </a:cxn>
                <a:cxn ang="0">
                  <a:pos x="csX2" y="csY2"/>
                </a:cxn>
                <a:cxn ang="0">
                  <a:pos x="csX3" y="csY3"/>
                </a:cxn>
                <a:cxn ang="0">
                  <a:pos x="csX4" y="csY4"/>
                </a:cxn>
                <a:cxn ang="0">
                  <a:pos x="csX5" y="csY5"/>
                </a:cxn>
              </a:cxnLst>
              <a:rect l="l" t="t" r="r" b="b"/>
              <a:pathLst>
                <a:path w="12429" h="10562">
                  <a:moveTo>
                    <a:pt x="1722" y="9227"/>
                  </a:moveTo>
                  <a:lnTo>
                    <a:pt x="4827" y="3946"/>
                  </a:lnTo>
                  <a:lnTo>
                    <a:pt x="12599" y="2625"/>
                  </a:lnTo>
                  <a:lnTo>
                    <a:pt x="14152" y="9227"/>
                  </a:lnTo>
                  <a:lnTo>
                    <a:pt x="9493" y="13188"/>
                  </a:lnTo>
                  <a:lnTo>
                    <a:pt x="1722" y="9227"/>
                  </a:lnTo>
                  <a:close/>
                </a:path>
              </a:pathLst>
            </a:custGeom>
            <a:grpFill/>
            <a:ln w="6838" cap="flat">
              <a:solidFill>
                <a:schemeClr val="bg1"/>
              </a:solidFill>
              <a:prstDash val="solid"/>
              <a:round/>
            </a:ln>
          </p:spPr>
          <p:txBody>
            <a:bodyPr/>
            <a:lstStyle/>
            <a:p>
              <a:endParaRPr lang="fr-FR">
                <a:latin typeface="Noto Sans" panose="020B0502040504020204" pitchFamily="34" charset="0"/>
              </a:endParaRPr>
            </a:p>
          </p:txBody>
        </p:sp>
      </p:grpSp>
    </p:spTree>
    <p:extLst>
      <p:ext uri="{BB962C8B-B14F-4D97-AF65-F5344CB8AC3E}">
        <p14:creationId xmlns:p14="http://schemas.microsoft.com/office/powerpoint/2010/main" val="334715048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oolbox_Elements">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B1D4-CE60-8816-1CD6-5996CFF0F18B}"/>
              </a:ext>
            </a:extLst>
          </p:cNvPr>
          <p:cNvSpPr txBox="1">
            <a:spLocks/>
          </p:cNvSpPr>
          <p:nvPr userDrawn="1"/>
        </p:nvSpPr>
        <p:spPr>
          <a:xfrm>
            <a:off x="2348230" y="1043298"/>
            <a:ext cx="7495540" cy="397416"/>
          </a:xfrm>
          <a:prstGeom prst="rect">
            <a:avLst/>
          </a:prstGeom>
        </p:spPr>
        <p:txBody>
          <a:bodyPr anchor="ctr" anchorCtr="0"/>
          <a:lstStyle>
            <a:lvl1pPr>
              <a:lnSpc>
                <a:spcPct val="80000"/>
              </a:lnSpc>
              <a:spcBef>
                <a:spcPct val="0"/>
              </a:spcBef>
              <a:buNone/>
              <a:defRPr sz="3200" b="1" i="0">
                <a:latin typeface="BIB Bold" pitchFamily="2" charset="77"/>
                <a:ea typeface="BIB Bold" pitchFamily="2" charset="77"/>
                <a:cs typeface="+mj-cs"/>
              </a:defRPr>
            </a:lvl1pPr>
          </a:lstStyle>
          <a:p>
            <a:pPr lvl="0" algn="ctr"/>
            <a:r>
              <a:rPr lang="en-US" noProof="0"/>
              <a:t>Toolbox</a:t>
            </a:r>
          </a:p>
        </p:txBody>
      </p:sp>
      <p:sp>
        <p:nvSpPr>
          <p:cNvPr id="36" name="Espace réservé du texte 35">
            <a:extLst>
              <a:ext uri="{FF2B5EF4-FFF2-40B4-BE49-F238E27FC236}">
                <a16:creationId xmlns:a16="http://schemas.microsoft.com/office/drawing/2014/main" id="{486BD52C-CB67-94FD-FBD0-BFFDED4D1153}"/>
              </a:ext>
            </a:extLst>
          </p:cNvPr>
          <p:cNvSpPr>
            <a:spLocks noGrp="1" noChangeAspect="1"/>
          </p:cNvSpPr>
          <p:nvPr>
            <p:ph type="body" sz="quarter" idx="26" hasCustomPrompt="1"/>
          </p:nvPr>
        </p:nvSpPr>
        <p:spPr>
          <a:xfrm>
            <a:off x="2348230" y="3413955"/>
            <a:ext cx="946286" cy="1062039"/>
          </a:xfrm>
          <a:custGeom>
            <a:avLst/>
            <a:gdLst>
              <a:gd name="csX0" fmla="*/ 664656 w 1329312"/>
              <a:gd name="csY0" fmla="*/ 0 h 1491918"/>
              <a:gd name="csX1" fmla="*/ 1329312 w 1329312"/>
              <a:gd name="csY1" fmla="*/ 664656 h 1491918"/>
              <a:gd name="csX2" fmla="*/ 836420 w 1329312"/>
              <a:gd name="csY2" fmla="*/ 1306851 h 1491918"/>
              <a:gd name="csX3" fmla="*/ 707837 w 1329312"/>
              <a:gd name="csY3" fmla="*/ 1470918 h 1491918"/>
              <a:gd name="csX4" fmla="*/ 621475 w 1329312"/>
              <a:gd name="csY4" fmla="*/ 1470918 h 1491918"/>
              <a:gd name="csX5" fmla="*/ 492892 w 1329312"/>
              <a:gd name="csY5" fmla="*/ 1306851 h 1491918"/>
              <a:gd name="csX6" fmla="*/ 0 w 1329312"/>
              <a:gd name="csY6" fmla="*/ 664656 h 1491918"/>
              <a:gd name="csX7" fmla="*/ 664656 w 1329312"/>
              <a:gd name="csY7" fmla="*/ 0 h 1491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329312" h="1491918">
                <a:moveTo>
                  <a:pt x="664656" y="0"/>
                </a:moveTo>
                <a:cubicBezTo>
                  <a:pt x="1031727" y="0"/>
                  <a:pt x="1329312" y="297585"/>
                  <a:pt x="1329312" y="664656"/>
                </a:cubicBezTo>
                <a:cubicBezTo>
                  <a:pt x="1329312" y="972362"/>
                  <a:pt x="1120245" y="1231152"/>
                  <a:pt x="836420" y="1306851"/>
                </a:cubicBezTo>
                <a:lnTo>
                  <a:pt x="707837" y="1470918"/>
                </a:lnTo>
                <a:cubicBezTo>
                  <a:pt x="685838" y="1498918"/>
                  <a:pt x="643474" y="1498918"/>
                  <a:pt x="621475" y="1470918"/>
                </a:cubicBezTo>
                <a:lnTo>
                  <a:pt x="492892" y="1306851"/>
                </a:lnTo>
                <a:cubicBezTo>
                  <a:pt x="209067" y="1231090"/>
                  <a:pt x="0" y="972291"/>
                  <a:pt x="0" y="664656"/>
                </a:cubicBezTo>
                <a:cubicBezTo>
                  <a:pt x="0" y="297585"/>
                  <a:pt x="297586" y="0"/>
                  <a:pt x="664656" y="0"/>
                </a:cubicBezTo>
                <a:close/>
              </a:path>
            </a:pathLst>
          </a:custGeom>
          <a:solidFill>
            <a:schemeClr val="tx1"/>
          </a:solidFill>
        </p:spPr>
        <p:txBody>
          <a:bodyPr wrap="none" bIns="72000" anchor="ctr">
            <a:noAutofit/>
          </a:bodyPr>
          <a:lstStyle>
            <a:lvl1pPr algn="ctr">
              <a:lnSpc>
                <a:spcPct val="98000"/>
              </a:lnSpc>
              <a:defRPr sz="1600" b="1" i="0" spc="0" baseline="0">
                <a:solidFill>
                  <a:schemeClr val="accent1"/>
                </a:solidFill>
                <a:latin typeface="Noto Sans" panose="020B0502040504020204" pitchFamily="34" charset="0"/>
              </a:defRPr>
            </a:lvl1pPr>
            <a:lvl2pPr>
              <a:lnSpc>
                <a:spcPct val="130000"/>
              </a:lnSpc>
              <a:buNone/>
              <a:defRPr sz="1500" b="1">
                <a:solidFill>
                  <a:schemeClr val="accent2"/>
                </a:solidFill>
              </a:defRPr>
            </a:lvl2pPr>
            <a:lvl3pPr>
              <a:defRPr sz="1400"/>
            </a:lvl3pPr>
            <a:lvl4pPr>
              <a:defRPr sz="1600"/>
            </a:lvl4pPr>
            <a:lvl5pPr>
              <a:defRPr sz="1400"/>
            </a:lvl5pPr>
          </a:lstStyle>
          <a:p>
            <a:pPr lvl="0"/>
            <a:r>
              <a:rPr lang="fr-FR"/>
              <a:t>45%</a:t>
            </a:r>
          </a:p>
        </p:txBody>
      </p:sp>
      <p:sp>
        <p:nvSpPr>
          <p:cNvPr id="33" name="Espace réservé du texte 6">
            <a:extLst>
              <a:ext uri="{FF2B5EF4-FFF2-40B4-BE49-F238E27FC236}">
                <a16:creationId xmlns:a16="http://schemas.microsoft.com/office/drawing/2014/main" id="{18748C6D-AADD-8C73-C0E6-C55EC03E6443}"/>
              </a:ext>
            </a:extLst>
          </p:cNvPr>
          <p:cNvSpPr>
            <a:spLocks noGrp="1" noChangeAspect="1"/>
          </p:cNvSpPr>
          <p:nvPr>
            <p:ph type="body" sz="quarter" idx="43" hasCustomPrompt="1"/>
          </p:nvPr>
        </p:nvSpPr>
        <p:spPr>
          <a:xfrm>
            <a:off x="4088425" y="3234171"/>
            <a:ext cx="1421606" cy="1421606"/>
          </a:xfrm>
          <a:prstGeom prst="ellipse">
            <a:avLst/>
          </a:prstGeom>
          <a:blipFill>
            <a:blip>
              <a:extLst>
                <a:ext uri="{96DAC541-7B7A-43D3-8B79-37D633B846F1}">
                  <asvg:svgBlip xmlns:asvg="http://schemas.microsoft.com/office/drawing/2016/SVG/main" r:embed="rId2"/>
                </a:ext>
              </a:extLst>
            </a:blip>
            <a:stretch>
              <a:fillRect/>
            </a:stretch>
          </a:blipFill>
          <a:ln w="127">
            <a:solidFill>
              <a:schemeClr val="bg2">
                <a:lumMod val="75000"/>
              </a:schemeClr>
            </a:solidFill>
          </a:ln>
        </p:spPr>
        <p:txBody>
          <a:bodyPr vert="horz" wrap="square" lIns="0" tIns="0" rIns="0" bIns="0" rtlCol="0">
            <a:noAutofit/>
          </a:bodyPr>
          <a:lstStyle>
            <a:lvl1pPr>
              <a:lnSpc>
                <a:spcPct val="130000"/>
              </a:lnSpc>
              <a:defRPr lang="fr-FR">
                <a:solidFill>
                  <a:schemeClr val="bg1"/>
                </a:solidFill>
              </a:defRPr>
            </a:lvl1pPr>
            <a:lvl2pPr>
              <a:lnSpc>
                <a:spcPct val="130000"/>
              </a:lnSpc>
              <a:buNone/>
              <a:defRPr lang="fr-FR" sz="100" b="1">
                <a:noFill/>
              </a:defRPr>
            </a:lvl2pPr>
            <a:lvl3pPr>
              <a:defRPr sz="1400"/>
            </a:lvl3pPr>
            <a:lvl4pPr>
              <a:defRPr sz="1600"/>
            </a:lvl4pPr>
            <a:lvl5pPr>
              <a:defRPr sz="1400"/>
            </a:lvl5pPr>
          </a:lstStyle>
          <a:p>
            <a:pPr lvl="1">
              <a:lnSpc>
                <a:spcPct val="130000"/>
              </a:lnSpc>
              <a:buNone/>
            </a:pPr>
            <a:r>
              <a:rPr lang="fr-FR"/>
              <a:t>,</a:t>
            </a:r>
          </a:p>
        </p:txBody>
      </p:sp>
      <p:sp>
        <p:nvSpPr>
          <p:cNvPr id="22" name="Espace réservé du texte 27">
            <a:extLst>
              <a:ext uri="{FF2B5EF4-FFF2-40B4-BE49-F238E27FC236}">
                <a16:creationId xmlns:a16="http://schemas.microsoft.com/office/drawing/2014/main" id="{F0A87D88-9577-27F8-9141-9AF6AD224622}"/>
              </a:ext>
            </a:extLst>
          </p:cNvPr>
          <p:cNvSpPr>
            <a:spLocks noGrp="1"/>
          </p:cNvSpPr>
          <p:nvPr>
            <p:ph type="body" sz="quarter" idx="40" hasCustomPrompt="1"/>
          </p:nvPr>
        </p:nvSpPr>
        <p:spPr>
          <a:xfrm>
            <a:off x="6003750" y="3748895"/>
            <a:ext cx="712645" cy="392159"/>
          </a:xfrm>
          <a:custGeom>
            <a:avLst/>
            <a:gdLst>
              <a:gd name="connsiteX0" fmla="*/ 26795 w 391576"/>
              <a:gd name="connsiteY0" fmla="*/ 0 h 215479"/>
              <a:gd name="connsiteX1" fmla="*/ 364781 w 391576"/>
              <a:gd name="connsiteY1" fmla="*/ 0 h 215479"/>
              <a:gd name="connsiteX2" fmla="*/ 391576 w 391576"/>
              <a:gd name="connsiteY2" fmla="*/ 26795 h 215479"/>
              <a:gd name="connsiteX3" fmla="*/ 391576 w 391576"/>
              <a:gd name="connsiteY3" fmla="*/ 134941 h 215479"/>
              <a:gd name="connsiteX4" fmla="*/ 364781 w 391576"/>
              <a:gd name="connsiteY4" fmla="*/ 161735 h 215479"/>
              <a:gd name="connsiteX5" fmla="*/ 271729 w 391576"/>
              <a:gd name="connsiteY5" fmla="*/ 161735 h 215479"/>
              <a:gd name="connsiteX6" fmla="*/ 252786 w 391576"/>
              <a:gd name="connsiteY6" fmla="*/ 169587 h 215479"/>
              <a:gd name="connsiteX7" fmla="*/ 214736 w 391576"/>
              <a:gd name="connsiteY7" fmla="*/ 207625 h 215479"/>
              <a:gd name="connsiteX8" fmla="*/ 176839 w 391576"/>
              <a:gd name="connsiteY8" fmla="*/ 207625 h 215479"/>
              <a:gd name="connsiteX9" fmla="*/ 138801 w 391576"/>
              <a:gd name="connsiteY9" fmla="*/ 169587 h 215479"/>
              <a:gd name="connsiteX10" fmla="*/ 119847 w 391576"/>
              <a:gd name="connsiteY10" fmla="*/ 161735 h 215479"/>
              <a:gd name="connsiteX11" fmla="*/ 26795 w 391576"/>
              <a:gd name="connsiteY11" fmla="*/ 161735 h 215479"/>
              <a:gd name="connsiteX12" fmla="*/ 0 w 391576"/>
              <a:gd name="connsiteY12" fmla="*/ 134941 h 215479"/>
              <a:gd name="connsiteX13" fmla="*/ 0 w 391576"/>
              <a:gd name="connsiteY13" fmla="*/ 26795 h 215479"/>
              <a:gd name="connsiteX14" fmla="*/ 26795 w 391576"/>
              <a:gd name="connsiteY14" fmla="*/ 0 h 2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576" h="215479">
                <a:moveTo>
                  <a:pt x="26795" y="0"/>
                </a:moveTo>
                <a:lnTo>
                  <a:pt x="364781" y="0"/>
                </a:lnTo>
                <a:cubicBezTo>
                  <a:pt x="379581" y="0"/>
                  <a:pt x="391576" y="11995"/>
                  <a:pt x="391576" y="26795"/>
                </a:cubicBezTo>
                <a:lnTo>
                  <a:pt x="391576" y="134941"/>
                </a:lnTo>
                <a:cubicBezTo>
                  <a:pt x="391576" y="149741"/>
                  <a:pt x="379581" y="161735"/>
                  <a:pt x="364781" y="161735"/>
                </a:cubicBezTo>
                <a:lnTo>
                  <a:pt x="271729" y="161735"/>
                </a:lnTo>
                <a:cubicBezTo>
                  <a:pt x="264628" y="161735"/>
                  <a:pt x="257810" y="164563"/>
                  <a:pt x="252786" y="169587"/>
                </a:cubicBezTo>
                <a:lnTo>
                  <a:pt x="214736" y="207625"/>
                </a:lnTo>
                <a:cubicBezTo>
                  <a:pt x="204275" y="218097"/>
                  <a:pt x="187300" y="218097"/>
                  <a:pt x="176839" y="207625"/>
                </a:cubicBezTo>
                <a:lnTo>
                  <a:pt x="138801" y="169587"/>
                </a:lnTo>
                <a:cubicBezTo>
                  <a:pt x="133766" y="164563"/>
                  <a:pt x="126958" y="161735"/>
                  <a:pt x="119847" y="161735"/>
                </a:cubicBezTo>
                <a:lnTo>
                  <a:pt x="26795" y="161735"/>
                </a:lnTo>
                <a:cubicBezTo>
                  <a:pt x="11994" y="161735"/>
                  <a:pt x="0" y="149741"/>
                  <a:pt x="0" y="134941"/>
                </a:cubicBezTo>
                <a:lnTo>
                  <a:pt x="0" y="26795"/>
                </a:lnTo>
                <a:cubicBezTo>
                  <a:pt x="0" y="11995"/>
                  <a:pt x="11994" y="0"/>
                  <a:pt x="26795" y="0"/>
                </a:cubicBezTo>
                <a:close/>
              </a:path>
            </a:pathLst>
          </a:custGeom>
          <a:solidFill>
            <a:schemeClr val="tx1"/>
          </a:solidFill>
        </p:spPr>
        <p:txBody>
          <a:bodyPr wrap="square" bIns="180000" anchor="ctr">
            <a:noAutofit/>
          </a:bodyPr>
          <a:lstStyle>
            <a:lvl1pPr algn="ctr">
              <a:defRPr sz="800" b="1">
                <a:solidFill>
                  <a:schemeClr val="accent1"/>
                </a:solidFill>
              </a:defRPr>
            </a:lvl1pPr>
          </a:lstStyle>
          <a:p>
            <a:pPr lvl="0"/>
            <a:r>
              <a:rPr lang="fr-FR"/>
              <a:t>+15%</a:t>
            </a:r>
            <a:endParaRPr lang="en-US"/>
          </a:p>
        </p:txBody>
      </p:sp>
      <p:sp>
        <p:nvSpPr>
          <p:cNvPr id="3" name="Espace réservé du texte 2">
            <a:extLst>
              <a:ext uri="{FF2B5EF4-FFF2-40B4-BE49-F238E27FC236}">
                <a16:creationId xmlns:a16="http://schemas.microsoft.com/office/drawing/2014/main" id="{821448C9-AB5B-20D6-21E6-145ED100B903}"/>
              </a:ext>
            </a:extLst>
          </p:cNvPr>
          <p:cNvSpPr>
            <a:spLocks noGrp="1"/>
          </p:cNvSpPr>
          <p:nvPr>
            <p:ph type="body" sz="quarter" idx="24" hasCustomPrompt="1"/>
          </p:nvPr>
        </p:nvSpPr>
        <p:spPr>
          <a:xfrm>
            <a:off x="7499912" y="3000375"/>
            <a:ext cx="1889198" cy="1889198"/>
          </a:xfrm>
          <a:custGeom>
            <a:avLst/>
            <a:gdLst>
              <a:gd name="csX0" fmla="*/ 944599 w 1889198"/>
              <a:gd name="csY0" fmla="*/ 0 h 1889198"/>
              <a:gd name="csX1" fmla="*/ 1889198 w 1889198"/>
              <a:gd name="csY1" fmla="*/ 944599 h 1889198"/>
              <a:gd name="csX2" fmla="*/ 944599 w 1889198"/>
              <a:gd name="csY2" fmla="*/ 1889198 h 1889198"/>
              <a:gd name="csX3" fmla="*/ 0 w 1889198"/>
              <a:gd name="csY3" fmla="*/ 944599 h 1889198"/>
              <a:gd name="csX4" fmla="*/ 944599 w 1889198"/>
              <a:gd name="csY4" fmla="*/ 0 h 1889198"/>
            </a:gdLst>
            <a:ahLst/>
            <a:cxnLst>
              <a:cxn ang="0">
                <a:pos x="csX0" y="csY0"/>
              </a:cxn>
              <a:cxn ang="0">
                <a:pos x="csX1" y="csY1"/>
              </a:cxn>
              <a:cxn ang="0">
                <a:pos x="csX2" y="csY2"/>
              </a:cxn>
              <a:cxn ang="0">
                <a:pos x="csX3" y="csY3"/>
              </a:cxn>
              <a:cxn ang="0">
                <a:pos x="csX4" y="csY4"/>
              </a:cxn>
            </a:cxnLst>
            <a:rect l="l" t="t" r="r" b="b"/>
            <a:pathLst>
              <a:path w="1889198" h="1889198">
                <a:moveTo>
                  <a:pt x="944599" y="0"/>
                </a:moveTo>
                <a:cubicBezTo>
                  <a:pt x="1466287" y="0"/>
                  <a:pt x="1889198" y="422911"/>
                  <a:pt x="1889198" y="944599"/>
                </a:cubicBezTo>
                <a:cubicBezTo>
                  <a:pt x="1889198" y="1466287"/>
                  <a:pt x="1466287" y="1889198"/>
                  <a:pt x="944599" y="1889198"/>
                </a:cubicBezTo>
                <a:cubicBezTo>
                  <a:pt x="422911" y="1889198"/>
                  <a:pt x="0" y="1466287"/>
                  <a:pt x="0" y="944599"/>
                </a:cubicBezTo>
                <a:cubicBezTo>
                  <a:pt x="0" y="422911"/>
                  <a:pt x="422911" y="0"/>
                  <a:pt x="944599" y="0"/>
                </a:cubicBezTo>
                <a:close/>
              </a:path>
            </a:pathLst>
          </a:custGeom>
          <a:ln w="133350">
            <a:solidFill>
              <a:srgbClr val="061866">
                <a:alpha val="38000"/>
              </a:srgbClr>
            </a:solidFill>
          </a:ln>
        </p:spPr>
        <p:txBody>
          <a:bodyPr vert="horz" wrap="square" lIns="0" tIns="0" rIns="0" bIns="0" rtlCol="0">
            <a:noAutofit/>
          </a:bodyPr>
          <a:lstStyle>
            <a:lvl1pPr>
              <a:defRPr lang="fr-FR" sz="100">
                <a:noFill/>
              </a:defRPr>
            </a:lvl1pPr>
          </a:lstStyle>
          <a:p>
            <a:pPr lvl="0"/>
            <a:r>
              <a:rPr lang="fr-FR"/>
              <a:t>.</a:t>
            </a:r>
          </a:p>
        </p:txBody>
      </p:sp>
      <p:sp>
        <p:nvSpPr>
          <p:cNvPr id="4" name="Espace réservé du texte 3">
            <a:extLst>
              <a:ext uri="{FF2B5EF4-FFF2-40B4-BE49-F238E27FC236}">
                <a16:creationId xmlns:a16="http://schemas.microsoft.com/office/drawing/2014/main" id="{830ADF6E-0357-2511-A568-95EB98AFCE4E}"/>
              </a:ext>
            </a:extLst>
          </p:cNvPr>
          <p:cNvSpPr>
            <a:spLocks noGrp="1"/>
          </p:cNvSpPr>
          <p:nvPr>
            <p:ph type="body" sz="quarter" idx="27" hasCustomPrompt="1"/>
          </p:nvPr>
        </p:nvSpPr>
        <p:spPr>
          <a:xfrm>
            <a:off x="9719121" y="3943174"/>
            <a:ext cx="1116000" cy="3600"/>
          </a:xfrm>
          <a:custGeom>
            <a:avLst/>
            <a:gdLst>
              <a:gd name="csX0" fmla="*/ 0 w 1116000"/>
              <a:gd name="csY0" fmla="*/ 0 h 3600"/>
              <a:gd name="csX1" fmla="*/ 1116000 w 1116000"/>
              <a:gd name="csY1" fmla="*/ 0 h 3600"/>
              <a:gd name="csX2" fmla="*/ 1116000 w 1116000"/>
              <a:gd name="csY2" fmla="*/ 3600 h 3600"/>
              <a:gd name="csX3" fmla="*/ 0 w 1116000"/>
              <a:gd name="csY3" fmla="*/ 3600 h 3600"/>
            </a:gdLst>
            <a:ahLst/>
            <a:cxnLst>
              <a:cxn ang="0">
                <a:pos x="csX0" y="csY0"/>
              </a:cxn>
              <a:cxn ang="0">
                <a:pos x="csX1" y="csY1"/>
              </a:cxn>
              <a:cxn ang="0">
                <a:pos x="csX2" y="csY2"/>
              </a:cxn>
              <a:cxn ang="0">
                <a:pos x="csX3" y="csY3"/>
              </a:cxn>
            </a:cxnLst>
            <a:rect l="l" t="t" r="r" b="b"/>
            <a:pathLst>
              <a:path w="1116000" h="3600">
                <a:moveTo>
                  <a:pt x="0" y="0"/>
                </a:moveTo>
                <a:lnTo>
                  <a:pt x="1116000" y="0"/>
                </a:lnTo>
                <a:lnTo>
                  <a:pt x="1116000" y="3600"/>
                </a:lnTo>
                <a:lnTo>
                  <a:pt x="0" y="3600"/>
                </a:lnTo>
                <a:close/>
              </a:path>
            </a:pathLst>
          </a:custGeom>
          <a:solidFill>
            <a:schemeClr val="tx1"/>
          </a:solidFill>
          <a:ln w="127">
            <a:solidFill>
              <a:srgbClr val="061866"/>
            </a:solidFill>
          </a:ln>
        </p:spPr>
        <p:txBody>
          <a:bodyPr wrap="square">
            <a:noAutofit/>
          </a:bodyPr>
          <a:lstStyle>
            <a:lvl1pPr>
              <a:defRPr sz="100">
                <a:noFill/>
              </a:defRPr>
            </a:lvl1pPr>
          </a:lstStyle>
          <a:p>
            <a:pPr lvl="0"/>
            <a:r>
              <a:rPr lang="fr-FR"/>
              <a:t>.</a:t>
            </a:r>
          </a:p>
        </p:txBody>
      </p:sp>
    </p:spTree>
    <p:extLst>
      <p:ext uri="{BB962C8B-B14F-4D97-AF65-F5344CB8AC3E}">
        <p14:creationId xmlns:p14="http://schemas.microsoft.com/office/powerpoint/2010/main" val="2494057176"/>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oolbox_Schedu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9CBF51-B443-388E-0064-41D9B05BFECE}"/>
              </a:ext>
            </a:extLst>
          </p:cNvPr>
          <p:cNvSpPr>
            <a:spLocks noGrp="1"/>
          </p:cNvSpPr>
          <p:nvPr>
            <p:ph type="title" hasCustomPrompt="1"/>
          </p:nvPr>
        </p:nvSpPr>
        <p:spPr>
          <a:xfrm>
            <a:off x="838200" y="365125"/>
            <a:ext cx="10515600" cy="556255"/>
          </a:xfrm>
          <a:prstGeom prst="rect">
            <a:avLst/>
          </a:prstGeom>
        </p:spPr>
        <p:txBody>
          <a:bodyPr anchor="ctr" anchorCtr="0"/>
          <a:lstStyle>
            <a:lvl1pPr>
              <a:defRPr lang="en-US" noProof="0">
                <a:solidFill>
                  <a:schemeClr val="tx1"/>
                </a:solidFill>
                <a:ea typeface="BIB Bold" pitchFamily="2" charset="77"/>
              </a:defRPr>
            </a:lvl1pPr>
          </a:lstStyle>
          <a:p>
            <a:pPr lvl="0"/>
            <a:r>
              <a:rPr lang="en-US" noProof="0"/>
              <a:t>Schedule example</a:t>
            </a:r>
          </a:p>
        </p:txBody>
      </p:sp>
      <p:graphicFrame>
        <p:nvGraphicFramePr>
          <p:cNvPr id="3" name="Espace réservé du tableau 6">
            <a:extLst>
              <a:ext uri="{FF2B5EF4-FFF2-40B4-BE49-F238E27FC236}">
                <a16:creationId xmlns:a16="http://schemas.microsoft.com/office/drawing/2014/main" id="{4226D2D0-86DB-83CC-41C1-1031E95D2330}"/>
              </a:ext>
            </a:extLst>
          </p:cNvPr>
          <p:cNvGraphicFramePr>
            <a:graphicFrameLocks/>
          </p:cNvGraphicFramePr>
          <p:nvPr userDrawn="1">
            <p:extLst>
              <p:ext uri="{D42A27DB-BD31-4B8C-83A1-F6EECF244321}">
                <p14:modId xmlns:p14="http://schemas.microsoft.com/office/powerpoint/2010/main" val="1270908891"/>
              </p:ext>
            </p:extLst>
          </p:nvPr>
        </p:nvGraphicFramePr>
        <p:xfrm>
          <a:off x="407999" y="1749858"/>
          <a:ext cx="11116248" cy="4260707"/>
        </p:xfrm>
        <a:graphic>
          <a:graphicData uri="http://schemas.openxmlformats.org/drawingml/2006/table">
            <a:tbl>
              <a:tblPr>
                <a:tableStyleId>{5C22544A-7EE6-4342-B048-85BDC9FD1C3A}</a:tableStyleId>
              </a:tblPr>
              <a:tblGrid>
                <a:gridCol w="984984">
                  <a:extLst>
                    <a:ext uri="{9D8B030D-6E8A-4147-A177-3AD203B41FA5}">
                      <a16:colId xmlns:a16="http://schemas.microsoft.com/office/drawing/2014/main" val="3012960218"/>
                    </a:ext>
                  </a:extLst>
                </a:gridCol>
                <a:gridCol w="211068">
                  <a:extLst>
                    <a:ext uri="{9D8B030D-6E8A-4147-A177-3AD203B41FA5}">
                      <a16:colId xmlns:a16="http://schemas.microsoft.com/office/drawing/2014/main" val="2788541664"/>
                    </a:ext>
                  </a:extLst>
                </a:gridCol>
                <a:gridCol w="211068">
                  <a:extLst>
                    <a:ext uri="{9D8B030D-6E8A-4147-A177-3AD203B41FA5}">
                      <a16:colId xmlns:a16="http://schemas.microsoft.com/office/drawing/2014/main" val="1930741437"/>
                    </a:ext>
                  </a:extLst>
                </a:gridCol>
                <a:gridCol w="211068">
                  <a:extLst>
                    <a:ext uri="{9D8B030D-6E8A-4147-A177-3AD203B41FA5}">
                      <a16:colId xmlns:a16="http://schemas.microsoft.com/office/drawing/2014/main" val="3199122163"/>
                    </a:ext>
                  </a:extLst>
                </a:gridCol>
                <a:gridCol w="211068">
                  <a:extLst>
                    <a:ext uri="{9D8B030D-6E8A-4147-A177-3AD203B41FA5}">
                      <a16:colId xmlns:a16="http://schemas.microsoft.com/office/drawing/2014/main" val="1692776950"/>
                    </a:ext>
                  </a:extLst>
                </a:gridCol>
                <a:gridCol w="211068">
                  <a:extLst>
                    <a:ext uri="{9D8B030D-6E8A-4147-A177-3AD203B41FA5}">
                      <a16:colId xmlns:a16="http://schemas.microsoft.com/office/drawing/2014/main" val="4007281685"/>
                    </a:ext>
                  </a:extLst>
                </a:gridCol>
                <a:gridCol w="211068">
                  <a:extLst>
                    <a:ext uri="{9D8B030D-6E8A-4147-A177-3AD203B41FA5}">
                      <a16:colId xmlns:a16="http://schemas.microsoft.com/office/drawing/2014/main" val="2206356323"/>
                    </a:ext>
                  </a:extLst>
                </a:gridCol>
                <a:gridCol w="211068">
                  <a:extLst>
                    <a:ext uri="{9D8B030D-6E8A-4147-A177-3AD203B41FA5}">
                      <a16:colId xmlns:a16="http://schemas.microsoft.com/office/drawing/2014/main" val="1973172246"/>
                    </a:ext>
                  </a:extLst>
                </a:gridCol>
                <a:gridCol w="211068">
                  <a:extLst>
                    <a:ext uri="{9D8B030D-6E8A-4147-A177-3AD203B41FA5}">
                      <a16:colId xmlns:a16="http://schemas.microsoft.com/office/drawing/2014/main" val="2151641160"/>
                    </a:ext>
                  </a:extLst>
                </a:gridCol>
                <a:gridCol w="211068">
                  <a:extLst>
                    <a:ext uri="{9D8B030D-6E8A-4147-A177-3AD203B41FA5}">
                      <a16:colId xmlns:a16="http://schemas.microsoft.com/office/drawing/2014/main" val="2371717263"/>
                    </a:ext>
                  </a:extLst>
                </a:gridCol>
                <a:gridCol w="211068">
                  <a:extLst>
                    <a:ext uri="{9D8B030D-6E8A-4147-A177-3AD203B41FA5}">
                      <a16:colId xmlns:a16="http://schemas.microsoft.com/office/drawing/2014/main" val="529678666"/>
                    </a:ext>
                  </a:extLst>
                </a:gridCol>
                <a:gridCol w="211068">
                  <a:extLst>
                    <a:ext uri="{9D8B030D-6E8A-4147-A177-3AD203B41FA5}">
                      <a16:colId xmlns:a16="http://schemas.microsoft.com/office/drawing/2014/main" val="1824785817"/>
                    </a:ext>
                  </a:extLst>
                </a:gridCol>
                <a:gridCol w="211068">
                  <a:extLst>
                    <a:ext uri="{9D8B030D-6E8A-4147-A177-3AD203B41FA5}">
                      <a16:colId xmlns:a16="http://schemas.microsoft.com/office/drawing/2014/main" val="3226546801"/>
                    </a:ext>
                  </a:extLst>
                </a:gridCol>
                <a:gridCol w="211068">
                  <a:extLst>
                    <a:ext uri="{9D8B030D-6E8A-4147-A177-3AD203B41FA5}">
                      <a16:colId xmlns:a16="http://schemas.microsoft.com/office/drawing/2014/main" val="1392761091"/>
                    </a:ext>
                  </a:extLst>
                </a:gridCol>
                <a:gridCol w="211068">
                  <a:extLst>
                    <a:ext uri="{9D8B030D-6E8A-4147-A177-3AD203B41FA5}">
                      <a16:colId xmlns:a16="http://schemas.microsoft.com/office/drawing/2014/main" val="2493106206"/>
                    </a:ext>
                  </a:extLst>
                </a:gridCol>
                <a:gridCol w="211068">
                  <a:extLst>
                    <a:ext uri="{9D8B030D-6E8A-4147-A177-3AD203B41FA5}">
                      <a16:colId xmlns:a16="http://schemas.microsoft.com/office/drawing/2014/main" val="2049398705"/>
                    </a:ext>
                  </a:extLst>
                </a:gridCol>
                <a:gridCol w="211068">
                  <a:extLst>
                    <a:ext uri="{9D8B030D-6E8A-4147-A177-3AD203B41FA5}">
                      <a16:colId xmlns:a16="http://schemas.microsoft.com/office/drawing/2014/main" val="2793861081"/>
                    </a:ext>
                  </a:extLst>
                </a:gridCol>
                <a:gridCol w="211068">
                  <a:extLst>
                    <a:ext uri="{9D8B030D-6E8A-4147-A177-3AD203B41FA5}">
                      <a16:colId xmlns:a16="http://schemas.microsoft.com/office/drawing/2014/main" val="2877905052"/>
                    </a:ext>
                  </a:extLst>
                </a:gridCol>
                <a:gridCol w="211068">
                  <a:extLst>
                    <a:ext uri="{9D8B030D-6E8A-4147-A177-3AD203B41FA5}">
                      <a16:colId xmlns:a16="http://schemas.microsoft.com/office/drawing/2014/main" val="613077733"/>
                    </a:ext>
                  </a:extLst>
                </a:gridCol>
                <a:gridCol w="211068">
                  <a:extLst>
                    <a:ext uri="{9D8B030D-6E8A-4147-A177-3AD203B41FA5}">
                      <a16:colId xmlns:a16="http://schemas.microsoft.com/office/drawing/2014/main" val="2752680586"/>
                    </a:ext>
                  </a:extLst>
                </a:gridCol>
                <a:gridCol w="211068">
                  <a:extLst>
                    <a:ext uri="{9D8B030D-6E8A-4147-A177-3AD203B41FA5}">
                      <a16:colId xmlns:a16="http://schemas.microsoft.com/office/drawing/2014/main" val="2113090438"/>
                    </a:ext>
                  </a:extLst>
                </a:gridCol>
                <a:gridCol w="211068">
                  <a:extLst>
                    <a:ext uri="{9D8B030D-6E8A-4147-A177-3AD203B41FA5}">
                      <a16:colId xmlns:a16="http://schemas.microsoft.com/office/drawing/2014/main" val="2306211427"/>
                    </a:ext>
                  </a:extLst>
                </a:gridCol>
                <a:gridCol w="211068">
                  <a:extLst>
                    <a:ext uri="{9D8B030D-6E8A-4147-A177-3AD203B41FA5}">
                      <a16:colId xmlns:a16="http://schemas.microsoft.com/office/drawing/2014/main" val="1895912610"/>
                    </a:ext>
                  </a:extLst>
                </a:gridCol>
                <a:gridCol w="211068">
                  <a:extLst>
                    <a:ext uri="{9D8B030D-6E8A-4147-A177-3AD203B41FA5}">
                      <a16:colId xmlns:a16="http://schemas.microsoft.com/office/drawing/2014/main" val="3292669720"/>
                    </a:ext>
                  </a:extLst>
                </a:gridCol>
                <a:gridCol w="211068">
                  <a:extLst>
                    <a:ext uri="{9D8B030D-6E8A-4147-A177-3AD203B41FA5}">
                      <a16:colId xmlns:a16="http://schemas.microsoft.com/office/drawing/2014/main" val="810549950"/>
                    </a:ext>
                  </a:extLst>
                </a:gridCol>
                <a:gridCol w="211068">
                  <a:extLst>
                    <a:ext uri="{9D8B030D-6E8A-4147-A177-3AD203B41FA5}">
                      <a16:colId xmlns:a16="http://schemas.microsoft.com/office/drawing/2014/main" val="2578420111"/>
                    </a:ext>
                  </a:extLst>
                </a:gridCol>
                <a:gridCol w="211068">
                  <a:extLst>
                    <a:ext uri="{9D8B030D-6E8A-4147-A177-3AD203B41FA5}">
                      <a16:colId xmlns:a16="http://schemas.microsoft.com/office/drawing/2014/main" val="4053524433"/>
                    </a:ext>
                  </a:extLst>
                </a:gridCol>
                <a:gridCol w="211068">
                  <a:extLst>
                    <a:ext uri="{9D8B030D-6E8A-4147-A177-3AD203B41FA5}">
                      <a16:colId xmlns:a16="http://schemas.microsoft.com/office/drawing/2014/main" val="854348417"/>
                    </a:ext>
                  </a:extLst>
                </a:gridCol>
                <a:gridCol w="211068">
                  <a:extLst>
                    <a:ext uri="{9D8B030D-6E8A-4147-A177-3AD203B41FA5}">
                      <a16:colId xmlns:a16="http://schemas.microsoft.com/office/drawing/2014/main" val="1429808571"/>
                    </a:ext>
                  </a:extLst>
                </a:gridCol>
                <a:gridCol w="211068">
                  <a:extLst>
                    <a:ext uri="{9D8B030D-6E8A-4147-A177-3AD203B41FA5}">
                      <a16:colId xmlns:a16="http://schemas.microsoft.com/office/drawing/2014/main" val="1864435262"/>
                    </a:ext>
                  </a:extLst>
                </a:gridCol>
                <a:gridCol w="211068">
                  <a:extLst>
                    <a:ext uri="{9D8B030D-6E8A-4147-A177-3AD203B41FA5}">
                      <a16:colId xmlns:a16="http://schemas.microsoft.com/office/drawing/2014/main" val="2786987006"/>
                    </a:ext>
                  </a:extLst>
                </a:gridCol>
                <a:gridCol w="211068">
                  <a:extLst>
                    <a:ext uri="{9D8B030D-6E8A-4147-A177-3AD203B41FA5}">
                      <a16:colId xmlns:a16="http://schemas.microsoft.com/office/drawing/2014/main" val="329902176"/>
                    </a:ext>
                  </a:extLst>
                </a:gridCol>
                <a:gridCol w="211068">
                  <a:extLst>
                    <a:ext uri="{9D8B030D-6E8A-4147-A177-3AD203B41FA5}">
                      <a16:colId xmlns:a16="http://schemas.microsoft.com/office/drawing/2014/main" val="1072664135"/>
                    </a:ext>
                  </a:extLst>
                </a:gridCol>
                <a:gridCol w="211068">
                  <a:extLst>
                    <a:ext uri="{9D8B030D-6E8A-4147-A177-3AD203B41FA5}">
                      <a16:colId xmlns:a16="http://schemas.microsoft.com/office/drawing/2014/main" val="1722571581"/>
                    </a:ext>
                  </a:extLst>
                </a:gridCol>
                <a:gridCol w="211068">
                  <a:extLst>
                    <a:ext uri="{9D8B030D-6E8A-4147-A177-3AD203B41FA5}">
                      <a16:colId xmlns:a16="http://schemas.microsoft.com/office/drawing/2014/main" val="3895803606"/>
                    </a:ext>
                  </a:extLst>
                </a:gridCol>
                <a:gridCol w="211068">
                  <a:extLst>
                    <a:ext uri="{9D8B030D-6E8A-4147-A177-3AD203B41FA5}">
                      <a16:colId xmlns:a16="http://schemas.microsoft.com/office/drawing/2014/main" val="4169459749"/>
                    </a:ext>
                  </a:extLst>
                </a:gridCol>
                <a:gridCol w="211068">
                  <a:extLst>
                    <a:ext uri="{9D8B030D-6E8A-4147-A177-3AD203B41FA5}">
                      <a16:colId xmlns:a16="http://schemas.microsoft.com/office/drawing/2014/main" val="4193396918"/>
                    </a:ext>
                  </a:extLst>
                </a:gridCol>
                <a:gridCol w="211068">
                  <a:extLst>
                    <a:ext uri="{9D8B030D-6E8A-4147-A177-3AD203B41FA5}">
                      <a16:colId xmlns:a16="http://schemas.microsoft.com/office/drawing/2014/main" val="3687221873"/>
                    </a:ext>
                  </a:extLst>
                </a:gridCol>
                <a:gridCol w="211068">
                  <a:extLst>
                    <a:ext uri="{9D8B030D-6E8A-4147-A177-3AD203B41FA5}">
                      <a16:colId xmlns:a16="http://schemas.microsoft.com/office/drawing/2014/main" val="746212123"/>
                    </a:ext>
                  </a:extLst>
                </a:gridCol>
                <a:gridCol w="211068">
                  <a:extLst>
                    <a:ext uri="{9D8B030D-6E8A-4147-A177-3AD203B41FA5}">
                      <a16:colId xmlns:a16="http://schemas.microsoft.com/office/drawing/2014/main" val="3485199283"/>
                    </a:ext>
                  </a:extLst>
                </a:gridCol>
                <a:gridCol w="211068">
                  <a:extLst>
                    <a:ext uri="{9D8B030D-6E8A-4147-A177-3AD203B41FA5}">
                      <a16:colId xmlns:a16="http://schemas.microsoft.com/office/drawing/2014/main" val="569475899"/>
                    </a:ext>
                  </a:extLst>
                </a:gridCol>
                <a:gridCol w="211068">
                  <a:extLst>
                    <a:ext uri="{9D8B030D-6E8A-4147-A177-3AD203B41FA5}">
                      <a16:colId xmlns:a16="http://schemas.microsoft.com/office/drawing/2014/main" val="2374799620"/>
                    </a:ext>
                  </a:extLst>
                </a:gridCol>
                <a:gridCol w="211068">
                  <a:extLst>
                    <a:ext uri="{9D8B030D-6E8A-4147-A177-3AD203B41FA5}">
                      <a16:colId xmlns:a16="http://schemas.microsoft.com/office/drawing/2014/main" val="3413898874"/>
                    </a:ext>
                  </a:extLst>
                </a:gridCol>
                <a:gridCol w="211068">
                  <a:extLst>
                    <a:ext uri="{9D8B030D-6E8A-4147-A177-3AD203B41FA5}">
                      <a16:colId xmlns:a16="http://schemas.microsoft.com/office/drawing/2014/main" val="2878281374"/>
                    </a:ext>
                  </a:extLst>
                </a:gridCol>
                <a:gridCol w="211068">
                  <a:extLst>
                    <a:ext uri="{9D8B030D-6E8A-4147-A177-3AD203B41FA5}">
                      <a16:colId xmlns:a16="http://schemas.microsoft.com/office/drawing/2014/main" val="1563372800"/>
                    </a:ext>
                  </a:extLst>
                </a:gridCol>
                <a:gridCol w="211068">
                  <a:extLst>
                    <a:ext uri="{9D8B030D-6E8A-4147-A177-3AD203B41FA5}">
                      <a16:colId xmlns:a16="http://schemas.microsoft.com/office/drawing/2014/main" val="2800860132"/>
                    </a:ext>
                  </a:extLst>
                </a:gridCol>
                <a:gridCol w="211068">
                  <a:extLst>
                    <a:ext uri="{9D8B030D-6E8A-4147-A177-3AD203B41FA5}">
                      <a16:colId xmlns:a16="http://schemas.microsoft.com/office/drawing/2014/main" val="113278839"/>
                    </a:ext>
                  </a:extLst>
                </a:gridCol>
                <a:gridCol w="211068">
                  <a:extLst>
                    <a:ext uri="{9D8B030D-6E8A-4147-A177-3AD203B41FA5}">
                      <a16:colId xmlns:a16="http://schemas.microsoft.com/office/drawing/2014/main" val="1635471499"/>
                    </a:ext>
                  </a:extLst>
                </a:gridCol>
                <a:gridCol w="211068">
                  <a:extLst>
                    <a:ext uri="{9D8B030D-6E8A-4147-A177-3AD203B41FA5}">
                      <a16:colId xmlns:a16="http://schemas.microsoft.com/office/drawing/2014/main" val="2638554299"/>
                    </a:ext>
                  </a:extLst>
                </a:gridCol>
              </a:tblGrid>
              <a:tr h="289187">
                <a:tc>
                  <a:txBody>
                    <a:bodyPr/>
                    <a:lstStyle/>
                    <a:p>
                      <a:pPr algn="ctr"/>
                      <a:endParaRPr lang="en-US" sz="800" b="0" i="0">
                        <a:solidFill>
                          <a:schemeClr val="tx1"/>
                        </a:solidFill>
                        <a:latin typeface="Noto Sans" panose="020B0502040504020204" pitchFamily="34" charset="0"/>
                      </a:endParaRPr>
                    </a:p>
                  </a:txBody>
                  <a:tcPr marL="0" marR="0" marT="0" marB="0" anchor="ctr">
                    <a:lnL w="12700" cmpd="sng">
                      <a:noFill/>
                    </a:lnL>
                    <a:lnR w="28575" cap="flat" cmpd="sng" algn="ctr">
                      <a:noFill/>
                      <a:prstDash val="solid"/>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r>
                        <a:rPr lang="en-US" sz="800" b="0" i="0">
                          <a:solidFill>
                            <a:schemeClr val="bg1"/>
                          </a:solidFill>
                          <a:latin typeface="Noto Sans" panose="020B0502040504020204" pitchFamily="34" charset="0"/>
                        </a:rPr>
                        <a:t>Jan</a:t>
                      </a:r>
                      <a:endParaRPr lang="en-US" sz="800" b="1">
                        <a:solidFill>
                          <a:schemeClr val="bg1"/>
                        </a:solidFill>
                      </a:endParaRPr>
                    </a:p>
                  </a:txBody>
                  <a:tcPr marL="0" marR="0" marT="0" marB="0" anchor="ctr">
                    <a:lnL w="28575" cap="flat" cmpd="sng" algn="ctr">
                      <a:noFill/>
                      <a:prstDash val="solid"/>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Feb</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Mar</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00"/>
                    </a:p>
                  </a:txBody>
                  <a:tcPr marL="0" marR="0" marT="0" marB="0" anchor="ctr"/>
                </a:tc>
                <a:tc hMerge="1">
                  <a:txBody>
                    <a:bodyPr/>
                    <a:lstStyle/>
                    <a:p>
                      <a:endParaRPr lang="en-US" sz="100"/>
                    </a:p>
                  </a:txBody>
                  <a:tcPr marL="0" marR="0" marT="0" marB="0" anchor="ctr"/>
                </a:tc>
                <a:tc hMerge="1">
                  <a:txBody>
                    <a:bodyPr/>
                    <a:lstStyle/>
                    <a:p>
                      <a:endParaRPr lang="en-US" sz="100"/>
                    </a:p>
                  </a:txBody>
                  <a:tcPr marL="0" marR="0" marT="0" marB="0" anchor="ctr"/>
                </a:tc>
                <a:tc gridSpan="4">
                  <a:txBody>
                    <a:bodyPr/>
                    <a:lstStyle/>
                    <a:p>
                      <a:pPr algn="ctr"/>
                      <a:r>
                        <a:rPr lang="en-US" sz="800" b="0" i="0">
                          <a:solidFill>
                            <a:schemeClr val="bg1"/>
                          </a:solidFill>
                          <a:latin typeface="Noto Sans" panose="020B0502040504020204" pitchFamily="34" charset="0"/>
                        </a:rPr>
                        <a:t>Apr</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May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Jun</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err="1">
                          <a:solidFill>
                            <a:schemeClr val="bg1"/>
                          </a:solidFill>
                          <a:latin typeface="Noto Sans" panose="020B0502040504020204" pitchFamily="34" charset="0"/>
                        </a:rPr>
                        <a:t>jul</a:t>
                      </a:r>
                      <a:endParaRPr lang="en-US" sz="800" b="0" i="0">
                        <a:solidFill>
                          <a:schemeClr val="bg1"/>
                        </a:solidFill>
                        <a:latin typeface="Noto Sans" panose="020B0502040504020204" pitchFamily="34" charset="0"/>
                      </a:endParaRP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Aug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Sep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Oct </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Nov</a:t>
                      </a:r>
                    </a:p>
                  </a:txBody>
                  <a:tcPr marL="0" marR="0" marT="0" marB="0" anchor="ctr">
                    <a:lnL w="6350" cap="flat" cmpd="sng" algn="ctr">
                      <a:solidFill>
                        <a:schemeClr val="bg1"/>
                      </a:solidFill>
                      <a:prstDash val="sysDot"/>
                      <a:round/>
                      <a:headEnd type="none" w="med" len="med"/>
                      <a:tailEnd type="none" w="med" len="med"/>
                    </a:lnL>
                    <a:lnR w="6350" cap="flat" cmpd="sng" algn="ctr">
                      <a:solidFill>
                        <a:schemeClr val="bg1"/>
                      </a:solidFill>
                      <a:prstDash val="sysDot"/>
                      <a:round/>
                      <a:headEnd type="none" w="med" len="med"/>
                      <a:tailEnd type="none" w="med" len="med"/>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gridSpan="4">
                  <a:txBody>
                    <a:bodyPr/>
                    <a:lstStyle/>
                    <a:p>
                      <a:pPr algn="ctr"/>
                      <a:r>
                        <a:rPr lang="en-US" sz="800" b="0" i="0">
                          <a:solidFill>
                            <a:schemeClr val="bg1"/>
                          </a:solidFill>
                          <a:latin typeface="Noto Sans" panose="020B0502040504020204" pitchFamily="34" charset="0"/>
                        </a:rPr>
                        <a:t>Dec </a:t>
                      </a:r>
                    </a:p>
                  </a:txBody>
                  <a:tcPr marL="0" marR="0" marT="0" marB="0" anchor="ctr">
                    <a:lnL w="6350" cap="flat" cmpd="sng" algn="ctr">
                      <a:solidFill>
                        <a:schemeClr val="bg1"/>
                      </a:solidFill>
                      <a:prstDash val="sysDot"/>
                      <a:round/>
                      <a:headEnd type="none" w="med" len="med"/>
                      <a:tailEnd type="none" w="med" len="med"/>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tc hMerge="1">
                  <a:txBody>
                    <a:bodyPr/>
                    <a:lstStyle/>
                    <a:p>
                      <a:pPr algn="ctr"/>
                      <a:endParaRPr lang="en-US" sz="800">
                        <a:solidFill>
                          <a:schemeClr val="bg1"/>
                        </a:solidFill>
                      </a:endParaRPr>
                    </a:p>
                  </a:txBody>
                  <a:tcPr marL="0" marR="0" marT="0" marB="0" anchor="ctr"/>
                </a:tc>
                <a:extLst>
                  <a:ext uri="{0D108BD9-81ED-4DB2-BD59-A6C34878D82A}">
                    <a16:rowId xmlns:a16="http://schemas.microsoft.com/office/drawing/2014/main" val="1908707921"/>
                  </a:ext>
                </a:extLst>
              </a:tr>
              <a:tr h="441280">
                <a:tc>
                  <a:txBody>
                    <a:bodyPr/>
                    <a:lstStyle/>
                    <a:p>
                      <a:pPr algn="ctr"/>
                      <a:r>
                        <a:rPr lang="en-US" sz="800" b="0" i="0">
                          <a:solidFill>
                            <a:schemeClr val="tx1"/>
                          </a:solidFill>
                          <a:latin typeface="Noto Sans" panose="020B0502040504020204" pitchFamily="34" charset="0"/>
                        </a:rPr>
                        <a:t>Activity</a:t>
                      </a:r>
                      <a:endParaRPr lang="en-US" sz="800" b="1">
                        <a:solidFill>
                          <a:schemeClr val="tx1"/>
                        </a:solidFill>
                      </a:endParaRPr>
                    </a:p>
                  </a:txBody>
                  <a:tcPr marL="0" marR="0" marT="0" marB="0" anchor="ctr">
                    <a:lnL w="12700" cmpd="sng">
                      <a:noFill/>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20000"/>
                        <a:lumOff val="8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8083778"/>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40000"/>
                        <a:lumOff val="6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3672151"/>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0000"/>
                        <a:lumOff val="40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62868165"/>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75000"/>
                      </a:schemeClr>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52766919"/>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1656955"/>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31458112"/>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5821573"/>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6651142"/>
                  </a:ext>
                </a:extLst>
              </a:tr>
              <a:tr h="441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latin typeface="Noto Sans" panose="020B0502040504020204" pitchFamily="34" charset="0"/>
                          <a:ea typeface="+mn-ea"/>
                          <a:cs typeface="+mn-cs"/>
                        </a:rPr>
                        <a:t>Activity</a:t>
                      </a:r>
                    </a:p>
                  </a:txBody>
                  <a:tcPr marL="0" marR="0" marT="0" marB="0" anchor="ctr">
                    <a:lnL w="12700" cmpd="sng">
                      <a:noFill/>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635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100" b="0" i="0">
                        <a:latin typeface="Noto Sans" panose="020B0502040504020204" pitchFamily="34" charset="0"/>
                      </a:endParaRPr>
                    </a:p>
                  </a:txBody>
                  <a:tcPr marL="0" marR="0" marT="0" marB="0" anchor="ctr">
                    <a:lnL w="6350" cap="flat" cmpd="sng" algn="ctr">
                      <a:solidFill>
                        <a:schemeClr val="tx1"/>
                      </a:solidFill>
                      <a:prstDash val="sysDot"/>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4528659"/>
                  </a:ext>
                </a:extLst>
              </a:tr>
            </a:tbl>
          </a:graphicData>
        </a:graphic>
      </p:graphicFrame>
    </p:spTree>
    <p:extLst>
      <p:ext uri="{BB962C8B-B14F-4D97-AF65-F5344CB8AC3E}">
        <p14:creationId xmlns:p14="http://schemas.microsoft.com/office/powerpoint/2010/main" val="2710964570"/>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ver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5" name="Image 24" descr="Une image contenant noir et blanc, noir, blanc, Graphique&#10;&#10;Le contenu généré par l’IA peut être incorrect.">
            <a:extLst>
              <a:ext uri="{FF2B5EF4-FFF2-40B4-BE49-F238E27FC236}">
                <a16:creationId xmlns:a16="http://schemas.microsoft.com/office/drawing/2014/main" id="{9A51C5F8-1CBB-C7BF-B67B-9E9FD97AFB88}"/>
              </a:ext>
            </a:extLst>
          </p:cNvPr>
          <p:cNvPicPr>
            <a:picLocks noGrp="1" noRot="1" noChangeAspect="1" noMove="1" noResize="1" noEditPoints="1" noAdjustHandles="1" noChangeArrowheads="1" noChangeShapeType="1" noCrop="1"/>
          </p:cNvPicPr>
          <p:nvPr userDrawn="1"/>
        </p:nvPicPr>
        <p:blipFill>
          <a:blip r:embed="rId3">
            <a:alphaModFix amt="25000"/>
            <a:extLst>
              <a:ext uri="{28A0092B-C50C-407E-A947-70E740481C1C}">
                <a14:useLocalDpi xmlns:a14="http://schemas.microsoft.com/office/drawing/2010/main" val="0"/>
              </a:ext>
            </a:extLst>
          </a:blip>
          <a:stretch>
            <a:fillRect/>
          </a:stretch>
        </p:blipFill>
        <p:spPr>
          <a:xfrm>
            <a:off x="8313" y="0"/>
            <a:ext cx="12191999" cy="6858000"/>
          </a:xfrm>
          <a:prstGeom prst="rect">
            <a:avLst/>
          </a:prstGeom>
        </p:spPr>
      </p:pic>
      <p:sp>
        <p:nvSpPr>
          <p:cNvPr id="2" name="Titre 1">
            <a:extLst>
              <a:ext uri="{FF2B5EF4-FFF2-40B4-BE49-F238E27FC236}">
                <a16:creationId xmlns:a16="http://schemas.microsoft.com/office/drawing/2014/main" id="{461883EF-4223-577C-2422-DEA4B9D9D355}"/>
              </a:ext>
            </a:extLst>
          </p:cNvPr>
          <p:cNvSpPr>
            <a:spLocks noGrp="1"/>
          </p:cNvSpPr>
          <p:nvPr>
            <p:ph type="ctrTitle" hasCustomPrompt="1"/>
          </p:nvPr>
        </p:nvSpPr>
        <p:spPr>
          <a:xfrm>
            <a:off x="1189413" y="2170545"/>
            <a:ext cx="5442296" cy="2097067"/>
          </a:xfrm>
          <a:prstGeom prst="rect">
            <a:avLst/>
          </a:prstGeom>
        </p:spPr>
        <p:txBody>
          <a:bodyPr anchor="t"/>
          <a:lstStyle>
            <a:lvl1pPr algn="l">
              <a:defRPr sz="5000" b="1" i="0">
                <a:solidFill>
                  <a:schemeClr val="bg1"/>
                </a:solidFill>
                <a:latin typeface="BIB Bold" pitchFamily="2" charset="77"/>
                <a:ea typeface="BIB Bold" pitchFamily="2" charset="77"/>
              </a:defRPr>
            </a:lvl1pPr>
          </a:lstStyle>
          <a:p>
            <a:r>
              <a:rPr lang="en-US" noProof="0"/>
              <a:t>Presentation </a:t>
            </a:r>
            <a:br>
              <a:rPr lang="en-US" noProof="0"/>
            </a:br>
            <a:r>
              <a:rPr lang="en-US" noProof="0"/>
              <a:t>title here</a:t>
            </a:r>
            <a:br>
              <a:rPr lang="en-US" noProof="0"/>
            </a:br>
            <a:r>
              <a:rPr lang="en-US" noProof="0"/>
              <a:t>lorem dolor</a:t>
            </a:r>
          </a:p>
        </p:txBody>
      </p:sp>
      <p:sp>
        <p:nvSpPr>
          <p:cNvPr id="9" name="Espace réservé de la date 8">
            <a:extLst>
              <a:ext uri="{FF2B5EF4-FFF2-40B4-BE49-F238E27FC236}">
                <a16:creationId xmlns:a16="http://schemas.microsoft.com/office/drawing/2014/main" id="{D8F0C68D-CC4B-6E33-E6BF-74258A3BE81D}"/>
              </a:ext>
            </a:extLst>
          </p:cNvPr>
          <p:cNvSpPr>
            <a:spLocks noGrp="1"/>
          </p:cNvSpPr>
          <p:nvPr>
            <p:ph type="dt" sz="half" idx="10"/>
          </p:nvPr>
        </p:nvSpPr>
        <p:spPr>
          <a:xfrm>
            <a:off x="1189413" y="4495309"/>
            <a:ext cx="3319272" cy="170334"/>
          </a:xfrm>
          <a:prstGeom prst="rect">
            <a:avLst/>
          </a:prstGeom>
        </p:spPr>
        <p:txBody>
          <a:bodyPr lIns="0" tIns="0" rIns="0" bIns="0"/>
          <a:lstStyle>
            <a:lvl1pPr marL="0" algn="l" defTabSz="914400" rtl="0" eaLnBrk="1" latinLnBrk="0" hangingPunct="1">
              <a:defRPr lang="fr-FR" sz="1200" b="1" i="0" kern="1200" cap="none" spc="0" baseline="0" smtClean="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stStyle>
          <a:p>
            <a:endParaRPr lang="en-US" noProof="0"/>
          </a:p>
        </p:txBody>
      </p:sp>
      <p:pic>
        <p:nvPicPr>
          <p:cNvPr id="4" name="Image 3" descr="Une image contenant croquis, dessin, clipart, art&#10;&#10;Le contenu généré par l’IA peut être incorrect.">
            <a:extLst>
              <a:ext uri="{FF2B5EF4-FFF2-40B4-BE49-F238E27FC236}">
                <a16:creationId xmlns:a16="http://schemas.microsoft.com/office/drawing/2014/main" id="{B52C9C48-ABF6-F4D8-A438-8A83470BF9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89413" y="5703540"/>
            <a:ext cx="548474" cy="901525"/>
          </a:xfrm>
          <a:prstGeom prst="rect">
            <a:avLst/>
          </a:prstGeom>
        </p:spPr>
      </p:pic>
    </p:spTree>
    <p:extLst>
      <p:ext uri="{BB962C8B-B14F-4D97-AF65-F5344CB8AC3E}">
        <p14:creationId xmlns:p14="http://schemas.microsoft.com/office/powerpoint/2010/main" val="36495306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Espace réservé du pied de page 8">
            <a:extLst>
              <a:ext uri="{FF2B5EF4-FFF2-40B4-BE49-F238E27FC236}">
                <a16:creationId xmlns:a16="http://schemas.microsoft.com/office/drawing/2014/main" id="{86F1F5F3-542A-123D-A9C5-FA330C3A5BB2}"/>
              </a:ext>
            </a:extLst>
          </p:cNvPr>
          <p:cNvSpPr txBox="1">
            <a:spLocks/>
          </p:cNvSpPr>
          <p:nvPr userDrawn="1"/>
        </p:nvSpPr>
        <p:spPr>
          <a:xfrm>
            <a:off x="46129" y="61791"/>
            <a:ext cx="6163628" cy="140772"/>
          </a:xfrm>
          <a:prstGeom prst="rect">
            <a:avLst/>
          </a:prstGeom>
        </p:spPr>
        <p:txBody>
          <a:bodyPr vert="horz" lIns="0" tIns="0" rIns="0" bIns="0" rtlCol="0" anchor="b" anchorCtr="0"/>
          <a:lstStyle>
            <a:defPPr>
              <a:defRPr lang="fr-FR"/>
            </a:defPPr>
            <a:lvl1pPr marL="0" algn="l" defTabSz="914400" rtl="0" eaLnBrk="1" latinLnBrk="0" hangingPunct="1">
              <a:defRPr sz="700" b="0" i="0" kern="1200" cap="all" baseline="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a:solidFill>
                  <a:schemeClr val="tx1"/>
                </a:solidFill>
              </a:rPr>
              <a:t>Quality decided in real time   |   VIT   │   CLASSIFICATION D3   │   CONSERVATION WA</a:t>
            </a:r>
          </a:p>
        </p:txBody>
      </p:sp>
      <p:sp>
        <p:nvSpPr>
          <p:cNvPr id="6" name="Espace réservé du numéro de diapositive 9">
            <a:extLst>
              <a:ext uri="{FF2B5EF4-FFF2-40B4-BE49-F238E27FC236}">
                <a16:creationId xmlns:a16="http://schemas.microsoft.com/office/drawing/2014/main" id="{6E5944AE-9A51-C8BF-F95E-53A3761464CD}"/>
              </a:ext>
            </a:extLst>
          </p:cNvPr>
          <p:cNvSpPr txBox="1">
            <a:spLocks/>
          </p:cNvSpPr>
          <p:nvPr userDrawn="1"/>
        </p:nvSpPr>
        <p:spPr>
          <a:xfrm>
            <a:off x="11433549" y="59500"/>
            <a:ext cx="655320" cy="140772"/>
          </a:xfrm>
          <a:prstGeom prst="rect">
            <a:avLst/>
          </a:prstGeom>
        </p:spPr>
        <p:txBody>
          <a:bodyPr vert="horz" lIns="0" tIns="0" rIns="0" bIns="0" rtlCol="0" anchor="b" anchorCtr="0"/>
          <a:lstStyle>
            <a:defPPr>
              <a:defRPr lang="fr-FR"/>
            </a:defPPr>
            <a:lvl1pPr marL="0" algn="r" defTabSz="914400" rtl="0" eaLnBrk="1" latinLnBrk="0" hangingPunct="1">
              <a:defRPr sz="800" b="0" i="0" kern="1200">
                <a:solidFill>
                  <a:schemeClr val="accent1"/>
                </a:solidFill>
                <a:latin typeface="Noto Sans" panose="020B05020405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02FCC5-D9F5-4D7B-BFB9-EC55662C97B3}" type="slidenum">
              <a:rPr lang="fr-FR" sz="1000" smtClean="0">
                <a:solidFill>
                  <a:schemeClr val="tx1"/>
                </a:solidFill>
              </a:rPr>
              <a:pPr/>
              <a:t>‹N°›</a:t>
            </a:fld>
            <a:endParaRPr lang="fr-FR" sz="1000">
              <a:solidFill>
                <a:schemeClr val="tx1"/>
              </a:solidFill>
            </a:endParaRPr>
          </a:p>
        </p:txBody>
      </p:sp>
    </p:spTree>
    <p:extLst>
      <p:ext uri="{BB962C8B-B14F-4D97-AF65-F5344CB8AC3E}">
        <p14:creationId xmlns:p14="http://schemas.microsoft.com/office/powerpoint/2010/main" val="1661907989"/>
      </p:ext>
    </p:extLst>
  </p:cSld>
  <p:clrMap bg1="lt1" tx1="dk1" bg2="lt2" tx2="dk2" accent1="accent1" accent2="accent2" accent3="accent3" accent4="accent4" accent5="accent5" accent6="accent6" hlink="hlink" folHlink="folHlink"/>
  <p:sldLayoutIdLst>
    <p:sldLayoutId id="2147483703" r:id="rId1"/>
    <p:sldLayoutId id="2147483706" r:id="rId2"/>
    <p:sldLayoutId id="2147483716" r:id="rId3"/>
    <p:sldLayoutId id="2147483717" r:id="rId4"/>
    <p:sldLayoutId id="2147483690" r:id="rId5"/>
    <p:sldLayoutId id="2147483707" r:id="rId6"/>
    <p:sldLayoutId id="2147483670" r:id="rId7"/>
    <p:sldLayoutId id="2147483650" r:id="rId8"/>
    <p:sldLayoutId id="2147483672" r:id="rId9"/>
    <p:sldLayoutId id="2147483671" r:id="rId10"/>
    <p:sldLayoutId id="2147483678" r:id="rId11"/>
    <p:sldLayoutId id="2147483677" r:id="rId12"/>
    <p:sldLayoutId id="2147483673" r:id="rId13"/>
    <p:sldLayoutId id="2147483674" r:id="rId14"/>
    <p:sldLayoutId id="2147483708" r:id="rId15"/>
    <p:sldLayoutId id="2147483680" r:id="rId16"/>
    <p:sldLayoutId id="2147483713" r:id="rId17"/>
    <p:sldLayoutId id="2147483714" r:id="rId18"/>
    <p:sldLayoutId id="2147483715" r:id="rId19"/>
    <p:sldLayoutId id="2147483682" r:id="rId20"/>
    <p:sldLayoutId id="2147483712" r:id="rId21"/>
    <p:sldLayoutId id="2147483710" r:id="rId22"/>
    <p:sldLayoutId id="2147483709" r:id="rId23"/>
    <p:sldLayoutId id="2147483689" r:id="rId24"/>
    <p:sldLayoutId id="2147483723" r:id="rId25"/>
    <p:sldLayoutId id="2147483718" r:id="rId26"/>
    <p:sldLayoutId id="2147483702" r:id="rId27"/>
    <p:sldLayoutId id="2147483685" r:id="rId28"/>
    <p:sldLayoutId id="2147483700" r:id="rId29"/>
    <p:sldLayoutId id="2147483726" r:id="rId30"/>
  </p:sldLayoutIdLst>
  <p:transition>
    <p:fade/>
  </p:transition>
  <p:hf hdr="0"/>
  <p:txStyles>
    <p:titleStyle>
      <a:lvl1pPr algn="l" defTabSz="914400" rtl="0" eaLnBrk="1" latinLnBrk="0" hangingPunct="1">
        <a:lnSpc>
          <a:spcPct val="80000"/>
        </a:lnSpc>
        <a:spcBef>
          <a:spcPct val="0"/>
        </a:spcBef>
        <a:buNone/>
        <a:defRPr sz="3200" b="1" i="0" kern="1200">
          <a:solidFill>
            <a:schemeClr val="accent1"/>
          </a:solidFill>
          <a:latin typeface="BIB Bold" pitchFamily="2" charset="77"/>
          <a:ea typeface="+mj-ea"/>
          <a:cs typeface="+mj-cs"/>
        </a:defRPr>
      </a:lvl1pPr>
    </p:titleStyle>
    <p:bodyStyle>
      <a:lvl1pPr marL="0" indent="0" algn="l" defTabSz="914400" rtl="0" eaLnBrk="1" latinLnBrk="0" hangingPunct="1">
        <a:lnSpc>
          <a:spcPts val="2050"/>
        </a:lnSpc>
        <a:spcBef>
          <a:spcPts val="0"/>
        </a:spcBef>
        <a:buFont typeface="Arial" panose="020B0604020202020204" pitchFamily="34" charset="0"/>
        <a:buNone/>
        <a:defRPr sz="1300" b="0" i="0" kern="1200">
          <a:solidFill>
            <a:schemeClr val="tx2"/>
          </a:solidFill>
          <a:latin typeface="Noto Sans" panose="020B0502040504020204" pitchFamily="34" charset="0"/>
          <a:ea typeface="+mn-ea"/>
          <a:cs typeface="+mn-cs"/>
        </a:defRPr>
      </a:lvl1pPr>
      <a:lvl2pPr marL="144000" indent="-144000" algn="l" defTabSz="914400" rtl="0" eaLnBrk="1" latinLnBrk="0" hangingPunct="1">
        <a:lnSpc>
          <a:spcPts val="2050"/>
        </a:lnSpc>
        <a:spcBef>
          <a:spcPts val="0"/>
        </a:spcBef>
        <a:buClr>
          <a:schemeClr val="accent1"/>
        </a:buClr>
        <a:buSzPct val="70000"/>
        <a:buFont typeface="Wingdings 2" panose="05020102010507070707" pitchFamily="18" charset="2"/>
        <a:buChar char=""/>
        <a:defRPr sz="1300" b="0" i="0" kern="1200">
          <a:solidFill>
            <a:schemeClr val="tx2"/>
          </a:solidFill>
          <a:latin typeface="Noto Sans" panose="020B0502040504020204" pitchFamily="34" charset="0"/>
          <a:ea typeface="+mn-ea"/>
          <a:cs typeface="+mn-cs"/>
        </a:defRPr>
      </a:lvl2pPr>
      <a:lvl3pPr marL="0" indent="0" algn="l" defTabSz="914400" rtl="0" eaLnBrk="1" latinLnBrk="0" hangingPunct="1">
        <a:lnSpc>
          <a:spcPts val="2050"/>
        </a:lnSpc>
        <a:spcBef>
          <a:spcPts val="0"/>
        </a:spcBef>
        <a:spcAft>
          <a:spcPts val="200"/>
        </a:spcAft>
        <a:buFont typeface="Arial" panose="020B0604020202020204" pitchFamily="34" charset="0"/>
        <a:buNone/>
        <a:defRPr sz="1300" b="0" i="0" kern="1200">
          <a:solidFill>
            <a:schemeClr val="tx2"/>
          </a:solidFill>
          <a:latin typeface="Noto Sans" panose="020B0502040504020204" pitchFamily="34" charset="0"/>
          <a:ea typeface="+mn-ea"/>
          <a:cs typeface="+mn-cs"/>
        </a:defRPr>
      </a:lvl3pPr>
      <a:lvl4pPr marL="0" indent="0" algn="l" defTabSz="914400" rtl="0" eaLnBrk="1" latinLnBrk="0" hangingPunct="1">
        <a:lnSpc>
          <a:spcPts val="2050"/>
        </a:lnSpc>
        <a:spcBef>
          <a:spcPts val="0"/>
        </a:spcBef>
        <a:buFont typeface="Arial" panose="020B0604020202020204" pitchFamily="34" charset="0"/>
        <a:buNone/>
        <a:defRPr sz="1400" b="1" i="0" kern="1200">
          <a:solidFill>
            <a:schemeClr val="tx2"/>
          </a:solidFill>
          <a:latin typeface="Noto Sans" panose="020B0502040504020204" pitchFamily="34" charset="0"/>
          <a:ea typeface="+mn-ea"/>
          <a:cs typeface="+mn-cs"/>
        </a:defRPr>
      </a:lvl4pPr>
      <a:lvl5pPr marL="0" indent="0" algn="l" defTabSz="914400" rtl="0" eaLnBrk="1" latinLnBrk="0" hangingPunct="1">
        <a:lnSpc>
          <a:spcPts val="2050"/>
        </a:lnSpc>
        <a:spcBef>
          <a:spcPts val="0"/>
        </a:spcBef>
        <a:buFont typeface="Arial" panose="020B0604020202020204" pitchFamily="34" charset="0"/>
        <a:buNone/>
        <a:defRPr sz="1100" b="0" i="0" kern="1200">
          <a:solidFill>
            <a:schemeClr val="tx2"/>
          </a:solidFill>
          <a:latin typeface="Noto Sans" panose="020B050204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560">
          <p15:clr>
            <a:srgbClr val="F26B43"/>
          </p15:clr>
        </p15:guide>
        <p15:guide id="4" pos="5120">
          <p15:clr>
            <a:srgbClr val="F26B43"/>
          </p15:clr>
        </p15:guide>
        <p15:guide id="7" orient="horz" pos="1440">
          <p15:clr>
            <a:srgbClr val="F26B43"/>
          </p15:clr>
        </p15:guide>
        <p15:guide id="8" orient="horz"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7363179"/>
      </p:ext>
    </p:extLst>
  </p:cSld>
  <p:clrMap bg1="lt1" tx1="dk1" bg2="lt2" tx2="dk2" accent1="accent1" accent2="accent2" accent3="accent3" accent4="accent4" accent5="accent5" accent6="accent6" hlink="hlink" folHlink="folHlink"/>
  <p:sldLayoutIdLst>
    <p:sldLayoutId id="214748372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3.jp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22.png"/><Relationship Id="rId4" Type="http://schemas.openxmlformats.org/officeDocument/2006/relationships/image" Target="../media/image35.jp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Quality decided in real time</a:t>
            </a:r>
          </a:p>
        </p:txBody>
      </p:sp>
      <p:pic>
        <p:nvPicPr>
          <p:cNvPr id="3" name="Picture 2" descr="hy_blue.png"/>
          <p:cNvPicPr>
            <a:picLocks noChangeAspect="1"/>
          </p:cNvPicPr>
          <p:nvPr/>
        </p:nvPicPr>
        <p:blipFill>
          <a:blip r:embed="rId2"/>
          <a:stretch>
            <a:fillRect/>
          </a:stretch>
        </p:blipFill>
        <p:spPr>
          <a:xfrm>
            <a:off x="4993940" y="5120640"/>
            <a:ext cx="747175" cy="384048"/>
          </a:xfrm>
          <a:prstGeom prst="rect">
            <a:avLst/>
          </a:prstGeom>
        </p:spPr>
      </p:pic>
      <p:sp>
        <p:nvSpPr>
          <p:cNvPr id="4" name="TextBox 3"/>
          <p:cNvSpPr txBox="1"/>
          <p:nvPr/>
        </p:nvSpPr>
        <p:spPr>
          <a:xfrm>
            <a:off x="5878275" y="5120640"/>
            <a:ext cx="2743200" cy="384048"/>
          </a:xfrm>
          <a:prstGeom prst="rect">
            <a:avLst/>
          </a:prstGeom>
          <a:noFill/>
        </p:spPr>
        <p:txBody>
          <a:bodyPr wrap="square" lIns="0" rIns="0" tIns="0" bIns="0" anchor="ctr">
            <a:spAutoFit/>
          </a:bodyPr>
          <a:lstStyle/>
          <a:p>
            <a:pPr algn="l"/>
            <a:r>
              <a:rPr sz="1800" b="1">
                <a:solidFill>
                  <a:schemeClr val="tx1"/>
                </a:solidFill>
                <a:latin typeface="+mj-lt"/>
              </a:rPr>
              <a:t>Hyundai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tucson.jpg"/>
          <p:cNvPicPr>
            <a:picLocks noGrp="1" noChangeAspect="1"/>
          </p:cNvPicPr>
          <p:nvPr>
            <p:ph type="pic" idx="19" sz="quarter"/>
          </p:nvPr>
        </p:nvPicPr>
        <p:blipFill>
          <a:blip r:embed="rId2"/>
          <a:srcRect l="15079" r="15079"/>
          <a:stretch>
            <a:fillRect/>
          </a:stretch>
        </p:blipFill>
        <p:spPr/>
      </p:pic>
      <p:sp>
        <p:nvSpPr>
          <p:cNvPr id="3" name="Title 2"/>
          <p:cNvSpPr>
            <a:spLocks noGrp="1"/>
          </p:cNvSpPr>
          <p:nvPr>
            <p:ph type="title"/>
          </p:nvPr>
        </p:nvSpPr>
        <p:spPr/>
        <p:txBody>
          <a:bodyPr/>
          <a:lstStyle/>
          <a:p>
            <a:r>
              <a:t>Hyundai &amp; Michelin</a:t>
            </a:r>
          </a:p>
        </p:txBody>
      </p:sp>
      <p:pic>
        <p:nvPicPr>
          <p:cNvPr id="4" name="Picture 3" descr="tire.png"/>
          <p:cNvPicPr>
            <a:picLocks noChangeAspect="1"/>
          </p:cNvPicPr>
          <p:nvPr/>
        </p:nvPicPr>
        <p:blipFill>
          <a:blip r:embed="rId3"/>
          <a:stretch>
            <a:fillRect/>
          </a:stretch>
        </p:blipFill>
        <p:spPr>
          <a:xfrm>
            <a:off x="4572000" y="4343400"/>
            <a:ext cx="2103120" cy="2103120"/>
          </a:xfrm>
          <a:prstGeom prst="rect">
            <a:avLst/>
          </a:prstGeom>
        </p:spPr>
      </p:pic>
      <p:sp>
        <p:nvSpPr>
          <p:cNvPr id="5" name="TextBox 4"/>
          <p:cNvSpPr txBox="1"/>
          <p:nvPr/>
        </p:nvSpPr>
        <p:spPr>
          <a:xfrm>
            <a:off x="7296912" y="1920240"/>
            <a:ext cx="4343400" cy="73152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A successful long-term partnership for performance and innovation</a:t>
            </a:r>
          </a:p>
        </p:txBody>
      </p:sp>
      <p:pic>
        <p:nvPicPr>
          <p:cNvPr id="6" name="Picture 5" descr="hy_blue.png"/>
          <p:cNvPicPr>
            <a:picLocks noChangeAspect="1"/>
          </p:cNvPicPr>
          <p:nvPr/>
        </p:nvPicPr>
        <p:blipFill>
          <a:blip r:embed="rId4"/>
          <a:stretch>
            <a:fillRect/>
          </a:stretch>
        </p:blipFill>
        <p:spPr>
          <a:xfrm>
            <a:off x="7296912" y="2788920"/>
            <a:ext cx="711595" cy="365760"/>
          </a:xfrm>
          <a:prstGeom prst="rect">
            <a:avLst/>
          </a:prstGeom>
        </p:spPr>
      </p:pic>
      <p:sp>
        <p:nvSpPr>
          <p:cNvPr id="7" name="TextBox 6"/>
          <p:cNvSpPr txBox="1"/>
          <p:nvPr/>
        </p:nvSpPr>
        <p:spPr>
          <a:xfrm>
            <a:off x="8145667" y="2788920"/>
            <a:ext cx="2743200" cy="365760"/>
          </a:xfrm>
          <a:prstGeom prst="rect">
            <a:avLst/>
          </a:prstGeom>
          <a:noFill/>
        </p:spPr>
        <p:txBody>
          <a:bodyPr wrap="square" lIns="0" rIns="0" tIns="0" bIns="0" anchor="ctr">
            <a:spAutoFit/>
          </a:bodyPr>
          <a:lstStyle/>
          <a:p>
            <a:pPr algn="l"/>
            <a:r>
              <a:rPr sz="1600" b="1">
                <a:solidFill>
                  <a:schemeClr val="tx1"/>
                </a:solidFill>
                <a:latin typeface="+mj-lt"/>
              </a:rPr>
              <a:t>Hyundai</a:t>
            </a:r>
          </a:p>
        </p:txBody>
      </p:sp>
      <p:sp>
        <p:nvSpPr>
          <p:cNvPr id="8" name="TextBox 7"/>
          <p:cNvSpPr txBox="1"/>
          <p:nvPr/>
        </p:nvSpPr>
        <p:spPr>
          <a:xfrm>
            <a:off x="7296912" y="3337560"/>
            <a:ext cx="4343400" cy="274320"/>
          </a:xfrm>
          <a:prstGeom prst="rect">
            <a:avLst/>
          </a:prstGeom>
          <a:noFill/>
        </p:spPr>
        <p:txBody>
          <a:bodyPr wrap="square" lIns="0" rIns="0" tIns="0" bIns="0" anchor="t">
            <a:spAutoFit/>
          </a:bodyPr>
          <a:lstStyle/>
          <a:p>
            <a:pPr algn="l">
              <a:lnSpc>
                <a:spcPts val="1800"/>
              </a:lnSpc>
            </a:pPr>
            <a:r>
              <a:rPr sz="1200" b="1">
                <a:solidFill>
                  <a:schemeClr val="tx1">
                    <a:lumMod val="65000"/>
                    <a:lumOff val="35000"/>
                  </a:schemeClr>
                </a:solidFill>
                <a:latin typeface="+mn-lt"/>
              </a:rPr>
              <a:t>Trusted partners for new technologies</a:t>
            </a:r>
          </a:p>
        </p:txBody>
      </p:sp>
      <p:sp>
        <p:nvSpPr>
          <p:cNvPr id="9" name="TextBox 8"/>
          <p:cNvSpPr txBox="1"/>
          <p:nvPr/>
        </p:nvSpPr>
        <p:spPr>
          <a:xfrm>
            <a:off x="7296912" y="3657600"/>
            <a:ext cx="4343400" cy="914400"/>
          </a:xfrm>
          <a:prstGeom prst="rect">
            <a:avLst/>
          </a:prstGeom>
          <a:noFill/>
        </p:spPr>
        <p:txBody>
          <a:bodyPr wrap="square" lIns="0" rIns="0" tIns="0" bIns="0" anchor="t">
            <a:spAutoFit/>
          </a:bodyPr>
          <a:lstStyle/>
          <a:p>
            <a:pPr algn="l"/>
            <a:r>
              <a:rPr sz="1800" b="1">
                <a:solidFill>
                  <a:schemeClr val="tx1"/>
                </a:solidFill>
                <a:latin typeface="+mj-lt"/>
              </a:rPr>
              <a:t>Michelin Primacy 5 Energy 235/45 R20</a:t>
            </a:r>
          </a:p>
          <a:p>
            <a:pPr algn="l">
              <a:lnSpc>
                <a:spcPts val="2100"/>
              </a:lnSpc>
            </a:pPr>
            <a:r>
              <a:rPr sz="1400" b="0">
                <a:solidFill>
                  <a:schemeClr val="tx1"/>
                </a:solidFill>
                <a:latin typeface="+mn-lt"/>
              </a:rPr>
              <a:t>Fitted on the new Hyundai Tucson 2027</a:t>
            </a:r>
          </a:p>
        </p:txBody>
      </p:sp>
      <p:sp>
        <p:nvSpPr>
          <p:cNvPr id="10" name="TextBox 9"/>
          <p:cNvSpPr txBox="1"/>
          <p:nvPr/>
        </p:nvSpPr>
        <p:spPr>
          <a:xfrm>
            <a:off x="7296912" y="4572000"/>
            <a:ext cx="4343400" cy="274320"/>
          </a:xfrm>
          <a:prstGeom prst="rect">
            <a:avLst/>
          </a:prstGeom>
          <a:noFill/>
        </p:spPr>
        <p:txBody>
          <a:bodyPr wrap="square" lIns="0" rIns="0" tIns="0" bIns="0" anchor="t">
            <a:spAutoFit/>
          </a:bodyPr>
          <a:lstStyle/>
          <a:p>
            <a:pPr algn="l">
              <a:lnSpc>
                <a:spcPts val="1600"/>
              </a:lnSpc>
            </a:pPr>
            <a:r>
              <a:rPr sz="1100" b="0">
                <a:solidFill>
                  <a:schemeClr val="tx1">
                    <a:lumMod val="65000"/>
                    <a:lumOff val="35000"/>
                  </a:schemeClr>
                </a:solidFill>
                <a:latin typeface="+mn-lt"/>
              </a:rPr>
              <a:t>Code 5759 · CAI 514126A</a:t>
            </a:r>
          </a:p>
        </p:txBody>
      </p:sp>
      <p:sp>
        <p:nvSpPr>
          <p:cNvPr id="11" name="Rounded Rectangle 10"/>
          <p:cNvSpPr/>
          <p:nvPr/>
        </p:nvSpPr>
        <p:spPr>
          <a:xfrm>
            <a:off x="7296912" y="5074920"/>
            <a:ext cx="4343400" cy="105156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5074920"/>
            <a:ext cx="3977639" cy="1051560"/>
          </a:xfrm>
          <a:prstGeom prst="rect">
            <a:avLst/>
          </a:prstGeom>
          <a:noFill/>
        </p:spPr>
        <p:txBody>
          <a:bodyPr wrap="square" lIns="0" rIns="0" tIns="0" bIns="0" anchor="ctr">
            <a:spAutoFit/>
          </a:bodyPr>
          <a:lstStyle/>
          <a:p>
            <a:pPr algn="l">
              <a:lnSpc>
                <a:spcPts val="2100"/>
              </a:lnSpc>
            </a:pPr>
            <a:r>
              <a:rPr sz="1400" b="0">
                <a:solidFill>
                  <a:schemeClr val="bg1"/>
                </a:solidFill>
                <a:latin typeface="+mn-lt"/>
              </a:rPr>
              <a:t>Each of these tires is born in the digital environment </a:t>
            </a:r>
            <a:r>
              <a:rPr sz="1400" b="1">
                <a:solidFill>
                  <a:schemeClr val="accent2"/>
                </a:solidFill>
                <a:latin typeface="+mn-lt"/>
              </a:rPr>
              <a:t>we are presenting to you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What if every tire could tell us how it was made?</a:t>
            </a:r>
          </a:p>
        </p:txBody>
      </p:sp>
      <p:sp>
        <p:nvSpPr>
          <p:cNvPr id="3" name="TextBox 2"/>
          <p:cNvSpPr txBox="1"/>
          <p:nvPr/>
        </p:nvSpPr>
        <p:spPr>
          <a:xfrm>
            <a:off x="1691640" y="4572000"/>
            <a:ext cx="8805672" cy="457200"/>
          </a:xfrm>
          <a:prstGeom prst="rect">
            <a:avLst/>
          </a:prstGeom>
          <a:noFill/>
        </p:spPr>
        <p:txBody>
          <a:bodyPr wrap="square" lIns="0" rIns="0" tIns="0" bIns="0" anchor="t">
            <a:spAutoFit/>
          </a:bodyPr>
          <a:lstStyle/>
          <a:p>
            <a:pPr algn="ctr"/>
            <a:r>
              <a:rPr sz="2000" b="1">
                <a:solidFill>
                  <a:schemeClr val="tx1"/>
                </a:solidFill>
                <a:latin typeface="+mn-lt"/>
              </a:rPr>
              <a:t>Today it does. Let us show you how.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ways to control quality</a:t>
            </a:r>
          </a:p>
        </p:txBody>
      </p:sp>
      <p:sp>
        <p:nvSpPr>
          <p:cNvPr id="3" name="Rounded Rectangle 2"/>
          <p:cNvSpPr/>
          <p:nvPr/>
        </p:nvSpPr>
        <p:spPr>
          <a:xfrm>
            <a:off x="548640" y="1508760"/>
            <a:ext cx="5120640" cy="46634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783080"/>
            <a:ext cx="4297679" cy="411480"/>
          </a:xfrm>
          <a:prstGeom prst="rect">
            <a:avLst/>
          </a:prstGeom>
          <a:noFill/>
        </p:spPr>
        <p:txBody>
          <a:bodyPr wrap="square" lIns="0" rIns="0" tIns="0" bIns="0" anchor="t">
            <a:spAutoFit/>
          </a:bodyPr>
          <a:lstStyle/>
          <a:p>
            <a:pPr algn="l"/>
            <a:r>
              <a:rPr sz="1800" b="1">
                <a:solidFill>
                  <a:schemeClr val="tx1">
                    <a:lumMod val="65000"/>
                    <a:lumOff val="35000"/>
                  </a:schemeClr>
                </a:solidFill>
                <a:latin typeface="+mj-lt"/>
              </a:rPr>
              <a:t>Traditional control</a:t>
            </a:r>
          </a:p>
        </p:txBody>
      </p:sp>
      <p:sp>
        <p:nvSpPr>
          <p:cNvPr id="5" name="TextBox 4"/>
          <p:cNvSpPr txBox="1"/>
          <p:nvPr/>
        </p:nvSpPr>
        <p:spPr>
          <a:xfrm>
            <a:off x="960120" y="2560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mj-lt"/>
              </a:rPr>
              <a:t>1 sample</a:t>
            </a:r>
          </a:p>
        </p:txBody>
      </p:sp>
      <p:sp>
        <p:nvSpPr>
          <p:cNvPr id="6" name="TextBox 5"/>
          <p:cNvSpPr txBox="1"/>
          <p:nvPr/>
        </p:nvSpPr>
        <p:spPr>
          <a:xfrm>
            <a:off x="3200400" y="2560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mn-lt"/>
              </a:rPr>
              <a:t>per shift, manually</a:t>
            </a:r>
          </a:p>
        </p:txBody>
      </p:sp>
      <p:sp>
        <p:nvSpPr>
          <p:cNvPr id="7" name="TextBox 6"/>
          <p:cNvSpPr txBox="1"/>
          <p:nvPr/>
        </p:nvSpPr>
        <p:spPr>
          <a:xfrm>
            <a:off x="960120" y="3703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mj-lt"/>
              </a:rPr>
              <a:t>Hours</a:t>
            </a:r>
          </a:p>
        </p:txBody>
      </p:sp>
      <p:sp>
        <p:nvSpPr>
          <p:cNvPr id="8" name="TextBox 7"/>
          <p:cNvSpPr txBox="1"/>
          <p:nvPr/>
        </p:nvSpPr>
        <p:spPr>
          <a:xfrm>
            <a:off x="3200400" y="3703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mn-lt"/>
              </a:rPr>
              <a:t>to discover a deviation</a:t>
            </a:r>
          </a:p>
        </p:txBody>
      </p:sp>
      <p:sp>
        <p:nvSpPr>
          <p:cNvPr id="9" name="TextBox 8"/>
          <p:cNvSpPr txBox="1"/>
          <p:nvPr/>
        </p:nvSpPr>
        <p:spPr>
          <a:xfrm>
            <a:off x="960120" y="4846320"/>
            <a:ext cx="2194560" cy="731520"/>
          </a:xfrm>
          <a:prstGeom prst="rect">
            <a:avLst/>
          </a:prstGeom>
          <a:noFill/>
        </p:spPr>
        <p:txBody>
          <a:bodyPr wrap="square" lIns="0" rIns="0" tIns="0" bIns="0" anchor="ctr">
            <a:spAutoFit/>
          </a:bodyPr>
          <a:lstStyle/>
          <a:p>
            <a:pPr algn="l"/>
            <a:r>
              <a:rPr sz="2800" b="1">
                <a:solidFill>
                  <a:schemeClr val="tx1">
                    <a:lumMod val="65000"/>
                    <a:lumOff val="35000"/>
                  </a:schemeClr>
                </a:solidFill>
                <a:latin typeface="+mj-lt"/>
              </a:rPr>
              <a:t>After</a:t>
            </a:r>
          </a:p>
        </p:txBody>
      </p:sp>
      <p:sp>
        <p:nvSpPr>
          <p:cNvPr id="10" name="TextBox 9"/>
          <p:cNvSpPr txBox="1"/>
          <p:nvPr/>
        </p:nvSpPr>
        <p:spPr>
          <a:xfrm>
            <a:off x="3200400" y="4846320"/>
            <a:ext cx="2103120" cy="731520"/>
          </a:xfrm>
          <a:prstGeom prst="rect">
            <a:avLst/>
          </a:prstGeom>
          <a:noFill/>
        </p:spPr>
        <p:txBody>
          <a:bodyPr wrap="square" lIns="0" rIns="0" tIns="0" bIns="0" anchor="ctr">
            <a:spAutoFit/>
          </a:bodyPr>
          <a:lstStyle/>
          <a:p>
            <a:pPr algn="l">
              <a:lnSpc>
                <a:spcPts val="2100"/>
              </a:lnSpc>
            </a:pPr>
            <a:r>
              <a:rPr sz="1400" b="0">
                <a:solidFill>
                  <a:schemeClr val="tx1">
                    <a:lumMod val="65000"/>
                    <a:lumOff val="35000"/>
                  </a:schemeClr>
                </a:solidFill>
                <a:latin typeface="+mn-lt"/>
              </a:rPr>
              <a:t>we react once the defect already exists</a:t>
            </a:r>
          </a:p>
        </p:txBody>
      </p:sp>
      <p:sp>
        <p:nvSpPr>
          <p:cNvPr id="11" name="Rounded Rectangle 10"/>
          <p:cNvSpPr/>
          <p:nvPr/>
        </p:nvSpPr>
        <p:spPr>
          <a:xfrm>
            <a:off x="6519671" y="1508760"/>
            <a:ext cx="5120640" cy="466344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31151" y="1783080"/>
            <a:ext cx="4297679" cy="411480"/>
          </a:xfrm>
          <a:prstGeom prst="rect">
            <a:avLst/>
          </a:prstGeom>
          <a:noFill/>
        </p:spPr>
        <p:txBody>
          <a:bodyPr wrap="square" lIns="0" rIns="0" tIns="0" bIns="0" anchor="t">
            <a:spAutoFit/>
          </a:bodyPr>
          <a:lstStyle/>
          <a:p>
            <a:pPr algn="l"/>
            <a:r>
              <a:rPr sz="1800" b="1">
                <a:solidFill>
                  <a:schemeClr val="accent2"/>
                </a:solidFill>
                <a:latin typeface="+mj-lt"/>
              </a:rPr>
              <a:t>Our digital control</a:t>
            </a:r>
          </a:p>
        </p:txBody>
      </p:sp>
      <p:sp>
        <p:nvSpPr>
          <p:cNvPr id="13" name="TextBox 12"/>
          <p:cNvSpPr txBox="1"/>
          <p:nvPr/>
        </p:nvSpPr>
        <p:spPr>
          <a:xfrm>
            <a:off x="6931151" y="2560320"/>
            <a:ext cx="2194560" cy="731520"/>
          </a:xfrm>
          <a:prstGeom prst="rect">
            <a:avLst/>
          </a:prstGeom>
          <a:noFill/>
        </p:spPr>
        <p:txBody>
          <a:bodyPr wrap="square" lIns="0" rIns="0" tIns="0" bIns="0" anchor="ctr">
            <a:spAutoFit/>
          </a:bodyPr>
          <a:lstStyle/>
          <a:p>
            <a:pPr algn="l"/>
            <a:r>
              <a:rPr sz="2800" b="1">
                <a:solidFill>
                  <a:schemeClr val="accent2"/>
                </a:solidFill>
                <a:latin typeface="+mj-lt"/>
              </a:rPr>
              <a:t>100 %</a:t>
            </a:r>
          </a:p>
        </p:txBody>
      </p:sp>
      <p:sp>
        <p:nvSpPr>
          <p:cNvPr id="14" name="TextBox 13"/>
          <p:cNvSpPr txBox="1"/>
          <p:nvPr/>
        </p:nvSpPr>
        <p:spPr>
          <a:xfrm>
            <a:off x="9171432" y="2560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mn-lt"/>
              </a:rPr>
              <a:t>of products, automatically</a:t>
            </a:r>
          </a:p>
        </p:txBody>
      </p:sp>
      <p:sp>
        <p:nvSpPr>
          <p:cNvPr id="15" name="TextBox 14"/>
          <p:cNvSpPr txBox="1"/>
          <p:nvPr/>
        </p:nvSpPr>
        <p:spPr>
          <a:xfrm>
            <a:off x="6931151" y="3703320"/>
            <a:ext cx="2194560" cy="731520"/>
          </a:xfrm>
          <a:prstGeom prst="rect">
            <a:avLst/>
          </a:prstGeom>
          <a:noFill/>
        </p:spPr>
        <p:txBody>
          <a:bodyPr wrap="square" lIns="0" rIns="0" tIns="0" bIns="0" anchor="ctr">
            <a:spAutoFit/>
          </a:bodyPr>
          <a:lstStyle/>
          <a:p>
            <a:pPr algn="l"/>
            <a:r>
              <a:rPr sz="2800" b="1">
                <a:solidFill>
                  <a:schemeClr val="accent2"/>
                </a:solidFill>
                <a:latin typeface="+mj-lt"/>
              </a:rPr>
              <a:t>Seconds</a:t>
            </a:r>
          </a:p>
        </p:txBody>
      </p:sp>
      <p:sp>
        <p:nvSpPr>
          <p:cNvPr id="16" name="TextBox 15"/>
          <p:cNvSpPr txBox="1"/>
          <p:nvPr/>
        </p:nvSpPr>
        <p:spPr>
          <a:xfrm>
            <a:off x="9171432" y="3703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mn-lt"/>
              </a:rPr>
              <a:t>to detect a drift</a:t>
            </a:r>
          </a:p>
        </p:txBody>
      </p:sp>
      <p:sp>
        <p:nvSpPr>
          <p:cNvPr id="17" name="TextBox 16"/>
          <p:cNvSpPr txBox="1"/>
          <p:nvPr/>
        </p:nvSpPr>
        <p:spPr>
          <a:xfrm>
            <a:off x="6931151" y="4846320"/>
            <a:ext cx="2194560" cy="731520"/>
          </a:xfrm>
          <a:prstGeom prst="rect">
            <a:avLst/>
          </a:prstGeom>
          <a:noFill/>
        </p:spPr>
        <p:txBody>
          <a:bodyPr wrap="square" lIns="0" rIns="0" tIns="0" bIns="0" anchor="ctr">
            <a:spAutoFit/>
          </a:bodyPr>
          <a:lstStyle/>
          <a:p>
            <a:pPr algn="l"/>
            <a:r>
              <a:rPr sz="2800" b="1">
                <a:solidFill>
                  <a:schemeClr val="accent2"/>
                </a:solidFill>
                <a:latin typeface="+mj-lt"/>
              </a:rPr>
              <a:t>Before</a:t>
            </a:r>
          </a:p>
        </p:txBody>
      </p:sp>
      <p:sp>
        <p:nvSpPr>
          <p:cNvPr id="18" name="TextBox 17"/>
          <p:cNvSpPr txBox="1"/>
          <p:nvPr/>
        </p:nvSpPr>
        <p:spPr>
          <a:xfrm>
            <a:off x="9171432" y="4846320"/>
            <a:ext cx="2103120" cy="731520"/>
          </a:xfrm>
          <a:prstGeom prst="rect">
            <a:avLst/>
          </a:prstGeom>
          <a:noFill/>
        </p:spPr>
        <p:txBody>
          <a:bodyPr wrap="square" lIns="0" rIns="0" tIns="0" bIns="0" anchor="ctr">
            <a:spAutoFit/>
          </a:bodyPr>
          <a:lstStyle/>
          <a:p>
            <a:pPr algn="l">
              <a:lnSpc>
                <a:spcPts val="2100"/>
              </a:lnSpc>
            </a:pPr>
            <a:r>
              <a:rPr sz="1400" b="0">
                <a:solidFill>
                  <a:schemeClr val="bg1"/>
                </a:solidFill>
                <a:latin typeface="+mn-lt"/>
              </a:rPr>
              <a:t>corrected before the defect exists</a:t>
            </a:r>
          </a:p>
        </p:txBody>
      </p:sp>
      <p:sp>
        <p:nvSpPr>
          <p:cNvPr id="19" name="Chevron 18"/>
          <p:cNvSpPr/>
          <p:nvPr/>
        </p:nvSpPr>
        <p:spPr>
          <a:xfrm>
            <a:off x="5916167" y="3474720"/>
            <a:ext cx="365760" cy="731520"/>
          </a:xfrm>
          <a:prstGeom prst="chevron">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system in a single cycle</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Four steps revolving around IQF, our quality indicator</a:t>
            </a:r>
          </a:p>
        </p:txBody>
      </p:sp>
      <p:sp>
        <p:nvSpPr>
          <p:cNvPr id="4" name="Oval 3"/>
          <p:cNvSpPr/>
          <p:nvPr/>
        </p:nvSpPr>
        <p:spPr>
          <a:xfrm>
            <a:off x="1554480" y="2331720"/>
            <a:ext cx="3200400" cy="3200400"/>
          </a:xfrm>
          <a:prstGeom prst="ellipse">
            <a:avLst/>
          </a:prstGeom>
          <a:noFill/>
          <a:ln w="25400">
            <a:solidFill>
              <a:schemeClr val="tx1">
                <a:lumMod val="40000"/>
                <a:lumOff val="60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441448" y="3218687"/>
            <a:ext cx="1426464" cy="142646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41448" y="3218687"/>
            <a:ext cx="1426464" cy="1426464"/>
          </a:xfrm>
          <a:prstGeom prst="rect">
            <a:avLst/>
          </a:prstGeom>
          <a:noFill/>
        </p:spPr>
        <p:txBody>
          <a:bodyPr wrap="square" lIns="0" rIns="0" tIns="0" bIns="0" anchor="ctr">
            <a:spAutoFit/>
          </a:bodyPr>
          <a:lstStyle/>
          <a:p>
            <a:pPr algn="ctr"/>
            <a:r>
              <a:rPr sz="2400" b="1">
                <a:solidFill>
                  <a:schemeClr val="tx1"/>
                </a:solidFill>
                <a:latin typeface="+mj-lt"/>
              </a:rPr>
              <a:t>IQF</a:t>
            </a:r>
          </a:p>
        </p:txBody>
      </p:sp>
      <p:sp>
        <p:nvSpPr>
          <p:cNvPr id="7" name="Oval 6"/>
          <p:cNvSpPr/>
          <p:nvPr/>
        </p:nvSpPr>
        <p:spPr>
          <a:xfrm>
            <a:off x="2587752" y="17647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87752" y="1965960"/>
            <a:ext cx="1133856" cy="365760"/>
          </a:xfrm>
          <a:prstGeom prst="rect">
            <a:avLst/>
          </a:prstGeom>
          <a:noFill/>
        </p:spPr>
        <p:txBody>
          <a:bodyPr wrap="square" lIns="0" rIns="0" tIns="0" bIns="0" anchor="t">
            <a:spAutoFit/>
          </a:bodyPr>
          <a:lstStyle/>
          <a:p>
            <a:pPr algn="ctr"/>
            <a:r>
              <a:rPr sz="1600" b="1">
                <a:solidFill>
                  <a:schemeClr val="accent2"/>
                </a:solidFill>
                <a:latin typeface="+mj-lt"/>
              </a:rPr>
              <a:t>01</a:t>
            </a:r>
          </a:p>
        </p:txBody>
      </p:sp>
      <p:sp>
        <p:nvSpPr>
          <p:cNvPr id="9" name="TextBox 8"/>
          <p:cNvSpPr txBox="1"/>
          <p:nvPr/>
        </p:nvSpPr>
        <p:spPr>
          <a:xfrm>
            <a:off x="2587752" y="2350008"/>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See</a:t>
            </a:r>
          </a:p>
        </p:txBody>
      </p:sp>
      <p:sp>
        <p:nvSpPr>
          <p:cNvPr id="10" name="Oval 9"/>
          <p:cNvSpPr/>
          <p:nvPr/>
        </p:nvSpPr>
        <p:spPr>
          <a:xfrm>
            <a:off x="41879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87952" y="3566160"/>
            <a:ext cx="1133856" cy="365760"/>
          </a:xfrm>
          <a:prstGeom prst="rect">
            <a:avLst/>
          </a:prstGeom>
          <a:noFill/>
        </p:spPr>
        <p:txBody>
          <a:bodyPr wrap="square" lIns="0" rIns="0" tIns="0" bIns="0" anchor="t">
            <a:spAutoFit/>
          </a:bodyPr>
          <a:lstStyle/>
          <a:p>
            <a:pPr algn="ctr"/>
            <a:r>
              <a:rPr sz="1600" b="1">
                <a:solidFill>
                  <a:schemeClr val="accent2"/>
                </a:solidFill>
                <a:latin typeface="+mj-lt"/>
              </a:rPr>
              <a:t>02</a:t>
            </a:r>
          </a:p>
        </p:txBody>
      </p:sp>
      <p:sp>
        <p:nvSpPr>
          <p:cNvPr id="12" name="TextBox 11"/>
          <p:cNvSpPr txBox="1"/>
          <p:nvPr/>
        </p:nvSpPr>
        <p:spPr>
          <a:xfrm>
            <a:off x="41879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Understand</a:t>
            </a:r>
          </a:p>
        </p:txBody>
      </p:sp>
      <p:sp>
        <p:nvSpPr>
          <p:cNvPr id="13" name="Oval 12"/>
          <p:cNvSpPr/>
          <p:nvPr/>
        </p:nvSpPr>
        <p:spPr>
          <a:xfrm>
            <a:off x="2587752" y="4965192"/>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87752" y="5166359"/>
            <a:ext cx="1133856" cy="365760"/>
          </a:xfrm>
          <a:prstGeom prst="rect">
            <a:avLst/>
          </a:prstGeom>
          <a:noFill/>
        </p:spPr>
        <p:txBody>
          <a:bodyPr wrap="square" lIns="0" rIns="0" tIns="0" bIns="0" anchor="t">
            <a:spAutoFit/>
          </a:bodyPr>
          <a:lstStyle/>
          <a:p>
            <a:pPr algn="ctr"/>
            <a:r>
              <a:rPr sz="1600" b="1">
                <a:solidFill>
                  <a:schemeClr val="accent2"/>
                </a:solidFill>
                <a:latin typeface="+mj-lt"/>
              </a:rPr>
              <a:t>03</a:t>
            </a:r>
          </a:p>
        </p:txBody>
      </p:sp>
      <p:sp>
        <p:nvSpPr>
          <p:cNvPr id="15" name="TextBox 14"/>
          <p:cNvSpPr txBox="1"/>
          <p:nvPr/>
        </p:nvSpPr>
        <p:spPr>
          <a:xfrm>
            <a:off x="2587752" y="55504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Decide</a:t>
            </a:r>
          </a:p>
        </p:txBody>
      </p:sp>
      <p:sp>
        <p:nvSpPr>
          <p:cNvPr id="16" name="Oval 15"/>
          <p:cNvSpPr/>
          <p:nvPr/>
        </p:nvSpPr>
        <p:spPr>
          <a:xfrm>
            <a:off x="9875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3566160"/>
            <a:ext cx="1133856" cy="365760"/>
          </a:xfrm>
          <a:prstGeom prst="rect">
            <a:avLst/>
          </a:prstGeom>
          <a:noFill/>
        </p:spPr>
        <p:txBody>
          <a:bodyPr wrap="square" lIns="0" rIns="0" tIns="0" bIns="0" anchor="t">
            <a:spAutoFit/>
          </a:bodyPr>
          <a:lstStyle/>
          <a:p>
            <a:pPr algn="ctr"/>
            <a:r>
              <a:rPr sz="1600" b="1">
                <a:solidFill>
                  <a:schemeClr val="accent2"/>
                </a:solidFill>
                <a:latin typeface="+mj-lt"/>
              </a:rPr>
              <a:t>04</a:t>
            </a:r>
          </a:p>
        </p:txBody>
      </p:sp>
      <p:sp>
        <p:nvSpPr>
          <p:cNvPr id="18" name="TextBox 17"/>
          <p:cNvSpPr txBox="1"/>
          <p:nvPr/>
        </p:nvSpPr>
        <p:spPr>
          <a:xfrm>
            <a:off x="9875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Anticipate</a:t>
            </a:r>
          </a:p>
        </p:txBody>
      </p:sp>
      <p:sp>
        <p:nvSpPr>
          <p:cNvPr id="19" name="TextBox 18"/>
          <p:cNvSpPr txBox="1"/>
          <p:nvPr/>
        </p:nvSpPr>
        <p:spPr>
          <a:xfrm>
            <a:off x="6035040" y="1645920"/>
            <a:ext cx="640080" cy="457200"/>
          </a:xfrm>
          <a:prstGeom prst="rect">
            <a:avLst/>
          </a:prstGeom>
          <a:noFill/>
        </p:spPr>
        <p:txBody>
          <a:bodyPr wrap="square" lIns="0" rIns="0" tIns="0" bIns="0" anchor="t">
            <a:spAutoFit/>
          </a:bodyPr>
          <a:lstStyle/>
          <a:p>
            <a:pPr algn="l"/>
            <a:r>
              <a:rPr sz="2400" b="1">
                <a:solidFill>
                  <a:schemeClr val="tx1"/>
                </a:solidFill>
                <a:latin typeface="+mj-lt"/>
              </a:rPr>
              <a:t>01</a:t>
            </a:r>
          </a:p>
        </p:txBody>
      </p:sp>
      <p:sp>
        <p:nvSpPr>
          <p:cNvPr id="20" name="TextBox 19"/>
          <p:cNvSpPr txBox="1"/>
          <p:nvPr/>
        </p:nvSpPr>
        <p:spPr>
          <a:xfrm>
            <a:off x="6766560" y="1645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mn-lt"/>
              </a:rPr>
              <a:t>See  </a:t>
            </a:r>
            <a:r>
              <a:rPr sz="1400" b="1">
                <a:solidFill>
                  <a:schemeClr val="tx1">
                    <a:lumMod val="65000"/>
                    <a:lumOff val="35000"/>
                  </a:schemeClr>
                </a:solidFill>
                <a:latin typeface="+mn-lt"/>
              </a:rPr>
              <a:t>3D laser profilers</a:t>
            </a:r>
          </a:p>
          <a:p>
            <a:pPr algn="l">
              <a:lnSpc>
                <a:spcPts val="2000"/>
              </a:lnSpc>
            </a:pPr>
            <a:r>
              <a:rPr sz="1300" b="0">
                <a:solidFill>
                  <a:schemeClr val="tx1"/>
                </a:solidFill>
                <a:latin typeface="+mn-lt"/>
              </a:rPr>
              <a:t>Every product measured in 3D on every tire.</a:t>
            </a:r>
          </a:p>
        </p:txBody>
      </p:sp>
      <p:sp>
        <p:nvSpPr>
          <p:cNvPr id="21" name="TextBox 20"/>
          <p:cNvSpPr txBox="1"/>
          <p:nvPr/>
        </p:nvSpPr>
        <p:spPr>
          <a:xfrm>
            <a:off x="6035040" y="2788920"/>
            <a:ext cx="640080" cy="457200"/>
          </a:xfrm>
          <a:prstGeom prst="rect">
            <a:avLst/>
          </a:prstGeom>
          <a:noFill/>
        </p:spPr>
        <p:txBody>
          <a:bodyPr wrap="square" lIns="0" rIns="0" tIns="0" bIns="0" anchor="t">
            <a:spAutoFit/>
          </a:bodyPr>
          <a:lstStyle/>
          <a:p>
            <a:pPr algn="l"/>
            <a:r>
              <a:rPr sz="2400" b="1">
                <a:solidFill>
                  <a:schemeClr val="tx1"/>
                </a:solidFill>
                <a:latin typeface="+mj-lt"/>
              </a:rPr>
              <a:t>02</a:t>
            </a:r>
          </a:p>
        </p:txBody>
      </p:sp>
      <p:sp>
        <p:nvSpPr>
          <p:cNvPr id="22" name="TextBox 21"/>
          <p:cNvSpPr txBox="1"/>
          <p:nvPr/>
        </p:nvSpPr>
        <p:spPr>
          <a:xfrm>
            <a:off x="6766560" y="2788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mn-lt"/>
              </a:rPr>
              <a:t>Understand  </a:t>
            </a:r>
            <a:r>
              <a:rPr sz="1400" b="1">
                <a:solidFill>
                  <a:schemeClr val="tx1">
                    <a:lumMod val="65000"/>
                    <a:lumOff val="35000"/>
                  </a:schemeClr>
                </a:solidFill>
                <a:latin typeface="+mn-lt"/>
              </a:rPr>
              <a:t>PI System · PI Vision</a:t>
            </a:r>
          </a:p>
          <a:p>
            <a:pPr algn="l">
              <a:lnSpc>
                <a:spcPts val="2000"/>
              </a:lnSpc>
            </a:pPr>
            <a:r>
              <a:rPr sz="1300" b="0">
                <a:solidFill>
                  <a:schemeClr val="tx1"/>
                </a:solidFill>
                <a:latin typeface="+mn-lt"/>
              </a:rPr>
              <a:t>Real-time data and images, with trends and alerts.</a:t>
            </a:r>
          </a:p>
        </p:txBody>
      </p:sp>
      <p:sp>
        <p:nvSpPr>
          <p:cNvPr id="23" name="TextBox 22"/>
          <p:cNvSpPr txBox="1"/>
          <p:nvPr/>
        </p:nvSpPr>
        <p:spPr>
          <a:xfrm>
            <a:off x="6035040" y="3931920"/>
            <a:ext cx="640080" cy="457200"/>
          </a:xfrm>
          <a:prstGeom prst="rect">
            <a:avLst/>
          </a:prstGeom>
          <a:noFill/>
        </p:spPr>
        <p:txBody>
          <a:bodyPr wrap="square" lIns="0" rIns="0" tIns="0" bIns="0" anchor="t">
            <a:spAutoFit/>
          </a:bodyPr>
          <a:lstStyle/>
          <a:p>
            <a:pPr algn="l"/>
            <a:r>
              <a:rPr sz="2400" b="1">
                <a:solidFill>
                  <a:schemeClr val="tx1"/>
                </a:solidFill>
                <a:latin typeface="+mj-lt"/>
              </a:rPr>
              <a:t>03</a:t>
            </a:r>
          </a:p>
        </p:txBody>
      </p:sp>
      <p:sp>
        <p:nvSpPr>
          <p:cNvPr id="24" name="TextBox 23"/>
          <p:cNvSpPr txBox="1"/>
          <p:nvPr/>
        </p:nvSpPr>
        <p:spPr>
          <a:xfrm>
            <a:off x="6766560" y="3931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mn-lt"/>
              </a:rPr>
              <a:t>Decide  </a:t>
            </a:r>
            <a:r>
              <a:rPr sz="1400" b="1">
                <a:solidFill>
                  <a:schemeClr val="tx1">
                    <a:lumMod val="65000"/>
                    <a:lumOff val="35000"/>
                  </a:schemeClr>
                </a:solidFill>
                <a:latin typeface="+mn-lt"/>
              </a:rPr>
              <a:t>R4P</a:t>
            </a:r>
          </a:p>
          <a:p>
            <a:pPr algn="l">
              <a:lnSpc>
                <a:spcPts val="2000"/>
              </a:lnSpc>
            </a:pPr>
            <a:r>
              <a:rPr sz="1300" b="0">
                <a:solidFill>
                  <a:schemeClr val="tx1"/>
                </a:solidFill>
                <a:latin typeface="+mn-lt"/>
              </a:rPr>
              <a:t>Rules engine that corrects the process automatically.</a:t>
            </a:r>
          </a:p>
        </p:txBody>
      </p:sp>
      <p:sp>
        <p:nvSpPr>
          <p:cNvPr id="25" name="TextBox 24"/>
          <p:cNvSpPr txBox="1"/>
          <p:nvPr/>
        </p:nvSpPr>
        <p:spPr>
          <a:xfrm>
            <a:off x="6035040" y="5074920"/>
            <a:ext cx="640080" cy="457200"/>
          </a:xfrm>
          <a:prstGeom prst="rect">
            <a:avLst/>
          </a:prstGeom>
          <a:noFill/>
        </p:spPr>
        <p:txBody>
          <a:bodyPr wrap="square" lIns="0" rIns="0" tIns="0" bIns="0" anchor="t">
            <a:spAutoFit/>
          </a:bodyPr>
          <a:lstStyle/>
          <a:p>
            <a:pPr algn="l"/>
            <a:r>
              <a:rPr sz="2400" b="1">
                <a:solidFill>
                  <a:schemeClr val="tx1"/>
                </a:solidFill>
                <a:latin typeface="+mj-lt"/>
              </a:rPr>
              <a:t>04</a:t>
            </a:r>
          </a:p>
        </p:txBody>
      </p:sp>
      <p:sp>
        <p:nvSpPr>
          <p:cNvPr id="26" name="TextBox 25"/>
          <p:cNvSpPr txBox="1"/>
          <p:nvPr/>
        </p:nvSpPr>
        <p:spPr>
          <a:xfrm>
            <a:off x="6766560" y="5074920"/>
            <a:ext cx="4846320" cy="1005840"/>
          </a:xfrm>
          <a:prstGeom prst="rect">
            <a:avLst/>
          </a:prstGeom>
          <a:noFill/>
        </p:spPr>
        <p:txBody>
          <a:bodyPr wrap="square" lIns="0" rIns="0" tIns="0" bIns="0" anchor="t">
            <a:spAutoFit/>
          </a:bodyPr>
          <a:lstStyle/>
          <a:p>
            <a:pPr algn="l">
              <a:lnSpc>
                <a:spcPts val="2400"/>
              </a:lnSpc>
            </a:pPr>
            <a:r>
              <a:rPr sz="1600" b="1">
                <a:solidFill>
                  <a:schemeClr val="tx1"/>
                </a:solidFill>
                <a:latin typeface="+mn-lt"/>
              </a:rPr>
              <a:t>Anticipate  </a:t>
            </a:r>
            <a:r>
              <a:rPr sz="1400" b="1">
                <a:solidFill>
                  <a:schemeClr val="tx1">
                    <a:lumMod val="65000"/>
                    <a:lumOff val="35000"/>
                  </a:schemeClr>
                </a:solidFill>
                <a:latin typeface="+mn-lt"/>
              </a:rPr>
              <a:t>Dataiku · AI</a:t>
            </a:r>
          </a:p>
          <a:p>
            <a:pPr algn="l">
              <a:lnSpc>
                <a:spcPts val="2000"/>
              </a:lnSpc>
            </a:pPr>
            <a:r>
              <a:rPr sz="1300" b="0">
                <a:solidFill>
                  <a:schemeClr val="tx1"/>
                </a:solidFill>
                <a:latin typeface="+mn-lt"/>
              </a:rPr>
              <a:t>Advanced analytics to find patterns and stay ahead.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See</a:t>
            </a:r>
          </a:p>
          <a:p>
            <a:r>
              <a:rPr sz="2000" b="0">
                <a:latin typeface="+mn-lt"/>
              </a:rPr>
              <a:t>Every tire, turned into data</a:t>
            </a:r>
          </a:p>
        </p:txBody>
      </p:sp>
      <p:sp>
        <p:nvSpPr>
          <p:cNvPr id="3" name="Text Placeholder 2"/>
          <p:cNvSpPr>
            <a:spLocks noGrp="1"/>
          </p:cNvSpPr>
          <p:nvPr>
            <p:ph type="body" idx="13" sz="quarter"/>
          </p:nvPr>
        </p:nvSpPr>
        <p:spPr/>
        <p:txBody>
          <a:bodyPr/>
          <a:lstStyle/>
          <a:p>
            <a:r>
              <a:t>01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measure every product</a:t>
            </a:r>
          </a:p>
        </p:txBody>
      </p:sp>
      <p:pic>
        <p:nvPicPr>
          <p:cNvPr id="3" name="Picture Placeholder 2" descr="d2.jpg"/>
          <p:cNvPicPr>
            <a:picLocks noGrp="1" noChangeAspect="1"/>
          </p:cNvPicPr>
          <p:nvPr>
            <p:ph type="pic" idx="16" sz="quarter"/>
          </p:nvPr>
        </p:nvPicPr>
        <p:blipFill>
          <a:blip r:embed="rId2"/>
          <a:srcRect l="18967" r="18967"/>
          <a:stretch>
            <a:fillRect/>
          </a:stretch>
        </p:blipFill>
        <p:spPr/>
      </p:pic>
      <p:sp>
        <p:nvSpPr>
          <p:cNvPr id="4" name="TextBox 3"/>
          <p:cNvSpPr txBox="1"/>
          <p:nvPr/>
        </p:nvSpPr>
        <p:spPr>
          <a:xfrm>
            <a:off x="548640" y="987552"/>
            <a:ext cx="640080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3D laser profilers at every machine station</a:t>
            </a:r>
          </a:p>
        </p:txBody>
      </p:sp>
      <p:sp>
        <p:nvSpPr>
          <p:cNvPr id="5" name="Oval 4"/>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See</a:t>
            </a:r>
          </a:p>
        </p:txBody>
      </p:sp>
      <p:sp>
        <p:nvSpPr>
          <p:cNvPr id="7" name="Oval 6"/>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9" name="Oval 8"/>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1" name="Oval 10"/>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3" name="TextBox 12"/>
          <p:cNvSpPr txBox="1"/>
          <p:nvPr/>
        </p:nvSpPr>
        <p:spPr>
          <a:xfrm>
            <a:off x="6309360" y="1691640"/>
            <a:ext cx="5120640" cy="731520"/>
          </a:xfrm>
          <a:prstGeom prst="rect">
            <a:avLst/>
          </a:prstGeom>
          <a:noFill/>
        </p:spPr>
        <p:txBody>
          <a:bodyPr wrap="square" lIns="0" rIns="0" tIns="0" bIns="0" anchor="t">
            <a:spAutoFit/>
          </a:bodyPr>
          <a:lstStyle/>
          <a:p>
            <a:pPr algn="l"/>
            <a:r>
              <a:rPr sz="4400" b="1">
                <a:solidFill>
                  <a:schemeClr val="tx1"/>
                </a:solidFill>
                <a:latin typeface="+mj-lt"/>
              </a:rPr>
              <a:t>100 %</a:t>
            </a:r>
          </a:p>
        </p:txBody>
      </p:sp>
      <p:sp>
        <p:nvSpPr>
          <p:cNvPr id="14" name="TextBox 13"/>
          <p:cNvSpPr txBox="1"/>
          <p:nvPr/>
        </p:nvSpPr>
        <p:spPr>
          <a:xfrm>
            <a:off x="6309360" y="2423160"/>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mn-lt"/>
              </a:rPr>
              <a:t>of products measured</a:t>
            </a:r>
          </a:p>
        </p:txBody>
      </p:sp>
      <p:sp>
        <p:nvSpPr>
          <p:cNvPr id="15" name="TextBox 14"/>
          <p:cNvSpPr txBox="1"/>
          <p:nvPr/>
        </p:nvSpPr>
        <p:spPr>
          <a:xfrm>
            <a:off x="6309360" y="3063240"/>
            <a:ext cx="5120640" cy="731520"/>
          </a:xfrm>
          <a:prstGeom prst="rect">
            <a:avLst/>
          </a:prstGeom>
          <a:noFill/>
        </p:spPr>
        <p:txBody>
          <a:bodyPr wrap="square" lIns="0" rIns="0" tIns="0" bIns="0" anchor="t">
            <a:spAutoFit/>
          </a:bodyPr>
          <a:lstStyle/>
          <a:p>
            <a:pPr algn="l"/>
            <a:r>
              <a:rPr sz="4400" b="1">
                <a:solidFill>
                  <a:schemeClr val="tx1"/>
                </a:solidFill>
                <a:latin typeface="+mj-lt"/>
              </a:rPr>
              <a:t>3D</a:t>
            </a:r>
          </a:p>
        </p:txBody>
      </p:sp>
      <p:sp>
        <p:nvSpPr>
          <p:cNvPr id="16" name="TextBox 15"/>
          <p:cNvSpPr txBox="1"/>
          <p:nvPr/>
        </p:nvSpPr>
        <p:spPr>
          <a:xfrm>
            <a:off x="6309360" y="3794760"/>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mn-lt"/>
              </a:rPr>
              <a:t>complete profile of every component</a:t>
            </a:r>
          </a:p>
        </p:txBody>
      </p:sp>
      <p:sp>
        <p:nvSpPr>
          <p:cNvPr id="17" name="TextBox 16"/>
          <p:cNvSpPr txBox="1"/>
          <p:nvPr/>
        </p:nvSpPr>
        <p:spPr>
          <a:xfrm>
            <a:off x="6309360" y="4434840"/>
            <a:ext cx="5120640" cy="731520"/>
          </a:xfrm>
          <a:prstGeom prst="rect">
            <a:avLst/>
          </a:prstGeom>
          <a:noFill/>
        </p:spPr>
        <p:txBody>
          <a:bodyPr wrap="square" lIns="0" rIns="0" tIns="0" bIns="0" anchor="t">
            <a:spAutoFit/>
          </a:bodyPr>
          <a:lstStyle/>
          <a:p>
            <a:pPr algn="l"/>
            <a:r>
              <a:rPr sz="4400" b="1">
                <a:solidFill>
                  <a:schemeClr val="tx1"/>
                </a:solidFill>
                <a:latin typeface="+mj-lt"/>
              </a:rPr>
              <a:t>16</a:t>
            </a:r>
          </a:p>
        </p:txBody>
      </p:sp>
      <p:sp>
        <p:nvSpPr>
          <p:cNvPr id="18" name="TextBox 17"/>
          <p:cNvSpPr txBox="1"/>
          <p:nvPr/>
        </p:nvSpPr>
        <p:spPr>
          <a:xfrm>
            <a:off x="6309360" y="5166359"/>
            <a:ext cx="5120640" cy="411480"/>
          </a:xfrm>
          <a:prstGeom prst="rect">
            <a:avLst/>
          </a:prstGeom>
          <a:noFill/>
        </p:spPr>
        <p:txBody>
          <a:bodyPr wrap="square" lIns="0" rIns="0" tIns="0" bIns="0" anchor="t">
            <a:spAutoFit/>
          </a:bodyPr>
          <a:lstStyle/>
          <a:p>
            <a:pPr algn="l">
              <a:lnSpc>
                <a:spcPts val="2400"/>
              </a:lnSpc>
            </a:pPr>
            <a:r>
              <a:rPr sz="1600" b="0">
                <a:solidFill>
                  <a:schemeClr val="tx1"/>
                </a:solidFill>
                <a:latin typeface="+mn-lt"/>
              </a:rPr>
              <a:t>laser sensors on 8 MAC stations</a:t>
            </a:r>
          </a:p>
        </p:txBody>
      </p:sp>
      <p:sp>
        <p:nvSpPr>
          <p:cNvPr id="19" name="TextBox 18"/>
          <p:cNvSpPr txBox="1"/>
          <p:nvPr/>
        </p:nvSpPr>
        <p:spPr>
          <a:xfrm>
            <a:off x="6309360" y="5897880"/>
            <a:ext cx="5120640" cy="274320"/>
          </a:xfrm>
          <a:prstGeom prst="rect">
            <a:avLst/>
          </a:prstGeom>
          <a:noFill/>
        </p:spPr>
        <p:txBody>
          <a:bodyPr wrap="square" lIns="0" rIns="0" tIns="0" bIns="0" anchor="t">
            <a:spAutoFit/>
          </a:bodyPr>
          <a:lstStyle/>
          <a:p>
            <a:pPr algn="l">
              <a:lnSpc>
                <a:spcPts val="1600"/>
              </a:lnSpc>
            </a:pPr>
            <a:r>
              <a:rPr sz="1100" b="0">
                <a:solidFill>
                  <a:schemeClr val="tx1">
                    <a:lumMod val="65000"/>
                    <a:lumOff val="35000"/>
                  </a:schemeClr>
                </a:solidFill>
                <a:latin typeface="+mn-lt"/>
              </a:rPr>
              <a:t>3D scan on the MAC: each colour is a height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measure an NST splice on BNS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From the 3D map to the figure that defines splice quality</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6400800" cy="470916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ok_map.jpg"/>
          <p:cNvPicPr>
            <a:picLocks noChangeAspect="1"/>
          </p:cNvPicPr>
          <p:nvPr/>
        </p:nvPicPr>
        <p:blipFill>
          <a:blip r:embed="rId2"/>
          <a:stretch>
            <a:fillRect/>
          </a:stretch>
        </p:blipFill>
        <p:spPr>
          <a:xfrm>
            <a:off x="1304159" y="1645920"/>
            <a:ext cx="4889761" cy="2926080"/>
          </a:xfrm>
          <a:prstGeom prst="rect">
            <a:avLst/>
          </a:prstGeom>
        </p:spPr>
      </p:pic>
      <p:sp>
        <p:nvSpPr>
          <p:cNvPr id="14" name="Oval 13"/>
          <p:cNvSpPr/>
          <p:nvPr/>
        </p:nvSpPr>
        <p:spPr>
          <a:xfrm>
            <a:off x="2606495" y="2359151"/>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495" y="2359151"/>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3584447" y="3295497"/>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4447" y="3295497"/>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pic>
        <p:nvPicPr>
          <p:cNvPr id="18" name="Picture 17" descr="ok_sec.jpg"/>
          <p:cNvPicPr>
            <a:picLocks noChangeAspect="1"/>
          </p:cNvPicPr>
          <p:nvPr/>
        </p:nvPicPr>
        <p:blipFill>
          <a:blip r:embed="rId3"/>
          <a:stretch>
            <a:fillRect/>
          </a:stretch>
        </p:blipFill>
        <p:spPr>
          <a:xfrm>
            <a:off x="1625981" y="4663440"/>
            <a:ext cx="4246116" cy="1463040"/>
          </a:xfrm>
          <a:prstGeom prst="rect">
            <a:avLst/>
          </a:prstGeom>
        </p:spPr>
      </p:pic>
      <p:sp>
        <p:nvSpPr>
          <p:cNvPr id="19" name="Oval 18"/>
          <p:cNvSpPr/>
          <p:nvPr/>
        </p:nvSpPr>
        <p:spPr>
          <a:xfrm>
            <a:off x="4009058" y="486460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09058" y="4864608"/>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1" name="Oval 20"/>
          <p:cNvSpPr/>
          <p:nvPr/>
        </p:nvSpPr>
        <p:spPr>
          <a:xfrm>
            <a:off x="7315200" y="1600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160020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3" name="TextBox 22"/>
          <p:cNvSpPr txBox="1"/>
          <p:nvPr/>
        </p:nvSpPr>
        <p:spPr>
          <a:xfrm>
            <a:off x="7772400" y="158191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3D map</a:t>
            </a:r>
          </a:p>
          <a:p>
            <a:pPr algn="l">
              <a:lnSpc>
                <a:spcPts val="1800"/>
              </a:lnSpc>
            </a:pPr>
            <a:r>
              <a:rPr sz="1200" b="0">
                <a:solidFill>
                  <a:schemeClr val="tx1">
                    <a:lumMod val="65000"/>
                    <a:lumOff val="35000"/>
                  </a:schemeClr>
                </a:solidFill>
                <a:latin typeface="+mn-lt"/>
              </a:rPr>
              <a:t>of the NST strip splice</a:t>
            </a:r>
          </a:p>
        </p:txBody>
      </p:sp>
      <p:sp>
        <p:nvSpPr>
          <p:cNvPr id="24" name="Oval 23"/>
          <p:cNvSpPr/>
          <p:nvPr/>
        </p:nvSpPr>
        <p:spPr>
          <a:xfrm>
            <a:off x="7315200" y="24231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42316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6" name="TextBox 25"/>
          <p:cNvSpPr txBox="1"/>
          <p:nvPr/>
        </p:nvSpPr>
        <p:spPr>
          <a:xfrm>
            <a:off x="7772400" y="240487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Measurement section</a:t>
            </a:r>
          </a:p>
          <a:p>
            <a:pPr algn="l">
              <a:lnSpc>
                <a:spcPts val="1800"/>
              </a:lnSpc>
            </a:pPr>
            <a:r>
              <a:rPr sz="1200" b="0">
                <a:solidFill>
                  <a:schemeClr val="tx1">
                    <a:lumMod val="65000"/>
                    <a:lumOff val="35000"/>
                  </a:schemeClr>
                </a:solidFill>
                <a:latin typeface="+mn-lt"/>
              </a:rPr>
              <a:t>drawn across the splice</a:t>
            </a:r>
          </a:p>
        </p:txBody>
      </p:sp>
      <p:sp>
        <p:nvSpPr>
          <p:cNvPr id="27" name="Oval 26"/>
          <p:cNvSpPr/>
          <p:nvPr/>
        </p:nvSpPr>
        <p:spPr>
          <a:xfrm>
            <a:off x="7315200" y="32461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324612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9" name="TextBox 28"/>
          <p:cNvSpPr txBox="1"/>
          <p:nvPr/>
        </p:nvSpPr>
        <p:spPr>
          <a:xfrm>
            <a:off x="7772400" y="3227832"/>
            <a:ext cx="38404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Profile</a:t>
            </a:r>
          </a:p>
          <a:p>
            <a:pPr algn="l">
              <a:lnSpc>
                <a:spcPts val="1800"/>
              </a:lnSpc>
            </a:pPr>
            <a:r>
              <a:rPr sz="1200" b="0">
                <a:solidFill>
                  <a:schemeClr val="tx1">
                    <a:lumMod val="65000"/>
                    <a:lumOff val="35000"/>
                  </a:schemeClr>
                </a:solidFill>
                <a:latin typeface="+mn-lt"/>
              </a:rPr>
              <a:t>quantifies the splice</a:t>
            </a:r>
          </a:p>
        </p:txBody>
      </p:sp>
      <p:sp>
        <p:nvSpPr>
          <p:cNvPr id="30" name="TextBox 29"/>
          <p:cNvSpPr txBox="1"/>
          <p:nvPr/>
        </p:nvSpPr>
        <p:spPr>
          <a:xfrm>
            <a:off x="7315200" y="4206240"/>
            <a:ext cx="4297680" cy="365760"/>
          </a:xfrm>
          <a:prstGeom prst="rect">
            <a:avLst/>
          </a:prstGeom>
          <a:noFill/>
        </p:spPr>
        <p:txBody>
          <a:bodyPr wrap="square" lIns="0" rIns="0" tIns="0" bIns="0" anchor="t">
            <a:spAutoFit/>
          </a:bodyPr>
          <a:lstStyle/>
          <a:p>
            <a:pPr algn="l"/>
            <a:r>
              <a:rPr sz="1600" b="1">
                <a:solidFill>
                  <a:schemeClr val="tx1"/>
                </a:solidFill>
                <a:latin typeface="+mj-lt"/>
              </a:rPr>
              <a:t>Variables monitored continuously</a:t>
            </a:r>
          </a:p>
        </p:txBody>
      </p:sp>
      <p:sp>
        <p:nvSpPr>
          <p:cNvPr id="31" name="TextBox 30"/>
          <p:cNvSpPr txBox="1"/>
          <p:nvPr/>
        </p:nvSpPr>
        <p:spPr>
          <a:xfrm>
            <a:off x="7315200" y="4617720"/>
            <a:ext cx="4297680" cy="1645920"/>
          </a:xfrm>
          <a:prstGeom prst="rect">
            <a:avLst/>
          </a:prstGeom>
          <a:noFill/>
        </p:spPr>
        <p:txBody>
          <a:bodyPr wrap="square" lIns="0" rIns="0" tIns="0" bIns="0" anchor="t">
            <a:spAutoFit/>
          </a:bodyPr>
          <a:lstStyle/>
          <a:p>
            <a:pPr algn="l" marL="144000" indent="-144000">
              <a:lnSpc>
                <a:spcPts val="2100"/>
              </a:lnSpc>
              <a:spcAft>
                <a:spcPts val="300"/>
              </a:spcAft>
              <a:buClr>
                <a:schemeClr val="accent1"/>
              </a:buClr>
              <a:buFont typeface="Wingdings 2"/>
              <a:buChar char=""/>
            </a:pPr>
            <a:r>
              <a:rPr sz="1400" b="0">
                <a:solidFill>
                  <a:schemeClr val="tx1"/>
                </a:solidFill>
                <a:latin typeface="+mn-lt"/>
              </a:rPr>
              <a:t>Splice overlap</a:t>
            </a:r>
          </a:p>
          <a:p>
            <a:pPr algn="l" marL="144000" indent="-144000">
              <a:lnSpc>
                <a:spcPts val="2100"/>
              </a:lnSpc>
              <a:spcAft>
                <a:spcPts val="300"/>
              </a:spcAft>
              <a:buClr>
                <a:schemeClr val="accent1"/>
              </a:buClr>
              <a:buFont typeface="Wingdings 2"/>
              <a:buChar char=""/>
            </a:pPr>
            <a:r>
              <a:rPr sz="1400" b="0">
                <a:solidFill>
                  <a:schemeClr val="tx1"/>
                </a:solidFill>
                <a:latin typeface="+mn-lt"/>
              </a:rPr>
              <a:t>Splice height</a:t>
            </a:r>
          </a:p>
          <a:p>
            <a:pPr algn="l" marL="144000" indent="-144000">
              <a:lnSpc>
                <a:spcPts val="2100"/>
              </a:lnSpc>
              <a:spcAft>
                <a:spcPts val="300"/>
              </a:spcAft>
              <a:buClr>
                <a:schemeClr val="accent1"/>
              </a:buClr>
              <a:buFont typeface="Wingdings 2"/>
              <a:buChar char=""/>
            </a:pPr>
            <a:r>
              <a:rPr sz="1400" b="0">
                <a:solidFill>
                  <a:schemeClr val="tx1"/>
                </a:solidFill>
                <a:latin typeface="+mn-lt"/>
              </a:rPr>
              <a:t>Splice offset</a:t>
            </a:r>
          </a:p>
          <a:p>
            <a:pPr algn="l" marL="144000" indent="-144000">
              <a:lnSpc>
                <a:spcPts val="2100"/>
              </a:lnSpc>
              <a:spcAft>
                <a:spcPts val="300"/>
              </a:spcAft>
              <a:buClr>
                <a:schemeClr val="accent1"/>
              </a:buClr>
              <a:buFont typeface="Wingdings 2"/>
              <a:buChar char=""/>
            </a:pPr>
            <a:r>
              <a:rPr sz="1400" b="0">
                <a:solidFill>
                  <a:schemeClr val="tx1"/>
                </a:solidFill>
                <a:latin typeface="+mn-lt"/>
              </a:rPr>
              <a:t>Splice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station, every measurement, live</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MAC4 OLM screen: twelve stations, P05 to P18</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11091672" cy="39319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c4.jpg"/>
          <p:cNvPicPr>
            <a:picLocks noChangeAspect="1"/>
          </p:cNvPicPr>
          <p:nvPr/>
        </p:nvPicPr>
        <p:blipFill>
          <a:blip r:embed="rId2"/>
          <a:stretch>
            <a:fillRect/>
          </a:stretch>
        </p:blipFill>
        <p:spPr>
          <a:xfrm>
            <a:off x="1370853" y="1627632"/>
            <a:ext cx="9447244" cy="3703320"/>
          </a:xfrm>
          <a:prstGeom prst="rect">
            <a:avLst/>
          </a:prstGeom>
        </p:spPr>
      </p:pic>
      <p:sp>
        <p:nvSpPr>
          <p:cNvPr id="14" name="Oval 13"/>
          <p:cNvSpPr/>
          <p:nvPr/>
        </p:nvSpPr>
        <p:spPr>
          <a:xfrm>
            <a:off x="1631386" y="2462936"/>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31386" y="2462936"/>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3681438" y="162968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81438" y="1629689"/>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18" name="Oval 17"/>
          <p:cNvSpPr/>
          <p:nvPr/>
        </p:nvSpPr>
        <p:spPr>
          <a:xfrm>
            <a:off x="5929883" y="368503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29883" y="3685032"/>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0" name="Oval 19"/>
          <p:cNvSpPr/>
          <p:nvPr/>
        </p:nvSpPr>
        <p:spPr>
          <a:xfrm>
            <a:off x="6874607" y="446272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74607" y="4462729"/>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22" name="Oval 21"/>
          <p:cNvSpPr/>
          <p:nvPr/>
        </p:nvSpPr>
        <p:spPr>
          <a:xfrm>
            <a:off x="54864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4" name="TextBox 23"/>
          <p:cNvSpPr txBox="1"/>
          <p:nvPr/>
        </p:nvSpPr>
        <p:spPr>
          <a:xfrm>
            <a:off x="1005840"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Twelve stations</a:t>
            </a:r>
          </a:p>
          <a:p>
            <a:pPr algn="l">
              <a:lnSpc>
                <a:spcPts val="1800"/>
              </a:lnSpc>
            </a:pPr>
            <a:r>
              <a:rPr sz="1200" b="0">
                <a:solidFill>
                  <a:schemeClr val="tx1">
                    <a:lumMod val="65000"/>
                    <a:lumOff val="35000"/>
                  </a:schemeClr>
                </a:solidFill>
                <a:latin typeface="+mn-lt"/>
              </a:rPr>
              <a:t>from P05 to P18</a:t>
            </a:r>
          </a:p>
        </p:txBody>
      </p:sp>
      <p:sp>
        <p:nvSpPr>
          <p:cNvPr id="25" name="Oval 24"/>
          <p:cNvSpPr/>
          <p:nvPr/>
        </p:nvSpPr>
        <p:spPr>
          <a:xfrm>
            <a:off x="333756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37560"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7" name="TextBox 26"/>
          <p:cNvSpPr txBox="1"/>
          <p:nvPr/>
        </p:nvSpPr>
        <p:spPr>
          <a:xfrm>
            <a:off x="3794760"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Status code</a:t>
            </a:r>
          </a:p>
          <a:p>
            <a:pPr algn="l">
              <a:lnSpc>
                <a:spcPts val="1800"/>
              </a:lnSpc>
            </a:pPr>
            <a:r>
              <a:rPr sz="1200" b="0">
                <a:solidFill>
                  <a:schemeClr val="tx1">
                    <a:lumMod val="65000"/>
                    <a:lumOff val="35000"/>
                  </a:schemeClr>
                </a:solidFill>
                <a:latin typeface="+mn-lt"/>
              </a:rPr>
              <a:t>OK · watch · control</a:t>
            </a:r>
          </a:p>
        </p:txBody>
      </p:sp>
      <p:sp>
        <p:nvSpPr>
          <p:cNvPr id="28" name="Oval 27"/>
          <p:cNvSpPr/>
          <p:nvPr/>
        </p:nvSpPr>
        <p:spPr>
          <a:xfrm>
            <a:off x="6126479"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79"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30" name="TextBox 29"/>
          <p:cNvSpPr txBox="1"/>
          <p:nvPr/>
        </p:nvSpPr>
        <p:spPr>
          <a:xfrm>
            <a:off x="6583679"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Splices</a:t>
            </a:r>
          </a:p>
          <a:p>
            <a:pPr algn="l">
              <a:lnSpc>
                <a:spcPts val="1800"/>
              </a:lnSpc>
            </a:pPr>
            <a:r>
              <a:rPr sz="1200" b="0">
                <a:solidFill>
                  <a:schemeClr val="tx1">
                    <a:lumMod val="65000"/>
                    <a:lumOff val="35000"/>
                  </a:schemeClr>
                </a:solidFill>
                <a:latin typeface="+mn-lt"/>
              </a:rPr>
              <a:t>measured at every station</a:t>
            </a:r>
          </a:p>
        </p:txBody>
      </p:sp>
      <p:sp>
        <p:nvSpPr>
          <p:cNvPr id="31" name="Oval 30"/>
          <p:cNvSpPr/>
          <p:nvPr/>
        </p:nvSpPr>
        <p:spPr>
          <a:xfrm>
            <a:off x="8915399"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15399"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33" name="TextBox 32"/>
          <p:cNvSpPr txBox="1"/>
          <p:nvPr/>
        </p:nvSpPr>
        <p:spPr>
          <a:xfrm>
            <a:off x="9372599" y="5605272"/>
            <a:ext cx="2240280" cy="8229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100 % measured</a:t>
            </a:r>
          </a:p>
          <a:p>
            <a:pPr algn="l">
              <a:lnSpc>
                <a:spcPts val="1800"/>
              </a:lnSpc>
            </a:pPr>
            <a:r>
              <a:rPr sz="1200" b="0">
                <a:solidFill>
                  <a:schemeClr val="tx1">
                    <a:lumMod val="65000"/>
                    <a:lumOff val="35000"/>
                  </a:schemeClr>
                </a:solidFill>
                <a:latin typeface="+mn-lt"/>
              </a:rPr>
              <a:t>every tire 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whole line at a glance</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BNS62 OLM screen: NST1, NST2 and KM</a:t>
            </a:r>
          </a:p>
        </p:txBody>
      </p:sp>
      <p:sp>
        <p:nvSpPr>
          <p:cNvPr id="4" name="Oval 3"/>
          <p:cNvSpPr/>
          <p:nvPr/>
        </p:nvSpPr>
        <p:spPr>
          <a:xfrm>
            <a:off x="763524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ns62.jpg"/>
          <p:cNvPicPr>
            <a:picLocks noChangeAspect="1"/>
          </p:cNvPicPr>
          <p:nvPr/>
        </p:nvPicPr>
        <p:blipFill>
          <a:blip r:embed="rId2"/>
          <a:stretch>
            <a:fillRect/>
          </a:stretch>
        </p:blipFill>
        <p:spPr>
          <a:xfrm>
            <a:off x="685800" y="2048713"/>
            <a:ext cx="7680960" cy="3629253"/>
          </a:xfrm>
          <a:prstGeom prst="rect">
            <a:avLst/>
          </a:prstGeom>
        </p:spPr>
      </p:pic>
      <p:sp>
        <p:nvSpPr>
          <p:cNvPr id="14" name="Oval 13"/>
          <p:cNvSpPr/>
          <p:nvPr/>
        </p:nvSpPr>
        <p:spPr>
          <a:xfrm>
            <a:off x="2441448" y="19748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41448" y="1974852"/>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982065" y="257367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2065" y="2573679"/>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18" name="Oval 17"/>
          <p:cNvSpPr/>
          <p:nvPr/>
        </p:nvSpPr>
        <p:spPr>
          <a:xfrm>
            <a:off x="5129784" y="199299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9784" y="1992998"/>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0" name="Oval 19"/>
          <p:cNvSpPr/>
          <p:nvPr/>
        </p:nvSpPr>
        <p:spPr>
          <a:xfrm>
            <a:off x="6973214" y="40253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73214" y="4025380"/>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Alert and colours</a:t>
            </a:r>
          </a:p>
          <a:p>
            <a:pPr algn="l">
              <a:lnSpc>
                <a:spcPts val="1800"/>
              </a:lnSpc>
            </a:pPr>
            <a:r>
              <a:rPr sz="1200" b="0">
                <a:solidFill>
                  <a:schemeClr val="tx1">
                    <a:lumMod val="65000"/>
                    <a:lumOff val="35000"/>
                  </a:schemeClr>
                </a:solidFill>
                <a:latin typeface="+mn-lt"/>
              </a:rPr>
              <a:t>green, orange, red</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Every station</a:t>
            </a:r>
          </a:p>
          <a:p>
            <a:pPr algn="l">
              <a:lnSpc>
                <a:spcPts val="1800"/>
              </a:lnSpc>
            </a:pPr>
            <a:r>
              <a:rPr sz="1200" b="0">
                <a:solidFill>
                  <a:schemeClr val="tx1">
                    <a:lumMod val="65000"/>
                    <a:lumOff val="35000"/>
                  </a:schemeClr>
                </a:solidFill>
                <a:latin typeface="+mn-lt"/>
              </a:rPr>
              <a:t>centring, width, splice</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One click</a:t>
            </a:r>
          </a:p>
          <a:p>
            <a:pPr algn="l">
              <a:lnSpc>
                <a:spcPts val="1800"/>
              </a:lnSpc>
            </a:pPr>
            <a:r>
              <a:rPr sz="1200" b="0">
                <a:solidFill>
                  <a:schemeClr val="tx1">
                    <a:lumMod val="65000"/>
                    <a:lumOff val="35000"/>
                  </a:schemeClr>
                </a:solidFill>
                <a:latin typeface="+mn-lt"/>
              </a:rPr>
              <a:t>IQF, images, alerts</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KM splice</a:t>
            </a:r>
          </a:p>
          <a:p>
            <a:pPr algn="l">
              <a:lnSpc>
                <a:spcPts val="1800"/>
              </a:lnSpc>
            </a:pPr>
            <a:r>
              <a:rPr sz="1200" b="0">
                <a:solidFill>
                  <a:schemeClr val="tx1">
                    <a:lumMod val="65000"/>
                    <a:lumOff val="35000"/>
                  </a:schemeClr>
                </a:solidFill>
                <a:latin typeface="+mn-lt"/>
              </a:rPr>
              <a:t>height, quality, offset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Understand</a:t>
            </a:r>
          </a:p>
          <a:p>
            <a:r>
              <a:rPr sz="2000" b="0">
                <a:latin typeface="+mn-lt"/>
              </a:rPr>
              <a:t>From data to trend, in real time</a:t>
            </a:r>
          </a:p>
        </p:txBody>
      </p:sp>
      <p:sp>
        <p:nvSpPr>
          <p:cNvPr id="3" name="Text Placeholder 2"/>
          <p:cNvSpPr>
            <a:spLocks noGrp="1"/>
          </p:cNvSpPr>
          <p:nvPr>
            <p:ph type="body" idx="13" sz="quarter"/>
          </p:nvPr>
        </p:nvSpPr>
        <p:spPr/>
        <p:txBody>
          <a:bodyPr/>
          <a:lstStyle/>
          <a:p>
            <a:r>
              <a:t>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see the drift before the defect</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Real PI Vision screen · MAC3 · station P14</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ash.png"/>
          <p:cNvPicPr>
            <a:picLocks noChangeAspect="1"/>
          </p:cNvPicPr>
          <p:nvPr/>
        </p:nvPicPr>
        <p:blipFill>
          <a:blip r:embed="rId2"/>
          <a:stretch>
            <a:fillRect/>
          </a:stretch>
        </p:blipFill>
        <p:spPr>
          <a:xfrm>
            <a:off x="685800" y="2079650"/>
            <a:ext cx="7680960" cy="3567379"/>
          </a:xfrm>
          <a:prstGeom prst="rect">
            <a:avLst/>
          </a:prstGeom>
        </p:spPr>
      </p:pic>
      <p:sp>
        <p:nvSpPr>
          <p:cNvPr id="14" name="Oval 13"/>
          <p:cNvSpPr/>
          <p:nvPr/>
        </p:nvSpPr>
        <p:spPr>
          <a:xfrm>
            <a:off x="1558137" y="257502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58137" y="2575023"/>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4937760" y="2557186"/>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0" y="2557186"/>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18" name="Oval 17"/>
          <p:cNvSpPr/>
          <p:nvPr/>
        </p:nvSpPr>
        <p:spPr>
          <a:xfrm>
            <a:off x="4246473" y="271771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46473" y="2717718"/>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0" name="Oval 19"/>
          <p:cNvSpPr/>
          <p:nvPr/>
        </p:nvSpPr>
        <p:spPr>
          <a:xfrm>
            <a:off x="4338645" y="205775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8645" y="2057753"/>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Every tire</a:t>
            </a:r>
          </a:p>
          <a:p>
            <a:pPr algn="l">
              <a:lnSpc>
                <a:spcPts val="1800"/>
              </a:lnSpc>
            </a:pPr>
            <a:r>
              <a:rPr sz="1200" b="0">
                <a:solidFill>
                  <a:schemeClr val="tx1">
                    <a:lumMod val="65000"/>
                    <a:lumOff val="35000"/>
                  </a:schemeClr>
                </a:solidFill>
                <a:latin typeface="+mn-lt"/>
              </a:rPr>
              <a:t>its individual value</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The trend</a:t>
            </a:r>
          </a:p>
          <a:p>
            <a:pPr algn="l">
              <a:lnSpc>
                <a:spcPts val="1800"/>
              </a:lnSpc>
            </a:pPr>
            <a:r>
              <a:rPr sz="1200" b="0">
                <a:solidFill>
                  <a:schemeClr val="tx1">
                    <a:lumMod val="65000"/>
                    <a:lumOff val="35000"/>
                  </a:schemeClr>
                </a:solidFill>
                <a:latin typeface="+mn-lt"/>
              </a:rPr>
              <a:t>median of the last 20</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The limits</a:t>
            </a:r>
          </a:p>
          <a:p>
            <a:pPr algn="l">
              <a:lnSpc>
                <a:spcPts val="1800"/>
              </a:lnSpc>
            </a:pPr>
            <a:r>
              <a:rPr sz="1200" b="0">
                <a:solidFill>
                  <a:schemeClr val="tx1">
                    <a:lumMod val="65000"/>
                    <a:lumOff val="35000"/>
                  </a:schemeClr>
                </a:solidFill>
                <a:latin typeface="+mn-lt"/>
              </a:rPr>
              <a:t>tolerances always visible</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The target</a:t>
            </a:r>
          </a:p>
          <a:p>
            <a:pPr algn="l">
              <a:lnSpc>
                <a:spcPts val="1800"/>
              </a:lnSpc>
            </a:pPr>
            <a:r>
              <a:rPr sz="1200" b="0">
                <a:solidFill>
                  <a:schemeClr val="tx1">
                    <a:lumMod val="65000"/>
                    <a:lumOff val="35000"/>
                  </a:schemeClr>
                </a:solidFill>
                <a:latin typeface="+mn-lt"/>
              </a:rPr>
              <a:t>theoretical reference value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Alert before the defect exists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The trend crosses the limit and the right person knows instantly</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11091672" cy="34290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edian.png"/>
          <p:cNvPicPr>
            <a:picLocks noChangeAspect="1"/>
          </p:cNvPicPr>
          <p:nvPr/>
        </p:nvPicPr>
        <p:blipFill>
          <a:blip r:embed="rId2"/>
          <a:stretch>
            <a:fillRect/>
          </a:stretch>
        </p:blipFill>
        <p:spPr>
          <a:xfrm>
            <a:off x="685800" y="1625242"/>
            <a:ext cx="10817352" cy="3196035"/>
          </a:xfrm>
          <a:prstGeom prst="rect">
            <a:avLst/>
          </a:prstGeom>
        </p:spPr>
      </p:pic>
      <p:sp>
        <p:nvSpPr>
          <p:cNvPr id="14" name="Oval 13"/>
          <p:cNvSpPr/>
          <p:nvPr/>
        </p:nvSpPr>
        <p:spPr>
          <a:xfrm>
            <a:off x="1862559" y="2003975"/>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862559" y="2003975"/>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2738765" y="2515341"/>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38765" y="2515341"/>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pic>
        <p:nvPicPr>
          <p:cNvPr id="18" name="Picture 17" descr="alertmob.png"/>
          <p:cNvPicPr>
            <a:picLocks noChangeAspect="1"/>
          </p:cNvPicPr>
          <p:nvPr/>
        </p:nvPicPr>
        <p:blipFill>
          <a:blip r:embed="rId3"/>
          <a:stretch>
            <a:fillRect/>
          </a:stretch>
        </p:blipFill>
        <p:spPr>
          <a:xfrm>
            <a:off x="632942" y="5120640"/>
            <a:ext cx="1660195" cy="1234440"/>
          </a:xfrm>
          <a:prstGeom prst="rect">
            <a:avLst/>
          </a:prstGeom>
        </p:spPr>
      </p:pic>
      <p:sp>
        <p:nvSpPr>
          <p:cNvPr id="19" name="Oval 18"/>
          <p:cNvSpPr/>
          <p:nvPr/>
        </p:nvSpPr>
        <p:spPr>
          <a:xfrm>
            <a:off x="2697480" y="51663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516636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1" name="TextBox 20"/>
          <p:cNvSpPr txBox="1"/>
          <p:nvPr/>
        </p:nvSpPr>
        <p:spPr>
          <a:xfrm>
            <a:off x="3154680" y="5148072"/>
            <a:ext cx="3931920" cy="5943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Alert raised</a:t>
            </a:r>
          </a:p>
          <a:p>
            <a:pPr algn="l">
              <a:lnSpc>
                <a:spcPts val="1800"/>
              </a:lnSpc>
            </a:pPr>
            <a:r>
              <a:rPr sz="1200" b="0">
                <a:solidFill>
                  <a:schemeClr val="tx1">
                    <a:lumMod val="65000"/>
                    <a:lumOff val="35000"/>
                  </a:schemeClr>
                </a:solidFill>
                <a:latin typeface="+mn-lt"/>
              </a:rPr>
              <a:t>the median leaves tolerance</a:t>
            </a:r>
          </a:p>
        </p:txBody>
      </p:sp>
      <p:sp>
        <p:nvSpPr>
          <p:cNvPr id="22" name="Oval 21"/>
          <p:cNvSpPr/>
          <p:nvPr/>
        </p:nvSpPr>
        <p:spPr>
          <a:xfrm>
            <a:off x="2697480" y="57607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97480" y="576072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4" name="TextBox 23"/>
          <p:cNvSpPr txBox="1"/>
          <p:nvPr/>
        </p:nvSpPr>
        <p:spPr>
          <a:xfrm>
            <a:off x="3154680" y="5742432"/>
            <a:ext cx="3931920" cy="59436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Alert cleared</a:t>
            </a:r>
          </a:p>
          <a:p>
            <a:pPr algn="l">
              <a:lnSpc>
                <a:spcPts val="1800"/>
              </a:lnSpc>
            </a:pPr>
            <a:r>
              <a:rPr sz="1200" b="0">
                <a:solidFill>
                  <a:schemeClr val="tx1">
                    <a:lumMod val="65000"/>
                    <a:lumOff val="35000"/>
                  </a:schemeClr>
                </a:solidFill>
                <a:latin typeface="+mn-lt"/>
              </a:rPr>
              <a:t>back on target and logged</a:t>
            </a:r>
          </a:p>
        </p:txBody>
      </p:sp>
      <p:sp>
        <p:nvSpPr>
          <p:cNvPr id="25" name="TextBox 24"/>
          <p:cNvSpPr txBox="1"/>
          <p:nvPr/>
        </p:nvSpPr>
        <p:spPr>
          <a:xfrm>
            <a:off x="7498079" y="5166360"/>
            <a:ext cx="411480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Notification on screen and on mobile</a:t>
            </a:r>
          </a:p>
          <a:p>
            <a:pPr algn="l">
              <a:lnSpc>
                <a:spcPts val="2100"/>
              </a:lnSpc>
            </a:pPr>
            <a:r>
              <a:rPr sz="1400" b="0">
                <a:solidFill>
                  <a:schemeClr val="tx1">
                    <a:lumMod val="65000"/>
                    <a:lumOff val="35000"/>
                  </a:schemeClr>
                </a:solidFill>
                <a:latin typeface="+mn-lt"/>
              </a:rPr>
              <a:t>To the process (CARE) or maintenance (TECH) owner.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image and every alert, stored</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PI System keeps the full history of every tire</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31089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iimg.jpg"/>
          <p:cNvPicPr>
            <a:picLocks noChangeAspect="1"/>
          </p:cNvPicPr>
          <p:nvPr/>
        </p:nvPicPr>
        <p:blipFill>
          <a:blip r:embed="rId2"/>
          <a:stretch>
            <a:fillRect/>
          </a:stretch>
        </p:blipFill>
        <p:spPr>
          <a:xfrm>
            <a:off x="733285" y="1645920"/>
            <a:ext cx="2739669" cy="4434840"/>
          </a:xfrm>
          <a:prstGeom prst="rect">
            <a:avLst/>
          </a:prstGeom>
        </p:spPr>
      </p:pic>
      <p:sp>
        <p:nvSpPr>
          <p:cNvPr id="14" name="Rounded Rectangle 13"/>
          <p:cNvSpPr/>
          <p:nvPr/>
        </p:nvSpPr>
        <p:spPr>
          <a:xfrm>
            <a:off x="3931920" y="1508760"/>
            <a:ext cx="7708392" cy="3566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log.png"/>
          <p:cNvPicPr>
            <a:picLocks noChangeAspect="1"/>
          </p:cNvPicPr>
          <p:nvPr/>
        </p:nvPicPr>
        <p:blipFill>
          <a:blip r:embed="rId3"/>
          <a:stretch>
            <a:fillRect/>
          </a:stretch>
        </p:blipFill>
        <p:spPr>
          <a:xfrm>
            <a:off x="4297395" y="1645920"/>
            <a:ext cx="6977440" cy="3291839"/>
          </a:xfrm>
          <a:prstGeom prst="rect">
            <a:avLst/>
          </a:prstGeom>
        </p:spPr>
      </p:pic>
      <p:sp>
        <p:nvSpPr>
          <p:cNvPr id="16" name="TextBox 15"/>
          <p:cNvSpPr txBox="1"/>
          <p:nvPr/>
        </p:nvSpPr>
        <p:spPr>
          <a:xfrm>
            <a:off x="393192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Image of every product</a:t>
            </a:r>
          </a:p>
          <a:p>
            <a:pPr algn="l">
              <a:lnSpc>
                <a:spcPts val="1800"/>
              </a:lnSpc>
            </a:pPr>
            <a:r>
              <a:rPr sz="1200" b="0">
                <a:solidFill>
                  <a:schemeClr val="tx1">
                    <a:lumMod val="65000"/>
                    <a:lumOff val="35000"/>
                  </a:schemeClr>
                </a:solidFill>
                <a:latin typeface="+mn-lt"/>
              </a:rPr>
              <a:t>retrievable by station, date and time</a:t>
            </a:r>
          </a:p>
        </p:txBody>
      </p:sp>
      <p:sp>
        <p:nvSpPr>
          <p:cNvPr id="17" name="TextBox 16"/>
          <p:cNvSpPr txBox="1"/>
          <p:nvPr/>
        </p:nvSpPr>
        <p:spPr>
          <a:xfrm>
            <a:off x="653796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Alert history</a:t>
            </a:r>
          </a:p>
          <a:p>
            <a:pPr algn="l">
              <a:lnSpc>
                <a:spcPts val="1800"/>
              </a:lnSpc>
            </a:pPr>
            <a:r>
              <a:rPr sz="1200" b="0">
                <a:solidFill>
                  <a:schemeClr val="tx1">
                    <a:lumMod val="65000"/>
                    <a:lumOff val="35000"/>
                  </a:schemeClr>
                </a:solidFill>
                <a:latin typeface="+mn-lt"/>
              </a:rPr>
              <a:t>station, type, start, end and duration</a:t>
            </a:r>
          </a:p>
        </p:txBody>
      </p:sp>
      <p:sp>
        <p:nvSpPr>
          <p:cNvPr id="18" name="TextBox 17"/>
          <p:cNvSpPr txBox="1"/>
          <p:nvPr/>
        </p:nvSpPr>
        <p:spPr>
          <a:xfrm>
            <a:off x="9144000" y="5303520"/>
            <a:ext cx="2468880" cy="91440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Foundation for AI</a:t>
            </a:r>
          </a:p>
          <a:p>
            <a:pPr algn="l">
              <a:lnSpc>
                <a:spcPts val="1800"/>
              </a:lnSpc>
            </a:pPr>
            <a:r>
              <a:rPr sz="1200" b="0">
                <a:solidFill>
                  <a:schemeClr val="tx1">
                    <a:lumMod val="65000"/>
                    <a:lumOff val="35000"/>
                  </a:schemeClr>
                </a:solidFill>
                <a:latin typeface="+mn-lt"/>
              </a:rPr>
              <a:t>thousands of real images to learn from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Decide: R4P</a:t>
            </a:r>
          </a:p>
          <a:p>
            <a:r>
              <a:rPr sz="2000" b="0">
                <a:latin typeface="+mn-lt"/>
              </a:rPr>
              <a:t>The engine that turns every measurement into action</a:t>
            </a:r>
          </a:p>
        </p:txBody>
      </p:sp>
      <p:sp>
        <p:nvSpPr>
          <p:cNvPr id="3" name="Text Placeholder 2"/>
          <p:cNvSpPr>
            <a:spLocks noGrp="1"/>
          </p:cNvSpPr>
          <p:nvPr>
            <p:ph type="body" idx="13" sz="quarter"/>
          </p:nvPr>
        </p:nvSpPr>
        <p:spPr/>
        <p:txBody>
          <a:bodyPr/>
          <a:lstStyle/>
          <a:p>
            <a:r>
              <a:t>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R4P: the expert on every tire</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Real-time rules engine connected to OLM measurement</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pic>
        <p:nvPicPr>
          <p:cNvPr id="12" name="Picture 11" descr="r4p.png"/>
          <p:cNvPicPr>
            <a:picLocks noChangeAspect="1"/>
          </p:cNvPicPr>
          <p:nvPr/>
        </p:nvPicPr>
        <p:blipFill>
          <a:blip r:embed="rId2"/>
          <a:stretch>
            <a:fillRect/>
          </a:stretch>
        </p:blipFill>
        <p:spPr>
          <a:xfrm>
            <a:off x="548640" y="1599959"/>
            <a:ext cx="6949440" cy="3109440"/>
          </a:xfrm>
          <a:prstGeom prst="rect">
            <a:avLst/>
          </a:prstGeom>
        </p:spPr>
      </p:pic>
      <p:sp>
        <p:nvSpPr>
          <p:cNvPr id="13" name="TextBox 12"/>
          <p:cNvSpPr txBox="1"/>
          <p:nvPr/>
        </p:nvSpPr>
        <p:spPr>
          <a:xfrm>
            <a:off x="7955279" y="1828800"/>
            <a:ext cx="3657600" cy="2377440"/>
          </a:xfrm>
          <a:prstGeom prst="rect">
            <a:avLst/>
          </a:prstGeom>
          <a:noFill/>
        </p:spPr>
        <p:txBody>
          <a:bodyPr wrap="square" lIns="0" rIns="0" tIns="0" bIns="0" anchor="t">
            <a:spAutoFit/>
          </a:bodyPr>
          <a:lstStyle/>
          <a:p>
            <a:pPr algn="l">
              <a:spcAft>
                <a:spcPts val="1000"/>
              </a:spcAft>
            </a:pPr>
            <a:r>
              <a:rPr sz="3200" b="1">
                <a:solidFill>
                  <a:schemeClr val="tx1"/>
                </a:solidFill>
                <a:latin typeface="+mj-lt"/>
              </a:rPr>
              <a:t>Measures, decides and acts</a:t>
            </a:r>
          </a:p>
          <a:p>
            <a:pPr algn="l">
              <a:lnSpc>
                <a:spcPts val="2400"/>
              </a:lnSpc>
              <a:spcAft>
                <a:spcPts val="1000"/>
              </a:spcAft>
            </a:pPr>
            <a:r>
              <a:rPr sz="1600" b="0">
                <a:solidFill>
                  <a:schemeClr val="tx1">
                    <a:lumMod val="65000"/>
                    <a:lumOff val="35000"/>
                  </a:schemeClr>
                </a:solidFill>
                <a:latin typeface="+mn-lt"/>
              </a:rPr>
              <a:t>in seconds, without waiting for anyone.</a:t>
            </a:r>
          </a:p>
        </p:txBody>
      </p:sp>
      <p:sp>
        <p:nvSpPr>
          <p:cNvPr id="14" name="Rounded Rectangle 13"/>
          <p:cNvSpPr/>
          <p:nvPr/>
        </p:nvSpPr>
        <p:spPr>
          <a:xfrm>
            <a:off x="548640"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5120640"/>
            <a:ext cx="1554480" cy="1097280"/>
          </a:xfrm>
          <a:prstGeom prst="rect">
            <a:avLst/>
          </a:prstGeom>
          <a:noFill/>
        </p:spPr>
        <p:txBody>
          <a:bodyPr wrap="square" lIns="0" rIns="0" tIns="0" bIns="0" anchor="ctr">
            <a:spAutoFit/>
          </a:bodyPr>
          <a:lstStyle/>
          <a:p>
            <a:pPr algn="l"/>
            <a:r>
              <a:rPr sz="3000" b="1">
                <a:solidFill>
                  <a:schemeClr val="tx1"/>
                </a:solidFill>
                <a:latin typeface="+mj-lt"/>
              </a:rPr>
              <a:t>24/7</a:t>
            </a:r>
          </a:p>
        </p:txBody>
      </p:sp>
      <p:sp>
        <p:nvSpPr>
          <p:cNvPr id="16" name="TextBox 15"/>
          <p:cNvSpPr txBox="1"/>
          <p:nvPr/>
        </p:nvSpPr>
        <p:spPr>
          <a:xfrm>
            <a:off x="2377440"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mn-lt"/>
              </a:rPr>
              <a:t>on every shift</a:t>
            </a:r>
          </a:p>
        </p:txBody>
      </p:sp>
      <p:sp>
        <p:nvSpPr>
          <p:cNvPr id="17" name="Rounded Rectangle 16"/>
          <p:cNvSpPr/>
          <p:nvPr/>
        </p:nvSpPr>
        <p:spPr>
          <a:xfrm>
            <a:off x="4297679"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1999" y="5120640"/>
            <a:ext cx="1554480" cy="1097280"/>
          </a:xfrm>
          <a:prstGeom prst="rect">
            <a:avLst/>
          </a:prstGeom>
          <a:noFill/>
        </p:spPr>
        <p:txBody>
          <a:bodyPr wrap="square" lIns="0" rIns="0" tIns="0" bIns="0" anchor="ctr">
            <a:spAutoFit/>
          </a:bodyPr>
          <a:lstStyle/>
          <a:p>
            <a:pPr algn="l"/>
            <a:r>
              <a:rPr sz="3000" b="1">
                <a:solidFill>
                  <a:schemeClr val="tx1"/>
                </a:solidFill>
                <a:latin typeface="+mj-lt"/>
              </a:rPr>
              <a:t>100 %</a:t>
            </a:r>
          </a:p>
        </p:txBody>
      </p:sp>
      <p:sp>
        <p:nvSpPr>
          <p:cNvPr id="19" name="TextBox 18"/>
          <p:cNvSpPr txBox="1"/>
          <p:nvPr/>
        </p:nvSpPr>
        <p:spPr>
          <a:xfrm>
            <a:off x="6126479"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mn-lt"/>
              </a:rPr>
              <a:t>of tires</a:t>
            </a:r>
          </a:p>
        </p:txBody>
      </p:sp>
      <p:sp>
        <p:nvSpPr>
          <p:cNvPr id="20" name="Rounded Rectangle 19"/>
          <p:cNvSpPr/>
          <p:nvPr/>
        </p:nvSpPr>
        <p:spPr>
          <a:xfrm>
            <a:off x="8046719" y="5120640"/>
            <a:ext cx="3566160" cy="109728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5120640"/>
            <a:ext cx="1554480" cy="1097280"/>
          </a:xfrm>
          <a:prstGeom prst="rect">
            <a:avLst/>
          </a:prstGeom>
          <a:noFill/>
        </p:spPr>
        <p:txBody>
          <a:bodyPr wrap="square" lIns="0" rIns="0" tIns="0" bIns="0" anchor="ctr">
            <a:spAutoFit/>
          </a:bodyPr>
          <a:lstStyle/>
          <a:p>
            <a:pPr algn="l"/>
            <a:r>
              <a:rPr sz="3000" b="1">
                <a:solidFill>
                  <a:schemeClr val="tx1"/>
                </a:solidFill>
                <a:latin typeface="+mj-lt"/>
              </a:rPr>
              <a:t>Sec.</a:t>
            </a:r>
          </a:p>
        </p:txBody>
      </p:sp>
      <p:sp>
        <p:nvSpPr>
          <p:cNvPr id="22" name="TextBox 21"/>
          <p:cNvSpPr txBox="1"/>
          <p:nvPr/>
        </p:nvSpPr>
        <p:spPr>
          <a:xfrm>
            <a:off x="9875519" y="5120640"/>
            <a:ext cx="1645920" cy="1097280"/>
          </a:xfrm>
          <a:prstGeom prst="rect">
            <a:avLst/>
          </a:prstGeom>
          <a:noFill/>
        </p:spPr>
        <p:txBody>
          <a:bodyPr wrap="square" lIns="0" rIns="0" tIns="0" bIns="0" anchor="ctr">
            <a:spAutoFit/>
          </a:bodyPr>
          <a:lstStyle/>
          <a:p>
            <a:pPr algn="l">
              <a:lnSpc>
                <a:spcPts val="2000"/>
              </a:lnSpc>
            </a:pPr>
            <a:r>
              <a:rPr sz="1300" b="0">
                <a:solidFill>
                  <a:schemeClr val="tx1"/>
                </a:solidFill>
                <a:latin typeface="+mn-lt"/>
              </a:rPr>
              <a:t>from measurement to action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automatic responses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From the gentlest to the firmest, depending on the measurement</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alert.png"/>
          <p:cNvPicPr>
            <a:picLocks noChangeAspect="1"/>
          </p:cNvPicPr>
          <p:nvPr/>
        </p:nvPicPr>
        <p:blipFill>
          <a:blip r:embed="rId2"/>
          <a:stretch>
            <a:fillRect/>
          </a:stretch>
        </p:blipFill>
        <p:spPr>
          <a:xfrm>
            <a:off x="868680" y="1931669"/>
            <a:ext cx="1965960" cy="982980"/>
          </a:xfrm>
          <a:prstGeom prst="rect">
            <a:avLst/>
          </a:prstGeom>
        </p:spPr>
      </p:pic>
      <p:sp>
        <p:nvSpPr>
          <p:cNvPr id="15" name="TextBox 14"/>
          <p:cNvSpPr txBox="1"/>
          <p:nvPr/>
        </p:nvSpPr>
        <p:spPr>
          <a:xfrm>
            <a:off x="777240" y="3337560"/>
            <a:ext cx="914400" cy="457200"/>
          </a:xfrm>
          <a:prstGeom prst="rect">
            <a:avLst/>
          </a:prstGeom>
          <a:noFill/>
        </p:spPr>
        <p:txBody>
          <a:bodyPr wrap="square" lIns="0" rIns="0" tIns="0" bIns="0" anchor="t">
            <a:spAutoFit/>
          </a:bodyPr>
          <a:lstStyle/>
          <a:p>
            <a:pPr algn="l"/>
            <a:r>
              <a:rPr sz="2200" b="1">
                <a:solidFill>
                  <a:schemeClr val="tx1"/>
                </a:solidFill>
                <a:latin typeface="+mj-lt"/>
              </a:rPr>
              <a:t>01</a:t>
            </a:r>
          </a:p>
        </p:txBody>
      </p:sp>
      <p:sp>
        <p:nvSpPr>
          <p:cNvPr id="16" name="TextBox 15"/>
          <p:cNvSpPr txBox="1"/>
          <p:nvPr/>
        </p:nvSpPr>
        <p:spPr>
          <a:xfrm>
            <a:off x="777240" y="3794760"/>
            <a:ext cx="2148840" cy="411480"/>
          </a:xfrm>
          <a:prstGeom prst="rect">
            <a:avLst/>
          </a:prstGeom>
          <a:noFill/>
        </p:spPr>
        <p:txBody>
          <a:bodyPr wrap="square" lIns="0" rIns="0" tIns="0" bIns="0" anchor="t">
            <a:spAutoFit/>
          </a:bodyPr>
          <a:lstStyle/>
          <a:p>
            <a:pPr algn="l"/>
            <a:r>
              <a:rPr sz="1800" b="1">
                <a:solidFill>
                  <a:schemeClr val="tx1"/>
                </a:solidFill>
                <a:latin typeface="+mj-lt"/>
              </a:rPr>
              <a:t>Alert</a:t>
            </a:r>
          </a:p>
        </p:txBody>
      </p:sp>
      <p:sp>
        <p:nvSpPr>
          <p:cNvPr id="17" name="TextBox 16"/>
          <p:cNvSpPr txBox="1"/>
          <p:nvPr/>
        </p:nvSpPr>
        <p:spPr>
          <a:xfrm>
            <a:off x="777240"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Notifies the operator and the owner on screen and on mobile.</a:t>
            </a:r>
          </a:p>
        </p:txBody>
      </p:sp>
      <p:sp>
        <p:nvSpPr>
          <p:cNvPr id="18" name="Rounded Rectangle 17"/>
          <p:cNvSpPr/>
          <p:nvPr/>
        </p:nvSpPr>
        <p:spPr>
          <a:xfrm>
            <a:off x="777240"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mn-lt"/>
              </a:rPr>
              <a:t>IN PRODUCTION</a:t>
            </a:r>
          </a:p>
        </p:txBody>
      </p:sp>
      <p:sp>
        <p:nvSpPr>
          <p:cNvPr id="20" name="Rounded Rectangle 19"/>
          <p:cNvSpPr/>
          <p:nvPr/>
        </p:nvSpPr>
        <p:spPr>
          <a:xfrm>
            <a:off x="3376879"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559759"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adjust.png"/>
          <p:cNvPicPr>
            <a:picLocks noChangeAspect="1"/>
          </p:cNvPicPr>
          <p:nvPr/>
        </p:nvPicPr>
        <p:blipFill>
          <a:blip r:embed="rId3"/>
          <a:stretch>
            <a:fillRect/>
          </a:stretch>
        </p:blipFill>
        <p:spPr>
          <a:xfrm>
            <a:off x="4082491" y="1783080"/>
            <a:ext cx="1194816" cy="1280160"/>
          </a:xfrm>
          <a:prstGeom prst="rect">
            <a:avLst/>
          </a:prstGeom>
        </p:spPr>
      </p:pic>
      <p:sp>
        <p:nvSpPr>
          <p:cNvPr id="23" name="TextBox 22"/>
          <p:cNvSpPr txBox="1"/>
          <p:nvPr/>
        </p:nvSpPr>
        <p:spPr>
          <a:xfrm>
            <a:off x="3605479" y="3337560"/>
            <a:ext cx="914400" cy="457200"/>
          </a:xfrm>
          <a:prstGeom prst="rect">
            <a:avLst/>
          </a:prstGeom>
          <a:noFill/>
        </p:spPr>
        <p:txBody>
          <a:bodyPr wrap="square" lIns="0" rIns="0" tIns="0" bIns="0" anchor="t">
            <a:spAutoFit/>
          </a:bodyPr>
          <a:lstStyle/>
          <a:p>
            <a:pPr algn="l"/>
            <a:r>
              <a:rPr sz="2200" b="1">
                <a:solidFill>
                  <a:schemeClr val="tx1"/>
                </a:solidFill>
                <a:latin typeface="+mj-lt"/>
              </a:rPr>
              <a:t>02</a:t>
            </a:r>
          </a:p>
        </p:txBody>
      </p:sp>
      <p:sp>
        <p:nvSpPr>
          <p:cNvPr id="24" name="TextBox 23"/>
          <p:cNvSpPr txBox="1"/>
          <p:nvPr/>
        </p:nvSpPr>
        <p:spPr>
          <a:xfrm>
            <a:off x="3605479" y="3794760"/>
            <a:ext cx="2148840" cy="411480"/>
          </a:xfrm>
          <a:prstGeom prst="rect">
            <a:avLst/>
          </a:prstGeom>
          <a:noFill/>
        </p:spPr>
        <p:txBody>
          <a:bodyPr wrap="square" lIns="0" rIns="0" tIns="0" bIns="0" anchor="t">
            <a:spAutoFit/>
          </a:bodyPr>
          <a:lstStyle/>
          <a:p>
            <a:pPr algn="l"/>
            <a:r>
              <a:rPr sz="1800" b="1">
                <a:solidFill>
                  <a:schemeClr val="tx1"/>
                </a:solidFill>
                <a:latin typeface="+mj-lt"/>
              </a:rPr>
              <a:t>Adjust</a:t>
            </a:r>
          </a:p>
        </p:txBody>
      </p:sp>
      <p:sp>
        <p:nvSpPr>
          <p:cNvPr id="25" name="TextBox 24"/>
          <p:cNvSpPr txBox="1"/>
          <p:nvPr/>
        </p:nvSpPr>
        <p:spPr>
          <a:xfrm>
            <a:off x="3605479"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Corrects the machine parameter (R4P regulation) without intervention.</a:t>
            </a:r>
          </a:p>
        </p:txBody>
      </p:sp>
      <p:sp>
        <p:nvSpPr>
          <p:cNvPr id="26" name="Rounded Rectangle 25"/>
          <p:cNvSpPr/>
          <p:nvPr/>
        </p:nvSpPr>
        <p:spPr>
          <a:xfrm>
            <a:off x="3605479"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5479"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mn-lt"/>
              </a:rPr>
              <a:t>IN PRODUCTION</a:t>
            </a:r>
          </a:p>
        </p:txBody>
      </p:sp>
      <p:sp>
        <p:nvSpPr>
          <p:cNvPr id="28" name="Rounded Rectangle 27"/>
          <p:cNvSpPr/>
          <p:nvPr/>
        </p:nvSpPr>
        <p:spPr>
          <a:xfrm>
            <a:off x="6205118" y="1508760"/>
            <a:ext cx="260604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87998"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c_block.png"/>
          <p:cNvPicPr>
            <a:picLocks noChangeAspect="1"/>
          </p:cNvPicPr>
          <p:nvPr/>
        </p:nvPicPr>
        <p:blipFill>
          <a:blip r:embed="rId4"/>
          <a:stretch>
            <a:fillRect/>
          </a:stretch>
        </p:blipFill>
        <p:spPr>
          <a:xfrm>
            <a:off x="6988073" y="1783080"/>
            <a:ext cx="1040130" cy="1280160"/>
          </a:xfrm>
          <a:prstGeom prst="rect">
            <a:avLst/>
          </a:prstGeom>
        </p:spPr>
      </p:pic>
      <p:sp>
        <p:nvSpPr>
          <p:cNvPr id="31" name="TextBox 30"/>
          <p:cNvSpPr txBox="1"/>
          <p:nvPr/>
        </p:nvSpPr>
        <p:spPr>
          <a:xfrm>
            <a:off x="6433718" y="3337560"/>
            <a:ext cx="914400" cy="457200"/>
          </a:xfrm>
          <a:prstGeom prst="rect">
            <a:avLst/>
          </a:prstGeom>
          <a:noFill/>
        </p:spPr>
        <p:txBody>
          <a:bodyPr wrap="square" lIns="0" rIns="0" tIns="0" bIns="0" anchor="t">
            <a:spAutoFit/>
          </a:bodyPr>
          <a:lstStyle/>
          <a:p>
            <a:pPr algn="l"/>
            <a:r>
              <a:rPr sz="2200" b="1">
                <a:solidFill>
                  <a:schemeClr val="tx1"/>
                </a:solidFill>
                <a:latin typeface="+mj-lt"/>
              </a:rPr>
              <a:t>03</a:t>
            </a:r>
          </a:p>
        </p:txBody>
      </p:sp>
      <p:sp>
        <p:nvSpPr>
          <p:cNvPr id="32" name="TextBox 31"/>
          <p:cNvSpPr txBox="1"/>
          <p:nvPr/>
        </p:nvSpPr>
        <p:spPr>
          <a:xfrm>
            <a:off x="6433718" y="3794760"/>
            <a:ext cx="2148840" cy="411480"/>
          </a:xfrm>
          <a:prstGeom prst="rect">
            <a:avLst/>
          </a:prstGeom>
          <a:noFill/>
        </p:spPr>
        <p:txBody>
          <a:bodyPr wrap="square" lIns="0" rIns="0" tIns="0" bIns="0" anchor="t">
            <a:spAutoFit/>
          </a:bodyPr>
          <a:lstStyle/>
          <a:p>
            <a:pPr algn="l"/>
            <a:r>
              <a:rPr sz="1800" b="1">
                <a:solidFill>
                  <a:schemeClr val="tx1"/>
                </a:solidFill>
                <a:latin typeface="+mj-lt"/>
              </a:rPr>
              <a:t>Block</a:t>
            </a:r>
          </a:p>
        </p:txBody>
      </p:sp>
      <p:sp>
        <p:nvSpPr>
          <p:cNvPr id="33" name="TextBox 32"/>
          <p:cNvSpPr txBox="1"/>
          <p:nvPr/>
        </p:nvSpPr>
        <p:spPr>
          <a:xfrm>
            <a:off x="6433718"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Stops the machine if the deviation cannot be corrected.</a:t>
            </a:r>
          </a:p>
        </p:txBody>
      </p:sp>
      <p:sp>
        <p:nvSpPr>
          <p:cNvPr id="34" name="Rounded Rectangle 33"/>
          <p:cNvSpPr/>
          <p:nvPr/>
        </p:nvSpPr>
        <p:spPr>
          <a:xfrm>
            <a:off x="6433718" y="5669280"/>
            <a:ext cx="1828800" cy="329184"/>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33718" y="5669280"/>
            <a:ext cx="1828800" cy="329184"/>
          </a:xfrm>
          <a:prstGeom prst="rect">
            <a:avLst/>
          </a:prstGeom>
          <a:noFill/>
        </p:spPr>
        <p:txBody>
          <a:bodyPr wrap="square" lIns="0" rIns="0" tIns="0" bIns="0" anchor="ctr">
            <a:spAutoFit/>
          </a:bodyPr>
          <a:lstStyle/>
          <a:p>
            <a:pPr algn="ctr">
              <a:lnSpc>
                <a:spcPts val="1500"/>
              </a:lnSpc>
            </a:pPr>
            <a:r>
              <a:rPr sz="1000" b="1">
                <a:solidFill>
                  <a:schemeClr val="bg1"/>
                </a:solidFill>
                <a:latin typeface="+mn-lt"/>
              </a:rPr>
              <a:t>IN TESTING</a:t>
            </a:r>
          </a:p>
        </p:txBody>
      </p:sp>
      <p:sp>
        <p:nvSpPr>
          <p:cNvPr id="36" name="Rounded Rectangle 35"/>
          <p:cNvSpPr/>
          <p:nvPr/>
        </p:nvSpPr>
        <p:spPr>
          <a:xfrm>
            <a:off x="9033357" y="1508760"/>
            <a:ext cx="2606040" cy="4709160"/>
          </a:xfrm>
          <a:prstGeom prst="roundRect">
            <a:avLst>
              <a:gd name="adj" fmla="val 4000"/>
            </a:avLst>
          </a:prstGeom>
          <a:solidFill>
            <a:schemeClr val="bg1"/>
          </a:solidFill>
          <a:ln w="15875">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216237" y="1691640"/>
            <a:ext cx="2240280" cy="146304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segreg.png"/>
          <p:cNvPicPr>
            <a:picLocks noChangeAspect="1"/>
          </p:cNvPicPr>
          <p:nvPr/>
        </p:nvPicPr>
        <p:blipFill>
          <a:blip r:embed="rId5"/>
          <a:stretch>
            <a:fillRect/>
          </a:stretch>
        </p:blipFill>
        <p:spPr>
          <a:xfrm>
            <a:off x="9696297" y="1783080"/>
            <a:ext cx="1280160" cy="1280160"/>
          </a:xfrm>
          <a:prstGeom prst="rect">
            <a:avLst/>
          </a:prstGeom>
        </p:spPr>
      </p:pic>
      <p:sp>
        <p:nvSpPr>
          <p:cNvPr id="39" name="TextBox 38"/>
          <p:cNvSpPr txBox="1"/>
          <p:nvPr/>
        </p:nvSpPr>
        <p:spPr>
          <a:xfrm>
            <a:off x="9261957" y="3337560"/>
            <a:ext cx="914400" cy="457200"/>
          </a:xfrm>
          <a:prstGeom prst="rect">
            <a:avLst/>
          </a:prstGeom>
          <a:noFill/>
        </p:spPr>
        <p:txBody>
          <a:bodyPr wrap="square" lIns="0" rIns="0" tIns="0" bIns="0" anchor="t">
            <a:spAutoFit/>
          </a:bodyPr>
          <a:lstStyle/>
          <a:p>
            <a:pPr algn="l"/>
            <a:r>
              <a:rPr sz="2200" b="1">
                <a:solidFill>
                  <a:schemeClr val="tx1"/>
                </a:solidFill>
                <a:latin typeface="+mj-lt"/>
              </a:rPr>
              <a:t>04</a:t>
            </a:r>
          </a:p>
        </p:txBody>
      </p:sp>
      <p:sp>
        <p:nvSpPr>
          <p:cNvPr id="40" name="TextBox 39"/>
          <p:cNvSpPr txBox="1"/>
          <p:nvPr/>
        </p:nvSpPr>
        <p:spPr>
          <a:xfrm>
            <a:off x="9261957" y="3794760"/>
            <a:ext cx="2148840" cy="411480"/>
          </a:xfrm>
          <a:prstGeom prst="rect">
            <a:avLst/>
          </a:prstGeom>
          <a:noFill/>
        </p:spPr>
        <p:txBody>
          <a:bodyPr wrap="square" lIns="0" rIns="0" tIns="0" bIns="0" anchor="t">
            <a:spAutoFit/>
          </a:bodyPr>
          <a:lstStyle/>
          <a:p>
            <a:pPr algn="l"/>
            <a:r>
              <a:rPr sz="1800" b="1">
                <a:solidFill>
                  <a:schemeClr val="tx1"/>
                </a:solidFill>
                <a:latin typeface="+mj-lt"/>
              </a:rPr>
              <a:t>Segregate</a:t>
            </a:r>
          </a:p>
        </p:txBody>
      </p:sp>
      <p:sp>
        <p:nvSpPr>
          <p:cNvPr id="41" name="TextBox 40"/>
          <p:cNvSpPr txBox="1"/>
          <p:nvPr/>
        </p:nvSpPr>
        <p:spPr>
          <a:xfrm>
            <a:off x="9261957" y="4251960"/>
            <a:ext cx="2148840" cy="12801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Will automatically remove the affected product from the line.</a:t>
            </a:r>
          </a:p>
        </p:txBody>
      </p:sp>
      <p:sp>
        <p:nvSpPr>
          <p:cNvPr id="42" name="Rounded Rectangle 41"/>
          <p:cNvSpPr/>
          <p:nvPr/>
        </p:nvSpPr>
        <p:spPr>
          <a:xfrm>
            <a:off x="9261957" y="5669280"/>
            <a:ext cx="1828800" cy="329184"/>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61957" y="5669280"/>
            <a:ext cx="1828800" cy="329184"/>
          </a:xfrm>
          <a:prstGeom prst="rect">
            <a:avLst/>
          </a:prstGeom>
          <a:noFill/>
        </p:spPr>
        <p:txBody>
          <a:bodyPr wrap="square" lIns="0" rIns="0" tIns="0" bIns="0" anchor="ctr">
            <a:spAutoFit/>
          </a:bodyPr>
          <a:lstStyle/>
          <a:p>
            <a:pPr algn="ctr">
              <a:lnSpc>
                <a:spcPts val="1500"/>
              </a:lnSpc>
            </a:pPr>
            <a:r>
              <a:rPr sz="1000" b="1">
                <a:solidFill>
                  <a:schemeClr val="tx1"/>
                </a:solidFill>
                <a:latin typeface="+mn-lt"/>
              </a:rPr>
              <a:t>NEXT PHASE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R4P in action: drift corrects itself</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Real BJ regulation screen · MAC6 · station P17</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7955279"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eg.png"/>
          <p:cNvPicPr>
            <a:picLocks noChangeAspect="1"/>
          </p:cNvPicPr>
          <p:nvPr/>
        </p:nvPicPr>
        <p:blipFill>
          <a:blip r:embed="rId2"/>
          <a:stretch>
            <a:fillRect/>
          </a:stretch>
        </p:blipFill>
        <p:spPr>
          <a:xfrm>
            <a:off x="685800" y="2000707"/>
            <a:ext cx="7680960" cy="3725265"/>
          </a:xfrm>
          <a:prstGeom prst="rect">
            <a:avLst/>
          </a:prstGeom>
        </p:spPr>
      </p:pic>
      <p:sp>
        <p:nvSpPr>
          <p:cNvPr id="14" name="Oval 13"/>
          <p:cNvSpPr/>
          <p:nvPr/>
        </p:nvSpPr>
        <p:spPr>
          <a:xfrm>
            <a:off x="866851" y="30654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851" y="3065452"/>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1028151" y="4220284"/>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8151" y="4220284"/>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18" name="Oval 17"/>
          <p:cNvSpPr/>
          <p:nvPr/>
        </p:nvSpPr>
        <p:spPr>
          <a:xfrm>
            <a:off x="1826971" y="265567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6971" y="2655673"/>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0" name="Oval 19"/>
          <p:cNvSpPr/>
          <p:nvPr/>
        </p:nvSpPr>
        <p:spPr>
          <a:xfrm>
            <a:off x="3055924" y="306545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5924" y="3065452"/>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22" name="Oval 21"/>
          <p:cNvSpPr/>
          <p:nvPr/>
        </p:nvSpPr>
        <p:spPr>
          <a:xfrm>
            <a:off x="8823960" y="164592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64592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4" name="TextBox 23"/>
          <p:cNvSpPr txBox="1"/>
          <p:nvPr/>
        </p:nvSpPr>
        <p:spPr>
          <a:xfrm>
            <a:off x="9281160" y="162763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Lower limit</a:t>
            </a:r>
          </a:p>
          <a:p>
            <a:pPr algn="l">
              <a:lnSpc>
                <a:spcPts val="1800"/>
              </a:lnSpc>
            </a:pPr>
            <a:r>
              <a:rPr sz="1200" b="0">
                <a:solidFill>
                  <a:schemeClr val="tx1">
                    <a:lumMod val="65000"/>
                    <a:lumOff val="35000"/>
                  </a:schemeClr>
                </a:solidFill>
                <a:latin typeface="+mn-lt"/>
              </a:rPr>
              <a:t>the edge position reaches the limit</a:t>
            </a:r>
          </a:p>
        </p:txBody>
      </p:sp>
      <p:sp>
        <p:nvSpPr>
          <p:cNvPr id="25" name="Oval 24"/>
          <p:cNvSpPr/>
          <p:nvPr/>
        </p:nvSpPr>
        <p:spPr>
          <a:xfrm>
            <a:off x="8823960" y="274320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23960" y="274320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27" name="TextBox 26"/>
          <p:cNvSpPr txBox="1"/>
          <p:nvPr/>
        </p:nvSpPr>
        <p:spPr>
          <a:xfrm>
            <a:off x="9281160" y="272491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R4P acts</a:t>
            </a:r>
          </a:p>
          <a:p>
            <a:pPr algn="l">
              <a:lnSpc>
                <a:spcPts val="1800"/>
              </a:lnSpc>
            </a:pPr>
            <a:r>
              <a:rPr sz="1200" b="0">
                <a:solidFill>
                  <a:schemeClr val="tx1">
                    <a:lumMod val="65000"/>
                    <a:lumOff val="35000"/>
                  </a:schemeClr>
                </a:solidFill>
                <a:latin typeface="+mn-lt"/>
              </a:rPr>
              <a:t>activates the ODM correction</a:t>
            </a:r>
          </a:p>
        </p:txBody>
      </p:sp>
      <p:sp>
        <p:nvSpPr>
          <p:cNvPr id="28" name="Oval 27"/>
          <p:cNvSpPr/>
          <p:nvPr/>
        </p:nvSpPr>
        <p:spPr>
          <a:xfrm>
            <a:off x="8823960" y="384048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23960" y="384048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30" name="TextBox 29"/>
          <p:cNvSpPr txBox="1"/>
          <p:nvPr/>
        </p:nvSpPr>
        <p:spPr>
          <a:xfrm>
            <a:off x="9281160" y="382219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Target</a:t>
            </a:r>
          </a:p>
          <a:p>
            <a:pPr algn="l">
              <a:lnSpc>
                <a:spcPts val="1800"/>
              </a:lnSpc>
            </a:pPr>
            <a:r>
              <a:rPr sz="1200" b="0">
                <a:solidFill>
                  <a:schemeClr val="tx1">
                    <a:lumMod val="65000"/>
                    <a:lumOff val="35000"/>
                  </a:schemeClr>
                </a:solidFill>
                <a:latin typeface="+mn-lt"/>
              </a:rPr>
              <a:t>returns to the theoretical value</a:t>
            </a:r>
          </a:p>
        </p:txBody>
      </p:sp>
      <p:sp>
        <p:nvSpPr>
          <p:cNvPr id="31" name="Oval 30"/>
          <p:cNvSpPr/>
          <p:nvPr/>
        </p:nvSpPr>
        <p:spPr>
          <a:xfrm>
            <a:off x="8823960" y="4937759"/>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4937759"/>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33" name="TextBox 32"/>
          <p:cNvSpPr txBox="1"/>
          <p:nvPr/>
        </p:nvSpPr>
        <p:spPr>
          <a:xfrm>
            <a:off x="9281160" y="4919472"/>
            <a:ext cx="2377440" cy="109728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Without correction</a:t>
            </a:r>
          </a:p>
          <a:p>
            <a:pPr algn="l">
              <a:lnSpc>
                <a:spcPts val="1800"/>
              </a:lnSpc>
            </a:pPr>
            <a:r>
              <a:rPr sz="1200" b="0">
                <a:solidFill>
                  <a:schemeClr val="tx1">
                    <a:lumMod val="65000"/>
                    <a:lumOff val="35000"/>
                  </a:schemeClr>
                </a:solidFill>
                <a:latin typeface="+mn-lt"/>
              </a:rPr>
              <a:t>it drifts again: the proof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R4P makes the difference</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What happens when a measurement starts to drift</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Decide</a:t>
            </a:r>
          </a:p>
        </p:txBody>
      </p:sp>
      <p:sp>
        <p:nvSpPr>
          <p:cNvPr id="10" name="Oval 9"/>
          <p:cNvSpPr/>
          <p:nvPr/>
        </p:nvSpPr>
        <p:spPr>
          <a:xfrm>
            <a:off x="10661904"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Anticipate</a:t>
            </a:r>
          </a:p>
        </p:txBody>
      </p:sp>
      <p:sp>
        <p:nvSpPr>
          <p:cNvPr id="12" name="Rounded Rectangle 11"/>
          <p:cNvSpPr/>
          <p:nvPr/>
        </p:nvSpPr>
        <p:spPr>
          <a:xfrm>
            <a:off x="548640" y="1508760"/>
            <a:ext cx="11091672" cy="16916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1828800"/>
            <a:ext cx="1920240" cy="411480"/>
          </a:xfrm>
          <a:prstGeom prst="rect">
            <a:avLst/>
          </a:prstGeom>
          <a:noFill/>
        </p:spPr>
        <p:txBody>
          <a:bodyPr wrap="square" lIns="0" rIns="0" tIns="0" bIns="0" anchor="t">
            <a:spAutoFit/>
          </a:bodyPr>
          <a:lstStyle/>
          <a:p>
            <a:pPr algn="l"/>
            <a:r>
              <a:rPr sz="1300" b="1">
                <a:solidFill>
                  <a:schemeClr val="tx1">
                    <a:lumMod val="65000"/>
                    <a:lumOff val="35000"/>
                  </a:schemeClr>
                </a:solidFill>
                <a:latin typeface="+mj-lt"/>
              </a:rPr>
              <a:t>Without R4P</a:t>
            </a:r>
          </a:p>
        </p:txBody>
      </p:sp>
      <p:sp>
        <p:nvSpPr>
          <p:cNvPr id="14" name="TextBox 13"/>
          <p:cNvSpPr txBox="1"/>
          <p:nvPr/>
        </p:nvSpPr>
        <p:spPr>
          <a:xfrm>
            <a:off x="822959" y="2331720"/>
            <a:ext cx="1920240" cy="36576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mn-lt"/>
              </a:rPr>
              <a:t>Manual correction</a:t>
            </a:r>
          </a:p>
        </p:txBody>
      </p:sp>
      <p:cxnSp>
        <p:nvCxnSpPr>
          <p:cNvPr id="15" name="Connector 14"/>
          <p:cNvCxnSpPr/>
          <p:nvPr/>
        </p:nvCxnSpPr>
        <p:spPr>
          <a:xfrm>
            <a:off x="2697480" y="2121408"/>
            <a:ext cx="6894576" cy="0"/>
          </a:xfrm>
          <a:prstGeom prst="line">
            <a:avLst/>
          </a:prstGeom>
          <a:ln>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16" name="Donut 15"/>
          <p:cNvSpPr/>
          <p:nvPr/>
        </p:nvSpPr>
        <p:spPr>
          <a:xfrm>
            <a:off x="2697480"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nut 16"/>
          <p:cNvSpPr/>
          <p:nvPr/>
        </p:nvSpPr>
        <p:spPr>
          <a:xfrm>
            <a:off x="3282696"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nut 17"/>
          <p:cNvSpPr/>
          <p:nvPr/>
        </p:nvSpPr>
        <p:spPr>
          <a:xfrm>
            <a:off x="3867912"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nut 18"/>
          <p:cNvSpPr/>
          <p:nvPr/>
        </p:nvSpPr>
        <p:spPr>
          <a:xfrm>
            <a:off x="4453128"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onut 19"/>
          <p:cNvSpPr/>
          <p:nvPr/>
        </p:nvSpPr>
        <p:spPr>
          <a:xfrm>
            <a:off x="5038344"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onut 20"/>
          <p:cNvSpPr/>
          <p:nvPr/>
        </p:nvSpPr>
        <p:spPr>
          <a:xfrm>
            <a:off x="5623560"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nut 21"/>
          <p:cNvSpPr/>
          <p:nvPr/>
        </p:nvSpPr>
        <p:spPr>
          <a:xfrm>
            <a:off x="6208776"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onut 22"/>
          <p:cNvSpPr/>
          <p:nvPr/>
        </p:nvSpPr>
        <p:spPr>
          <a:xfrm>
            <a:off x="6793992"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onut 23"/>
          <p:cNvSpPr/>
          <p:nvPr/>
        </p:nvSpPr>
        <p:spPr>
          <a:xfrm>
            <a:off x="7379208" y="1892807"/>
            <a:ext cx="457200" cy="457200"/>
          </a:xfrm>
          <a:prstGeom prst="donut">
            <a:avLst>
              <a:gd name="adj" fmla="val 27000"/>
            </a:avLst>
          </a:prstGeom>
          <a:solidFill>
            <a:schemeClr val="accent5"/>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onut 24"/>
          <p:cNvSpPr/>
          <p:nvPr/>
        </p:nvSpPr>
        <p:spPr>
          <a:xfrm>
            <a:off x="7964424" y="1892807"/>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onut 25"/>
          <p:cNvSpPr/>
          <p:nvPr/>
        </p:nvSpPr>
        <p:spPr>
          <a:xfrm>
            <a:off x="8549640"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onut 26"/>
          <p:cNvSpPr/>
          <p:nvPr/>
        </p:nvSpPr>
        <p:spPr>
          <a:xfrm>
            <a:off x="9134856" y="1892807"/>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87368"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mn-lt"/>
              </a:rPr>
              <a:t>Drift starts</a:t>
            </a:r>
          </a:p>
        </p:txBody>
      </p:sp>
      <p:sp>
        <p:nvSpPr>
          <p:cNvPr id="29" name="TextBox 28"/>
          <p:cNvSpPr txBox="1"/>
          <p:nvPr/>
        </p:nvSpPr>
        <p:spPr>
          <a:xfrm>
            <a:off x="5257800"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mn-lt"/>
              </a:rPr>
              <a:t>Alert fires</a:t>
            </a:r>
          </a:p>
        </p:txBody>
      </p:sp>
      <p:sp>
        <p:nvSpPr>
          <p:cNvPr id="30" name="TextBox 29"/>
          <p:cNvSpPr txBox="1"/>
          <p:nvPr/>
        </p:nvSpPr>
        <p:spPr>
          <a:xfrm>
            <a:off x="6428232"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mn-lt"/>
              </a:rPr>
              <a:t>Tech arrives</a:t>
            </a:r>
          </a:p>
        </p:txBody>
      </p:sp>
      <p:sp>
        <p:nvSpPr>
          <p:cNvPr id="31" name="TextBox 30"/>
          <p:cNvSpPr txBox="1"/>
          <p:nvPr/>
        </p:nvSpPr>
        <p:spPr>
          <a:xfrm>
            <a:off x="7598664" y="246888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mn-lt"/>
              </a:rPr>
              <a:t>Manual fix</a:t>
            </a:r>
          </a:p>
        </p:txBody>
      </p:sp>
      <p:sp>
        <p:nvSpPr>
          <p:cNvPr id="32" name="Rectangle 31"/>
          <p:cNvSpPr/>
          <p:nvPr/>
        </p:nvSpPr>
        <p:spPr>
          <a:xfrm>
            <a:off x="4379976" y="1801368"/>
            <a:ext cx="4023360" cy="640080"/>
          </a:xfrm>
          <a:prstGeom prst="rect">
            <a:avLst/>
          </a:prstGeom>
          <a:noFill/>
          <a:ln w="15875">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21240" y="1691639"/>
            <a:ext cx="1600200" cy="1325880"/>
          </a:xfrm>
          <a:prstGeom prst="rect">
            <a:avLst/>
          </a:prstGeom>
          <a:noFill/>
        </p:spPr>
        <p:txBody>
          <a:bodyPr wrap="square" lIns="0" rIns="0" tIns="0" bIns="0" anchor="ctr">
            <a:spAutoFit/>
          </a:bodyPr>
          <a:lstStyle/>
          <a:p>
            <a:pPr algn="l">
              <a:lnSpc>
                <a:spcPts val="1800"/>
              </a:lnSpc>
            </a:pPr>
            <a:r>
              <a:rPr sz="1200" b="1">
                <a:solidFill>
                  <a:schemeClr val="accent5"/>
                </a:solidFill>
                <a:latin typeface="+mn-lt"/>
              </a:rPr>
              <a:t>Tires off target until someone acts</a:t>
            </a:r>
          </a:p>
        </p:txBody>
      </p:sp>
      <p:sp>
        <p:nvSpPr>
          <p:cNvPr id="34" name="Rounded Rectangle 33"/>
          <p:cNvSpPr/>
          <p:nvPr/>
        </p:nvSpPr>
        <p:spPr>
          <a:xfrm>
            <a:off x="548640" y="3383279"/>
            <a:ext cx="11091672" cy="16916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59" y="3703320"/>
            <a:ext cx="1920240" cy="411480"/>
          </a:xfrm>
          <a:prstGeom prst="rect">
            <a:avLst/>
          </a:prstGeom>
          <a:noFill/>
        </p:spPr>
        <p:txBody>
          <a:bodyPr wrap="square" lIns="0" rIns="0" tIns="0" bIns="0" anchor="t">
            <a:spAutoFit/>
          </a:bodyPr>
          <a:lstStyle/>
          <a:p>
            <a:pPr algn="l"/>
            <a:r>
              <a:rPr sz="1300" b="1">
                <a:solidFill>
                  <a:schemeClr val="tx1"/>
                </a:solidFill>
                <a:latin typeface="+mj-lt"/>
              </a:rPr>
              <a:t>With R4P</a:t>
            </a:r>
          </a:p>
        </p:txBody>
      </p:sp>
      <p:sp>
        <p:nvSpPr>
          <p:cNvPr id="36" name="TextBox 35"/>
          <p:cNvSpPr txBox="1"/>
          <p:nvPr/>
        </p:nvSpPr>
        <p:spPr>
          <a:xfrm>
            <a:off x="822959" y="4206240"/>
            <a:ext cx="1920240" cy="36576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mn-lt"/>
              </a:rPr>
              <a:t>Automatic correction</a:t>
            </a:r>
          </a:p>
        </p:txBody>
      </p:sp>
      <p:cxnSp>
        <p:nvCxnSpPr>
          <p:cNvPr id="37" name="Connector 36"/>
          <p:cNvCxnSpPr/>
          <p:nvPr/>
        </p:nvCxnSpPr>
        <p:spPr>
          <a:xfrm>
            <a:off x="2697480" y="3995928"/>
            <a:ext cx="6894576" cy="0"/>
          </a:xfrm>
          <a:prstGeom prst="line">
            <a:avLst/>
          </a:prstGeom>
          <a:ln>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8" name="Donut 37"/>
          <p:cNvSpPr/>
          <p:nvPr/>
        </p:nvSpPr>
        <p:spPr>
          <a:xfrm>
            <a:off x="269748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Donut 38"/>
          <p:cNvSpPr/>
          <p:nvPr/>
        </p:nvSpPr>
        <p:spPr>
          <a:xfrm>
            <a:off x="328269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onut 39"/>
          <p:cNvSpPr/>
          <p:nvPr/>
        </p:nvSpPr>
        <p:spPr>
          <a:xfrm>
            <a:off x="3867912"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onut 40"/>
          <p:cNvSpPr/>
          <p:nvPr/>
        </p:nvSpPr>
        <p:spPr>
          <a:xfrm>
            <a:off x="4453128" y="3767328"/>
            <a:ext cx="457200" cy="457200"/>
          </a:xfrm>
          <a:prstGeom prst="donut">
            <a:avLst>
              <a:gd name="adj" fmla="val 27000"/>
            </a:avLst>
          </a:prstGeom>
          <a:solidFill>
            <a:schemeClr val="accent3"/>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onut 41"/>
          <p:cNvSpPr/>
          <p:nvPr/>
        </p:nvSpPr>
        <p:spPr>
          <a:xfrm>
            <a:off x="5038344"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onut 42"/>
          <p:cNvSpPr/>
          <p:nvPr/>
        </p:nvSpPr>
        <p:spPr>
          <a:xfrm>
            <a:off x="562356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Donut 43"/>
          <p:cNvSpPr/>
          <p:nvPr/>
        </p:nvSpPr>
        <p:spPr>
          <a:xfrm>
            <a:off x="620877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onut 44"/>
          <p:cNvSpPr/>
          <p:nvPr/>
        </p:nvSpPr>
        <p:spPr>
          <a:xfrm>
            <a:off x="6793992"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onut 45"/>
          <p:cNvSpPr/>
          <p:nvPr/>
        </p:nvSpPr>
        <p:spPr>
          <a:xfrm>
            <a:off x="7379208"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Donut 46"/>
          <p:cNvSpPr/>
          <p:nvPr/>
        </p:nvSpPr>
        <p:spPr>
          <a:xfrm>
            <a:off x="7964424"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onut 47"/>
          <p:cNvSpPr/>
          <p:nvPr/>
        </p:nvSpPr>
        <p:spPr>
          <a:xfrm>
            <a:off x="8549640"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nut 48"/>
          <p:cNvSpPr/>
          <p:nvPr/>
        </p:nvSpPr>
        <p:spPr>
          <a:xfrm>
            <a:off x="9134856" y="3767328"/>
            <a:ext cx="457200" cy="457200"/>
          </a:xfrm>
          <a:prstGeom prst="donut">
            <a:avLst>
              <a:gd name="adj" fmla="val 27000"/>
            </a:avLst>
          </a:prstGeom>
          <a:solidFill>
            <a:schemeClr val="accent4"/>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087368" y="4343400"/>
            <a:ext cx="1188720" cy="502920"/>
          </a:xfrm>
          <a:prstGeom prst="rect">
            <a:avLst/>
          </a:prstGeom>
          <a:noFill/>
        </p:spPr>
        <p:txBody>
          <a:bodyPr wrap="square" lIns="0" rIns="0" tIns="0" bIns="0" anchor="t">
            <a:spAutoFit/>
          </a:bodyPr>
          <a:lstStyle/>
          <a:p>
            <a:pPr algn="ctr">
              <a:lnSpc>
                <a:spcPts val="1500"/>
              </a:lnSpc>
            </a:pPr>
            <a:r>
              <a:rPr sz="1000" b="0">
                <a:solidFill>
                  <a:schemeClr val="tx1">
                    <a:lumMod val="65000"/>
                    <a:lumOff val="35000"/>
                  </a:schemeClr>
                </a:solidFill>
                <a:latin typeface="+mn-lt"/>
              </a:rPr>
              <a:t>Drift starts</a:t>
            </a:r>
          </a:p>
        </p:txBody>
      </p:sp>
      <p:sp>
        <p:nvSpPr>
          <p:cNvPr id="51" name="Down Arrow 50"/>
          <p:cNvSpPr/>
          <p:nvPr/>
        </p:nvSpPr>
        <p:spPr>
          <a:xfrm>
            <a:off x="5084064" y="3456432"/>
            <a:ext cx="365760" cy="256032"/>
          </a:xfrm>
          <a:prstGeom prst="downArrow">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41264" y="3456432"/>
            <a:ext cx="2743200" cy="274320"/>
          </a:xfrm>
          <a:prstGeom prst="rect">
            <a:avLst/>
          </a:prstGeom>
          <a:noFill/>
        </p:spPr>
        <p:txBody>
          <a:bodyPr wrap="square" lIns="0" rIns="0" tIns="0" bIns="0" anchor="t">
            <a:spAutoFit/>
          </a:bodyPr>
          <a:lstStyle/>
          <a:p>
            <a:pPr algn="l">
              <a:lnSpc>
                <a:spcPts val="1800"/>
              </a:lnSpc>
            </a:pPr>
            <a:r>
              <a:rPr sz="1200" b="1">
                <a:solidFill>
                  <a:schemeClr val="tx1"/>
                </a:solidFill>
                <a:latin typeface="+mn-lt"/>
              </a:rPr>
              <a:t>R4P corrects instantly</a:t>
            </a:r>
          </a:p>
        </p:txBody>
      </p:sp>
      <p:sp>
        <p:nvSpPr>
          <p:cNvPr id="53" name="TextBox 52"/>
          <p:cNvSpPr txBox="1"/>
          <p:nvPr/>
        </p:nvSpPr>
        <p:spPr>
          <a:xfrm>
            <a:off x="9921240" y="3566160"/>
            <a:ext cx="1600200" cy="1325880"/>
          </a:xfrm>
          <a:prstGeom prst="rect">
            <a:avLst/>
          </a:prstGeom>
          <a:noFill/>
        </p:spPr>
        <p:txBody>
          <a:bodyPr wrap="square" lIns="0" rIns="0" tIns="0" bIns="0" anchor="ctr">
            <a:spAutoFit/>
          </a:bodyPr>
          <a:lstStyle/>
          <a:p>
            <a:pPr algn="l">
              <a:lnSpc>
                <a:spcPts val="1800"/>
              </a:lnSpc>
            </a:pPr>
            <a:r>
              <a:rPr sz="1200" b="1">
                <a:solidFill>
                  <a:schemeClr val="tx1"/>
                </a:solidFill>
                <a:latin typeface="+mn-lt"/>
              </a:rPr>
              <a:t>Production is back on target immediately</a:t>
            </a:r>
          </a:p>
        </p:txBody>
      </p:sp>
      <p:sp>
        <p:nvSpPr>
          <p:cNvPr id="54" name="Rounded Rectangle 53"/>
          <p:cNvSpPr/>
          <p:nvPr/>
        </p:nvSpPr>
        <p:spPr>
          <a:xfrm>
            <a:off x="548640"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7240"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mn-lt"/>
              </a:rPr>
              <a:t>Same rules 24/7</a:t>
            </a:r>
          </a:p>
          <a:p>
            <a:pPr algn="l">
              <a:lnSpc>
                <a:spcPts val="1800"/>
              </a:lnSpc>
            </a:pPr>
            <a:r>
              <a:rPr sz="1200" b="0">
                <a:solidFill>
                  <a:schemeClr val="bg1"/>
                </a:solidFill>
                <a:latin typeface="+mn-lt"/>
              </a:rPr>
              <a:t>Quality does not depend on the shift or the time.</a:t>
            </a:r>
          </a:p>
        </p:txBody>
      </p:sp>
      <p:sp>
        <p:nvSpPr>
          <p:cNvPr id="56" name="Rounded Rectangle 55"/>
          <p:cNvSpPr/>
          <p:nvPr/>
        </p:nvSpPr>
        <p:spPr>
          <a:xfrm>
            <a:off x="4297679"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26279"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mn-lt"/>
              </a:rPr>
              <a:t>Expertise turned into rules</a:t>
            </a:r>
          </a:p>
          <a:p>
            <a:pPr algn="l">
              <a:lnSpc>
                <a:spcPts val="1800"/>
              </a:lnSpc>
            </a:pPr>
            <a:r>
              <a:rPr sz="1200" b="0">
                <a:solidFill>
                  <a:schemeClr val="bg1"/>
                </a:solidFill>
                <a:latin typeface="+mn-lt"/>
              </a:rPr>
              <a:t>What the best technician knows, applied every time.</a:t>
            </a:r>
          </a:p>
        </p:txBody>
      </p:sp>
      <p:sp>
        <p:nvSpPr>
          <p:cNvPr id="58" name="Rounded Rectangle 57"/>
          <p:cNvSpPr/>
          <p:nvPr/>
        </p:nvSpPr>
        <p:spPr>
          <a:xfrm>
            <a:off x="8046719" y="5303520"/>
            <a:ext cx="3593592" cy="91440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75319" y="5376672"/>
            <a:ext cx="3200400" cy="777240"/>
          </a:xfrm>
          <a:prstGeom prst="rect">
            <a:avLst/>
          </a:prstGeom>
          <a:noFill/>
        </p:spPr>
        <p:txBody>
          <a:bodyPr wrap="square" lIns="0" rIns="0" tIns="0" bIns="0" anchor="ctr">
            <a:spAutoFit/>
          </a:bodyPr>
          <a:lstStyle/>
          <a:p>
            <a:pPr algn="l">
              <a:lnSpc>
                <a:spcPts val="2100"/>
              </a:lnSpc>
            </a:pPr>
            <a:r>
              <a:rPr sz="1400" b="1">
                <a:solidFill>
                  <a:schemeClr val="accent2"/>
                </a:solidFill>
                <a:latin typeface="+mn-lt"/>
              </a:rPr>
              <a:t>Every decision, logged</a:t>
            </a:r>
          </a:p>
          <a:p>
            <a:pPr algn="l">
              <a:lnSpc>
                <a:spcPts val="1800"/>
              </a:lnSpc>
            </a:pPr>
            <a:r>
              <a:rPr sz="1200" b="0">
                <a:solidFill>
                  <a:schemeClr val="bg1"/>
                </a:solidFill>
                <a:latin typeface="+mn-lt"/>
              </a:rPr>
              <a:t>Full traceability in PI System.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Anticipate</a:t>
            </a:r>
          </a:p>
          <a:p>
            <a:r>
              <a:rPr sz="2000" b="0">
                <a:latin typeface="+mn-lt"/>
              </a:rPr>
              <a:t>Advanced analytics and artificial intelligence</a:t>
            </a:r>
          </a:p>
        </p:txBody>
      </p:sp>
      <p:sp>
        <p:nvSpPr>
          <p:cNvPr id="3" name="Text Placeholder 2"/>
          <p:cNvSpPr>
            <a:spLocks noGrp="1"/>
          </p:cNvSpPr>
          <p:nvPr>
            <p:ph type="body" idx="13" sz="quarter"/>
          </p:nvPr>
        </p:nvSpPr>
        <p:spPr/>
        <p:txBody>
          <a:bodyPr/>
          <a:lstStyle/>
          <a:p>
            <a:r>
              <a:t>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Dataiku: from millions of data points to patterns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Advanced analytics to understand every quality issue</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Anticipate</a:t>
            </a:r>
          </a:p>
        </p:txBody>
      </p:sp>
      <p:sp>
        <p:nvSpPr>
          <p:cNvPr id="12" name="Pentagon 11"/>
          <p:cNvSpPr/>
          <p:nvPr/>
        </p:nvSpPr>
        <p:spPr>
          <a:xfrm>
            <a:off x="548640" y="1554480"/>
            <a:ext cx="2834640" cy="685800"/>
          </a:xfrm>
          <a:prstGeom prst="homePlate">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mn-lt"/>
              </a:rPr>
              <a:t>01  Combine</a:t>
            </a:r>
          </a:p>
        </p:txBody>
      </p:sp>
      <p:sp>
        <p:nvSpPr>
          <p:cNvPr id="14" name="TextBox 13"/>
          <p:cNvSpPr txBox="1"/>
          <p:nvPr/>
        </p:nvSpPr>
        <p:spPr>
          <a:xfrm>
            <a:off x="777240"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PI measurements, images and quality results (IQF)</a:t>
            </a:r>
          </a:p>
        </p:txBody>
      </p:sp>
      <p:sp>
        <p:nvSpPr>
          <p:cNvPr id="15" name="Chevron 14"/>
          <p:cNvSpPr/>
          <p:nvPr/>
        </p:nvSpPr>
        <p:spPr>
          <a:xfrm>
            <a:off x="3310128"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mn-lt"/>
              </a:rPr>
              <a:t>02  Explore</a:t>
            </a:r>
          </a:p>
        </p:txBody>
      </p:sp>
      <p:sp>
        <p:nvSpPr>
          <p:cNvPr id="17" name="TextBox 16"/>
          <p:cNvSpPr txBox="1"/>
          <p:nvPr/>
        </p:nvSpPr>
        <p:spPr>
          <a:xfrm>
            <a:off x="3538728"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Correlations between parameters, stations and shifts</a:t>
            </a:r>
          </a:p>
        </p:txBody>
      </p:sp>
      <p:sp>
        <p:nvSpPr>
          <p:cNvPr id="18" name="Chevron 17"/>
          <p:cNvSpPr/>
          <p:nvPr/>
        </p:nvSpPr>
        <p:spPr>
          <a:xfrm>
            <a:off x="6071616"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28816"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mn-lt"/>
              </a:rPr>
              <a:t>03  Discover</a:t>
            </a:r>
          </a:p>
        </p:txBody>
      </p:sp>
      <p:sp>
        <p:nvSpPr>
          <p:cNvPr id="20" name="TextBox 19"/>
          <p:cNvSpPr txBox="1"/>
          <p:nvPr/>
        </p:nvSpPr>
        <p:spPr>
          <a:xfrm>
            <a:off x="6300216"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Patterns that repeat before a drift</a:t>
            </a:r>
          </a:p>
        </p:txBody>
      </p:sp>
      <p:sp>
        <p:nvSpPr>
          <p:cNvPr id="21" name="Chevron 20"/>
          <p:cNvSpPr/>
          <p:nvPr/>
        </p:nvSpPr>
        <p:spPr>
          <a:xfrm>
            <a:off x="8833104" y="1554480"/>
            <a:ext cx="2834640" cy="685800"/>
          </a:xfrm>
          <a:prstGeom prst="chevron">
            <a:avLst>
              <a:gd name="adj" fmla="val 3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90304" y="1554480"/>
            <a:ext cx="2103120" cy="685800"/>
          </a:xfrm>
          <a:prstGeom prst="rect">
            <a:avLst/>
          </a:prstGeom>
          <a:noFill/>
        </p:spPr>
        <p:txBody>
          <a:bodyPr wrap="square" lIns="0" rIns="0" tIns="0" bIns="0" anchor="ctr">
            <a:spAutoFit/>
          </a:bodyPr>
          <a:lstStyle/>
          <a:p>
            <a:pPr algn="l">
              <a:lnSpc>
                <a:spcPts val="2200"/>
              </a:lnSpc>
            </a:pPr>
            <a:r>
              <a:rPr sz="1500" b="1">
                <a:solidFill>
                  <a:schemeClr val="bg1"/>
                </a:solidFill>
                <a:latin typeface="+mn-lt"/>
              </a:rPr>
              <a:t>04  Act</a:t>
            </a:r>
          </a:p>
        </p:txBody>
      </p:sp>
      <p:sp>
        <p:nvSpPr>
          <p:cNvPr id="23" name="TextBox 22"/>
          <p:cNvSpPr txBox="1"/>
          <p:nvPr/>
        </p:nvSpPr>
        <p:spPr>
          <a:xfrm>
            <a:off x="9061704" y="2377440"/>
            <a:ext cx="2286000" cy="822960"/>
          </a:xfrm>
          <a:prstGeom prst="rect">
            <a:avLst/>
          </a:prstGeom>
          <a:noFill/>
        </p:spPr>
        <p:txBody>
          <a:bodyPr wrap="square" lIns="0" rIns="0" tIns="0" bIns="0" anchor="t">
            <a:spAutoFit/>
          </a:bodyPr>
          <a:lstStyle/>
          <a:p>
            <a:pPr algn="l">
              <a:lnSpc>
                <a:spcPts val="2000"/>
              </a:lnSpc>
            </a:pPr>
            <a:r>
              <a:rPr sz="1300" b="0">
                <a:solidFill>
                  <a:schemeClr val="tx1">
                    <a:lumMod val="65000"/>
                    <a:lumOff val="35000"/>
                  </a:schemeClr>
                </a:solidFill>
                <a:latin typeface="+mn-lt"/>
              </a:rPr>
              <a:t>New rules, alerts and process improvements</a:t>
            </a:r>
          </a:p>
        </p:txBody>
      </p:sp>
      <p:sp>
        <p:nvSpPr>
          <p:cNvPr id="24" name="Rounded Rectangle 23"/>
          <p:cNvSpPr/>
          <p:nvPr/>
        </p:nvSpPr>
        <p:spPr>
          <a:xfrm>
            <a:off x="548640" y="3429000"/>
            <a:ext cx="11091672" cy="278892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703320"/>
            <a:ext cx="5120640" cy="320040"/>
          </a:xfrm>
          <a:prstGeom prst="rect">
            <a:avLst/>
          </a:prstGeom>
          <a:noFill/>
        </p:spPr>
        <p:txBody>
          <a:bodyPr wrap="square" lIns="0" rIns="0" tIns="0" bIns="0" anchor="t">
            <a:spAutoFit/>
          </a:bodyPr>
          <a:lstStyle/>
          <a:p>
            <a:pPr algn="l">
              <a:lnSpc>
                <a:spcPts val="2000"/>
              </a:lnSpc>
            </a:pPr>
            <a:r>
              <a:rPr sz="1300" b="1">
                <a:solidFill>
                  <a:schemeClr val="tx1">
                    <a:lumMod val="65000"/>
                    <a:lumOff val="35000"/>
                  </a:schemeClr>
                </a:solidFill>
                <a:latin typeface="+mn-lt"/>
              </a:rPr>
              <a:t>A typical question</a:t>
            </a:r>
          </a:p>
        </p:txBody>
      </p:sp>
      <p:sp>
        <p:nvSpPr>
          <p:cNvPr id="26" name="TextBox 25"/>
          <p:cNvSpPr txBox="1"/>
          <p:nvPr/>
        </p:nvSpPr>
        <p:spPr>
          <a:xfrm>
            <a:off x="960120" y="4069080"/>
            <a:ext cx="5120640" cy="1920240"/>
          </a:xfrm>
          <a:prstGeom prst="rect">
            <a:avLst/>
          </a:prstGeom>
          <a:noFill/>
        </p:spPr>
        <p:txBody>
          <a:bodyPr wrap="square" lIns="0" rIns="0" tIns="0" bIns="0" anchor="t">
            <a:spAutoFit/>
          </a:bodyPr>
          <a:lstStyle/>
          <a:p>
            <a:pPr algn="l"/>
            <a:r>
              <a:rPr sz="2200" b="1">
                <a:solidFill>
                  <a:schemeClr val="tx1"/>
                </a:solidFill>
                <a:latin typeface="+mj-lt"/>
              </a:rPr>
              <a:t>“When a splice starts to drift, what do those tires have in common?”</a:t>
            </a:r>
          </a:p>
        </p:txBody>
      </p:sp>
      <p:sp>
        <p:nvSpPr>
          <p:cNvPr id="27" name="TextBox 26"/>
          <p:cNvSpPr txBox="1"/>
          <p:nvPr/>
        </p:nvSpPr>
        <p:spPr>
          <a:xfrm>
            <a:off x="6400800" y="3703320"/>
            <a:ext cx="4937760" cy="320040"/>
          </a:xfrm>
          <a:prstGeom prst="rect">
            <a:avLst/>
          </a:prstGeom>
          <a:noFill/>
        </p:spPr>
        <p:txBody>
          <a:bodyPr wrap="square" lIns="0" rIns="0" tIns="0" bIns="0" anchor="t">
            <a:spAutoFit/>
          </a:bodyPr>
          <a:lstStyle/>
          <a:p>
            <a:pPr algn="l">
              <a:lnSpc>
                <a:spcPts val="2000"/>
              </a:lnSpc>
            </a:pPr>
            <a:r>
              <a:rPr sz="1300" b="1">
                <a:solidFill>
                  <a:schemeClr val="tx1">
                    <a:lumMod val="65000"/>
                    <a:lumOff val="35000"/>
                  </a:schemeClr>
                </a:solidFill>
                <a:latin typeface="+mn-lt"/>
              </a:rPr>
              <a:t>What Dataiku answers</a:t>
            </a:r>
          </a:p>
        </p:txBody>
      </p:sp>
      <p:sp>
        <p:nvSpPr>
          <p:cNvPr id="28" name="TextBox 27"/>
          <p:cNvSpPr txBox="1"/>
          <p:nvPr/>
        </p:nvSpPr>
        <p:spPr>
          <a:xfrm>
            <a:off x="6400800" y="4114800"/>
            <a:ext cx="4937760" cy="1828800"/>
          </a:xfrm>
          <a:prstGeom prst="rect">
            <a:avLst/>
          </a:prstGeom>
          <a:noFill/>
        </p:spPr>
        <p:txBody>
          <a:bodyPr wrap="square" lIns="0" rIns="0" tIns="0" bIns="0" anchor="t">
            <a:spAutoFit/>
          </a:bodyPr>
          <a:lstStyle/>
          <a:p>
            <a:pPr algn="l" marL="144000" indent="-144000">
              <a:lnSpc>
                <a:spcPts val="2200"/>
              </a:lnSpc>
              <a:spcAft>
                <a:spcPts val="800"/>
              </a:spcAft>
              <a:buClr>
                <a:schemeClr val="accent1"/>
              </a:buClr>
              <a:buFont typeface="Wingdings 2"/>
              <a:buChar char=""/>
            </a:pPr>
            <a:r>
              <a:rPr sz="1500" b="0">
                <a:solidFill>
                  <a:schemeClr val="tx1"/>
                </a:solidFill>
                <a:latin typeface="+mn-lt"/>
              </a:rPr>
              <a:t>Which parameters moved beforehand</a:t>
            </a:r>
          </a:p>
          <a:p>
            <a:pPr algn="l" marL="144000" indent="-144000">
              <a:lnSpc>
                <a:spcPts val="2200"/>
              </a:lnSpc>
              <a:spcAft>
                <a:spcPts val="800"/>
              </a:spcAft>
              <a:buClr>
                <a:schemeClr val="accent1"/>
              </a:buClr>
              <a:buFont typeface="Wingdings 2"/>
              <a:buChar char=""/>
            </a:pPr>
            <a:r>
              <a:rPr sz="1500" b="0">
                <a:solidFill>
                  <a:schemeClr val="tx1"/>
                </a:solidFill>
                <a:latin typeface="+mn-lt"/>
              </a:rPr>
              <a:t>Which stations, shifts or batches it concentrates in</a:t>
            </a:r>
          </a:p>
          <a:p>
            <a:pPr algn="l" marL="144000" indent="-144000">
              <a:lnSpc>
                <a:spcPts val="2200"/>
              </a:lnSpc>
              <a:spcAft>
                <a:spcPts val="800"/>
              </a:spcAft>
              <a:buClr>
                <a:schemeClr val="accent1"/>
              </a:buClr>
              <a:buFont typeface="Wingdings 2"/>
              <a:buChar char=""/>
            </a:pPr>
            <a:r>
              <a:rPr sz="1500" b="0">
                <a:solidFill>
                  <a:schemeClr val="tx1"/>
                </a:solidFill>
                <a:latin typeface="+mn-lt"/>
              </a:rPr>
              <a:t>Which new rule would have prevented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Dataiku: a real data flow</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Quality characteristic CQ 38.1, from tire building to curing</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Anticipate</a:t>
            </a:r>
          </a:p>
        </p:txBody>
      </p:sp>
      <p:sp>
        <p:nvSpPr>
          <p:cNvPr id="12" name="Rounded Rectangle 11"/>
          <p:cNvSpPr/>
          <p:nvPr/>
        </p:nvSpPr>
        <p:spPr>
          <a:xfrm>
            <a:off x="548640" y="1508760"/>
            <a:ext cx="11091672" cy="3977639"/>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ku_flow.png"/>
          <p:cNvPicPr>
            <a:picLocks noChangeAspect="1"/>
          </p:cNvPicPr>
          <p:nvPr/>
        </p:nvPicPr>
        <p:blipFill>
          <a:blip r:embed="rId2"/>
          <a:stretch>
            <a:fillRect/>
          </a:stretch>
        </p:blipFill>
        <p:spPr>
          <a:xfrm>
            <a:off x="787561" y="1600200"/>
            <a:ext cx="10613828" cy="3794760"/>
          </a:xfrm>
          <a:prstGeom prst="rect">
            <a:avLst/>
          </a:prstGeom>
        </p:spPr>
      </p:pic>
      <p:sp>
        <p:nvSpPr>
          <p:cNvPr id="14" name="Oval 13"/>
          <p:cNvSpPr/>
          <p:nvPr/>
        </p:nvSpPr>
        <p:spPr>
          <a:xfrm>
            <a:off x="1620668" y="310530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20668" y="3105302"/>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16" name="Oval 15"/>
          <p:cNvSpPr/>
          <p:nvPr/>
        </p:nvSpPr>
        <p:spPr>
          <a:xfrm>
            <a:off x="2777576" y="3105302"/>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77576" y="3105302"/>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18" name="Oval 17"/>
          <p:cNvSpPr/>
          <p:nvPr/>
        </p:nvSpPr>
        <p:spPr>
          <a:xfrm>
            <a:off x="3892028" y="329504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92028" y="329504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20" name="Oval 19"/>
          <p:cNvSpPr/>
          <p:nvPr/>
        </p:nvSpPr>
        <p:spPr>
          <a:xfrm>
            <a:off x="2363636" y="2858643"/>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63636" y="2858643"/>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22" name="Oval 21"/>
          <p:cNvSpPr/>
          <p:nvPr/>
        </p:nvSpPr>
        <p:spPr>
          <a:xfrm>
            <a:off x="6874513" y="2687878"/>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4513" y="2687878"/>
            <a:ext cx="329184" cy="329184"/>
          </a:xfrm>
          <a:prstGeom prst="rect">
            <a:avLst/>
          </a:prstGeom>
          <a:noFill/>
        </p:spPr>
        <p:txBody>
          <a:bodyPr wrap="square" lIns="0" rIns="0" tIns="0" bIns="0" anchor="ctr">
            <a:spAutoFit/>
          </a:bodyPr>
          <a:lstStyle/>
          <a:p>
            <a:pPr algn="ctr"/>
            <a:r>
              <a:rPr sz="1300" b="1">
                <a:solidFill>
                  <a:schemeClr val="tx1"/>
                </a:solidFill>
                <a:latin typeface="+mj-lt"/>
              </a:rPr>
              <a:t>5</a:t>
            </a:r>
          </a:p>
        </p:txBody>
      </p:sp>
      <p:sp>
        <p:nvSpPr>
          <p:cNvPr id="24" name="TextBox 23"/>
          <p:cNvSpPr txBox="1"/>
          <p:nvPr/>
        </p:nvSpPr>
        <p:spPr>
          <a:xfrm>
            <a:off x="2379635" y="1632204"/>
            <a:ext cx="2377440" cy="228600"/>
          </a:xfrm>
          <a:prstGeom prst="rect">
            <a:avLst/>
          </a:prstGeom>
          <a:noFill/>
        </p:spPr>
        <p:txBody>
          <a:bodyPr wrap="square" lIns="0" rIns="0" tIns="0" bIns="0" anchor="t">
            <a:spAutoFit/>
          </a:bodyPr>
          <a:lstStyle/>
          <a:p>
            <a:pPr algn="l">
              <a:lnSpc>
                <a:spcPts val="1600"/>
              </a:lnSpc>
            </a:pPr>
            <a:r>
              <a:rPr sz="1100" b="1">
                <a:solidFill>
                  <a:schemeClr val="tx1"/>
                </a:solidFill>
                <a:latin typeface="+mn-lt"/>
              </a:rPr>
              <a:t>Zone CQ 38.1</a:t>
            </a:r>
          </a:p>
        </p:txBody>
      </p:sp>
      <p:sp>
        <p:nvSpPr>
          <p:cNvPr id="25" name="Oval 24"/>
          <p:cNvSpPr/>
          <p:nvPr/>
        </p:nvSpPr>
        <p:spPr>
          <a:xfrm>
            <a:off x="548640"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1</a:t>
            </a:r>
          </a:p>
        </p:txBody>
      </p:sp>
      <p:sp>
        <p:nvSpPr>
          <p:cNvPr id="27" name="TextBox 26"/>
          <p:cNvSpPr txBox="1"/>
          <p:nvPr/>
        </p:nvSpPr>
        <p:spPr>
          <a:xfrm>
            <a:off x="1005840"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mn-lt"/>
              </a:rPr>
              <a:t>PI plugin</a:t>
            </a:r>
          </a:p>
          <a:p>
            <a:pPr algn="l">
              <a:lnSpc>
                <a:spcPts val="1600"/>
              </a:lnSpc>
            </a:pPr>
            <a:r>
              <a:rPr sz="1100" b="0">
                <a:solidFill>
                  <a:schemeClr val="tx1">
                    <a:lumMod val="65000"/>
                    <a:lumOff val="35000"/>
                  </a:schemeClr>
                </a:solidFill>
                <a:latin typeface="+mn-lt"/>
              </a:rPr>
              <a:t>reads every station's measurements</a:t>
            </a:r>
          </a:p>
        </p:txBody>
      </p:sp>
      <p:sp>
        <p:nvSpPr>
          <p:cNvPr id="28" name="Oval 27"/>
          <p:cNvSpPr/>
          <p:nvPr/>
        </p:nvSpPr>
        <p:spPr>
          <a:xfrm>
            <a:off x="2779776"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79776"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2</a:t>
            </a:r>
          </a:p>
        </p:txBody>
      </p:sp>
      <p:sp>
        <p:nvSpPr>
          <p:cNvPr id="30" name="TextBox 29"/>
          <p:cNvSpPr txBox="1"/>
          <p:nvPr/>
        </p:nvSpPr>
        <p:spPr>
          <a:xfrm>
            <a:off x="3236976"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mn-lt"/>
              </a:rPr>
              <a:t>Preparation</a:t>
            </a:r>
          </a:p>
          <a:p>
            <a:pPr algn="l">
              <a:lnSpc>
                <a:spcPts val="1600"/>
              </a:lnSpc>
            </a:pPr>
            <a:r>
              <a:rPr sz="1100" b="0">
                <a:solidFill>
                  <a:schemeClr val="tx1">
                    <a:lumMod val="65000"/>
                    <a:lumOff val="35000"/>
                  </a:schemeClr>
                </a:solidFill>
                <a:latin typeface="+mn-lt"/>
              </a:rPr>
              <a:t>automatic cleaning</a:t>
            </a:r>
          </a:p>
        </p:txBody>
      </p:sp>
      <p:sp>
        <p:nvSpPr>
          <p:cNvPr id="31" name="Oval 30"/>
          <p:cNvSpPr/>
          <p:nvPr/>
        </p:nvSpPr>
        <p:spPr>
          <a:xfrm>
            <a:off x="5010912"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0912"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3</a:t>
            </a:r>
          </a:p>
        </p:txBody>
      </p:sp>
      <p:sp>
        <p:nvSpPr>
          <p:cNvPr id="33" name="TextBox 32"/>
          <p:cNvSpPr txBox="1"/>
          <p:nvPr/>
        </p:nvSpPr>
        <p:spPr>
          <a:xfrm>
            <a:off x="5468112"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mn-lt"/>
              </a:rPr>
              <a:t>Join</a:t>
            </a:r>
          </a:p>
          <a:p>
            <a:pPr algn="l">
              <a:lnSpc>
                <a:spcPts val="1600"/>
              </a:lnSpc>
            </a:pPr>
            <a:r>
              <a:rPr sz="1100" b="0">
                <a:solidFill>
                  <a:schemeClr val="tx1">
                    <a:lumMod val="65000"/>
                    <a:lumOff val="35000"/>
                  </a:schemeClr>
                </a:solidFill>
                <a:latin typeface="+mn-lt"/>
              </a:rPr>
              <a:t>time series across stations</a:t>
            </a:r>
          </a:p>
        </p:txBody>
      </p:sp>
      <p:sp>
        <p:nvSpPr>
          <p:cNvPr id="34" name="Oval 33"/>
          <p:cNvSpPr/>
          <p:nvPr/>
        </p:nvSpPr>
        <p:spPr>
          <a:xfrm>
            <a:off x="7242048"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242048"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4</a:t>
            </a:r>
          </a:p>
        </p:txBody>
      </p:sp>
      <p:sp>
        <p:nvSpPr>
          <p:cNvPr id="36" name="TextBox 35"/>
          <p:cNvSpPr txBox="1"/>
          <p:nvPr/>
        </p:nvSpPr>
        <p:spPr>
          <a:xfrm>
            <a:off x="7699248"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mn-lt"/>
              </a:rPr>
              <a:t>Serial number</a:t>
            </a:r>
          </a:p>
          <a:p>
            <a:pPr algn="l">
              <a:lnSpc>
                <a:spcPts val="1600"/>
              </a:lnSpc>
            </a:pPr>
            <a:r>
              <a:rPr sz="1100" b="0">
                <a:solidFill>
                  <a:schemeClr val="tx1">
                    <a:lumMod val="65000"/>
                    <a:lumOff val="35000"/>
                  </a:schemeClr>
                </a:solidFill>
                <a:latin typeface="+mn-lt"/>
              </a:rPr>
              <a:t>the tire's identity</a:t>
            </a:r>
          </a:p>
        </p:txBody>
      </p:sp>
      <p:sp>
        <p:nvSpPr>
          <p:cNvPr id="37" name="Oval 36"/>
          <p:cNvSpPr/>
          <p:nvPr/>
        </p:nvSpPr>
        <p:spPr>
          <a:xfrm>
            <a:off x="9473184" y="5623560"/>
            <a:ext cx="329184" cy="3291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73184" y="5623560"/>
            <a:ext cx="329184" cy="329184"/>
          </a:xfrm>
          <a:prstGeom prst="rect">
            <a:avLst/>
          </a:prstGeom>
          <a:noFill/>
        </p:spPr>
        <p:txBody>
          <a:bodyPr wrap="square" lIns="0" rIns="0" tIns="0" bIns="0" anchor="ctr">
            <a:spAutoFit/>
          </a:bodyPr>
          <a:lstStyle/>
          <a:p>
            <a:pPr algn="ctr"/>
            <a:r>
              <a:rPr sz="1300" b="1">
                <a:solidFill>
                  <a:schemeClr val="tx1"/>
                </a:solidFill>
                <a:latin typeface="+mj-lt"/>
              </a:rPr>
              <a:t>5</a:t>
            </a:r>
          </a:p>
        </p:txBody>
      </p:sp>
      <p:sp>
        <p:nvSpPr>
          <p:cNvPr id="39" name="TextBox 38"/>
          <p:cNvSpPr txBox="1"/>
          <p:nvPr/>
        </p:nvSpPr>
        <p:spPr>
          <a:xfrm>
            <a:off x="9930384" y="5605272"/>
            <a:ext cx="1691640" cy="822960"/>
          </a:xfrm>
          <a:prstGeom prst="rect">
            <a:avLst/>
          </a:prstGeom>
          <a:noFill/>
        </p:spPr>
        <p:txBody>
          <a:bodyPr wrap="square" lIns="0" rIns="0" tIns="0" bIns="0" anchor="t">
            <a:spAutoFit/>
          </a:bodyPr>
          <a:lstStyle/>
          <a:p>
            <a:pPr algn="l">
              <a:lnSpc>
                <a:spcPts val="2000"/>
              </a:lnSpc>
            </a:pPr>
            <a:r>
              <a:rPr sz="1300" b="1">
                <a:solidFill>
                  <a:schemeClr val="tx1"/>
                </a:solidFill>
                <a:latin typeface="+mn-lt"/>
              </a:rPr>
              <a:t>C11 curing</a:t>
            </a:r>
          </a:p>
          <a:p>
            <a:pPr algn="l">
              <a:lnSpc>
                <a:spcPts val="1600"/>
              </a:lnSpc>
            </a:pPr>
            <a:r>
              <a:rPr sz="1100" b="0">
                <a:solidFill>
                  <a:schemeClr val="tx1">
                    <a:lumMod val="65000"/>
                    <a:lumOff val="35000"/>
                  </a:schemeClr>
                </a:solidFill>
                <a:latin typeface="+mn-lt"/>
              </a:rPr>
              <a:t>its history is complete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on our laser images</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The laser measures; AI recognises what no dimension can measure</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Anticipate</a:t>
            </a:r>
          </a:p>
        </p:txBody>
      </p:sp>
      <p:sp>
        <p:nvSpPr>
          <p:cNvPr id="12" name="Rounded Rectangle 11"/>
          <p:cNvSpPr/>
          <p:nvPr/>
        </p:nvSpPr>
        <p:spPr>
          <a:xfrm>
            <a:off x="548640" y="1508760"/>
            <a:ext cx="5120640" cy="4206240"/>
          </a:xfrm>
          <a:prstGeom prst="roundRect">
            <a:avLst>
              <a:gd name="adj" fmla="val 4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691640"/>
            <a:ext cx="4480559" cy="365760"/>
          </a:xfrm>
          <a:prstGeom prst="rect">
            <a:avLst/>
          </a:prstGeom>
          <a:noFill/>
        </p:spPr>
        <p:txBody>
          <a:bodyPr wrap="square" lIns="0" rIns="0" tIns="0" bIns="0" anchor="t">
            <a:spAutoFit/>
          </a:bodyPr>
          <a:lstStyle/>
          <a:p>
            <a:pPr algn="l"/>
            <a:r>
              <a:rPr sz="1800" b="1">
                <a:solidFill>
                  <a:schemeClr val="accent2"/>
                </a:solidFill>
                <a:latin typeface="+mj-lt"/>
              </a:rPr>
              <a:t>Measure: laser and dimensions</a:t>
            </a:r>
          </a:p>
        </p:txBody>
      </p:sp>
      <p:sp>
        <p:nvSpPr>
          <p:cNvPr id="14" name="Rectangle 13"/>
          <p:cNvSpPr/>
          <p:nvPr/>
        </p:nvSpPr>
        <p:spPr>
          <a:xfrm>
            <a:off x="868680" y="2194560"/>
            <a:ext cx="4480559" cy="233172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i_rule.jpg"/>
          <p:cNvPicPr>
            <a:picLocks noChangeAspect="1"/>
          </p:cNvPicPr>
          <p:nvPr/>
        </p:nvPicPr>
        <p:blipFill>
          <a:blip r:embed="rId2"/>
          <a:stretch>
            <a:fillRect/>
          </a:stretch>
        </p:blipFill>
        <p:spPr>
          <a:xfrm>
            <a:off x="1341628" y="2240280"/>
            <a:ext cx="3534664" cy="2240280"/>
          </a:xfrm>
          <a:prstGeom prst="rect">
            <a:avLst/>
          </a:prstGeom>
        </p:spPr>
      </p:pic>
      <p:sp>
        <p:nvSpPr>
          <p:cNvPr id="16" name="TextBox 15"/>
          <p:cNvSpPr txBox="1"/>
          <p:nvPr/>
        </p:nvSpPr>
        <p:spPr>
          <a:xfrm>
            <a:off x="868680" y="4663440"/>
            <a:ext cx="4480559" cy="914400"/>
          </a:xfrm>
          <a:prstGeom prst="rect">
            <a:avLst/>
          </a:prstGeom>
          <a:noFill/>
        </p:spPr>
        <p:txBody>
          <a:bodyPr wrap="square" lIns="0" rIns="0" tIns="0" bIns="0" anchor="t">
            <a:spAutoFit/>
          </a:bodyPr>
          <a:lstStyle/>
          <a:p>
            <a:pPr algn="l">
              <a:lnSpc>
                <a:spcPts val="2100"/>
              </a:lnSpc>
            </a:pPr>
            <a:r>
              <a:rPr sz="1400" b="1">
                <a:solidFill>
                  <a:schemeClr val="bg1"/>
                </a:solidFill>
                <a:latin typeface="+mn-lt"/>
              </a:rPr>
              <a:t>Today and always. </a:t>
            </a:r>
          </a:p>
          <a:p>
            <a:pPr algn="l">
              <a:lnSpc>
                <a:spcPts val="2100"/>
              </a:lnSpc>
            </a:pPr>
            <a:r>
              <a:rPr sz="1400" b="0">
                <a:solidFill>
                  <a:schemeClr val="bg1"/>
                </a:solidFill>
                <a:latin typeface="+mn-lt"/>
              </a:rPr>
              <a:t>Width, edge position, centring and splice, with their tolerances.</a:t>
            </a:r>
          </a:p>
        </p:txBody>
      </p:sp>
      <p:sp>
        <p:nvSpPr>
          <p:cNvPr id="17" name="TextBox 16"/>
          <p:cNvSpPr txBox="1"/>
          <p:nvPr/>
        </p:nvSpPr>
        <p:spPr>
          <a:xfrm>
            <a:off x="5714999" y="3246120"/>
            <a:ext cx="777240" cy="731520"/>
          </a:xfrm>
          <a:prstGeom prst="rect">
            <a:avLst/>
          </a:prstGeom>
          <a:noFill/>
        </p:spPr>
        <p:txBody>
          <a:bodyPr wrap="square" lIns="0" rIns="0" tIns="0" bIns="0" anchor="ctr">
            <a:spAutoFit/>
          </a:bodyPr>
          <a:lstStyle/>
          <a:p>
            <a:pPr algn="ctr"/>
            <a:r>
              <a:rPr sz="4400" b="1">
                <a:solidFill>
                  <a:schemeClr val="tx1"/>
                </a:solidFill>
                <a:latin typeface="+mj-lt"/>
              </a:rPr>
              <a:t>+</a:t>
            </a:r>
          </a:p>
        </p:txBody>
      </p:sp>
      <p:sp>
        <p:nvSpPr>
          <p:cNvPr id="18" name="Rounded Rectangle 17"/>
          <p:cNvSpPr/>
          <p:nvPr/>
        </p:nvSpPr>
        <p:spPr>
          <a:xfrm>
            <a:off x="6537959" y="1508760"/>
            <a:ext cx="5102352" cy="42062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9" y="1691640"/>
            <a:ext cx="4462272" cy="365760"/>
          </a:xfrm>
          <a:prstGeom prst="rect">
            <a:avLst/>
          </a:prstGeom>
          <a:noFill/>
        </p:spPr>
        <p:txBody>
          <a:bodyPr wrap="square" lIns="0" rIns="0" tIns="0" bIns="0" anchor="t">
            <a:spAutoFit/>
          </a:bodyPr>
          <a:lstStyle/>
          <a:p>
            <a:pPr algn="l"/>
            <a:r>
              <a:rPr sz="1800" b="1">
                <a:solidFill>
                  <a:schemeClr val="tx1"/>
                </a:solidFill>
                <a:latin typeface="+mj-lt"/>
              </a:rPr>
              <a:t>Recognise: AI</a:t>
            </a:r>
          </a:p>
        </p:txBody>
      </p:sp>
      <p:pic>
        <p:nvPicPr>
          <p:cNvPr id="20" name="Picture 19" descr="ai_strip.jpg"/>
          <p:cNvPicPr>
            <a:picLocks noChangeAspect="1"/>
          </p:cNvPicPr>
          <p:nvPr/>
        </p:nvPicPr>
        <p:blipFill>
          <a:blip r:embed="rId3"/>
          <a:stretch>
            <a:fillRect/>
          </a:stretch>
        </p:blipFill>
        <p:spPr>
          <a:xfrm>
            <a:off x="6857999" y="2244406"/>
            <a:ext cx="4462272" cy="631826"/>
          </a:xfrm>
          <a:prstGeom prst="rect">
            <a:avLst/>
          </a:prstGeom>
        </p:spPr>
      </p:pic>
      <p:sp>
        <p:nvSpPr>
          <p:cNvPr id="21" name="TextBox 20"/>
          <p:cNvSpPr txBox="1"/>
          <p:nvPr/>
        </p:nvSpPr>
        <p:spPr>
          <a:xfrm>
            <a:off x="6857999" y="3063240"/>
            <a:ext cx="4462272" cy="320040"/>
          </a:xfrm>
          <a:prstGeom prst="rect">
            <a:avLst/>
          </a:prstGeom>
          <a:noFill/>
        </p:spPr>
        <p:txBody>
          <a:bodyPr wrap="square" lIns="0" rIns="0" tIns="0" bIns="0" anchor="t">
            <a:spAutoFit/>
          </a:bodyPr>
          <a:lstStyle/>
          <a:p>
            <a:pPr algn="l">
              <a:lnSpc>
                <a:spcPts val="2100"/>
              </a:lnSpc>
            </a:pPr>
            <a:r>
              <a:rPr sz="1400" b="1">
                <a:solidFill>
                  <a:schemeClr val="tx1"/>
                </a:solidFill>
                <a:latin typeface="+mn-lt"/>
              </a:rPr>
              <a:t>What has no dimension:</a:t>
            </a:r>
          </a:p>
        </p:txBody>
      </p:sp>
      <p:sp>
        <p:nvSpPr>
          <p:cNvPr id="22" name="TextBox 21"/>
          <p:cNvSpPr txBox="1"/>
          <p:nvPr/>
        </p:nvSpPr>
        <p:spPr>
          <a:xfrm>
            <a:off x="6857999" y="3429000"/>
            <a:ext cx="4462272" cy="1554480"/>
          </a:xfrm>
          <a:prstGeom prst="rect">
            <a:avLst/>
          </a:prstGeom>
          <a:noFill/>
        </p:spPr>
        <p:txBody>
          <a:bodyPr wrap="square" lIns="0" rIns="0" tIns="0" bIns="0" anchor="t">
            <a:spAutoFit/>
          </a:bodyPr>
          <a:lstStyle/>
          <a:p>
            <a:pPr algn="l" marL="144000" indent="-144000">
              <a:lnSpc>
                <a:spcPts val="2100"/>
              </a:lnSpc>
              <a:spcAft>
                <a:spcPts val="300"/>
              </a:spcAft>
              <a:buClr>
                <a:schemeClr val="accent1"/>
              </a:buClr>
              <a:buFont typeface="Wingdings 2"/>
              <a:buChar char=""/>
            </a:pPr>
            <a:r>
              <a:rPr sz="1400" b="0">
                <a:solidFill>
                  <a:schemeClr val="tx1"/>
                </a:solidFill>
                <a:latin typeface="+mn-lt"/>
              </a:rPr>
              <a:t>Surface roughness and texture</a:t>
            </a:r>
          </a:p>
          <a:p>
            <a:pPr algn="l" marL="144000" indent="-144000">
              <a:lnSpc>
                <a:spcPts val="2100"/>
              </a:lnSpc>
              <a:spcAft>
                <a:spcPts val="300"/>
              </a:spcAft>
              <a:buClr>
                <a:schemeClr val="accent1"/>
              </a:buClr>
              <a:buFont typeface="Wingdings 2"/>
              <a:buChar char=""/>
            </a:pPr>
            <a:r>
              <a:rPr sz="1400" b="0">
                <a:solidFill>
                  <a:schemeClr val="tx1"/>
                </a:solidFill>
                <a:latin typeface="+mn-lt"/>
              </a:rPr>
              <a:t>Possible foreign matter</a:t>
            </a:r>
          </a:p>
          <a:p>
            <a:pPr algn="l" marL="144000" indent="-144000">
              <a:lnSpc>
                <a:spcPts val="2100"/>
              </a:lnSpc>
              <a:spcAft>
                <a:spcPts val="300"/>
              </a:spcAft>
              <a:buClr>
                <a:schemeClr val="accent1"/>
              </a:buClr>
              <a:buFont typeface="Wingdings 2"/>
              <a:buChar char=""/>
            </a:pPr>
            <a:r>
              <a:rPr sz="1400" b="0">
                <a:solidFill>
                  <a:schemeClr val="tx1"/>
                </a:solidFill>
                <a:latin typeface="+mn-lt"/>
              </a:rPr>
              <a:t>Poorly dispersed rubber</a:t>
            </a:r>
          </a:p>
          <a:p>
            <a:pPr algn="l" marL="144000" indent="-144000">
              <a:lnSpc>
                <a:spcPts val="2100"/>
              </a:lnSpc>
              <a:spcAft>
                <a:spcPts val="300"/>
              </a:spcAft>
              <a:buClr>
                <a:schemeClr val="accent1"/>
              </a:buClr>
              <a:buFont typeface="Wingdings 2"/>
              <a:buChar char=""/>
            </a:pPr>
            <a:r>
              <a:rPr sz="1400" b="0">
                <a:solidFill>
                  <a:schemeClr val="tx1"/>
                </a:solidFill>
                <a:latin typeface="+mn-lt"/>
              </a:rPr>
              <a:t>Other product characteristics</a:t>
            </a:r>
          </a:p>
        </p:txBody>
      </p:sp>
      <p:sp>
        <p:nvSpPr>
          <p:cNvPr id="23" name="TextBox 22"/>
          <p:cNvSpPr txBox="1"/>
          <p:nvPr/>
        </p:nvSpPr>
        <p:spPr>
          <a:xfrm>
            <a:off x="6857999" y="5074920"/>
            <a:ext cx="4462272" cy="548640"/>
          </a:xfrm>
          <a:prstGeom prst="rect">
            <a:avLst/>
          </a:prstGeom>
          <a:noFill/>
        </p:spPr>
        <p:txBody>
          <a:bodyPr wrap="square" lIns="0" rIns="0" tIns="0" bIns="0" anchor="t">
            <a:spAutoFit/>
          </a:bodyPr>
          <a:lstStyle/>
          <a:p>
            <a:pPr algn="l">
              <a:lnSpc>
                <a:spcPts val="1800"/>
              </a:lnSpc>
            </a:pPr>
            <a:r>
              <a:rPr sz="1200" b="0">
                <a:solidFill>
                  <a:schemeClr val="tx1">
                    <a:lumMod val="65000"/>
                    <a:lumOff val="35000"/>
                  </a:schemeClr>
                </a:solidFill>
                <a:latin typeface="+mn-lt"/>
              </a:rPr>
              <a:t>Learns what a good product looks like and flags anything out of the ordinary.</a:t>
            </a:r>
          </a:p>
        </p:txBody>
      </p:sp>
      <p:sp>
        <p:nvSpPr>
          <p:cNvPr id="24" name="Rounded Rectangle 23"/>
          <p:cNvSpPr/>
          <p:nvPr/>
        </p:nvSpPr>
        <p:spPr>
          <a:xfrm>
            <a:off x="548640" y="5852160"/>
            <a:ext cx="11091672" cy="457200"/>
          </a:xfrm>
          <a:prstGeom prst="roundRect">
            <a:avLst>
              <a:gd name="adj" fmla="val 4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59" y="5852160"/>
            <a:ext cx="10543032" cy="457200"/>
          </a:xfrm>
          <a:prstGeom prst="rect">
            <a:avLst/>
          </a:prstGeom>
          <a:noFill/>
        </p:spPr>
        <p:txBody>
          <a:bodyPr wrap="square" lIns="0" rIns="0" tIns="0" bIns="0" anchor="ctr">
            <a:spAutoFit/>
          </a:bodyPr>
          <a:lstStyle/>
          <a:p>
            <a:pPr algn="l">
              <a:lnSpc>
                <a:spcPts val="2100"/>
              </a:lnSpc>
            </a:pPr>
            <a:r>
              <a:rPr sz="1400" b="1">
                <a:solidFill>
                  <a:schemeClr val="tx1"/>
                </a:solidFill>
                <a:latin typeface="+mn-lt"/>
              </a:rPr>
              <a:t>The foundation already exists: </a:t>
            </a:r>
            <a:r>
              <a:rPr sz="1400" b="0">
                <a:solidFill>
                  <a:schemeClr val="tx1"/>
                </a:solidFill>
                <a:latin typeface="+mn-lt"/>
              </a:rPr>
              <a:t>thousands of real images archived in PI, linked to their measurements and alerts.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Process mastery and continuous improvement</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Every turn of the cycle makes us a little better</a:t>
            </a:r>
          </a:p>
        </p:txBody>
      </p:sp>
      <p:sp>
        <p:nvSpPr>
          <p:cNvPr id="4" name="Oval 3"/>
          <p:cNvSpPr/>
          <p:nvPr/>
        </p:nvSpPr>
        <p:spPr>
          <a:xfrm>
            <a:off x="763524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90688" y="1024128"/>
            <a:ext cx="548640"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See</a:t>
            </a:r>
          </a:p>
        </p:txBody>
      </p:sp>
      <p:sp>
        <p:nvSpPr>
          <p:cNvPr id="6" name="Oval 5"/>
          <p:cNvSpPr/>
          <p:nvPr/>
        </p:nvSpPr>
        <p:spPr>
          <a:xfrm>
            <a:off x="8412480"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67928"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Understand</a:t>
            </a:r>
          </a:p>
        </p:txBody>
      </p:sp>
      <p:sp>
        <p:nvSpPr>
          <p:cNvPr id="8" name="Oval 7"/>
          <p:cNvSpPr/>
          <p:nvPr/>
        </p:nvSpPr>
        <p:spPr>
          <a:xfrm>
            <a:off x="9537192" y="1097280"/>
            <a:ext cx="100584" cy="100584"/>
          </a:xfrm>
          <a:prstGeom prst="ellipse">
            <a:avLst/>
          </a:prstGeom>
          <a:solidFill>
            <a:schemeClr val="tx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024128"/>
            <a:ext cx="896112" cy="228600"/>
          </a:xfrm>
          <a:prstGeom prst="rect">
            <a:avLst/>
          </a:prstGeom>
          <a:noFill/>
        </p:spPr>
        <p:txBody>
          <a:bodyPr wrap="square" lIns="0" rIns="0" tIns="0" bIns="0" anchor="t">
            <a:spAutoFit/>
          </a:bodyPr>
          <a:lstStyle/>
          <a:p>
            <a:pPr algn="l">
              <a:lnSpc>
                <a:spcPts val="1500"/>
              </a:lnSpc>
            </a:pPr>
            <a:r>
              <a:rPr sz="1000" b="0">
                <a:solidFill>
                  <a:schemeClr val="tx1">
                    <a:lumMod val="40000"/>
                    <a:lumOff val="60000"/>
                  </a:schemeClr>
                </a:solidFill>
                <a:latin typeface="+mn-lt"/>
              </a:rPr>
              <a:t>Decide</a:t>
            </a:r>
          </a:p>
        </p:txBody>
      </p:sp>
      <p:sp>
        <p:nvSpPr>
          <p:cNvPr id="10" name="Oval 9"/>
          <p:cNvSpPr/>
          <p:nvPr/>
        </p:nvSpPr>
        <p:spPr>
          <a:xfrm>
            <a:off x="10661904" y="1097280"/>
            <a:ext cx="100584" cy="100584"/>
          </a:xfrm>
          <a:prstGeom prst="ellipse">
            <a:avLst/>
          </a:prstGeom>
          <a:solidFill>
            <a:schemeClr val="accent2"/>
          </a:solid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17352" y="1024128"/>
            <a:ext cx="896112" cy="228600"/>
          </a:xfrm>
          <a:prstGeom prst="rect">
            <a:avLst/>
          </a:prstGeom>
          <a:noFill/>
        </p:spPr>
        <p:txBody>
          <a:bodyPr wrap="square" lIns="0" rIns="0" tIns="0" bIns="0" anchor="t">
            <a:spAutoFit/>
          </a:bodyPr>
          <a:lstStyle/>
          <a:p>
            <a:pPr algn="l">
              <a:lnSpc>
                <a:spcPts val="1500"/>
              </a:lnSpc>
            </a:pPr>
            <a:r>
              <a:rPr sz="1000" b="1">
                <a:solidFill>
                  <a:schemeClr val="tx1"/>
                </a:solidFill>
                <a:latin typeface="+mn-lt"/>
              </a:rPr>
              <a:t>Anticipate</a:t>
            </a:r>
          </a:p>
        </p:txBody>
      </p:sp>
      <p:sp>
        <p:nvSpPr>
          <p:cNvPr id="12" name="Oval 11"/>
          <p:cNvSpPr/>
          <p:nvPr/>
        </p:nvSpPr>
        <p:spPr>
          <a:xfrm>
            <a:off x="1554480" y="2331720"/>
            <a:ext cx="3200400" cy="3200400"/>
          </a:xfrm>
          <a:prstGeom prst="ellipse">
            <a:avLst/>
          </a:prstGeom>
          <a:noFill/>
          <a:ln w="25400">
            <a:solidFill>
              <a:schemeClr val="tx1">
                <a:lumMod val="40000"/>
                <a:lumOff val="60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41448" y="3218687"/>
            <a:ext cx="1426464" cy="142646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41448" y="3218687"/>
            <a:ext cx="1426464" cy="1426464"/>
          </a:xfrm>
          <a:prstGeom prst="rect">
            <a:avLst/>
          </a:prstGeom>
          <a:noFill/>
        </p:spPr>
        <p:txBody>
          <a:bodyPr wrap="square" lIns="0" rIns="0" tIns="0" bIns="0" anchor="ctr">
            <a:spAutoFit/>
          </a:bodyPr>
          <a:lstStyle/>
          <a:p>
            <a:pPr algn="ctr"/>
            <a:r>
              <a:rPr sz="2400" b="1">
                <a:solidFill>
                  <a:schemeClr val="tx1"/>
                </a:solidFill>
                <a:latin typeface="+mj-lt"/>
              </a:rPr>
              <a:t>IQF</a:t>
            </a:r>
          </a:p>
        </p:txBody>
      </p:sp>
      <p:sp>
        <p:nvSpPr>
          <p:cNvPr id="15" name="Oval 14"/>
          <p:cNvSpPr/>
          <p:nvPr/>
        </p:nvSpPr>
        <p:spPr>
          <a:xfrm>
            <a:off x="2587752" y="17647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87752" y="1965960"/>
            <a:ext cx="1133856" cy="365760"/>
          </a:xfrm>
          <a:prstGeom prst="rect">
            <a:avLst/>
          </a:prstGeom>
          <a:noFill/>
        </p:spPr>
        <p:txBody>
          <a:bodyPr wrap="square" lIns="0" rIns="0" tIns="0" bIns="0" anchor="t">
            <a:spAutoFit/>
          </a:bodyPr>
          <a:lstStyle/>
          <a:p>
            <a:pPr algn="ctr"/>
            <a:r>
              <a:rPr sz="1600" b="1">
                <a:solidFill>
                  <a:schemeClr val="accent2"/>
                </a:solidFill>
                <a:latin typeface="+mj-lt"/>
              </a:rPr>
              <a:t>01</a:t>
            </a:r>
          </a:p>
        </p:txBody>
      </p:sp>
      <p:sp>
        <p:nvSpPr>
          <p:cNvPr id="17" name="TextBox 16"/>
          <p:cNvSpPr txBox="1"/>
          <p:nvPr/>
        </p:nvSpPr>
        <p:spPr>
          <a:xfrm>
            <a:off x="2587752" y="2350008"/>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See</a:t>
            </a:r>
          </a:p>
        </p:txBody>
      </p:sp>
      <p:sp>
        <p:nvSpPr>
          <p:cNvPr id="18" name="Oval 17"/>
          <p:cNvSpPr/>
          <p:nvPr/>
        </p:nvSpPr>
        <p:spPr>
          <a:xfrm>
            <a:off x="41879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87952" y="3566160"/>
            <a:ext cx="1133856" cy="365760"/>
          </a:xfrm>
          <a:prstGeom prst="rect">
            <a:avLst/>
          </a:prstGeom>
          <a:noFill/>
        </p:spPr>
        <p:txBody>
          <a:bodyPr wrap="square" lIns="0" rIns="0" tIns="0" bIns="0" anchor="t">
            <a:spAutoFit/>
          </a:bodyPr>
          <a:lstStyle/>
          <a:p>
            <a:pPr algn="ctr"/>
            <a:r>
              <a:rPr sz="1600" b="1">
                <a:solidFill>
                  <a:schemeClr val="accent2"/>
                </a:solidFill>
                <a:latin typeface="+mj-lt"/>
              </a:rPr>
              <a:t>02</a:t>
            </a:r>
          </a:p>
        </p:txBody>
      </p:sp>
      <p:sp>
        <p:nvSpPr>
          <p:cNvPr id="20" name="TextBox 19"/>
          <p:cNvSpPr txBox="1"/>
          <p:nvPr/>
        </p:nvSpPr>
        <p:spPr>
          <a:xfrm>
            <a:off x="41879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Understand</a:t>
            </a:r>
          </a:p>
        </p:txBody>
      </p:sp>
      <p:sp>
        <p:nvSpPr>
          <p:cNvPr id="21" name="Oval 20"/>
          <p:cNvSpPr/>
          <p:nvPr/>
        </p:nvSpPr>
        <p:spPr>
          <a:xfrm>
            <a:off x="2587752" y="4965192"/>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87752" y="5166359"/>
            <a:ext cx="1133856" cy="365760"/>
          </a:xfrm>
          <a:prstGeom prst="rect">
            <a:avLst/>
          </a:prstGeom>
          <a:noFill/>
        </p:spPr>
        <p:txBody>
          <a:bodyPr wrap="square" lIns="0" rIns="0" tIns="0" bIns="0" anchor="t">
            <a:spAutoFit/>
          </a:bodyPr>
          <a:lstStyle/>
          <a:p>
            <a:pPr algn="ctr"/>
            <a:r>
              <a:rPr sz="1600" b="1">
                <a:solidFill>
                  <a:schemeClr val="accent2"/>
                </a:solidFill>
                <a:latin typeface="+mj-lt"/>
              </a:rPr>
              <a:t>03</a:t>
            </a:r>
          </a:p>
        </p:txBody>
      </p:sp>
      <p:sp>
        <p:nvSpPr>
          <p:cNvPr id="23" name="TextBox 22"/>
          <p:cNvSpPr txBox="1"/>
          <p:nvPr/>
        </p:nvSpPr>
        <p:spPr>
          <a:xfrm>
            <a:off x="2587752" y="55504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Decide</a:t>
            </a:r>
          </a:p>
        </p:txBody>
      </p:sp>
      <p:sp>
        <p:nvSpPr>
          <p:cNvPr id="24" name="Oval 23"/>
          <p:cNvSpPr/>
          <p:nvPr/>
        </p:nvSpPr>
        <p:spPr>
          <a:xfrm>
            <a:off x="987552" y="3364991"/>
            <a:ext cx="1133856" cy="1133856"/>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3566160"/>
            <a:ext cx="1133856" cy="365760"/>
          </a:xfrm>
          <a:prstGeom prst="rect">
            <a:avLst/>
          </a:prstGeom>
          <a:noFill/>
        </p:spPr>
        <p:txBody>
          <a:bodyPr wrap="square" lIns="0" rIns="0" tIns="0" bIns="0" anchor="t">
            <a:spAutoFit/>
          </a:bodyPr>
          <a:lstStyle/>
          <a:p>
            <a:pPr algn="ctr"/>
            <a:r>
              <a:rPr sz="1600" b="1">
                <a:solidFill>
                  <a:schemeClr val="accent2"/>
                </a:solidFill>
                <a:latin typeface="+mj-lt"/>
              </a:rPr>
              <a:t>04</a:t>
            </a:r>
          </a:p>
        </p:txBody>
      </p:sp>
      <p:sp>
        <p:nvSpPr>
          <p:cNvPr id="26" name="TextBox 25"/>
          <p:cNvSpPr txBox="1"/>
          <p:nvPr/>
        </p:nvSpPr>
        <p:spPr>
          <a:xfrm>
            <a:off x="987552" y="3950207"/>
            <a:ext cx="1133856" cy="320040"/>
          </a:xfrm>
          <a:prstGeom prst="rect">
            <a:avLst/>
          </a:prstGeom>
          <a:noFill/>
        </p:spPr>
        <p:txBody>
          <a:bodyPr wrap="square" lIns="0" rIns="0" tIns="0" bIns="0" anchor="t">
            <a:spAutoFit/>
          </a:bodyPr>
          <a:lstStyle/>
          <a:p>
            <a:pPr algn="ctr">
              <a:lnSpc>
                <a:spcPts val="1800"/>
              </a:lnSpc>
            </a:pPr>
            <a:r>
              <a:rPr sz="1200" b="1">
                <a:solidFill>
                  <a:schemeClr val="bg1"/>
                </a:solidFill>
                <a:latin typeface="+mn-lt"/>
              </a:rPr>
              <a:t>Anticipate</a:t>
            </a:r>
          </a:p>
        </p:txBody>
      </p:sp>
      <p:sp>
        <p:nvSpPr>
          <p:cNvPr id="27" name="TextBox 26"/>
          <p:cNvSpPr txBox="1"/>
          <p:nvPr/>
        </p:nvSpPr>
        <p:spPr>
          <a:xfrm>
            <a:off x="6035040" y="1645920"/>
            <a:ext cx="5486400" cy="1005840"/>
          </a:xfrm>
          <a:prstGeom prst="rect">
            <a:avLst/>
          </a:prstGeom>
          <a:noFill/>
        </p:spPr>
        <p:txBody>
          <a:bodyPr wrap="square" lIns="0" rIns="0" tIns="0" bIns="0" anchor="t">
            <a:spAutoFit/>
          </a:bodyPr>
          <a:lstStyle/>
          <a:p>
            <a:pPr algn="l"/>
            <a:r>
              <a:rPr sz="2000" b="1">
                <a:solidFill>
                  <a:schemeClr val="tx1"/>
                </a:solidFill>
                <a:latin typeface="+mj-lt"/>
              </a:rPr>
              <a:t>We measure</a:t>
            </a:r>
          </a:p>
          <a:p>
            <a:pPr algn="l">
              <a:lnSpc>
                <a:spcPts val="2100"/>
              </a:lnSpc>
            </a:pPr>
            <a:r>
              <a:rPr sz="1400" b="0">
                <a:solidFill>
                  <a:schemeClr val="tx1">
                    <a:lumMod val="65000"/>
                    <a:lumOff val="35000"/>
                  </a:schemeClr>
                </a:solidFill>
                <a:latin typeface="+mn-lt"/>
              </a:rPr>
              <a:t>every tire with 3D lasers</a:t>
            </a:r>
          </a:p>
        </p:txBody>
      </p:sp>
      <p:sp>
        <p:nvSpPr>
          <p:cNvPr id="28" name="TextBox 27"/>
          <p:cNvSpPr txBox="1"/>
          <p:nvPr/>
        </p:nvSpPr>
        <p:spPr>
          <a:xfrm>
            <a:off x="6035040" y="2788920"/>
            <a:ext cx="5486400" cy="1005840"/>
          </a:xfrm>
          <a:prstGeom prst="rect">
            <a:avLst/>
          </a:prstGeom>
          <a:noFill/>
        </p:spPr>
        <p:txBody>
          <a:bodyPr wrap="square" lIns="0" rIns="0" tIns="0" bIns="0" anchor="t">
            <a:spAutoFit/>
          </a:bodyPr>
          <a:lstStyle/>
          <a:p>
            <a:pPr algn="l"/>
            <a:r>
              <a:rPr sz="2000" b="1">
                <a:solidFill>
                  <a:schemeClr val="tx1"/>
                </a:solidFill>
                <a:latin typeface="+mj-lt"/>
              </a:rPr>
              <a:t>We understand</a:t>
            </a:r>
          </a:p>
          <a:p>
            <a:pPr algn="l">
              <a:lnSpc>
                <a:spcPts val="2100"/>
              </a:lnSpc>
            </a:pPr>
            <a:r>
              <a:rPr sz="1400" b="0">
                <a:solidFill>
                  <a:schemeClr val="tx1">
                    <a:lumMod val="65000"/>
                    <a:lumOff val="35000"/>
                  </a:schemeClr>
                </a:solidFill>
                <a:latin typeface="+mn-lt"/>
              </a:rPr>
              <a:t>real-time trends and alerts</a:t>
            </a:r>
          </a:p>
        </p:txBody>
      </p:sp>
      <p:sp>
        <p:nvSpPr>
          <p:cNvPr id="29" name="TextBox 28"/>
          <p:cNvSpPr txBox="1"/>
          <p:nvPr/>
        </p:nvSpPr>
        <p:spPr>
          <a:xfrm>
            <a:off x="6035040" y="3931920"/>
            <a:ext cx="5486400" cy="1005840"/>
          </a:xfrm>
          <a:prstGeom prst="rect">
            <a:avLst/>
          </a:prstGeom>
          <a:noFill/>
        </p:spPr>
        <p:txBody>
          <a:bodyPr wrap="square" lIns="0" rIns="0" tIns="0" bIns="0" anchor="t">
            <a:spAutoFit/>
          </a:bodyPr>
          <a:lstStyle/>
          <a:p>
            <a:pPr algn="l"/>
            <a:r>
              <a:rPr sz="2000" b="1">
                <a:solidFill>
                  <a:schemeClr val="tx1"/>
                </a:solidFill>
                <a:latin typeface="+mj-lt"/>
              </a:rPr>
              <a:t>We correct</a:t>
            </a:r>
          </a:p>
          <a:p>
            <a:pPr algn="l">
              <a:lnSpc>
                <a:spcPts val="2100"/>
              </a:lnSpc>
            </a:pPr>
            <a:r>
              <a:rPr sz="1400" b="0">
                <a:solidFill>
                  <a:schemeClr val="tx1">
                    <a:lumMod val="65000"/>
                    <a:lumOff val="35000"/>
                  </a:schemeClr>
                </a:solidFill>
                <a:latin typeface="+mn-lt"/>
              </a:rPr>
              <a:t>automatically with R4P</a:t>
            </a:r>
          </a:p>
        </p:txBody>
      </p:sp>
      <p:sp>
        <p:nvSpPr>
          <p:cNvPr id="30" name="TextBox 29"/>
          <p:cNvSpPr txBox="1"/>
          <p:nvPr/>
        </p:nvSpPr>
        <p:spPr>
          <a:xfrm>
            <a:off x="6035040" y="5074920"/>
            <a:ext cx="5486400" cy="1005840"/>
          </a:xfrm>
          <a:prstGeom prst="rect">
            <a:avLst/>
          </a:prstGeom>
          <a:noFill/>
        </p:spPr>
        <p:txBody>
          <a:bodyPr wrap="square" lIns="0" rIns="0" tIns="0" bIns="0" anchor="t">
            <a:spAutoFit/>
          </a:bodyPr>
          <a:lstStyle/>
          <a:p>
            <a:pPr algn="l"/>
            <a:r>
              <a:rPr sz="2000" b="1">
                <a:solidFill>
                  <a:schemeClr val="tx1"/>
                </a:solidFill>
                <a:latin typeface="+mj-lt"/>
              </a:rPr>
              <a:t>We learn</a:t>
            </a:r>
          </a:p>
          <a:p>
            <a:pPr algn="l">
              <a:lnSpc>
                <a:spcPts val="2100"/>
              </a:lnSpc>
            </a:pPr>
            <a:r>
              <a:rPr sz="1400" b="0">
                <a:solidFill>
                  <a:schemeClr val="tx1">
                    <a:lumMod val="65000"/>
                    <a:lumOff val="35000"/>
                  </a:schemeClr>
                </a:solidFill>
                <a:latin typeface="+mn-lt"/>
              </a:rPr>
              <a:t>patterns with Dataiku and 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right information for every person</a:t>
            </a:r>
          </a:p>
        </p:txBody>
      </p:sp>
      <p:sp>
        <p:nvSpPr>
          <p:cNvPr id="3" name="TextBox 2"/>
          <p:cNvSpPr txBox="1"/>
          <p:nvPr/>
        </p:nvSpPr>
        <p:spPr>
          <a:xfrm>
            <a:off x="548640" y="987552"/>
            <a:ext cx="6949440" cy="365760"/>
          </a:xfrm>
          <a:prstGeom prst="rect">
            <a:avLst/>
          </a:prstGeom>
          <a:noFill/>
        </p:spPr>
        <p:txBody>
          <a:bodyPr wrap="square" lIns="0" rIns="0" tIns="0" bIns="0" anchor="t">
            <a:spAutoFit/>
          </a:bodyPr>
          <a:lstStyle/>
          <a:p>
            <a:pPr algn="l">
              <a:lnSpc>
                <a:spcPts val="2200"/>
              </a:lnSpc>
            </a:pPr>
            <a:r>
              <a:rPr sz="1500" b="0">
                <a:solidFill>
                  <a:schemeClr val="tx1">
                    <a:lumMod val="65000"/>
                    <a:lumOff val="35000"/>
                  </a:schemeClr>
                </a:solidFill>
                <a:latin typeface="+mn-lt"/>
              </a:rPr>
              <a:t>The same data, turned into action at every level</a:t>
            </a:r>
          </a:p>
        </p:txBody>
      </p:sp>
      <p:sp>
        <p:nvSpPr>
          <p:cNvPr id="4" name="Rounded Rectangle 3"/>
          <p:cNvSpPr/>
          <p:nvPr/>
        </p:nvSpPr>
        <p:spPr>
          <a:xfrm>
            <a:off x="548640"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mi.jpg"/>
          <p:cNvPicPr>
            <a:picLocks noChangeAspect="1"/>
          </p:cNvPicPr>
          <p:nvPr/>
        </p:nvPicPr>
        <p:blipFill>
          <a:blip r:embed="rId2"/>
          <a:stretch>
            <a:fillRect/>
          </a:stretch>
        </p:blipFill>
        <p:spPr>
          <a:xfrm>
            <a:off x="822959" y="2286434"/>
            <a:ext cx="3017520" cy="1553610"/>
          </a:xfrm>
          <a:prstGeom prst="rect">
            <a:avLst/>
          </a:prstGeom>
        </p:spPr>
      </p:pic>
      <p:sp>
        <p:nvSpPr>
          <p:cNvPr id="7" name="TextBox 6"/>
          <p:cNvSpPr txBox="1"/>
          <p:nvPr/>
        </p:nvSpPr>
        <p:spPr>
          <a:xfrm>
            <a:off x="822959" y="4663440"/>
            <a:ext cx="3017520" cy="411480"/>
          </a:xfrm>
          <a:prstGeom prst="rect">
            <a:avLst/>
          </a:prstGeom>
          <a:noFill/>
        </p:spPr>
        <p:txBody>
          <a:bodyPr wrap="square" lIns="0" rIns="0" tIns="0" bIns="0" anchor="t">
            <a:spAutoFit/>
          </a:bodyPr>
          <a:lstStyle/>
          <a:p>
            <a:pPr algn="l"/>
            <a:r>
              <a:rPr sz="1800" b="1">
                <a:solidFill>
                  <a:schemeClr val="tx1"/>
                </a:solidFill>
                <a:latin typeface="+mj-lt"/>
              </a:rPr>
              <a:t>Operator</a:t>
            </a:r>
          </a:p>
        </p:txBody>
      </p:sp>
      <p:sp>
        <p:nvSpPr>
          <p:cNvPr id="8" name="TextBox 7"/>
          <p:cNvSpPr txBox="1"/>
          <p:nvPr/>
        </p:nvSpPr>
        <p:spPr>
          <a:xfrm>
            <a:off x="822959"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mn-lt"/>
              </a:rPr>
              <a:t>Sees the status of their station in real time.</a:t>
            </a:r>
          </a:p>
        </p:txBody>
      </p:sp>
      <p:sp>
        <p:nvSpPr>
          <p:cNvPr id="9" name="Rounded Rectangle 8"/>
          <p:cNvSpPr/>
          <p:nvPr/>
        </p:nvSpPr>
        <p:spPr>
          <a:xfrm>
            <a:off x="4311396"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94276"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lertmob.png"/>
          <p:cNvPicPr>
            <a:picLocks noChangeAspect="1"/>
          </p:cNvPicPr>
          <p:nvPr/>
        </p:nvPicPr>
        <p:blipFill>
          <a:blip r:embed="rId3"/>
          <a:stretch>
            <a:fillRect/>
          </a:stretch>
        </p:blipFill>
        <p:spPr>
          <a:xfrm>
            <a:off x="4585716" y="1941400"/>
            <a:ext cx="3017520" cy="2243679"/>
          </a:xfrm>
          <a:prstGeom prst="rect">
            <a:avLst/>
          </a:prstGeom>
        </p:spPr>
      </p:pic>
      <p:sp>
        <p:nvSpPr>
          <p:cNvPr id="12" name="TextBox 11"/>
          <p:cNvSpPr txBox="1"/>
          <p:nvPr/>
        </p:nvSpPr>
        <p:spPr>
          <a:xfrm>
            <a:off x="4585716" y="4663440"/>
            <a:ext cx="3017520" cy="411480"/>
          </a:xfrm>
          <a:prstGeom prst="rect">
            <a:avLst/>
          </a:prstGeom>
          <a:noFill/>
        </p:spPr>
        <p:txBody>
          <a:bodyPr wrap="square" lIns="0" rIns="0" tIns="0" bIns="0" anchor="t">
            <a:spAutoFit/>
          </a:bodyPr>
          <a:lstStyle/>
          <a:p>
            <a:pPr algn="l"/>
            <a:r>
              <a:rPr sz="1800" b="1">
                <a:solidFill>
                  <a:schemeClr val="tx1"/>
                </a:solidFill>
                <a:latin typeface="+mj-lt"/>
              </a:rPr>
              <a:t>Process and maintenance</a:t>
            </a:r>
          </a:p>
        </p:txBody>
      </p:sp>
      <p:sp>
        <p:nvSpPr>
          <p:cNvPr id="13" name="TextBox 12"/>
          <p:cNvSpPr txBox="1"/>
          <p:nvPr/>
        </p:nvSpPr>
        <p:spPr>
          <a:xfrm>
            <a:off x="4585716"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mn-lt"/>
              </a:rPr>
              <a:t>Receive the alert and act on the machine.</a:t>
            </a:r>
          </a:p>
        </p:txBody>
      </p:sp>
      <p:sp>
        <p:nvSpPr>
          <p:cNvPr id="14" name="Rounded Rectangle 13"/>
          <p:cNvSpPr/>
          <p:nvPr/>
        </p:nvSpPr>
        <p:spPr>
          <a:xfrm>
            <a:off x="8074152" y="1508760"/>
            <a:ext cx="3566160" cy="470916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57031" y="1691640"/>
            <a:ext cx="3200400" cy="2743200"/>
          </a:xfrm>
          <a:prstGeom prst="roundRect">
            <a:avLst>
              <a:gd name="adj" fmla="val 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xpl.jpg"/>
          <p:cNvPicPr>
            <a:picLocks noChangeAspect="1"/>
          </p:cNvPicPr>
          <p:nvPr/>
        </p:nvPicPr>
        <p:blipFill>
          <a:blip r:embed="rId4"/>
          <a:stretch>
            <a:fillRect/>
          </a:stretch>
        </p:blipFill>
        <p:spPr>
          <a:xfrm>
            <a:off x="8348472" y="2323918"/>
            <a:ext cx="3017520" cy="1478643"/>
          </a:xfrm>
          <a:prstGeom prst="rect">
            <a:avLst/>
          </a:prstGeom>
        </p:spPr>
      </p:pic>
      <p:sp>
        <p:nvSpPr>
          <p:cNvPr id="17" name="TextBox 16"/>
          <p:cNvSpPr txBox="1"/>
          <p:nvPr/>
        </p:nvSpPr>
        <p:spPr>
          <a:xfrm>
            <a:off x="8348472" y="4663440"/>
            <a:ext cx="3017520" cy="411480"/>
          </a:xfrm>
          <a:prstGeom prst="rect">
            <a:avLst/>
          </a:prstGeom>
          <a:noFill/>
        </p:spPr>
        <p:txBody>
          <a:bodyPr wrap="square" lIns="0" rIns="0" tIns="0" bIns="0" anchor="t">
            <a:spAutoFit/>
          </a:bodyPr>
          <a:lstStyle/>
          <a:p>
            <a:pPr algn="l"/>
            <a:r>
              <a:rPr sz="1800" b="1">
                <a:solidFill>
                  <a:schemeClr val="tx1"/>
                </a:solidFill>
                <a:latin typeface="+mj-lt"/>
              </a:rPr>
              <a:t>Engineering and quality</a:t>
            </a:r>
          </a:p>
        </p:txBody>
      </p:sp>
      <p:sp>
        <p:nvSpPr>
          <p:cNvPr id="18" name="TextBox 17"/>
          <p:cNvSpPr txBox="1"/>
          <p:nvPr/>
        </p:nvSpPr>
        <p:spPr>
          <a:xfrm>
            <a:off x="8348472" y="5120640"/>
            <a:ext cx="3017520" cy="914400"/>
          </a:xfrm>
          <a:prstGeom prst="rect">
            <a:avLst/>
          </a:prstGeom>
          <a:noFill/>
        </p:spPr>
        <p:txBody>
          <a:bodyPr wrap="square" lIns="0" rIns="0" tIns="0" bIns="0" anchor="t">
            <a:spAutoFit/>
          </a:bodyPr>
          <a:lstStyle/>
          <a:p>
            <a:pPr algn="l">
              <a:lnSpc>
                <a:spcPts val="2100"/>
              </a:lnSpc>
            </a:pPr>
            <a:r>
              <a:rPr sz="1400" b="0">
                <a:solidFill>
                  <a:schemeClr val="tx1">
                    <a:lumMod val="65000"/>
                    <a:lumOff val="35000"/>
                  </a:schemeClr>
                </a:solidFill>
                <a:latin typeface="+mn-lt"/>
              </a:rPr>
              <a:t>Analyse trends and improve rules and IQF.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Every tire: seen, understood, decided and better every day</a:t>
            </a:r>
          </a:p>
        </p:txBody>
      </p:sp>
      <p:sp>
        <p:nvSpPr>
          <p:cNvPr id="3" name="TextBox 2"/>
          <p:cNvSpPr txBox="1"/>
          <p:nvPr/>
        </p:nvSpPr>
        <p:spPr>
          <a:xfrm>
            <a:off x="1691640" y="4572000"/>
            <a:ext cx="8805672" cy="457200"/>
          </a:xfrm>
          <a:prstGeom prst="rect">
            <a:avLst/>
          </a:prstGeom>
          <a:noFill/>
        </p:spPr>
        <p:txBody>
          <a:bodyPr wrap="square" lIns="0" rIns="0" tIns="0" bIns="0" anchor="t">
            <a:spAutoFit/>
          </a:bodyPr>
          <a:lstStyle/>
          <a:p>
            <a:pPr algn="ctr"/>
            <a:r>
              <a:rPr sz="2000" b="1">
                <a:solidFill>
                  <a:schemeClr val="tx1"/>
                </a:solidFill>
                <a:latin typeface="+mn-lt"/>
              </a:rPr>
              <a:t>See  ·  Understand  ·  Decide  ·  Anticipate</a:t>
            </a:r>
          </a:p>
        </p:txBody>
      </p:sp>
      <p:pic>
        <p:nvPicPr>
          <p:cNvPr id="4" name="Picture 3" descr="hy_blue.png"/>
          <p:cNvPicPr>
            <a:picLocks noChangeAspect="1"/>
          </p:cNvPicPr>
          <p:nvPr/>
        </p:nvPicPr>
        <p:blipFill>
          <a:blip r:embed="rId2"/>
          <a:stretch>
            <a:fillRect/>
          </a:stretch>
        </p:blipFill>
        <p:spPr>
          <a:xfrm>
            <a:off x="2926080" y="5394960"/>
            <a:ext cx="640435" cy="329184"/>
          </a:xfrm>
          <a:prstGeom prst="rect">
            <a:avLst/>
          </a:prstGeom>
        </p:spPr>
      </p:pic>
      <p:sp>
        <p:nvSpPr>
          <p:cNvPr id="5" name="TextBox 4"/>
          <p:cNvSpPr txBox="1"/>
          <p:nvPr/>
        </p:nvSpPr>
        <p:spPr>
          <a:xfrm>
            <a:off x="3703675" y="5394960"/>
            <a:ext cx="2743200" cy="329184"/>
          </a:xfrm>
          <a:prstGeom prst="rect">
            <a:avLst/>
          </a:prstGeom>
          <a:noFill/>
        </p:spPr>
        <p:txBody>
          <a:bodyPr wrap="square" lIns="0" rIns="0" tIns="0" bIns="0" anchor="ctr">
            <a:spAutoFit/>
          </a:bodyPr>
          <a:lstStyle/>
          <a:p>
            <a:pPr algn="l"/>
            <a:r>
              <a:rPr sz="1500" b="1">
                <a:solidFill>
                  <a:schemeClr val="tx1"/>
                </a:solidFill>
                <a:latin typeface="+mj-lt"/>
              </a:rPr>
              <a:t>Hyundai</a:t>
            </a:r>
          </a:p>
        </p:txBody>
      </p:sp>
      <p:sp>
        <p:nvSpPr>
          <p:cNvPr id="6" name="TextBox 5"/>
          <p:cNvSpPr txBox="1"/>
          <p:nvPr/>
        </p:nvSpPr>
        <p:spPr>
          <a:xfrm>
            <a:off x="4755235" y="5394960"/>
            <a:ext cx="5486400" cy="329184"/>
          </a:xfrm>
          <a:prstGeom prst="rect">
            <a:avLst/>
          </a:prstGeom>
          <a:noFill/>
        </p:spPr>
        <p:txBody>
          <a:bodyPr wrap="square" lIns="0" rIns="0" tIns="0" bIns="0" anchor="ctr">
            <a:spAutoFit/>
          </a:bodyPr>
          <a:lstStyle/>
          <a:p>
            <a:pPr algn="l">
              <a:lnSpc>
                <a:spcPts val="2100"/>
              </a:lnSpc>
            </a:pPr>
            <a:r>
              <a:rPr sz="1400" b="1">
                <a:solidFill>
                  <a:schemeClr val="tx1"/>
                </a:solidFill>
                <a:latin typeface="+mn-lt"/>
              </a:rPr>
              <a:t>&amp;  Michelin · Trusted partners for new technologies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Tree>
  </p:cSld>
  <p:clrMapOvr>
    <a:masterClrMapping/>
  </p:clrMapOvr>
</p:sld>
</file>

<file path=ppt/theme/theme1.xml><?xml version="1.0" encoding="utf-8"?>
<a:theme xmlns:a="http://schemas.openxmlformats.org/drawingml/2006/main" name="© Michelin 2026">
  <a:themeElements>
    <a:clrScheme name="Personnalisé 4">
      <a:dk1>
        <a:srgbClr val="061866"/>
      </a:dk1>
      <a:lt1>
        <a:srgbClr val="FFFFFF"/>
      </a:lt1>
      <a:dk2>
        <a:srgbClr val="F5F3F1"/>
      </a:dk2>
      <a:lt2>
        <a:srgbClr val="000000"/>
      </a:lt2>
      <a:accent1>
        <a:srgbClr val="061866"/>
      </a:accent1>
      <a:accent2>
        <a:srgbClr val="FFFF1A"/>
      </a:accent2>
      <a:accent3>
        <a:srgbClr val="FFE1B5"/>
      </a:accent3>
      <a:accent4>
        <a:srgbClr val="7EDEC8"/>
      </a:accent4>
      <a:accent5>
        <a:srgbClr val="E67245"/>
      </a:accent5>
      <a:accent6>
        <a:srgbClr val="F2DCDA"/>
      </a:accent6>
      <a:hlink>
        <a:srgbClr val="061866"/>
      </a:hlink>
      <a:folHlink>
        <a:srgbClr val="0070C0"/>
      </a:folHlink>
    </a:clrScheme>
    <a:fontScheme name="Michelin Fonts">
      <a:majorFont>
        <a:latin typeface="BIB Bold"/>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_MichelinBLANC_NewLogo_BIB+NOTO" id="{46E7E5BA-25B0-EF4A-9A2E-3350492A8E98}" vid="{3F1A91E0-1E52-FD46-956F-84AFD7FE50EA}"/>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B21EA80AF8EF94F9B50601AA0ECAA89" ma:contentTypeVersion="10" ma:contentTypeDescription="Create a new document." ma:contentTypeScope="" ma:versionID="a92a8c70f6a0255f4f9009de14d8fc63">
  <xsd:schema xmlns:xsd="http://www.w3.org/2001/XMLSchema" xmlns:xs="http://www.w3.org/2001/XMLSchema" xmlns:p="http://schemas.microsoft.com/office/2006/metadata/properties" xmlns:ns2="d6e22347-1354-4dc0-94d0-92ee76eae2ee" xmlns:ns3="e72f0cb5-2ae7-4b9d-a37e-69975d26ce3b" targetNamespace="http://schemas.microsoft.com/office/2006/metadata/properties" ma:root="true" ma:fieldsID="28d602d7fc4fd4041462774c084cad88" ns2:_="" ns3:_="">
    <xsd:import namespace="d6e22347-1354-4dc0-94d0-92ee76eae2ee"/>
    <xsd:import namespace="e72f0cb5-2ae7-4b9d-a37e-69975d26ce3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lcf76f155ced4ddcb4097134ff3c332f" minOccurs="0"/>
                <xsd:element ref="ns3:TaxCatchAll" minOccurs="0"/>
                <xsd:element ref="ns2:MediaServiceEventHashCode" minOccurs="0"/>
                <xsd:element ref="ns2: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e22347-1354-4dc0-94d0-92ee76eae2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displayName="Image Tags_0" ma:hidden="true" ma:internalName="lcf76f155ced4ddcb4097134ff3c332f">
      <xsd:simpleType>
        <xsd:restriction base="dms:Note"/>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72f0cb5-2ae7-4b9d-a37e-69975d26ce3b"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f61a667-abf1-43ce-b8d9-66655ffaefb8}" ma:internalName="TaxCatchAll" ma:showField="CatchAllData" ma:web="e72f0cb5-2ae7-4b9d-a37e-69975d26ce3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72f0cb5-2ae7-4b9d-a37e-69975d26ce3b" xsi:nil="true"/>
    <lcf76f155ced4ddcb4097134ff3c332f xmlns="d6e22347-1354-4dc0-94d0-92ee76eae2ee" xsi:nil="true"/>
  </documentManagement>
</p:properties>
</file>

<file path=customXml/itemProps1.xml><?xml version="1.0" encoding="utf-8"?>
<ds:datastoreItem xmlns:ds="http://schemas.openxmlformats.org/officeDocument/2006/customXml" ds:itemID="{C81061F2-F79F-4540-A9FB-1E7A1EBD1ACD}"/>
</file>

<file path=customXml/itemProps2.xml><?xml version="1.0" encoding="utf-8"?>
<ds:datastoreItem xmlns:ds="http://schemas.openxmlformats.org/officeDocument/2006/customXml" ds:itemID="{C7198647-C1DF-4719-8E12-1E910F1461D6}">
  <ds:schemaRefs>
    <ds:schemaRef ds:uri="http://schemas.microsoft.com/sharepoint/v3/contenttype/forms"/>
  </ds:schemaRefs>
</ds:datastoreItem>
</file>

<file path=customXml/itemProps3.xml><?xml version="1.0" encoding="utf-8"?>
<ds:datastoreItem xmlns:ds="http://schemas.openxmlformats.org/officeDocument/2006/customXml" ds:itemID="{DDB75532-2FE5-4B54-9485-BCA40188C2DC}">
  <ds:schemaRefs>
    <ds:schemaRef ds:uri="http://purl.org/dc/terms/"/>
    <ds:schemaRef ds:uri="e72f0cb5-2ae7-4b9d-a37e-69975d26ce3b"/>
    <ds:schemaRef ds:uri="d6e22347-1354-4dc0-94d0-92ee76eae2ee"/>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Powerpoint_template_Michelin_Logo_actuel_4e_Bib_Noto_Externe_260702_V2</Template>
  <TotalTime>0</TotalTime>
  <Words>188</Words>
  <Application>Microsoft Office PowerPoint</Application>
  <PresentationFormat>Grand écran</PresentationFormat>
  <Paragraphs>15</Paragraphs>
  <Slides>9</Slides>
  <Notes>1</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BIB Bold</vt:lpstr>
      <vt:lpstr>Wingdings 2</vt:lpstr>
      <vt:lpstr>Noto Sans</vt:lpstr>
      <vt:lpstr>Arial</vt:lpstr>
      <vt:lpstr>© Michelin 2026</vt:lpstr>
      <vt:lpstr>Conception personnalisée</vt:lpstr>
      <vt:lpstr>How to use this template?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Hyundai &amp; Michelin: quality decided in real time</dc:title>
  <dc:creator>Jean-Philippe Blanc</dc:creator>
  <cp:lastModifiedBy>Jean-Philippe Blanc</cp:lastModifiedBy>
  <cp:revision>1</cp:revision>
  <dcterms:created xsi:type="dcterms:W3CDTF">2026-07-06T09:10:18Z</dcterms:created>
  <dcterms:modified xsi:type="dcterms:W3CDTF">2026-10-13T16:11:02Z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0x0101006B21EA80AF8EF94F9B50601AA0ECAA89</vt:lpwstr>
  </property>
  <property fmtid="{D5CDD505-2E9C-101B-9397-08002B2CF9AE}" pid="3" name="MSIP_Label_09e9a456-2778-4ca9-be06-1190b1e1118a_Enabled">
    <vt:lpwstr>true</vt:lpwstr>
  </property>
  <property fmtid="{D5CDD505-2E9C-101B-9397-08002B2CF9AE}" pid="4" name="MSIP_Label_09e9a456-2778-4ca9-be06-1190b1e1118a_SetDate">
    <vt:lpwstr>2026-07-06T09:19:02Z</vt:lpwstr>
  </property>
  <property fmtid="{D5CDD505-2E9C-101B-9397-08002B2CF9AE}" pid="5" name="MSIP_Label_09e9a456-2778-4ca9-be06-1190b1e1118a_Method">
    <vt:lpwstr>Standard</vt:lpwstr>
  </property>
  <property fmtid="{D5CDD505-2E9C-101B-9397-08002B2CF9AE}" pid="6" name="MSIP_Label_09e9a456-2778-4ca9-be06-1190b1e1118a_Name">
    <vt:lpwstr>D3</vt:lpwstr>
  </property>
  <property fmtid="{D5CDD505-2E9C-101B-9397-08002B2CF9AE}" pid="7" name="MSIP_Label_09e9a456-2778-4ca9-be06-1190b1e1118a_SiteId">
    <vt:lpwstr>658ba197-6c73-4fea-91bd-1c7d8de6bf2c</vt:lpwstr>
  </property>
  <property fmtid="{D5CDD505-2E9C-101B-9397-08002B2CF9AE}" pid="8" name="MSIP_Label_09e9a456-2778-4ca9-be06-1190b1e1118a_ActionId">
    <vt:lpwstr>0fb18327-d825-4b98-a40e-c0a58c79da5d</vt:lpwstr>
  </property>
  <property fmtid="{D5CDD505-2E9C-101B-9397-08002B2CF9AE}" pid="9" name="MSIP_Label_09e9a456-2778-4ca9-be06-1190b1e1118a_ContentBits">
    <vt:lpwstr>0</vt:lpwstr>
  </property>
  <property fmtid="{D5CDD505-2E9C-101B-9397-08002B2CF9AE}" pid="10" name="MSIP_Label_09e9a456-2778-4ca9-be06-1190b1e1118a_Tag">
    <vt:lpwstr>10, 3, 0, 1</vt:lpwstr>
  </property>
</Properties>
</file>