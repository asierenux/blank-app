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4" r:id="rId4"/>
    <p:sldMasterId id="2147483696" r:id="rId5"/>
    <p:sldMasterId id="2147483707" r:id="rId6"/>
  </p:sldMasterIdLst>
  <p:notesMasterIdLst>
    <p:notesMasterId r:id="rId32"/>
  </p:notesMasterIdLst>
  <p:handoutMasterIdLst>
    <p:handoutMasterId r:id="rId33"/>
  </p:handoutMasterIdLst>
  <p:sldIdLst>
    <p:sldId id="256" r:id="rId7"/>
    <p:sldId id="281" r:id="rId40"/>
    <p:sldId id="257" r:id="rId8"/>
    <p:sldId id="258" r:id="rId9"/>
    <p:sldId id="259" r:id="rId10"/>
    <p:sldId id="260" r:id="rId11"/>
    <p:sldId id="261" r:id="rId12"/>
    <p:sldId id="263" r:id="rId13"/>
    <p:sldId id="262" r:id="rId14"/>
    <p:sldId id="267" r:id="rId15"/>
    <p:sldId id="264" r:id="rId16"/>
    <p:sldId id="265" r:id="rId17"/>
    <p:sldId id="266" r:id="rId18"/>
    <p:sldId id="268" r:id="rId19"/>
    <p:sldId id="269" r:id="rId20"/>
    <p:sldId id="270" r:id="rId21"/>
    <p:sldId id="271" r:id="rId22"/>
    <p:sldId id="272" r:id="rId23"/>
    <p:sldId id="273" r:id="rId24"/>
    <p:sldId id="274" r:id="rId25"/>
    <p:sldId id="275" r:id="rId26"/>
    <p:sldId id="282" r:id="rId41"/>
    <p:sldId id="276" r:id="rId27"/>
    <p:sldId id="277" r:id="rId28"/>
    <p:sldId id="278" r:id="rId29"/>
    <p:sldId id="279" r:id="rId30"/>
    <p:sldId id="280" r:id="rId31"/>
  </p:sldIdLst>
  <p:sldSz cx="9144000" cy="5145088"/>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F43E76A-4FDE-4D0C-8C0F-FC2B21F07745}">
          <p14:sldIdLst>
            <p14:sldId id="256"/>
            <p14:sldId id="257"/>
            <p14:sldId id="258"/>
            <p14:sldId id="259"/>
            <p14:sldId id="260"/>
            <p14:sldId id="261"/>
            <p14:sldId id="263"/>
            <p14:sldId id="262"/>
            <p14:sldId id="267"/>
            <p14:sldId id="264"/>
            <p14:sldId id="265"/>
            <p14:sldId id="266"/>
            <p14:sldId id="268"/>
            <p14:sldId id="269"/>
            <p14:sldId id="270"/>
            <p14:sldId id="271"/>
            <p14:sldId id="272"/>
            <p14:sldId id="273"/>
            <p14:sldId id="274"/>
            <p14:sldId id="275"/>
            <p14:sldId id="276"/>
            <p14:sldId id="277"/>
            <p14:sldId id="278"/>
            <p14:sldId id="279"/>
            <p14:sldId id="280"/>
          </p14:sldIdLst>
        </p14:section>
        <p14:section name="Brouillons" id="{5CDCE1B3-97A7-4AD6-A073-C51C88B5F8D8}">
          <p14:sldIdLst/>
        </p14:section>
      </p14:sectionLst>
    </p:ext>
    <p:ext uri="{EFAFB233-063F-42B5-8137-9DF3F51BA10A}">
      <p15:sldGuideLst xmlns:p15="http://schemas.microsoft.com/office/powerpoint/2012/main">
        <p15:guide id="1" orient="horz" pos="162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erre Dubosclard" initials="PD" lastIdx="2" clrIdx="0">
    <p:extLst>
      <p:ext uri="{19B8F6BF-5375-455C-9EA6-DF929625EA0E}">
        <p15:presenceInfo xmlns:p15="http://schemas.microsoft.com/office/powerpoint/2012/main" userId="S::pierre.dubosclard@michelin.com::f119f74d-b155-4fd7-a55e-7076dc47751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A0EE"/>
    <a:srgbClr val="70AD47"/>
    <a:srgbClr val="FF0000"/>
    <a:srgbClr val="FFFF00"/>
    <a:srgbClr val="27509B"/>
    <a:srgbClr val="92D050"/>
    <a:srgbClr val="660000"/>
    <a:srgbClr val="C6D9F1"/>
    <a:srgbClr val="2351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83BFEA-6D7C-4E90-B1FD-E1817A3C93CE}" v="13" dt="2026-05-18T14:01:56.905"/>
    <p1510:client id="{DBFB60F5-E03A-47D8-BC9F-E58386004629}" v="46" dt="2026-05-19T08:46:14.13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1"/>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notesMaster" Target="notesMasters/notesMaster1.xml"/><Relationship Id="rId33" Type="http://schemas.openxmlformats.org/officeDocument/2006/relationships/handoutMaster" Target="handoutMasters/handoutMaster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5/10/relationships/revisionInfo" Target="revisionInfo.xml"/><Relationship Id="rId40" Type="http://schemas.openxmlformats.org/officeDocument/2006/relationships/slide" Target="slides/slide2.xml"/><Relationship Id="rId41"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82C4E4DA-D5EF-DF0F-E8DB-213158743FF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3C81B4E8-F426-93A5-B290-7E86EEBA86F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441573-705E-42D7-A873-C1B9581C6AE6}" type="datetimeFigureOut">
              <a:rPr lang="es-ES" smtClean="0"/>
              <a:t>21/10/2026</a:t>
            </a:fld>
            <a:endParaRPr lang="es-ES"/>
          </a:p>
        </p:txBody>
      </p:sp>
      <p:sp>
        <p:nvSpPr>
          <p:cNvPr id="4" name="Marcador de pie de página 3">
            <a:extLst>
              <a:ext uri="{FF2B5EF4-FFF2-40B4-BE49-F238E27FC236}">
                <a16:creationId xmlns:a16="http://schemas.microsoft.com/office/drawing/2014/main" id="{3D34F614-8A3B-7993-ED12-3779ECB4527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15F21FAE-512B-3C72-9C34-0EB393F623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974EC-1219-436B-A280-E4977D813A25}" type="slidenum">
              <a:rPr lang="es-ES" smtClean="0"/>
              <a:t>‹Nº›</a:t>
            </a:fld>
            <a:endParaRPr lang="es-ES"/>
          </a:p>
        </p:txBody>
      </p:sp>
    </p:spTree>
    <p:extLst>
      <p:ext uri="{BB962C8B-B14F-4D97-AF65-F5344CB8AC3E}">
        <p14:creationId xmlns:p14="http://schemas.microsoft.com/office/powerpoint/2010/main" val="5857573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E5AE22-ADFC-4555-9759-8728DB685593}" type="datetimeFigureOut">
              <a:rPr lang="fr-FR" smtClean="0"/>
              <a:t>21/10/2026</a:t>
            </a:fld>
            <a:endParaRPr lang="fr-FR"/>
          </a:p>
        </p:txBody>
      </p:sp>
      <p:sp>
        <p:nvSpPr>
          <p:cNvPr id="4" name="Espace réservé de l'image des diapositives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CF86CB-D3AD-40BD-8754-0A6DBAFC51E5}" type="slidenum">
              <a:rPr lang="fr-FR" smtClean="0"/>
              <a:t>‹Nº›</a:t>
            </a:fld>
            <a:endParaRPr lang="fr-FR"/>
          </a:p>
        </p:txBody>
      </p:sp>
    </p:spTree>
    <p:extLst>
      <p:ext uri="{BB962C8B-B14F-4D97-AF65-F5344CB8AC3E}">
        <p14:creationId xmlns:p14="http://schemas.microsoft.com/office/powerpoint/2010/main" val="9335923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Abrir con calma y con orgullo. El título resume la promesa: la calidad no se inspecciona al final, se decide en cada segundo de la fabricación.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Gancho de curiosidad: lanzar la pregunta y esperar dos segundos. Una pregunta abre la mente del oyente mucho más que una afirmación. Después: 'Hoy lo hace. Les enseñamos cómo'.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Principio de contraste: primero el modelo tradicional, que el cliente conoce bien; después el nuestro. Sin criticar a nadie: el contraste habla solo y ancla la percepción de valor.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Mapa mental de toda la presentación. El cerebro recuerda mejor una estructura simple y circular: Ver, Entender, Decidir, Anticipar. En el centro, el IQF: todo el sistema trabaja para proteger nuestro indicador de calidad. Las herramientas de cada paso: perfilómetros láser Gocator (ver), PI System y PI Vision (entender), R4P (decidir), Dataiku e IA (anticipar).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Primer paso del ciclo: Ver. Mantener la estructura de cuatro verbos durante toda la presentación ayuda a que el cliente no se pierda y recuerde el mensaje.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Perfilómetros láser 3D Gocator (LMI): hasta 5.000 perfiles por segundo y repetibilidad de micras según modelo. En la MAC: 8 puestos, 16 sensores, 1 PLC y 4 PCs. Explicar el mapa de color: cada color es una altura; un relieve anómalo salta a la vista.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Cómo se mide una soldadura de NST en la línea BNS: el perfilómetro genera un mapa 3D de la unión (1), se traza una sección de medida sobre la soldadura (2) y el perfil resultante (3) cuantifica la unión. En la pantalla BNS62 estas medidas se siguen en continuo: superposición, altura, offset y calidad de soldadura.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Pantalla real de la MAC4 (marzo de 2026). Cada columna es un puesto de la máquina (GI, RFI, NC1, BT, TT, PS, BJ, PT, FE...), con sus medidas de trusquín, anchura, diámetro y soldadura. El código de colores distingue vigilancia y control, y el indicador 'Medida 100 %' confirma que se mide cada neumático.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Pantalla real de la BNS62 (marzo de 2026). Arriba, la regla de alerta y el código de colores (1). Cada bloque es un puesto con centrado, anchura y soldadura (2). Desde la propia pantalla se accede al IQF, a las imágenes y al histórico de alertas (3). En el KM se siguen altura, calidad y offset de soldadura (4).</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Segundo paso: Entender. Los datos solos no sirven; lo que vale es leerlos a tiempo y que la persona adecuada lo sepa.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Recorrer los números sobre la pantalla real. Transparencia total: es la pantalla que usan nuestros equipos. La mediana de las 20 últimas medidas filtra el ruido y muestra la tendencia; las tolerancias y el valor teórico están siempre a la vista.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Contar la gráfica como una historia: la tendencia sube y cruza la tolerancia (1): salta la alerta y llega al móvil del responsable. Se actúa y la tendencia vuelve (2). Regla de alerta: mediana de las últimas 20 medidas fuera de tolerancia en MAC; de las últimas 10 en BNS. Las alertas se dirigen al equipo adecuado: proceso (CARE) o mantenimiento (TECH).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Trazabilidad: en PI Vision se selecciona un puesto y se recupera la imagen de cada producto con su fecha y hora; el histórico de alertas registra puesto, tipo, inicio, fin y duración. Este archivo de imágenes y datos es además la base sobre la que entrenaremos la IA.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Clímax de la presentación. A partir de aquí el mensaje cambia: no solo vemos y entendemos; el sistema decide y actúa por sí mismo.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Metáfora: R4P es como tener a nuestro mejor técnico de proceso vigilando cada neumático, en cada turno, sin cansarse. Sus reglas recogen el conocimiento experto y lo aplican automáticamente.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opciones claras, de menor a mayor firmeza. Alertar, ajustar y bloquear funcionan hoy; la segregación automática es la siguiente fase según el propio esquema de R4P. Ser transparentes refuerza la credibilidad.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Contar el caso en cuatro pasos sobre la pantalla real (MAC6, P17, enero de 2026). 1: el trusquín llega al límite inferior. 2: R4P activa la corrección ODM. 3: la medida vuelve al valor teórico. 4: cuando la corrección se desactiva, la medida vuelve a derivar. Ese contraste es la mejor prueba de que la corrección funciona.</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Diapositiva clave para vender R4P. Esquema ilustrativo (no son datos reales): cada círculo es un neumático que sale de la máquina. Sin R4P, desde que empieza la deriva hasta que alguien ve la alerta, llega a la máquina y ajusta, se siguen fabricando neumáticos fuera de su objetivo. Con R4P, la regla actúa en cuanto la medida se desvía y la producción vuelve al objetivo de inmediato. Cada minuto que ahorra R4P son neumáticos que nunca salen de su valor teórico. Además, las reglas son las mismas en todos los turnos y cada decisión queda registrada en PI.</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Cuarto paso, el futuro: mirar hacia delante genera ilusión y confianza (proyección de futuro). El cliente compra también hacia dónde vamos.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Dataiku es una plataforma de analítica avanzada y ciencia de datos. Nos permite unir en un mismo flujo los datos de medida de PI System, las imágenes y los resultados de calidad (IQF), y buscar los patrones que se repiten antes de un problema de calidad o de una deriva. Lo más valioso: la usan nuestros propios técnicos e ingenieros de proceso y calidad, no solo especialistas en datos. Lo que encontramos se convierte en nuevas reglas, alertas y mejoras de proceso.</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Mensaje clave: la IA no sustituye a la medida. Las medidas se hacen siempre con los perfilómetros láser y sus cotas y tolerancias (anchura, trusquín, centrado, soldadura). La IA trabaja sobre esas mismas imágenes para detectar características del producto que no se pueden expresar con una cota: rugosidades y textura de la superficie, posibles materias extrañas, goma mal dispersa y otros aspectos del producto. Se entrena con imágenes de producto correcto y señala lo que se sale de lo normal. La base ya existe: miles de imágenes reales archivadas en PI. Estado: en estudio.</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Cerrar la parte técnica con el ciclo completo, el mismo del principio (repetición = recuerdo). Cada vuelta aporta conocimiento: lo que descubrimos con Dataiku y la IA se convierte en nuevas reglas de R4P y en un IQF mejor. Es un sistema vivo, que aprende.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Diapositiva sobre las personas, sin exagerar: el sistema no sustituye a nadie, da a cada perfil lo que necesita para actuar. Operario: estado de su puesto en tiempo real. Técnicos de proceso (CARE) y mantenimiento (TECH): alertas en pantalla y en el móvil. Ingeniería y calidad: pantallas de análisis técnico para estudiar tendencias, mejorar las reglas y el IQF.</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memorable: repetir los cuatro verbos. Dejar un silencio al final. Es la frase que queremos que recuerden.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Personalización para Hyundai: conectar desde el principio con su producto. Es el mismo mensaje del folleto del Tucson 2027 (Primacy 5 Energy 235/45 R20, código 5759, CAI 514126A). La frase de abajo hace de puente con el resto: todo lo que van a ver se aplica a los neumáticos de su Tucson.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Pantalla real del Flow de un proyecto Dataiku. Se lee de izquierda a derecha. 1) Las fuentes: los datos de medida de PI de cada puesto de la máquina (por ejemplo FE, PT y BJ). 2) Recetas de preparación (iconos amarillos de brocha): limpian y ordenan los datos de forma automática, siempre igual. 3) Recetas de series temporales y de unión: alinean en el tiempo las medidas de los distintos puestos y las juntan. 4) La matrícula: une todas las medidas con la identidad de cada neumático. 5) Zona 'Cocción Prensa C11': se añaden los datos de la prensa de cocción, de modo que cada neumático queda con su historia completa, de la confección a la cocción. El resultado es una tabla lista para buscar patrones (qué condiciones aparecen antes de una deriva o de un problema de calidad) y para cruzarla con el IQF. Todo el flujo se reejecuta solo cuando llegan datos nuevos (botón Build), sin trabajo manual. El proyecto tiene 154 elementos.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e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image" Target="../media/image18.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eg"/><Relationship Id="rId3" Type="http://schemas.openxmlformats.org/officeDocument/2006/relationships/image" Target="../media/image25.png"/><Relationship Id="rId4" Type="http://schemas.openxmlformats.org/officeDocument/2006/relationships/image" Target="../media/image2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3.jpeg"/><Relationship Id="rId4" Type="http://schemas.openxmlformats.org/officeDocument/2006/relationships/image" Target="../media/image4.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jpeg"/><Relationship Id="rId3" Type="http://schemas.openxmlformats.org/officeDocument/2006/relationships/image" Target="../media/image2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jpeg"/><Relationship Id="rId3" Type="http://schemas.openxmlformats.org/officeDocument/2006/relationships/image" Target="../media/image2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jpeg"/><Relationship Id="rId3"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jpeg"/><Relationship Id="rId3"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2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jpeg"/><Relationship Id="rId3" Type="http://schemas.openxmlformats.org/officeDocument/2006/relationships/image" Target="../media/image2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jpeg"/><Relationship Id="rId3" Type="http://schemas.openxmlformats.org/officeDocument/2006/relationships/image" Target="../media/image2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6.jpeg"/><Relationship Id="rId3" Type="http://schemas.openxmlformats.org/officeDocument/2006/relationships/image" Target="../media/image2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jpeg"/><Relationship Id="rId3" Type="http://schemas.openxmlformats.org/officeDocument/2006/relationships/image" Target="../media/image2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3.png"/><Relationship Id="rId3" Type="http://schemas.openxmlformats.org/officeDocument/2006/relationships/image" Target="../media/image2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14" name="Rectangle 13"/>
          <p:cNvSpPr/>
          <p:nvPr userDrawn="1"/>
        </p:nvSpPr>
        <p:spPr>
          <a:xfrm>
            <a:off x="0" y="0"/>
            <a:ext cx="457200" cy="5143500"/>
          </a:xfrm>
          <a:prstGeom prst="rect">
            <a:avLst/>
          </a:prstGeom>
          <a:solidFill>
            <a:srgbClr val="27509B"/>
          </a:solidFill>
          <a:ln w="6350" cap="flat"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5"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57200" y="3796680"/>
            <a:ext cx="3148881" cy="118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7584" y="326589"/>
            <a:ext cx="1905368" cy="911771"/>
          </a:xfrm>
          <a:prstGeom prst="rect">
            <a:avLst/>
          </a:prstGeom>
        </p:spPr>
      </p:pic>
      <p:sp>
        <p:nvSpPr>
          <p:cNvPr id="17" name="Titre 1"/>
          <p:cNvSpPr>
            <a:spLocks noGrp="1"/>
          </p:cNvSpPr>
          <p:nvPr>
            <p:ph type="title" hasCustomPrompt="1"/>
          </p:nvPr>
        </p:nvSpPr>
        <p:spPr>
          <a:xfrm>
            <a:off x="584200" y="1846807"/>
            <a:ext cx="8229600" cy="857250"/>
          </a:xfrm>
          <a:prstGeom prst="rect">
            <a:avLst/>
          </a:prstGeom>
        </p:spPr>
        <p:txBody>
          <a:bodyPr anchor="ctr"/>
          <a:lstStyle>
            <a:lvl1pPr algn="ctr">
              <a:defRPr lang="fr-FR" sz="2400" b="1"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8" name="Sous-titre 2"/>
          <p:cNvSpPr>
            <a:spLocks noGrp="1"/>
          </p:cNvSpPr>
          <p:nvPr>
            <p:ph type="subTitle" idx="1" hasCustomPrompt="1"/>
          </p:nvPr>
        </p:nvSpPr>
        <p:spPr>
          <a:xfrm>
            <a:off x="5385917" y="2708903"/>
            <a:ext cx="3427884" cy="345796"/>
          </a:xfrm>
          <a:prstGeom prst="rect">
            <a:avLst/>
          </a:prstGeom>
        </p:spPr>
        <p:txBody>
          <a:bodyPr/>
          <a:lstStyle>
            <a:lvl1pPr marL="0" indent="0" algn="ctr">
              <a:buNone/>
              <a:defRPr lang="fr-FR" sz="1800" kern="1200" cap="none" baseline="0" smtClean="0">
                <a:solidFill>
                  <a:srgbClr val="27509B"/>
                </a:solidFill>
                <a:latin typeface="+mj-lt"/>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spTree>
    <p:extLst>
      <p:ext uri="{BB962C8B-B14F-4D97-AF65-F5344CB8AC3E}">
        <p14:creationId xmlns:p14="http://schemas.microsoft.com/office/powerpoint/2010/main" val="2737112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30BAD991-AE32-44B0-94BC-7C4D2163A3A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5F2C39A-F2AE-4E4D-8C04-1EC2E580CBE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208471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Image 10">
            <a:extLst>
              <a:ext uri="{FF2B5EF4-FFF2-40B4-BE49-F238E27FC236}">
                <a16:creationId xmlns:a16="http://schemas.microsoft.com/office/drawing/2014/main" id="{36891FA0-8558-4D8B-B90D-6FA71DC5D80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653539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4146602"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Espace réservé pour une image  2"/>
          <p:cNvSpPr>
            <a:spLocks noGrp="1"/>
          </p:cNvSpPr>
          <p:nvPr>
            <p:ph type="pic" sz="quarter" idx="11"/>
          </p:nvPr>
        </p:nvSpPr>
        <p:spPr>
          <a:xfrm>
            <a:off x="4762500" y="661948"/>
            <a:ext cx="3903663" cy="2041496"/>
          </a:xfrm>
          <a:prstGeom prst="rect">
            <a:avLst/>
          </a:prstGeom>
        </p:spPr>
        <p:txBody>
          <a:bodyPr/>
          <a:lstStyle>
            <a:lvl1pPr marL="0" indent="0">
              <a:buNone/>
              <a:defRPr sz="1600">
                <a:latin typeface="Arial" panose="020B0604020202020204" pitchFamily="34" charset="0"/>
                <a:cs typeface="Arial" panose="020B0604020202020204" pitchFamily="34" charset="0"/>
              </a:defRPr>
            </a:lvl1pPr>
          </a:lstStyle>
          <a:p>
            <a:endParaRPr lang="fr-FR"/>
          </a:p>
        </p:txBody>
      </p:sp>
      <p:sp>
        <p:nvSpPr>
          <p:cNvPr id="11" name="Espace réservé pour une image  2"/>
          <p:cNvSpPr>
            <a:spLocks noGrp="1"/>
          </p:cNvSpPr>
          <p:nvPr>
            <p:ph type="pic" sz="quarter" idx="12"/>
          </p:nvPr>
        </p:nvSpPr>
        <p:spPr>
          <a:xfrm>
            <a:off x="4763826" y="2767054"/>
            <a:ext cx="3903663" cy="2052763"/>
          </a:xfrm>
          <a:prstGeom prst="rect">
            <a:avLst/>
          </a:prstGeom>
        </p:spPr>
        <p:txBody>
          <a:bodyPr/>
          <a:lstStyle>
            <a:lvl1pPr marL="0" indent="0">
              <a:buNone/>
              <a:defRPr sz="1600">
                <a:latin typeface="Arial" panose="020B0604020202020204" pitchFamily="34" charset="0"/>
                <a:cs typeface="Arial" panose="020B0604020202020204" pitchFamily="34" charset="0"/>
              </a:defRPr>
            </a:lvl1pPr>
          </a:lstStyle>
          <a:p>
            <a:endParaRPr lang="fr-FR"/>
          </a:p>
        </p:txBody>
      </p:sp>
      <p:pic>
        <p:nvPicPr>
          <p:cNvPr id="12" name="Image 11">
            <a:extLst>
              <a:ext uri="{FF2B5EF4-FFF2-40B4-BE49-F238E27FC236}">
                <a16:creationId xmlns:a16="http://schemas.microsoft.com/office/drawing/2014/main" id="{E97869F9-F421-4F81-A85B-6F1CA44A745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749440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F5DE6D41-9065-4856-9F5A-F649BD41BE5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043585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bg2">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FEAE6E7-840D-4467-8A1D-6B3208F258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885184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1B19846-93BA-468B-9EC8-D57BE2FC13C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49330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80261407-3D4C-4C90-9F7B-0B8A003AFD1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956559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chemeClr val="accent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8" name="Titre 3"/>
          <p:cNvSpPr>
            <a:spLocks noGrp="1"/>
          </p:cNvSpPr>
          <p:nvPr>
            <p:ph type="title" hasCustomPrompt="1"/>
          </p:nvPr>
        </p:nvSpPr>
        <p:spPr>
          <a:xfrm>
            <a:off x="457202" y="109471"/>
            <a:ext cx="8225621" cy="483051"/>
          </a:xfrm>
          <a:prstGeom prst="rect">
            <a:avLst/>
          </a:prstGeom>
        </p:spPr>
        <p:txBody>
          <a:bodyPr anchor="ctr"/>
          <a:lstStyle>
            <a:lvl1pPr algn="l" defTabSz="457189"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2"/>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932" indent="-285744">
              <a:buFontTx/>
              <a:buBlip>
                <a:blip r:embed="rId2"/>
              </a:buBlip>
              <a:defRPr lang="fr-FR" sz="1400" kern="1200" noProof="0" dirty="0" smtClean="0">
                <a:solidFill>
                  <a:schemeClr val="tx1">
                    <a:lumMod val="75000"/>
                    <a:lumOff val="25000"/>
                  </a:schemeClr>
                </a:solidFill>
                <a:latin typeface="+mj-lt"/>
                <a:ea typeface="+mn-ea"/>
                <a:cs typeface="Arial"/>
              </a:defRPr>
            </a:lvl2pPr>
            <a:lvl3pPr marL="1142971" indent="-228594">
              <a:buFontTx/>
              <a:buBlip>
                <a:blip r:embed="rId3"/>
              </a:buBlip>
              <a:defRPr lang="fr-FR" sz="1200" kern="1200" dirty="0" smtClean="0">
                <a:solidFill>
                  <a:schemeClr val="tx1">
                    <a:lumMod val="75000"/>
                    <a:lumOff val="25000"/>
                  </a:schemeClr>
                </a:solidFill>
                <a:latin typeface="+mj-lt"/>
                <a:ea typeface="+mn-ea"/>
                <a:cs typeface="Arial" panose="020B0604020202020204" pitchFamily="34" charset="0"/>
              </a:defRPr>
            </a:lvl3pPr>
            <a:lvl4pPr marL="1600160" indent="-228594">
              <a:buFont typeface="Wingdings" panose="05000000000000000000" pitchFamily="2" charset="2"/>
              <a:buChar char="§"/>
              <a:defRPr lang="fr-FR" sz="1200" kern="1200" dirty="0" smtClean="0">
                <a:solidFill>
                  <a:schemeClr val="tx1">
                    <a:lumMod val="75000"/>
                    <a:lumOff val="25000"/>
                  </a:schemeClr>
                </a:solidFill>
                <a:latin typeface="+mj-lt"/>
                <a:ea typeface="+mn-ea"/>
                <a:cs typeface="Arial" panose="020B0604020202020204" pitchFamily="34" charset="0"/>
              </a:defRPr>
            </a:lvl4pPr>
            <a:lvl5pPr marL="2057349" indent="-228594">
              <a:buFont typeface="Arial" panose="020B0604020202020204" pitchFamily="34" charset="0"/>
              <a:buChar char="•"/>
              <a:defRPr lang="en-GB" sz="1200" kern="1200" dirty="0">
                <a:solidFill>
                  <a:schemeClr val="tx1">
                    <a:lumMod val="75000"/>
                    <a:lumOff val="25000"/>
                  </a:schemeClr>
                </a:solidFill>
                <a:latin typeface="+mj-lt"/>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32CD6791-8A35-4A86-B1B9-C9B061402DB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956559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9_Titre et contenu sans logo sans sous titrre">
    <p:bg>
      <p:bgPr>
        <a:solidFill>
          <a:srgbClr val="FFFFFF"/>
        </a:solidFill>
        <a:effectLst/>
      </p:bgPr>
    </p:bg>
    <p:spTree>
      <p:nvGrpSpPr>
        <p:cNvPr id="1" name=""/>
        <p:cNvGrpSpPr/>
        <p:nvPr/>
      </p:nvGrpSpPr>
      <p:grpSpPr>
        <a:xfrm>
          <a:off x="0" y="0"/>
          <a:ext cx="0" cy="0"/>
          <a:chOff x="0" y="0"/>
          <a:chExt cx="0" cy="0"/>
        </a:xfrm>
      </p:grpSpPr>
      <p:sp>
        <p:nvSpPr>
          <p:cNvPr id="11" name="Titre 1"/>
          <p:cNvSpPr>
            <a:spLocks noGrp="1"/>
          </p:cNvSpPr>
          <p:nvPr>
            <p:ph type="title" hasCustomPrompt="1"/>
          </p:nvPr>
        </p:nvSpPr>
        <p:spPr>
          <a:xfrm>
            <a:off x="828000" y="72022"/>
            <a:ext cx="8108039" cy="568555"/>
          </a:xfrm>
        </p:spPr>
        <p:txBody>
          <a:bodyPr>
            <a:noAutofit/>
          </a:bodyPr>
          <a:lstStyle>
            <a:lvl1pPr algn="l">
              <a:defRPr sz="2400" i="1" baseline="0">
                <a:solidFill>
                  <a:schemeClr val="tx2"/>
                </a:solidFill>
                <a:latin typeface="Arial Black" panose="020B0A04020102090204" pitchFamily="34" charset="0"/>
              </a:defRPr>
            </a:lvl1pPr>
          </a:lstStyle>
          <a:p>
            <a:r>
              <a:rPr lang="fr-FR"/>
              <a:t>TITRE DE LA PAGE</a:t>
            </a:r>
          </a:p>
        </p:txBody>
      </p:sp>
      <p:sp>
        <p:nvSpPr>
          <p:cNvPr id="12" name="Espace réservé du contenu 2"/>
          <p:cNvSpPr>
            <a:spLocks noGrp="1"/>
          </p:cNvSpPr>
          <p:nvPr>
            <p:ph idx="1" hasCustomPrompt="1"/>
          </p:nvPr>
        </p:nvSpPr>
        <p:spPr>
          <a:xfrm>
            <a:off x="380076" y="947209"/>
            <a:ext cx="8507845" cy="3735587"/>
          </a:xfrm>
        </p:spPr>
        <p:txBody>
          <a:bodyPr>
            <a:normAutofit/>
          </a:bodyPr>
          <a:lstStyle>
            <a:lvl1pPr marL="252413" indent="-252413">
              <a:buClr>
                <a:schemeClr val="bg2"/>
              </a:buClr>
              <a:buFontTx/>
              <a:buBlip>
                <a:blip r:embed="rId2"/>
              </a:buBlip>
              <a:defRPr sz="1800" b="1">
                <a:solidFill>
                  <a:schemeClr val="accent1"/>
                </a:solidFill>
                <a:latin typeface="Arial" panose="020B0604020202020204" pitchFamily="34" charset="0"/>
                <a:cs typeface="Arial" panose="020B0604020202020204" pitchFamily="34" charset="0"/>
              </a:defRPr>
            </a:lvl1pPr>
            <a:lvl2pPr marL="625475" indent="-266700">
              <a:buClr>
                <a:schemeClr val="tx2"/>
              </a:buClr>
              <a:buSzPct val="80000"/>
              <a:buFont typeface="Wingdings 3" panose="05040102010807070707" pitchFamily="18" charset="2"/>
              <a:buChar char=""/>
              <a:defRPr sz="1800">
                <a:solidFill>
                  <a:schemeClr val="accent2"/>
                </a:solidFill>
                <a:latin typeface="Arial" panose="020B0604020202020204" pitchFamily="34" charset="0"/>
                <a:cs typeface="Arial" panose="020B0604020202020204" pitchFamily="34" charset="0"/>
              </a:defRPr>
            </a:lvl2pPr>
            <a:lvl3pPr marL="898525" indent="-273050">
              <a:buClr>
                <a:schemeClr val="tx2"/>
              </a:buClr>
              <a:buFont typeface="Arial" panose="020B0604020202020204" pitchFamily="34" charset="0"/>
              <a:buChar char="•"/>
              <a:defRPr sz="1600" i="1">
                <a:solidFill>
                  <a:schemeClr val="accent2"/>
                </a:solidFill>
                <a:latin typeface="Arial" panose="020B0604020202020204" pitchFamily="34" charset="0"/>
                <a:cs typeface="Arial" panose="020B0604020202020204" pitchFamily="34" charset="0"/>
              </a:defRPr>
            </a:lvl3pPr>
            <a:lvl4pPr>
              <a:defRPr>
                <a:latin typeface="Michelin" pitchFamily="50" charset="0"/>
              </a:defRPr>
            </a:lvl4pPr>
            <a:lvl5pPr>
              <a:defRPr>
                <a:latin typeface="Michelin" pitchFamily="50" charset="0"/>
              </a:defRPr>
            </a:lvl5pPr>
          </a:lstStyle>
          <a:p>
            <a:pPr lvl="0"/>
            <a:r>
              <a:rPr lang="en-US" noProof="0"/>
              <a:t>Cliquer pour modifier les styles du </a:t>
            </a:r>
            <a:r>
              <a:rPr lang="en-US" noProof="0" err="1"/>
              <a:t>texte</a:t>
            </a:r>
            <a:r>
              <a:rPr lang="en-US" noProof="0"/>
              <a:t> du masque</a:t>
            </a:r>
          </a:p>
          <a:p>
            <a:pPr lvl="1"/>
            <a:r>
              <a:rPr lang="en-US" noProof="0" err="1"/>
              <a:t>Deuxième</a:t>
            </a:r>
            <a:r>
              <a:rPr lang="en-US" noProof="0"/>
              <a:t> </a:t>
            </a:r>
            <a:r>
              <a:rPr lang="en-US" noProof="0" err="1"/>
              <a:t>niveau</a:t>
            </a:r>
            <a:endParaRPr lang="en-US" noProof="0"/>
          </a:p>
          <a:p>
            <a:pPr lvl="2"/>
            <a:r>
              <a:rPr lang="en-US" noProof="0" err="1"/>
              <a:t>Troisième</a:t>
            </a:r>
            <a:r>
              <a:rPr lang="en-US" noProof="0"/>
              <a:t> </a:t>
            </a:r>
            <a:r>
              <a:rPr lang="en-US" noProof="0" err="1"/>
              <a:t>niveau</a:t>
            </a:r>
            <a:endParaRPr lang="en-US" noProof="0"/>
          </a:p>
        </p:txBody>
      </p:sp>
      <p:sp>
        <p:nvSpPr>
          <p:cNvPr id="14" name="Rectangle 4"/>
          <p:cNvSpPr/>
          <p:nvPr userDrawn="1"/>
        </p:nvSpPr>
        <p:spPr>
          <a:xfrm>
            <a:off x="1" y="-892"/>
            <a:ext cx="760151" cy="2147654"/>
          </a:xfrm>
          <a:custGeom>
            <a:avLst/>
            <a:gdLst>
              <a:gd name="connsiteX0" fmla="*/ 0 w 1330960"/>
              <a:gd name="connsiteY0" fmla="*/ 0 h 3759199"/>
              <a:gd name="connsiteX1" fmla="*/ 1330960 w 1330960"/>
              <a:gd name="connsiteY1" fmla="*/ 0 h 3759199"/>
              <a:gd name="connsiteX2" fmla="*/ 1330960 w 1330960"/>
              <a:gd name="connsiteY2" fmla="*/ 3759199 h 3759199"/>
              <a:gd name="connsiteX3" fmla="*/ 0 w 1330960"/>
              <a:gd name="connsiteY3" fmla="*/ 3759199 h 3759199"/>
              <a:gd name="connsiteX4" fmla="*/ 0 w 1330960"/>
              <a:gd name="connsiteY4" fmla="*/ 0 h 3759199"/>
              <a:gd name="connsiteX0" fmla="*/ 0 w 1330960"/>
              <a:gd name="connsiteY0" fmla="*/ 0 h 3759199"/>
              <a:gd name="connsiteX1" fmla="*/ 1330960 w 1330960"/>
              <a:gd name="connsiteY1" fmla="*/ 0 h 3759199"/>
              <a:gd name="connsiteX2" fmla="*/ 0 w 1330960"/>
              <a:gd name="connsiteY2" fmla="*/ 3759199 h 3759199"/>
              <a:gd name="connsiteX3" fmla="*/ 0 w 1330960"/>
              <a:gd name="connsiteY3" fmla="*/ 0 h 3759199"/>
            </a:gdLst>
            <a:ahLst/>
            <a:cxnLst>
              <a:cxn ang="0">
                <a:pos x="connsiteX0" y="connsiteY0"/>
              </a:cxn>
              <a:cxn ang="0">
                <a:pos x="connsiteX1" y="connsiteY1"/>
              </a:cxn>
              <a:cxn ang="0">
                <a:pos x="connsiteX2" y="connsiteY2"/>
              </a:cxn>
              <a:cxn ang="0">
                <a:pos x="connsiteX3" y="connsiteY3"/>
              </a:cxn>
            </a:cxnLst>
            <a:rect l="l" t="t" r="r" b="b"/>
            <a:pathLst>
              <a:path w="1330960" h="3759199">
                <a:moveTo>
                  <a:pt x="0" y="0"/>
                </a:moveTo>
                <a:lnTo>
                  <a:pt x="1330960" y="0"/>
                </a:lnTo>
                <a:lnTo>
                  <a:pt x="0" y="3759199"/>
                </a:lnTo>
                <a:lnTo>
                  <a:pt x="0" y="0"/>
                </a:lnTo>
                <a:close/>
              </a:path>
            </a:pathLst>
          </a:cu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08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fr-FR" sz="1800"/>
          </a:p>
        </p:txBody>
      </p:sp>
      <p:sp>
        <p:nvSpPr>
          <p:cNvPr id="16" name="Rectangle 6"/>
          <p:cNvSpPr/>
          <p:nvPr userDrawn="1"/>
        </p:nvSpPr>
        <p:spPr>
          <a:xfrm>
            <a:off x="8710449" y="4112894"/>
            <a:ext cx="565429" cy="1146156"/>
          </a:xfrm>
          <a:custGeom>
            <a:avLst/>
            <a:gdLst>
              <a:gd name="connsiteX0" fmla="*/ 0 w 2753360"/>
              <a:gd name="connsiteY0" fmla="*/ 0 h 4968240"/>
              <a:gd name="connsiteX1" fmla="*/ 2753360 w 2753360"/>
              <a:gd name="connsiteY1" fmla="*/ 0 h 4968240"/>
              <a:gd name="connsiteX2" fmla="*/ 2753360 w 2753360"/>
              <a:gd name="connsiteY2" fmla="*/ 4968240 h 4968240"/>
              <a:gd name="connsiteX3" fmla="*/ 0 w 2753360"/>
              <a:gd name="connsiteY3" fmla="*/ 4968240 h 4968240"/>
              <a:gd name="connsiteX4" fmla="*/ 0 w 2753360"/>
              <a:gd name="connsiteY4" fmla="*/ 0 h 4968240"/>
              <a:gd name="connsiteX0" fmla="*/ 1767840 w 2753360"/>
              <a:gd name="connsiteY0" fmla="*/ 0 h 4968240"/>
              <a:gd name="connsiteX1" fmla="*/ 2753360 w 2753360"/>
              <a:gd name="connsiteY1" fmla="*/ 0 h 4968240"/>
              <a:gd name="connsiteX2" fmla="*/ 2753360 w 2753360"/>
              <a:gd name="connsiteY2" fmla="*/ 4968240 h 4968240"/>
              <a:gd name="connsiteX3" fmla="*/ 0 w 2753360"/>
              <a:gd name="connsiteY3" fmla="*/ 4968240 h 4968240"/>
              <a:gd name="connsiteX4" fmla="*/ 1767840 w 2753360"/>
              <a:gd name="connsiteY4" fmla="*/ 0 h 4968240"/>
              <a:gd name="connsiteX0" fmla="*/ 1767840 w 2753360"/>
              <a:gd name="connsiteY0" fmla="*/ 0 h 4968240"/>
              <a:gd name="connsiteX1" fmla="*/ 2753360 w 2753360"/>
              <a:gd name="connsiteY1" fmla="*/ 0 h 4968240"/>
              <a:gd name="connsiteX2" fmla="*/ 2340097 w 2753360"/>
              <a:gd name="connsiteY2" fmla="*/ 4960990 h 4968240"/>
              <a:gd name="connsiteX3" fmla="*/ 0 w 2753360"/>
              <a:gd name="connsiteY3" fmla="*/ 4968240 h 4968240"/>
              <a:gd name="connsiteX4" fmla="*/ 1767840 w 2753360"/>
              <a:gd name="connsiteY4" fmla="*/ 0 h 4968240"/>
              <a:gd name="connsiteX0" fmla="*/ 1767840 w 2340097"/>
              <a:gd name="connsiteY0" fmla="*/ 0 h 4968240"/>
              <a:gd name="connsiteX1" fmla="*/ 2332847 w 2340097"/>
              <a:gd name="connsiteY1" fmla="*/ 7250 h 4968240"/>
              <a:gd name="connsiteX2" fmla="*/ 2340097 w 2340097"/>
              <a:gd name="connsiteY2" fmla="*/ 4960990 h 4968240"/>
              <a:gd name="connsiteX3" fmla="*/ 0 w 2340097"/>
              <a:gd name="connsiteY3" fmla="*/ 4968240 h 4968240"/>
              <a:gd name="connsiteX4" fmla="*/ 1767840 w 2340097"/>
              <a:gd name="connsiteY4" fmla="*/ 0 h 4968240"/>
              <a:gd name="connsiteX0" fmla="*/ 1767840 w 2333544"/>
              <a:gd name="connsiteY0" fmla="*/ 0 h 4968240"/>
              <a:gd name="connsiteX1" fmla="*/ 2332847 w 2333544"/>
              <a:gd name="connsiteY1" fmla="*/ 7250 h 4968240"/>
              <a:gd name="connsiteX2" fmla="*/ 2332847 w 2333544"/>
              <a:gd name="connsiteY2" fmla="*/ 4960990 h 4968240"/>
              <a:gd name="connsiteX3" fmla="*/ 0 w 2333544"/>
              <a:gd name="connsiteY3" fmla="*/ 4968240 h 4968240"/>
              <a:gd name="connsiteX4" fmla="*/ 1767840 w 2333544"/>
              <a:gd name="connsiteY4" fmla="*/ 0 h 4968240"/>
              <a:gd name="connsiteX0" fmla="*/ 1767840 w 2345548"/>
              <a:gd name="connsiteY0" fmla="*/ 0 h 5253116"/>
              <a:gd name="connsiteX1" fmla="*/ 2332847 w 2345548"/>
              <a:gd name="connsiteY1" fmla="*/ 7250 h 5253116"/>
              <a:gd name="connsiteX2" fmla="*/ 2345548 w 2345548"/>
              <a:gd name="connsiteY2" fmla="*/ 5253116 h 5253116"/>
              <a:gd name="connsiteX3" fmla="*/ 0 w 2345548"/>
              <a:gd name="connsiteY3" fmla="*/ 4968240 h 5253116"/>
              <a:gd name="connsiteX4" fmla="*/ 1767840 w 2345548"/>
              <a:gd name="connsiteY4" fmla="*/ 0 h 5253116"/>
              <a:gd name="connsiteX0" fmla="*/ 1888500 w 2466208"/>
              <a:gd name="connsiteY0" fmla="*/ 0 h 5317521"/>
              <a:gd name="connsiteX1" fmla="*/ 2453507 w 2466208"/>
              <a:gd name="connsiteY1" fmla="*/ 7250 h 5317521"/>
              <a:gd name="connsiteX2" fmla="*/ 2466208 w 2466208"/>
              <a:gd name="connsiteY2" fmla="*/ 5253116 h 5317521"/>
              <a:gd name="connsiteX3" fmla="*/ 0 w 2466208"/>
              <a:gd name="connsiteY3" fmla="*/ 5317521 h 5317521"/>
              <a:gd name="connsiteX4" fmla="*/ 1888500 w 2466208"/>
              <a:gd name="connsiteY4" fmla="*/ 0 h 5317521"/>
              <a:gd name="connsiteX0" fmla="*/ 1888500 w 2472559"/>
              <a:gd name="connsiteY0" fmla="*/ 0 h 5317521"/>
              <a:gd name="connsiteX1" fmla="*/ 2453507 w 2472559"/>
              <a:gd name="connsiteY1" fmla="*/ 7250 h 5317521"/>
              <a:gd name="connsiteX2" fmla="*/ 2472559 w 2472559"/>
              <a:gd name="connsiteY2" fmla="*/ 5316621 h 5317521"/>
              <a:gd name="connsiteX3" fmla="*/ 0 w 2472559"/>
              <a:gd name="connsiteY3" fmla="*/ 5317521 h 5317521"/>
              <a:gd name="connsiteX4" fmla="*/ 1888500 w 2472559"/>
              <a:gd name="connsiteY4" fmla="*/ 0 h 5317521"/>
              <a:gd name="connsiteX0" fmla="*/ 1888500 w 2472559"/>
              <a:gd name="connsiteY0" fmla="*/ 0 h 5316621"/>
              <a:gd name="connsiteX1" fmla="*/ 2453507 w 2472559"/>
              <a:gd name="connsiteY1" fmla="*/ 7250 h 5316621"/>
              <a:gd name="connsiteX2" fmla="*/ 2472559 w 2472559"/>
              <a:gd name="connsiteY2" fmla="*/ 5316621 h 5316621"/>
              <a:gd name="connsiteX3" fmla="*/ 0 w 2472559"/>
              <a:gd name="connsiteY3" fmla="*/ 5304820 h 5316621"/>
              <a:gd name="connsiteX4" fmla="*/ 1888500 w 2472559"/>
              <a:gd name="connsiteY4"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0 w 2478910"/>
              <a:gd name="connsiteY3" fmla="*/ 5304820 h 5316621"/>
              <a:gd name="connsiteX4" fmla="*/ 1894851 w 2478910"/>
              <a:gd name="connsiteY4"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32929 w 2478910"/>
              <a:gd name="connsiteY3" fmla="*/ 5296745 h 5316621"/>
              <a:gd name="connsiteX4" fmla="*/ 0 w 2478910"/>
              <a:gd name="connsiteY4" fmla="*/ 5304820 h 5316621"/>
              <a:gd name="connsiteX5" fmla="*/ 1894851 w 2478910"/>
              <a:gd name="connsiteY5"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139265 w 2478910"/>
              <a:gd name="connsiteY3" fmla="*/ 5296745 h 5316621"/>
              <a:gd name="connsiteX4" fmla="*/ 0 w 2478910"/>
              <a:gd name="connsiteY4" fmla="*/ 5304820 h 5316621"/>
              <a:gd name="connsiteX5" fmla="*/ 1894851 w 2478910"/>
              <a:gd name="connsiteY5" fmla="*/ 0 h 5316621"/>
              <a:gd name="connsiteX0" fmla="*/ 1894851 w 2478910"/>
              <a:gd name="connsiteY0" fmla="*/ 0 h 5316621"/>
              <a:gd name="connsiteX1" fmla="*/ 2459858 w 2478910"/>
              <a:gd name="connsiteY1" fmla="*/ 7250 h 5316621"/>
              <a:gd name="connsiteX2" fmla="*/ 2478910 w 2478910"/>
              <a:gd name="connsiteY2" fmla="*/ 5316621 h 5316621"/>
              <a:gd name="connsiteX3" fmla="*/ 0 w 2478910"/>
              <a:gd name="connsiteY3" fmla="*/ 5304820 h 5316621"/>
              <a:gd name="connsiteX4" fmla="*/ 1894851 w 2478910"/>
              <a:gd name="connsiteY4" fmla="*/ 0 h 5316621"/>
              <a:gd name="connsiteX0" fmla="*/ 1885184 w 2469243"/>
              <a:gd name="connsiteY0" fmla="*/ 0 h 5316621"/>
              <a:gd name="connsiteX1" fmla="*/ 2450191 w 2469243"/>
              <a:gd name="connsiteY1" fmla="*/ 7250 h 5316621"/>
              <a:gd name="connsiteX2" fmla="*/ 2469243 w 2469243"/>
              <a:gd name="connsiteY2" fmla="*/ 5316621 h 5316621"/>
              <a:gd name="connsiteX3" fmla="*/ 0 w 2469243"/>
              <a:gd name="connsiteY3" fmla="*/ 5304820 h 5316621"/>
              <a:gd name="connsiteX4" fmla="*/ 1885184 w 2469243"/>
              <a:gd name="connsiteY4" fmla="*/ 0 h 5316621"/>
              <a:gd name="connsiteX0" fmla="*/ 1899684 w 2483743"/>
              <a:gd name="connsiteY0" fmla="*/ 0 h 5316621"/>
              <a:gd name="connsiteX1" fmla="*/ 2464691 w 2483743"/>
              <a:gd name="connsiteY1" fmla="*/ 7250 h 5316621"/>
              <a:gd name="connsiteX2" fmla="*/ 2483743 w 2483743"/>
              <a:gd name="connsiteY2" fmla="*/ 5316621 h 5316621"/>
              <a:gd name="connsiteX3" fmla="*/ 0 w 2483743"/>
              <a:gd name="connsiteY3" fmla="*/ 5304820 h 5316621"/>
              <a:gd name="connsiteX4" fmla="*/ 1899684 w 2483743"/>
              <a:gd name="connsiteY4" fmla="*/ 0 h 5316621"/>
              <a:gd name="connsiteX0" fmla="*/ 1896059 w 2480118"/>
              <a:gd name="connsiteY0" fmla="*/ 0 h 5316621"/>
              <a:gd name="connsiteX1" fmla="*/ 2461066 w 2480118"/>
              <a:gd name="connsiteY1" fmla="*/ 7250 h 5316621"/>
              <a:gd name="connsiteX2" fmla="*/ 2480118 w 2480118"/>
              <a:gd name="connsiteY2" fmla="*/ 5316621 h 5316621"/>
              <a:gd name="connsiteX3" fmla="*/ 0 w 2480118"/>
              <a:gd name="connsiteY3" fmla="*/ 5304820 h 5316621"/>
              <a:gd name="connsiteX4" fmla="*/ 1896059 w 2480118"/>
              <a:gd name="connsiteY4" fmla="*/ 0 h 5316621"/>
              <a:gd name="connsiteX0" fmla="*/ 1921460 w 2505519"/>
              <a:gd name="connsiteY0" fmla="*/ 0 h 5330222"/>
              <a:gd name="connsiteX1" fmla="*/ 2486467 w 2505519"/>
              <a:gd name="connsiteY1" fmla="*/ 7250 h 5330222"/>
              <a:gd name="connsiteX2" fmla="*/ 2505519 w 2505519"/>
              <a:gd name="connsiteY2" fmla="*/ 5316621 h 5330222"/>
              <a:gd name="connsiteX3" fmla="*/ 0 w 2505519"/>
              <a:gd name="connsiteY3" fmla="*/ 5330222 h 5330222"/>
              <a:gd name="connsiteX4" fmla="*/ 1921460 w 2505519"/>
              <a:gd name="connsiteY4" fmla="*/ 0 h 5330222"/>
              <a:gd name="connsiteX0" fmla="*/ 2023070 w 2505519"/>
              <a:gd name="connsiteY0" fmla="*/ 0 h 5406429"/>
              <a:gd name="connsiteX1" fmla="*/ 2486467 w 2505519"/>
              <a:gd name="connsiteY1" fmla="*/ 83457 h 5406429"/>
              <a:gd name="connsiteX2" fmla="*/ 2505519 w 2505519"/>
              <a:gd name="connsiteY2" fmla="*/ 5392828 h 5406429"/>
              <a:gd name="connsiteX3" fmla="*/ 0 w 2505519"/>
              <a:gd name="connsiteY3" fmla="*/ 5406429 h 5406429"/>
              <a:gd name="connsiteX4" fmla="*/ 2023070 w 2505519"/>
              <a:gd name="connsiteY4" fmla="*/ 0 h 5406429"/>
              <a:gd name="connsiteX0" fmla="*/ 1991317 w 2505519"/>
              <a:gd name="connsiteY0" fmla="*/ 0 h 5393728"/>
              <a:gd name="connsiteX1" fmla="*/ 2486467 w 2505519"/>
              <a:gd name="connsiteY1" fmla="*/ 70756 h 5393728"/>
              <a:gd name="connsiteX2" fmla="*/ 2505519 w 2505519"/>
              <a:gd name="connsiteY2" fmla="*/ 5380127 h 5393728"/>
              <a:gd name="connsiteX3" fmla="*/ 0 w 2505519"/>
              <a:gd name="connsiteY3" fmla="*/ 5393728 h 5393728"/>
              <a:gd name="connsiteX4" fmla="*/ 1991317 w 2505519"/>
              <a:gd name="connsiteY4" fmla="*/ 0 h 5393728"/>
              <a:gd name="connsiteX0" fmla="*/ 1991317 w 2505519"/>
              <a:gd name="connsiteY0" fmla="*/ 0 h 5393728"/>
              <a:gd name="connsiteX1" fmla="*/ 2486467 w 2505519"/>
              <a:gd name="connsiteY1" fmla="*/ 70756 h 5393728"/>
              <a:gd name="connsiteX2" fmla="*/ 2505519 w 2505519"/>
              <a:gd name="connsiteY2" fmla="*/ 5380127 h 5393728"/>
              <a:gd name="connsiteX3" fmla="*/ 0 w 2505519"/>
              <a:gd name="connsiteY3" fmla="*/ 5393728 h 5393728"/>
              <a:gd name="connsiteX4" fmla="*/ 1869961 w 2505519"/>
              <a:gd name="connsiteY4" fmla="*/ 333426 h 5393728"/>
              <a:gd name="connsiteX5" fmla="*/ 1991317 w 2505519"/>
              <a:gd name="connsiteY5" fmla="*/ 0 h 5393728"/>
              <a:gd name="connsiteX0" fmla="*/ 1869961 w 2505519"/>
              <a:gd name="connsiteY0" fmla="*/ 262670 h 5322972"/>
              <a:gd name="connsiteX1" fmla="*/ 2486467 w 2505519"/>
              <a:gd name="connsiteY1" fmla="*/ 0 h 5322972"/>
              <a:gd name="connsiteX2" fmla="*/ 2505519 w 2505519"/>
              <a:gd name="connsiteY2" fmla="*/ 5309371 h 5322972"/>
              <a:gd name="connsiteX3" fmla="*/ 0 w 2505519"/>
              <a:gd name="connsiteY3" fmla="*/ 5322972 h 5322972"/>
              <a:gd name="connsiteX4" fmla="*/ 1869961 w 2505519"/>
              <a:gd name="connsiteY4" fmla="*/ 262670 h 5322972"/>
              <a:gd name="connsiteX0" fmla="*/ 1869961 w 2505519"/>
              <a:gd name="connsiteY0" fmla="*/ 0 h 5060302"/>
              <a:gd name="connsiteX1" fmla="*/ 2486468 w 2505519"/>
              <a:gd name="connsiteY1" fmla="*/ 5588 h 5060302"/>
              <a:gd name="connsiteX2" fmla="*/ 2505519 w 2505519"/>
              <a:gd name="connsiteY2" fmla="*/ 5046701 h 5060302"/>
              <a:gd name="connsiteX3" fmla="*/ 0 w 2505519"/>
              <a:gd name="connsiteY3" fmla="*/ 5060302 h 5060302"/>
              <a:gd name="connsiteX4" fmla="*/ 1869961 w 2505519"/>
              <a:gd name="connsiteY4" fmla="*/ 0 h 5060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5519" h="5060302">
                <a:moveTo>
                  <a:pt x="1869961" y="0"/>
                </a:moveTo>
                <a:lnTo>
                  <a:pt x="2486468" y="5588"/>
                </a:lnTo>
                <a:cubicBezTo>
                  <a:pt x="2488885" y="1656835"/>
                  <a:pt x="2503102" y="3395454"/>
                  <a:pt x="2505519" y="5046701"/>
                </a:cubicBezTo>
                <a:lnTo>
                  <a:pt x="0" y="5060302"/>
                </a:lnTo>
                <a:lnTo>
                  <a:pt x="1869961" y="0"/>
                </a:lnTo>
                <a:close/>
              </a:path>
            </a:pathLst>
          </a:custGeom>
          <a:gradFill flip="none" rotWithShape="1">
            <a:gsLst>
              <a:gs pos="66333">
                <a:schemeClr val="bg2">
                  <a:shade val="100000"/>
                  <a:satMod val="115000"/>
                </a:schemeClr>
              </a:gs>
              <a:gs pos="0">
                <a:schemeClr val="bg2">
                  <a:shade val="67500"/>
                  <a:satMod val="115000"/>
                </a:schemeClr>
              </a:gs>
            </a:gsLst>
            <a:lin ang="42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800"/>
          </a:p>
        </p:txBody>
      </p:sp>
      <p:graphicFrame>
        <p:nvGraphicFramePr>
          <p:cNvPr id="6" name="Group 3"/>
          <p:cNvGraphicFramePr>
            <a:graphicFrameLocks noGrp="1"/>
          </p:cNvGraphicFramePr>
          <p:nvPr userDrawn="1"/>
        </p:nvGraphicFramePr>
        <p:xfrm>
          <a:off x="88901" y="4759207"/>
          <a:ext cx="8799019" cy="258842"/>
        </p:xfrm>
        <a:graphic>
          <a:graphicData uri="http://schemas.openxmlformats.org/drawingml/2006/table">
            <a:tbl>
              <a:tblPr>
                <a:tableStyleId>{2D5ABB26-0587-4C30-8999-92F81FD0307C}</a:tableStyleId>
              </a:tblPr>
              <a:tblGrid>
                <a:gridCol w="2379341">
                  <a:extLst>
                    <a:ext uri="{9D8B030D-6E8A-4147-A177-3AD203B41FA5}">
                      <a16:colId xmlns:a16="http://schemas.microsoft.com/office/drawing/2014/main" val="20000"/>
                    </a:ext>
                  </a:extLst>
                </a:gridCol>
                <a:gridCol w="2142125">
                  <a:extLst>
                    <a:ext uri="{9D8B030D-6E8A-4147-A177-3AD203B41FA5}">
                      <a16:colId xmlns:a16="http://schemas.microsoft.com/office/drawing/2014/main" val="20001"/>
                    </a:ext>
                  </a:extLst>
                </a:gridCol>
                <a:gridCol w="1152471">
                  <a:extLst>
                    <a:ext uri="{9D8B030D-6E8A-4147-A177-3AD203B41FA5}">
                      <a16:colId xmlns:a16="http://schemas.microsoft.com/office/drawing/2014/main" val="20002"/>
                    </a:ext>
                  </a:extLst>
                </a:gridCol>
                <a:gridCol w="1160865">
                  <a:extLst>
                    <a:ext uri="{9D8B030D-6E8A-4147-A177-3AD203B41FA5}">
                      <a16:colId xmlns:a16="http://schemas.microsoft.com/office/drawing/2014/main" val="20003"/>
                    </a:ext>
                  </a:extLst>
                </a:gridCol>
                <a:gridCol w="1186101">
                  <a:extLst>
                    <a:ext uri="{9D8B030D-6E8A-4147-A177-3AD203B41FA5}">
                      <a16:colId xmlns:a16="http://schemas.microsoft.com/office/drawing/2014/main" val="20004"/>
                    </a:ext>
                  </a:extLst>
                </a:gridCol>
                <a:gridCol w="778116">
                  <a:extLst>
                    <a:ext uri="{9D8B030D-6E8A-4147-A177-3AD203B41FA5}">
                      <a16:colId xmlns:a16="http://schemas.microsoft.com/office/drawing/2014/main" val="20005"/>
                    </a:ext>
                  </a:extLst>
                </a:gridCol>
              </a:tblGrid>
              <a:tr h="258842">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MB² - INCREASE RANGE ATS &amp; FORM QUICK CHANGE                  </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 N.PERRICHOT – DOMF/ME/PG</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fr-FR" sz="600" u="none" strike="noStrike" cap="none" normalizeH="0" baseline="0">
                          <a:ln>
                            <a:noFill/>
                          </a:ln>
                          <a:solidFill>
                            <a:schemeClr val="tx2"/>
                          </a:solidFill>
                          <a:effectLst/>
                        </a:rPr>
                        <a:t>19/12/2019</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Classification : D3</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Conservation :  YC+10</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fr-FR" sz="600" u="none" strike="noStrike" cap="none" normalizeH="0" baseline="0">
                          <a:ln>
                            <a:noFill/>
                          </a:ln>
                          <a:solidFill>
                            <a:schemeClr val="tx2"/>
                          </a:solidFill>
                          <a:effectLst/>
                        </a:rPr>
                        <a:t>Page :</a:t>
                      </a:r>
                      <a:endParaRPr kumimoji="0" lang="fr-FR" sz="600" b="0" i="0" u="none" strike="noStrike" cap="none" normalizeH="0" baseline="0">
                        <a:ln>
                          <a:noFill/>
                        </a:ln>
                        <a:solidFill>
                          <a:schemeClr val="tx2"/>
                        </a:solidFill>
                        <a:effectLst/>
                        <a:latin typeface="Arial" charset="0"/>
                      </a:endParaRPr>
                    </a:p>
                  </a:txBody>
                  <a:tcPr marT="34301" marB="34301" anchor="ctr" horzOverflow="overflow">
                    <a:lnL w="12700" cap="flat" cmpd="sng" algn="ctr">
                      <a:no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
        <p:nvSpPr>
          <p:cNvPr id="2" name="ZoneTexte 1"/>
          <p:cNvSpPr txBox="1"/>
          <p:nvPr userDrawn="1"/>
        </p:nvSpPr>
        <p:spPr>
          <a:xfrm>
            <a:off x="8322491" y="4795731"/>
            <a:ext cx="321763" cy="184723"/>
          </a:xfrm>
          <a:prstGeom prst="rect">
            <a:avLst/>
          </a:prstGeom>
          <a:noFill/>
        </p:spPr>
        <p:txBody>
          <a:bodyPr wrap="square" rtlCol="0">
            <a:spAutoFit/>
          </a:bodyPr>
          <a:lstStyle/>
          <a:p>
            <a:fld id="{7EB78116-72B4-4DCB-8ED4-66AE46B4EB74}" type="slidenum">
              <a:rPr kumimoji="0" lang="fr-FR" sz="600" u="none" strike="noStrike" kern="1200" cap="none" normalizeH="0" baseline="0" smtClean="0">
                <a:ln>
                  <a:noFill/>
                </a:ln>
                <a:solidFill>
                  <a:schemeClr val="tx2"/>
                </a:solidFill>
                <a:effectLst/>
                <a:latin typeface="+mn-lt"/>
                <a:ea typeface="+mn-ea"/>
                <a:cs typeface="+mn-cs"/>
              </a:rPr>
              <a:t>‹Nº›</a:t>
            </a:fld>
            <a:endParaRPr kumimoji="0" lang="fr-FR" sz="600" u="none" strike="noStrike" kern="1200" cap="none" normalizeH="0" baseline="0">
              <a:ln>
                <a:noFill/>
              </a:ln>
              <a:solidFill>
                <a:schemeClr val="tx2"/>
              </a:solidFill>
              <a:effectLst/>
              <a:latin typeface="+mn-lt"/>
              <a:ea typeface="+mn-ea"/>
              <a:cs typeface="+mn-cs"/>
            </a:endParaRPr>
          </a:p>
        </p:txBody>
      </p:sp>
      <p:pic>
        <p:nvPicPr>
          <p:cNvPr id="8" name="Image 7">
            <a:extLst>
              <a:ext uri="{FF2B5EF4-FFF2-40B4-BE49-F238E27FC236}">
                <a16:creationId xmlns:a16="http://schemas.microsoft.com/office/drawing/2014/main" id="{DE06520A-D958-47A8-BB26-0C72B523D20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421908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a:extLst>
              <a:ext uri="{28A0092B-C50C-407E-A947-70E740481C1C}">
                <a14:useLocalDpi xmlns:a14="http://schemas.microsoft.com/office/drawing/2010/main" val="0"/>
              </a:ext>
            </a:extLst>
          </a:blip>
          <a:srcRect b="4370"/>
          <a:stretch/>
        </p:blipFill>
        <p:spPr>
          <a:xfrm>
            <a:off x="0" y="0"/>
            <a:ext cx="9144000" cy="4920229"/>
          </a:xfrm>
          <a:prstGeom prst="rect">
            <a:avLst/>
          </a:prstGeom>
        </p:spPr>
      </p:pic>
      <p:pic>
        <p:nvPicPr>
          <p:cNvPr id="6"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23528" y="186365"/>
            <a:ext cx="1963103" cy="939689"/>
          </a:xfrm>
          <a:prstGeom prst="rect">
            <a:avLst/>
          </a:prstGeom>
        </p:spPr>
      </p:pic>
      <p:sp>
        <p:nvSpPr>
          <p:cNvPr id="16" name="Titre 1"/>
          <p:cNvSpPr>
            <a:spLocks noGrp="1"/>
          </p:cNvSpPr>
          <p:nvPr>
            <p:ph type="title" hasCustomPrompt="1"/>
          </p:nvPr>
        </p:nvSpPr>
        <p:spPr>
          <a:xfrm>
            <a:off x="584200" y="1847377"/>
            <a:ext cx="8229600" cy="857515"/>
          </a:xfrm>
          <a:prstGeom prst="rect">
            <a:avLst/>
          </a:prstGeom>
          <a:solidFill>
            <a:srgbClr val="FFFFFF">
              <a:alpha val="80000"/>
            </a:srgbClr>
          </a:solidFill>
          <a:ln>
            <a:noFill/>
          </a:ln>
        </p:spPr>
        <p:txBody>
          <a:bodyPr vert="horz" lIns="91430" tIns="45715" rIns="91430" bIns="45715" rtlCol="0" anchor="ctr">
            <a:noAutofit/>
          </a:bodyPr>
          <a:lstStyle>
            <a:lvl1pPr algn="ctr">
              <a:defRPr lang="fr-FR"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pPr lvl="0" algn="r" defTabSz="457189" rtl="0" eaLnBrk="1" latinLnBrk="0" hangingPunct="1">
              <a:spcBef>
                <a:spcPct val="0"/>
              </a:spcBef>
              <a:buNone/>
            </a:pPr>
            <a:r>
              <a:rPr lang="fr-FR"/>
              <a:t>Titre</a:t>
            </a:r>
          </a:p>
        </p:txBody>
      </p:sp>
      <p:sp>
        <p:nvSpPr>
          <p:cNvPr id="17" name="Sous-titre 2"/>
          <p:cNvSpPr>
            <a:spLocks noGrp="1"/>
          </p:cNvSpPr>
          <p:nvPr>
            <p:ph type="subTitle" idx="1" hasCustomPrompt="1"/>
          </p:nvPr>
        </p:nvSpPr>
        <p:spPr>
          <a:xfrm>
            <a:off x="5385917" y="2769139"/>
            <a:ext cx="3427884" cy="345903"/>
          </a:xfrm>
          <a:prstGeom prst="rect">
            <a:avLst/>
          </a:prstGeom>
          <a:solidFill>
            <a:srgbClr val="FFFFFF">
              <a:alpha val="80000"/>
            </a:srgbClr>
          </a:solidFill>
          <a:ln>
            <a:noFill/>
          </a:ln>
        </p:spPr>
        <p:txBody>
          <a:bodyPr/>
          <a:lstStyle>
            <a:lvl1pPr marL="0" indent="0" algn="ctr" defTabSz="457189" rtl="0" eaLnBrk="1" latinLnBrk="0" hangingPunct="1">
              <a:spcBef>
                <a:spcPct val="20000"/>
              </a:spcBef>
              <a:buFont typeface="Arial"/>
              <a:buNone/>
              <a:defRPr lang="fr-FR" sz="1800" kern="1200" baseline="0" noProof="0" dirty="0">
                <a:solidFill>
                  <a:srgbClr val="27509B"/>
                </a:solidFill>
                <a:latin typeface="Arial" panose="020B0604020202020204" pitchFamily="34" charset="0"/>
                <a:ea typeface="+mn-ea"/>
                <a:cs typeface="Arial"/>
              </a:defRPr>
            </a:lvl1pPr>
            <a:lvl2pPr marL="457137" indent="0" algn="ctr">
              <a:buNone/>
              <a:defRPr>
                <a:solidFill>
                  <a:schemeClr val="tx1">
                    <a:tint val="75000"/>
                  </a:schemeClr>
                </a:solidFill>
              </a:defRPr>
            </a:lvl2pPr>
            <a:lvl3pPr marL="914273" indent="0" algn="ctr">
              <a:buNone/>
              <a:defRPr>
                <a:solidFill>
                  <a:schemeClr val="tx1">
                    <a:tint val="75000"/>
                  </a:schemeClr>
                </a:solidFill>
              </a:defRPr>
            </a:lvl3pPr>
            <a:lvl4pPr marL="1371410" indent="0" algn="ctr">
              <a:buNone/>
              <a:defRPr>
                <a:solidFill>
                  <a:schemeClr val="tx1">
                    <a:tint val="75000"/>
                  </a:schemeClr>
                </a:solidFill>
              </a:defRPr>
            </a:lvl4pPr>
            <a:lvl5pPr marL="1828546" indent="0" algn="ctr">
              <a:buNone/>
              <a:defRPr>
                <a:solidFill>
                  <a:schemeClr val="tx1">
                    <a:tint val="75000"/>
                  </a:schemeClr>
                </a:solidFill>
              </a:defRPr>
            </a:lvl5pPr>
            <a:lvl6pPr marL="2285683" indent="0" algn="ctr">
              <a:buNone/>
              <a:defRPr>
                <a:solidFill>
                  <a:schemeClr val="tx1">
                    <a:tint val="75000"/>
                  </a:schemeClr>
                </a:solidFill>
              </a:defRPr>
            </a:lvl6pPr>
            <a:lvl7pPr marL="2742819" indent="0" algn="ctr">
              <a:buNone/>
              <a:defRPr>
                <a:solidFill>
                  <a:schemeClr val="tx1">
                    <a:tint val="75000"/>
                  </a:schemeClr>
                </a:solidFill>
              </a:defRPr>
            </a:lvl7pPr>
            <a:lvl8pPr marL="3199956" indent="0" algn="ctr">
              <a:buNone/>
              <a:defRPr>
                <a:solidFill>
                  <a:schemeClr val="tx1">
                    <a:tint val="75000"/>
                  </a:schemeClr>
                </a:solidFill>
              </a:defRPr>
            </a:lvl8pPr>
            <a:lvl9pPr marL="3657093" indent="0" algn="ctr">
              <a:buNone/>
              <a:defRPr>
                <a:solidFill>
                  <a:schemeClr val="tx1">
                    <a:tint val="75000"/>
                  </a:schemeClr>
                </a:solidFill>
              </a:defRPr>
            </a:lvl9pPr>
          </a:lstStyle>
          <a:p>
            <a:r>
              <a:rPr lang="fr-FR"/>
              <a:t>Sous titre</a:t>
            </a:r>
          </a:p>
        </p:txBody>
      </p:sp>
      <p:pic>
        <p:nvPicPr>
          <p:cNvPr id="1026"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544" y="3796680"/>
            <a:ext cx="3581977" cy="1492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7935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7" name="Image 6"/>
          <p:cNvPicPr>
            <a:picLocks noChangeAspect="1"/>
          </p:cNvPicPr>
          <p:nvPr userDrawn="1"/>
        </p:nvPicPr>
        <p:blipFill rotWithShape="1">
          <a:blip r:embed="rId2">
            <a:extLst>
              <a:ext uri="{28A0092B-C50C-407E-A947-70E740481C1C}">
                <a14:useLocalDpi xmlns:a14="http://schemas.microsoft.com/office/drawing/2010/main" val="0"/>
              </a:ext>
            </a:extLst>
          </a:blip>
          <a:srcRect l="7004" t="-41" b="10989"/>
          <a:stretch/>
        </p:blipFill>
        <p:spPr>
          <a:xfrm>
            <a:off x="1" y="-2306"/>
            <a:ext cx="9144001" cy="4926983"/>
          </a:xfrm>
          <a:prstGeom prst="rect">
            <a:avLst/>
          </a:prstGeom>
        </p:spPr>
      </p:pic>
      <p:sp>
        <p:nvSpPr>
          <p:cNvPr id="6" name="Titre 1"/>
          <p:cNvSpPr>
            <a:spLocks noGrp="1"/>
          </p:cNvSpPr>
          <p:nvPr>
            <p:ph type="title" hasCustomPrompt="1"/>
          </p:nvPr>
        </p:nvSpPr>
        <p:spPr>
          <a:xfrm>
            <a:off x="421419" y="1847377"/>
            <a:ext cx="8392381" cy="857515"/>
          </a:xfrm>
          <a:prstGeom prst="rect">
            <a:avLst/>
          </a:prstGeom>
          <a:solidFill>
            <a:srgbClr val="FFFFFF">
              <a:alpha val="80000"/>
            </a:srgbClr>
          </a:solidFill>
          <a:ln>
            <a:noFill/>
          </a:ln>
        </p:spPr>
        <p:txBody>
          <a:bodyPr vert="horz" lIns="91430" tIns="45715" rIns="91430" bIns="45715" rtlCol="0" anchor="ctr">
            <a:noAutofit/>
          </a:bodyPr>
          <a:lstStyle>
            <a:lvl1pPr algn="ctr">
              <a:defRPr lang="fr-FR" sz="2800" b="0" i="0" kern="1200" cap="all" baseline="0" dirty="0">
                <a:solidFill>
                  <a:srgbClr val="27509B"/>
                </a:solidFill>
                <a:latin typeface="Michelin" pitchFamily="50" charset="0"/>
                <a:ea typeface="+mj-ea"/>
                <a:cs typeface="Arial" panose="020B0604020202020204" pitchFamily="34" charset="0"/>
              </a:defRPr>
            </a:lvl1pPr>
          </a:lstStyle>
          <a:p>
            <a:pPr lvl="0" algn="r" defTabSz="457189" rtl="0" eaLnBrk="1" latinLnBrk="0" hangingPunct="1">
              <a:spcBef>
                <a:spcPct val="0"/>
              </a:spcBef>
              <a:buNone/>
            </a:pPr>
            <a:r>
              <a:rPr lang="fr-FR"/>
              <a:t>Titre</a:t>
            </a:r>
          </a:p>
        </p:txBody>
      </p:sp>
      <p:sp>
        <p:nvSpPr>
          <p:cNvPr id="8" name="Sous-titre 2"/>
          <p:cNvSpPr>
            <a:spLocks noGrp="1"/>
          </p:cNvSpPr>
          <p:nvPr>
            <p:ph type="subTitle" idx="1" hasCustomPrompt="1"/>
          </p:nvPr>
        </p:nvSpPr>
        <p:spPr>
          <a:xfrm>
            <a:off x="3983603" y="2769139"/>
            <a:ext cx="4830198" cy="345903"/>
          </a:xfrm>
          <a:prstGeom prst="rect">
            <a:avLst/>
          </a:prstGeom>
          <a:solidFill>
            <a:srgbClr val="FFFFFF">
              <a:alpha val="80000"/>
            </a:srgbClr>
          </a:solidFill>
          <a:ln>
            <a:noFill/>
          </a:ln>
        </p:spPr>
        <p:txBody>
          <a:bodyPr/>
          <a:lstStyle>
            <a:lvl1pPr marL="0" indent="0" algn="ctr" defTabSz="457189" rtl="0" eaLnBrk="1" latinLnBrk="0" hangingPunct="1">
              <a:spcBef>
                <a:spcPct val="20000"/>
              </a:spcBef>
              <a:buFont typeface="Arial"/>
              <a:buNone/>
              <a:defRPr lang="fr-FR" sz="1800" kern="1200" baseline="0" noProof="0" dirty="0">
                <a:solidFill>
                  <a:srgbClr val="27509B"/>
                </a:solidFill>
                <a:latin typeface="Arial" panose="020B0604020202020204" pitchFamily="34" charset="0"/>
                <a:ea typeface="+mn-ea"/>
                <a:cs typeface="Arial"/>
              </a:defRPr>
            </a:lvl1pPr>
            <a:lvl2pPr marL="457137" indent="0" algn="ctr">
              <a:buNone/>
              <a:defRPr>
                <a:solidFill>
                  <a:schemeClr val="tx1">
                    <a:tint val="75000"/>
                  </a:schemeClr>
                </a:solidFill>
              </a:defRPr>
            </a:lvl2pPr>
            <a:lvl3pPr marL="914273" indent="0" algn="ctr">
              <a:buNone/>
              <a:defRPr>
                <a:solidFill>
                  <a:schemeClr val="tx1">
                    <a:tint val="75000"/>
                  </a:schemeClr>
                </a:solidFill>
              </a:defRPr>
            </a:lvl3pPr>
            <a:lvl4pPr marL="1371410" indent="0" algn="ctr">
              <a:buNone/>
              <a:defRPr>
                <a:solidFill>
                  <a:schemeClr val="tx1">
                    <a:tint val="75000"/>
                  </a:schemeClr>
                </a:solidFill>
              </a:defRPr>
            </a:lvl4pPr>
            <a:lvl5pPr marL="1828546" indent="0" algn="ctr">
              <a:buNone/>
              <a:defRPr>
                <a:solidFill>
                  <a:schemeClr val="tx1">
                    <a:tint val="75000"/>
                  </a:schemeClr>
                </a:solidFill>
              </a:defRPr>
            </a:lvl5pPr>
            <a:lvl6pPr marL="2285683" indent="0" algn="ctr">
              <a:buNone/>
              <a:defRPr>
                <a:solidFill>
                  <a:schemeClr val="tx1">
                    <a:tint val="75000"/>
                  </a:schemeClr>
                </a:solidFill>
              </a:defRPr>
            </a:lvl6pPr>
            <a:lvl7pPr marL="2742819" indent="0" algn="ctr">
              <a:buNone/>
              <a:defRPr>
                <a:solidFill>
                  <a:schemeClr val="tx1">
                    <a:tint val="75000"/>
                  </a:schemeClr>
                </a:solidFill>
              </a:defRPr>
            </a:lvl7pPr>
            <a:lvl8pPr marL="3199956" indent="0" algn="ctr">
              <a:buNone/>
              <a:defRPr>
                <a:solidFill>
                  <a:schemeClr val="tx1">
                    <a:tint val="75000"/>
                  </a:schemeClr>
                </a:solidFill>
              </a:defRPr>
            </a:lvl8pPr>
            <a:lvl9pPr marL="3657093" indent="0" algn="ctr">
              <a:buNone/>
              <a:defRPr>
                <a:solidFill>
                  <a:schemeClr val="tx1">
                    <a:tint val="75000"/>
                  </a:schemeClr>
                </a:solidFill>
              </a:defRPr>
            </a:lvl9pPr>
          </a:lstStyle>
          <a:p>
            <a:r>
              <a:rPr lang="fr-FR"/>
              <a:t>Sous titre</a:t>
            </a:r>
          </a:p>
        </p:txBody>
      </p:sp>
      <p:pic>
        <p:nvPicPr>
          <p:cNvPr id="10"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70172" y="351512"/>
            <a:ext cx="1905368" cy="912052"/>
          </a:xfrm>
          <a:prstGeom prst="rect">
            <a:avLst/>
          </a:prstGeom>
        </p:spPr>
      </p:pic>
      <p:pic>
        <p:nvPicPr>
          <p:cNvPr id="205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51113" y="3302489"/>
            <a:ext cx="2547938" cy="254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77352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sp>
        <p:nvSpPr>
          <p:cNvPr id="15" name="Rectangle 14"/>
          <p:cNvSpPr/>
          <p:nvPr userDrawn="1"/>
        </p:nvSpPr>
        <p:spPr>
          <a:xfrm>
            <a:off x="0" y="0"/>
            <a:ext cx="457200" cy="51450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pic>
        <p:nvPicPr>
          <p:cNvPr id="3075"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6208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Disposition personnalisée">
    <p:spTree>
      <p:nvGrpSpPr>
        <p:cNvPr id="1" name=""/>
        <p:cNvGrpSpPr/>
        <p:nvPr/>
      </p:nvGrpSpPr>
      <p:grpSpPr>
        <a:xfrm>
          <a:off x="0" y="0"/>
          <a:ext cx="0" cy="0"/>
          <a:chOff x="0" y="0"/>
          <a:chExt cx="0" cy="0"/>
        </a:xfrm>
      </p:grpSpPr>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sp>
        <p:nvSpPr>
          <p:cNvPr id="9" name="Rectangle 8"/>
          <p:cNvSpPr/>
          <p:nvPr userDrawn="1"/>
        </p:nvSpPr>
        <p:spPr>
          <a:xfrm>
            <a:off x="-2541" y="0"/>
            <a:ext cx="457200" cy="5145088"/>
          </a:xfrm>
          <a:prstGeom prst="rect">
            <a:avLst/>
          </a:prstGeom>
          <a:solidFill>
            <a:srgbClr val="59565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pic>
        <p:nvPicPr>
          <p:cNvPr id="6"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33556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Disposition personnalisée">
    <p:spTree>
      <p:nvGrpSpPr>
        <p:cNvPr id="1" name=""/>
        <p:cNvGrpSpPr/>
        <p:nvPr/>
      </p:nvGrpSpPr>
      <p:grpSpPr>
        <a:xfrm>
          <a:off x="0" y="0"/>
          <a:ext cx="0" cy="0"/>
          <a:chOff x="0" y="0"/>
          <a:chExt cx="0" cy="0"/>
        </a:xfrm>
      </p:grpSpPr>
      <p:sp>
        <p:nvSpPr>
          <p:cNvPr id="15" name="Rectangle 14"/>
          <p:cNvSpPr/>
          <p:nvPr userDrawn="1"/>
        </p:nvSpPr>
        <p:spPr>
          <a:xfrm>
            <a:off x="0" y="0"/>
            <a:ext cx="457200" cy="5145088"/>
          </a:xfrm>
          <a:prstGeom prst="rect">
            <a:avLst/>
          </a:prstGeom>
          <a:solidFill>
            <a:srgbClr val="84BD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pic>
        <p:nvPicPr>
          <p:cNvPr id="6"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3859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Disposition personnalisée">
    <p:spTree>
      <p:nvGrpSpPr>
        <p:cNvPr id="1" name=""/>
        <p:cNvGrpSpPr/>
        <p:nvPr/>
      </p:nvGrpSpPr>
      <p:grpSpPr>
        <a:xfrm>
          <a:off x="0" y="0"/>
          <a:ext cx="0" cy="0"/>
          <a:chOff x="0" y="0"/>
          <a:chExt cx="0" cy="0"/>
        </a:xfrm>
      </p:grpSpPr>
      <p:sp>
        <p:nvSpPr>
          <p:cNvPr id="15" name="Rectangle 14"/>
          <p:cNvSpPr/>
          <p:nvPr userDrawn="1"/>
        </p:nvSpPr>
        <p:spPr>
          <a:xfrm>
            <a:off x="0" y="0"/>
            <a:ext cx="457200" cy="51450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457200"/>
            <a:endParaRPr lang="en-GB" sz="2400">
              <a:solidFill>
                <a:prstClr val="white"/>
              </a:solidFill>
            </a:endParaRPr>
          </a:p>
        </p:txBody>
      </p:sp>
      <p:sp>
        <p:nvSpPr>
          <p:cNvPr id="10" name="Titre 1"/>
          <p:cNvSpPr>
            <a:spLocks noGrp="1"/>
          </p:cNvSpPr>
          <p:nvPr>
            <p:ph type="title" hasCustomPrompt="1"/>
          </p:nvPr>
        </p:nvSpPr>
        <p:spPr>
          <a:xfrm>
            <a:off x="584200" y="1847377"/>
            <a:ext cx="8229600" cy="857515"/>
          </a:xfrm>
          <a:prstGeom prst="rect">
            <a:avLst/>
          </a:prstGeom>
        </p:spPr>
        <p:txBody>
          <a:bodyPr anchor="ctr"/>
          <a:lstStyle>
            <a:lvl1pPr algn="ctr">
              <a:defRPr lang="fr-FR" sz="2800" b="0" i="0" kern="1200" cap="all" baseline="0" smtClean="0">
                <a:solidFill>
                  <a:srgbClr val="27509B"/>
                </a:solidFill>
                <a:latin typeface="Michelin" pitchFamily="50" charset="0"/>
                <a:ea typeface="+mj-ea"/>
                <a:cs typeface="Arial" panose="020B0604020202020204" pitchFamily="34" charset="0"/>
              </a:defRPr>
            </a:lvl1pPr>
          </a:lstStyle>
          <a:p>
            <a:r>
              <a:rPr lang="fr-FR"/>
              <a:t>Titre</a:t>
            </a:r>
          </a:p>
        </p:txBody>
      </p:sp>
      <p:sp>
        <p:nvSpPr>
          <p:cNvPr id="11" name="Sous-titre 2"/>
          <p:cNvSpPr>
            <a:spLocks noGrp="1"/>
          </p:cNvSpPr>
          <p:nvPr>
            <p:ph type="subTitle" idx="1" hasCustomPrompt="1"/>
          </p:nvPr>
        </p:nvSpPr>
        <p:spPr>
          <a:xfrm>
            <a:off x="5385917" y="2709739"/>
            <a:ext cx="3427884" cy="345903"/>
          </a:xfrm>
          <a:prstGeom prst="rect">
            <a:avLst/>
          </a:prstGeom>
        </p:spPr>
        <p:txBody>
          <a:bodyPr/>
          <a:lstStyle>
            <a:lvl1pPr marL="0" indent="0" algn="ctr">
              <a:buNone/>
              <a:defRPr lang="fr-FR" sz="1800" kern="1200" cap="none" baseline="0" smtClean="0">
                <a:solidFill>
                  <a:srgbClr val="27509B"/>
                </a:solidFill>
                <a:latin typeface="Arial"/>
                <a:ea typeface="+mn-ea"/>
                <a:cs typeface="Aria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fr-FR"/>
              <a:t>Sous titre</a:t>
            </a:r>
          </a:p>
        </p:txBody>
      </p:sp>
      <p:pic>
        <p:nvPicPr>
          <p:cNvPr id="14"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21404" y="351512"/>
            <a:ext cx="1905368" cy="912052"/>
          </a:xfrm>
          <a:prstGeom prst="rect">
            <a:avLst/>
          </a:prstGeom>
        </p:spPr>
      </p:pic>
      <p:pic>
        <p:nvPicPr>
          <p:cNvPr id="6" name="Picture 3"/>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57201" y="0"/>
            <a:ext cx="3148881" cy="1180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332101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Disposition personnalisée">
    <p:spTree>
      <p:nvGrpSpPr>
        <p:cNvPr id="1" name=""/>
        <p:cNvGrpSpPr/>
        <p:nvPr/>
      </p:nvGrpSpPr>
      <p:grpSpPr>
        <a:xfrm>
          <a:off x="0" y="0"/>
          <a:ext cx="0" cy="0"/>
          <a:chOff x="0" y="0"/>
          <a:chExt cx="0" cy="0"/>
        </a:xfrm>
      </p:grpSpPr>
      <p:sp>
        <p:nvSpPr>
          <p:cNvPr id="6" name="Rectangle 5"/>
          <p:cNvSpPr/>
          <p:nvPr userDrawn="1"/>
        </p:nvSpPr>
        <p:spPr>
          <a:xfrm>
            <a:off x="457201" y="2169695"/>
            <a:ext cx="8686803" cy="92230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GB">
              <a:solidFill>
                <a:prstClr val="white"/>
              </a:solidFill>
            </a:endParaRPr>
          </a:p>
        </p:txBody>
      </p:sp>
      <p:pic>
        <p:nvPicPr>
          <p:cNvPr id="9" name="Image 8"/>
          <p:cNvPicPr>
            <a:picLocks noChangeAspect="1"/>
          </p:cNvPicPr>
          <p:nvPr userDrawn="1"/>
        </p:nvPicPr>
        <p:blipFill rotWithShape="1">
          <a:blip r:embed="rId2" cstate="print">
            <a:duotone>
              <a:schemeClr val="bg2">
                <a:shade val="45000"/>
                <a:satMod val="135000"/>
              </a:schemeClr>
              <a:prstClr val="white"/>
            </a:duotone>
            <a:extLst>
              <a:ext uri="{28A0092B-C50C-407E-A947-70E740481C1C}">
                <a14:useLocalDpi xmlns:a14="http://schemas.microsoft.com/office/drawing/2010/main" val="0"/>
              </a:ext>
            </a:extLst>
          </a:blip>
          <a:srcRect r="6672" b="5523"/>
          <a:stretch/>
        </p:blipFill>
        <p:spPr>
          <a:xfrm>
            <a:off x="6571052" y="2884504"/>
            <a:ext cx="2572949" cy="2021844"/>
          </a:xfrm>
          <a:prstGeom prst="rect">
            <a:avLst/>
          </a:prstGeom>
        </p:spPr>
      </p:pic>
      <p:pic>
        <p:nvPicPr>
          <p:cNvPr id="10" name="Image 9" descr="usines.png"/>
          <p:cNvPicPr>
            <a:picLocks noChangeAspect="1"/>
          </p:cNvPicPr>
          <p:nvPr userDrawn="1"/>
        </p:nvPicPr>
        <p:blipFill>
          <a:blip r:embed="rId3">
            <a:lum bright="70000" contrast="-70000"/>
            <a:extLst>
              <a:ext uri="{28A0092B-C50C-407E-A947-70E740481C1C}">
                <a14:useLocalDpi xmlns:a14="http://schemas.microsoft.com/office/drawing/2010/main"/>
              </a:ext>
            </a:extLst>
          </a:blip>
          <a:stretch>
            <a:fillRect/>
          </a:stretch>
        </p:blipFill>
        <p:spPr>
          <a:xfrm>
            <a:off x="683568" y="628328"/>
            <a:ext cx="8244000" cy="1541732"/>
          </a:xfrm>
          <a:prstGeom prst="rect">
            <a:avLst/>
          </a:prstGeom>
        </p:spPr>
      </p:pic>
      <p:pic>
        <p:nvPicPr>
          <p:cNvPr id="205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57200" y="4065562"/>
            <a:ext cx="2242591" cy="840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descr="C:\Users\F375159\Desktop\Logo Michelin\Michelin_G_Horizontal_Fr_WhiteBG_0615-01.jp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457201" y="196280"/>
            <a:ext cx="2700609" cy="72008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texte 2"/>
          <p:cNvSpPr>
            <a:spLocks noGrp="1"/>
          </p:cNvSpPr>
          <p:nvPr>
            <p:ph type="body" sz="quarter" idx="10"/>
          </p:nvPr>
        </p:nvSpPr>
        <p:spPr>
          <a:xfrm>
            <a:off x="457201" y="3091999"/>
            <a:ext cx="4531175" cy="403225"/>
          </a:xfrm>
          <a:prstGeom prst="rect">
            <a:avLst/>
          </a:prstGeom>
        </p:spPr>
        <p:txBody>
          <a:bodyPr/>
          <a:lstStyle>
            <a:lvl1pPr marL="0" indent="0">
              <a:buNone/>
              <a:defRPr sz="1600" cap="small" baseline="0">
                <a:solidFill>
                  <a:schemeClr val="accent2"/>
                </a:solidFill>
                <a:latin typeface="Arial" panose="020B0604020202020204" pitchFamily="34" charset="0"/>
                <a:cs typeface="Arial" panose="020B0604020202020204" pitchFamily="34" charset="0"/>
              </a:defRPr>
            </a:lvl1pPr>
          </a:lstStyle>
          <a:p>
            <a:pPr lvl="0"/>
            <a:r>
              <a:rPr lang="fr-FR"/>
              <a:t>Modifiez les styles du texte du masque</a:t>
            </a:r>
          </a:p>
        </p:txBody>
      </p:sp>
      <p:sp>
        <p:nvSpPr>
          <p:cNvPr id="7" name="Titre 3"/>
          <p:cNvSpPr>
            <a:spLocks noGrp="1"/>
          </p:cNvSpPr>
          <p:nvPr>
            <p:ph type="title" hasCustomPrompt="1"/>
          </p:nvPr>
        </p:nvSpPr>
        <p:spPr>
          <a:xfrm>
            <a:off x="688138" y="2233821"/>
            <a:ext cx="8224926" cy="698763"/>
          </a:xfrm>
          <a:prstGeom prst="rect">
            <a:avLst/>
          </a:prstGeom>
        </p:spPr>
        <p:txBody>
          <a:bodyPr anchor="ctr"/>
          <a:lstStyle>
            <a:lvl1pPr algn="l">
              <a:defRPr sz="2000" i="0" cap="all" baseline="0">
                <a:solidFill>
                  <a:schemeClr val="bg1"/>
                </a:solidFill>
                <a:latin typeface="Michelin" pitchFamily="50" charset="0"/>
              </a:defRPr>
            </a:lvl1pPr>
          </a:lstStyle>
          <a:p>
            <a:r>
              <a:rPr lang="fr-FR"/>
              <a:t>MODIFIEZ LE STYLE DU TITRE</a:t>
            </a:r>
            <a:endParaRPr lang="en-GB"/>
          </a:p>
        </p:txBody>
      </p:sp>
    </p:spTree>
    <p:extLst>
      <p:ext uri="{BB962C8B-B14F-4D97-AF65-F5344CB8AC3E}">
        <p14:creationId xmlns:p14="http://schemas.microsoft.com/office/powerpoint/2010/main" val="3056013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Disposition personnalisée">
    <p:spTree>
      <p:nvGrpSpPr>
        <p:cNvPr id="1" name=""/>
        <p:cNvGrpSpPr/>
        <p:nvPr/>
      </p:nvGrpSpPr>
      <p:grpSpPr>
        <a:xfrm>
          <a:off x="0" y="0"/>
          <a:ext cx="0" cy="0"/>
          <a:chOff x="0" y="0"/>
          <a:chExt cx="0" cy="0"/>
        </a:xfrm>
      </p:grpSpPr>
      <p:sp>
        <p:nvSpPr>
          <p:cNvPr id="8" name="Rectangle 7"/>
          <p:cNvSpPr/>
          <p:nvPr userDrawn="1"/>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9"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E257E41-FBF6-421D-BC54-EE7D229C4F4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8578128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Disposition personnalisée">
    <p:spTree>
      <p:nvGrpSpPr>
        <p:cNvPr id="1" name=""/>
        <p:cNvGrpSpPr/>
        <p:nvPr/>
      </p:nvGrpSpPr>
      <p:grpSpPr>
        <a:xfrm>
          <a:off x="0" y="0"/>
          <a:ext cx="0" cy="0"/>
          <a:chOff x="0" y="0"/>
          <a:chExt cx="0" cy="0"/>
        </a:xfrm>
      </p:grpSpPr>
      <p:sp>
        <p:nvSpPr>
          <p:cNvPr id="3" name="Rectangle 2"/>
          <p:cNvSpPr/>
          <p:nvPr userDrawn="1"/>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9"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2"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13" name="Imag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Image 6">
            <a:extLst>
              <a:ext uri="{FF2B5EF4-FFF2-40B4-BE49-F238E27FC236}">
                <a16:creationId xmlns:a16="http://schemas.microsoft.com/office/drawing/2014/main" id="{B53305C7-5BC5-4148-9CB8-211B9FDCBB9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0213262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Disposition personnalisée">
    <p:spTree>
      <p:nvGrpSpPr>
        <p:cNvPr id="1" name=""/>
        <p:cNvGrpSpPr/>
        <p:nvPr/>
      </p:nvGrpSpPr>
      <p:grpSpPr>
        <a:xfrm>
          <a:off x="0" y="0"/>
          <a:ext cx="0" cy="0"/>
          <a:chOff x="0" y="0"/>
          <a:chExt cx="0" cy="0"/>
        </a:xfrm>
      </p:grpSpPr>
      <p:sp>
        <p:nvSpPr>
          <p:cNvPr id="16" name="Rectangle 15"/>
          <p:cNvSpPr/>
          <p:nvPr userDrawn="1"/>
        </p:nvSpPr>
        <p:spPr>
          <a:xfrm>
            <a:off x="0" y="0"/>
            <a:ext cx="457200" cy="5145088"/>
          </a:xfrm>
          <a:prstGeom prst="rect">
            <a:avLst/>
          </a:prstGeom>
          <a:solidFill>
            <a:srgbClr val="84BD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2"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981F529-AA17-44D5-8D38-77711D868D8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2154649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Disposition personnalisée">
    <p:spTree>
      <p:nvGrpSpPr>
        <p:cNvPr id="1" name=""/>
        <p:cNvGrpSpPr/>
        <p:nvPr/>
      </p:nvGrpSpPr>
      <p:grpSpPr>
        <a:xfrm>
          <a:off x="0" y="0"/>
          <a:ext cx="0" cy="0"/>
          <a:chOff x="0" y="0"/>
          <a:chExt cx="0" cy="0"/>
        </a:xfrm>
      </p:grpSpPr>
      <p:sp>
        <p:nvSpPr>
          <p:cNvPr id="7" name="Rectangle 6"/>
          <p:cNvSpPr/>
          <p:nvPr userDrawn="1"/>
        </p:nvSpPr>
        <p:spPr>
          <a:xfrm>
            <a:off x="0" y="0"/>
            <a:ext cx="457200" cy="5145088"/>
          </a:xfrm>
          <a:prstGeom prst="rect">
            <a:avLst/>
          </a:prstGeom>
          <a:solidFill>
            <a:srgbClr val="84BD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9"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4"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12" name="Image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Image 7">
            <a:extLst>
              <a:ext uri="{FF2B5EF4-FFF2-40B4-BE49-F238E27FC236}">
                <a16:creationId xmlns:a16="http://schemas.microsoft.com/office/drawing/2014/main" id="{C6580618-2261-452B-B63C-B73843BF33D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438540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Disposition personnalisée">
    <p:spTree>
      <p:nvGrpSpPr>
        <p:cNvPr id="1" name=""/>
        <p:cNvGrpSpPr/>
        <p:nvPr/>
      </p:nvGrpSpPr>
      <p:grpSpPr>
        <a:xfrm>
          <a:off x="0" y="0"/>
          <a:ext cx="0" cy="0"/>
          <a:chOff x="0" y="0"/>
          <a:chExt cx="0" cy="0"/>
        </a:xfrm>
      </p:grpSpPr>
      <p:sp>
        <p:nvSpPr>
          <p:cNvPr id="16" name="Rectangle 15"/>
          <p:cNvSpPr/>
          <p:nvPr userDrawn="1"/>
        </p:nvSpPr>
        <p:spPr>
          <a:xfrm>
            <a:off x="0" y="0"/>
            <a:ext cx="457200" cy="51450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2"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CA0D2F1-F911-4251-AF05-D45176F598D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2932303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Disposition personnalisée">
    <p:spTree>
      <p:nvGrpSpPr>
        <p:cNvPr id="1" name=""/>
        <p:cNvGrpSpPr/>
        <p:nvPr/>
      </p:nvGrpSpPr>
      <p:grpSpPr>
        <a:xfrm>
          <a:off x="0" y="0"/>
          <a:ext cx="0" cy="0"/>
          <a:chOff x="0" y="0"/>
          <a:chExt cx="0" cy="0"/>
        </a:xfrm>
      </p:grpSpPr>
      <p:sp>
        <p:nvSpPr>
          <p:cNvPr id="7" name="Rectangle 6"/>
          <p:cNvSpPr/>
          <p:nvPr userDrawn="1"/>
        </p:nvSpPr>
        <p:spPr>
          <a:xfrm>
            <a:off x="0" y="0"/>
            <a:ext cx="457200" cy="51450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2"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4"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9" name="Imag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Image 7">
            <a:extLst>
              <a:ext uri="{FF2B5EF4-FFF2-40B4-BE49-F238E27FC236}">
                <a16:creationId xmlns:a16="http://schemas.microsoft.com/office/drawing/2014/main" id="{76E112B9-6275-4176-82A8-E8CE6866F66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5998131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Disposition personnalisée">
    <p:spTree>
      <p:nvGrpSpPr>
        <p:cNvPr id="1" name=""/>
        <p:cNvGrpSpPr/>
        <p:nvPr/>
      </p:nvGrpSpPr>
      <p:grpSpPr>
        <a:xfrm>
          <a:off x="0" y="0"/>
          <a:ext cx="0" cy="0"/>
          <a:chOff x="0" y="0"/>
          <a:chExt cx="0" cy="0"/>
        </a:xfrm>
      </p:grpSpPr>
      <p:sp>
        <p:nvSpPr>
          <p:cNvPr id="15" name="Rectangle 14"/>
          <p:cNvSpPr/>
          <p:nvPr userDrawn="1"/>
        </p:nvSpPr>
        <p:spPr>
          <a:xfrm>
            <a:off x="0" y="0"/>
            <a:ext cx="457200" cy="5145088"/>
          </a:xfrm>
          <a:prstGeom prst="rect">
            <a:avLst/>
          </a:prstGeom>
          <a:solidFill>
            <a:srgbClr val="622C8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0"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1"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5"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4"/>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14421E3A-E764-41DF-AF41-6353558DDDF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1867671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5_Disposition personnalisée">
    <p:spTree>
      <p:nvGrpSpPr>
        <p:cNvPr id="1" name=""/>
        <p:cNvGrpSpPr/>
        <p:nvPr/>
      </p:nvGrpSpPr>
      <p:grpSpPr>
        <a:xfrm>
          <a:off x="0" y="0"/>
          <a:ext cx="0" cy="0"/>
          <a:chOff x="0" y="0"/>
          <a:chExt cx="0" cy="0"/>
        </a:xfrm>
      </p:grpSpPr>
      <p:sp>
        <p:nvSpPr>
          <p:cNvPr id="9" name="Rectangle 8"/>
          <p:cNvSpPr/>
          <p:nvPr userDrawn="1"/>
        </p:nvSpPr>
        <p:spPr>
          <a:xfrm>
            <a:off x="0" y="0"/>
            <a:ext cx="457200" cy="5145088"/>
          </a:xfrm>
          <a:prstGeom prst="rect">
            <a:avLst/>
          </a:prstGeom>
          <a:solidFill>
            <a:srgbClr val="622C8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57200"/>
            <a:endParaRPr lang="en-GB">
              <a:solidFill>
                <a:prstClr val="white"/>
              </a:solidFill>
            </a:endParaRPr>
          </a:p>
        </p:txBody>
      </p:sp>
      <p:sp>
        <p:nvSpPr>
          <p:cNvPr id="14" name="Espace réservé du contenu 4"/>
          <p:cNvSpPr>
            <a:spLocks noGrp="1"/>
          </p:cNvSpPr>
          <p:nvPr>
            <p:ph sz="quarter" idx="10"/>
          </p:nvPr>
        </p:nvSpPr>
        <p:spPr>
          <a:xfrm>
            <a:off x="457203" y="800347"/>
            <a:ext cx="8229598" cy="3608718"/>
          </a:xfrm>
          <a:prstGeom prst="rect">
            <a:avLst/>
          </a:prstGeom>
        </p:spPr>
        <p:txBody>
          <a:bodyPr/>
          <a:lstStyle>
            <a:lvl1pPr>
              <a:defRPr lang="fr-FR" sz="1800" kern="1200" noProof="0" dirty="0" smtClean="0">
                <a:solidFill>
                  <a:schemeClr val="tx1">
                    <a:lumMod val="75000"/>
                    <a:lumOff val="25000"/>
                  </a:schemeClr>
                </a:solidFill>
                <a:latin typeface="Arial"/>
                <a:ea typeface="+mn-ea"/>
                <a:cs typeface="Arial"/>
              </a:defRPr>
            </a:lvl1pPr>
            <a:lvl2pPr marL="742932" indent="-285744">
              <a:buFontTx/>
              <a:buBlip>
                <a:blip r:embed="rId2"/>
              </a:buBlip>
              <a:defRPr lang="fr-FR" sz="1600" kern="1200" noProof="0" dirty="0" smtClean="0">
                <a:solidFill>
                  <a:schemeClr val="tx1">
                    <a:lumMod val="75000"/>
                    <a:lumOff val="25000"/>
                  </a:schemeClr>
                </a:solidFill>
                <a:latin typeface="Arial"/>
                <a:ea typeface="+mn-ea"/>
                <a:cs typeface="Arial"/>
              </a:defRPr>
            </a:lvl2pPr>
            <a:lvl3pPr marL="1142971" indent="-228594">
              <a:buFontTx/>
              <a:buBlip>
                <a:blip r:embed="rId3"/>
              </a:buBlip>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3pPr>
            <a:lvl4pPr marL="1600160" indent="-228594">
              <a:buFont typeface="Wingdings" panose="05000000000000000000" pitchFamily="2" charset="2"/>
              <a:buChar char="§"/>
              <a:defRPr lang="fr-FR" sz="1400" kern="1200" dirty="0" smtClean="0">
                <a:solidFill>
                  <a:schemeClr val="tx1">
                    <a:lumMod val="75000"/>
                    <a:lumOff val="25000"/>
                  </a:schemeClr>
                </a:solidFill>
                <a:latin typeface="Arial" panose="020B0604020202020204" pitchFamily="34" charset="0"/>
                <a:ea typeface="+mn-ea"/>
                <a:cs typeface="Arial" panose="020B0604020202020204" pitchFamily="34" charset="0"/>
              </a:defRPr>
            </a:lvl4pPr>
            <a:lvl5pPr marL="2057349" indent="-228594">
              <a:buFont typeface="Arial" panose="020B0604020202020204" pitchFamily="34" charset="0"/>
              <a:buChar char="•"/>
              <a:defRPr lang="en-GB" sz="1400" kern="1200" dirty="0">
                <a:solidFill>
                  <a:schemeClr val="tx1">
                    <a:lumMod val="75000"/>
                    <a:lumOff val="25000"/>
                  </a:schemeClr>
                </a:solidFill>
                <a:latin typeface="Arial" panose="020B0604020202020204" pitchFamily="34" charset="0"/>
                <a:ea typeface="+mn-ea"/>
                <a:cs typeface="Arial" panose="020B0604020202020204" pitchFamily="34" charset="0"/>
              </a:defRPr>
            </a:lvl5pPr>
          </a:lstStyle>
          <a:p>
            <a:pPr marL="0" lvl="0" indent="0" algn="l" defTabSz="457189" rtl="0" eaLnBrk="1" latinLnBrk="0" hangingPunct="1">
              <a:spcBef>
                <a:spcPct val="20000"/>
              </a:spcBef>
              <a:buFont typeface="Arial"/>
              <a:buNone/>
            </a:pPr>
            <a:r>
              <a:rPr lang="fr-FR"/>
              <a:t>Modifier les styles du texte du masque</a:t>
            </a:r>
          </a:p>
          <a:p>
            <a:pPr marL="742932" lvl="1" indent="-285744" algn="l" defTabSz="457189" rtl="0" eaLnBrk="1" latinLnBrk="0" hangingPunct="1">
              <a:spcBef>
                <a:spcPct val="20000"/>
              </a:spcBef>
              <a:buFontTx/>
              <a:buBlip>
                <a:blip r:embed="rId2"/>
              </a:buBlip>
            </a:pPr>
            <a:r>
              <a:rPr lang="fr-FR"/>
              <a:t>Deuxième niveau</a:t>
            </a:r>
          </a:p>
          <a:p>
            <a:pPr marL="1142971" lvl="2" indent="-228594" algn="l" defTabSz="457189" rtl="0" eaLnBrk="1" latinLnBrk="0" hangingPunct="1">
              <a:spcBef>
                <a:spcPct val="20000"/>
              </a:spcBef>
              <a:buFontTx/>
              <a:buBlip>
                <a:blip r:embed="rId3"/>
              </a:buBlip>
            </a:pPr>
            <a:r>
              <a:rPr lang="fr-FR"/>
              <a:t>Troisième niveau</a:t>
            </a:r>
          </a:p>
          <a:p>
            <a:pPr marL="1600160" lvl="3" indent="-228594" algn="l" defTabSz="457189" rtl="0" eaLnBrk="1" latinLnBrk="0" hangingPunct="1">
              <a:spcBef>
                <a:spcPct val="20000"/>
              </a:spcBef>
              <a:buFont typeface="Wingdings" panose="05000000000000000000" pitchFamily="2" charset="2"/>
              <a:buChar char="§"/>
            </a:pPr>
            <a:r>
              <a:rPr lang="fr-FR"/>
              <a:t>Quatrième niveau</a:t>
            </a:r>
          </a:p>
          <a:p>
            <a:pPr marL="2057349" lvl="4" indent="-228594" algn="l" defTabSz="457189" rtl="0" eaLnBrk="1" latinLnBrk="0" hangingPunct="1">
              <a:spcBef>
                <a:spcPct val="20000"/>
              </a:spcBef>
              <a:buFont typeface="Arial" panose="020B0604020202020204" pitchFamily="34" charset="0"/>
              <a:buChar char="•"/>
            </a:pPr>
            <a:r>
              <a:rPr lang="fr-FR"/>
              <a:t>Cinquième niveau</a:t>
            </a:r>
            <a:endParaRPr lang="en-GB"/>
          </a:p>
        </p:txBody>
      </p:sp>
      <p:sp>
        <p:nvSpPr>
          <p:cNvPr id="15" name="Titre 3"/>
          <p:cNvSpPr>
            <a:spLocks noGrp="1"/>
          </p:cNvSpPr>
          <p:nvPr>
            <p:ph type="title" hasCustomPrompt="1"/>
          </p:nvPr>
        </p:nvSpPr>
        <p:spPr>
          <a:xfrm>
            <a:off x="457203" y="109504"/>
            <a:ext cx="7886700" cy="483200"/>
          </a:xfrm>
          <a:prstGeom prst="rect">
            <a:avLst/>
          </a:prstGeom>
        </p:spPr>
        <p:txBody>
          <a:bodyPr anchor="ctr"/>
          <a:lstStyle>
            <a:lvl1pPr algn="l" defTabSz="457189" rtl="0" eaLnBrk="1" latinLnBrk="0" hangingPunct="1">
              <a:spcBef>
                <a:spcPct val="0"/>
              </a:spcBef>
              <a:buNone/>
              <a:defRPr lang="en-GB" sz="2800" b="1" i="1" kern="1200" cap="all" baseline="0" dirty="0">
                <a:solidFill>
                  <a:srgbClr val="27509B"/>
                </a:solidFill>
                <a:latin typeface="Arial Black" panose="020B0A04020102020204" pitchFamily="34" charset="0"/>
                <a:ea typeface="+mj-ea"/>
                <a:cs typeface="Arial" panose="020B0604020202020204" pitchFamily="34" charset="0"/>
              </a:defRPr>
            </a:lvl1pPr>
          </a:lstStyle>
          <a:p>
            <a:r>
              <a:rPr lang="fr-FR"/>
              <a:t>MODIFIEZ LE STYLE DU TITRE</a:t>
            </a:r>
            <a:endParaRPr lang="en-GB"/>
          </a:p>
        </p:txBody>
      </p:sp>
      <p:pic>
        <p:nvPicPr>
          <p:cNvPr id="11" name="Image 1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4672" y="4426066"/>
            <a:ext cx="1944000" cy="519417"/>
          </a:xfrm>
          <a:prstGeom prst="rect">
            <a:avLst/>
          </a:prstGeom>
        </p:spPr>
      </p:pic>
      <p:pic>
        <p:nvPicPr>
          <p:cNvPr id="6"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519746" y="4426066"/>
            <a:ext cx="1384990" cy="519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Image 6">
            <a:extLst>
              <a:ext uri="{FF2B5EF4-FFF2-40B4-BE49-F238E27FC236}">
                <a16:creationId xmlns:a16="http://schemas.microsoft.com/office/drawing/2014/main" id="{442FC3AF-5FE6-4BB1-9833-2F263D582EE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00000" y="80214"/>
            <a:ext cx="1944000" cy="519417"/>
          </a:xfrm>
          <a:prstGeom prst="rect">
            <a:avLst/>
          </a:prstGeom>
        </p:spPr>
      </p:pic>
    </p:spTree>
    <p:extLst>
      <p:ext uri="{BB962C8B-B14F-4D97-AF65-F5344CB8AC3E}">
        <p14:creationId xmlns:p14="http://schemas.microsoft.com/office/powerpoint/2010/main" val="30962737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5" name="Rectangle 4"/>
          <p:cNvSpPr/>
          <p:nvPr userDrawn="1"/>
        </p:nvSpPr>
        <p:spPr>
          <a:xfrm>
            <a:off x="457199" y="0"/>
            <a:ext cx="8686804" cy="4897512"/>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GB">
              <a:solidFill>
                <a:prstClr val="white"/>
              </a:solidFill>
            </a:endParaRPr>
          </a:p>
        </p:txBody>
      </p:sp>
      <p:sp>
        <p:nvSpPr>
          <p:cNvPr id="14" name="Title 5"/>
          <p:cNvSpPr txBox="1">
            <a:spLocks/>
          </p:cNvSpPr>
          <p:nvPr userDrawn="1"/>
        </p:nvSpPr>
        <p:spPr>
          <a:xfrm>
            <a:off x="449581" y="2173528"/>
            <a:ext cx="8694420" cy="680093"/>
          </a:xfrm>
          <a:prstGeom prst="rect">
            <a:avLst/>
          </a:prstGeom>
          <a:ln>
            <a:no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0" i="0">
                <a:solidFill>
                  <a:prstClr val="white"/>
                </a:solidFill>
                <a:latin typeface="Michelin" pitchFamily="50" charset="0"/>
                <a:cs typeface="Arial"/>
              </a:rPr>
              <a:t>MERCI</a:t>
            </a:r>
          </a:p>
        </p:txBody>
      </p:sp>
      <p:pic>
        <p:nvPicPr>
          <p:cNvPr id="4"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92538" y="345314"/>
            <a:ext cx="1963103" cy="939689"/>
          </a:xfrm>
          <a:prstGeom prst="rect">
            <a:avLst/>
          </a:prstGeom>
        </p:spPr>
      </p:pic>
      <p:pic>
        <p:nvPicPr>
          <p:cNvPr id="5122"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428138" y="3692607"/>
            <a:ext cx="2891900" cy="1204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18164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Rectangle 4"/>
          <p:cNvSpPr/>
          <p:nvPr userDrawn="1"/>
        </p:nvSpPr>
        <p:spPr>
          <a:xfrm flipH="1">
            <a:off x="1" y="0"/>
            <a:ext cx="457199" cy="51450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GB">
              <a:solidFill>
                <a:prstClr val="white"/>
              </a:solidFill>
            </a:endParaRPr>
          </a:p>
        </p:txBody>
      </p:sp>
      <p:sp>
        <p:nvSpPr>
          <p:cNvPr id="14" name="Title 5"/>
          <p:cNvSpPr txBox="1">
            <a:spLocks/>
          </p:cNvSpPr>
          <p:nvPr userDrawn="1"/>
        </p:nvSpPr>
        <p:spPr>
          <a:xfrm>
            <a:off x="449581" y="2173528"/>
            <a:ext cx="8694420" cy="680093"/>
          </a:xfrm>
          <a:prstGeom prst="rect">
            <a:avLst/>
          </a:prstGeom>
          <a:ln>
            <a:no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0" i="0">
                <a:solidFill>
                  <a:srgbClr val="27509B"/>
                </a:solidFill>
                <a:latin typeface="Michelin" pitchFamily="50" charset="0"/>
                <a:cs typeface="Arial"/>
              </a:rPr>
              <a:t>MERCI</a:t>
            </a:r>
          </a:p>
        </p:txBody>
      </p:sp>
      <p:pic>
        <p:nvPicPr>
          <p:cNvPr id="4"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92538" y="345314"/>
            <a:ext cx="1963103" cy="939688"/>
          </a:xfrm>
          <a:prstGeom prst="rect">
            <a:avLst/>
          </a:prstGeom>
        </p:spPr>
      </p:pic>
      <p:pic>
        <p:nvPicPr>
          <p:cNvPr id="614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770804" y="3997501"/>
            <a:ext cx="2373197" cy="890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84614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8_Disposition personnalisée">
    <p:spTree>
      <p:nvGrpSpPr>
        <p:cNvPr id="1" name=""/>
        <p:cNvGrpSpPr/>
        <p:nvPr/>
      </p:nvGrpSpPr>
      <p:grpSpPr>
        <a:xfrm>
          <a:off x="0" y="0"/>
          <a:ext cx="0" cy="0"/>
          <a:chOff x="0" y="0"/>
          <a:chExt cx="0" cy="0"/>
        </a:xfrm>
      </p:grpSpPr>
      <p:sp>
        <p:nvSpPr>
          <p:cNvPr id="8" name="Rectangle 7"/>
          <p:cNvSpPr/>
          <p:nvPr userDrawn="1"/>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800"/>
          </a:p>
        </p:txBody>
      </p:sp>
      <p:sp>
        <p:nvSpPr>
          <p:cNvPr id="7" name="Titre 12"/>
          <p:cNvSpPr>
            <a:spLocks noGrp="1"/>
          </p:cNvSpPr>
          <p:nvPr>
            <p:ph type="title" hasCustomPrompt="1"/>
          </p:nvPr>
        </p:nvSpPr>
        <p:spPr>
          <a:xfrm>
            <a:off x="457200" y="114336"/>
            <a:ext cx="8229600" cy="470045"/>
          </a:xfrm>
          <a:prstGeom prst="rect">
            <a:avLst/>
          </a:prstGeom>
        </p:spPr>
        <p:txBody>
          <a:bodyPr>
            <a:noAutofit/>
          </a:bodyPr>
          <a:lstStyle>
            <a:lvl1pPr algn="l">
              <a:defRPr sz="2800" b="1" i="1" cap="all" baseline="0">
                <a:solidFill>
                  <a:srgbClr val="27509B"/>
                </a:solidFill>
                <a:latin typeface="Arial Black" panose="020B0A04020102020204" pitchFamily="34" charset="0"/>
                <a:cs typeface="Arial" panose="020B0604020202020204" pitchFamily="34" charset="0"/>
              </a:defRPr>
            </a:lvl1pPr>
          </a:lstStyle>
          <a:p>
            <a:r>
              <a:rPr lang="en-GB"/>
              <a:t>Click to edit Master title style</a:t>
            </a:r>
            <a:endParaRPr lang="fr-FR"/>
          </a:p>
        </p:txBody>
      </p:sp>
      <p:sp>
        <p:nvSpPr>
          <p:cNvPr id="11" name="Espace réservé du contenu 4"/>
          <p:cNvSpPr>
            <a:spLocks noGrp="1"/>
          </p:cNvSpPr>
          <p:nvPr>
            <p:ph sz="quarter" idx="10"/>
          </p:nvPr>
        </p:nvSpPr>
        <p:spPr>
          <a:xfrm>
            <a:off x="457203" y="800347"/>
            <a:ext cx="8229598" cy="3608718"/>
          </a:xfrm>
          <a:prstGeom prst="rect">
            <a:avLst/>
          </a:prstGeom>
        </p:spPr>
        <p:txBody>
          <a:bodyPr/>
          <a:lstStyle>
            <a:lvl1pPr>
              <a:defRPr sz="1800"/>
            </a:lvl1pPr>
            <a:lvl2pPr marL="742932" indent="-285744">
              <a:buFontTx/>
              <a:buBlip>
                <a:blip r:embed="rId2"/>
              </a:buBlip>
              <a:defRPr sz="1600"/>
            </a:lvl2pPr>
            <a:lvl3pPr marL="1142971" indent="-228594">
              <a:buFontTx/>
              <a:buBlip>
                <a:blip r:embed="rId3"/>
              </a:buBlip>
              <a:defRPr sz="1400">
                <a:latin typeface="Arial" panose="020B0604020202020204" pitchFamily="34" charset="0"/>
                <a:cs typeface="Arial" panose="020B0604020202020204" pitchFamily="34" charset="0"/>
              </a:defRPr>
            </a:lvl3pPr>
            <a:lvl4pPr marL="1600160" indent="-228594">
              <a:buFont typeface="Wingdings" panose="05000000000000000000" pitchFamily="2" charset="2"/>
              <a:buChar char="§"/>
              <a:defRPr sz="1400">
                <a:latin typeface="Arial" panose="020B0604020202020204" pitchFamily="34" charset="0"/>
                <a:cs typeface="Arial" panose="020B0604020202020204" pitchFamily="34" charset="0"/>
              </a:defRPr>
            </a:lvl4pPr>
            <a:lvl5pPr marL="2057349" indent="-228594">
              <a:buFont typeface="Arial" panose="020B0604020202020204" pitchFamily="34" charset="0"/>
              <a:buChar char="•"/>
              <a:defRPr sz="1400">
                <a:latin typeface="Arial" panose="020B0604020202020204" pitchFamily="34" charset="0"/>
                <a:cs typeface="Arial" panose="020B0604020202020204" pitchFamily="34" charset="0"/>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Tree>
    <p:extLst>
      <p:ext uri="{BB962C8B-B14F-4D97-AF65-F5344CB8AC3E}">
        <p14:creationId xmlns:p14="http://schemas.microsoft.com/office/powerpoint/2010/main" val="28035271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Diapositive de titre">
    <p:bg>
      <p:bgPr>
        <a:solidFill>
          <a:srgbClr val="014E9F"/>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F2B319CC-E261-134F-BFBC-DD5C47A61D7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469051" y="690847"/>
            <a:ext cx="4784360" cy="3163438"/>
          </a:xfrm>
          <a:prstGeom prst="rect">
            <a:avLst/>
          </a:prstGeom>
        </p:spPr>
      </p:pic>
      <p:pic>
        <p:nvPicPr>
          <p:cNvPr id="4" name="Imagen 3" descr="Un dibujo de un perro blanco y negro&#10;&#10;Descripción generada automáticamente con confianza baja">
            <a:extLst>
              <a:ext uri="{FF2B5EF4-FFF2-40B4-BE49-F238E27FC236}">
                <a16:creationId xmlns:a16="http://schemas.microsoft.com/office/drawing/2014/main" id="{6749395E-3B42-4251-A763-B3DC27A224FF}"/>
              </a:ext>
            </a:extLst>
          </p:cNvPr>
          <p:cNvPicPr>
            <a:picLocks noChangeAspect="1"/>
          </p:cNvPicPr>
          <p:nvPr userDrawn="1"/>
        </p:nvPicPr>
        <p:blipFill>
          <a:blip r:embed="rId3"/>
          <a:stretch>
            <a:fillRect/>
          </a:stretch>
        </p:blipFill>
        <p:spPr>
          <a:xfrm>
            <a:off x="7500937" y="3852667"/>
            <a:ext cx="1225873" cy="644834"/>
          </a:xfrm>
          <a:prstGeom prst="rect">
            <a:avLst/>
          </a:prstGeom>
        </p:spPr>
      </p:pic>
    </p:spTree>
    <p:extLst>
      <p:ext uri="{BB962C8B-B14F-4D97-AF65-F5344CB8AC3E}">
        <p14:creationId xmlns:p14="http://schemas.microsoft.com/office/powerpoint/2010/main" val="42023561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Bullet Point style 01">
    <p:spTree>
      <p:nvGrpSpPr>
        <p:cNvPr id="1" name=""/>
        <p:cNvGrpSpPr/>
        <p:nvPr/>
      </p:nvGrpSpPr>
      <p:grpSpPr>
        <a:xfrm>
          <a:off x="0" y="0"/>
          <a:ext cx="0" cy="0"/>
          <a:chOff x="0" y="0"/>
          <a:chExt cx="0" cy="0"/>
        </a:xfrm>
      </p:grpSpPr>
      <p:sp>
        <p:nvSpPr>
          <p:cNvPr id="5" name="Espace réservé du texte 28">
            <a:extLst>
              <a:ext uri="{FF2B5EF4-FFF2-40B4-BE49-F238E27FC236}">
                <a16:creationId xmlns:a16="http://schemas.microsoft.com/office/drawing/2014/main" id="{D8F74563-30A1-1DD0-13CB-D0B9DCE81D91}"/>
              </a:ext>
            </a:extLst>
          </p:cNvPr>
          <p:cNvSpPr>
            <a:spLocks noGrp="1"/>
          </p:cNvSpPr>
          <p:nvPr>
            <p:ph type="body" sz="quarter" idx="17" hasCustomPrompt="1"/>
          </p:nvPr>
        </p:nvSpPr>
        <p:spPr>
          <a:xfrm>
            <a:off x="584596" y="1231676"/>
            <a:ext cx="8143864" cy="2958686"/>
          </a:xfrm>
          <a:prstGeom prst="rect">
            <a:avLst/>
          </a:prstGeom>
        </p:spPr>
        <p:txBody>
          <a:bodyPr/>
          <a:lstStyle>
            <a:lvl1pPr marL="128588" indent="-128588">
              <a:buClr>
                <a:srgbClr val="27509B"/>
              </a:buClr>
              <a:buFont typeface="Wingdings" panose="05000000000000000000" pitchFamily="2" charset="2"/>
              <a:buChar char="§"/>
              <a:defRPr lang="fr-FR" sz="1200" kern="1200" dirty="0">
                <a:solidFill>
                  <a:schemeClr val="tx1"/>
                </a:solidFill>
                <a:latin typeface="Arial" panose="020B0604020202020204" pitchFamily="34" charset="0"/>
                <a:ea typeface="+mn-ea"/>
                <a:cs typeface="Arial" panose="020B0604020202020204" pitchFamily="34" charset="0"/>
              </a:defRPr>
            </a:lvl1pPr>
            <a:lvl2pPr marL="514350" indent="-171450">
              <a:buClr>
                <a:srgbClr val="27509B"/>
              </a:buClr>
              <a:buFont typeface="Wingdings" panose="05000000000000000000" pitchFamily="2" charset="2"/>
              <a:buChar char="§"/>
              <a:defRPr sz="1050">
                <a:latin typeface="Arial" panose="020B0604020202020204" pitchFamily="34" charset="0"/>
                <a:cs typeface="Arial" panose="020B0604020202020204" pitchFamily="34" charset="0"/>
              </a:defRPr>
            </a:lvl2pPr>
            <a:lvl3pPr marL="942975" indent="-257175">
              <a:buClr>
                <a:srgbClr val="27509B"/>
              </a:buClr>
              <a:buFont typeface="Wingdings" panose="05000000000000000000" pitchFamily="2" charset="2"/>
              <a:buChar char="§"/>
              <a:defRPr sz="900">
                <a:latin typeface="Arial" panose="020B0604020202020204" pitchFamily="34" charset="0"/>
                <a:cs typeface="Arial" panose="020B0604020202020204" pitchFamily="34" charset="0"/>
              </a:defRPr>
            </a:lvl3pPr>
          </a:lstStyle>
          <a:p>
            <a:pPr lvl="0"/>
            <a:r>
              <a:rPr lang="fr-FR"/>
              <a:t> Bullet point</a:t>
            </a:r>
          </a:p>
          <a:p>
            <a:pPr lvl="1"/>
            <a:r>
              <a:rPr lang="fr-FR"/>
              <a:t> Bullet Point</a:t>
            </a:r>
          </a:p>
          <a:p>
            <a:pPr lvl="2"/>
            <a:r>
              <a:rPr lang="fr-FR"/>
              <a:t>Bullet point</a:t>
            </a:r>
          </a:p>
        </p:txBody>
      </p:sp>
      <p:sp>
        <p:nvSpPr>
          <p:cNvPr id="10" name="Titre 1">
            <a:extLst>
              <a:ext uri="{FF2B5EF4-FFF2-40B4-BE49-F238E27FC236}">
                <a16:creationId xmlns:a16="http://schemas.microsoft.com/office/drawing/2014/main" id="{0681AD6D-056B-D09A-A11A-EA54C144B898}"/>
              </a:ext>
            </a:extLst>
          </p:cNvPr>
          <p:cNvSpPr>
            <a:spLocks noGrp="1"/>
          </p:cNvSpPr>
          <p:nvPr>
            <p:ph type="title"/>
          </p:nvPr>
        </p:nvSpPr>
        <p:spPr>
          <a:xfrm>
            <a:off x="584598" y="197775"/>
            <a:ext cx="8143864" cy="270368"/>
          </a:xfrm>
          <a:prstGeom prst="rect">
            <a:avLst/>
          </a:prstGeom>
        </p:spPr>
        <p:txBody>
          <a:bodyPr/>
          <a:lstStyle>
            <a:lvl1pPr>
              <a:defRPr sz="1800" b="1">
                <a:latin typeface="Michelin" panose="02000000000000000000" pitchFamily="50" charset="0"/>
              </a:defRPr>
            </a:lvl1pPr>
          </a:lstStyle>
          <a:p>
            <a:r>
              <a:rPr lang="fr-FR"/>
              <a:t>Modifiez le style du titre</a:t>
            </a:r>
          </a:p>
        </p:txBody>
      </p:sp>
      <p:sp>
        <p:nvSpPr>
          <p:cNvPr id="3" name="Espace réservé du texte 10">
            <a:extLst>
              <a:ext uri="{FF2B5EF4-FFF2-40B4-BE49-F238E27FC236}">
                <a16:creationId xmlns:a16="http://schemas.microsoft.com/office/drawing/2014/main" id="{2A5FBE9C-1A0C-7A99-A4B9-C3E7770AE6F6}"/>
              </a:ext>
            </a:extLst>
          </p:cNvPr>
          <p:cNvSpPr>
            <a:spLocks noGrp="1"/>
          </p:cNvSpPr>
          <p:nvPr>
            <p:ph type="body" sz="quarter" idx="54" hasCustomPrompt="1"/>
          </p:nvPr>
        </p:nvSpPr>
        <p:spPr>
          <a:xfrm>
            <a:off x="584597" y="513552"/>
            <a:ext cx="8143864" cy="205951"/>
          </a:xfrm>
          <a:prstGeom prst="rect">
            <a:avLst/>
          </a:prstGeom>
        </p:spPr>
        <p:txBody>
          <a:bodyPr/>
          <a:lstStyle>
            <a:lvl1pPr marL="0" indent="0">
              <a:buNone/>
              <a:defRPr lang="fr-FR" sz="900" kern="1200" dirty="0">
                <a:solidFill>
                  <a:srgbClr val="27509B"/>
                </a:solidFill>
                <a:latin typeface="Michelin Light" panose="02000000000000000000" pitchFamily="50" charset="0"/>
                <a:ea typeface="+mn-ea"/>
                <a:cs typeface="+mn-cs"/>
              </a:defRPr>
            </a:lvl1pPr>
          </a:lstStyle>
          <a:p>
            <a:pPr lvl="0"/>
            <a:r>
              <a:rPr lang="fr-FR" err="1"/>
              <a:t>Subtitle</a:t>
            </a:r>
            <a:endParaRPr lang="fr-FR"/>
          </a:p>
        </p:txBody>
      </p:sp>
    </p:spTree>
    <p:extLst>
      <p:ext uri="{BB962C8B-B14F-4D97-AF65-F5344CB8AC3E}">
        <p14:creationId xmlns:p14="http://schemas.microsoft.com/office/powerpoint/2010/main" val="25033720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96A04297-BC87-1BE3-8E64-5D81375F668A}"/>
              </a:ext>
            </a:extLst>
          </p:cNvPr>
          <p:cNvPicPr>
            <a:picLocks noChangeAspect="1"/>
          </p:cNvPicPr>
          <p:nvPr userDrawn="1"/>
        </p:nvPicPr>
        <p:blipFill>
          <a:blip r:embed="rId2"/>
          <a:srcRect/>
          <a:stretch/>
        </p:blipFill>
        <p:spPr>
          <a:xfrm>
            <a:off x="0" y="0"/>
            <a:ext cx="9144000" cy="5145088"/>
          </a:xfrm>
          <a:prstGeom prst="rect">
            <a:avLst/>
          </a:prstGeom>
        </p:spPr>
      </p:pic>
      <p:sp>
        <p:nvSpPr>
          <p:cNvPr id="10" name="Rectangle 9">
            <a:extLst>
              <a:ext uri="{FF2B5EF4-FFF2-40B4-BE49-F238E27FC236}">
                <a16:creationId xmlns:a16="http://schemas.microsoft.com/office/drawing/2014/main" id="{8E11641D-F3C3-3893-66A9-D7B5F2759F83}"/>
              </a:ext>
            </a:extLst>
          </p:cNvPr>
          <p:cNvSpPr/>
          <p:nvPr userDrawn="1"/>
        </p:nvSpPr>
        <p:spPr>
          <a:xfrm>
            <a:off x="718148" y="679274"/>
            <a:ext cx="407598" cy="116492"/>
          </a:xfrm>
          <a:prstGeom prst="rect">
            <a:avLst/>
          </a:prstGeom>
          <a:solidFill>
            <a:srgbClr val="2750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1" name="Text Placeholder 11">
            <a:extLst>
              <a:ext uri="{FF2B5EF4-FFF2-40B4-BE49-F238E27FC236}">
                <a16:creationId xmlns:a16="http://schemas.microsoft.com/office/drawing/2014/main" id="{2C36D0CB-BD06-2904-2868-26956ED7EFAC}"/>
              </a:ext>
            </a:extLst>
          </p:cNvPr>
          <p:cNvSpPr>
            <a:spLocks noGrp="1"/>
          </p:cNvSpPr>
          <p:nvPr>
            <p:ph type="body" sz="quarter" idx="10"/>
          </p:nvPr>
        </p:nvSpPr>
        <p:spPr>
          <a:xfrm>
            <a:off x="604321" y="1427649"/>
            <a:ext cx="3948104" cy="265457"/>
          </a:xfrm>
          <a:prstGeom prst="rect">
            <a:avLst/>
          </a:prstGeom>
          <a:noFill/>
        </p:spPr>
        <p:txBody>
          <a:bodyPr wrap="square">
            <a:spAutoFit/>
          </a:bodyPr>
          <a:lstStyle>
            <a:lvl1pPr marL="0" indent="0">
              <a:buNone/>
              <a:defRPr kumimoji="0" lang="en-US" sz="1125" b="0" i="0" u="none" strike="noStrike" cap="none" spc="-60" normalizeH="0" baseline="0" dirty="0" smtClean="0">
                <a:ln>
                  <a:noFill/>
                </a:ln>
                <a:solidFill>
                  <a:srgbClr val="27509B"/>
                </a:solidFill>
                <a:effectLst/>
                <a:uLnTx/>
                <a:uFillTx/>
                <a:latin typeface="Michelin" panose="02000000000000000000" pitchFamily="50" charset="0"/>
              </a:defRPr>
            </a:lvl1pPr>
            <a:lvl2pPr marL="171450" indent="0">
              <a:buNone/>
              <a:defRPr lang="en-US" sz="1350" dirty="0" smtClean="0"/>
            </a:lvl2pPr>
            <a:lvl3pPr>
              <a:defRPr lang="en-US" sz="1350" dirty="0" smtClean="0"/>
            </a:lvl3pPr>
            <a:lvl4pPr>
              <a:defRPr lang="en-US" dirty="0" smtClean="0"/>
            </a:lvl4pPr>
            <a:lvl5pPr>
              <a:defRPr lang="fr-FR" dirty="0"/>
            </a:lvl5pPr>
          </a:lstStyle>
          <a:p>
            <a:pPr marL="171450" marR="0" lvl="0" indent="-171450" fontAlgn="auto">
              <a:lnSpc>
                <a:spcPct val="100000"/>
              </a:lnSpc>
              <a:spcBef>
                <a:spcPts val="0"/>
              </a:spcBef>
              <a:spcAft>
                <a:spcPts val="0"/>
              </a:spcAft>
              <a:buClrTx/>
              <a:buSzTx/>
              <a:tabLst/>
            </a:pPr>
            <a:r>
              <a:rPr lang="en-US"/>
              <a:t>Click to edit Master text styles</a:t>
            </a:r>
          </a:p>
        </p:txBody>
      </p:sp>
      <p:sp>
        <p:nvSpPr>
          <p:cNvPr id="12" name="Title 13">
            <a:extLst>
              <a:ext uri="{FF2B5EF4-FFF2-40B4-BE49-F238E27FC236}">
                <a16:creationId xmlns:a16="http://schemas.microsoft.com/office/drawing/2014/main" id="{2E1A6411-7F4A-982E-0F03-B79FCE5E4187}"/>
              </a:ext>
            </a:extLst>
          </p:cNvPr>
          <p:cNvSpPr>
            <a:spLocks noGrp="1"/>
          </p:cNvSpPr>
          <p:nvPr>
            <p:ph type="title"/>
          </p:nvPr>
        </p:nvSpPr>
        <p:spPr>
          <a:xfrm>
            <a:off x="604321" y="870911"/>
            <a:ext cx="3858164" cy="618315"/>
          </a:xfrm>
          <a:prstGeom prst="rect">
            <a:avLst/>
          </a:prstGeom>
        </p:spPr>
        <p:txBody>
          <a:bodyPr>
            <a:noAutofit/>
          </a:bodyPr>
          <a:lstStyle>
            <a:lvl1pPr>
              <a:lnSpc>
                <a:spcPts val="2100"/>
              </a:lnSpc>
              <a:defRPr sz="2100" b="1">
                <a:solidFill>
                  <a:schemeClr val="tx1">
                    <a:lumMod val="75000"/>
                    <a:lumOff val="25000"/>
                  </a:schemeClr>
                </a:solidFill>
                <a:effectLst/>
                <a:latin typeface="Michelin" panose="02000000000000000000" pitchFamily="50" charset="0"/>
              </a:defRPr>
            </a:lvl1pPr>
          </a:lstStyle>
          <a:p>
            <a:r>
              <a:rPr lang="en-US"/>
              <a:t>Click to edit Master title style</a:t>
            </a:r>
            <a:endParaRPr lang="fr-FR"/>
          </a:p>
        </p:txBody>
      </p:sp>
      <p:pic>
        <p:nvPicPr>
          <p:cNvPr id="14" name="Image 13" descr="Une image contenant clipart, Graphique, dessin humoristique&#10;&#10;Description générée automatiquement">
            <a:extLst>
              <a:ext uri="{FF2B5EF4-FFF2-40B4-BE49-F238E27FC236}">
                <a16:creationId xmlns:a16="http://schemas.microsoft.com/office/drawing/2014/main" id="{9259A7D3-8E86-B2D4-D2EC-0DCE59CDADA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717237" y="4364961"/>
            <a:ext cx="1245371" cy="655091"/>
          </a:xfrm>
          <a:prstGeom prst="rect">
            <a:avLst/>
          </a:prstGeom>
        </p:spPr>
      </p:pic>
      <p:pic>
        <p:nvPicPr>
          <p:cNvPr id="4" name="Image 3" descr="Une image contenant Police, capture d’écran, Graphique, typographie&#10;&#10;Description générée automatiquement">
            <a:extLst>
              <a:ext uri="{FF2B5EF4-FFF2-40B4-BE49-F238E27FC236}">
                <a16:creationId xmlns:a16="http://schemas.microsoft.com/office/drawing/2014/main" id="{0F1EA9C7-4DA9-E542-9C66-EB03412DA8E1}"/>
              </a:ext>
            </a:extLst>
          </p:cNvPr>
          <p:cNvPicPr>
            <a:picLocks noChangeAspect="1"/>
          </p:cNvPicPr>
          <p:nvPr userDrawn="1"/>
        </p:nvPicPr>
        <p:blipFill>
          <a:blip r:embed="rId4"/>
          <a:stretch>
            <a:fillRect/>
          </a:stretch>
        </p:blipFill>
        <p:spPr>
          <a:xfrm>
            <a:off x="143041" y="4648203"/>
            <a:ext cx="1475993" cy="302287"/>
          </a:xfrm>
          <a:prstGeom prst="rect">
            <a:avLst/>
          </a:prstGeom>
          <a:effectLst>
            <a:outerShdw blurRad="50800" dist="38100" dir="5400000" algn="t" rotWithShape="0">
              <a:prstClr val="black">
                <a:alpha val="17000"/>
              </a:prstClr>
            </a:outerShdw>
          </a:effectLst>
        </p:spPr>
      </p:pic>
    </p:spTree>
    <p:extLst>
      <p:ext uri="{BB962C8B-B14F-4D97-AF65-F5344CB8AC3E}">
        <p14:creationId xmlns:p14="http://schemas.microsoft.com/office/powerpoint/2010/main" val="607597620"/>
      </p:ext>
    </p:extLst>
  </p:cSld>
  <p:clrMapOvr>
    <a:masterClrMapping/>
  </p:clrMapOvr>
  <p:extLst>
    <p:ext uri="{DCECCB84-F9BA-43D5-87BE-67443E8EF086}">
      <p15:sldGuideLst xmlns:p15="http://schemas.microsoft.com/office/powerpoint/2012/main">
        <p15:guide id="1" orient="horz" pos="1621" userDrawn="1">
          <p15:clr>
            <a:srgbClr val="FBAE40"/>
          </p15:clr>
        </p15:guide>
        <p15:guide id="2" pos="288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_Disposition personnalisée">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769" y="4435487"/>
            <a:ext cx="1980000" cy="529037"/>
          </a:xfrm>
          <a:prstGeom prst="rect">
            <a:avLst/>
          </a:prstGeom>
        </p:spPr>
      </p:pic>
      <p:sp>
        <p:nvSpPr>
          <p:cNvPr id="13" name="Titre 12"/>
          <p:cNvSpPr>
            <a:spLocks noGrp="1"/>
          </p:cNvSpPr>
          <p:nvPr>
            <p:ph type="title" hasCustomPrompt="1"/>
          </p:nvPr>
        </p:nvSpPr>
        <p:spPr>
          <a:xfrm>
            <a:off x="457200" y="114339"/>
            <a:ext cx="8229600" cy="470045"/>
          </a:xfrm>
          <a:prstGeom prst="rect">
            <a:avLst/>
          </a:prstGeom>
        </p:spPr>
        <p:txBody>
          <a:bodyPr>
            <a:noAutofit/>
          </a:bodyPr>
          <a:lstStyle>
            <a:lvl1pPr algn="l">
              <a:defRPr sz="1500" b="1" i="1" cap="all" baseline="0">
                <a:solidFill>
                  <a:srgbClr val="27509B"/>
                </a:solidFill>
                <a:latin typeface="Arial Black" panose="020B0A04020102020204" pitchFamily="34" charset="0"/>
                <a:cs typeface="Arial" panose="020B0604020202020204" pitchFamily="34" charset="0"/>
              </a:defRPr>
            </a:lvl1pPr>
          </a:lstStyle>
          <a:p>
            <a:r>
              <a:rPr lang="en-GB" dirty="0"/>
              <a:t>Click to edit Master title style</a:t>
            </a:r>
            <a:endParaRPr lang="fr-FR" dirty="0"/>
          </a:p>
        </p:txBody>
      </p:sp>
      <p:sp>
        <p:nvSpPr>
          <p:cNvPr id="3" name="Rectangle 2"/>
          <p:cNvSpPr/>
          <p:nvPr/>
        </p:nvSpPr>
        <p:spPr>
          <a:xfrm>
            <a:off x="0" y="0"/>
            <a:ext cx="457200" cy="5145088"/>
          </a:xfrm>
          <a:prstGeom prst="rect">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GB" sz="1350"/>
          </a:p>
        </p:txBody>
      </p:sp>
      <p:sp>
        <p:nvSpPr>
          <p:cNvPr id="5" name="Espace réservé du contenu 4"/>
          <p:cNvSpPr>
            <a:spLocks noGrp="1"/>
          </p:cNvSpPr>
          <p:nvPr>
            <p:ph sz="quarter" idx="10"/>
          </p:nvPr>
        </p:nvSpPr>
        <p:spPr>
          <a:xfrm>
            <a:off x="457203" y="800349"/>
            <a:ext cx="8229598" cy="3608718"/>
          </a:xfrm>
          <a:prstGeom prst="rect">
            <a:avLst/>
          </a:prstGeom>
        </p:spPr>
        <p:txBody>
          <a:bodyPr/>
          <a:lstStyle>
            <a:lvl1pPr>
              <a:defRPr sz="1350"/>
            </a:lvl1pPr>
            <a:lvl2pPr marL="557199" indent="-214308">
              <a:buFontTx/>
              <a:buBlip>
                <a:blip r:embed="rId3"/>
              </a:buBlip>
              <a:defRPr sz="1200"/>
            </a:lvl2pPr>
            <a:lvl3pPr marL="857228" indent="-171446">
              <a:buFontTx/>
              <a:buBlip>
                <a:blip r:embed="rId4"/>
              </a:buBlip>
              <a:defRPr sz="1050">
                <a:latin typeface="Arial" panose="020B0604020202020204" pitchFamily="34" charset="0"/>
                <a:cs typeface="Arial" panose="020B0604020202020204" pitchFamily="34" charset="0"/>
              </a:defRPr>
            </a:lvl3pPr>
            <a:lvl4pPr marL="1200120" indent="-171446">
              <a:buFont typeface="Wingdings" panose="05000000000000000000" pitchFamily="2" charset="2"/>
              <a:buChar char="§"/>
              <a:defRPr sz="1050">
                <a:latin typeface="Arial" panose="020B0604020202020204" pitchFamily="34" charset="0"/>
                <a:cs typeface="Arial" panose="020B0604020202020204" pitchFamily="34" charset="0"/>
              </a:defRPr>
            </a:lvl4pPr>
            <a:lvl5pPr marL="1543012" indent="-171446">
              <a:buFont typeface="Arial" panose="020B0604020202020204" pitchFamily="34" charset="0"/>
              <a:buChar char="•"/>
              <a:defRPr sz="1050">
                <a:latin typeface="Arial" panose="020B0604020202020204" pitchFamily="34" charset="0"/>
                <a:cs typeface="Arial" panose="020B0604020202020204" pitchFamily="34" charset="0"/>
              </a:defRPr>
            </a:lvl5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Tree>
    <p:extLst>
      <p:ext uri="{BB962C8B-B14F-4D97-AF65-F5344CB8AC3E}">
        <p14:creationId xmlns:p14="http://schemas.microsoft.com/office/powerpoint/2010/main" val="17366265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FF46AF3E-FCF9-E048-940B-9B5CC60EC34F}"/>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noProof="0"/>
              <a:t>    Titre TITLE</a:t>
            </a:r>
            <a:br>
              <a:rPr lang="en-GB" noProof="0"/>
            </a:br>
            <a:r>
              <a:rPr lang="en-GB" noProof="0"/>
              <a:t>  TITRE TITLE TITRE</a:t>
            </a:r>
          </a:p>
        </p:txBody>
      </p:sp>
      <p:sp>
        <p:nvSpPr>
          <p:cNvPr id="11" name="Sous-titre 2">
            <a:extLst>
              <a:ext uri="{FF2B5EF4-FFF2-40B4-BE49-F238E27FC236}">
                <a16:creationId xmlns:a16="http://schemas.microsoft.com/office/drawing/2014/main" id="{1F26D7B4-2798-5846-97E7-6C56C527975B}"/>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3" name="Imagen 2" descr="Logotipo&#10;&#10;Descripción generada automáticamente">
            <a:extLst>
              <a:ext uri="{FF2B5EF4-FFF2-40B4-BE49-F238E27FC236}">
                <a16:creationId xmlns:a16="http://schemas.microsoft.com/office/drawing/2014/main" id="{9BCB9C88-4075-4FDE-953B-650C6FE011C1}"/>
              </a:ext>
            </a:extLst>
          </p:cNvPr>
          <p:cNvPicPr>
            <a:picLocks noChangeAspect="1"/>
          </p:cNvPicPr>
          <p:nvPr userDrawn="1"/>
        </p:nvPicPr>
        <p:blipFill>
          <a:blip r:embed="rId3"/>
          <a:stretch>
            <a:fillRect/>
          </a:stretch>
        </p:blipFill>
        <p:spPr>
          <a:xfrm>
            <a:off x="7326793" y="3822650"/>
            <a:ext cx="1357154" cy="713891"/>
          </a:xfrm>
          <a:prstGeom prst="rect">
            <a:avLst/>
          </a:prstGeom>
        </p:spPr>
      </p:pic>
    </p:spTree>
    <p:extLst>
      <p:ext uri="{BB962C8B-B14F-4D97-AF65-F5344CB8AC3E}">
        <p14:creationId xmlns:p14="http://schemas.microsoft.com/office/powerpoint/2010/main" val="10874174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Diapositive de titre">
    <p:bg>
      <p:bgPr>
        <a:blipFill dpi="0" rotWithShape="1">
          <a:blip r:embed="rId2">
            <a:lum/>
          </a:blip>
          <a:srcRect/>
          <a:stretch>
            <a:fillRect t="-44000" b="-44000"/>
          </a:stretch>
        </a:blip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FF46AF3E-FCF9-E048-940B-9B5CC60EC34F}"/>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noProof="0"/>
              <a:t>    Titre TITLE</a:t>
            </a:r>
            <a:br>
              <a:rPr lang="en-GB" noProof="0"/>
            </a:br>
            <a:r>
              <a:rPr lang="en-GB" noProof="0"/>
              <a:t>  TITRE TITLE TITRE</a:t>
            </a:r>
          </a:p>
        </p:txBody>
      </p:sp>
      <p:sp>
        <p:nvSpPr>
          <p:cNvPr id="11" name="Sous-titre 2">
            <a:extLst>
              <a:ext uri="{FF2B5EF4-FFF2-40B4-BE49-F238E27FC236}">
                <a16:creationId xmlns:a16="http://schemas.microsoft.com/office/drawing/2014/main" id="{1F26D7B4-2798-5846-97E7-6C56C527975B}"/>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3" name="Imagen 2" descr="Un dibujo de un perro blanco y negro&#10;&#10;Descripción generada automáticamente con confianza baja">
            <a:extLst>
              <a:ext uri="{FF2B5EF4-FFF2-40B4-BE49-F238E27FC236}">
                <a16:creationId xmlns:a16="http://schemas.microsoft.com/office/drawing/2014/main" id="{930CFA69-9EF6-4454-9345-B8A1E083D317}"/>
              </a:ext>
            </a:extLst>
          </p:cNvPr>
          <p:cNvPicPr>
            <a:picLocks noChangeAspect="1"/>
          </p:cNvPicPr>
          <p:nvPr userDrawn="1"/>
        </p:nvPicPr>
        <p:blipFill>
          <a:blip r:embed="rId3"/>
          <a:stretch>
            <a:fillRect/>
          </a:stretch>
        </p:blipFill>
        <p:spPr>
          <a:xfrm>
            <a:off x="7450931" y="3886259"/>
            <a:ext cx="1225873" cy="644834"/>
          </a:xfrm>
          <a:prstGeom prst="rect">
            <a:avLst/>
          </a:prstGeom>
        </p:spPr>
      </p:pic>
    </p:spTree>
    <p:extLst>
      <p:ext uri="{BB962C8B-B14F-4D97-AF65-F5344CB8AC3E}">
        <p14:creationId xmlns:p14="http://schemas.microsoft.com/office/powerpoint/2010/main" val="8938447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Diapositive de titre">
    <p:bg>
      <p:bgPr>
        <a:blipFill dpi="0" rotWithShape="1">
          <a:blip r:embed="rId2">
            <a:lum/>
          </a:blip>
          <a:srcRect/>
          <a:stretch>
            <a:fillRect t="-22000" b="-22000"/>
          </a:stretch>
        </a:blip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FF46AF3E-FCF9-E048-940B-9B5CC60EC34F}"/>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noProof="0"/>
              <a:t>    Titre TITLE</a:t>
            </a:r>
            <a:br>
              <a:rPr lang="en-GB" noProof="0"/>
            </a:br>
            <a:r>
              <a:rPr lang="en-GB" noProof="0"/>
              <a:t>  TITRE TITLE TITRE</a:t>
            </a:r>
          </a:p>
        </p:txBody>
      </p:sp>
      <p:sp>
        <p:nvSpPr>
          <p:cNvPr id="11" name="Sous-titre 2">
            <a:extLst>
              <a:ext uri="{FF2B5EF4-FFF2-40B4-BE49-F238E27FC236}">
                <a16:creationId xmlns:a16="http://schemas.microsoft.com/office/drawing/2014/main" id="{1F26D7B4-2798-5846-97E7-6C56C527975B}"/>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5" name="Imagen 4" descr="Un dibujo de un perro blanco y negro&#10;&#10;Descripción generada automáticamente con confianza baja">
            <a:extLst>
              <a:ext uri="{FF2B5EF4-FFF2-40B4-BE49-F238E27FC236}">
                <a16:creationId xmlns:a16="http://schemas.microsoft.com/office/drawing/2014/main" id="{A820ECF0-096E-4068-B6C0-472415A7566D}"/>
              </a:ext>
            </a:extLst>
          </p:cNvPr>
          <p:cNvPicPr>
            <a:picLocks noChangeAspect="1"/>
          </p:cNvPicPr>
          <p:nvPr userDrawn="1"/>
        </p:nvPicPr>
        <p:blipFill>
          <a:blip r:embed="rId3"/>
          <a:stretch>
            <a:fillRect/>
          </a:stretch>
        </p:blipFill>
        <p:spPr>
          <a:xfrm>
            <a:off x="7650956" y="170362"/>
            <a:ext cx="1225873" cy="644834"/>
          </a:xfrm>
          <a:prstGeom prst="rect">
            <a:avLst/>
          </a:prstGeom>
        </p:spPr>
      </p:pic>
    </p:spTree>
    <p:extLst>
      <p:ext uri="{BB962C8B-B14F-4D97-AF65-F5344CB8AC3E}">
        <p14:creationId xmlns:p14="http://schemas.microsoft.com/office/powerpoint/2010/main" val="9817744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Diapositive de titre">
    <p:bg>
      <p:bgPr>
        <a:solidFill>
          <a:srgbClr val="014E9F"/>
        </a:solidFill>
        <a:effectLst/>
      </p:bgPr>
    </p:bg>
    <p:spTree>
      <p:nvGrpSpPr>
        <p:cNvPr id="1" name=""/>
        <p:cNvGrpSpPr/>
        <p:nvPr/>
      </p:nvGrpSpPr>
      <p:grpSpPr>
        <a:xfrm>
          <a:off x="0" y="0"/>
          <a:ext cx="0" cy="0"/>
          <a:chOff x="0" y="0"/>
          <a:chExt cx="0" cy="0"/>
        </a:xfrm>
      </p:grpSpPr>
      <p:sp>
        <p:nvSpPr>
          <p:cNvPr id="6" name="Titre 3">
            <a:extLst>
              <a:ext uri="{FF2B5EF4-FFF2-40B4-BE49-F238E27FC236}">
                <a16:creationId xmlns:a16="http://schemas.microsoft.com/office/drawing/2014/main" id="{5F488E68-108E-D44B-9421-195C339C870B}"/>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a:t>    </a:t>
            </a:r>
            <a:r>
              <a:rPr lang="en-GB" noProof="0"/>
              <a:t>Titre TITLE</a:t>
            </a:r>
            <a:br>
              <a:rPr lang="en-GB" noProof="0"/>
            </a:br>
            <a:r>
              <a:rPr lang="en-GB" noProof="0"/>
              <a:t>  TITRE TITLE TITRE</a:t>
            </a:r>
          </a:p>
        </p:txBody>
      </p:sp>
      <p:sp>
        <p:nvSpPr>
          <p:cNvPr id="8" name="Sous-titre 2">
            <a:extLst>
              <a:ext uri="{FF2B5EF4-FFF2-40B4-BE49-F238E27FC236}">
                <a16:creationId xmlns:a16="http://schemas.microsoft.com/office/drawing/2014/main" id="{2C33B8D4-4005-C345-8515-4D12A633297D}"/>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7" name="Imagen 6" descr="Un dibujo de un perro blanco y negro&#10;&#10;Descripción generada automáticamente con confianza baja">
            <a:extLst>
              <a:ext uri="{FF2B5EF4-FFF2-40B4-BE49-F238E27FC236}">
                <a16:creationId xmlns:a16="http://schemas.microsoft.com/office/drawing/2014/main" id="{67D92237-FF96-4A2C-94D8-082BD4B6D2C3}"/>
              </a:ext>
            </a:extLst>
          </p:cNvPr>
          <p:cNvPicPr>
            <a:picLocks noChangeAspect="1"/>
          </p:cNvPicPr>
          <p:nvPr userDrawn="1"/>
        </p:nvPicPr>
        <p:blipFill>
          <a:blip r:embed="rId2"/>
          <a:stretch>
            <a:fillRect/>
          </a:stretch>
        </p:blipFill>
        <p:spPr>
          <a:xfrm>
            <a:off x="7500937" y="3852667"/>
            <a:ext cx="1225873" cy="644834"/>
          </a:xfrm>
          <a:prstGeom prst="rect">
            <a:avLst/>
          </a:prstGeom>
        </p:spPr>
      </p:pic>
    </p:spTree>
    <p:extLst>
      <p:ext uri="{BB962C8B-B14F-4D97-AF65-F5344CB8AC3E}">
        <p14:creationId xmlns:p14="http://schemas.microsoft.com/office/powerpoint/2010/main" val="1788325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Diapositive de titr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re 3">
            <a:extLst>
              <a:ext uri="{FF2B5EF4-FFF2-40B4-BE49-F238E27FC236}">
                <a16:creationId xmlns:a16="http://schemas.microsoft.com/office/drawing/2014/main" id="{0A448A33-AC2A-174F-854D-D9637139CC60}"/>
              </a:ext>
            </a:extLst>
          </p:cNvPr>
          <p:cNvSpPr>
            <a:spLocks noGrp="1"/>
          </p:cNvSpPr>
          <p:nvPr>
            <p:ph type="title" hasCustomPrompt="1"/>
          </p:nvPr>
        </p:nvSpPr>
        <p:spPr>
          <a:xfrm>
            <a:off x="743343" y="606226"/>
            <a:ext cx="5543550" cy="1697885"/>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a:t>    </a:t>
            </a:r>
            <a:r>
              <a:rPr lang="en-GB" noProof="0"/>
              <a:t>Titre TITLE</a:t>
            </a:r>
            <a:br>
              <a:rPr lang="en-GB" noProof="0"/>
            </a:br>
            <a:r>
              <a:rPr lang="en-GB" noProof="0"/>
              <a:t>  TITRE TITLE TITRE</a:t>
            </a:r>
          </a:p>
        </p:txBody>
      </p:sp>
      <p:sp>
        <p:nvSpPr>
          <p:cNvPr id="6" name="Sous-titre 2">
            <a:extLst>
              <a:ext uri="{FF2B5EF4-FFF2-40B4-BE49-F238E27FC236}">
                <a16:creationId xmlns:a16="http://schemas.microsoft.com/office/drawing/2014/main" id="{3573ED48-84B9-934E-9C93-AA1AB83CD70D}"/>
              </a:ext>
            </a:extLst>
          </p:cNvPr>
          <p:cNvSpPr>
            <a:spLocks noGrp="1"/>
          </p:cNvSpPr>
          <p:nvPr>
            <p:ph type="subTitle" idx="1" hasCustomPrompt="1"/>
          </p:nvPr>
        </p:nvSpPr>
        <p:spPr>
          <a:xfrm>
            <a:off x="495036" y="2380044"/>
            <a:ext cx="5543549" cy="259427"/>
          </a:xfrm>
          <a:prstGeom prst="rect">
            <a:avLst/>
          </a:prstGeom>
          <a:noFill/>
          <a:ln>
            <a:noFill/>
          </a:ln>
        </p:spPr>
        <p:txBody>
          <a:bodyPr/>
          <a:lstStyle>
            <a:lvl1pPr marL="0" indent="0" algn="l">
              <a:buNone/>
              <a:defRPr lang="fr-FR" sz="105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fr-FR"/>
              <a:t>29/09/2020</a:t>
            </a:r>
          </a:p>
        </p:txBody>
      </p:sp>
      <p:pic>
        <p:nvPicPr>
          <p:cNvPr id="7" name="Imagen 6" descr="Un dibujo de un perro blanco y negro&#10;&#10;Descripción generada automáticamente con confianza baja">
            <a:extLst>
              <a:ext uri="{FF2B5EF4-FFF2-40B4-BE49-F238E27FC236}">
                <a16:creationId xmlns:a16="http://schemas.microsoft.com/office/drawing/2014/main" id="{09DBB39F-3808-4685-9761-5F7CC4852840}"/>
              </a:ext>
            </a:extLst>
          </p:cNvPr>
          <p:cNvPicPr>
            <a:picLocks noChangeAspect="1"/>
          </p:cNvPicPr>
          <p:nvPr userDrawn="1"/>
        </p:nvPicPr>
        <p:blipFill>
          <a:blip r:embed="rId3"/>
          <a:stretch>
            <a:fillRect/>
          </a:stretch>
        </p:blipFill>
        <p:spPr>
          <a:xfrm>
            <a:off x="7581370" y="4050919"/>
            <a:ext cx="1225873" cy="644834"/>
          </a:xfrm>
          <a:prstGeom prst="rect">
            <a:avLst/>
          </a:prstGeom>
        </p:spPr>
      </p:pic>
    </p:spTree>
    <p:extLst>
      <p:ext uri="{BB962C8B-B14F-4D97-AF65-F5344CB8AC3E}">
        <p14:creationId xmlns:p14="http://schemas.microsoft.com/office/powerpoint/2010/main" val="5279784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apositive de titre">
    <p:bg>
      <p:bgPr>
        <a:solidFill>
          <a:srgbClr val="014E9F"/>
        </a:solidFill>
        <a:effectLst/>
      </p:bgPr>
    </p:bg>
    <p:spTree>
      <p:nvGrpSpPr>
        <p:cNvPr id="1" name=""/>
        <p:cNvGrpSpPr/>
        <p:nvPr/>
      </p:nvGrpSpPr>
      <p:grpSpPr>
        <a:xfrm>
          <a:off x="0" y="0"/>
          <a:ext cx="0" cy="0"/>
          <a:chOff x="0" y="0"/>
          <a:chExt cx="0" cy="0"/>
        </a:xfrm>
      </p:grpSpPr>
      <p:pic>
        <p:nvPicPr>
          <p:cNvPr id="26" name="Image 25">
            <a:extLst>
              <a:ext uri="{FF2B5EF4-FFF2-40B4-BE49-F238E27FC236}">
                <a16:creationId xmlns:a16="http://schemas.microsoft.com/office/drawing/2014/main" id="{89A94041-F71A-9640-80CF-0F0F0E50C544}"/>
              </a:ext>
            </a:extLst>
          </p:cNvPr>
          <p:cNvPicPr>
            <a:picLocks noChangeAspect="1"/>
          </p:cNvPicPr>
          <p:nvPr userDrawn="1"/>
        </p:nvPicPr>
        <p:blipFill>
          <a:blip r:embed="rId2"/>
          <a:stretch>
            <a:fillRect/>
          </a:stretch>
        </p:blipFill>
        <p:spPr>
          <a:xfrm>
            <a:off x="0" y="0"/>
            <a:ext cx="9144000" cy="638372"/>
          </a:xfrm>
          <a:prstGeom prst="rect">
            <a:avLst/>
          </a:prstGeom>
        </p:spPr>
      </p:pic>
      <p:sp>
        <p:nvSpPr>
          <p:cNvPr id="14" name="Titre 3">
            <a:extLst>
              <a:ext uri="{FF2B5EF4-FFF2-40B4-BE49-F238E27FC236}">
                <a16:creationId xmlns:a16="http://schemas.microsoft.com/office/drawing/2014/main" id="{57AF25D2-3EAF-904E-BB9E-3B6EF684F365}"/>
              </a:ext>
            </a:extLst>
          </p:cNvPr>
          <p:cNvSpPr>
            <a:spLocks noGrp="1"/>
          </p:cNvSpPr>
          <p:nvPr>
            <p:ph type="title" hasCustomPrompt="1"/>
          </p:nvPr>
        </p:nvSpPr>
        <p:spPr>
          <a:xfrm>
            <a:off x="528490" y="1355498"/>
            <a:ext cx="5543550" cy="2434092"/>
          </a:xfrm>
          <a:prstGeom prst="rect">
            <a:avLst/>
          </a:prstGeom>
          <a:noFill/>
        </p:spPr>
        <p:txBody>
          <a:bodyPr anchor="ctr"/>
          <a:lstStyle>
            <a:lvl1pPr algn="l">
              <a:defRPr sz="4050" b="1" i="0">
                <a:solidFill>
                  <a:schemeClr val="bg1"/>
                </a:solidFill>
                <a:latin typeface="Michelin" panose="02000000000000000000" pitchFamily="2" charset="0"/>
              </a:defRPr>
            </a:lvl1pPr>
          </a:lstStyle>
          <a:p>
            <a:r>
              <a:rPr lang="en-GB"/>
              <a:t>      01.</a:t>
            </a:r>
            <a:br>
              <a:rPr lang="en-GB"/>
            </a:br>
            <a:r>
              <a:rPr lang="en-GB"/>
              <a:t>    Titre TITLE</a:t>
            </a:r>
            <a:br>
              <a:rPr lang="en-GB"/>
            </a:br>
            <a:r>
              <a:rPr lang="en-GB"/>
              <a:t>  TITRE TITLE</a:t>
            </a:r>
            <a:br>
              <a:rPr lang="en-GB"/>
            </a:br>
            <a:r>
              <a:rPr lang="en-GB"/>
              <a:t>TITRE</a:t>
            </a:r>
          </a:p>
        </p:txBody>
      </p:sp>
      <p:pic>
        <p:nvPicPr>
          <p:cNvPr id="5" name="Imagen 4" descr="Un dibujo de un perro blanco y negro&#10;&#10;Descripción generada automáticamente con confianza baja">
            <a:extLst>
              <a:ext uri="{FF2B5EF4-FFF2-40B4-BE49-F238E27FC236}">
                <a16:creationId xmlns:a16="http://schemas.microsoft.com/office/drawing/2014/main" id="{A3EEEB8D-C662-4765-8EC7-D21E8B1BF3E5}"/>
              </a:ext>
            </a:extLst>
          </p:cNvPr>
          <p:cNvPicPr>
            <a:picLocks noChangeAspect="1"/>
          </p:cNvPicPr>
          <p:nvPr userDrawn="1"/>
        </p:nvPicPr>
        <p:blipFill>
          <a:blip r:embed="rId3"/>
          <a:stretch>
            <a:fillRect/>
          </a:stretch>
        </p:blipFill>
        <p:spPr>
          <a:xfrm>
            <a:off x="7550943" y="3886259"/>
            <a:ext cx="1225873" cy="644834"/>
          </a:xfrm>
          <a:prstGeom prst="rect">
            <a:avLst/>
          </a:prstGeom>
        </p:spPr>
      </p:pic>
    </p:spTree>
    <p:extLst>
      <p:ext uri="{BB962C8B-B14F-4D97-AF65-F5344CB8AC3E}">
        <p14:creationId xmlns:p14="http://schemas.microsoft.com/office/powerpoint/2010/main" val="2163846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solidFill>
          <a:srgbClr val="014E9F"/>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E3CF721B-AF71-9E4F-BB7B-6D2000C992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60092" y="-74475"/>
            <a:ext cx="2893433" cy="4898973"/>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481847" y="372739"/>
            <a:ext cx="5543550"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noProof="0"/>
              <a:t>Titre</a:t>
            </a:r>
            <a:br>
              <a:rPr lang="en-GB" noProof="0"/>
            </a:br>
            <a:r>
              <a:rPr lang="en-GB" noProof="0"/>
              <a:t>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481846" y="1319822"/>
            <a:ext cx="5543549"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7" name="Espace réservé du contenu 3">
            <a:extLst>
              <a:ext uri="{FF2B5EF4-FFF2-40B4-BE49-F238E27FC236}">
                <a16:creationId xmlns:a16="http://schemas.microsoft.com/office/drawing/2014/main" id="{95F6F683-D9B8-FF43-8DAA-1FBB8E8AB7EE}"/>
              </a:ext>
            </a:extLst>
          </p:cNvPr>
          <p:cNvSpPr>
            <a:spLocks noGrp="1"/>
          </p:cNvSpPr>
          <p:nvPr>
            <p:ph sz="half" idx="2" hasCustomPrompt="1"/>
          </p:nvPr>
        </p:nvSpPr>
        <p:spPr>
          <a:xfrm>
            <a:off x="481846" y="1694475"/>
            <a:ext cx="5543549" cy="2582710"/>
          </a:xfrm>
          <a:prstGeom prst="rect">
            <a:avLst/>
          </a:prstGeom>
        </p:spPr>
        <p:txBody>
          <a:bodyPr/>
          <a:lstStyle>
            <a:lvl1pPr marL="257175" indent="-257175">
              <a:buClr>
                <a:schemeClr val="bg1"/>
              </a:buClr>
              <a:buFont typeface="Wingdings" charset="2"/>
              <a:buChar char=""/>
              <a:defRPr sz="15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35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35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8" name="Imagen 7" descr="Un dibujo de un perro blanco y negro&#10;&#10;Descripción generada automáticamente con confianza baja">
            <a:extLst>
              <a:ext uri="{FF2B5EF4-FFF2-40B4-BE49-F238E27FC236}">
                <a16:creationId xmlns:a16="http://schemas.microsoft.com/office/drawing/2014/main" id="{440A12D6-8475-49A4-B70E-D19D850C9DE3}"/>
              </a:ext>
            </a:extLst>
          </p:cNvPr>
          <p:cNvPicPr>
            <a:picLocks noChangeAspect="1"/>
          </p:cNvPicPr>
          <p:nvPr userDrawn="1"/>
        </p:nvPicPr>
        <p:blipFill>
          <a:blip r:embed="rId3"/>
          <a:stretch>
            <a:fillRect/>
          </a:stretch>
        </p:blipFill>
        <p:spPr>
          <a:xfrm>
            <a:off x="7599754" y="3954768"/>
            <a:ext cx="1225873" cy="644834"/>
          </a:xfrm>
          <a:prstGeom prst="rect">
            <a:avLst/>
          </a:prstGeom>
        </p:spPr>
      </p:pic>
    </p:spTree>
    <p:extLst>
      <p:ext uri="{BB962C8B-B14F-4D97-AF65-F5344CB8AC3E}">
        <p14:creationId xmlns:p14="http://schemas.microsoft.com/office/powerpoint/2010/main" val="3046260141"/>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solidFill>
          <a:srgbClr val="014E9F"/>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C23F0ACB-9EBF-B24A-ADA2-5C87C2C9128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72000" y="0"/>
            <a:ext cx="4572000" cy="4892347"/>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481846" y="325436"/>
            <a:ext cx="3686892"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a:t>Titre</a:t>
            </a:r>
            <a:br>
              <a:rPr lang="en-GB"/>
            </a:br>
            <a:r>
              <a:rPr lang="en-GB"/>
              <a:t>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481846" y="1288991"/>
            <a:ext cx="3686891"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7" name="Espace réservé du contenu 3">
            <a:extLst>
              <a:ext uri="{FF2B5EF4-FFF2-40B4-BE49-F238E27FC236}">
                <a16:creationId xmlns:a16="http://schemas.microsoft.com/office/drawing/2014/main" id="{95F6F683-D9B8-FF43-8DAA-1FBB8E8AB7EE}"/>
              </a:ext>
            </a:extLst>
          </p:cNvPr>
          <p:cNvSpPr>
            <a:spLocks noGrp="1"/>
          </p:cNvSpPr>
          <p:nvPr>
            <p:ph sz="half" idx="2" hasCustomPrompt="1"/>
          </p:nvPr>
        </p:nvSpPr>
        <p:spPr>
          <a:xfrm>
            <a:off x="481846" y="1694475"/>
            <a:ext cx="3686893" cy="2582710"/>
          </a:xfrm>
          <a:prstGeom prst="rect">
            <a:avLst/>
          </a:prstGeom>
        </p:spPr>
        <p:txBody>
          <a:bodyPr/>
          <a:lstStyle>
            <a:lvl1pPr marL="257175" indent="-257175">
              <a:buClr>
                <a:schemeClr val="bg1"/>
              </a:buClr>
              <a:buFont typeface="Wingdings" charset="2"/>
              <a:buChar char=""/>
              <a:defRPr sz="12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20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20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8" name="Imagen 7" descr="Un dibujo de un perro blanco y negro&#10;&#10;Descripción generada automáticamente con confianza baja">
            <a:extLst>
              <a:ext uri="{FF2B5EF4-FFF2-40B4-BE49-F238E27FC236}">
                <a16:creationId xmlns:a16="http://schemas.microsoft.com/office/drawing/2014/main" id="{B432125C-0C1F-49A2-9662-BDB3EE5CBC00}"/>
              </a:ext>
            </a:extLst>
          </p:cNvPr>
          <p:cNvPicPr>
            <a:picLocks noChangeAspect="1"/>
          </p:cNvPicPr>
          <p:nvPr userDrawn="1"/>
        </p:nvPicPr>
        <p:blipFill>
          <a:blip r:embed="rId3"/>
          <a:stretch>
            <a:fillRect/>
          </a:stretch>
        </p:blipFill>
        <p:spPr>
          <a:xfrm>
            <a:off x="7600950" y="3886259"/>
            <a:ext cx="1225873" cy="644834"/>
          </a:xfrm>
          <a:prstGeom prst="rect">
            <a:avLst/>
          </a:prstGeom>
        </p:spPr>
      </p:pic>
    </p:spTree>
    <p:extLst>
      <p:ext uri="{BB962C8B-B14F-4D97-AF65-F5344CB8AC3E}">
        <p14:creationId xmlns:p14="http://schemas.microsoft.com/office/powerpoint/2010/main" val="60474190"/>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Disposition personnalisée">
    <p:bg>
      <p:bgPr>
        <a:solidFill>
          <a:srgbClr val="014E9F"/>
        </a:solidFill>
        <a:effectLst/>
      </p:bgPr>
    </p:bg>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D33068A7-B824-1A46-888C-CEE728224E7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0"/>
            <a:ext cx="2893433" cy="4895957"/>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3253928" y="372739"/>
            <a:ext cx="5543550"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a:t>Titre</a:t>
            </a:r>
            <a:br>
              <a:rPr lang="en-GB"/>
            </a:br>
            <a:r>
              <a:rPr lang="en-GB"/>
              <a:t>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3253927" y="1286070"/>
            <a:ext cx="5543549"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8" name="Espace réservé du contenu 3">
            <a:extLst>
              <a:ext uri="{FF2B5EF4-FFF2-40B4-BE49-F238E27FC236}">
                <a16:creationId xmlns:a16="http://schemas.microsoft.com/office/drawing/2014/main" id="{EA9B8705-1F0B-5644-8F49-553A64CD2DC6}"/>
              </a:ext>
            </a:extLst>
          </p:cNvPr>
          <p:cNvSpPr>
            <a:spLocks noGrp="1"/>
          </p:cNvSpPr>
          <p:nvPr>
            <p:ph sz="half" idx="2" hasCustomPrompt="1"/>
          </p:nvPr>
        </p:nvSpPr>
        <p:spPr>
          <a:xfrm>
            <a:off x="3253928" y="1691120"/>
            <a:ext cx="4463127" cy="2582710"/>
          </a:xfrm>
          <a:prstGeom prst="rect">
            <a:avLst/>
          </a:prstGeom>
        </p:spPr>
        <p:txBody>
          <a:bodyPr/>
          <a:lstStyle>
            <a:lvl1pPr marL="257175" indent="-257175">
              <a:buClr>
                <a:schemeClr val="bg1"/>
              </a:buClr>
              <a:buFont typeface="Wingdings" charset="2"/>
              <a:buChar char=""/>
              <a:defRPr sz="15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35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35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7" name="Imagen 6" descr="Un dibujo de un perro blanco y negro&#10;&#10;Descripción generada automáticamente con confianza baja">
            <a:extLst>
              <a:ext uri="{FF2B5EF4-FFF2-40B4-BE49-F238E27FC236}">
                <a16:creationId xmlns:a16="http://schemas.microsoft.com/office/drawing/2014/main" id="{A1AAEF17-29E6-4458-BC96-8D250A99686B}"/>
              </a:ext>
            </a:extLst>
          </p:cNvPr>
          <p:cNvPicPr>
            <a:picLocks noChangeAspect="1"/>
          </p:cNvPicPr>
          <p:nvPr userDrawn="1"/>
        </p:nvPicPr>
        <p:blipFill>
          <a:blip r:embed="rId3"/>
          <a:stretch>
            <a:fillRect/>
          </a:stretch>
        </p:blipFill>
        <p:spPr>
          <a:xfrm>
            <a:off x="7622381" y="3951413"/>
            <a:ext cx="1225873" cy="644834"/>
          </a:xfrm>
          <a:prstGeom prst="rect">
            <a:avLst/>
          </a:prstGeom>
        </p:spPr>
      </p:pic>
    </p:spTree>
    <p:extLst>
      <p:ext uri="{BB962C8B-B14F-4D97-AF65-F5344CB8AC3E}">
        <p14:creationId xmlns:p14="http://schemas.microsoft.com/office/powerpoint/2010/main" val="1765252207"/>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Disposition personnalisée">
    <p:bg>
      <p:bgPr>
        <a:solidFill>
          <a:srgbClr val="014E9F"/>
        </a:solidFill>
        <a:effectLst/>
      </p:bgPr>
    </p:bg>
    <p:spTree>
      <p:nvGrpSpPr>
        <p:cNvPr id="1" name=""/>
        <p:cNvGrpSpPr/>
        <p:nvPr/>
      </p:nvGrpSpPr>
      <p:grpSpPr>
        <a:xfrm>
          <a:off x="0" y="0"/>
          <a:ext cx="0" cy="0"/>
          <a:chOff x="0" y="0"/>
          <a:chExt cx="0" cy="0"/>
        </a:xfrm>
      </p:grpSpPr>
      <p:sp>
        <p:nvSpPr>
          <p:cNvPr id="7" name="Titre 3">
            <a:extLst>
              <a:ext uri="{FF2B5EF4-FFF2-40B4-BE49-F238E27FC236}">
                <a16:creationId xmlns:a16="http://schemas.microsoft.com/office/drawing/2014/main" id="{4C1C9CFE-EFDB-FF48-9DE9-AB4F908131A9}"/>
              </a:ext>
            </a:extLst>
          </p:cNvPr>
          <p:cNvSpPr>
            <a:spLocks noGrp="1"/>
          </p:cNvSpPr>
          <p:nvPr>
            <p:ph type="title" hasCustomPrompt="1"/>
          </p:nvPr>
        </p:nvSpPr>
        <p:spPr>
          <a:xfrm>
            <a:off x="4989632" y="340852"/>
            <a:ext cx="3686892" cy="890527"/>
          </a:xfrm>
          <a:prstGeom prst="rect">
            <a:avLst/>
          </a:prstGeom>
          <a:noFill/>
        </p:spPr>
        <p:txBody>
          <a:bodyPr anchor="ctr"/>
          <a:lstStyle>
            <a:lvl1pPr algn="l">
              <a:defRPr sz="3000" b="1" i="0">
                <a:solidFill>
                  <a:schemeClr val="bg1"/>
                </a:solidFill>
                <a:latin typeface="Michelin" panose="02000000000000000000" pitchFamily="2" charset="0"/>
              </a:defRPr>
            </a:lvl1pPr>
          </a:lstStyle>
          <a:p>
            <a:r>
              <a:rPr lang="en-GB"/>
              <a:t>Titre</a:t>
            </a:r>
            <a:br>
              <a:rPr lang="en-GB"/>
            </a:br>
            <a:r>
              <a:rPr lang="en-GB"/>
              <a:t>TITLE</a:t>
            </a:r>
          </a:p>
        </p:txBody>
      </p:sp>
      <p:sp>
        <p:nvSpPr>
          <p:cNvPr id="10" name="Sous-titre 2">
            <a:extLst>
              <a:ext uri="{FF2B5EF4-FFF2-40B4-BE49-F238E27FC236}">
                <a16:creationId xmlns:a16="http://schemas.microsoft.com/office/drawing/2014/main" id="{5796F34F-CB38-6A46-8A54-4350538B1821}"/>
              </a:ext>
            </a:extLst>
          </p:cNvPr>
          <p:cNvSpPr>
            <a:spLocks noGrp="1"/>
          </p:cNvSpPr>
          <p:nvPr>
            <p:ph type="subTitle" idx="1" hasCustomPrompt="1"/>
          </p:nvPr>
        </p:nvSpPr>
        <p:spPr>
          <a:xfrm>
            <a:off x="4989633" y="1304407"/>
            <a:ext cx="3686891" cy="259427"/>
          </a:xfrm>
          <a:prstGeom prst="rect">
            <a:avLst/>
          </a:prstGeom>
          <a:noFill/>
          <a:ln>
            <a:noFill/>
          </a:ln>
        </p:spPr>
        <p:txBody>
          <a:bodyPr/>
          <a:lstStyle>
            <a:lvl1pPr marL="0" indent="0" algn="l">
              <a:buNone/>
              <a:defRPr lang="fr-FR" sz="900" b="1" i="0" kern="1200" baseline="0" smtClean="0">
                <a:solidFill>
                  <a:schemeClr val="bg1"/>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12" name="Espace réservé du contenu 3">
            <a:extLst>
              <a:ext uri="{FF2B5EF4-FFF2-40B4-BE49-F238E27FC236}">
                <a16:creationId xmlns:a16="http://schemas.microsoft.com/office/drawing/2014/main" id="{8FD7DD1D-E93C-5345-A33A-628C9AC5363F}"/>
              </a:ext>
            </a:extLst>
          </p:cNvPr>
          <p:cNvSpPr>
            <a:spLocks noGrp="1"/>
          </p:cNvSpPr>
          <p:nvPr>
            <p:ph sz="half" idx="2" hasCustomPrompt="1"/>
          </p:nvPr>
        </p:nvSpPr>
        <p:spPr>
          <a:xfrm>
            <a:off x="4989633" y="1694475"/>
            <a:ext cx="3686893" cy="2449164"/>
          </a:xfrm>
          <a:prstGeom prst="rect">
            <a:avLst/>
          </a:prstGeom>
        </p:spPr>
        <p:txBody>
          <a:bodyPr/>
          <a:lstStyle>
            <a:lvl1pPr marL="257175" indent="-257175">
              <a:buClr>
                <a:schemeClr val="bg1"/>
              </a:buClr>
              <a:buFont typeface="Wingdings" charset="2"/>
              <a:buChar char=""/>
              <a:defRPr sz="1200" b="1" i="1" baseline="0">
                <a:solidFill>
                  <a:schemeClr val="bg1"/>
                </a:solidFill>
                <a:latin typeface="Arial" panose="020B0604020202020204" pitchFamily="34" charset="0"/>
                <a:cs typeface="Arial" panose="020B0604020202020204" pitchFamily="34" charset="0"/>
              </a:defRPr>
            </a:lvl1pPr>
            <a:lvl2pPr marL="557213" indent="-214313">
              <a:buClr>
                <a:schemeClr val="bg1"/>
              </a:buClr>
              <a:buSzPct val="100000"/>
              <a:buFont typeface="Lucida Grande"/>
              <a:buChar char="●"/>
              <a:defRPr sz="1200" b="1" baseline="0">
                <a:solidFill>
                  <a:schemeClr val="bg1"/>
                </a:solidFill>
                <a:latin typeface="Arial" panose="020B0604020202020204" pitchFamily="34" charset="0"/>
                <a:cs typeface="Arial" panose="020B0604020202020204" pitchFamily="34" charset="0"/>
              </a:defRPr>
            </a:lvl2pPr>
            <a:lvl3pPr marL="857250" indent="-171450">
              <a:buClr>
                <a:schemeClr val="bg1"/>
              </a:buClr>
              <a:buFont typeface="Wingdings" pitchFamily="2" charset="2"/>
              <a:buChar char="§"/>
              <a:defRPr sz="1200" baseline="0">
                <a:solidFill>
                  <a:schemeClr val="bg1"/>
                </a:solidFill>
                <a:latin typeface="Arial" panose="020B0604020202020204" pitchFamily="34" charset="0"/>
                <a:cs typeface="Arial" panose="020B0604020202020204" pitchFamily="34" charset="0"/>
              </a:defRPr>
            </a:lvl3pPr>
            <a:lvl4pPr marL="1200150" indent="-171450">
              <a:buClr>
                <a:schemeClr val="bg1"/>
              </a:buClr>
              <a:buFont typeface="Lucida Grande"/>
              <a:buChar char="▸"/>
              <a:defRPr sz="1050">
                <a:solidFill>
                  <a:schemeClr val="bg1"/>
                </a:solidFill>
                <a:latin typeface="Arial" panose="020B0604020202020204" pitchFamily="34" charset="0"/>
                <a:cs typeface="Arial" panose="020B0604020202020204" pitchFamily="34" charset="0"/>
              </a:defRPr>
            </a:lvl4pPr>
            <a:lvl5pPr marL="1543050" indent="-171450">
              <a:buClr>
                <a:schemeClr val="bg1"/>
              </a:buClr>
              <a:buFont typeface="Wingdings" pitchFamily="2" charset="2"/>
              <a:buChar char="v"/>
              <a:defRPr sz="900">
                <a:solidFill>
                  <a:schemeClr val="bg1"/>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3" name="Image 2">
            <a:extLst>
              <a:ext uri="{FF2B5EF4-FFF2-40B4-BE49-F238E27FC236}">
                <a16:creationId xmlns:a16="http://schemas.microsoft.com/office/drawing/2014/main" id="{89C5EBB6-13E1-844D-836F-EB73FD3A56C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82"/>
          <a:stretch/>
        </p:blipFill>
        <p:spPr>
          <a:xfrm>
            <a:off x="0" y="1"/>
            <a:ext cx="4572000" cy="4904415"/>
          </a:xfrm>
          <a:prstGeom prst="rect">
            <a:avLst/>
          </a:prstGeom>
        </p:spPr>
      </p:pic>
      <p:pic>
        <p:nvPicPr>
          <p:cNvPr id="8" name="Imagen 7" descr="Un dibujo de un perro blanco y negro&#10;&#10;Descripción generada automáticamente con confianza baja">
            <a:extLst>
              <a:ext uri="{FF2B5EF4-FFF2-40B4-BE49-F238E27FC236}">
                <a16:creationId xmlns:a16="http://schemas.microsoft.com/office/drawing/2014/main" id="{0E1812A3-5125-43EC-8B83-2531097E9481}"/>
              </a:ext>
            </a:extLst>
          </p:cNvPr>
          <p:cNvPicPr>
            <a:picLocks noChangeAspect="1"/>
          </p:cNvPicPr>
          <p:nvPr userDrawn="1"/>
        </p:nvPicPr>
        <p:blipFill>
          <a:blip r:embed="rId3"/>
          <a:stretch>
            <a:fillRect/>
          </a:stretch>
        </p:blipFill>
        <p:spPr>
          <a:xfrm>
            <a:off x="7808119" y="4120832"/>
            <a:ext cx="1059653" cy="557399"/>
          </a:xfrm>
          <a:prstGeom prst="rect">
            <a:avLst/>
          </a:prstGeom>
        </p:spPr>
      </p:pic>
    </p:spTree>
    <p:extLst>
      <p:ext uri="{BB962C8B-B14F-4D97-AF65-F5344CB8AC3E}">
        <p14:creationId xmlns:p14="http://schemas.microsoft.com/office/powerpoint/2010/main" val="1949770591"/>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solidFill>
          <a:schemeClr val="bg1"/>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D83B10C9-53EA-934F-A768-591D5632B21B}"/>
              </a:ext>
            </a:extLst>
          </p:cNvPr>
          <p:cNvPicPr>
            <a:picLocks noChangeAspect="1"/>
          </p:cNvPicPr>
          <p:nvPr userDrawn="1"/>
        </p:nvPicPr>
        <p:blipFill>
          <a:blip r:embed="rId2"/>
          <a:stretch>
            <a:fillRect/>
          </a:stretch>
        </p:blipFill>
        <p:spPr>
          <a:xfrm>
            <a:off x="0" y="0"/>
            <a:ext cx="9144000" cy="638372"/>
          </a:xfrm>
          <a:prstGeom prst="rect">
            <a:avLst/>
          </a:prstGeom>
        </p:spPr>
      </p:pic>
      <p:sp>
        <p:nvSpPr>
          <p:cNvPr id="14" name="Titre 3">
            <a:extLst>
              <a:ext uri="{FF2B5EF4-FFF2-40B4-BE49-F238E27FC236}">
                <a16:creationId xmlns:a16="http://schemas.microsoft.com/office/drawing/2014/main" id="{98F3E029-05D4-4945-9E36-3B3D678D8F93}"/>
              </a:ext>
            </a:extLst>
          </p:cNvPr>
          <p:cNvSpPr>
            <a:spLocks noGrp="1"/>
          </p:cNvSpPr>
          <p:nvPr>
            <p:ph type="title" hasCustomPrompt="1"/>
          </p:nvPr>
        </p:nvSpPr>
        <p:spPr>
          <a:xfrm>
            <a:off x="1800225" y="1017753"/>
            <a:ext cx="5543550" cy="418088"/>
          </a:xfrm>
          <a:prstGeom prst="rect">
            <a:avLst/>
          </a:prstGeom>
          <a:noFill/>
        </p:spPr>
        <p:txBody>
          <a:bodyPr anchor="ctr"/>
          <a:lstStyle>
            <a:lvl1pPr algn="l">
              <a:defRPr sz="3000" b="1" i="0">
                <a:solidFill>
                  <a:srgbClr val="014E9F"/>
                </a:solidFill>
                <a:latin typeface="Michelin" panose="02000000000000000000" pitchFamily="2" charset="0"/>
              </a:defRPr>
            </a:lvl1pPr>
          </a:lstStyle>
          <a:p>
            <a:r>
              <a:rPr lang="en-GB" noProof="0"/>
              <a:t>Titre TITLE</a:t>
            </a:r>
          </a:p>
        </p:txBody>
      </p:sp>
      <p:sp>
        <p:nvSpPr>
          <p:cNvPr id="17" name="Sous-titre 2">
            <a:extLst>
              <a:ext uri="{FF2B5EF4-FFF2-40B4-BE49-F238E27FC236}">
                <a16:creationId xmlns:a16="http://schemas.microsoft.com/office/drawing/2014/main" id="{CB2E5BC9-E70A-A24A-9F4D-E3EA8597C8ED}"/>
              </a:ext>
            </a:extLst>
          </p:cNvPr>
          <p:cNvSpPr>
            <a:spLocks noGrp="1"/>
          </p:cNvSpPr>
          <p:nvPr>
            <p:ph type="subTitle" idx="1" hasCustomPrompt="1"/>
          </p:nvPr>
        </p:nvSpPr>
        <p:spPr>
          <a:xfrm>
            <a:off x="1800225" y="1435841"/>
            <a:ext cx="5543549" cy="214485"/>
          </a:xfrm>
          <a:prstGeom prst="rect">
            <a:avLst/>
          </a:prstGeom>
          <a:noFill/>
          <a:ln>
            <a:noFill/>
          </a:ln>
        </p:spPr>
        <p:txBody>
          <a:bodyPr/>
          <a:lstStyle>
            <a:lvl1pPr marL="0" indent="0" algn="l">
              <a:buNone/>
              <a:defRPr lang="fr-FR" sz="900" b="1" i="0" kern="1200" baseline="0" smtClean="0">
                <a:solidFill>
                  <a:srgbClr val="014E9F"/>
                </a:solidFill>
                <a:latin typeface="Michelin SemiBold" panose="02000000000000000000" pitchFamily="2" charset="0"/>
                <a:ea typeface="+mn-ea"/>
                <a:cs typeface="Arial"/>
              </a:defRPr>
            </a:lvl1pPr>
            <a:lvl2pPr marL="342853" indent="0" algn="ctr">
              <a:buNone/>
              <a:defRPr>
                <a:solidFill>
                  <a:schemeClr val="tx1">
                    <a:tint val="75000"/>
                  </a:schemeClr>
                </a:solidFill>
              </a:defRPr>
            </a:lvl2pPr>
            <a:lvl3pPr marL="685705" indent="0" algn="ctr">
              <a:buNone/>
              <a:defRPr>
                <a:solidFill>
                  <a:schemeClr val="tx1">
                    <a:tint val="75000"/>
                  </a:schemeClr>
                </a:solidFill>
              </a:defRPr>
            </a:lvl3pPr>
            <a:lvl4pPr marL="1028558" indent="0" algn="ctr">
              <a:buNone/>
              <a:defRPr>
                <a:solidFill>
                  <a:schemeClr val="tx1">
                    <a:tint val="75000"/>
                  </a:schemeClr>
                </a:solidFill>
              </a:defRPr>
            </a:lvl4pPr>
            <a:lvl5pPr marL="1371410" indent="0" algn="ctr">
              <a:buNone/>
              <a:defRPr>
                <a:solidFill>
                  <a:schemeClr val="tx1">
                    <a:tint val="75000"/>
                  </a:schemeClr>
                </a:solidFill>
              </a:defRPr>
            </a:lvl5pPr>
            <a:lvl6pPr marL="1714262" indent="0" algn="ctr">
              <a:buNone/>
              <a:defRPr>
                <a:solidFill>
                  <a:schemeClr val="tx1">
                    <a:tint val="75000"/>
                  </a:schemeClr>
                </a:solidFill>
              </a:defRPr>
            </a:lvl6pPr>
            <a:lvl7pPr marL="2057114" indent="0" algn="ctr">
              <a:buNone/>
              <a:defRPr>
                <a:solidFill>
                  <a:schemeClr val="tx1">
                    <a:tint val="75000"/>
                  </a:schemeClr>
                </a:solidFill>
              </a:defRPr>
            </a:lvl7pPr>
            <a:lvl8pPr marL="2399967" indent="0" algn="ctr">
              <a:buNone/>
              <a:defRPr>
                <a:solidFill>
                  <a:schemeClr val="tx1">
                    <a:tint val="75000"/>
                  </a:schemeClr>
                </a:solidFill>
              </a:defRPr>
            </a:lvl8pPr>
            <a:lvl9pPr marL="2742820" indent="0" algn="ctr">
              <a:buNone/>
              <a:defRPr>
                <a:solidFill>
                  <a:schemeClr val="tx1">
                    <a:tint val="75000"/>
                  </a:schemeClr>
                </a:solidFill>
              </a:defRPr>
            </a:lvl9pPr>
          </a:lstStyle>
          <a:p>
            <a:r>
              <a:rPr lang="en-GB" noProof="0"/>
              <a:t>Sous titre / SUBTITLE</a:t>
            </a:r>
          </a:p>
        </p:txBody>
      </p:sp>
      <p:sp>
        <p:nvSpPr>
          <p:cNvPr id="9" name="Espace réservé du contenu 3">
            <a:extLst>
              <a:ext uri="{FF2B5EF4-FFF2-40B4-BE49-F238E27FC236}">
                <a16:creationId xmlns:a16="http://schemas.microsoft.com/office/drawing/2014/main" id="{9F0CC2BE-2D84-6145-8BF0-CAF681C2495A}"/>
              </a:ext>
            </a:extLst>
          </p:cNvPr>
          <p:cNvSpPr>
            <a:spLocks noGrp="1"/>
          </p:cNvSpPr>
          <p:nvPr>
            <p:ph sz="half" idx="2" hasCustomPrompt="1"/>
          </p:nvPr>
        </p:nvSpPr>
        <p:spPr>
          <a:xfrm>
            <a:off x="1800225" y="1815221"/>
            <a:ext cx="5543549" cy="2582710"/>
          </a:xfrm>
          <a:prstGeom prst="rect">
            <a:avLst/>
          </a:prstGeom>
        </p:spPr>
        <p:txBody>
          <a:bodyPr/>
          <a:lstStyle>
            <a:lvl1pPr marL="257175" indent="-257175">
              <a:buClr>
                <a:srgbClr val="014E9F"/>
              </a:buClr>
              <a:buFont typeface="Wingdings" charset="2"/>
              <a:buChar char=""/>
              <a:defRPr sz="1500" b="1" i="1" baseline="0">
                <a:solidFill>
                  <a:srgbClr val="014E9F"/>
                </a:solidFill>
                <a:latin typeface="Arial" panose="020B0604020202020204" pitchFamily="34" charset="0"/>
                <a:cs typeface="Arial" panose="020B0604020202020204" pitchFamily="34" charset="0"/>
              </a:defRPr>
            </a:lvl1pPr>
            <a:lvl2pPr marL="557213" indent="-214313">
              <a:buClr>
                <a:srgbClr val="014E9F"/>
              </a:buClr>
              <a:buSzPct val="100000"/>
              <a:buFont typeface="Lucida Grande"/>
              <a:buChar char="●"/>
              <a:defRPr sz="1350" b="1" baseline="0">
                <a:solidFill>
                  <a:srgbClr val="014E9F"/>
                </a:solidFill>
                <a:latin typeface="Arial" panose="020B0604020202020204" pitchFamily="34" charset="0"/>
                <a:cs typeface="Arial" panose="020B0604020202020204" pitchFamily="34" charset="0"/>
              </a:defRPr>
            </a:lvl2pPr>
            <a:lvl3pPr marL="857250" indent="-171450">
              <a:buClr>
                <a:srgbClr val="014E9F"/>
              </a:buClr>
              <a:buFont typeface="Wingdings" pitchFamily="2" charset="2"/>
              <a:buChar char="§"/>
              <a:defRPr sz="1350" baseline="0">
                <a:solidFill>
                  <a:srgbClr val="014E9F"/>
                </a:solidFill>
                <a:latin typeface="Arial" panose="020B0604020202020204" pitchFamily="34" charset="0"/>
                <a:cs typeface="Arial" panose="020B0604020202020204" pitchFamily="34" charset="0"/>
              </a:defRPr>
            </a:lvl3pPr>
            <a:lvl4pPr marL="1200150" indent="-171450">
              <a:buClr>
                <a:srgbClr val="014E9F"/>
              </a:buClr>
              <a:buFont typeface="Lucida Grande"/>
              <a:buChar char="▸"/>
              <a:defRPr sz="1050">
                <a:solidFill>
                  <a:srgbClr val="014E9F"/>
                </a:solidFill>
                <a:latin typeface="Arial" panose="020B0604020202020204" pitchFamily="34" charset="0"/>
                <a:cs typeface="Arial" panose="020B0604020202020204" pitchFamily="34" charset="0"/>
              </a:defRPr>
            </a:lvl4pPr>
            <a:lvl5pPr marL="1543050" indent="-171450">
              <a:buClr>
                <a:srgbClr val="014E9F"/>
              </a:buClr>
              <a:buFont typeface="Wingdings" pitchFamily="2" charset="2"/>
              <a:buChar char="v"/>
              <a:defRPr sz="900">
                <a:solidFill>
                  <a:srgbClr val="014E9F"/>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GB" noProof="0"/>
              <a:t>CLICK TO MODIFY THE TEXT OF THE MASK</a:t>
            </a:r>
          </a:p>
          <a:p>
            <a:pPr lvl="1"/>
            <a:r>
              <a:rPr lang="en-GB" noProof="0"/>
              <a:t>Second level</a:t>
            </a:r>
          </a:p>
          <a:p>
            <a:pPr lvl="2"/>
            <a:r>
              <a:rPr lang="en-GB" noProof="0"/>
              <a:t>Third level</a:t>
            </a:r>
          </a:p>
          <a:p>
            <a:pPr lvl="3"/>
            <a:r>
              <a:rPr lang="en-GB" noProof="0"/>
              <a:t>Fourth level</a:t>
            </a:r>
          </a:p>
          <a:p>
            <a:pPr lvl="4"/>
            <a:r>
              <a:rPr lang="en-GB" noProof="0"/>
              <a:t>Fifth level</a:t>
            </a:r>
          </a:p>
        </p:txBody>
      </p:sp>
      <p:pic>
        <p:nvPicPr>
          <p:cNvPr id="10" name="Imagen 9" descr="Logotipo&#10;&#10;Descripción generada automáticamente">
            <a:extLst>
              <a:ext uri="{FF2B5EF4-FFF2-40B4-BE49-F238E27FC236}">
                <a16:creationId xmlns:a16="http://schemas.microsoft.com/office/drawing/2014/main" id="{E5309222-91C5-4F77-8D59-A7FDC3E985A1}"/>
              </a:ext>
            </a:extLst>
          </p:cNvPr>
          <p:cNvPicPr>
            <a:picLocks noChangeAspect="1"/>
          </p:cNvPicPr>
          <p:nvPr userDrawn="1"/>
        </p:nvPicPr>
        <p:blipFill>
          <a:blip r:embed="rId3"/>
          <a:stretch>
            <a:fillRect/>
          </a:stretch>
        </p:blipFill>
        <p:spPr>
          <a:xfrm>
            <a:off x="7900988" y="4012230"/>
            <a:ext cx="1071404" cy="563581"/>
          </a:xfrm>
          <a:prstGeom prst="rect">
            <a:avLst/>
          </a:prstGeom>
        </p:spPr>
      </p:pic>
    </p:spTree>
    <p:extLst>
      <p:ext uri="{BB962C8B-B14F-4D97-AF65-F5344CB8AC3E}">
        <p14:creationId xmlns:p14="http://schemas.microsoft.com/office/powerpoint/2010/main" val="80693932"/>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8_Titre et contenu">
    <p:spTree>
      <p:nvGrpSpPr>
        <p:cNvPr id="1" name=""/>
        <p:cNvGrpSpPr/>
        <p:nvPr/>
      </p:nvGrpSpPr>
      <p:grpSpPr>
        <a:xfrm>
          <a:off x="0" y="0"/>
          <a:ext cx="0" cy="0"/>
          <a:chOff x="0" y="0"/>
          <a:chExt cx="0" cy="0"/>
        </a:xfrm>
      </p:grpSpPr>
      <p:sp>
        <p:nvSpPr>
          <p:cNvPr id="7" name="Rectangle 6"/>
          <p:cNvSpPr/>
          <p:nvPr userDrawn="1"/>
        </p:nvSpPr>
        <p:spPr>
          <a:xfrm>
            <a:off x="0" y="0"/>
            <a:ext cx="457200" cy="5143500"/>
          </a:xfrm>
          <a:prstGeom prst="rect">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12" tIns="45706" rIns="91412" bIns="45706" numCol="1" spcCol="0" rtlCol="0" fromWordArt="0" anchor="ctr" anchorCtr="0" forceAA="0" compatLnSpc="1">
            <a:prstTxWarp prst="textNoShape">
              <a:avLst/>
            </a:prstTxWarp>
            <a:noAutofit/>
          </a:bodyPr>
          <a:lstStyle/>
          <a:p>
            <a:pPr algn="ctr"/>
            <a:endParaRPr lang="en-GB" sz="1799"/>
          </a:p>
        </p:txBody>
      </p:sp>
      <p:sp>
        <p:nvSpPr>
          <p:cNvPr id="8" name="Titre 3"/>
          <p:cNvSpPr>
            <a:spLocks noGrp="1"/>
          </p:cNvSpPr>
          <p:nvPr>
            <p:ph type="title" hasCustomPrompt="1"/>
          </p:nvPr>
        </p:nvSpPr>
        <p:spPr>
          <a:xfrm>
            <a:off x="457203" y="109472"/>
            <a:ext cx="8225621" cy="483051"/>
          </a:xfrm>
          <a:prstGeom prst="rect">
            <a:avLst/>
          </a:prstGeom>
        </p:spPr>
        <p:txBody>
          <a:bodyPr anchor="ctr"/>
          <a:lstStyle>
            <a:lvl1pPr algn="l" defTabSz="457040" rtl="0" eaLnBrk="1" latinLnBrk="0" hangingPunct="1">
              <a:spcBef>
                <a:spcPct val="0"/>
              </a:spcBef>
              <a:buNone/>
              <a:defRPr lang="en-GB" sz="1600" b="1" i="0" kern="1200" cap="all" baseline="0" dirty="0">
                <a:solidFill>
                  <a:srgbClr val="27509B"/>
                </a:solidFill>
                <a:latin typeface="Michelin" pitchFamily="50" charset="0"/>
                <a:ea typeface="+mj-ea"/>
                <a:cs typeface="Arial" panose="020B0604020202020204" pitchFamily="34" charset="0"/>
              </a:defRPr>
            </a:lvl1pPr>
          </a:lstStyle>
          <a:p>
            <a:r>
              <a:rPr lang="fr-FR"/>
              <a:t>MODIFIEZ LE STYLE DU TITRE</a:t>
            </a:r>
            <a:endParaRPr lang="en-GB"/>
          </a:p>
        </p:txBody>
      </p:sp>
      <p:sp>
        <p:nvSpPr>
          <p:cNvPr id="9" name="Espace réservé du contenu 4"/>
          <p:cNvSpPr>
            <a:spLocks noGrp="1"/>
          </p:cNvSpPr>
          <p:nvPr>
            <p:ph sz="quarter" idx="10"/>
          </p:nvPr>
        </p:nvSpPr>
        <p:spPr>
          <a:xfrm>
            <a:off x="457203" y="656983"/>
            <a:ext cx="8229598" cy="4169459"/>
          </a:xfrm>
          <a:prstGeom prst="rect">
            <a:avLst/>
          </a:prstGeom>
        </p:spPr>
        <p:txBody>
          <a:bodyPr/>
          <a:lstStyle>
            <a:lvl1pPr>
              <a:defRPr lang="fr-FR" sz="1600" kern="1200" noProof="0" dirty="0" smtClean="0">
                <a:solidFill>
                  <a:schemeClr val="tx1">
                    <a:lumMod val="75000"/>
                    <a:lumOff val="25000"/>
                  </a:schemeClr>
                </a:solidFill>
                <a:latin typeface="+mj-lt"/>
                <a:ea typeface="+mn-ea"/>
                <a:cs typeface="Arial"/>
              </a:defRPr>
            </a:lvl1pPr>
            <a:lvl2pPr marL="742691" indent="-285651">
              <a:buFontTx/>
              <a:buBlip>
                <a:blip r:embed="rId2"/>
              </a:buBlip>
              <a:defRPr lang="fr-FR" sz="1400" kern="1200" noProof="0" dirty="0" smtClean="0">
                <a:solidFill>
                  <a:schemeClr val="tx1">
                    <a:lumMod val="75000"/>
                    <a:lumOff val="25000"/>
                  </a:schemeClr>
                </a:solidFill>
                <a:latin typeface="+mj-lt"/>
                <a:ea typeface="+mn-ea"/>
                <a:cs typeface="Arial"/>
              </a:defRPr>
            </a:lvl2pPr>
            <a:lvl3pPr marL="1142600" indent="-228520">
              <a:buFontTx/>
              <a:buBlip>
                <a:blip r:embed="rId3"/>
              </a:buBlip>
              <a:defRPr lang="fr-FR" sz="1199" kern="1200" dirty="0" smtClean="0">
                <a:solidFill>
                  <a:schemeClr val="tx1">
                    <a:lumMod val="75000"/>
                    <a:lumOff val="25000"/>
                  </a:schemeClr>
                </a:solidFill>
                <a:latin typeface="+mj-lt"/>
                <a:ea typeface="+mn-ea"/>
                <a:cs typeface="Arial" panose="020B0604020202020204" pitchFamily="34" charset="0"/>
              </a:defRPr>
            </a:lvl3pPr>
            <a:lvl4pPr marL="1599640" indent="-228520">
              <a:buFont typeface="Wingdings" panose="05000000000000000000" pitchFamily="2" charset="2"/>
              <a:buChar char="§"/>
              <a:defRPr lang="fr-FR" sz="1199" kern="1200" dirty="0" smtClean="0">
                <a:solidFill>
                  <a:schemeClr val="tx1">
                    <a:lumMod val="75000"/>
                    <a:lumOff val="25000"/>
                  </a:schemeClr>
                </a:solidFill>
                <a:latin typeface="+mj-lt"/>
                <a:ea typeface="+mn-ea"/>
                <a:cs typeface="Arial" panose="020B0604020202020204" pitchFamily="34" charset="0"/>
              </a:defRPr>
            </a:lvl4pPr>
            <a:lvl5pPr marL="2056680" indent="-228520">
              <a:buFont typeface="Arial" panose="020B0604020202020204" pitchFamily="34" charset="0"/>
              <a:buChar char="•"/>
              <a:defRPr lang="en-GB" sz="1199" kern="1200" dirty="0">
                <a:solidFill>
                  <a:schemeClr val="tx1">
                    <a:lumMod val="75000"/>
                    <a:lumOff val="25000"/>
                  </a:schemeClr>
                </a:solidFill>
                <a:latin typeface="+mj-lt"/>
                <a:ea typeface="+mn-ea"/>
                <a:cs typeface="Arial" panose="020B0604020202020204" pitchFamily="34" charset="0"/>
              </a:defRPr>
            </a:lvl5pPr>
          </a:lstStyle>
          <a:p>
            <a:pPr marL="0" lvl="0" indent="0" algn="l" defTabSz="457040" rtl="0" eaLnBrk="1" latinLnBrk="0" hangingPunct="1">
              <a:spcBef>
                <a:spcPct val="20000"/>
              </a:spcBef>
              <a:buFont typeface="Arial"/>
              <a:buNone/>
            </a:pPr>
            <a:r>
              <a:rPr lang="fr-FR"/>
              <a:t>Modifier les styles du texte du masque</a:t>
            </a:r>
          </a:p>
          <a:p>
            <a:pPr marL="742691" lvl="1" indent="-285651" algn="l" defTabSz="457040" rtl="0" eaLnBrk="1" latinLnBrk="0" hangingPunct="1">
              <a:spcBef>
                <a:spcPct val="20000"/>
              </a:spcBef>
              <a:buFontTx/>
              <a:buBlip>
                <a:blip r:embed="rId2"/>
              </a:buBlip>
            </a:pPr>
            <a:r>
              <a:rPr lang="fr-FR"/>
              <a:t>Deuxième niveau</a:t>
            </a:r>
          </a:p>
          <a:p>
            <a:pPr marL="1142600" lvl="2" indent="-228520" algn="l" defTabSz="457040" rtl="0" eaLnBrk="1" latinLnBrk="0" hangingPunct="1">
              <a:spcBef>
                <a:spcPct val="20000"/>
              </a:spcBef>
              <a:buFontTx/>
              <a:buBlip>
                <a:blip r:embed="rId3"/>
              </a:buBlip>
            </a:pPr>
            <a:r>
              <a:rPr lang="fr-FR"/>
              <a:t>Troisième niveau</a:t>
            </a:r>
          </a:p>
          <a:p>
            <a:pPr marL="1599640" lvl="3" indent="-228520" algn="l" defTabSz="457040" rtl="0" eaLnBrk="1" latinLnBrk="0" hangingPunct="1">
              <a:spcBef>
                <a:spcPct val="20000"/>
              </a:spcBef>
              <a:buFont typeface="Wingdings" panose="05000000000000000000" pitchFamily="2" charset="2"/>
              <a:buChar char="§"/>
            </a:pPr>
            <a:r>
              <a:rPr lang="fr-FR"/>
              <a:t>Quatrième niveau</a:t>
            </a:r>
          </a:p>
          <a:p>
            <a:pPr marL="2056680" lvl="4" indent="-228520" algn="l" defTabSz="457040" rtl="0" eaLnBrk="1" latinLnBrk="0" hangingPunct="1">
              <a:spcBef>
                <a:spcPct val="20000"/>
              </a:spcBef>
              <a:buFont typeface="Arial" panose="020B0604020202020204" pitchFamily="34" charset="0"/>
              <a:buChar char="•"/>
            </a:pPr>
            <a:r>
              <a:rPr lang="fr-FR"/>
              <a:t>Cinquième niveau</a:t>
            </a:r>
            <a:endParaRPr lang="en-GB"/>
          </a:p>
        </p:txBody>
      </p:sp>
      <p:pic>
        <p:nvPicPr>
          <p:cNvPr id="10"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rot="16200000">
            <a:off x="-549361" y="362175"/>
            <a:ext cx="1555921" cy="648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Image 5">
            <a:extLst>
              <a:ext uri="{FF2B5EF4-FFF2-40B4-BE49-F238E27FC236}">
                <a16:creationId xmlns:a16="http://schemas.microsoft.com/office/drawing/2014/main" id="{25F2C39A-F2AE-4E4D-8C04-1EC2E580CBE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200000" y="80215"/>
            <a:ext cx="1944000" cy="519417"/>
          </a:xfrm>
          <a:prstGeom prst="rect">
            <a:avLst/>
          </a:prstGeom>
        </p:spPr>
      </p:pic>
    </p:spTree>
    <p:extLst>
      <p:ext uri="{BB962C8B-B14F-4D97-AF65-F5344CB8AC3E}">
        <p14:creationId xmlns:p14="http://schemas.microsoft.com/office/powerpoint/2010/main" val="23746578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68632CFB-0914-6494-9920-A500C84AE0BE}"/>
              </a:ext>
            </a:extLst>
          </p:cNvPr>
          <p:cNvSpPr/>
          <p:nvPr userDrawn="1"/>
        </p:nvSpPr>
        <p:spPr>
          <a:xfrm>
            <a:off x="-107576" y="4898411"/>
            <a:ext cx="9144000" cy="246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3" name="Espace réservé de la date 3">
            <a:extLst>
              <a:ext uri="{FF2B5EF4-FFF2-40B4-BE49-F238E27FC236}">
                <a16:creationId xmlns:a16="http://schemas.microsoft.com/office/drawing/2014/main" id="{B417FA05-2D4C-7308-B337-C2BECF417D3F}"/>
              </a:ext>
            </a:extLst>
          </p:cNvPr>
          <p:cNvSpPr txBox="1">
            <a:spLocks/>
          </p:cNvSpPr>
          <p:nvPr userDrawn="1"/>
        </p:nvSpPr>
        <p:spPr>
          <a:xfrm>
            <a:off x="5612662"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Clasificación</a:t>
            </a:r>
            <a:r>
              <a:rPr lang="en-GB" sz="750" noProof="0">
                <a:solidFill>
                  <a:srgbClr val="919191"/>
                </a:solidFill>
                <a:latin typeface="Arial" panose="020B0604020202020204" pitchFamily="34" charset="0"/>
                <a:cs typeface="Arial" panose="020B0604020202020204" pitchFamily="34" charset="0"/>
              </a:rPr>
              <a:t>: D3</a:t>
            </a:r>
          </a:p>
        </p:txBody>
      </p:sp>
      <p:sp>
        <p:nvSpPr>
          <p:cNvPr id="4" name="Espace réservé de la date 3">
            <a:extLst>
              <a:ext uri="{FF2B5EF4-FFF2-40B4-BE49-F238E27FC236}">
                <a16:creationId xmlns:a16="http://schemas.microsoft.com/office/drawing/2014/main" id="{4EB9D945-2D7E-8D2D-27CB-828FC81AE7A9}"/>
              </a:ext>
            </a:extLst>
          </p:cNvPr>
          <p:cNvSpPr txBox="1">
            <a:spLocks/>
          </p:cNvSpPr>
          <p:nvPr userDrawn="1"/>
        </p:nvSpPr>
        <p:spPr>
          <a:xfrm>
            <a:off x="7433489"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Conservación</a:t>
            </a:r>
            <a:r>
              <a:rPr lang="en-GB" sz="750" noProof="0">
                <a:solidFill>
                  <a:srgbClr val="919191"/>
                </a:solidFill>
              </a:rPr>
              <a:t>: WA</a:t>
            </a:r>
          </a:p>
        </p:txBody>
      </p:sp>
      <p:sp>
        <p:nvSpPr>
          <p:cNvPr id="6" name="Espace réservé de la date 3">
            <a:extLst>
              <a:ext uri="{FF2B5EF4-FFF2-40B4-BE49-F238E27FC236}">
                <a16:creationId xmlns:a16="http://schemas.microsoft.com/office/drawing/2014/main" id="{F54EB7A4-DFEC-4F4E-6C27-361FB4C4EEE2}"/>
              </a:ext>
            </a:extLst>
          </p:cNvPr>
          <p:cNvSpPr txBox="1">
            <a:spLocks/>
          </p:cNvSpPr>
          <p:nvPr userDrawn="1"/>
        </p:nvSpPr>
        <p:spPr>
          <a:xfrm>
            <a:off x="150185"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Ref./</a:t>
            </a:r>
            <a:r>
              <a:rPr lang="en-GB" sz="750" noProof="0" err="1">
                <a:solidFill>
                  <a:srgbClr val="919191"/>
                </a:solidFill>
                <a:latin typeface="Arial" panose="020B0604020202020204" pitchFamily="34" charset="0"/>
                <a:cs typeface="Arial" panose="020B0604020202020204" pitchFamily="34" charset="0"/>
              </a:rPr>
              <a:t>Documento</a:t>
            </a:r>
            <a:r>
              <a:rPr lang="en-GB" sz="750" noProof="0">
                <a:solidFill>
                  <a:srgbClr val="919191"/>
                </a:solidFill>
                <a:latin typeface="Arial" panose="020B0604020202020204" pitchFamily="34" charset="0"/>
                <a:cs typeface="Arial" panose="020B0604020202020204" pitchFamily="34" charset="0"/>
              </a:rPr>
              <a:t>: </a:t>
            </a:r>
          </a:p>
        </p:txBody>
      </p:sp>
      <p:sp>
        <p:nvSpPr>
          <p:cNvPr id="7" name="Espace réservé de la date 3">
            <a:extLst>
              <a:ext uri="{FF2B5EF4-FFF2-40B4-BE49-F238E27FC236}">
                <a16:creationId xmlns:a16="http://schemas.microsoft.com/office/drawing/2014/main" id="{06E8F27F-F0D2-E2FF-A3B0-301788DEA00D}"/>
              </a:ext>
            </a:extLst>
          </p:cNvPr>
          <p:cNvSpPr txBox="1">
            <a:spLocks/>
          </p:cNvSpPr>
          <p:nvPr userDrawn="1"/>
        </p:nvSpPr>
        <p:spPr>
          <a:xfrm>
            <a:off x="1971011"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Autor/Depart: VIT</a:t>
            </a:r>
          </a:p>
        </p:txBody>
      </p:sp>
      <p:sp>
        <p:nvSpPr>
          <p:cNvPr id="8" name="Espace réservé de la date 3">
            <a:extLst>
              <a:ext uri="{FF2B5EF4-FFF2-40B4-BE49-F238E27FC236}">
                <a16:creationId xmlns:a16="http://schemas.microsoft.com/office/drawing/2014/main" id="{30261AFC-B21B-AE35-E301-572212E0B154}"/>
              </a:ext>
            </a:extLst>
          </p:cNvPr>
          <p:cNvSpPr txBox="1">
            <a:spLocks/>
          </p:cNvSpPr>
          <p:nvPr userDrawn="1"/>
        </p:nvSpPr>
        <p:spPr>
          <a:xfrm>
            <a:off x="3791837"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Fecha</a:t>
            </a:r>
            <a:r>
              <a:rPr lang="en-GB" sz="750" noProof="0">
                <a:solidFill>
                  <a:srgbClr val="919191"/>
                </a:solidFill>
                <a:latin typeface="Arial" panose="020B0604020202020204" pitchFamily="34" charset="0"/>
                <a:cs typeface="Arial" panose="020B0604020202020204" pitchFamily="34" charset="0"/>
              </a:rPr>
              <a:t> </a:t>
            </a:r>
            <a:r>
              <a:rPr lang="en-GB" sz="750" noProof="0" err="1">
                <a:solidFill>
                  <a:srgbClr val="919191"/>
                </a:solidFill>
                <a:latin typeface="Arial" panose="020B0604020202020204" pitchFamily="34" charset="0"/>
                <a:cs typeface="Arial" panose="020B0604020202020204" pitchFamily="34" charset="0"/>
              </a:rPr>
              <a:t>creación</a:t>
            </a:r>
            <a:r>
              <a:rPr lang="en-GB" sz="750" noProof="0">
                <a:solidFill>
                  <a:srgbClr val="919191"/>
                </a:solidFill>
                <a:latin typeface="Arial" panose="020B0604020202020204" pitchFamily="34" charset="0"/>
                <a:cs typeface="Arial" panose="020B0604020202020204" pitchFamily="34" charset="0"/>
              </a:rPr>
              <a:t>: 15/05/2026 </a:t>
            </a:r>
          </a:p>
        </p:txBody>
      </p:sp>
    </p:spTree>
    <p:extLst>
      <p:ext uri="{BB962C8B-B14F-4D97-AF65-F5344CB8AC3E}">
        <p14:creationId xmlns:p14="http://schemas.microsoft.com/office/powerpoint/2010/main" val="2592924801"/>
      </p:ext>
    </p:extLst>
  </p:cSld>
  <p:clrMap bg1="lt1" tx1="dk1" bg2="lt2" tx2="dk2" accent1="accent1" accent2="accent2" accent3="accent3" accent4="accent4" accent5="accent5" accent6="accent6" hlink="hlink" folHlink="folHlink"/>
  <p:sldLayoutIdLst>
    <p:sldLayoutId id="2147483683" r:id="rId1"/>
    <p:sldLayoutId id="2147483650" r:id="rId2"/>
    <p:sldLayoutId id="2147483692" r:id="rId3"/>
    <p:sldLayoutId id="2147483689" r:id="rId4"/>
    <p:sldLayoutId id="2147483691" r:id="rId5"/>
    <p:sldLayoutId id="2147483688" r:id="rId6"/>
    <p:sldLayoutId id="2147483685" r:id="rId7"/>
    <p:sldLayoutId id="2147483690" r:id="rId8"/>
    <p:sldLayoutId id="2147483686" r:id="rId9"/>
    <p:sldLayoutId id="2147483687" r:id="rId10"/>
    <p:sldLayoutId id="2147483694" r:id="rId11"/>
    <p:sldLayoutId id="2147483655" r:id="rId12"/>
    <p:sldLayoutId id="2147483656" r:id="rId13"/>
    <p:sldLayoutId id="2147483657" r:id="rId14"/>
    <p:sldLayoutId id="2147483661" r:id="rId15"/>
    <p:sldLayoutId id="2147483663" r:id="rId16"/>
    <p:sldLayoutId id="2147483665" r:id="rId17"/>
    <p:sldLayoutId id="2147483668"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95" r:id="rId29"/>
    <p:sldLayoutId id="2147483710" r:id="rId30"/>
    <p:sldLayoutId id="2147483711" r:id="rId31"/>
    <p:sldLayoutId id="2147483712" r:id="rId32"/>
    <p:sldLayoutId id="2147483713" r:id="rId33"/>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C7C752-8314-2044-B667-E3C727B7D358}"/>
              </a:ext>
            </a:extLst>
          </p:cNvPr>
          <p:cNvSpPr/>
          <p:nvPr userDrawn="1"/>
        </p:nvSpPr>
        <p:spPr>
          <a:xfrm>
            <a:off x="-107576" y="4898411"/>
            <a:ext cx="9144000" cy="246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Espace réservé de la date 3">
            <a:extLst>
              <a:ext uri="{FF2B5EF4-FFF2-40B4-BE49-F238E27FC236}">
                <a16:creationId xmlns:a16="http://schemas.microsoft.com/office/drawing/2014/main" id="{CED0D7C3-FDC5-5040-AE15-9404BCCCA859}"/>
              </a:ext>
            </a:extLst>
          </p:cNvPr>
          <p:cNvSpPr txBox="1">
            <a:spLocks/>
          </p:cNvSpPr>
          <p:nvPr userDrawn="1"/>
        </p:nvSpPr>
        <p:spPr>
          <a:xfrm>
            <a:off x="5612662"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Clasificación</a:t>
            </a:r>
            <a:r>
              <a:rPr lang="en-GB" sz="750" noProof="0">
                <a:solidFill>
                  <a:srgbClr val="919191"/>
                </a:solidFill>
                <a:latin typeface="Arial" panose="020B0604020202020204" pitchFamily="34" charset="0"/>
                <a:cs typeface="Arial" panose="020B0604020202020204" pitchFamily="34" charset="0"/>
              </a:rPr>
              <a:t>: D3</a:t>
            </a:r>
          </a:p>
        </p:txBody>
      </p:sp>
      <p:sp>
        <p:nvSpPr>
          <p:cNvPr id="17" name="Espace réservé de la date 3">
            <a:extLst>
              <a:ext uri="{FF2B5EF4-FFF2-40B4-BE49-F238E27FC236}">
                <a16:creationId xmlns:a16="http://schemas.microsoft.com/office/drawing/2014/main" id="{DBC44928-C852-C840-9C84-AF6DB7E62227}"/>
              </a:ext>
            </a:extLst>
          </p:cNvPr>
          <p:cNvSpPr txBox="1">
            <a:spLocks/>
          </p:cNvSpPr>
          <p:nvPr userDrawn="1"/>
        </p:nvSpPr>
        <p:spPr>
          <a:xfrm>
            <a:off x="7433489"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Conservación</a:t>
            </a:r>
            <a:r>
              <a:rPr lang="en-GB" sz="750" noProof="0">
                <a:solidFill>
                  <a:srgbClr val="919191"/>
                </a:solidFill>
              </a:rPr>
              <a:t>: WA</a:t>
            </a:r>
          </a:p>
        </p:txBody>
      </p:sp>
      <p:sp>
        <p:nvSpPr>
          <p:cNvPr id="11" name="Espace réservé de la date 3">
            <a:extLst>
              <a:ext uri="{FF2B5EF4-FFF2-40B4-BE49-F238E27FC236}">
                <a16:creationId xmlns:a16="http://schemas.microsoft.com/office/drawing/2014/main" id="{CDA02ACC-E90A-924B-AF14-D26E6F8D1937}"/>
              </a:ext>
            </a:extLst>
          </p:cNvPr>
          <p:cNvSpPr txBox="1">
            <a:spLocks/>
          </p:cNvSpPr>
          <p:nvPr userDrawn="1"/>
        </p:nvSpPr>
        <p:spPr>
          <a:xfrm>
            <a:off x="150185"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Ref./</a:t>
            </a:r>
            <a:r>
              <a:rPr lang="en-GB" sz="750" noProof="0" err="1">
                <a:solidFill>
                  <a:srgbClr val="919191"/>
                </a:solidFill>
                <a:latin typeface="Arial" panose="020B0604020202020204" pitchFamily="34" charset="0"/>
                <a:cs typeface="Arial" panose="020B0604020202020204" pitchFamily="34" charset="0"/>
              </a:rPr>
              <a:t>Documento</a:t>
            </a:r>
            <a:r>
              <a:rPr lang="en-GB" sz="750" noProof="0">
                <a:solidFill>
                  <a:srgbClr val="919191"/>
                </a:solidFill>
                <a:latin typeface="Arial" panose="020B0604020202020204" pitchFamily="34" charset="0"/>
                <a:cs typeface="Arial" panose="020B0604020202020204" pitchFamily="34" charset="0"/>
              </a:rPr>
              <a:t>: </a:t>
            </a:r>
          </a:p>
        </p:txBody>
      </p:sp>
      <p:sp>
        <p:nvSpPr>
          <p:cNvPr id="12" name="ZoneTexte 11">
            <a:extLst>
              <a:ext uri="{FF2B5EF4-FFF2-40B4-BE49-F238E27FC236}">
                <a16:creationId xmlns:a16="http://schemas.microsoft.com/office/drawing/2014/main" id="{710C214F-90DE-0B4A-8A22-8A919B86CDD9}"/>
              </a:ext>
            </a:extLst>
          </p:cNvPr>
          <p:cNvSpPr txBox="1"/>
          <p:nvPr userDrawn="1"/>
        </p:nvSpPr>
        <p:spPr>
          <a:xfrm>
            <a:off x="150185" y="4576433"/>
            <a:ext cx="489236" cy="230832"/>
          </a:xfrm>
          <a:prstGeom prst="rect">
            <a:avLst/>
          </a:prstGeom>
          <a:noFill/>
        </p:spPr>
        <p:txBody>
          <a:bodyPr wrap="none" rtlCol="0">
            <a:spAutoFit/>
          </a:bodyPr>
          <a:lstStyle/>
          <a:p>
            <a:fld id="{21A9E20A-4BD6-B345-889F-8D42769A2BD8}" type="slidenum">
              <a:rPr lang="fr-FR" sz="900" b="1" i="0" smtClean="0">
                <a:solidFill>
                  <a:schemeClr val="bg1"/>
                </a:solidFill>
                <a:latin typeface="Michelin" panose="02000000000000000000" pitchFamily="2" charset="0"/>
              </a:rPr>
              <a:t>‹Nº›</a:t>
            </a:fld>
            <a:endParaRPr lang="fr-FR" sz="900" b="1" i="0">
              <a:solidFill>
                <a:schemeClr val="bg1"/>
              </a:solidFill>
              <a:latin typeface="Michelin" panose="02000000000000000000" pitchFamily="2" charset="0"/>
            </a:endParaRPr>
          </a:p>
        </p:txBody>
      </p:sp>
      <p:sp>
        <p:nvSpPr>
          <p:cNvPr id="4" name="Espace réservé de la date 3">
            <a:extLst>
              <a:ext uri="{FF2B5EF4-FFF2-40B4-BE49-F238E27FC236}">
                <a16:creationId xmlns:a16="http://schemas.microsoft.com/office/drawing/2014/main" id="{408611D9-295D-06D8-FC62-5670DD22AA75}"/>
              </a:ext>
            </a:extLst>
          </p:cNvPr>
          <p:cNvSpPr txBox="1">
            <a:spLocks/>
          </p:cNvSpPr>
          <p:nvPr userDrawn="1"/>
        </p:nvSpPr>
        <p:spPr>
          <a:xfrm>
            <a:off x="1971011"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Autor/Depart: VIT</a:t>
            </a:r>
          </a:p>
        </p:txBody>
      </p:sp>
      <p:sp>
        <p:nvSpPr>
          <p:cNvPr id="6" name="Espace réservé de la date 3">
            <a:extLst>
              <a:ext uri="{FF2B5EF4-FFF2-40B4-BE49-F238E27FC236}">
                <a16:creationId xmlns:a16="http://schemas.microsoft.com/office/drawing/2014/main" id="{9C773B8F-EF10-3104-5789-B674B7A71C4F}"/>
              </a:ext>
            </a:extLst>
          </p:cNvPr>
          <p:cNvSpPr txBox="1">
            <a:spLocks/>
          </p:cNvSpPr>
          <p:nvPr userDrawn="1"/>
        </p:nvSpPr>
        <p:spPr>
          <a:xfrm>
            <a:off x="3791837"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Fecha</a:t>
            </a:r>
            <a:r>
              <a:rPr lang="en-GB" sz="750" noProof="0">
                <a:solidFill>
                  <a:srgbClr val="919191"/>
                </a:solidFill>
                <a:latin typeface="Arial" panose="020B0604020202020204" pitchFamily="34" charset="0"/>
                <a:cs typeface="Arial" panose="020B0604020202020204" pitchFamily="34" charset="0"/>
              </a:rPr>
              <a:t> </a:t>
            </a:r>
            <a:r>
              <a:rPr lang="en-GB" sz="750" noProof="0" err="1">
                <a:solidFill>
                  <a:srgbClr val="919191"/>
                </a:solidFill>
                <a:latin typeface="Arial" panose="020B0604020202020204" pitchFamily="34" charset="0"/>
                <a:cs typeface="Arial" panose="020B0604020202020204" pitchFamily="34" charset="0"/>
              </a:rPr>
              <a:t>creación</a:t>
            </a:r>
            <a:r>
              <a:rPr lang="en-GB" sz="750" noProof="0">
                <a:solidFill>
                  <a:srgbClr val="919191"/>
                </a:solidFill>
                <a:latin typeface="Arial" panose="020B0604020202020204" pitchFamily="34" charset="0"/>
                <a:cs typeface="Arial" panose="020B0604020202020204" pitchFamily="34" charset="0"/>
              </a:rPr>
              <a:t>: 15/05/2026 </a:t>
            </a:r>
          </a:p>
        </p:txBody>
      </p:sp>
    </p:spTree>
    <p:extLst>
      <p:ext uri="{BB962C8B-B14F-4D97-AF65-F5344CB8AC3E}">
        <p14:creationId xmlns:p14="http://schemas.microsoft.com/office/powerpoint/2010/main" val="41258176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ZoneTexte 11">
            <a:extLst>
              <a:ext uri="{FF2B5EF4-FFF2-40B4-BE49-F238E27FC236}">
                <a16:creationId xmlns:a16="http://schemas.microsoft.com/office/drawing/2014/main" id="{710C214F-90DE-0B4A-8A22-8A919B86CDD9}"/>
              </a:ext>
            </a:extLst>
          </p:cNvPr>
          <p:cNvSpPr txBox="1"/>
          <p:nvPr userDrawn="1"/>
        </p:nvSpPr>
        <p:spPr>
          <a:xfrm>
            <a:off x="150185" y="4576433"/>
            <a:ext cx="489236" cy="230832"/>
          </a:xfrm>
          <a:prstGeom prst="rect">
            <a:avLst/>
          </a:prstGeom>
          <a:noFill/>
        </p:spPr>
        <p:txBody>
          <a:bodyPr wrap="none" rtlCol="0">
            <a:spAutoFit/>
          </a:bodyPr>
          <a:lstStyle/>
          <a:p>
            <a:fld id="{21A9E20A-4BD6-B345-889F-8D42769A2BD8}" type="slidenum">
              <a:rPr lang="fr-FR" sz="900" b="1" i="0" smtClean="0">
                <a:solidFill>
                  <a:srgbClr val="014E9F"/>
                </a:solidFill>
                <a:latin typeface="Michelin" panose="02000000000000000000" pitchFamily="2" charset="0"/>
              </a:rPr>
              <a:t>‹Nº›</a:t>
            </a:fld>
            <a:endParaRPr lang="fr-FR" sz="900" b="1" i="0">
              <a:solidFill>
                <a:srgbClr val="014E9F"/>
              </a:solidFill>
              <a:latin typeface="Michelin" panose="02000000000000000000" pitchFamily="2" charset="0"/>
            </a:endParaRPr>
          </a:p>
        </p:txBody>
      </p:sp>
      <p:sp>
        <p:nvSpPr>
          <p:cNvPr id="11" name="Rectangle 2">
            <a:extLst>
              <a:ext uri="{FF2B5EF4-FFF2-40B4-BE49-F238E27FC236}">
                <a16:creationId xmlns:a16="http://schemas.microsoft.com/office/drawing/2014/main" id="{0CDD259B-C6E1-4969-93C9-D2C218F4A3EA}"/>
              </a:ext>
            </a:extLst>
          </p:cNvPr>
          <p:cNvSpPr/>
          <p:nvPr userDrawn="1"/>
        </p:nvSpPr>
        <p:spPr>
          <a:xfrm>
            <a:off x="0" y="4898411"/>
            <a:ext cx="9144000" cy="2466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
        <p:nvSpPr>
          <p:cNvPr id="16" name="Espace réservé de la date 3">
            <a:extLst>
              <a:ext uri="{FF2B5EF4-FFF2-40B4-BE49-F238E27FC236}">
                <a16:creationId xmlns:a16="http://schemas.microsoft.com/office/drawing/2014/main" id="{A9E7D19F-17E0-488D-A526-F690F20B1DBD}"/>
              </a:ext>
            </a:extLst>
          </p:cNvPr>
          <p:cNvSpPr txBox="1">
            <a:spLocks/>
          </p:cNvSpPr>
          <p:nvPr userDrawn="1"/>
        </p:nvSpPr>
        <p:spPr>
          <a:xfrm>
            <a:off x="5612662"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Clasificación</a:t>
            </a:r>
            <a:r>
              <a:rPr lang="en-GB" sz="750" noProof="0">
                <a:solidFill>
                  <a:srgbClr val="919191"/>
                </a:solidFill>
                <a:latin typeface="Arial" panose="020B0604020202020204" pitchFamily="34" charset="0"/>
                <a:cs typeface="Arial" panose="020B0604020202020204" pitchFamily="34" charset="0"/>
              </a:rPr>
              <a:t>: D3</a:t>
            </a:r>
          </a:p>
        </p:txBody>
      </p:sp>
      <p:sp>
        <p:nvSpPr>
          <p:cNvPr id="17" name="Espace réservé de la date 3">
            <a:extLst>
              <a:ext uri="{FF2B5EF4-FFF2-40B4-BE49-F238E27FC236}">
                <a16:creationId xmlns:a16="http://schemas.microsoft.com/office/drawing/2014/main" id="{E9D5A49C-E8B5-4934-A559-14F71F1DCD78}"/>
              </a:ext>
            </a:extLst>
          </p:cNvPr>
          <p:cNvSpPr txBox="1">
            <a:spLocks/>
          </p:cNvSpPr>
          <p:nvPr userDrawn="1"/>
        </p:nvSpPr>
        <p:spPr>
          <a:xfrm>
            <a:off x="7433489"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Conservación</a:t>
            </a:r>
            <a:r>
              <a:rPr lang="en-GB" sz="750" noProof="0">
                <a:solidFill>
                  <a:srgbClr val="919191"/>
                </a:solidFill>
              </a:rPr>
              <a:t>: WA</a:t>
            </a:r>
          </a:p>
        </p:txBody>
      </p:sp>
      <p:sp>
        <p:nvSpPr>
          <p:cNvPr id="21" name="Espace réservé de la date 3">
            <a:extLst>
              <a:ext uri="{FF2B5EF4-FFF2-40B4-BE49-F238E27FC236}">
                <a16:creationId xmlns:a16="http://schemas.microsoft.com/office/drawing/2014/main" id="{05AABFAE-E1A2-4D25-8019-B1D2436D3C86}"/>
              </a:ext>
            </a:extLst>
          </p:cNvPr>
          <p:cNvSpPr txBox="1">
            <a:spLocks/>
          </p:cNvSpPr>
          <p:nvPr userDrawn="1"/>
        </p:nvSpPr>
        <p:spPr>
          <a:xfrm>
            <a:off x="150185" y="4898411"/>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Ref./</a:t>
            </a:r>
            <a:r>
              <a:rPr lang="en-GB" sz="750" noProof="0" err="1">
                <a:solidFill>
                  <a:srgbClr val="919191"/>
                </a:solidFill>
                <a:latin typeface="Arial" panose="020B0604020202020204" pitchFamily="34" charset="0"/>
                <a:cs typeface="Arial" panose="020B0604020202020204" pitchFamily="34" charset="0"/>
              </a:rPr>
              <a:t>Documento</a:t>
            </a:r>
            <a:r>
              <a:rPr lang="en-GB" sz="750" noProof="0">
                <a:solidFill>
                  <a:srgbClr val="919191"/>
                </a:solidFill>
                <a:latin typeface="Arial" panose="020B0604020202020204" pitchFamily="34" charset="0"/>
                <a:cs typeface="Arial" panose="020B0604020202020204" pitchFamily="34" charset="0"/>
              </a:rPr>
              <a:t>: </a:t>
            </a:r>
          </a:p>
        </p:txBody>
      </p:sp>
      <p:sp>
        <p:nvSpPr>
          <p:cNvPr id="2" name="Espace réservé de la date 3">
            <a:extLst>
              <a:ext uri="{FF2B5EF4-FFF2-40B4-BE49-F238E27FC236}">
                <a16:creationId xmlns:a16="http://schemas.microsoft.com/office/drawing/2014/main" id="{BFF4DCE0-683E-6F10-A537-E440FF5E8753}"/>
              </a:ext>
            </a:extLst>
          </p:cNvPr>
          <p:cNvSpPr txBox="1">
            <a:spLocks/>
          </p:cNvSpPr>
          <p:nvPr userDrawn="1"/>
        </p:nvSpPr>
        <p:spPr>
          <a:xfrm>
            <a:off x="1971011"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a:solidFill>
                  <a:srgbClr val="919191"/>
                </a:solidFill>
                <a:latin typeface="Arial" panose="020B0604020202020204" pitchFamily="34" charset="0"/>
                <a:cs typeface="Arial" panose="020B0604020202020204" pitchFamily="34" charset="0"/>
              </a:rPr>
              <a:t>Autor/Depart: VIT</a:t>
            </a:r>
          </a:p>
        </p:txBody>
      </p:sp>
      <p:sp>
        <p:nvSpPr>
          <p:cNvPr id="3" name="Espace réservé de la date 3">
            <a:extLst>
              <a:ext uri="{FF2B5EF4-FFF2-40B4-BE49-F238E27FC236}">
                <a16:creationId xmlns:a16="http://schemas.microsoft.com/office/drawing/2014/main" id="{CD3AF29B-7AEB-2CD2-524E-9090E523039D}"/>
              </a:ext>
            </a:extLst>
          </p:cNvPr>
          <p:cNvSpPr txBox="1">
            <a:spLocks/>
          </p:cNvSpPr>
          <p:nvPr userDrawn="1"/>
        </p:nvSpPr>
        <p:spPr>
          <a:xfrm>
            <a:off x="3791837" y="4904252"/>
            <a:ext cx="1652034" cy="226387"/>
          </a:xfrm>
          <a:prstGeom prst="rect">
            <a:avLst/>
          </a:prstGeom>
        </p:spPr>
        <p:txBody>
          <a:bodyPr vert="horz" lIns="68580" tIns="34290" rIns="68580" bIns="34290" rtlCol="0" anchor="ctr"/>
          <a:lstStyle>
            <a:defPPr>
              <a:defRPr lang="fr-FR"/>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750" noProof="0" err="1">
                <a:solidFill>
                  <a:srgbClr val="919191"/>
                </a:solidFill>
                <a:latin typeface="Arial" panose="020B0604020202020204" pitchFamily="34" charset="0"/>
                <a:cs typeface="Arial" panose="020B0604020202020204" pitchFamily="34" charset="0"/>
              </a:rPr>
              <a:t>Fecha</a:t>
            </a:r>
            <a:r>
              <a:rPr lang="en-GB" sz="750" noProof="0">
                <a:solidFill>
                  <a:srgbClr val="919191"/>
                </a:solidFill>
                <a:latin typeface="Arial" panose="020B0604020202020204" pitchFamily="34" charset="0"/>
                <a:cs typeface="Arial" panose="020B0604020202020204" pitchFamily="34" charset="0"/>
              </a:rPr>
              <a:t> </a:t>
            </a:r>
            <a:r>
              <a:rPr lang="en-GB" sz="750" noProof="0" err="1">
                <a:solidFill>
                  <a:srgbClr val="919191"/>
                </a:solidFill>
                <a:latin typeface="Arial" panose="020B0604020202020204" pitchFamily="34" charset="0"/>
                <a:cs typeface="Arial" panose="020B0604020202020204" pitchFamily="34" charset="0"/>
              </a:rPr>
              <a:t>creación</a:t>
            </a:r>
            <a:r>
              <a:rPr lang="en-GB" sz="750" noProof="0">
                <a:solidFill>
                  <a:srgbClr val="919191"/>
                </a:solidFill>
                <a:latin typeface="Arial" panose="020B0604020202020204" pitchFamily="34" charset="0"/>
                <a:cs typeface="Arial" panose="020B0604020202020204" pitchFamily="34" charset="0"/>
              </a:rPr>
              <a:t>: 15/05/2026 </a:t>
            </a:r>
          </a:p>
        </p:txBody>
      </p:sp>
    </p:spTree>
    <p:extLst>
      <p:ext uri="{BB962C8B-B14F-4D97-AF65-F5344CB8AC3E}">
        <p14:creationId xmlns:p14="http://schemas.microsoft.com/office/powerpoint/2010/main" val="2615516972"/>
      </p:ext>
    </p:extLst>
  </p:cSld>
  <p:clrMap bg1="lt1" tx1="dk1" bg2="lt2" tx2="dk2" accent1="accent1" accent2="accent2" accent3="accent3" accent4="accent4" accent5="accent5" accent6="accent6" hlink="hlink" folHlink="folHlink"/>
  <p:sldLayoutIdLst>
    <p:sldLayoutId id="2147483708" r:id="rId1"/>
    <p:sldLayoutId id="2147483709" r:id="rId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5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58.jp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notesSlide" Target="../notesSlides/notesSlide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9.jpg"/><Relationship Id="rId4" Type="http://schemas.openxmlformats.org/officeDocument/2006/relationships/image" Target="../media/image4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 Id="rId3" Type="http://schemas.openxmlformats.org/officeDocument/2006/relationships/image" Target="../media/image4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 Id="rId3" Type="http://schemas.openxmlformats.org/officeDocument/2006/relationships/image" Target="../media/image4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6.jpg"/><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7.xml"/><Relationship Id="rId3"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1.xml"/><Relationship Id="rId3" Type="http://schemas.openxmlformats.org/officeDocument/2006/relationships/image" Target="../media/image54.jpg"/><Relationship Id="rId4" Type="http://schemas.openxmlformats.org/officeDocument/2006/relationships/image" Target="../media/image6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5.jpg"/><Relationship Id="rId4" Type="http://schemas.openxmlformats.org/officeDocument/2006/relationships/image" Target="../media/image45.png"/><Relationship Id="rId5" Type="http://schemas.openxmlformats.org/officeDocument/2006/relationships/image" Target="../media/image5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4.xml"/><Relationship Id="rId3" Type="http://schemas.openxmlformats.org/officeDocument/2006/relationships/image" Target="../media/image59.png"/><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62.png"/><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t>Nuestro entorno digital de fabricación · OLM · PI System · R4P · Dataiku</a:t>
            </a:r>
          </a:p>
        </p:txBody>
      </p:sp>
      <p:sp>
        <p:nvSpPr>
          <p:cNvPr id="3" name="Title 2"/>
          <p:cNvSpPr>
            <a:spLocks noGrp="1"/>
          </p:cNvSpPr>
          <p:nvPr>
            <p:ph type="title"/>
          </p:nvPr>
        </p:nvSpPr>
        <p:spPr/>
        <p:txBody>
          <a:bodyPr/>
          <a:lstStyle/>
          <a:p>
            <a:r>
              <a:t>Calidad que se decide en tiempo real</a:t>
            </a:r>
          </a:p>
        </p:txBody>
      </p:sp>
      <p:pic>
        <p:nvPicPr>
          <p:cNvPr id="4" name="Picture 3" descr="hy_blue.png"/>
          <p:cNvPicPr>
            <a:picLocks noChangeAspect="1"/>
          </p:cNvPicPr>
          <p:nvPr/>
        </p:nvPicPr>
        <p:blipFill>
          <a:blip r:embed="rId3"/>
          <a:stretch>
            <a:fillRect/>
          </a:stretch>
        </p:blipFill>
        <p:spPr>
          <a:xfrm>
            <a:off x="6537960" y="274320"/>
            <a:ext cx="640435" cy="329184"/>
          </a:xfrm>
          <a:prstGeom prst="rect">
            <a:avLst/>
          </a:prstGeom>
        </p:spPr>
      </p:pic>
      <p:sp>
        <p:nvSpPr>
          <p:cNvPr id="5" name="TextBox 4"/>
          <p:cNvSpPr txBox="1"/>
          <p:nvPr/>
        </p:nvSpPr>
        <p:spPr>
          <a:xfrm>
            <a:off x="7288123" y="274320"/>
            <a:ext cx="2011680" cy="329184"/>
          </a:xfrm>
          <a:prstGeom prst="rect">
            <a:avLst/>
          </a:prstGeom>
          <a:noFill/>
        </p:spPr>
        <p:txBody>
          <a:bodyPr wrap="square" lIns="0" rIns="0" tIns="0" bIns="0" anchor="ctr">
            <a:spAutoFit/>
          </a:bodyPr>
          <a:lstStyle/>
          <a:p>
            <a:pPr algn="l"/>
            <a:r>
              <a:rPr sz="1700" b="1" i="0">
                <a:solidFill>
                  <a:srgbClr val="002C5F"/>
                </a:solidFill>
                <a:latin typeface="Arial"/>
              </a:rPr>
              <a:t>HYUNDAI</a:t>
            </a:r>
          </a:p>
        </p:txBody>
      </p:sp>
      <p:sp>
        <p:nvSpPr>
          <p:cNvPr id="6" name="TextBox 5"/>
          <p:cNvSpPr txBox="1"/>
          <p:nvPr/>
        </p:nvSpPr>
        <p:spPr>
          <a:xfrm>
            <a:off x="5486400" y="658368"/>
            <a:ext cx="3291840" cy="228600"/>
          </a:xfrm>
          <a:prstGeom prst="rect">
            <a:avLst/>
          </a:prstGeom>
          <a:noFill/>
        </p:spPr>
        <p:txBody>
          <a:bodyPr wrap="square" lIns="0" rIns="0" tIns="0" bIns="0" anchor="t">
            <a:spAutoFit/>
          </a:bodyPr>
          <a:lstStyle/>
          <a:p>
            <a:pPr algn="r"/>
            <a:r>
              <a:rPr sz="900" b="1" i="0">
                <a:solidFill>
                  <a:srgbClr val="002C5F"/>
                </a:solidFill>
                <a:latin typeface="Arial"/>
              </a:rPr>
              <a:t>MOTOR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4206240" cy="457200"/>
          </a:xfrm>
        </p:spPr>
        <p:txBody>
          <a:bodyPr/>
          <a:lstStyle/>
          <a:p>
            <a:r>
              <a:rPr sz="2200"/>
              <a:t>Hyundai &amp; Michelin</a:t>
            </a:r>
          </a:p>
        </p:txBody>
      </p:sp>
      <p:sp>
        <p:nvSpPr>
          <p:cNvPr id="3" name="TextBox 2"/>
          <p:cNvSpPr txBox="1"/>
          <p:nvPr/>
        </p:nvSpPr>
        <p:spPr>
          <a:xfrm>
            <a:off x="457200" y="713232"/>
            <a:ext cx="4206240" cy="548640"/>
          </a:xfrm>
          <a:prstGeom prst="rect">
            <a:avLst/>
          </a:prstGeom>
          <a:noFill/>
        </p:spPr>
        <p:txBody>
          <a:bodyPr wrap="square" lIns="0" rIns="0" tIns="0" bIns="0" anchor="t">
            <a:spAutoFit/>
          </a:bodyPr>
          <a:lstStyle/>
          <a:p>
            <a:pPr algn="l"/>
            <a:r>
              <a:rPr sz="1200" b="0" i="0">
                <a:solidFill>
                  <a:srgbClr val="FCE500"/>
                </a:solidFill>
                <a:latin typeface="Arial"/>
              </a:rPr>
              <a:t>Una exitosa asociación a largo plazo para las prestaciones y la innovación</a:t>
            </a:r>
          </a:p>
        </p:txBody>
      </p:sp>
      <p:pic>
        <p:nvPicPr>
          <p:cNvPr id="4" name="Picture 3" descr="tucson.jpg"/>
          <p:cNvPicPr>
            <a:picLocks noChangeAspect="1"/>
          </p:cNvPicPr>
          <p:nvPr/>
        </p:nvPicPr>
        <p:blipFill>
          <a:blip r:embed="rId2"/>
          <a:srcRect l="10417" r="10417"/>
          <a:stretch>
            <a:fillRect/>
          </a:stretch>
        </p:blipFill>
        <p:spPr>
          <a:xfrm>
            <a:off x="4800600" y="0"/>
            <a:ext cx="4343400" cy="3154680"/>
          </a:xfrm>
          <a:prstGeom prst="rect">
            <a:avLst/>
          </a:prstGeom>
        </p:spPr>
      </p:pic>
      <p:pic>
        <p:nvPicPr>
          <p:cNvPr id="5" name="Picture 4" descr="tire.png"/>
          <p:cNvPicPr>
            <a:picLocks noChangeAspect="1"/>
          </p:cNvPicPr>
          <p:nvPr/>
        </p:nvPicPr>
        <p:blipFill>
          <a:blip r:embed="rId3"/>
          <a:stretch>
            <a:fillRect/>
          </a:stretch>
        </p:blipFill>
        <p:spPr>
          <a:xfrm>
            <a:off x="6903720" y="2057400"/>
            <a:ext cx="2103120" cy="2103120"/>
          </a:xfrm>
          <a:prstGeom prst="rect">
            <a:avLst/>
          </a:prstGeom>
        </p:spPr>
      </p:pic>
      <p:pic>
        <p:nvPicPr>
          <p:cNvPr id="6" name="Picture 5" descr="hy_white.png"/>
          <p:cNvPicPr>
            <a:picLocks noChangeAspect="1"/>
          </p:cNvPicPr>
          <p:nvPr/>
        </p:nvPicPr>
        <p:blipFill>
          <a:blip r:embed="rId4"/>
          <a:stretch>
            <a:fillRect/>
          </a:stretch>
        </p:blipFill>
        <p:spPr>
          <a:xfrm>
            <a:off x="457200" y="1463040"/>
            <a:ext cx="604856" cy="310896"/>
          </a:xfrm>
          <a:prstGeom prst="rect">
            <a:avLst/>
          </a:prstGeom>
        </p:spPr>
      </p:pic>
      <p:sp>
        <p:nvSpPr>
          <p:cNvPr id="7" name="TextBox 6"/>
          <p:cNvSpPr txBox="1"/>
          <p:nvPr/>
        </p:nvSpPr>
        <p:spPr>
          <a:xfrm>
            <a:off x="1171784" y="1463040"/>
            <a:ext cx="2011680" cy="310896"/>
          </a:xfrm>
          <a:prstGeom prst="rect">
            <a:avLst/>
          </a:prstGeom>
          <a:noFill/>
        </p:spPr>
        <p:txBody>
          <a:bodyPr wrap="square" lIns="0" rIns="0" tIns="0" bIns="0" anchor="ctr">
            <a:spAutoFit/>
          </a:bodyPr>
          <a:lstStyle/>
          <a:p>
            <a:pPr algn="l"/>
            <a:r>
              <a:rPr sz="1400" b="1" i="0">
                <a:solidFill>
                  <a:srgbClr val="FFFFFF"/>
                </a:solidFill>
                <a:latin typeface="Arial"/>
              </a:rPr>
              <a:t>HYUNDAI</a:t>
            </a:r>
          </a:p>
        </p:txBody>
      </p:sp>
      <p:sp>
        <p:nvSpPr>
          <p:cNvPr id="8" name="TextBox 7"/>
          <p:cNvSpPr txBox="1"/>
          <p:nvPr/>
        </p:nvSpPr>
        <p:spPr>
          <a:xfrm>
            <a:off x="457200" y="1965960"/>
            <a:ext cx="4206240" cy="274320"/>
          </a:xfrm>
          <a:prstGeom prst="rect">
            <a:avLst/>
          </a:prstGeom>
          <a:noFill/>
        </p:spPr>
        <p:txBody>
          <a:bodyPr wrap="square" lIns="0" rIns="0" tIns="0" bIns="0" anchor="t">
            <a:spAutoFit/>
          </a:bodyPr>
          <a:lstStyle/>
          <a:p>
            <a:pPr algn="l"/>
            <a:r>
              <a:rPr sz="950" b="1" i="0">
                <a:solidFill>
                  <a:srgbClr val="9FB3D6"/>
                </a:solidFill>
                <a:latin typeface="Michelin"/>
              </a:rPr>
              <a:t>SOCIOS DE CONFIANZA PARA NUEVAS TECNOLOGÍAS</a:t>
            </a:r>
          </a:p>
        </p:txBody>
      </p:sp>
      <p:sp>
        <p:nvSpPr>
          <p:cNvPr id="9" name="TextBox 8"/>
          <p:cNvSpPr txBox="1"/>
          <p:nvPr/>
        </p:nvSpPr>
        <p:spPr>
          <a:xfrm>
            <a:off x="457200" y="2331720"/>
            <a:ext cx="4206240" cy="822960"/>
          </a:xfrm>
          <a:prstGeom prst="rect">
            <a:avLst/>
          </a:prstGeom>
          <a:noFill/>
        </p:spPr>
        <p:txBody>
          <a:bodyPr wrap="square" lIns="0" rIns="0" tIns="0" bIns="0" anchor="t">
            <a:spAutoFit/>
          </a:bodyPr>
          <a:lstStyle/>
          <a:p>
            <a:pPr algn="l"/>
            <a:r>
              <a:rPr sz="1500" b="1" i="0">
                <a:solidFill>
                  <a:srgbClr val="FFFFFF"/>
                </a:solidFill>
                <a:latin typeface="Michelin"/>
              </a:rPr>
              <a:t>Michelin Primacy 5 Energy 235/45 R20</a:t>
            </a:r>
          </a:p>
          <a:p>
            <a:pPr algn="l"/>
            <a:r>
              <a:rPr sz="1200" b="0" i="0">
                <a:solidFill>
                  <a:srgbClr val="FFFFFF"/>
                </a:solidFill>
                <a:latin typeface="Arial"/>
              </a:rPr>
              <a:t>Equipado en el nuevo Hyundai Tucson 2027</a:t>
            </a:r>
          </a:p>
        </p:txBody>
      </p:sp>
      <p:sp>
        <p:nvSpPr>
          <p:cNvPr id="10" name="TextBox 9"/>
          <p:cNvSpPr txBox="1"/>
          <p:nvPr/>
        </p:nvSpPr>
        <p:spPr>
          <a:xfrm>
            <a:off x="457200" y="3108960"/>
            <a:ext cx="4206240" cy="228600"/>
          </a:xfrm>
          <a:prstGeom prst="rect">
            <a:avLst/>
          </a:prstGeom>
          <a:noFill/>
        </p:spPr>
        <p:txBody>
          <a:bodyPr wrap="square" lIns="0" rIns="0" tIns="0" bIns="0" anchor="t">
            <a:spAutoFit/>
          </a:bodyPr>
          <a:lstStyle/>
          <a:p>
            <a:pPr algn="l"/>
            <a:r>
              <a:rPr sz="900" b="0" i="0">
                <a:solidFill>
                  <a:srgbClr val="9FB3D6"/>
                </a:solidFill>
                <a:latin typeface="Arial"/>
              </a:rPr>
              <a:t>Código 5759 · CAI 514126A</a:t>
            </a:r>
          </a:p>
        </p:txBody>
      </p:sp>
      <p:sp>
        <p:nvSpPr>
          <p:cNvPr id="11" name="Rectangle 10"/>
          <p:cNvSpPr/>
          <p:nvPr/>
        </p:nvSpPr>
        <p:spPr>
          <a:xfrm>
            <a:off x="457200" y="3520440"/>
            <a:ext cx="6309360" cy="685800"/>
          </a:xfrm>
          <a:prstGeom prst="rect">
            <a:avLst/>
          </a:prstGeom>
          <a:solidFill>
            <a:srgbClr val="001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3520440"/>
            <a:ext cx="6035040" cy="685800"/>
          </a:xfrm>
          <a:prstGeom prst="rect">
            <a:avLst/>
          </a:prstGeom>
          <a:noFill/>
        </p:spPr>
        <p:txBody>
          <a:bodyPr wrap="square" lIns="0" rIns="0" tIns="0" bIns="0" anchor="ctr">
            <a:spAutoFit/>
          </a:bodyPr>
          <a:lstStyle/>
          <a:p>
            <a:pPr algn="l"/>
            <a:r>
              <a:rPr sz="1200" b="0" i="0">
                <a:solidFill>
                  <a:srgbClr val="FFFFFF"/>
                </a:solidFill>
                <a:latin typeface="Arial"/>
              </a:rPr>
              <a:t>Cada uno de estos neumáticos nace en el entorno digital </a:t>
            </a:r>
            <a:r>
              <a:rPr sz="1200" b="1" i="0">
                <a:solidFill>
                  <a:srgbClr val="FCE500"/>
                </a:solidFill>
                <a:latin typeface="Arial"/>
              </a:rPr>
              <a:t>que les presentamos hoy.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a:t>¿Y si cada neumático pudiera contarnos cómo se fabricó?</a:t>
            </a:r>
          </a:p>
        </p:txBody>
      </p:sp>
      <p:sp>
        <p:nvSpPr>
          <p:cNvPr id="3" name="TextBox 2"/>
          <p:cNvSpPr txBox="1"/>
          <p:nvPr/>
        </p:nvSpPr>
        <p:spPr>
          <a:xfrm>
            <a:off x="528490" y="4269971"/>
            <a:ext cx="5943600" cy="365760"/>
          </a:xfrm>
          <a:prstGeom prst="rect">
            <a:avLst/>
          </a:prstGeom>
          <a:noFill/>
        </p:spPr>
        <p:txBody>
          <a:bodyPr wrap="square" lIns="0" tIns="0" rIns="0" bIns="0" anchor="t">
            <a:spAutoFit/>
          </a:bodyPr>
          <a:lstStyle/>
          <a:p>
            <a:pPr algn="l"/>
            <a:r>
              <a:rPr sz="1400" b="1" i="0">
                <a:solidFill>
                  <a:srgbClr val="FCE500"/>
                </a:solidFill>
                <a:latin typeface="Michelin"/>
              </a:rPr>
              <a:t>Hoy lo hace. Les enseñamos cómo.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Dos formas de controlar la calidad</a:t>
            </a:r>
          </a:p>
        </p:txBody>
      </p:sp>
      <p:sp>
        <p:nvSpPr>
          <p:cNvPr id="4" name="Rectangle 3"/>
          <p:cNvSpPr/>
          <p:nvPr/>
        </p:nvSpPr>
        <p:spPr>
          <a:xfrm>
            <a:off x="585216" y="822960"/>
            <a:ext cx="3735730" cy="35204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5268" y="1005840"/>
            <a:ext cx="3195624" cy="320040"/>
          </a:xfrm>
          <a:prstGeom prst="rect">
            <a:avLst/>
          </a:prstGeom>
          <a:noFill/>
        </p:spPr>
        <p:txBody>
          <a:bodyPr wrap="square" lIns="0" tIns="0" rIns="0" bIns="0" anchor="t">
            <a:spAutoFit/>
          </a:bodyPr>
          <a:lstStyle/>
          <a:p>
            <a:pPr algn="l"/>
            <a:r>
              <a:rPr sz="1300" b="1" i="0" cap="all" dirty="0">
                <a:solidFill>
                  <a:srgbClr val="6E6E6E"/>
                </a:solidFill>
                <a:latin typeface="Michelin"/>
              </a:rPr>
              <a:t>Control </a:t>
            </a:r>
            <a:r>
              <a:rPr sz="1300" b="1" i="0" cap="all" dirty="0" err="1">
                <a:solidFill>
                  <a:srgbClr val="6E6E6E"/>
                </a:solidFill>
                <a:latin typeface="Michelin"/>
              </a:rPr>
              <a:t>tradicional</a:t>
            </a:r>
            <a:endParaRPr sz="1300" b="1" i="0" cap="all" dirty="0">
              <a:solidFill>
                <a:srgbClr val="6E6E6E"/>
              </a:solidFill>
              <a:latin typeface="Michelin"/>
            </a:endParaRPr>
          </a:p>
        </p:txBody>
      </p:sp>
      <p:sp>
        <p:nvSpPr>
          <p:cNvPr id="6" name="TextBox 5"/>
          <p:cNvSpPr txBox="1"/>
          <p:nvPr/>
        </p:nvSpPr>
        <p:spPr>
          <a:xfrm>
            <a:off x="855268" y="1674911"/>
            <a:ext cx="1800351" cy="307777"/>
          </a:xfrm>
          <a:prstGeom prst="rect">
            <a:avLst/>
          </a:prstGeom>
          <a:noFill/>
        </p:spPr>
        <p:txBody>
          <a:bodyPr wrap="square" lIns="0" tIns="0" rIns="0" bIns="0" anchor="ctr">
            <a:spAutoFit/>
          </a:bodyPr>
          <a:lstStyle/>
          <a:p>
            <a:pPr algn="l"/>
            <a:r>
              <a:rPr sz="2000" b="1" i="0" dirty="0">
                <a:solidFill>
                  <a:srgbClr val="6E6E6E"/>
                </a:solidFill>
                <a:latin typeface="Michelin"/>
              </a:rPr>
              <a:t>1 </a:t>
            </a:r>
            <a:r>
              <a:rPr b="1" i="0" dirty="0" err="1">
                <a:solidFill>
                  <a:srgbClr val="6E6E6E"/>
                </a:solidFill>
                <a:latin typeface="Michelin"/>
              </a:rPr>
              <a:t>muestra</a:t>
            </a:r>
            <a:endParaRPr sz="2000" b="1" i="0" dirty="0">
              <a:solidFill>
                <a:srgbClr val="6E6E6E"/>
              </a:solidFill>
              <a:latin typeface="Michelin"/>
            </a:endParaRPr>
          </a:p>
        </p:txBody>
      </p:sp>
      <p:sp>
        <p:nvSpPr>
          <p:cNvPr id="7" name="TextBox 6"/>
          <p:cNvSpPr txBox="1"/>
          <p:nvPr/>
        </p:nvSpPr>
        <p:spPr>
          <a:xfrm>
            <a:off x="2700629" y="1554480"/>
            <a:ext cx="1440281" cy="548640"/>
          </a:xfrm>
          <a:prstGeom prst="rect">
            <a:avLst/>
          </a:prstGeom>
          <a:noFill/>
        </p:spPr>
        <p:txBody>
          <a:bodyPr wrap="square" lIns="0" tIns="0" rIns="0" bIns="0" anchor="ctr">
            <a:spAutoFit/>
          </a:bodyPr>
          <a:lstStyle/>
          <a:p>
            <a:pPr algn="l"/>
            <a:r>
              <a:rPr sz="1100" b="0" i="0">
                <a:solidFill>
                  <a:srgbClr val="6E6E6E"/>
                </a:solidFill>
                <a:latin typeface="Arial"/>
              </a:rPr>
              <a:t>por turno, de forma manual</a:t>
            </a:r>
          </a:p>
        </p:txBody>
      </p:sp>
      <p:sp>
        <p:nvSpPr>
          <p:cNvPr id="8" name="TextBox 7"/>
          <p:cNvSpPr txBox="1"/>
          <p:nvPr/>
        </p:nvSpPr>
        <p:spPr>
          <a:xfrm>
            <a:off x="855268" y="2558980"/>
            <a:ext cx="1800351" cy="276999"/>
          </a:xfrm>
          <a:prstGeom prst="rect">
            <a:avLst/>
          </a:prstGeom>
          <a:noFill/>
        </p:spPr>
        <p:txBody>
          <a:bodyPr wrap="square" lIns="0" tIns="0" rIns="0" bIns="0" anchor="ctr">
            <a:spAutoFit/>
          </a:bodyPr>
          <a:lstStyle/>
          <a:p>
            <a:pPr algn="l"/>
            <a:r>
              <a:rPr b="1" i="0" dirty="0">
                <a:solidFill>
                  <a:srgbClr val="6E6E6E"/>
                </a:solidFill>
                <a:latin typeface="Michelin"/>
              </a:rPr>
              <a:t>Horas</a:t>
            </a:r>
            <a:endParaRPr sz="2000" b="1" i="0" dirty="0">
              <a:solidFill>
                <a:srgbClr val="6E6E6E"/>
              </a:solidFill>
              <a:latin typeface="Michelin"/>
            </a:endParaRPr>
          </a:p>
        </p:txBody>
      </p:sp>
      <p:sp>
        <p:nvSpPr>
          <p:cNvPr id="9" name="TextBox 8"/>
          <p:cNvSpPr txBox="1"/>
          <p:nvPr/>
        </p:nvSpPr>
        <p:spPr>
          <a:xfrm>
            <a:off x="2700629" y="2423160"/>
            <a:ext cx="1440281" cy="548640"/>
          </a:xfrm>
          <a:prstGeom prst="rect">
            <a:avLst/>
          </a:prstGeom>
          <a:noFill/>
        </p:spPr>
        <p:txBody>
          <a:bodyPr wrap="square" lIns="0" tIns="0" rIns="0" bIns="0" anchor="ctr">
            <a:spAutoFit/>
          </a:bodyPr>
          <a:lstStyle/>
          <a:p>
            <a:pPr algn="l"/>
            <a:r>
              <a:rPr sz="1100" b="0" i="0" dirty="0">
                <a:solidFill>
                  <a:srgbClr val="6E6E6E"/>
                </a:solidFill>
                <a:latin typeface="Arial"/>
              </a:rPr>
              <a:t>hasta </a:t>
            </a:r>
            <a:r>
              <a:rPr sz="1100" b="0" i="0" dirty="0" err="1">
                <a:solidFill>
                  <a:srgbClr val="6E6E6E"/>
                </a:solidFill>
                <a:latin typeface="Arial"/>
              </a:rPr>
              <a:t>descubrir</a:t>
            </a:r>
            <a:r>
              <a:rPr sz="1100" b="0" i="0" dirty="0">
                <a:solidFill>
                  <a:srgbClr val="6E6E6E"/>
                </a:solidFill>
                <a:latin typeface="Arial"/>
              </a:rPr>
              <a:t> </a:t>
            </a:r>
            <a:r>
              <a:rPr sz="1100" b="0" i="0" dirty="0" err="1">
                <a:solidFill>
                  <a:srgbClr val="6E6E6E"/>
                </a:solidFill>
                <a:latin typeface="Arial"/>
              </a:rPr>
              <a:t>una</a:t>
            </a:r>
            <a:r>
              <a:rPr sz="1100" b="0" i="0" dirty="0">
                <a:solidFill>
                  <a:srgbClr val="6E6E6E"/>
                </a:solidFill>
                <a:latin typeface="Arial"/>
              </a:rPr>
              <a:t> </a:t>
            </a:r>
            <a:r>
              <a:rPr sz="1100" b="0" i="0" dirty="0" err="1">
                <a:solidFill>
                  <a:srgbClr val="6E6E6E"/>
                </a:solidFill>
                <a:latin typeface="Arial"/>
              </a:rPr>
              <a:t>desviación</a:t>
            </a:r>
            <a:endParaRPr sz="1100" b="0" i="0" dirty="0">
              <a:solidFill>
                <a:srgbClr val="6E6E6E"/>
              </a:solidFill>
              <a:latin typeface="Arial"/>
            </a:endParaRPr>
          </a:p>
        </p:txBody>
      </p:sp>
      <p:sp>
        <p:nvSpPr>
          <p:cNvPr id="10" name="TextBox 9"/>
          <p:cNvSpPr txBox="1"/>
          <p:nvPr/>
        </p:nvSpPr>
        <p:spPr>
          <a:xfrm>
            <a:off x="855268" y="3427659"/>
            <a:ext cx="1800351" cy="276999"/>
          </a:xfrm>
          <a:prstGeom prst="rect">
            <a:avLst/>
          </a:prstGeom>
          <a:noFill/>
        </p:spPr>
        <p:txBody>
          <a:bodyPr wrap="square" lIns="0" tIns="0" rIns="0" bIns="0" anchor="ctr">
            <a:spAutoFit/>
          </a:bodyPr>
          <a:lstStyle/>
          <a:p>
            <a:pPr algn="l"/>
            <a:r>
              <a:rPr b="1" i="0">
                <a:solidFill>
                  <a:srgbClr val="6E6E6E"/>
                </a:solidFill>
                <a:latin typeface="Michelin"/>
              </a:rPr>
              <a:t>Después</a:t>
            </a:r>
          </a:p>
        </p:txBody>
      </p:sp>
      <p:sp>
        <p:nvSpPr>
          <p:cNvPr id="11" name="TextBox 10"/>
          <p:cNvSpPr txBox="1"/>
          <p:nvPr/>
        </p:nvSpPr>
        <p:spPr>
          <a:xfrm>
            <a:off x="2700629" y="3291839"/>
            <a:ext cx="1440281" cy="548640"/>
          </a:xfrm>
          <a:prstGeom prst="rect">
            <a:avLst/>
          </a:prstGeom>
          <a:noFill/>
        </p:spPr>
        <p:txBody>
          <a:bodyPr wrap="square" lIns="0" tIns="0" rIns="0" bIns="0" anchor="ctr">
            <a:spAutoFit/>
          </a:bodyPr>
          <a:lstStyle/>
          <a:p>
            <a:pPr algn="l"/>
            <a:r>
              <a:rPr sz="1100" b="0" i="0">
                <a:solidFill>
                  <a:srgbClr val="6E6E6E"/>
                </a:solidFill>
                <a:latin typeface="Arial"/>
              </a:rPr>
              <a:t>se reacciona cuando el defecto ya existe</a:t>
            </a:r>
          </a:p>
        </p:txBody>
      </p:sp>
      <p:sp>
        <p:nvSpPr>
          <p:cNvPr id="12" name="Rectangle 11"/>
          <p:cNvSpPr/>
          <p:nvPr/>
        </p:nvSpPr>
        <p:spPr>
          <a:xfrm>
            <a:off x="4951069" y="822960"/>
            <a:ext cx="3735730" cy="352044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21122" y="1005840"/>
            <a:ext cx="3195624" cy="320040"/>
          </a:xfrm>
          <a:prstGeom prst="rect">
            <a:avLst/>
          </a:prstGeom>
          <a:noFill/>
        </p:spPr>
        <p:txBody>
          <a:bodyPr wrap="square" lIns="0" tIns="0" rIns="0" bIns="0" anchor="t">
            <a:spAutoFit/>
          </a:bodyPr>
          <a:lstStyle/>
          <a:p>
            <a:pPr algn="l"/>
            <a:r>
              <a:rPr sz="1300" b="1" i="0" cap="all">
                <a:solidFill>
                  <a:srgbClr val="FCE500"/>
                </a:solidFill>
                <a:latin typeface="Michelin"/>
              </a:rPr>
              <a:t>Nuestro control digital</a:t>
            </a:r>
          </a:p>
        </p:txBody>
      </p:sp>
      <p:sp>
        <p:nvSpPr>
          <p:cNvPr id="14" name="TextBox 13"/>
          <p:cNvSpPr txBox="1"/>
          <p:nvPr/>
        </p:nvSpPr>
        <p:spPr>
          <a:xfrm>
            <a:off x="5221122" y="1674911"/>
            <a:ext cx="1800351" cy="307777"/>
          </a:xfrm>
          <a:prstGeom prst="rect">
            <a:avLst/>
          </a:prstGeom>
          <a:noFill/>
        </p:spPr>
        <p:txBody>
          <a:bodyPr wrap="square" lIns="0" tIns="0" rIns="0" bIns="0" anchor="ctr">
            <a:spAutoFit/>
          </a:bodyPr>
          <a:lstStyle/>
          <a:p>
            <a:pPr algn="l"/>
            <a:r>
              <a:rPr b="1" i="0" dirty="0">
                <a:solidFill>
                  <a:srgbClr val="FCE500"/>
                </a:solidFill>
                <a:latin typeface="Michelin"/>
              </a:rPr>
              <a:t>100</a:t>
            </a:r>
            <a:r>
              <a:rPr sz="2000" b="1" i="0" dirty="0">
                <a:solidFill>
                  <a:srgbClr val="FCE500"/>
                </a:solidFill>
                <a:latin typeface="Michelin"/>
              </a:rPr>
              <a:t> %</a:t>
            </a:r>
          </a:p>
        </p:txBody>
      </p:sp>
      <p:sp>
        <p:nvSpPr>
          <p:cNvPr id="15" name="TextBox 14"/>
          <p:cNvSpPr txBox="1"/>
          <p:nvPr/>
        </p:nvSpPr>
        <p:spPr>
          <a:xfrm>
            <a:off x="7066483" y="1659523"/>
            <a:ext cx="1440281" cy="338554"/>
          </a:xfrm>
          <a:prstGeom prst="rect">
            <a:avLst/>
          </a:prstGeom>
          <a:noFill/>
        </p:spPr>
        <p:txBody>
          <a:bodyPr wrap="square" lIns="0" tIns="0" rIns="0" bIns="0" anchor="ctr">
            <a:spAutoFit/>
          </a:bodyPr>
          <a:lstStyle/>
          <a:p>
            <a:pPr algn="l"/>
            <a:r>
              <a:rPr sz="1100" b="0" i="0" dirty="0">
                <a:solidFill>
                  <a:srgbClr val="FFFFFF"/>
                </a:solidFill>
                <a:latin typeface="Arial"/>
              </a:rPr>
              <a:t>de </a:t>
            </a:r>
            <a:r>
              <a:rPr sz="1100" b="0" i="0" dirty="0" err="1">
                <a:solidFill>
                  <a:srgbClr val="FFFFFF"/>
                </a:solidFill>
                <a:latin typeface="Arial"/>
              </a:rPr>
              <a:t>los</a:t>
            </a:r>
            <a:r>
              <a:rPr sz="1100" b="0" i="0" dirty="0">
                <a:solidFill>
                  <a:srgbClr val="FFFFFF"/>
                </a:solidFill>
                <a:latin typeface="Arial"/>
              </a:rPr>
              <a:t> </a:t>
            </a:r>
            <a:r>
              <a:rPr lang="es-ES" sz="1100" b="0" i="0" dirty="0">
                <a:solidFill>
                  <a:srgbClr val="FFFFFF"/>
                </a:solidFill>
                <a:latin typeface="Arial"/>
              </a:rPr>
              <a:t>productos</a:t>
            </a:r>
            <a:r>
              <a:rPr sz="1100" b="0" i="0" dirty="0">
                <a:solidFill>
                  <a:srgbClr val="FFFFFF"/>
                </a:solidFill>
                <a:latin typeface="Arial"/>
              </a:rPr>
              <a:t>, de forma </a:t>
            </a:r>
            <a:r>
              <a:rPr sz="1100" b="0" i="0" dirty="0" err="1">
                <a:solidFill>
                  <a:srgbClr val="FFFFFF"/>
                </a:solidFill>
                <a:latin typeface="Arial"/>
              </a:rPr>
              <a:t>automática</a:t>
            </a:r>
            <a:endParaRPr sz="1100" b="0" i="0" dirty="0">
              <a:solidFill>
                <a:srgbClr val="FFFFFF"/>
              </a:solidFill>
              <a:latin typeface="Arial"/>
            </a:endParaRPr>
          </a:p>
        </p:txBody>
      </p:sp>
      <p:sp>
        <p:nvSpPr>
          <p:cNvPr id="16" name="TextBox 15"/>
          <p:cNvSpPr txBox="1"/>
          <p:nvPr/>
        </p:nvSpPr>
        <p:spPr>
          <a:xfrm>
            <a:off x="5221122" y="2558980"/>
            <a:ext cx="1800351" cy="276999"/>
          </a:xfrm>
          <a:prstGeom prst="rect">
            <a:avLst/>
          </a:prstGeom>
          <a:noFill/>
        </p:spPr>
        <p:txBody>
          <a:bodyPr wrap="square" lIns="0" tIns="0" rIns="0" bIns="0" anchor="ctr">
            <a:spAutoFit/>
          </a:bodyPr>
          <a:lstStyle/>
          <a:p>
            <a:pPr algn="l"/>
            <a:r>
              <a:rPr b="1" i="0" dirty="0" err="1">
                <a:solidFill>
                  <a:srgbClr val="FCE500"/>
                </a:solidFill>
                <a:latin typeface="Michelin"/>
              </a:rPr>
              <a:t>Segundos</a:t>
            </a:r>
            <a:endParaRPr sz="2000" b="1" i="0" dirty="0">
              <a:solidFill>
                <a:srgbClr val="FCE500"/>
              </a:solidFill>
              <a:latin typeface="Michelin"/>
            </a:endParaRPr>
          </a:p>
        </p:txBody>
      </p:sp>
      <p:sp>
        <p:nvSpPr>
          <p:cNvPr id="17" name="TextBox 16"/>
          <p:cNvSpPr txBox="1"/>
          <p:nvPr/>
        </p:nvSpPr>
        <p:spPr>
          <a:xfrm>
            <a:off x="7066483" y="2423160"/>
            <a:ext cx="1440281" cy="548640"/>
          </a:xfrm>
          <a:prstGeom prst="rect">
            <a:avLst/>
          </a:prstGeom>
          <a:noFill/>
        </p:spPr>
        <p:txBody>
          <a:bodyPr wrap="square" lIns="0" tIns="0" rIns="0" bIns="0" anchor="ctr">
            <a:spAutoFit/>
          </a:bodyPr>
          <a:lstStyle/>
          <a:p>
            <a:pPr algn="l"/>
            <a:r>
              <a:rPr sz="1100" b="0" i="0" dirty="0">
                <a:solidFill>
                  <a:srgbClr val="FFFFFF"/>
                </a:solidFill>
                <a:latin typeface="Arial"/>
              </a:rPr>
              <a:t>para </a:t>
            </a:r>
            <a:r>
              <a:rPr sz="1100" b="0" i="0" dirty="0" err="1">
                <a:solidFill>
                  <a:srgbClr val="FFFFFF"/>
                </a:solidFill>
                <a:latin typeface="Arial"/>
              </a:rPr>
              <a:t>detectar</a:t>
            </a:r>
            <a:r>
              <a:rPr sz="1100" b="0" i="0" dirty="0">
                <a:solidFill>
                  <a:srgbClr val="FFFFFF"/>
                </a:solidFill>
                <a:latin typeface="Arial"/>
              </a:rPr>
              <a:t> </a:t>
            </a:r>
            <a:r>
              <a:rPr sz="1100" b="0" i="0" dirty="0" err="1">
                <a:solidFill>
                  <a:srgbClr val="FFFFFF"/>
                </a:solidFill>
                <a:latin typeface="Arial"/>
              </a:rPr>
              <a:t>una</a:t>
            </a:r>
            <a:r>
              <a:rPr sz="1100" b="0" i="0" dirty="0">
                <a:solidFill>
                  <a:srgbClr val="FFFFFF"/>
                </a:solidFill>
                <a:latin typeface="Arial"/>
              </a:rPr>
              <a:t> </a:t>
            </a:r>
            <a:r>
              <a:rPr sz="1100" b="0" i="0" dirty="0" err="1">
                <a:solidFill>
                  <a:srgbClr val="FFFFFF"/>
                </a:solidFill>
                <a:latin typeface="Arial"/>
              </a:rPr>
              <a:t>deriva</a:t>
            </a:r>
            <a:endParaRPr sz="1100" b="0" i="0" dirty="0">
              <a:solidFill>
                <a:srgbClr val="FFFFFF"/>
              </a:solidFill>
              <a:latin typeface="Arial"/>
            </a:endParaRPr>
          </a:p>
        </p:txBody>
      </p:sp>
      <p:sp>
        <p:nvSpPr>
          <p:cNvPr id="18" name="TextBox 17"/>
          <p:cNvSpPr txBox="1"/>
          <p:nvPr/>
        </p:nvSpPr>
        <p:spPr>
          <a:xfrm>
            <a:off x="5221122" y="3427659"/>
            <a:ext cx="1800351" cy="276999"/>
          </a:xfrm>
          <a:prstGeom prst="rect">
            <a:avLst/>
          </a:prstGeom>
          <a:noFill/>
        </p:spPr>
        <p:txBody>
          <a:bodyPr wrap="square" lIns="0" tIns="0" rIns="0" bIns="0" anchor="ctr">
            <a:spAutoFit/>
          </a:bodyPr>
          <a:lstStyle/>
          <a:p>
            <a:pPr algn="l"/>
            <a:r>
              <a:rPr b="1" i="0" dirty="0">
                <a:solidFill>
                  <a:srgbClr val="FCE500"/>
                </a:solidFill>
                <a:latin typeface="Michelin"/>
              </a:rPr>
              <a:t>Antes</a:t>
            </a:r>
            <a:endParaRPr sz="2000" b="1" i="0" dirty="0">
              <a:solidFill>
                <a:srgbClr val="FCE500"/>
              </a:solidFill>
              <a:latin typeface="Michelin"/>
            </a:endParaRPr>
          </a:p>
        </p:txBody>
      </p:sp>
      <p:sp>
        <p:nvSpPr>
          <p:cNvPr id="19" name="TextBox 18"/>
          <p:cNvSpPr txBox="1"/>
          <p:nvPr/>
        </p:nvSpPr>
        <p:spPr>
          <a:xfrm>
            <a:off x="7066483" y="3291839"/>
            <a:ext cx="1440281" cy="548640"/>
          </a:xfrm>
          <a:prstGeom prst="rect">
            <a:avLst/>
          </a:prstGeom>
          <a:noFill/>
        </p:spPr>
        <p:txBody>
          <a:bodyPr wrap="square" lIns="0" tIns="0" rIns="0" bIns="0" anchor="ctr">
            <a:spAutoFit/>
          </a:bodyPr>
          <a:lstStyle/>
          <a:p>
            <a:pPr algn="l"/>
            <a:r>
              <a:rPr sz="1100" b="0" i="0">
                <a:solidFill>
                  <a:srgbClr val="FFFFFF"/>
                </a:solidFill>
                <a:latin typeface="Arial"/>
              </a:rPr>
              <a:t>se corrige antes de que exista el defecto</a:t>
            </a:r>
          </a:p>
        </p:txBody>
      </p:sp>
      <p:sp>
        <p:nvSpPr>
          <p:cNvPr id="20" name="Chevron 19"/>
          <p:cNvSpPr/>
          <p:nvPr/>
        </p:nvSpPr>
        <p:spPr>
          <a:xfrm>
            <a:off x="4473976" y="2286000"/>
            <a:ext cx="324063" cy="594360"/>
          </a:xfrm>
          <a:prstGeom prst="chevron">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Nuestro sistema en un solo ciclo</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Cuatro pasos que giran alrededor del IQF, nuestro indicador de calidad</a:t>
            </a:r>
          </a:p>
        </p:txBody>
      </p:sp>
      <p:sp>
        <p:nvSpPr>
          <p:cNvPr id="5" name="Oval 4"/>
          <p:cNvSpPr/>
          <p:nvPr/>
        </p:nvSpPr>
        <p:spPr>
          <a:xfrm>
            <a:off x="1216152" y="1444752"/>
            <a:ext cx="2596896" cy="2596896"/>
          </a:xfrm>
          <a:prstGeom prst="ellipse">
            <a:avLst/>
          </a:prstGeom>
          <a:noFill/>
          <a:ln w="28575">
            <a:solidFill>
              <a:srgbClr val="9FB3D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947672" y="2176272"/>
            <a:ext cx="1133856" cy="113385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47672" y="2176272"/>
            <a:ext cx="1133856" cy="1133856"/>
          </a:xfrm>
          <a:prstGeom prst="rect">
            <a:avLst/>
          </a:prstGeom>
          <a:noFill/>
        </p:spPr>
        <p:txBody>
          <a:bodyPr wrap="square" lIns="0" tIns="0" rIns="0" bIns="0" anchor="ctr">
            <a:spAutoFit/>
          </a:bodyPr>
          <a:lstStyle/>
          <a:p>
            <a:pPr algn="ctr"/>
            <a:r>
              <a:rPr sz="1100" b="1" i="0">
                <a:solidFill>
                  <a:srgbClr val="00205B"/>
                </a:solidFill>
                <a:latin typeface="Michelin"/>
              </a:rPr>
              <a:t>IQF</a:t>
            </a:r>
          </a:p>
        </p:txBody>
      </p:sp>
      <p:sp>
        <p:nvSpPr>
          <p:cNvPr id="8" name="Oval 7"/>
          <p:cNvSpPr/>
          <p:nvPr/>
        </p:nvSpPr>
        <p:spPr>
          <a:xfrm>
            <a:off x="2057400" y="987552"/>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57400" y="1133856"/>
            <a:ext cx="914400" cy="365760"/>
          </a:xfrm>
          <a:prstGeom prst="rect">
            <a:avLst/>
          </a:prstGeom>
          <a:noFill/>
        </p:spPr>
        <p:txBody>
          <a:bodyPr wrap="square" lIns="0" tIns="0" rIns="0" bIns="0" anchor="t">
            <a:spAutoFit/>
          </a:bodyPr>
          <a:lstStyle/>
          <a:p>
            <a:pPr algn="ctr"/>
            <a:r>
              <a:rPr sz="1300" b="1" i="0">
                <a:solidFill>
                  <a:srgbClr val="00205B"/>
                </a:solidFill>
                <a:latin typeface="Michelin"/>
              </a:rPr>
              <a:t>01</a:t>
            </a:r>
          </a:p>
        </p:txBody>
      </p:sp>
      <p:sp>
        <p:nvSpPr>
          <p:cNvPr id="10" name="TextBox 9"/>
          <p:cNvSpPr txBox="1"/>
          <p:nvPr/>
        </p:nvSpPr>
        <p:spPr>
          <a:xfrm>
            <a:off x="2057400" y="1399032"/>
            <a:ext cx="914400" cy="274320"/>
          </a:xfrm>
          <a:prstGeom prst="rect">
            <a:avLst/>
          </a:prstGeom>
          <a:noFill/>
        </p:spPr>
        <p:txBody>
          <a:bodyPr wrap="square" lIns="0" tIns="0" rIns="0" bIns="0" anchor="t">
            <a:spAutoFit/>
          </a:bodyPr>
          <a:lstStyle/>
          <a:p>
            <a:pPr algn="ctr"/>
            <a:r>
              <a:rPr sz="850" b="1" i="0">
                <a:solidFill>
                  <a:srgbClr val="00205B"/>
                </a:solidFill>
                <a:latin typeface="Michelin"/>
              </a:rPr>
              <a:t>VER</a:t>
            </a:r>
          </a:p>
        </p:txBody>
      </p:sp>
      <p:sp>
        <p:nvSpPr>
          <p:cNvPr id="11" name="Oval 10"/>
          <p:cNvSpPr/>
          <p:nvPr/>
        </p:nvSpPr>
        <p:spPr>
          <a:xfrm>
            <a:off x="3355848" y="22860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55848" y="2432304"/>
            <a:ext cx="914400" cy="365760"/>
          </a:xfrm>
          <a:prstGeom prst="rect">
            <a:avLst/>
          </a:prstGeom>
          <a:noFill/>
        </p:spPr>
        <p:txBody>
          <a:bodyPr wrap="square" lIns="0" tIns="0" rIns="0" bIns="0" anchor="t">
            <a:spAutoFit/>
          </a:bodyPr>
          <a:lstStyle/>
          <a:p>
            <a:pPr algn="ctr"/>
            <a:r>
              <a:rPr sz="1300" b="1" i="0">
                <a:solidFill>
                  <a:srgbClr val="00205B"/>
                </a:solidFill>
                <a:latin typeface="Michelin"/>
              </a:rPr>
              <a:t>02</a:t>
            </a:r>
          </a:p>
        </p:txBody>
      </p:sp>
      <p:sp>
        <p:nvSpPr>
          <p:cNvPr id="13" name="TextBox 12"/>
          <p:cNvSpPr txBox="1"/>
          <p:nvPr/>
        </p:nvSpPr>
        <p:spPr>
          <a:xfrm>
            <a:off x="3355848" y="2697480"/>
            <a:ext cx="914400" cy="274320"/>
          </a:xfrm>
          <a:prstGeom prst="rect">
            <a:avLst/>
          </a:prstGeom>
          <a:noFill/>
        </p:spPr>
        <p:txBody>
          <a:bodyPr wrap="square" lIns="0" tIns="0" rIns="0" bIns="0" anchor="t">
            <a:spAutoFit/>
          </a:bodyPr>
          <a:lstStyle/>
          <a:p>
            <a:pPr algn="ctr"/>
            <a:r>
              <a:rPr sz="850" b="1" i="0">
                <a:solidFill>
                  <a:srgbClr val="00205B"/>
                </a:solidFill>
                <a:latin typeface="Michelin"/>
              </a:rPr>
              <a:t>ENTENDER</a:t>
            </a:r>
          </a:p>
        </p:txBody>
      </p:sp>
      <p:sp>
        <p:nvSpPr>
          <p:cNvPr id="14" name="Oval 13"/>
          <p:cNvSpPr/>
          <p:nvPr/>
        </p:nvSpPr>
        <p:spPr>
          <a:xfrm>
            <a:off x="2057400" y="3584448"/>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57400" y="3730752"/>
            <a:ext cx="914400" cy="365760"/>
          </a:xfrm>
          <a:prstGeom prst="rect">
            <a:avLst/>
          </a:prstGeom>
          <a:noFill/>
        </p:spPr>
        <p:txBody>
          <a:bodyPr wrap="square" lIns="0" tIns="0" rIns="0" bIns="0" anchor="t">
            <a:spAutoFit/>
          </a:bodyPr>
          <a:lstStyle/>
          <a:p>
            <a:pPr algn="ctr"/>
            <a:r>
              <a:rPr sz="1300" b="1" i="0">
                <a:solidFill>
                  <a:srgbClr val="00205B"/>
                </a:solidFill>
                <a:latin typeface="Michelin"/>
              </a:rPr>
              <a:t>03</a:t>
            </a:r>
          </a:p>
        </p:txBody>
      </p:sp>
      <p:sp>
        <p:nvSpPr>
          <p:cNvPr id="16" name="TextBox 15"/>
          <p:cNvSpPr txBox="1"/>
          <p:nvPr/>
        </p:nvSpPr>
        <p:spPr>
          <a:xfrm>
            <a:off x="2057400" y="3995928"/>
            <a:ext cx="914400" cy="274320"/>
          </a:xfrm>
          <a:prstGeom prst="rect">
            <a:avLst/>
          </a:prstGeom>
          <a:noFill/>
        </p:spPr>
        <p:txBody>
          <a:bodyPr wrap="square" lIns="0" tIns="0" rIns="0" bIns="0" anchor="t">
            <a:spAutoFit/>
          </a:bodyPr>
          <a:lstStyle/>
          <a:p>
            <a:pPr algn="ctr"/>
            <a:r>
              <a:rPr sz="850" b="1" i="0">
                <a:solidFill>
                  <a:srgbClr val="00205B"/>
                </a:solidFill>
                <a:latin typeface="Michelin"/>
              </a:rPr>
              <a:t>DECIDIR</a:t>
            </a:r>
          </a:p>
        </p:txBody>
      </p:sp>
      <p:sp>
        <p:nvSpPr>
          <p:cNvPr id="17" name="Oval 16"/>
          <p:cNvSpPr/>
          <p:nvPr/>
        </p:nvSpPr>
        <p:spPr>
          <a:xfrm>
            <a:off x="758952" y="22860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 y="2432304"/>
            <a:ext cx="914400" cy="365760"/>
          </a:xfrm>
          <a:prstGeom prst="rect">
            <a:avLst/>
          </a:prstGeom>
          <a:noFill/>
        </p:spPr>
        <p:txBody>
          <a:bodyPr wrap="square" lIns="0" tIns="0" rIns="0" bIns="0" anchor="t">
            <a:spAutoFit/>
          </a:bodyPr>
          <a:lstStyle/>
          <a:p>
            <a:pPr algn="ctr"/>
            <a:r>
              <a:rPr sz="1300" b="1" i="0">
                <a:solidFill>
                  <a:srgbClr val="00205B"/>
                </a:solidFill>
                <a:latin typeface="Michelin"/>
              </a:rPr>
              <a:t>04</a:t>
            </a:r>
          </a:p>
        </p:txBody>
      </p:sp>
      <p:sp>
        <p:nvSpPr>
          <p:cNvPr id="19" name="TextBox 18"/>
          <p:cNvSpPr txBox="1"/>
          <p:nvPr/>
        </p:nvSpPr>
        <p:spPr>
          <a:xfrm>
            <a:off x="758952" y="2697480"/>
            <a:ext cx="914400" cy="274320"/>
          </a:xfrm>
          <a:prstGeom prst="rect">
            <a:avLst/>
          </a:prstGeom>
          <a:noFill/>
        </p:spPr>
        <p:txBody>
          <a:bodyPr wrap="square" lIns="0" tIns="0" rIns="0" bIns="0" anchor="t">
            <a:spAutoFit/>
          </a:bodyPr>
          <a:lstStyle/>
          <a:p>
            <a:pPr algn="ctr"/>
            <a:r>
              <a:rPr sz="850" b="1" i="0">
                <a:solidFill>
                  <a:srgbClr val="00205B"/>
                </a:solidFill>
                <a:latin typeface="Michelin"/>
              </a:rPr>
              <a:t>ANTICIPAR</a:t>
            </a:r>
          </a:p>
        </p:txBody>
      </p:sp>
      <p:sp>
        <p:nvSpPr>
          <p:cNvPr id="20" name="TextBox 19"/>
          <p:cNvSpPr txBox="1"/>
          <p:nvPr/>
        </p:nvSpPr>
        <p:spPr>
          <a:xfrm>
            <a:off x="4572000" y="1005840"/>
            <a:ext cx="411480" cy="365760"/>
          </a:xfrm>
          <a:prstGeom prst="rect">
            <a:avLst/>
          </a:prstGeom>
          <a:noFill/>
        </p:spPr>
        <p:txBody>
          <a:bodyPr wrap="square" lIns="0" tIns="0" rIns="0" bIns="0" anchor="t">
            <a:spAutoFit/>
          </a:bodyPr>
          <a:lstStyle/>
          <a:p>
            <a:pPr algn="l"/>
            <a:r>
              <a:rPr sz="1600" b="1" i="0">
                <a:solidFill>
                  <a:srgbClr val="FCE500"/>
                </a:solidFill>
                <a:latin typeface="Michelin"/>
              </a:rPr>
              <a:t>01</a:t>
            </a:r>
          </a:p>
        </p:txBody>
      </p:sp>
      <p:sp>
        <p:nvSpPr>
          <p:cNvPr id="21" name="TextBox 20"/>
          <p:cNvSpPr txBox="1"/>
          <p:nvPr/>
        </p:nvSpPr>
        <p:spPr>
          <a:xfrm>
            <a:off x="5029200" y="1005840"/>
            <a:ext cx="2377440" cy="461665"/>
          </a:xfrm>
          <a:prstGeom prst="rect">
            <a:avLst/>
          </a:prstGeom>
          <a:noFill/>
        </p:spPr>
        <p:txBody>
          <a:bodyPr wrap="square" lIns="0" tIns="0" rIns="0" bIns="0" anchor="t">
            <a:spAutoFit/>
          </a:bodyPr>
          <a:lstStyle/>
          <a:p>
            <a:pPr algn="l"/>
            <a:r>
              <a:rPr sz="1100" b="1" i="0" dirty="0">
                <a:solidFill>
                  <a:srgbClr val="FFFFFF"/>
                </a:solidFill>
                <a:latin typeface="Michelin"/>
              </a:rPr>
              <a:t>VER  </a:t>
            </a:r>
            <a:r>
              <a:rPr sz="1000" b="1" i="0" dirty="0" err="1">
                <a:solidFill>
                  <a:srgbClr val="FCE500"/>
                </a:solidFill>
                <a:latin typeface="Arial"/>
              </a:rPr>
              <a:t>Perfilómetros</a:t>
            </a:r>
            <a:r>
              <a:rPr sz="1000" b="1" i="0" dirty="0">
                <a:solidFill>
                  <a:srgbClr val="FCE500"/>
                </a:solidFill>
                <a:latin typeface="Arial"/>
              </a:rPr>
              <a:t> </a:t>
            </a:r>
            <a:r>
              <a:rPr sz="1000" b="1" i="0" dirty="0" err="1">
                <a:solidFill>
                  <a:srgbClr val="FCE500"/>
                </a:solidFill>
                <a:latin typeface="Arial"/>
              </a:rPr>
              <a:t>láser</a:t>
            </a:r>
            <a:r>
              <a:rPr sz="1000" b="1" i="0" dirty="0">
                <a:solidFill>
                  <a:srgbClr val="FCE500"/>
                </a:solidFill>
                <a:latin typeface="Arial"/>
              </a:rPr>
              <a:t> 3D</a:t>
            </a:r>
          </a:p>
          <a:p>
            <a:pPr algn="l"/>
            <a:r>
              <a:rPr sz="950" b="0" i="0" dirty="0">
                <a:solidFill>
                  <a:srgbClr val="D6E0F0"/>
                </a:solidFill>
                <a:latin typeface="Arial"/>
              </a:rPr>
              <a:t>Cada </a:t>
            </a:r>
            <a:r>
              <a:rPr lang="es-ES" sz="950" b="0" i="0" dirty="0">
                <a:solidFill>
                  <a:srgbClr val="D6E0F0"/>
                </a:solidFill>
                <a:latin typeface="Arial"/>
              </a:rPr>
              <a:t>producto</a:t>
            </a:r>
            <a:r>
              <a:rPr sz="950" b="0" i="0" dirty="0">
                <a:solidFill>
                  <a:srgbClr val="D6E0F0"/>
                </a:solidFill>
                <a:latin typeface="Arial"/>
              </a:rPr>
              <a:t>, </a:t>
            </a:r>
            <a:r>
              <a:rPr sz="950" b="0" i="0" dirty="0" err="1">
                <a:solidFill>
                  <a:srgbClr val="D6E0F0"/>
                </a:solidFill>
                <a:latin typeface="Arial"/>
              </a:rPr>
              <a:t>medido</a:t>
            </a:r>
            <a:r>
              <a:rPr sz="950" b="0" i="0" dirty="0">
                <a:solidFill>
                  <a:srgbClr val="D6E0F0"/>
                </a:solidFill>
                <a:latin typeface="Arial"/>
              </a:rPr>
              <a:t> </a:t>
            </a:r>
            <a:r>
              <a:rPr sz="950" b="0" i="0" dirty="0" err="1">
                <a:solidFill>
                  <a:srgbClr val="D6E0F0"/>
                </a:solidFill>
                <a:latin typeface="Arial"/>
              </a:rPr>
              <a:t>en</a:t>
            </a:r>
            <a:r>
              <a:rPr sz="950" b="0" i="0" dirty="0">
                <a:solidFill>
                  <a:srgbClr val="D6E0F0"/>
                </a:solidFill>
                <a:latin typeface="Arial"/>
              </a:rPr>
              <a:t> 3D </a:t>
            </a:r>
            <a:r>
              <a:rPr sz="950" b="0" i="0" dirty="0" err="1">
                <a:solidFill>
                  <a:srgbClr val="D6E0F0"/>
                </a:solidFill>
                <a:latin typeface="Arial"/>
              </a:rPr>
              <a:t>en</a:t>
            </a:r>
            <a:r>
              <a:rPr sz="950" b="0" i="0" dirty="0">
                <a:solidFill>
                  <a:srgbClr val="D6E0F0"/>
                </a:solidFill>
                <a:latin typeface="Arial"/>
              </a:rPr>
              <a:t> </a:t>
            </a:r>
            <a:r>
              <a:rPr sz="950" b="0" i="0" dirty="0" err="1">
                <a:solidFill>
                  <a:srgbClr val="D6E0F0"/>
                </a:solidFill>
                <a:latin typeface="Arial"/>
              </a:rPr>
              <a:t>cada</a:t>
            </a:r>
            <a:r>
              <a:rPr sz="950" b="0" i="0" dirty="0">
                <a:solidFill>
                  <a:srgbClr val="D6E0F0"/>
                </a:solidFill>
                <a:latin typeface="Arial"/>
              </a:rPr>
              <a:t> </a:t>
            </a:r>
            <a:r>
              <a:rPr sz="950" b="0" i="0" dirty="0" err="1">
                <a:solidFill>
                  <a:srgbClr val="D6E0F0"/>
                </a:solidFill>
                <a:latin typeface="Arial"/>
              </a:rPr>
              <a:t>neumático</a:t>
            </a:r>
            <a:r>
              <a:rPr sz="950" b="0" i="0" dirty="0">
                <a:solidFill>
                  <a:srgbClr val="D6E0F0"/>
                </a:solidFill>
                <a:latin typeface="Arial"/>
              </a:rPr>
              <a:t>.</a:t>
            </a:r>
          </a:p>
        </p:txBody>
      </p:sp>
      <p:sp>
        <p:nvSpPr>
          <p:cNvPr id="22" name="TextBox 21"/>
          <p:cNvSpPr txBox="1"/>
          <p:nvPr/>
        </p:nvSpPr>
        <p:spPr>
          <a:xfrm>
            <a:off x="4572000" y="1719072"/>
            <a:ext cx="411480" cy="365760"/>
          </a:xfrm>
          <a:prstGeom prst="rect">
            <a:avLst/>
          </a:prstGeom>
          <a:noFill/>
        </p:spPr>
        <p:txBody>
          <a:bodyPr wrap="square" lIns="0" tIns="0" rIns="0" bIns="0" anchor="t">
            <a:spAutoFit/>
          </a:bodyPr>
          <a:lstStyle/>
          <a:p>
            <a:pPr algn="l"/>
            <a:r>
              <a:rPr sz="1600" b="1" i="0">
                <a:solidFill>
                  <a:srgbClr val="FCE500"/>
                </a:solidFill>
                <a:latin typeface="Michelin"/>
              </a:rPr>
              <a:t>02</a:t>
            </a:r>
          </a:p>
        </p:txBody>
      </p:sp>
      <p:sp>
        <p:nvSpPr>
          <p:cNvPr id="23" name="TextBox 22"/>
          <p:cNvSpPr txBox="1"/>
          <p:nvPr/>
        </p:nvSpPr>
        <p:spPr>
          <a:xfrm>
            <a:off x="5029200" y="1719072"/>
            <a:ext cx="2377440" cy="658368"/>
          </a:xfrm>
          <a:prstGeom prst="rect">
            <a:avLst/>
          </a:prstGeom>
          <a:noFill/>
        </p:spPr>
        <p:txBody>
          <a:bodyPr wrap="square" lIns="0" tIns="0" rIns="0" bIns="0" anchor="t">
            <a:spAutoFit/>
          </a:bodyPr>
          <a:lstStyle/>
          <a:p>
            <a:pPr algn="l"/>
            <a:r>
              <a:rPr sz="1100" b="1" i="0">
                <a:solidFill>
                  <a:srgbClr val="FFFFFF"/>
                </a:solidFill>
                <a:latin typeface="Michelin"/>
              </a:rPr>
              <a:t>ENTENDER  </a:t>
            </a:r>
            <a:r>
              <a:rPr sz="1000" b="1" i="0">
                <a:solidFill>
                  <a:srgbClr val="FCE500"/>
                </a:solidFill>
                <a:latin typeface="Arial"/>
              </a:rPr>
              <a:t>PI System · PI Vision</a:t>
            </a:r>
          </a:p>
          <a:p>
            <a:pPr algn="l"/>
            <a:r>
              <a:rPr sz="950" b="0" i="0">
                <a:solidFill>
                  <a:srgbClr val="D6E0F0"/>
                </a:solidFill>
                <a:latin typeface="Arial"/>
              </a:rPr>
              <a:t>Datos e imágenes en tiempo real, con tendencias y alertas.</a:t>
            </a:r>
          </a:p>
        </p:txBody>
      </p:sp>
      <p:sp>
        <p:nvSpPr>
          <p:cNvPr id="24" name="TextBox 23"/>
          <p:cNvSpPr txBox="1"/>
          <p:nvPr/>
        </p:nvSpPr>
        <p:spPr>
          <a:xfrm>
            <a:off x="4572000" y="2432304"/>
            <a:ext cx="411480" cy="365760"/>
          </a:xfrm>
          <a:prstGeom prst="rect">
            <a:avLst/>
          </a:prstGeom>
          <a:noFill/>
        </p:spPr>
        <p:txBody>
          <a:bodyPr wrap="square" lIns="0" tIns="0" rIns="0" bIns="0" anchor="t">
            <a:spAutoFit/>
          </a:bodyPr>
          <a:lstStyle/>
          <a:p>
            <a:pPr algn="l"/>
            <a:r>
              <a:rPr sz="1600" b="1" i="0">
                <a:solidFill>
                  <a:srgbClr val="FCE500"/>
                </a:solidFill>
                <a:latin typeface="Michelin"/>
              </a:rPr>
              <a:t>03</a:t>
            </a:r>
          </a:p>
        </p:txBody>
      </p:sp>
      <p:sp>
        <p:nvSpPr>
          <p:cNvPr id="25" name="TextBox 24"/>
          <p:cNvSpPr txBox="1"/>
          <p:nvPr/>
        </p:nvSpPr>
        <p:spPr>
          <a:xfrm>
            <a:off x="5029200" y="2432304"/>
            <a:ext cx="2377440" cy="658368"/>
          </a:xfrm>
          <a:prstGeom prst="rect">
            <a:avLst/>
          </a:prstGeom>
          <a:noFill/>
        </p:spPr>
        <p:txBody>
          <a:bodyPr wrap="square" lIns="0" tIns="0" rIns="0" bIns="0" anchor="t">
            <a:spAutoFit/>
          </a:bodyPr>
          <a:lstStyle/>
          <a:p>
            <a:pPr algn="l"/>
            <a:r>
              <a:rPr sz="1100" b="1" i="0">
                <a:solidFill>
                  <a:srgbClr val="FFFFFF"/>
                </a:solidFill>
                <a:latin typeface="Michelin"/>
              </a:rPr>
              <a:t>DECIDIR  </a:t>
            </a:r>
            <a:r>
              <a:rPr sz="1000" b="1" i="0">
                <a:solidFill>
                  <a:srgbClr val="FCE500"/>
                </a:solidFill>
                <a:latin typeface="Arial"/>
              </a:rPr>
              <a:t>R4P</a:t>
            </a:r>
          </a:p>
          <a:p>
            <a:pPr algn="l"/>
            <a:r>
              <a:rPr sz="950" b="0" i="0">
                <a:solidFill>
                  <a:srgbClr val="D6E0F0"/>
                </a:solidFill>
                <a:latin typeface="Arial"/>
              </a:rPr>
              <a:t>Motor de reglas que corrige el proceso automáticamente.</a:t>
            </a:r>
          </a:p>
        </p:txBody>
      </p:sp>
      <p:sp>
        <p:nvSpPr>
          <p:cNvPr id="26" name="TextBox 25"/>
          <p:cNvSpPr txBox="1"/>
          <p:nvPr/>
        </p:nvSpPr>
        <p:spPr>
          <a:xfrm>
            <a:off x="4572000" y="3145536"/>
            <a:ext cx="411480" cy="365760"/>
          </a:xfrm>
          <a:prstGeom prst="rect">
            <a:avLst/>
          </a:prstGeom>
          <a:noFill/>
        </p:spPr>
        <p:txBody>
          <a:bodyPr wrap="square" lIns="0" tIns="0" rIns="0" bIns="0" anchor="t">
            <a:spAutoFit/>
          </a:bodyPr>
          <a:lstStyle/>
          <a:p>
            <a:pPr algn="l"/>
            <a:r>
              <a:rPr sz="1600" b="1" i="0">
                <a:solidFill>
                  <a:srgbClr val="FCE500"/>
                </a:solidFill>
                <a:latin typeface="Michelin"/>
              </a:rPr>
              <a:t>04</a:t>
            </a:r>
          </a:p>
        </p:txBody>
      </p:sp>
      <p:sp>
        <p:nvSpPr>
          <p:cNvPr id="27" name="TextBox 26"/>
          <p:cNvSpPr txBox="1"/>
          <p:nvPr/>
        </p:nvSpPr>
        <p:spPr>
          <a:xfrm>
            <a:off x="5029200" y="3145536"/>
            <a:ext cx="2377440" cy="658368"/>
          </a:xfrm>
          <a:prstGeom prst="rect">
            <a:avLst/>
          </a:prstGeom>
          <a:noFill/>
        </p:spPr>
        <p:txBody>
          <a:bodyPr wrap="square" lIns="0" tIns="0" rIns="0" bIns="0" anchor="t">
            <a:spAutoFit/>
          </a:bodyPr>
          <a:lstStyle/>
          <a:p>
            <a:pPr algn="l"/>
            <a:r>
              <a:rPr sz="1100" b="1" i="0">
                <a:solidFill>
                  <a:srgbClr val="FFFFFF"/>
                </a:solidFill>
                <a:latin typeface="Michelin"/>
              </a:rPr>
              <a:t>ANTICIPAR  </a:t>
            </a:r>
            <a:r>
              <a:rPr sz="1000" b="1" i="0">
                <a:solidFill>
                  <a:srgbClr val="FCE500"/>
                </a:solidFill>
                <a:latin typeface="Arial"/>
              </a:rPr>
              <a:t>Dataiku · IA</a:t>
            </a:r>
          </a:p>
          <a:p>
            <a:pPr algn="l"/>
            <a:r>
              <a:rPr sz="950" b="0" i="0">
                <a:solidFill>
                  <a:srgbClr val="D6E0F0"/>
                </a:solidFill>
                <a:latin typeface="Arial"/>
              </a:rPr>
              <a:t>Analítica avanzada para encontrar patrones y adelantarse.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dirty="0">
                <a:solidFill>
                  <a:srgbClr val="FCE500"/>
                </a:solidFill>
              </a:rPr>
              <a:t>01</a:t>
            </a:r>
            <a:br>
              <a:rPr lang="es-ES" sz="3200" dirty="0">
                <a:solidFill>
                  <a:srgbClr val="FCE500"/>
                </a:solidFill>
              </a:rPr>
            </a:br>
            <a:endParaRPr sz="3200" dirty="0">
              <a:solidFill>
                <a:srgbClr val="FCE500"/>
              </a:solidFill>
            </a:endParaRPr>
          </a:p>
          <a:p>
            <a:r>
              <a:rPr dirty="0"/>
              <a:t>Ver</a:t>
            </a:r>
          </a:p>
        </p:txBody>
      </p:sp>
      <p:sp>
        <p:nvSpPr>
          <p:cNvPr id="3" name="TextBox 2"/>
          <p:cNvSpPr txBox="1"/>
          <p:nvPr/>
        </p:nvSpPr>
        <p:spPr>
          <a:xfrm>
            <a:off x="530352" y="3840480"/>
            <a:ext cx="5486400" cy="365760"/>
          </a:xfrm>
          <a:prstGeom prst="rect">
            <a:avLst/>
          </a:prstGeom>
          <a:noFill/>
        </p:spPr>
        <p:txBody>
          <a:bodyPr wrap="square" lIns="0" tIns="0" rIns="0" bIns="0" anchor="t">
            <a:spAutoFit/>
          </a:bodyPr>
          <a:lstStyle/>
          <a:p>
            <a:pPr algn="l"/>
            <a:r>
              <a:rPr sz="1200" b="0" i="0" dirty="0">
                <a:solidFill>
                  <a:srgbClr val="FFFFFF"/>
                </a:solidFill>
                <a:latin typeface="Arial"/>
              </a:rPr>
              <a:t>Cada </a:t>
            </a:r>
            <a:r>
              <a:rPr sz="1200" b="0" i="0" dirty="0" err="1">
                <a:solidFill>
                  <a:srgbClr val="FFFFFF"/>
                </a:solidFill>
                <a:latin typeface="Arial"/>
              </a:rPr>
              <a:t>neumático</a:t>
            </a:r>
            <a:r>
              <a:rPr sz="1200" b="0" i="0" dirty="0">
                <a:solidFill>
                  <a:srgbClr val="FFFFFF"/>
                </a:solidFill>
                <a:latin typeface="Arial"/>
              </a:rPr>
              <a:t>, </a:t>
            </a:r>
            <a:r>
              <a:rPr sz="1200" b="0" i="0" dirty="0" err="1">
                <a:solidFill>
                  <a:srgbClr val="FFFFFF"/>
                </a:solidFill>
                <a:latin typeface="Arial"/>
              </a:rPr>
              <a:t>convertido</a:t>
            </a:r>
            <a:r>
              <a:rPr sz="1200" b="0" i="0" dirty="0">
                <a:solidFill>
                  <a:srgbClr val="FFFFFF"/>
                </a:solidFill>
                <a:latin typeface="Arial"/>
              </a:rPr>
              <a:t> </a:t>
            </a:r>
            <a:r>
              <a:rPr sz="1200" b="0" i="0" dirty="0" err="1">
                <a:solidFill>
                  <a:srgbClr val="FFFFFF"/>
                </a:solidFill>
                <a:latin typeface="Arial"/>
              </a:rPr>
              <a:t>en</a:t>
            </a:r>
            <a:r>
              <a:rPr sz="1200" b="0" i="0" dirty="0">
                <a:solidFill>
                  <a:srgbClr val="FFFFFF"/>
                </a:solidFill>
                <a:latin typeface="Arial"/>
              </a:rPr>
              <a:t> </a:t>
            </a:r>
            <a:r>
              <a:rPr sz="1200" b="0" i="0" dirty="0" err="1">
                <a:solidFill>
                  <a:srgbClr val="FFFFFF"/>
                </a:solidFill>
                <a:latin typeface="Arial"/>
              </a:rPr>
              <a:t>datos</a:t>
            </a:r>
            <a:endParaRPr sz="1200" b="0" i="0" dirty="0">
              <a:solidFill>
                <a:srgbClr val="FFFFFF"/>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Medimos</a:t>
            </a:r>
            <a:r>
              <a:rPr dirty="0"/>
              <a:t> </a:t>
            </a:r>
            <a:r>
              <a:rPr dirty="0" err="1"/>
              <a:t>cada</a:t>
            </a:r>
            <a:r>
              <a:rPr dirty="0"/>
              <a:t> product</a:t>
            </a:r>
            <a:r>
              <a:rPr lang="es-ES" dirty="0"/>
              <a:t>o</a:t>
            </a:r>
            <a:r>
              <a:rPr dirty="0"/>
              <a:t>.</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Perfilómetros láser 3D en cada puesto de la máquina</a:t>
            </a:r>
          </a:p>
        </p:txBody>
      </p:sp>
      <p:sp>
        <p:nvSpPr>
          <p:cNvPr id="5" name="Oval 4"/>
          <p:cNvSpPr/>
          <p:nvPr/>
        </p:nvSpPr>
        <p:spPr>
          <a:xfrm>
            <a:off x="5074920"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1" i="0">
                <a:solidFill>
                  <a:srgbClr val="27509B"/>
                </a:solidFill>
                <a:latin typeface="Michelin"/>
              </a:rPr>
              <a:t>VER</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ENTENDER</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DECIDIR</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ANTICIPAR</a:t>
            </a:r>
          </a:p>
        </p:txBody>
      </p:sp>
      <p:pic>
        <p:nvPicPr>
          <p:cNvPr id="13" name="Picture 12" descr="d2.jpg"/>
          <p:cNvPicPr>
            <a:picLocks noChangeAspect="1"/>
          </p:cNvPicPr>
          <p:nvPr/>
        </p:nvPicPr>
        <p:blipFill>
          <a:blip r:embed="rId3"/>
          <a:srcRect l="10168" r="10168"/>
          <a:stretch>
            <a:fillRect/>
          </a:stretch>
        </p:blipFill>
        <p:spPr>
          <a:xfrm>
            <a:off x="585216" y="914400"/>
            <a:ext cx="4950967" cy="3611880"/>
          </a:xfrm>
          <a:prstGeom prst="rect">
            <a:avLst/>
          </a:prstGeom>
        </p:spPr>
      </p:pic>
      <p:sp>
        <p:nvSpPr>
          <p:cNvPr id="14" name="TextBox 13"/>
          <p:cNvSpPr txBox="1"/>
          <p:nvPr/>
        </p:nvSpPr>
        <p:spPr>
          <a:xfrm>
            <a:off x="585216" y="4572000"/>
            <a:ext cx="4950967" cy="201168"/>
          </a:xfrm>
          <a:prstGeom prst="rect">
            <a:avLst/>
          </a:prstGeom>
          <a:noFill/>
        </p:spPr>
        <p:txBody>
          <a:bodyPr wrap="square" lIns="0" tIns="0" rIns="0" bIns="0" anchor="t">
            <a:spAutoFit/>
          </a:bodyPr>
          <a:lstStyle/>
          <a:p>
            <a:pPr algn="l"/>
            <a:r>
              <a:rPr sz="800" b="0" i="0">
                <a:solidFill>
                  <a:srgbClr val="6E6E6E"/>
                </a:solidFill>
                <a:latin typeface="Arial"/>
              </a:rPr>
              <a:t>Escaneo 3D en la MAC: cada color es una altura</a:t>
            </a:r>
          </a:p>
        </p:txBody>
      </p:sp>
      <p:sp>
        <p:nvSpPr>
          <p:cNvPr id="15" name="TextBox 14"/>
          <p:cNvSpPr txBox="1"/>
          <p:nvPr/>
        </p:nvSpPr>
        <p:spPr>
          <a:xfrm>
            <a:off x="5851245" y="960120"/>
            <a:ext cx="2790545" cy="594360"/>
          </a:xfrm>
          <a:prstGeom prst="rect">
            <a:avLst/>
          </a:prstGeom>
          <a:noFill/>
        </p:spPr>
        <p:txBody>
          <a:bodyPr wrap="square" lIns="0" tIns="0" rIns="0" bIns="0" anchor="t">
            <a:spAutoFit/>
          </a:bodyPr>
          <a:lstStyle/>
          <a:p>
            <a:pPr algn="l"/>
            <a:r>
              <a:rPr sz="3200" b="1" i="0">
                <a:solidFill>
                  <a:srgbClr val="27509B"/>
                </a:solidFill>
                <a:latin typeface="Michelin"/>
              </a:rPr>
              <a:t>100 %</a:t>
            </a:r>
          </a:p>
        </p:txBody>
      </p:sp>
      <p:sp>
        <p:nvSpPr>
          <p:cNvPr id="16" name="TextBox 15"/>
          <p:cNvSpPr txBox="1"/>
          <p:nvPr/>
        </p:nvSpPr>
        <p:spPr>
          <a:xfrm>
            <a:off x="5851245" y="1554480"/>
            <a:ext cx="2790545" cy="176972"/>
          </a:xfrm>
          <a:prstGeom prst="rect">
            <a:avLst/>
          </a:prstGeom>
          <a:noFill/>
        </p:spPr>
        <p:txBody>
          <a:bodyPr wrap="square" lIns="0" tIns="0" rIns="0" bIns="0" anchor="t">
            <a:spAutoFit/>
          </a:bodyPr>
          <a:lstStyle/>
          <a:p>
            <a:pPr algn="l"/>
            <a:r>
              <a:rPr sz="1150" b="0" i="0" dirty="0">
                <a:solidFill>
                  <a:srgbClr val="262626"/>
                </a:solidFill>
                <a:latin typeface="Arial"/>
              </a:rPr>
              <a:t>de </a:t>
            </a:r>
            <a:r>
              <a:rPr sz="1150" b="0" i="0" dirty="0" err="1">
                <a:solidFill>
                  <a:srgbClr val="262626"/>
                </a:solidFill>
                <a:latin typeface="Arial"/>
              </a:rPr>
              <a:t>los</a:t>
            </a:r>
            <a:r>
              <a:rPr sz="1150" b="0" i="0" dirty="0">
                <a:solidFill>
                  <a:srgbClr val="262626"/>
                </a:solidFill>
                <a:latin typeface="Arial"/>
              </a:rPr>
              <a:t> </a:t>
            </a:r>
            <a:r>
              <a:rPr lang="es-ES" sz="1150" b="0" i="0" dirty="0">
                <a:solidFill>
                  <a:srgbClr val="262626"/>
                </a:solidFill>
                <a:latin typeface="Arial"/>
              </a:rPr>
              <a:t>productos</a:t>
            </a:r>
            <a:r>
              <a:rPr sz="1150" b="0" i="0" dirty="0">
                <a:solidFill>
                  <a:srgbClr val="262626"/>
                </a:solidFill>
                <a:latin typeface="Arial"/>
              </a:rPr>
              <a:t>s </a:t>
            </a:r>
            <a:r>
              <a:rPr sz="1150" b="0" i="0" dirty="0" err="1">
                <a:solidFill>
                  <a:srgbClr val="262626"/>
                </a:solidFill>
                <a:latin typeface="Arial"/>
              </a:rPr>
              <a:t>medidos</a:t>
            </a:r>
            <a:endParaRPr sz="1150" b="0" i="0" dirty="0">
              <a:solidFill>
                <a:srgbClr val="262626"/>
              </a:solidFill>
              <a:latin typeface="Arial"/>
            </a:endParaRPr>
          </a:p>
        </p:txBody>
      </p:sp>
      <p:sp>
        <p:nvSpPr>
          <p:cNvPr id="17" name="TextBox 16"/>
          <p:cNvSpPr txBox="1"/>
          <p:nvPr/>
        </p:nvSpPr>
        <p:spPr>
          <a:xfrm>
            <a:off x="5851245" y="2148840"/>
            <a:ext cx="2790545" cy="594360"/>
          </a:xfrm>
          <a:prstGeom prst="rect">
            <a:avLst/>
          </a:prstGeom>
          <a:noFill/>
        </p:spPr>
        <p:txBody>
          <a:bodyPr wrap="square" lIns="0" tIns="0" rIns="0" bIns="0" anchor="t">
            <a:spAutoFit/>
          </a:bodyPr>
          <a:lstStyle/>
          <a:p>
            <a:pPr algn="l"/>
            <a:r>
              <a:rPr sz="3200" b="1" i="0">
                <a:solidFill>
                  <a:srgbClr val="27509B"/>
                </a:solidFill>
                <a:latin typeface="Michelin"/>
              </a:rPr>
              <a:t>3D</a:t>
            </a:r>
          </a:p>
        </p:txBody>
      </p:sp>
      <p:sp>
        <p:nvSpPr>
          <p:cNvPr id="18" name="TextBox 17"/>
          <p:cNvSpPr txBox="1"/>
          <p:nvPr/>
        </p:nvSpPr>
        <p:spPr>
          <a:xfrm>
            <a:off x="5851245" y="2743200"/>
            <a:ext cx="2790545" cy="365760"/>
          </a:xfrm>
          <a:prstGeom prst="rect">
            <a:avLst/>
          </a:prstGeom>
          <a:noFill/>
        </p:spPr>
        <p:txBody>
          <a:bodyPr wrap="square" lIns="0" tIns="0" rIns="0" bIns="0" anchor="t">
            <a:spAutoFit/>
          </a:bodyPr>
          <a:lstStyle/>
          <a:p>
            <a:pPr algn="l"/>
            <a:r>
              <a:rPr sz="1150" b="0" i="0">
                <a:solidFill>
                  <a:srgbClr val="262626"/>
                </a:solidFill>
                <a:latin typeface="Arial"/>
              </a:rPr>
              <a:t>perfil completo de cada componente</a:t>
            </a:r>
          </a:p>
        </p:txBody>
      </p:sp>
      <p:sp>
        <p:nvSpPr>
          <p:cNvPr id="19" name="TextBox 18"/>
          <p:cNvSpPr txBox="1"/>
          <p:nvPr/>
        </p:nvSpPr>
        <p:spPr>
          <a:xfrm>
            <a:off x="5851245" y="3337560"/>
            <a:ext cx="2790545" cy="594360"/>
          </a:xfrm>
          <a:prstGeom prst="rect">
            <a:avLst/>
          </a:prstGeom>
          <a:noFill/>
        </p:spPr>
        <p:txBody>
          <a:bodyPr wrap="square" lIns="0" tIns="0" rIns="0" bIns="0" anchor="t">
            <a:spAutoFit/>
          </a:bodyPr>
          <a:lstStyle/>
          <a:p>
            <a:pPr algn="l"/>
            <a:r>
              <a:rPr sz="3200" b="1" i="0" dirty="0">
                <a:solidFill>
                  <a:srgbClr val="27509B"/>
                </a:solidFill>
                <a:latin typeface="Michelin"/>
              </a:rPr>
              <a:t>16</a:t>
            </a:r>
          </a:p>
        </p:txBody>
      </p:sp>
      <p:sp>
        <p:nvSpPr>
          <p:cNvPr id="20" name="TextBox 19"/>
          <p:cNvSpPr txBox="1"/>
          <p:nvPr/>
        </p:nvSpPr>
        <p:spPr>
          <a:xfrm>
            <a:off x="5851245" y="3931920"/>
            <a:ext cx="2790545" cy="365760"/>
          </a:xfrm>
          <a:prstGeom prst="rect">
            <a:avLst/>
          </a:prstGeom>
          <a:noFill/>
        </p:spPr>
        <p:txBody>
          <a:bodyPr wrap="square" lIns="0" tIns="0" rIns="0" bIns="0" anchor="t">
            <a:spAutoFit/>
          </a:bodyPr>
          <a:lstStyle/>
          <a:p>
            <a:pPr algn="l"/>
            <a:r>
              <a:rPr sz="1150" b="0" i="0">
                <a:solidFill>
                  <a:srgbClr val="262626"/>
                </a:solidFill>
                <a:latin typeface="Arial"/>
              </a:rPr>
              <a:t>sensores láser en 8 puestos de la MAC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Así medimos una soldadura NST en BNS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Del mapa 3D a la cifra que define la calidad de la unión</a:t>
            </a:r>
          </a:p>
        </p:txBody>
      </p:sp>
      <p:sp>
        <p:nvSpPr>
          <p:cNvPr id="5" name="Oval 4"/>
          <p:cNvSpPr/>
          <p:nvPr/>
        </p:nvSpPr>
        <p:spPr>
          <a:xfrm>
            <a:off x="5074920"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1" i="0">
                <a:solidFill>
                  <a:srgbClr val="27509B"/>
                </a:solidFill>
                <a:latin typeface="Michelin"/>
              </a:rPr>
              <a:t>VER</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ENTENDER</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DECIDIR</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ANTICIPAR</a:t>
            </a:r>
          </a:p>
        </p:txBody>
      </p:sp>
      <p:sp>
        <p:nvSpPr>
          <p:cNvPr id="13" name="Rectangle 12"/>
          <p:cNvSpPr/>
          <p:nvPr/>
        </p:nvSpPr>
        <p:spPr>
          <a:xfrm>
            <a:off x="585216" y="914400"/>
            <a:ext cx="5040985" cy="361188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ok_map.jpg"/>
          <p:cNvPicPr>
            <a:picLocks noChangeAspect="1"/>
          </p:cNvPicPr>
          <p:nvPr/>
        </p:nvPicPr>
        <p:blipFill>
          <a:blip r:embed="rId3"/>
          <a:stretch>
            <a:fillRect/>
          </a:stretch>
        </p:blipFill>
        <p:spPr>
          <a:xfrm>
            <a:off x="1233846" y="987552"/>
            <a:ext cx="3743723" cy="2240280"/>
          </a:xfrm>
          <a:prstGeom prst="rect">
            <a:avLst/>
          </a:prstGeom>
        </p:spPr>
      </p:pic>
      <p:sp>
        <p:nvSpPr>
          <p:cNvPr id="15" name="Oval 14"/>
          <p:cNvSpPr/>
          <p:nvPr/>
        </p:nvSpPr>
        <p:spPr>
          <a:xfrm>
            <a:off x="2219802" y="152247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19802" y="152247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7" name="Oval 16"/>
          <p:cNvSpPr/>
          <p:nvPr/>
        </p:nvSpPr>
        <p:spPr>
          <a:xfrm>
            <a:off x="2968547" y="2239365"/>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968547" y="2239365"/>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pic>
        <p:nvPicPr>
          <p:cNvPr id="19" name="Picture 18" descr="ok_sec.jpg"/>
          <p:cNvPicPr>
            <a:picLocks noChangeAspect="1"/>
          </p:cNvPicPr>
          <p:nvPr/>
        </p:nvPicPr>
        <p:blipFill>
          <a:blip r:embed="rId4"/>
          <a:stretch>
            <a:fillRect/>
          </a:stretch>
        </p:blipFill>
        <p:spPr>
          <a:xfrm>
            <a:off x="1407262" y="3291840"/>
            <a:ext cx="3396892" cy="1170432"/>
          </a:xfrm>
          <a:prstGeom prst="rect">
            <a:avLst/>
          </a:prstGeom>
        </p:spPr>
      </p:pic>
      <p:sp>
        <p:nvSpPr>
          <p:cNvPr id="20" name="Oval 19"/>
          <p:cNvSpPr/>
          <p:nvPr/>
        </p:nvSpPr>
        <p:spPr>
          <a:xfrm>
            <a:off x="3308237" y="344728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08237" y="344728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2" name="Oval 21"/>
          <p:cNvSpPr/>
          <p:nvPr/>
        </p:nvSpPr>
        <p:spPr>
          <a:xfrm>
            <a:off x="5851245" y="932688"/>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851245" y="932688"/>
            <a:ext cx="270052"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6229319" y="914400"/>
            <a:ext cx="2457480" cy="621792"/>
          </a:xfrm>
          <a:prstGeom prst="rect">
            <a:avLst/>
          </a:prstGeom>
          <a:noFill/>
        </p:spPr>
        <p:txBody>
          <a:bodyPr wrap="square" lIns="0" tIns="0" rIns="0" bIns="0" anchor="t">
            <a:spAutoFit/>
          </a:bodyPr>
          <a:lstStyle/>
          <a:p>
            <a:pPr algn="l"/>
            <a:r>
              <a:rPr sz="1100" b="1" i="0">
                <a:solidFill>
                  <a:srgbClr val="00205B"/>
                </a:solidFill>
                <a:latin typeface="Arial"/>
              </a:rPr>
              <a:t>Mapa 3D</a:t>
            </a:r>
          </a:p>
          <a:p>
            <a:pPr algn="l"/>
            <a:r>
              <a:rPr sz="950" b="0" i="0">
                <a:solidFill>
                  <a:srgbClr val="262626"/>
                </a:solidFill>
                <a:latin typeface="Arial"/>
              </a:rPr>
              <a:t>de la unión de la banda NST</a:t>
            </a:r>
          </a:p>
        </p:txBody>
      </p:sp>
      <p:sp>
        <p:nvSpPr>
          <p:cNvPr id="25" name="Oval 24"/>
          <p:cNvSpPr/>
          <p:nvPr/>
        </p:nvSpPr>
        <p:spPr>
          <a:xfrm>
            <a:off x="5851245" y="1554480"/>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851245" y="1554480"/>
            <a:ext cx="270052"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6229319" y="1536192"/>
            <a:ext cx="2457480" cy="621792"/>
          </a:xfrm>
          <a:prstGeom prst="rect">
            <a:avLst/>
          </a:prstGeom>
          <a:noFill/>
        </p:spPr>
        <p:txBody>
          <a:bodyPr wrap="square" lIns="0" tIns="0" rIns="0" bIns="0" anchor="t">
            <a:spAutoFit/>
          </a:bodyPr>
          <a:lstStyle/>
          <a:p>
            <a:pPr algn="l"/>
            <a:r>
              <a:rPr sz="1100" b="1" i="0">
                <a:solidFill>
                  <a:srgbClr val="00205B"/>
                </a:solidFill>
                <a:latin typeface="Arial"/>
              </a:rPr>
              <a:t>Sección de medida</a:t>
            </a:r>
          </a:p>
          <a:p>
            <a:pPr algn="l"/>
            <a:r>
              <a:rPr sz="950" b="0" i="0">
                <a:solidFill>
                  <a:srgbClr val="262626"/>
                </a:solidFill>
                <a:latin typeface="Arial"/>
              </a:rPr>
              <a:t>trazada sobre la soldadura</a:t>
            </a:r>
          </a:p>
        </p:txBody>
      </p:sp>
      <p:sp>
        <p:nvSpPr>
          <p:cNvPr id="28" name="Oval 27"/>
          <p:cNvSpPr/>
          <p:nvPr/>
        </p:nvSpPr>
        <p:spPr>
          <a:xfrm>
            <a:off x="5851245" y="2176272"/>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51245" y="2176272"/>
            <a:ext cx="270052"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6229319" y="2157984"/>
            <a:ext cx="2457480" cy="621792"/>
          </a:xfrm>
          <a:prstGeom prst="rect">
            <a:avLst/>
          </a:prstGeom>
          <a:noFill/>
        </p:spPr>
        <p:txBody>
          <a:bodyPr wrap="square" lIns="0" tIns="0" rIns="0" bIns="0" anchor="t">
            <a:spAutoFit/>
          </a:bodyPr>
          <a:lstStyle/>
          <a:p>
            <a:pPr algn="l"/>
            <a:r>
              <a:rPr sz="1100" b="1" i="0">
                <a:solidFill>
                  <a:srgbClr val="00205B"/>
                </a:solidFill>
                <a:latin typeface="Arial"/>
              </a:rPr>
              <a:t>Perfil</a:t>
            </a:r>
          </a:p>
          <a:p>
            <a:pPr algn="l"/>
            <a:r>
              <a:rPr sz="950" b="0" i="0">
                <a:solidFill>
                  <a:srgbClr val="262626"/>
                </a:solidFill>
                <a:latin typeface="Arial"/>
              </a:rPr>
              <a:t>cuantifica la unión</a:t>
            </a:r>
          </a:p>
        </p:txBody>
      </p:sp>
      <p:sp>
        <p:nvSpPr>
          <p:cNvPr id="31" name="TextBox 30"/>
          <p:cNvSpPr txBox="1"/>
          <p:nvPr/>
        </p:nvSpPr>
        <p:spPr>
          <a:xfrm>
            <a:off x="5851245" y="2880360"/>
            <a:ext cx="2835554" cy="274320"/>
          </a:xfrm>
          <a:prstGeom prst="rect">
            <a:avLst/>
          </a:prstGeom>
          <a:noFill/>
        </p:spPr>
        <p:txBody>
          <a:bodyPr wrap="square" lIns="0" tIns="0" rIns="0" bIns="0" anchor="t">
            <a:spAutoFit/>
          </a:bodyPr>
          <a:lstStyle/>
          <a:p>
            <a:pPr algn="l"/>
            <a:r>
              <a:rPr sz="1000" b="1" i="0" cap="all">
                <a:solidFill>
                  <a:srgbClr val="27509B"/>
                </a:solidFill>
                <a:latin typeface="Michelin"/>
              </a:rPr>
              <a:t>Variables seguidas en continuo</a:t>
            </a:r>
          </a:p>
        </p:txBody>
      </p:sp>
      <p:sp>
        <p:nvSpPr>
          <p:cNvPr id="32" name="TextBox 31"/>
          <p:cNvSpPr txBox="1"/>
          <p:nvPr/>
        </p:nvSpPr>
        <p:spPr>
          <a:xfrm>
            <a:off x="5851245" y="3200400"/>
            <a:ext cx="2835554" cy="1280160"/>
          </a:xfrm>
          <a:prstGeom prst="rect">
            <a:avLst/>
          </a:prstGeom>
          <a:noFill/>
        </p:spPr>
        <p:txBody>
          <a:bodyPr wrap="square" lIns="0" tIns="0" rIns="0" bIns="0" anchor="t">
            <a:spAutoFit/>
          </a:bodyPr>
          <a:lstStyle/>
          <a:p>
            <a:pPr marL="182880" indent="-182880" algn="l">
              <a:spcAft>
                <a:spcPts val="300"/>
              </a:spcAft>
              <a:buClr>
                <a:srgbClr val="FCE500"/>
              </a:buClr>
              <a:buSzPct val="100000"/>
              <a:buFont typeface="Wingdings"/>
              <a:buChar char="§"/>
            </a:pPr>
            <a:r>
              <a:rPr sz="1050" b="0" i="0">
                <a:solidFill>
                  <a:srgbClr val="262626"/>
                </a:solidFill>
                <a:latin typeface="Arial"/>
              </a:rPr>
              <a:t>Superposición de la soldadura</a:t>
            </a:r>
          </a:p>
          <a:p>
            <a:pPr marL="182880" indent="-182880" algn="l">
              <a:spcAft>
                <a:spcPts val="300"/>
              </a:spcAft>
              <a:buClr>
                <a:srgbClr val="FCE500"/>
              </a:buClr>
              <a:buSzPct val="100000"/>
              <a:buFont typeface="Wingdings"/>
              <a:buChar char="§"/>
            </a:pPr>
            <a:r>
              <a:rPr sz="1050" b="0" i="0">
                <a:solidFill>
                  <a:srgbClr val="262626"/>
                </a:solidFill>
                <a:latin typeface="Arial"/>
              </a:rPr>
              <a:t>Altura de la soldadura</a:t>
            </a:r>
          </a:p>
          <a:p>
            <a:pPr marL="182880" indent="-182880" algn="l">
              <a:spcAft>
                <a:spcPts val="300"/>
              </a:spcAft>
              <a:buClr>
                <a:srgbClr val="FCE500"/>
              </a:buClr>
              <a:buSzPct val="100000"/>
              <a:buFont typeface="Wingdings"/>
              <a:buChar char="§"/>
            </a:pPr>
            <a:r>
              <a:rPr sz="1050" b="0" i="0">
                <a:solidFill>
                  <a:srgbClr val="262626"/>
                </a:solidFill>
                <a:latin typeface="Arial"/>
              </a:rPr>
              <a:t>Offset de la soldadura</a:t>
            </a:r>
          </a:p>
          <a:p>
            <a:pPr marL="182880" indent="-182880" algn="l">
              <a:spcAft>
                <a:spcPts val="300"/>
              </a:spcAft>
              <a:buClr>
                <a:srgbClr val="FCE500"/>
              </a:buClr>
              <a:buSzPct val="100000"/>
              <a:buFont typeface="Wingdings"/>
              <a:buChar char="§"/>
            </a:pPr>
            <a:r>
              <a:rPr sz="1050" b="0" i="0">
                <a:solidFill>
                  <a:srgbClr val="262626"/>
                </a:solidFill>
                <a:latin typeface="Arial"/>
              </a:rPr>
              <a:t>Calidad de la soldadura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Cada puesto, cada medida, en directo</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Pantalla OLM de la MAC4: doce puestos, del P05 al P18</a:t>
            </a:r>
          </a:p>
        </p:txBody>
      </p:sp>
      <p:sp>
        <p:nvSpPr>
          <p:cNvPr id="5" name="Oval 4"/>
          <p:cNvSpPr/>
          <p:nvPr/>
        </p:nvSpPr>
        <p:spPr>
          <a:xfrm>
            <a:off x="5074920"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1" i="0">
                <a:solidFill>
                  <a:srgbClr val="FCE500"/>
                </a:solidFill>
                <a:latin typeface="Michelin"/>
              </a:rPr>
              <a:t>VER</a:t>
            </a:r>
          </a:p>
        </p:txBody>
      </p:sp>
      <p:sp>
        <p:nvSpPr>
          <p:cNvPr id="7" name="Oval 6"/>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ENTENDER</a:t>
            </a:r>
          </a:p>
        </p:txBody>
      </p:sp>
      <p:sp>
        <p:nvSpPr>
          <p:cNvPr id="9" name="Oval 8"/>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DECIDIR</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ANTICIPAR</a:t>
            </a:r>
          </a:p>
        </p:txBody>
      </p:sp>
      <p:pic>
        <p:nvPicPr>
          <p:cNvPr id="13" name="Picture 12" descr="mac4.jpg"/>
          <p:cNvPicPr>
            <a:picLocks noChangeAspect="1"/>
          </p:cNvPicPr>
          <p:nvPr/>
        </p:nvPicPr>
        <p:blipFill>
          <a:blip r:embed="rId3"/>
          <a:stretch>
            <a:fillRect/>
          </a:stretch>
        </p:blipFill>
        <p:spPr>
          <a:xfrm>
            <a:off x="1073020" y="1005840"/>
            <a:ext cx="6997959" cy="2743200"/>
          </a:xfrm>
          <a:prstGeom prst="rect">
            <a:avLst/>
          </a:prstGeom>
        </p:spPr>
      </p:pic>
      <p:sp>
        <p:nvSpPr>
          <p:cNvPr id="14" name="Oval 13"/>
          <p:cNvSpPr/>
          <p:nvPr/>
        </p:nvSpPr>
        <p:spPr>
          <a:xfrm>
            <a:off x="1250768" y="160934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50768" y="160934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2769325" y="99212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69325" y="992124"/>
            <a:ext cx="274320" cy="274320"/>
          </a:xfrm>
          <a:prstGeom prst="rect">
            <a:avLst/>
          </a:prstGeom>
          <a:noFill/>
        </p:spPr>
        <p:txBody>
          <a:bodyPr wrap="square" lIns="0" tIns="0" rIns="0" bIns="0" anchor="ctr">
            <a:spAutoFit/>
          </a:bodyPr>
          <a:lstStyle/>
          <a:p>
            <a:pPr algn="ctr"/>
            <a:r>
              <a:rPr sz="1100" b="1" i="0" dirty="0">
                <a:solidFill>
                  <a:srgbClr val="00205B"/>
                </a:solidFill>
                <a:latin typeface="Michelin"/>
              </a:rPr>
              <a:t>2</a:t>
            </a:r>
          </a:p>
        </p:txBody>
      </p:sp>
      <p:sp>
        <p:nvSpPr>
          <p:cNvPr id="18" name="Oval 17"/>
          <p:cNvSpPr/>
          <p:nvPr/>
        </p:nvSpPr>
        <p:spPr>
          <a:xfrm>
            <a:off x="4434839" y="2514600"/>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34839" y="2514600"/>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5134635" y="309067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134635" y="309067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457200"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841247" y="3931920"/>
            <a:ext cx="1307592" cy="566928"/>
          </a:xfrm>
          <a:prstGeom prst="rect">
            <a:avLst/>
          </a:prstGeom>
          <a:noFill/>
        </p:spPr>
        <p:txBody>
          <a:bodyPr wrap="square" lIns="0" tIns="0" rIns="0" bIns="0" anchor="t">
            <a:spAutoFit/>
          </a:bodyPr>
          <a:lstStyle/>
          <a:p>
            <a:pPr algn="l"/>
            <a:r>
              <a:rPr sz="1100" b="1" i="0">
                <a:solidFill>
                  <a:srgbClr val="FFFFFF"/>
                </a:solidFill>
                <a:latin typeface="Arial"/>
              </a:rPr>
              <a:t>Doce puestos</a:t>
            </a:r>
          </a:p>
          <a:p>
            <a:pPr algn="l"/>
            <a:r>
              <a:rPr sz="950" b="0" i="0">
                <a:solidFill>
                  <a:srgbClr val="D6E0F0"/>
                </a:solidFill>
                <a:latin typeface="Arial"/>
              </a:rPr>
              <a:t>del P05 al P18</a:t>
            </a:r>
          </a:p>
        </p:txBody>
      </p:sp>
      <p:sp>
        <p:nvSpPr>
          <p:cNvPr id="25" name="Oval 24"/>
          <p:cNvSpPr/>
          <p:nvPr/>
        </p:nvSpPr>
        <p:spPr>
          <a:xfrm>
            <a:off x="2194560"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2578608" y="3931920"/>
            <a:ext cx="1307592" cy="566928"/>
          </a:xfrm>
          <a:prstGeom prst="rect">
            <a:avLst/>
          </a:prstGeom>
          <a:noFill/>
        </p:spPr>
        <p:txBody>
          <a:bodyPr wrap="square" lIns="0" tIns="0" rIns="0" bIns="0" anchor="t">
            <a:spAutoFit/>
          </a:bodyPr>
          <a:lstStyle/>
          <a:p>
            <a:pPr algn="l"/>
            <a:r>
              <a:rPr sz="1100" b="1" i="0" dirty="0">
                <a:solidFill>
                  <a:srgbClr val="FFFFFF"/>
                </a:solidFill>
                <a:latin typeface="Arial"/>
              </a:rPr>
              <a:t>Código de </a:t>
            </a:r>
            <a:r>
              <a:rPr sz="1100" b="1" i="0" dirty="0" err="1">
                <a:solidFill>
                  <a:srgbClr val="FFFFFF"/>
                </a:solidFill>
                <a:latin typeface="Arial"/>
              </a:rPr>
              <a:t>estado</a:t>
            </a:r>
            <a:endParaRPr sz="1100" b="1" i="0" dirty="0">
              <a:solidFill>
                <a:srgbClr val="FFFFFF"/>
              </a:solidFill>
              <a:latin typeface="Arial"/>
            </a:endParaRPr>
          </a:p>
          <a:p>
            <a:pPr algn="l"/>
            <a:r>
              <a:rPr sz="950" b="0" i="0" dirty="0">
                <a:solidFill>
                  <a:srgbClr val="D6E0F0"/>
                </a:solidFill>
                <a:latin typeface="Arial"/>
              </a:rPr>
              <a:t>OK · </a:t>
            </a:r>
            <a:r>
              <a:rPr sz="950" b="0" i="0" dirty="0" err="1">
                <a:solidFill>
                  <a:srgbClr val="D6E0F0"/>
                </a:solidFill>
                <a:latin typeface="Arial"/>
              </a:rPr>
              <a:t>vigilancia</a:t>
            </a:r>
            <a:r>
              <a:rPr sz="950" b="0" i="0" dirty="0">
                <a:solidFill>
                  <a:srgbClr val="D6E0F0"/>
                </a:solidFill>
                <a:latin typeface="Arial"/>
              </a:rPr>
              <a:t> · control</a:t>
            </a:r>
          </a:p>
        </p:txBody>
      </p:sp>
      <p:sp>
        <p:nvSpPr>
          <p:cNvPr id="28" name="Oval 27"/>
          <p:cNvSpPr/>
          <p:nvPr/>
        </p:nvSpPr>
        <p:spPr>
          <a:xfrm>
            <a:off x="3931920"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0"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4315968" y="3931920"/>
            <a:ext cx="1307592" cy="566928"/>
          </a:xfrm>
          <a:prstGeom prst="rect">
            <a:avLst/>
          </a:prstGeom>
          <a:noFill/>
        </p:spPr>
        <p:txBody>
          <a:bodyPr wrap="square" lIns="0" tIns="0" rIns="0" bIns="0" anchor="t">
            <a:spAutoFit/>
          </a:bodyPr>
          <a:lstStyle/>
          <a:p>
            <a:pPr algn="l"/>
            <a:r>
              <a:rPr sz="1100" b="1" i="0">
                <a:solidFill>
                  <a:srgbClr val="FFFFFF"/>
                </a:solidFill>
                <a:latin typeface="Arial"/>
              </a:rPr>
              <a:t>Soldaduras</a:t>
            </a:r>
          </a:p>
          <a:p>
            <a:pPr algn="l"/>
            <a:r>
              <a:rPr sz="950" b="0" i="0">
                <a:solidFill>
                  <a:srgbClr val="D6E0F0"/>
                </a:solidFill>
                <a:latin typeface="Arial"/>
              </a:rPr>
              <a:t>medidas en cada puesto</a:t>
            </a:r>
          </a:p>
        </p:txBody>
      </p:sp>
      <p:sp>
        <p:nvSpPr>
          <p:cNvPr id="31" name="Oval 30"/>
          <p:cNvSpPr/>
          <p:nvPr/>
        </p:nvSpPr>
        <p:spPr>
          <a:xfrm>
            <a:off x="5669279" y="395020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79" y="395020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6053327" y="3931920"/>
            <a:ext cx="1307592" cy="566928"/>
          </a:xfrm>
          <a:prstGeom prst="rect">
            <a:avLst/>
          </a:prstGeom>
          <a:noFill/>
        </p:spPr>
        <p:txBody>
          <a:bodyPr wrap="square" lIns="0" tIns="0" rIns="0" bIns="0" anchor="t">
            <a:spAutoFit/>
          </a:bodyPr>
          <a:lstStyle/>
          <a:p>
            <a:pPr algn="l"/>
            <a:r>
              <a:rPr sz="1100" b="1" i="0">
                <a:solidFill>
                  <a:srgbClr val="FFFFFF"/>
                </a:solidFill>
                <a:latin typeface="Arial"/>
              </a:rPr>
              <a:t>Medida 100 %</a:t>
            </a:r>
          </a:p>
          <a:p>
            <a:pPr algn="l"/>
            <a:r>
              <a:rPr sz="950" b="0" i="0">
                <a:solidFill>
                  <a:srgbClr val="D6E0F0"/>
                </a:solidFill>
                <a:latin typeface="Arial"/>
              </a:rPr>
              <a:t>cada neumático medido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Toda la línea, de un vistazo</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Pantalla OLM de la BNS62: NST1, NST2 y KM</a:t>
            </a:r>
          </a:p>
        </p:txBody>
      </p:sp>
      <p:sp>
        <p:nvSpPr>
          <p:cNvPr id="5" name="Oval 4"/>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9FB3D6"/>
                </a:solidFill>
                <a:latin typeface="Michelin"/>
              </a:rPr>
              <a:t>VER</a:t>
            </a:r>
          </a:p>
        </p:txBody>
      </p:sp>
      <p:sp>
        <p:nvSpPr>
          <p:cNvPr id="7" name="Oval 6"/>
          <p:cNvSpPr/>
          <p:nvPr/>
        </p:nvSpPr>
        <p:spPr>
          <a:xfrm>
            <a:off x="582472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FCE500"/>
                </a:solidFill>
                <a:latin typeface="Michelin"/>
              </a:rPr>
              <a:t>ENTENDER</a:t>
            </a:r>
          </a:p>
        </p:txBody>
      </p:sp>
      <p:sp>
        <p:nvSpPr>
          <p:cNvPr id="9" name="Oval 8"/>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DECIDIR</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ANTICIPAR</a:t>
            </a:r>
          </a:p>
        </p:txBody>
      </p:sp>
      <p:pic>
        <p:nvPicPr>
          <p:cNvPr id="13" name="Picture 12" descr="bns62.jpg"/>
          <p:cNvPicPr>
            <a:picLocks noChangeAspect="1"/>
          </p:cNvPicPr>
          <p:nvPr/>
        </p:nvPicPr>
        <p:blipFill>
          <a:blip r:embed="rId3"/>
          <a:stretch>
            <a:fillRect/>
          </a:stretch>
        </p:blipFill>
        <p:spPr>
          <a:xfrm>
            <a:off x="457200" y="1020241"/>
            <a:ext cx="6035040" cy="2851556"/>
          </a:xfrm>
          <a:prstGeom prst="rect">
            <a:avLst/>
          </a:prstGeom>
        </p:spPr>
      </p:pic>
      <p:sp>
        <p:nvSpPr>
          <p:cNvPr id="14" name="Oval 13"/>
          <p:cNvSpPr/>
          <p:nvPr/>
        </p:nvSpPr>
        <p:spPr>
          <a:xfrm>
            <a:off x="1828800" y="116798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28800" y="1157401"/>
            <a:ext cx="274320" cy="274320"/>
          </a:xfrm>
          <a:prstGeom prst="rect">
            <a:avLst/>
          </a:prstGeom>
          <a:noFill/>
        </p:spPr>
        <p:txBody>
          <a:bodyPr wrap="square" lIns="0" tIns="0" rIns="0" bIns="0" anchor="ctr">
            <a:spAutoFit/>
          </a:bodyPr>
          <a:lstStyle/>
          <a:p>
            <a:pPr algn="ctr"/>
            <a:r>
              <a:rPr sz="1100" b="1" i="0" dirty="0">
                <a:solidFill>
                  <a:srgbClr val="00205B"/>
                </a:solidFill>
                <a:latin typeface="Michelin"/>
              </a:rPr>
              <a:t>1</a:t>
            </a:r>
          </a:p>
        </p:txBody>
      </p:sp>
      <p:sp>
        <p:nvSpPr>
          <p:cNvPr id="16" name="Oval 15"/>
          <p:cNvSpPr/>
          <p:nvPr/>
        </p:nvSpPr>
        <p:spPr>
          <a:xfrm>
            <a:off x="682142" y="142487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2142" y="142487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18" name="Oval 17"/>
          <p:cNvSpPr/>
          <p:nvPr/>
        </p:nvSpPr>
        <p:spPr>
          <a:xfrm>
            <a:off x="3941063" y="968627"/>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41063" y="968627"/>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5389473" y="2565499"/>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89473" y="2565499"/>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6720840" y="10241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20840" y="10241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7104888" y="1005840"/>
            <a:ext cx="1627632" cy="658368"/>
          </a:xfrm>
          <a:prstGeom prst="rect">
            <a:avLst/>
          </a:prstGeom>
          <a:noFill/>
        </p:spPr>
        <p:txBody>
          <a:bodyPr wrap="square" lIns="0" tIns="0" rIns="0" bIns="0" anchor="t">
            <a:spAutoFit/>
          </a:bodyPr>
          <a:lstStyle/>
          <a:p>
            <a:pPr algn="l"/>
            <a:r>
              <a:rPr sz="1100" b="1" i="0">
                <a:solidFill>
                  <a:srgbClr val="FFFFFF"/>
                </a:solidFill>
                <a:latin typeface="Arial"/>
              </a:rPr>
              <a:t>Alerta y colores</a:t>
            </a:r>
          </a:p>
          <a:p>
            <a:pPr algn="l"/>
            <a:r>
              <a:rPr sz="950" b="0" i="0">
                <a:solidFill>
                  <a:srgbClr val="D6E0F0"/>
                </a:solidFill>
                <a:latin typeface="Arial"/>
              </a:rPr>
              <a:t>verde, naranja, rojo</a:t>
            </a:r>
          </a:p>
        </p:txBody>
      </p:sp>
      <p:sp>
        <p:nvSpPr>
          <p:cNvPr id="25" name="Oval 24"/>
          <p:cNvSpPr/>
          <p:nvPr/>
        </p:nvSpPr>
        <p:spPr>
          <a:xfrm>
            <a:off x="6720840" y="168249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20840" y="168249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7104888" y="1664208"/>
            <a:ext cx="1627632" cy="658368"/>
          </a:xfrm>
          <a:prstGeom prst="rect">
            <a:avLst/>
          </a:prstGeom>
          <a:noFill/>
        </p:spPr>
        <p:txBody>
          <a:bodyPr wrap="square" lIns="0" tIns="0" rIns="0" bIns="0" anchor="t">
            <a:spAutoFit/>
          </a:bodyPr>
          <a:lstStyle/>
          <a:p>
            <a:pPr algn="l"/>
            <a:r>
              <a:rPr sz="1100" b="1" i="0">
                <a:solidFill>
                  <a:srgbClr val="FFFFFF"/>
                </a:solidFill>
                <a:latin typeface="Arial"/>
              </a:rPr>
              <a:t>Cada puesto</a:t>
            </a:r>
          </a:p>
          <a:p>
            <a:pPr algn="l"/>
            <a:r>
              <a:rPr sz="950" b="0" i="0">
                <a:solidFill>
                  <a:srgbClr val="D6E0F0"/>
                </a:solidFill>
                <a:latin typeface="Arial"/>
              </a:rPr>
              <a:t>centrado, anchura, soldadura</a:t>
            </a:r>
          </a:p>
        </p:txBody>
      </p:sp>
      <p:sp>
        <p:nvSpPr>
          <p:cNvPr id="28" name="Oval 27"/>
          <p:cNvSpPr/>
          <p:nvPr/>
        </p:nvSpPr>
        <p:spPr>
          <a:xfrm>
            <a:off x="6720840" y="234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20840" y="234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7104888" y="2322576"/>
            <a:ext cx="1627632" cy="658368"/>
          </a:xfrm>
          <a:prstGeom prst="rect">
            <a:avLst/>
          </a:prstGeom>
          <a:noFill/>
        </p:spPr>
        <p:txBody>
          <a:bodyPr wrap="square" lIns="0" tIns="0" rIns="0" bIns="0" anchor="t">
            <a:spAutoFit/>
          </a:bodyPr>
          <a:lstStyle/>
          <a:p>
            <a:pPr algn="l"/>
            <a:r>
              <a:rPr sz="1100" b="1" i="0">
                <a:solidFill>
                  <a:srgbClr val="FFFFFF"/>
                </a:solidFill>
                <a:latin typeface="Arial"/>
              </a:rPr>
              <a:t>Un clic</a:t>
            </a:r>
          </a:p>
          <a:p>
            <a:pPr algn="l"/>
            <a:r>
              <a:rPr sz="950" b="0" i="0">
                <a:solidFill>
                  <a:srgbClr val="D6E0F0"/>
                </a:solidFill>
                <a:latin typeface="Arial"/>
              </a:rPr>
              <a:t>IQF, imágenes, alertas</a:t>
            </a:r>
          </a:p>
        </p:txBody>
      </p:sp>
      <p:sp>
        <p:nvSpPr>
          <p:cNvPr id="31" name="Oval 30"/>
          <p:cNvSpPr/>
          <p:nvPr/>
        </p:nvSpPr>
        <p:spPr>
          <a:xfrm>
            <a:off x="6720840" y="299923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20840" y="299923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7104888" y="2980944"/>
            <a:ext cx="1627632" cy="658368"/>
          </a:xfrm>
          <a:prstGeom prst="rect">
            <a:avLst/>
          </a:prstGeom>
          <a:noFill/>
        </p:spPr>
        <p:txBody>
          <a:bodyPr wrap="square" lIns="0" tIns="0" rIns="0" bIns="0" anchor="t">
            <a:spAutoFit/>
          </a:bodyPr>
          <a:lstStyle/>
          <a:p>
            <a:pPr algn="l"/>
            <a:r>
              <a:rPr sz="1100" b="1" i="0">
                <a:solidFill>
                  <a:srgbClr val="FFFFFF"/>
                </a:solidFill>
                <a:latin typeface="Arial"/>
              </a:rPr>
              <a:t>Soldadura KM</a:t>
            </a:r>
          </a:p>
          <a:p>
            <a:pPr algn="l"/>
            <a:r>
              <a:rPr sz="950" b="0" i="0">
                <a:solidFill>
                  <a:srgbClr val="D6E0F0"/>
                </a:solidFill>
                <a:latin typeface="Arial"/>
              </a:rPr>
              <a:t>altura, calidad, offset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CE500"/>
                </a:solidFill>
              </a:rPr>
              <a:t>02</a:t>
            </a:r>
          </a:p>
          <a:p>
            <a:r>
              <a:t>Entender</a:t>
            </a:r>
          </a:p>
        </p:txBody>
      </p:sp>
      <p:sp>
        <p:nvSpPr>
          <p:cNvPr id="3" name="TextBox 2"/>
          <p:cNvSpPr txBox="1"/>
          <p:nvPr/>
        </p:nvSpPr>
        <p:spPr>
          <a:xfrm>
            <a:off x="530352" y="3840480"/>
            <a:ext cx="5486400" cy="184666"/>
          </a:xfrm>
          <a:prstGeom prst="rect">
            <a:avLst/>
          </a:prstGeom>
          <a:noFill/>
        </p:spPr>
        <p:txBody>
          <a:bodyPr wrap="square" lIns="0" tIns="0" rIns="0" bIns="0" anchor="t">
            <a:spAutoFit/>
          </a:bodyPr>
          <a:lstStyle/>
          <a:p>
            <a:pPr algn="l"/>
            <a:r>
              <a:rPr sz="1200" b="0" i="0" dirty="0">
                <a:solidFill>
                  <a:srgbClr val="FFFFFF"/>
                </a:solidFill>
                <a:latin typeface="Arial"/>
              </a:rPr>
              <a:t>Del </a:t>
            </a:r>
            <a:r>
              <a:rPr sz="1200" b="0" i="0" dirty="0" err="1">
                <a:solidFill>
                  <a:srgbClr val="FFFFFF"/>
                </a:solidFill>
                <a:latin typeface="Arial"/>
              </a:rPr>
              <a:t>dato</a:t>
            </a:r>
            <a:r>
              <a:rPr lang="es-ES" sz="1200" b="0" i="0" dirty="0">
                <a:solidFill>
                  <a:srgbClr val="FFFFFF"/>
                </a:solidFill>
                <a:latin typeface="Arial"/>
              </a:rPr>
              <a:t>,</a:t>
            </a:r>
            <a:r>
              <a:rPr sz="1200" b="0" i="0" dirty="0">
                <a:solidFill>
                  <a:srgbClr val="FFFFFF"/>
                </a:solidFill>
                <a:latin typeface="Arial"/>
              </a:rPr>
              <a:t> a la </a:t>
            </a:r>
            <a:r>
              <a:rPr sz="1200" b="0" i="0" dirty="0" err="1">
                <a:solidFill>
                  <a:srgbClr val="FFFFFF"/>
                </a:solidFill>
                <a:latin typeface="Arial"/>
              </a:rPr>
              <a:t>tendencia</a:t>
            </a:r>
            <a:r>
              <a:rPr sz="1200" b="0" i="0" dirty="0">
                <a:solidFill>
                  <a:srgbClr val="FFFFFF"/>
                </a:solidFill>
                <a:latin typeface="Arial"/>
              </a:rPr>
              <a:t>, </a:t>
            </a:r>
            <a:r>
              <a:rPr sz="1200" b="0" i="0" dirty="0" err="1">
                <a:solidFill>
                  <a:srgbClr val="FFFFFF"/>
                </a:solidFill>
                <a:latin typeface="Arial"/>
              </a:rPr>
              <a:t>en</a:t>
            </a:r>
            <a:r>
              <a:rPr sz="1200" b="0" i="0" dirty="0">
                <a:solidFill>
                  <a:srgbClr val="FFFFFF"/>
                </a:solidFill>
                <a:latin typeface="Arial"/>
              </a:rPr>
              <a:t> </a:t>
            </a:r>
            <a:r>
              <a:rPr sz="1200" b="0" i="0" dirty="0" err="1">
                <a:solidFill>
                  <a:srgbClr val="FFFFFF"/>
                </a:solidFill>
                <a:latin typeface="Arial"/>
              </a:rPr>
              <a:t>tiempo</a:t>
            </a:r>
            <a:r>
              <a:rPr sz="1200" b="0" i="0" dirty="0">
                <a:solidFill>
                  <a:srgbClr val="FFFFFF"/>
                </a:solidFill>
                <a:latin typeface="Arial"/>
              </a:rPr>
              <a:t> real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Vemos la deriva antes que el defecto</a:t>
            </a:r>
          </a:p>
        </p:txBody>
      </p:sp>
      <p:sp>
        <p:nvSpPr>
          <p:cNvPr id="4" name="TextBox 3"/>
          <p:cNvSpPr txBox="1"/>
          <p:nvPr/>
        </p:nvSpPr>
        <p:spPr>
          <a:xfrm>
            <a:off x="457200" y="621792"/>
            <a:ext cx="4572000" cy="256032"/>
          </a:xfrm>
          <a:prstGeom prst="rect">
            <a:avLst/>
          </a:prstGeom>
          <a:noFill/>
        </p:spPr>
        <p:txBody>
          <a:bodyPr wrap="square" lIns="0" tIns="0" rIns="0" bIns="0" anchor="t">
            <a:spAutoFit/>
          </a:bodyPr>
          <a:lstStyle/>
          <a:p>
            <a:pPr algn="l"/>
            <a:r>
              <a:rPr sz="1050" b="0" i="0">
                <a:solidFill>
                  <a:srgbClr val="FCE500"/>
                </a:solidFill>
                <a:latin typeface="Arial"/>
              </a:rPr>
              <a:t>Pantalla real de PI Vision · MAC3 · puesto P14</a:t>
            </a:r>
          </a:p>
        </p:txBody>
      </p:sp>
      <p:sp>
        <p:nvSpPr>
          <p:cNvPr id="5" name="Oval 4"/>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9FB3D6"/>
                </a:solidFill>
                <a:latin typeface="Michelin"/>
              </a:rPr>
              <a:t>VER</a:t>
            </a:r>
          </a:p>
        </p:txBody>
      </p:sp>
      <p:sp>
        <p:nvSpPr>
          <p:cNvPr id="7" name="Oval 6"/>
          <p:cNvSpPr/>
          <p:nvPr/>
        </p:nvSpPr>
        <p:spPr>
          <a:xfrm>
            <a:off x="582472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FCE500"/>
                </a:solidFill>
                <a:latin typeface="Michelin"/>
              </a:rPr>
              <a:t>ENTENDER</a:t>
            </a:r>
          </a:p>
        </p:txBody>
      </p:sp>
      <p:sp>
        <p:nvSpPr>
          <p:cNvPr id="9" name="Oval 8"/>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DECIDIR</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ANTICIPAR</a:t>
            </a:r>
          </a:p>
        </p:txBody>
      </p:sp>
      <p:pic>
        <p:nvPicPr>
          <p:cNvPr id="13" name="Picture 12" descr="dash.png"/>
          <p:cNvPicPr>
            <a:picLocks noChangeAspect="1"/>
          </p:cNvPicPr>
          <p:nvPr/>
        </p:nvPicPr>
        <p:blipFill>
          <a:blip r:embed="rId3"/>
          <a:stretch>
            <a:fillRect/>
          </a:stretch>
        </p:blipFill>
        <p:spPr>
          <a:xfrm>
            <a:off x="457200" y="1060907"/>
            <a:ext cx="5669280" cy="2633065"/>
          </a:xfrm>
          <a:prstGeom prst="rect">
            <a:avLst/>
          </a:prstGeom>
        </p:spPr>
      </p:pic>
      <p:sp>
        <p:nvSpPr>
          <p:cNvPr id="14" name="Oval 13"/>
          <p:cNvSpPr/>
          <p:nvPr/>
        </p:nvSpPr>
        <p:spPr>
          <a:xfrm>
            <a:off x="1085392" y="141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85392" y="141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3579875" y="139769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79875" y="139769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18" name="Oval 17"/>
          <p:cNvSpPr/>
          <p:nvPr/>
        </p:nvSpPr>
        <p:spPr>
          <a:xfrm>
            <a:off x="3069640" y="151618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69640" y="151618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3137672" y="1029069"/>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137672" y="1029069"/>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6355080" y="10241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10241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6739128" y="1005840"/>
            <a:ext cx="1993392" cy="658368"/>
          </a:xfrm>
          <a:prstGeom prst="rect">
            <a:avLst/>
          </a:prstGeom>
          <a:noFill/>
        </p:spPr>
        <p:txBody>
          <a:bodyPr wrap="square" lIns="0" tIns="0" rIns="0" bIns="0" anchor="t">
            <a:spAutoFit/>
          </a:bodyPr>
          <a:lstStyle/>
          <a:p>
            <a:pPr algn="l"/>
            <a:r>
              <a:rPr sz="1100" b="1" i="0">
                <a:solidFill>
                  <a:srgbClr val="FFFFFF"/>
                </a:solidFill>
                <a:latin typeface="Arial"/>
              </a:rPr>
              <a:t>Cada neumático</a:t>
            </a:r>
          </a:p>
          <a:p>
            <a:pPr algn="l"/>
            <a:r>
              <a:rPr sz="950" b="0" i="0">
                <a:solidFill>
                  <a:srgbClr val="D6E0F0"/>
                </a:solidFill>
                <a:latin typeface="Arial"/>
              </a:rPr>
              <a:t>su valor individual</a:t>
            </a:r>
          </a:p>
        </p:txBody>
      </p:sp>
      <p:sp>
        <p:nvSpPr>
          <p:cNvPr id="25" name="Oval 24"/>
          <p:cNvSpPr/>
          <p:nvPr/>
        </p:nvSpPr>
        <p:spPr>
          <a:xfrm>
            <a:off x="6355080" y="168249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168249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6739128" y="1664208"/>
            <a:ext cx="1993392" cy="658368"/>
          </a:xfrm>
          <a:prstGeom prst="rect">
            <a:avLst/>
          </a:prstGeom>
          <a:noFill/>
        </p:spPr>
        <p:txBody>
          <a:bodyPr wrap="square" lIns="0" tIns="0" rIns="0" bIns="0" anchor="t">
            <a:spAutoFit/>
          </a:bodyPr>
          <a:lstStyle/>
          <a:p>
            <a:pPr algn="l"/>
            <a:r>
              <a:rPr sz="1100" b="1" i="0">
                <a:solidFill>
                  <a:srgbClr val="FFFFFF"/>
                </a:solidFill>
                <a:latin typeface="Arial"/>
              </a:rPr>
              <a:t>La tendencia</a:t>
            </a:r>
          </a:p>
          <a:p>
            <a:pPr algn="l"/>
            <a:r>
              <a:rPr sz="950" b="0" i="0">
                <a:solidFill>
                  <a:srgbClr val="D6E0F0"/>
                </a:solidFill>
                <a:latin typeface="Arial"/>
              </a:rPr>
              <a:t>mediana de los 20 últimos</a:t>
            </a:r>
          </a:p>
        </p:txBody>
      </p:sp>
      <p:sp>
        <p:nvSpPr>
          <p:cNvPr id="28" name="Oval 27"/>
          <p:cNvSpPr/>
          <p:nvPr/>
        </p:nvSpPr>
        <p:spPr>
          <a:xfrm>
            <a:off x="6355080" y="234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234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6739128" y="2322576"/>
            <a:ext cx="1993392" cy="658368"/>
          </a:xfrm>
          <a:prstGeom prst="rect">
            <a:avLst/>
          </a:prstGeom>
          <a:noFill/>
        </p:spPr>
        <p:txBody>
          <a:bodyPr wrap="square" lIns="0" tIns="0" rIns="0" bIns="0" anchor="t">
            <a:spAutoFit/>
          </a:bodyPr>
          <a:lstStyle/>
          <a:p>
            <a:pPr algn="l"/>
            <a:r>
              <a:rPr sz="1100" b="1" i="0">
                <a:solidFill>
                  <a:srgbClr val="FFFFFF"/>
                </a:solidFill>
                <a:latin typeface="Arial"/>
              </a:rPr>
              <a:t>Los límites</a:t>
            </a:r>
          </a:p>
          <a:p>
            <a:pPr algn="l"/>
            <a:r>
              <a:rPr sz="950" b="0" i="0">
                <a:solidFill>
                  <a:srgbClr val="D6E0F0"/>
                </a:solidFill>
                <a:latin typeface="Arial"/>
              </a:rPr>
              <a:t>tolerancias siempre visibles</a:t>
            </a:r>
          </a:p>
        </p:txBody>
      </p:sp>
      <p:sp>
        <p:nvSpPr>
          <p:cNvPr id="31" name="Oval 30"/>
          <p:cNvSpPr/>
          <p:nvPr/>
        </p:nvSpPr>
        <p:spPr>
          <a:xfrm>
            <a:off x="6355080" y="299923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299923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6739128" y="2980944"/>
            <a:ext cx="1993392" cy="658368"/>
          </a:xfrm>
          <a:prstGeom prst="rect">
            <a:avLst/>
          </a:prstGeom>
          <a:noFill/>
        </p:spPr>
        <p:txBody>
          <a:bodyPr wrap="square" lIns="0" tIns="0" rIns="0" bIns="0" anchor="t">
            <a:spAutoFit/>
          </a:bodyPr>
          <a:lstStyle/>
          <a:p>
            <a:pPr algn="l"/>
            <a:r>
              <a:rPr sz="1100" b="1" i="0">
                <a:solidFill>
                  <a:srgbClr val="FFFFFF"/>
                </a:solidFill>
                <a:latin typeface="Arial"/>
              </a:rPr>
              <a:t>El objetivo</a:t>
            </a:r>
          </a:p>
          <a:p>
            <a:pPr algn="l"/>
            <a:r>
              <a:rPr sz="950" b="0" i="0">
                <a:solidFill>
                  <a:srgbClr val="D6E0F0"/>
                </a:solidFill>
                <a:latin typeface="Arial"/>
              </a:rPr>
              <a:t>valor teórico de referencia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Alerta antes de que exista el defecto</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La tendencia cruza el límite y la persona adecuada lo sabe al instante</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VER</a:t>
            </a:r>
          </a:p>
        </p:txBody>
      </p:sp>
      <p:sp>
        <p:nvSpPr>
          <p:cNvPr id="7" name="Oval 6"/>
          <p:cNvSpPr/>
          <p:nvPr/>
        </p:nvSpPr>
        <p:spPr>
          <a:xfrm>
            <a:off x="582472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ENTENDER</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DECIDIR</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ANTICIPAR</a:t>
            </a:r>
          </a:p>
        </p:txBody>
      </p:sp>
      <p:pic>
        <p:nvPicPr>
          <p:cNvPr id="13" name="Picture 12" descr="median.png"/>
          <p:cNvPicPr>
            <a:picLocks noChangeAspect="1"/>
          </p:cNvPicPr>
          <p:nvPr/>
        </p:nvPicPr>
        <p:blipFill>
          <a:blip r:embed="rId3"/>
          <a:stretch>
            <a:fillRect/>
          </a:stretch>
        </p:blipFill>
        <p:spPr>
          <a:xfrm>
            <a:off x="585216" y="915439"/>
            <a:ext cx="8101583" cy="2393649"/>
          </a:xfrm>
          <a:prstGeom prst="rect">
            <a:avLst/>
          </a:prstGeom>
        </p:spPr>
      </p:pic>
      <p:sp>
        <p:nvSpPr>
          <p:cNvPr id="14" name="Oval 13"/>
          <p:cNvSpPr/>
          <p:nvPr/>
        </p:nvSpPr>
        <p:spPr>
          <a:xfrm>
            <a:off x="1452652" y="1185199"/>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52652" y="1185199"/>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2108880" y="1568183"/>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08880" y="1568183"/>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pic>
        <p:nvPicPr>
          <p:cNvPr id="18" name="Picture 17" descr="alertmob.png"/>
          <p:cNvPicPr>
            <a:picLocks noChangeAspect="1"/>
          </p:cNvPicPr>
          <p:nvPr/>
        </p:nvPicPr>
        <p:blipFill>
          <a:blip r:embed="rId4"/>
          <a:stretch>
            <a:fillRect/>
          </a:stretch>
        </p:blipFill>
        <p:spPr>
          <a:xfrm>
            <a:off x="604260" y="3429000"/>
            <a:ext cx="1537218" cy="1143000"/>
          </a:xfrm>
          <a:prstGeom prst="rect">
            <a:avLst/>
          </a:prstGeom>
        </p:spPr>
      </p:pic>
      <p:sp>
        <p:nvSpPr>
          <p:cNvPr id="19" name="Oval 18"/>
          <p:cNvSpPr/>
          <p:nvPr/>
        </p:nvSpPr>
        <p:spPr>
          <a:xfrm>
            <a:off x="2430576" y="3493008"/>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30576" y="3493008"/>
            <a:ext cx="270052"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1" name="TextBox 20"/>
          <p:cNvSpPr txBox="1"/>
          <p:nvPr/>
        </p:nvSpPr>
        <p:spPr>
          <a:xfrm>
            <a:off x="2808650" y="3474720"/>
            <a:ext cx="2682524" cy="548640"/>
          </a:xfrm>
          <a:prstGeom prst="rect">
            <a:avLst/>
          </a:prstGeom>
          <a:noFill/>
        </p:spPr>
        <p:txBody>
          <a:bodyPr wrap="square" lIns="0" tIns="0" rIns="0" bIns="0" anchor="t">
            <a:spAutoFit/>
          </a:bodyPr>
          <a:lstStyle/>
          <a:p>
            <a:pPr algn="l"/>
            <a:r>
              <a:rPr sz="1100" b="1" i="0">
                <a:solidFill>
                  <a:srgbClr val="00205B"/>
                </a:solidFill>
                <a:latin typeface="Arial"/>
              </a:rPr>
              <a:t>Entra en alerta</a:t>
            </a:r>
          </a:p>
          <a:p>
            <a:pPr algn="l"/>
            <a:r>
              <a:rPr sz="950" b="0" i="0">
                <a:solidFill>
                  <a:srgbClr val="262626"/>
                </a:solidFill>
                <a:latin typeface="Arial"/>
              </a:rPr>
              <a:t>la mediana sale de tolerancia</a:t>
            </a:r>
          </a:p>
        </p:txBody>
      </p:sp>
      <p:sp>
        <p:nvSpPr>
          <p:cNvPr id="22" name="Oval 21"/>
          <p:cNvSpPr/>
          <p:nvPr/>
        </p:nvSpPr>
        <p:spPr>
          <a:xfrm>
            <a:off x="2430576" y="4041647"/>
            <a:ext cx="270052"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430576" y="4041647"/>
            <a:ext cx="270052"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4" name="TextBox 23"/>
          <p:cNvSpPr txBox="1"/>
          <p:nvPr/>
        </p:nvSpPr>
        <p:spPr>
          <a:xfrm>
            <a:off x="2808650" y="4023359"/>
            <a:ext cx="2682524" cy="548640"/>
          </a:xfrm>
          <a:prstGeom prst="rect">
            <a:avLst/>
          </a:prstGeom>
          <a:noFill/>
        </p:spPr>
        <p:txBody>
          <a:bodyPr wrap="square" lIns="0" tIns="0" rIns="0" bIns="0" anchor="t">
            <a:spAutoFit/>
          </a:bodyPr>
          <a:lstStyle/>
          <a:p>
            <a:pPr algn="l"/>
            <a:r>
              <a:rPr sz="1100" b="1" i="0">
                <a:solidFill>
                  <a:srgbClr val="00205B"/>
                </a:solidFill>
                <a:latin typeface="Arial"/>
              </a:rPr>
              <a:t>Sale de alerta</a:t>
            </a:r>
          </a:p>
          <a:p>
            <a:pPr algn="l"/>
            <a:r>
              <a:rPr sz="950" b="0" i="0">
                <a:solidFill>
                  <a:srgbClr val="262626"/>
                </a:solidFill>
                <a:latin typeface="Arial"/>
              </a:rPr>
              <a:t>vuelve al objetivo y queda registrado</a:t>
            </a:r>
          </a:p>
        </p:txBody>
      </p:sp>
      <p:sp>
        <p:nvSpPr>
          <p:cNvPr id="25" name="TextBox 24"/>
          <p:cNvSpPr txBox="1"/>
          <p:nvPr/>
        </p:nvSpPr>
        <p:spPr>
          <a:xfrm>
            <a:off x="5806236" y="3474720"/>
            <a:ext cx="2880563" cy="1097280"/>
          </a:xfrm>
          <a:prstGeom prst="rect">
            <a:avLst/>
          </a:prstGeom>
          <a:noFill/>
        </p:spPr>
        <p:txBody>
          <a:bodyPr wrap="square" lIns="0" tIns="0" rIns="0" bIns="0" anchor="t">
            <a:spAutoFit/>
          </a:bodyPr>
          <a:lstStyle/>
          <a:p>
            <a:pPr algn="l"/>
            <a:r>
              <a:rPr sz="1100" b="1" i="0">
                <a:solidFill>
                  <a:srgbClr val="00205B"/>
                </a:solidFill>
                <a:latin typeface="Arial"/>
              </a:rPr>
              <a:t>Aviso en pantalla y en el móvil</a:t>
            </a:r>
          </a:p>
          <a:p>
            <a:pPr algn="l"/>
            <a:r>
              <a:rPr sz="1100" b="0" i="0">
                <a:solidFill>
                  <a:srgbClr val="262626"/>
                </a:solidFill>
                <a:latin typeface="Arial"/>
              </a:rPr>
              <a:t>Al responsable de proceso (CARE) o de mantenimiento (TECH).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Cada imagen y cada alerta, guardadas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PI System conserva la historia completa de cada neumático</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VER</a:t>
            </a:r>
          </a:p>
        </p:txBody>
      </p:sp>
      <p:sp>
        <p:nvSpPr>
          <p:cNvPr id="7" name="Oval 6"/>
          <p:cNvSpPr/>
          <p:nvPr/>
        </p:nvSpPr>
        <p:spPr>
          <a:xfrm>
            <a:off x="582472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ENTENDER</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DECIDIR</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ANTICIPAR</a:t>
            </a:r>
          </a:p>
        </p:txBody>
      </p:sp>
      <p:pic>
        <p:nvPicPr>
          <p:cNvPr id="13" name="Picture 12" descr="piimg.jpg"/>
          <p:cNvPicPr>
            <a:picLocks noChangeAspect="1"/>
          </p:cNvPicPr>
          <p:nvPr/>
        </p:nvPicPr>
        <p:blipFill>
          <a:blip r:embed="rId3"/>
          <a:stretch>
            <a:fillRect/>
          </a:stretch>
        </p:blipFill>
        <p:spPr>
          <a:xfrm>
            <a:off x="639806" y="914400"/>
            <a:ext cx="2231277" cy="3611880"/>
          </a:xfrm>
          <a:prstGeom prst="rect">
            <a:avLst/>
          </a:prstGeom>
        </p:spPr>
      </p:pic>
      <p:pic>
        <p:nvPicPr>
          <p:cNvPr id="14" name="Picture 13" descr="log.png"/>
          <p:cNvPicPr>
            <a:picLocks noChangeAspect="1"/>
          </p:cNvPicPr>
          <p:nvPr/>
        </p:nvPicPr>
        <p:blipFill>
          <a:blip r:embed="rId4"/>
          <a:stretch>
            <a:fillRect/>
          </a:stretch>
        </p:blipFill>
        <p:spPr>
          <a:xfrm>
            <a:off x="3150717" y="934364"/>
            <a:ext cx="5536082" cy="2611831"/>
          </a:xfrm>
          <a:prstGeom prst="rect">
            <a:avLst/>
          </a:prstGeom>
        </p:spPr>
      </p:pic>
      <p:sp>
        <p:nvSpPr>
          <p:cNvPr id="15" name="TextBox 14"/>
          <p:cNvSpPr txBox="1"/>
          <p:nvPr/>
        </p:nvSpPr>
        <p:spPr>
          <a:xfrm>
            <a:off x="3150717" y="3749039"/>
            <a:ext cx="1800351" cy="777240"/>
          </a:xfrm>
          <a:prstGeom prst="rect">
            <a:avLst/>
          </a:prstGeom>
          <a:noFill/>
        </p:spPr>
        <p:txBody>
          <a:bodyPr wrap="square" lIns="0" tIns="0" rIns="0" bIns="0" anchor="t">
            <a:spAutoFit/>
          </a:bodyPr>
          <a:lstStyle/>
          <a:p>
            <a:pPr algn="l"/>
            <a:r>
              <a:rPr sz="1050" b="1" i="0">
                <a:solidFill>
                  <a:srgbClr val="00205B"/>
                </a:solidFill>
                <a:latin typeface="Arial"/>
              </a:rPr>
              <a:t>Imagen de cada producto</a:t>
            </a:r>
          </a:p>
          <a:p>
            <a:pPr algn="l"/>
            <a:r>
              <a:rPr sz="950" b="0" i="0">
                <a:solidFill>
                  <a:srgbClr val="262626"/>
                </a:solidFill>
                <a:latin typeface="Arial"/>
              </a:rPr>
              <a:t>recuperable por puesto, fecha y hora</a:t>
            </a:r>
          </a:p>
        </p:txBody>
      </p:sp>
      <p:sp>
        <p:nvSpPr>
          <p:cNvPr id="16" name="TextBox 15"/>
          <p:cNvSpPr txBox="1"/>
          <p:nvPr/>
        </p:nvSpPr>
        <p:spPr>
          <a:xfrm>
            <a:off x="5041087" y="3749039"/>
            <a:ext cx="1800351" cy="777240"/>
          </a:xfrm>
          <a:prstGeom prst="rect">
            <a:avLst/>
          </a:prstGeom>
          <a:noFill/>
        </p:spPr>
        <p:txBody>
          <a:bodyPr wrap="square" lIns="0" tIns="0" rIns="0" bIns="0" anchor="t">
            <a:spAutoFit/>
          </a:bodyPr>
          <a:lstStyle/>
          <a:p>
            <a:pPr algn="l"/>
            <a:r>
              <a:rPr sz="1050" b="1" i="0">
                <a:solidFill>
                  <a:srgbClr val="00205B"/>
                </a:solidFill>
                <a:latin typeface="Arial"/>
              </a:rPr>
              <a:t>Histórico de alertas</a:t>
            </a:r>
          </a:p>
          <a:p>
            <a:pPr algn="l"/>
            <a:r>
              <a:rPr sz="950" b="0" i="0">
                <a:solidFill>
                  <a:srgbClr val="262626"/>
                </a:solidFill>
                <a:latin typeface="Arial"/>
              </a:rPr>
              <a:t>puesto, tipo, inicio, fin y duración</a:t>
            </a:r>
          </a:p>
        </p:txBody>
      </p:sp>
      <p:sp>
        <p:nvSpPr>
          <p:cNvPr id="17" name="TextBox 16"/>
          <p:cNvSpPr txBox="1"/>
          <p:nvPr/>
        </p:nvSpPr>
        <p:spPr>
          <a:xfrm>
            <a:off x="6931456" y="3749039"/>
            <a:ext cx="1800351" cy="777240"/>
          </a:xfrm>
          <a:prstGeom prst="rect">
            <a:avLst/>
          </a:prstGeom>
          <a:noFill/>
        </p:spPr>
        <p:txBody>
          <a:bodyPr wrap="square" lIns="0" tIns="0" rIns="0" bIns="0" anchor="t">
            <a:spAutoFit/>
          </a:bodyPr>
          <a:lstStyle/>
          <a:p>
            <a:pPr algn="l"/>
            <a:r>
              <a:rPr sz="1050" b="1" i="0">
                <a:solidFill>
                  <a:srgbClr val="00205B"/>
                </a:solidFill>
                <a:latin typeface="Arial"/>
              </a:rPr>
              <a:t>Base para la IA</a:t>
            </a:r>
          </a:p>
          <a:p>
            <a:pPr algn="l"/>
            <a:r>
              <a:rPr sz="950" b="0" i="0">
                <a:solidFill>
                  <a:srgbClr val="262626"/>
                </a:solidFill>
                <a:latin typeface="Arial"/>
              </a:rPr>
              <a:t>miles de imágenes reales para aprender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CE500"/>
                </a:solidFill>
              </a:rPr>
              <a:t>03</a:t>
            </a:r>
          </a:p>
          <a:p>
            <a:r>
              <a:t>Decidir: R4P</a:t>
            </a:r>
          </a:p>
        </p:txBody>
      </p:sp>
      <p:sp>
        <p:nvSpPr>
          <p:cNvPr id="3" name="TextBox 2"/>
          <p:cNvSpPr txBox="1"/>
          <p:nvPr/>
        </p:nvSpPr>
        <p:spPr>
          <a:xfrm>
            <a:off x="530352" y="3840480"/>
            <a:ext cx="5486400" cy="365760"/>
          </a:xfrm>
          <a:prstGeom prst="rect">
            <a:avLst/>
          </a:prstGeom>
          <a:noFill/>
        </p:spPr>
        <p:txBody>
          <a:bodyPr wrap="square" lIns="0" tIns="0" rIns="0" bIns="0" anchor="t">
            <a:spAutoFit/>
          </a:bodyPr>
          <a:lstStyle/>
          <a:p>
            <a:pPr algn="l"/>
            <a:r>
              <a:rPr sz="1200" b="0" i="0">
                <a:solidFill>
                  <a:srgbClr val="FFFFFF"/>
                </a:solidFill>
                <a:latin typeface="Arial"/>
              </a:rPr>
              <a:t>El motor que convierte cada medida en una acción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R4P: el experto en cada neumático</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Motor de reglas en tiempo real conectado a la medida OLM</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VER</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ENTENDER</a:t>
            </a:r>
          </a:p>
        </p:txBody>
      </p:sp>
      <p:sp>
        <p:nvSpPr>
          <p:cNvPr id="9" name="Oval 8"/>
          <p:cNvSpPr/>
          <p:nvPr/>
        </p:nvSpPr>
        <p:spPr>
          <a:xfrm>
            <a:off x="687628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DECIDIR</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ANTICIPAR</a:t>
            </a:r>
          </a:p>
        </p:txBody>
      </p:sp>
      <p:pic>
        <p:nvPicPr>
          <p:cNvPr id="13" name="Picture 12" descr="r4p.png"/>
          <p:cNvPicPr>
            <a:picLocks noChangeAspect="1"/>
          </p:cNvPicPr>
          <p:nvPr/>
        </p:nvPicPr>
        <p:blipFill>
          <a:blip r:embed="rId3"/>
          <a:stretch>
            <a:fillRect/>
          </a:stretch>
        </p:blipFill>
        <p:spPr>
          <a:xfrm>
            <a:off x="585216" y="937800"/>
            <a:ext cx="5311038" cy="2376358"/>
          </a:xfrm>
          <a:prstGeom prst="rect">
            <a:avLst/>
          </a:prstGeom>
        </p:spPr>
      </p:pic>
      <p:sp>
        <p:nvSpPr>
          <p:cNvPr id="14" name="TextBox 13"/>
          <p:cNvSpPr txBox="1"/>
          <p:nvPr/>
        </p:nvSpPr>
        <p:spPr>
          <a:xfrm>
            <a:off x="6121298" y="1005840"/>
            <a:ext cx="2565501" cy="2286000"/>
          </a:xfrm>
          <a:prstGeom prst="rect">
            <a:avLst/>
          </a:prstGeom>
          <a:noFill/>
        </p:spPr>
        <p:txBody>
          <a:bodyPr wrap="square" lIns="0" tIns="0" rIns="0" bIns="0" anchor="t">
            <a:spAutoFit/>
          </a:bodyPr>
          <a:lstStyle/>
          <a:p>
            <a:pPr algn="l">
              <a:spcAft>
                <a:spcPts val="800"/>
              </a:spcAft>
            </a:pPr>
            <a:r>
              <a:rPr sz="2200" b="1" i="0">
                <a:solidFill>
                  <a:srgbClr val="27509B"/>
                </a:solidFill>
                <a:latin typeface="Michelin"/>
              </a:rPr>
              <a:t>Mide, </a:t>
            </a:r>
            <a:r>
              <a:rPr sz="2200" b="1" i="0">
                <a:solidFill>
                  <a:srgbClr val="00205B"/>
                </a:solidFill>
                <a:latin typeface="Michelin"/>
              </a:rPr>
              <a:t>decide </a:t>
            </a:r>
            <a:r>
              <a:rPr sz="2200" b="1" i="0">
                <a:solidFill>
                  <a:srgbClr val="27509B"/>
                </a:solidFill>
                <a:latin typeface="Michelin"/>
              </a:rPr>
              <a:t>y actúa</a:t>
            </a:r>
          </a:p>
          <a:p>
            <a:pPr algn="l">
              <a:spcAft>
                <a:spcPts val="800"/>
              </a:spcAft>
            </a:pPr>
            <a:r>
              <a:rPr sz="1300" b="0" i="0">
                <a:solidFill>
                  <a:srgbClr val="262626"/>
                </a:solidFill>
                <a:latin typeface="Arial"/>
              </a:rPr>
              <a:t>en segundos, sin esperar a nadie.</a:t>
            </a:r>
          </a:p>
        </p:txBody>
      </p:sp>
      <p:sp>
        <p:nvSpPr>
          <p:cNvPr id="15" name="TextBox 14"/>
          <p:cNvSpPr txBox="1"/>
          <p:nvPr/>
        </p:nvSpPr>
        <p:spPr>
          <a:xfrm>
            <a:off x="585216" y="3611880"/>
            <a:ext cx="1395272" cy="502920"/>
          </a:xfrm>
          <a:prstGeom prst="rect">
            <a:avLst/>
          </a:prstGeom>
          <a:noFill/>
        </p:spPr>
        <p:txBody>
          <a:bodyPr wrap="square" lIns="0" tIns="0" rIns="0" bIns="0" anchor="ctr">
            <a:spAutoFit/>
          </a:bodyPr>
          <a:lstStyle/>
          <a:p>
            <a:pPr algn="l"/>
            <a:r>
              <a:rPr sz="2200" b="1" i="0">
                <a:solidFill>
                  <a:srgbClr val="27509B"/>
                </a:solidFill>
                <a:latin typeface="Michelin"/>
              </a:rPr>
              <a:t>24/7</a:t>
            </a:r>
          </a:p>
        </p:txBody>
      </p:sp>
      <p:sp>
        <p:nvSpPr>
          <p:cNvPr id="16" name="TextBox 15"/>
          <p:cNvSpPr txBox="1"/>
          <p:nvPr/>
        </p:nvSpPr>
        <p:spPr>
          <a:xfrm>
            <a:off x="1485392" y="3634498"/>
            <a:ext cx="1215237" cy="502920"/>
          </a:xfrm>
          <a:prstGeom prst="rect">
            <a:avLst/>
          </a:prstGeom>
          <a:noFill/>
        </p:spPr>
        <p:txBody>
          <a:bodyPr wrap="square" lIns="0" tIns="0" rIns="0" bIns="0" anchor="ctr">
            <a:spAutoFit/>
          </a:bodyPr>
          <a:lstStyle/>
          <a:p>
            <a:pPr algn="l"/>
            <a:r>
              <a:rPr sz="1050" b="0" i="0" dirty="0" err="1">
                <a:solidFill>
                  <a:srgbClr val="262626"/>
                </a:solidFill>
                <a:latin typeface="Arial"/>
              </a:rPr>
              <a:t>en</a:t>
            </a:r>
            <a:r>
              <a:rPr sz="1050" b="0" i="0" dirty="0">
                <a:solidFill>
                  <a:srgbClr val="262626"/>
                </a:solidFill>
                <a:latin typeface="Arial"/>
              </a:rPr>
              <a:t> </a:t>
            </a:r>
            <a:r>
              <a:rPr sz="1050" b="0" i="0" dirty="0" err="1">
                <a:solidFill>
                  <a:srgbClr val="262626"/>
                </a:solidFill>
                <a:latin typeface="Arial"/>
              </a:rPr>
              <a:t>todos</a:t>
            </a:r>
            <a:r>
              <a:rPr sz="1050" b="0" i="0" dirty="0">
                <a:solidFill>
                  <a:srgbClr val="262626"/>
                </a:solidFill>
                <a:latin typeface="Arial"/>
              </a:rPr>
              <a:t> </a:t>
            </a:r>
            <a:r>
              <a:rPr sz="1050" b="0" i="0" dirty="0" err="1">
                <a:solidFill>
                  <a:srgbClr val="262626"/>
                </a:solidFill>
                <a:latin typeface="Arial"/>
              </a:rPr>
              <a:t>los</a:t>
            </a:r>
            <a:r>
              <a:rPr sz="1050" b="0" i="0" dirty="0">
                <a:solidFill>
                  <a:srgbClr val="262626"/>
                </a:solidFill>
                <a:latin typeface="Arial"/>
              </a:rPr>
              <a:t> </a:t>
            </a:r>
            <a:r>
              <a:rPr sz="1050" b="0" i="0" dirty="0" err="1">
                <a:solidFill>
                  <a:srgbClr val="262626"/>
                </a:solidFill>
                <a:latin typeface="Arial"/>
              </a:rPr>
              <a:t>turnos</a:t>
            </a:r>
            <a:endParaRPr sz="1050" b="0" i="0" dirty="0">
              <a:solidFill>
                <a:srgbClr val="262626"/>
              </a:solidFill>
              <a:latin typeface="Arial"/>
            </a:endParaRPr>
          </a:p>
        </p:txBody>
      </p:sp>
      <p:sp>
        <p:nvSpPr>
          <p:cNvPr id="17" name="TextBox 16"/>
          <p:cNvSpPr txBox="1"/>
          <p:nvPr/>
        </p:nvSpPr>
        <p:spPr>
          <a:xfrm>
            <a:off x="3330752" y="3611880"/>
            <a:ext cx="1395272" cy="502920"/>
          </a:xfrm>
          <a:prstGeom prst="rect">
            <a:avLst/>
          </a:prstGeom>
          <a:noFill/>
        </p:spPr>
        <p:txBody>
          <a:bodyPr wrap="square" lIns="0" tIns="0" rIns="0" bIns="0" anchor="ctr">
            <a:spAutoFit/>
          </a:bodyPr>
          <a:lstStyle/>
          <a:p>
            <a:pPr algn="l"/>
            <a:r>
              <a:rPr sz="2200" b="1" i="0">
                <a:solidFill>
                  <a:srgbClr val="27509B"/>
                </a:solidFill>
                <a:latin typeface="Michelin"/>
              </a:rPr>
              <a:t>100 %</a:t>
            </a:r>
          </a:p>
        </p:txBody>
      </p:sp>
      <p:sp>
        <p:nvSpPr>
          <p:cNvPr id="18" name="TextBox 17"/>
          <p:cNvSpPr txBox="1"/>
          <p:nvPr/>
        </p:nvSpPr>
        <p:spPr>
          <a:xfrm>
            <a:off x="4478476" y="3634498"/>
            <a:ext cx="1215237" cy="502920"/>
          </a:xfrm>
          <a:prstGeom prst="rect">
            <a:avLst/>
          </a:prstGeom>
          <a:noFill/>
        </p:spPr>
        <p:txBody>
          <a:bodyPr wrap="square" lIns="0" tIns="0" rIns="0" bIns="0" anchor="ctr">
            <a:spAutoFit/>
          </a:bodyPr>
          <a:lstStyle/>
          <a:p>
            <a:pPr algn="l"/>
            <a:r>
              <a:rPr sz="1050" b="0" i="0">
                <a:solidFill>
                  <a:srgbClr val="262626"/>
                </a:solidFill>
                <a:latin typeface="Arial"/>
              </a:rPr>
              <a:t>de los neumáticos</a:t>
            </a:r>
          </a:p>
        </p:txBody>
      </p:sp>
      <p:sp>
        <p:nvSpPr>
          <p:cNvPr id="19" name="TextBox 18"/>
          <p:cNvSpPr txBox="1"/>
          <p:nvPr/>
        </p:nvSpPr>
        <p:spPr>
          <a:xfrm>
            <a:off x="6076289" y="3611880"/>
            <a:ext cx="1395272" cy="502920"/>
          </a:xfrm>
          <a:prstGeom prst="rect">
            <a:avLst/>
          </a:prstGeom>
          <a:noFill/>
        </p:spPr>
        <p:txBody>
          <a:bodyPr wrap="square" lIns="0" tIns="0" rIns="0" bIns="0" anchor="ctr">
            <a:spAutoFit/>
          </a:bodyPr>
          <a:lstStyle/>
          <a:p>
            <a:pPr algn="l"/>
            <a:r>
              <a:rPr sz="2200" b="1" i="0">
                <a:solidFill>
                  <a:srgbClr val="27509B"/>
                </a:solidFill>
                <a:latin typeface="Michelin"/>
              </a:rPr>
              <a:t>Seg.</a:t>
            </a:r>
          </a:p>
        </p:txBody>
      </p:sp>
      <p:sp>
        <p:nvSpPr>
          <p:cNvPr id="20" name="TextBox 19"/>
          <p:cNvSpPr txBox="1"/>
          <p:nvPr/>
        </p:nvSpPr>
        <p:spPr>
          <a:xfrm>
            <a:off x="6962185" y="3782548"/>
            <a:ext cx="1596599" cy="161583"/>
          </a:xfrm>
          <a:prstGeom prst="rect">
            <a:avLst/>
          </a:prstGeom>
          <a:noFill/>
        </p:spPr>
        <p:txBody>
          <a:bodyPr wrap="square" lIns="0" tIns="0" rIns="0" bIns="0" anchor="ctr">
            <a:spAutoFit/>
          </a:bodyPr>
          <a:lstStyle/>
          <a:p>
            <a:pPr algn="l"/>
            <a:r>
              <a:rPr sz="1050" b="0" i="0" dirty="0">
                <a:solidFill>
                  <a:srgbClr val="262626"/>
                </a:solidFill>
                <a:latin typeface="Arial"/>
              </a:rPr>
              <a:t>de la </a:t>
            </a:r>
            <a:r>
              <a:rPr sz="1050" b="0" i="0" dirty="0" err="1">
                <a:solidFill>
                  <a:srgbClr val="262626"/>
                </a:solidFill>
                <a:latin typeface="Arial"/>
              </a:rPr>
              <a:t>medida</a:t>
            </a:r>
            <a:r>
              <a:rPr lang="es-ES" sz="1050" b="0" i="0" dirty="0">
                <a:solidFill>
                  <a:srgbClr val="262626"/>
                </a:solidFill>
                <a:latin typeface="Arial"/>
              </a:rPr>
              <a:t>,</a:t>
            </a:r>
            <a:r>
              <a:rPr sz="1050" b="0" i="0" dirty="0">
                <a:solidFill>
                  <a:srgbClr val="262626"/>
                </a:solidFill>
                <a:latin typeface="Arial"/>
              </a:rPr>
              <a:t> a la </a:t>
            </a:r>
            <a:r>
              <a:rPr sz="1050" b="0" i="0" dirty="0" err="1">
                <a:solidFill>
                  <a:srgbClr val="262626"/>
                </a:solidFill>
                <a:latin typeface="Arial"/>
              </a:rPr>
              <a:t>acción</a:t>
            </a:r>
            <a:endParaRPr sz="1050" b="0" i="0" dirty="0">
              <a:solidFill>
                <a:srgbClr val="262626"/>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Cuatro respuestas automáticas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De la más suave a la más firme, según lo que diga la medida</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VER</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ENTENDER</a:t>
            </a:r>
          </a:p>
        </p:txBody>
      </p:sp>
      <p:sp>
        <p:nvSpPr>
          <p:cNvPr id="9" name="Oval 8"/>
          <p:cNvSpPr/>
          <p:nvPr/>
        </p:nvSpPr>
        <p:spPr>
          <a:xfrm>
            <a:off x="687628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DECIDIR</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ANTICIPAR</a:t>
            </a:r>
          </a:p>
        </p:txBody>
      </p:sp>
      <p:sp>
        <p:nvSpPr>
          <p:cNvPr id="13" name="Rectangle 12"/>
          <p:cNvSpPr/>
          <p:nvPr/>
        </p:nvSpPr>
        <p:spPr>
          <a:xfrm>
            <a:off x="585216" y="914400"/>
            <a:ext cx="1890369" cy="361188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20242"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c_alert.png"/>
          <p:cNvPicPr>
            <a:picLocks noChangeAspect="1"/>
          </p:cNvPicPr>
          <p:nvPr/>
        </p:nvPicPr>
        <p:blipFill>
          <a:blip r:embed="rId3"/>
          <a:stretch>
            <a:fillRect/>
          </a:stretch>
        </p:blipFill>
        <p:spPr>
          <a:xfrm>
            <a:off x="810260" y="1258417"/>
            <a:ext cx="1440281" cy="720140"/>
          </a:xfrm>
          <a:prstGeom prst="rect">
            <a:avLst/>
          </a:prstGeom>
        </p:spPr>
      </p:pic>
      <p:sp>
        <p:nvSpPr>
          <p:cNvPr id="16" name="TextBox 15"/>
          <p:cNvSpPr txBox="1"/>
          <p:nvPr/>
        </p:nvSpPr>
        <p:spPr>
          <a:xfrm>
            <a:off x="765251"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01</a:t>
            </a:r>
          </a:p>
        </p:txBody>
      </p:sp>
      <p:sp>
        <p:nvSpPr>
          <p:cNvPr id="17" name="TextBox 16"/>
          <p:cNvSpPr txBox="1"/>
          <p:nvPr/>
        </p:nvSpPr>
        <p:spPr>
          <a:xfrm>
            <a:off x="765251"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Alertar</a:t>
            </a:r>
          </a:p>
        </p:txBody>
      </p:sp>
      <p:sp>
        <p:nvSpPr>
          <p:cNvPr id="18" name="TextBox 17"/>
          <p:cNvSpPr txBox="1"/>
          <p:nvPr/>
        </p:nvSpPr>
        <p:spPr>
          <a:xfrm>
            <a:off x="765251" y="3108960"/>
            <a:ext cx="1530299" cy="914400"/>
          </a:xfrm>
          <a:prstGeom prst="rect">
            <a:avLst/>
          </a:prstGeom>
          <a:noFill/>
        </p:spPr>
        <p:txBody>
          <a:bodyPr wrap="square" lIns="0" tIns="0" rIns="0" bIns="0" anchor="t">
            <a:spAutoFit/>
          </a:bodyPr>
          <a:lstStyle/>
          <a:p>
            <a:pPr algn="l"/>
            <a:r>
              <a:rPr sz="1050" b="0" i="0">
                <a:solidFill>
                  <a:srgbClr val="262626"/>
                </a:solidFill>
                <a:latin typeface="Arial"/>
              </a:rPr>
              <a:t>Avisa al operario y al responsable en pantalla y en el móvil.</a:t>
            </a:r>
          </a:p>
        </p:txBody>
      </p:sp>
      <p:sp>
        <p:nvSpPr>
          <p:cNvPr id="19" name="Rectangle 18"/>
          <p:cNvSpPr/>
          <p:nvPr/>
        </p:nvSpPr>
        <p:spPr>
          <a:xfrm>
            <a:off x="765251" y="4114800"/>
            <a:ext cx="1530299" cy="256032"/>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5251" y="4114800"/>
            <a:ext cx="1530299" cy="256032"/>
          </a:xfrm>
          <a:prstGeom prst="rect">
            <a:avLst/>
          </a:prstGeom>
          <a:noFill/>
        </p:spPr>
        <p:txBody>
          <a:bodyPr wrap="square" lIns="0" tIns="0" rIns="0" bIns="0" anchor="ctr">
            <a:spAutoFit/>
          </a:bodyPr>
          <a:lstStyle/>
          <a:p>
            <a:pPr algn="ctr"/>
            <a:r>
              <a:rPr sz="900" b="1" i="0">
                <a:solidFill>
                  <a:srgbClr val="FFFFFF"/>
                </a:solidFill>
                <a:latin typeface="Michelin"/>
              </a:rPr>
              <a:t>EN PRODUCCIÓN</a:t>
            </a:r>
          </a:p>
        </p:txBody>
      </p:sp>
      <p:sp>
        <p:nvSpPr>
          <p:cNvPr id="21" name="Rectangle 20"/>
          <p:cNvSpPr/>
          <p:nvPr/>
        </p:nvSpPr>
        <p:spPr>
          <a:xfrm>
            <a:off x="2655620" y="914400"/>
            <a:ext cx="1890369" cy="361188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90647"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c_adjust.png"/>
          <p:cNvPicPr>
            <a:picLocks noChangeAspect="1"/>
          </p:cNvPicPr>
          <p:nvPr/>
        </p:nvPicPr>
        <p:blipFill>
          <a:blip r:embed="rId4"/>
          <a:stretch>
            <a:fillRect/>
          </a:stretch>
        </p:blipFill>
        <p:spPr>
          <a:xfrm>
            <a:off x="3207613" y="1258417"/>
            <a:ext cx="615769" cy="659753"/>
          </a:xfrm>
          <a:prstGeom prst="rect">
            <a:avLst/>
          </a:prstGeom>
        </p:spPr>
      </p:pic>
      <p:sp>
        <p:nvSpPr>
          <p:cNvPr id="24" name="TextBox 23"/>
          <p:cNvSpPr txBox="1"/>
          <p:nvPr/>
        </p:nvSpPr>
        <p:spPr>
          <a:xfrm>
            <a:off x="2835656"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02</a:t>
            </a:r>
          </a:p>
        </p:txBody>
      </p:sp>
      <p:sp>
        <p:nvSpPr>
          <p:cNvPr id="25" name="TextBox 24"/>
          <p:cNvSpPr txBox="1"/>
          <p:nvPr/>
        </p:nvSpPr>
        <p:spPr>
          <a:xfrm>
            <a:off x="2835656"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Ajustar</a:t>
            </a:r>
          </a:p>
        </p:txBody>
      </p:sp>
      <p:sp>
        <p:nvSpPr>
          <p:cNvPr id="26" name="TextBox 25"/>
          <p:cNvSpPr txBox="1"/>
          <p:nvPr/>
        </p:nvSpPr>
        <p:spPr>
          <a:xfrm>
            <a:off x="2835656" y="3108960"/>
            <a:ext cx="1530299" cy="484748"/>
          </a:xfrm>
          <a:prstGeom prst="rect">
            <a:avLst/>
          </a:prstGeom>
          <a:noFill/>
        </p:spPr>
        <p:txBody>
          <a:bodyPr wrap="square" lIns="0" tIns="0" rIns="0" bIns="0" anchor="t">
            <a:spAutoFit/>
          </a:bodyPr>
          <a:lstStyle/>
          <a:p>
            <a:pPr algn="l"/>
            <a:r>
              <a:rPr sz="1050" b="0" i="0" dirty="0" err="1">
                <a:solidFill>
                  <a:srgbClr val="262626"/>
                </a:solidFill>
                <a:latin typeface="Arial"/>
              </a:rPr>
              <a:t>Corrige</a:t>
            </a:r>
            <a:r>
              <a:rPr sz="1050" b="0" i="0" dirty="0">
                <a:solidFill>
                  <a:srgbClr val="262626"/>
                </a:solidFill>
                <a:latin typeface="Arial"/>
              </a:rPr>
              <a:t> el </a:t>
            </a:r>
            <a:r>
              <a:rPr sz="1050" b="0" i="0" dirty="0" err="1">
                <a:solidFill>
                  <a:srgbClr val="262626"/>
                </a:solidFill>
                <a:latin typeface="Arial"/>
              </a:rPr>
              <a:t>parámetro</a:t>
            </a:r>
            <a:r>
              <a:rPr sz="1050" b="0" i="0" dirty="0">
                <a:solidFill>
                  <a:srgbClr val="262626"/>
                </a:solidFill>
                <a:latin typeface="Arial"/>
              </a:rPr>
              <a:t> de la </a:t>
            </a:r>
            <a:r>
              <a:rPr sz="1050" b="0" i="0" dirty="0" err="1">
                <a:solidFill>
                  <a:srgbClr val="262626"/>
                </a:solidFill>
                <a:latin typeface="Arial"/>
              </a:rPr>
              <a:t>máquina</a:t>
            </a:r>
            <a:r>
              <a:rPr sz="1050" b="0" i="0" dirty="0">
                <a:solidFill>
                  <a:srgbClr val="262626"/>
                </a:solidFill>
                <a:latin typeface="Arial"/>
              </a:rPr>
              <a:t> (</a:t>
            </a:r>
            <a:r>
              <a:rPr sz="1050" b="0" i="0" dirty="0" err="1">
                <a:solidFill>
                  <a:srgbClr val="262626"/>
                </a:solidFill>
                <a:latin typeface="Arial"/>
              </a:rPr>
              <a:t>regulación</a:t>
            </a:r>
            <a:r>
              <a:rPr sz="1050" b="0" i="0" dirty="0">
                <a:solidFill>
                  <a:srgbClr val="262626"/>
                </a:solidFill>
                <a:latin typeface="Arial"/>
              </a:rPr>
              <a:t> </a:t>
            </a:r>
            <a:r>
              <a:rPr lang="es-ES" sz="1050" b="0" i="0" dirty="0">
                <a:solidFill>
                  <a:srgbClr val="262626"/>
                </a:solidFill>
                <a:latin typeface="Arial"/>
              </a:rPr>
              <a:t>R4P</a:t>
            </a:r>
            <a:r>
              <a:rPr sz="1050" b="0" i="0" dirty="0">
                <a:solidFill>
                  <a:srgbClr val="262626"/>
                </a:solidFill>
                <a:latin typeface="Arial"/>
              </a:rPr>
              <a:t>) sin </a:t>
            </a:r>
            <a:r>
              <a:rPr sz="1050" b="0" i="0" dirty="0" err="1">
                <a:solidFill>
                  <a:srgbClr val="262626"/>
                </a:solidFill>
                <a:latin typeface="Arial"/>
              </a:rPr>
              <a:t>intervención</a:t>
            </a:r>
            <a:r>
              <a:rPr sz="1050" b="0" i="0" dirty="0">
                <a:solidFill>
                  <a:srgbClr val="262626"/>
                </a:solidFill>
                <a:latin typeface="Arial"/>
              </a:rPr>
              <a:t>.</a:t>
            </a:r>
          </a:p>
        </p:txBody>
      </p:sp>
      <p:sp>
        <p:nvSpPr>
          <p:cNvPr id="27" name="Rectangle 26"/>
          <p:cNvSpPr/>
          <p:nvPr/>
        </p:nvSpPr>
        <p:spPr>
          <a:xfrm>
            <a:off x="2835656" y="4114800"/>
            <a:ext cx="1530299" cy="256032"/>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35656" y="4114800"/>
            <a:ext cx="1530299" cy="256032"/>
          </a:xfrm>
          <a:prstGeom prst="rect">
            <a:avLst/>
          </a:prstGeom>
          <a:noFill/>
        </p:spPr>
        <p:txBody>
          <a:bodyPr wrap="square" lIns="0" tIns="0" rIns="0" bIns="0" anchor="ctr">
            <a:spAutoFit/>
          </a:bodyPr>
          <a:lstStyle/>
          <a:p>
            <a:pPr algn="ctr"/>
            <a:r>
              <a:rPr sz="900" b="1" i="0">
                <a:solidFill>
                  <a:srgbClr val="FFFFFF"/>
                </a:solidFill>
                <a:latin typeface="Michelin"/>
              </a:rPr>
              <a:t>EN PRODUCCIÓN</a:t>
            </a:r>
          </a:p>
        </p:txBody>
      </p:sp>
      <p:sp>
        <p:nvSpPr>
          <p:cNvPr id="29" name="Rectangle 28"/>
          <p:cNvSpPr/>
          <p:nvPr/>
        </p:nvSpPr>
        <p:spPr>
          <a:xfrm>
            <a:off x="4726025" y="914400"/>
            <a:ext cx="1890369" cy="361188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861052"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c_block.png"/>
          <p:cNvPicPr>
            <a:picLocks noChangeAspect="1"/>
          </p:cNvPicPr>
          <p:nvPr/>
        </p:nvPicPr>
        <p:blipFill>
          <a:blip r:embed="rId5"/>
          <a:stretch>
            <a:fillRect/>
          </a:stretch>
        </p:blipFill>
        <p:spPr>
          <a:xfrm>
            <a:off x="5352387" y="1216853"/>
            <a:ext cx="569820" cy="701317"/>
          </a:xfrm>
          <a:prstGeom prst="rect">
            <a:avLst/>
          </a:prstGeom>
        </p:spPr>
      </p:pic>
      <p:sp>
        <p:nvSpPr>
          <p:cNvPr id="32" name="TextBox 31"/>
          <p:cNvSpPr txBox="1"/>
          <p:nvPr/>
        </p:nvSpPr>
        <p:spPr>
          <a:xfrm>
            <a:off x="4906060"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03</a:t>
            </a:r>
          </a:p>
        </p:txBody>
      </p:sp>
      <p:sp>
        <p:nvSpPr>
          <p:cNvPr id="33" name="TextBox 32"/>
          <p:cNvSpPr txBox="1"/>
          <p:nvPr/>
        </p:nvSpPr>
        <p:spPr>
          <a:xfrm>
            <a:off x="4906060"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Bloquear</a:t>
            </a:r>
          </a:p>
        </p:txBody>
      </p:sp>
      <p:sp>
        <p:nvSpPr>
          <p:cNvPr id="34" name="TextBox 33"/>
          <p:cNvSpPr txBox="1"/>
          <p:nvPr/>
        </p:nvSpPr>
        <p:spPr>
          <a:xfrm>
            <a:off x="4906060" y="3108960"/>
            <a:ext cx="1530299" cy="914400"/>
          </a:xfrm>
          <a:prstGeom prst="rect">
            <a:avLst/>
          </a:prstGeom>
          <a:noFill/>
        </p:spPr>
        <p:txBody>
          <a:bodyPr wrap="square" lIns="0" tIns="0" rIns="0" bIns="0" anchor="t">
            <a:spAutoFit/>
          </a:bodyPr>
          <a:lstStyle/>
          <a:p>
            <a:pPr algn="l"/>
            <a:r>
              <a:rPr sz="1050" b="0" i="0">
                <a:solidFill>
                  <a:srgbClr val="262626"/>
                </a:solidFill>
                <a:latin typeface="Arial"/>
              </a:rPr>
              <a:t>Detiene la máquina si la desviación no se puede corregir.</a:t>
            </a:r>
          </a:p>
        </p:txBody>
      </p:sp>
      <p:sp>
        <p:nvSpPr>
          <p:cNvPr id="35" name="Rectangle 34"/>
          <p:cNvSpPr/>
          <p:nvPr/>
        </p:nvSpPr>
        <p:spPr>
          <a:xfrm>
            <a:off x="4906060" y="4114800"/>
            <a:ext cx="1530299" cy="256032"/>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906060" y="4173566"/>
            <a:ext cx="1530299" cy="138499"/>
          </a:xfrm>
          <a:prstGeom prst="rect">
            <a:avLst/>
          </a:prstGeom>
          <a:noFill/>
        </p:spPr>
        <p:txBody>
          <a:bodyPr wrap="square" lIns="0" tIns="0" rIns="0" bIns="0" anchor="ctr">
            <a:spAutoFit/>
          </a:bodyPr>
          <a:lstStyle/>
          <a:p>
            <a:pPr algn="ctr"/>
            <a:r>
              <a:rPr sz="900" b="1" i="0" dirty="0">
                <a:solidFill>
                  <a:srgbClr val="FFFFFF"/>
                </a:solidFill>
                <a:latin typeface="Michelin"/>
              </a:rPr>
              <a:t>EN </a:t>
            </a:r>
            <a:r>
              <a:rPr lang="es-ES" sz="900" b="1" i="0" dirty="0">
                <a:solidFill>
                  <a:srgbClr val="FFFFFF"/>
                </a:solidFill>
                <a:latin typeface="Michelin"/>
              </a:rPr>
              <a:t>pruebas</a:t>
            </a:r>
            <a:endParaRPr sz="900" b="1" i="0" dirty="0">
              <a:solidFill>
                <a:srgbClr val="FFFFFF"/>
              </a:solidFill>
              <a:latin typeface="Michelin"/>
            </a:endParaRPr>
          </a:p>
        </p:txBody>
      </p:sp>
      <p:sp>
        <p:nvSpPr>
          <p:cNvPr id="37" name="Rectangle 36"/>
          <p:cNvSpPr/>
          <p:nvPr/>
        </p:nvSpPr>
        <p:spPr>
          <a:xfrm>
            <a:off x="6796430" y="914400"/>
            <a:ext cx="1890369" cy="3611880"/>
          </a:xfrm>
          <a:prstGeom prst="rect">
            <a:avLst/>
          </a:prstGeom>
          <a:solidFill>
            <a:srgbClr val="FFFFFF"/>
          </a:solidFill>
          <a:ln w="9525">
            <a:solidFill>
              <a:srgbClr val="FCE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931456" y="1051560"/>
            <a:ext cx="1620316" cy="114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ic_segreg.png"/>
          <p:cNvPicPr>
            <a:picLocks noChangeAspect="1"/>
          </p:cNvPicPr>
          <p:nvPr/>
        </p:nvPicPr>
        <p:blipFill>
          <a:blip r:embed="rId6"/>
          <a:stretch>
            <a:fillRect/>
          </a:stretch>
        </p:blipFill>
        <p:spPr>
          <a:xfrm>
            <a:off x="7404810" y="1383792"/>
            <a:ext cx="673608" cy="673608"/>
          </a:xfrm>
          <a:prstGeom prst="rect">
            <a:avLst/>
          </a:prstGeom>
        </p:spPr>
      </p:pic>
      <p:sp>
        <p:nvSpPr>
          <p:cNvPr id="40" name="TextBox 39"/>
          <p:cNvSpPr txBox="1"/>
          <p:nvPr/>
        </p:nvSpPr>
        <p:spPr>
          <a:xfrm>
            <a:off x="6976465" y="2331720"/>
            <a:ext cx="540105" cy="411480"/>
          </a:xfrm>
          <a:prstGeom prst="rect">
            <a:avLst/>
          </a:prstGeom>
          <a:noFill/>
        </p:spPr>
        <p:txBody>
          <a:bodyPr wrap="square" lIns="0" tIns="0" rIns="0" bIns="0" anchor="t">
            <a:spAutoFit/>
          </a:bodyPr>
          <a:lstStyle/>
          <a:p>
            <a:pPr algn="l"/>
            <a:r>
              <a:rPr sz="1800" b="1" i="0">
                <a:solidFill>
                  <a:srgbClr val="27509B"/>
                </a:solidFill>
                <a:latin typeface="Michelin"/>
              </a:rPr>
              <a:t>04</a:t>
            </a:r>
          </a:p>
        </p:txBody>
      </p:sp>
      <p:sp>
        <p:nvSpPr>
          <p:cNvPr id="41" name="TextBox 40"/>
          <p:cNvSpPr txBox="1"/>
          <p:nvPr/>
        </p:nvSpPr>
        <p:spPr>
          <a:xfrm>
            <a:off x="6976465" y="2743200"/>
            <a:ext cx="1530299" cy="320040"/>
          </a:xfrm>
          <a:prstGeom prst="rect">
            <a:avLst/>
          </a:prstGeom>
          <a:noFill/>
        </p:spPr>
        <p:txBody>
          <a:bodyPr wrap="square" lIns="0" tIns="0" rIns="0" bIns="0" anchor="t">
            <a:spAutoFit/>
          </a:bodyPr>
          <a:lstStyle/>
          <a:p>
            <a:pPr algn="l"/>
            <a:r>
              <a:rPr sz="1400" b="1" i="0" cap="all">
                <a:solidFill>
                  <a:srgbClr val="00205B"/>
                </a:solidFill>
                <a:latin typeface="Michelin"/>
              </a:rPr>
              <a:t>Segregar</a:t>
            </a:r>
          </a:p>
        </p:txBody>
      </p:sp>
      <p:sp>
        <p:nvSpPr>
          <p:cNvPr id="42" name="TextBox 41"/>
          <p:cNvSpPr txBox="1"/>
          <p:nvPr/>
        </p:nvSpPr>
        <p:spPr>
          <a:xfrm>
            <a:off x="6976465" y="3108960"/>
            <a:ext cx="1530299" cy="914400"/>
          </a:xfrm>
          <a:prstGeom prst="rect">
            <a:avLst/>
          </a:prstGeom>
          <a:noFill/>
        </p:spPr>
        <p:txBody>
          <a:bodyPr wrap="square" lIns="0" tIns="0" rIns="0" bIns="0" anchor="t">
            <a:spAutoFit/>
          </a:bodyPr>
          <a:lstStyle/>
          <a:p>
            <a:pPr algn="l"/>
            <a:r>
              <a:rPr sz="1050" b="0" i="0">
                <a:solidFill>
                  <a:srgbClr val="262626"/>
                </a:solidFill>
                <a:latin typeface="Arial"/>
              </a:rPr>
              <a:t>Apartará el producto afectado de la línea de forma automática.</a:t>
            </a:r>
          </a:p>
        </p:txBody>
      </p:sp>
      <p:sp>
        <p:nvSpPr>
          <p:cNvPr id="43" name="Rectangle 42"/>
          <p:cNvSpPr/>
          <p:nvPr/>
        </p:nvSpPr>
        <p:spPr>
          <a:xfrm>
            <a:off x="6976465" y="4114800"/>
            <a:ext cx="1530299" cy="256032"/>
          </a:xfrm>
          <a:prstGeom prst="rect">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76465" y="4114800"/>
            <a:ext cx="1530299" cy="256032"/>
          </a:xfrm>
          <a:prstGeom prst="rect">
            <a:avLst/>
          </a:prstGeom>
          <a:noFill/>
        </p:spPr>
        <p:txBody>
          <a:bodyPr wrap="square" lIns="0" tIns="0" rIns="0" bIns="0" anchor="ctr">
            <a:spAutoFit/>
          </a:bodyPr>
          <a:lstStyle/>
          <a:p>
            <a:pPr algn="ctr"/>
            <a:r>
              <a:rPr sz="900" b="1" i="0">
                <a:solidFill>
                  <a:srgbClr val="00205B"/>
                </a:solidFill>
                <a:latin typeface="Michelin"/>
              </a:rPr>
              <a:t>PRÓXIMA FASE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8308"/>
            <a:ext cx="7696200" cy="411480"/>
          </a:xfrm>
        </p:spPr>
        <p:txBody>
          <a:bodyPr anchor="ctr"/>
          <a:lstStyle/>
          <a:p>
            <a:r>
              <a:rPr sz="1800" dirty="0"/>
              <a:t>R4P </a:t>
            </a:r>
            <a:r>
              <a:rPr sz="1800" dirty="0" err="1"/>
              <a:t>en</a:t>
            </a:r>
            <a:r>
              <a:rPr sz="1800" dirty="0"/>
              <a:t> </a:t>
            </a:r>
            <a:r>
              <a:rPr sz="1800" dirty="0" err="1"/>
              <a:t>acción</a:t>
            </a:r>
            <a:r>
              <a:rPr sz="1800" dirty="0"/>
              <a:t>: la </a:t>
            </a:r>
            <a:r>
              <a:rPr lang="es-ES" sz="1800" dirty="0"/>
              <a:t>deriva</a:t>
            </a:r>
            <a:r>
              <a:rPr sz="1800" dirty="0"/>
              <a:t> se </a:t>
            </a:r>
            <a:r>
              <a:rPr sz="1800" dirty="0" err="1"/>
              <a:t>corrige</a:t>
            </a:r>
            <a:r>
              <a:rPr sz="1800" dirty="0"/>
              <a:t> sola</a:t>
            </a:r>
          </a:p>
        </p:txBody>
      </p:sp>
      <p:sp>
        <p:nvSpPr>
          <p:cNvPr id="4" name="TextBox 3"/>
          <p:cNvSpPr txBox="1"/>
          <p:nvPr/>
        </p:nvSpPr>
        <p:spPr>
          <a:xfrm>
            <a:off x="448055" y="722376"/>
            <a:ext cx="4572000" cy="256032"/>
          </a:xfrm>
          <a:prstGeom prst="rect">
            <a:avLst/>
          </a:prstGeom>
          <a:noFill/>
        </p:spPr>
        <p:txBody>
          <a:bodyPr wrap="square" lIns="0" tIns="0" rIns="0" bIns="0" anchor="t">
            <a:spAutoFit/>
          </a:bodyPr>
          <a:lstStyle/>
          <a:p>
            <a:pPr algn="l"/>
            <a:r>
              <a:rPr sz="1050" b="0" i="0" dirty="0" err="1">
                <a:solidFill>
                  <a:srgbClr val="FCE500"/>
                </a:solidFill>
                <a:latin typeface="Arial"/>
              </a:rPr>
              <a:t>Pantalla</a:t>
            </a:r>
            <a:r>
              <a:rPr sz="1050" b="0" i="0" dirty="0">
                <a:solidFill>
                  <a:srgbClr val="FCE500"/>
                </a:solidFill>
                <a:latin typeface="Arial"/>
              </a:rPr>
              <a:t> real de </a:t>
            </a:r>
            <a:r>
              <a:rPr sz="1050" b="0" i="0" dirty="0" err="1">
                <a:solidFill>
                  <a:srgbClr val="FCE500"/>
                </a:solidFill>
                <a:latin typeface="Arial"/>
              </a:rPr>
              <a:t>regulación</a:t>
            </a:r>
            <a:r>
              <a:rPr sz="1050" b="0" i="0" dirty="0">
                <a:solidFill>
                  <a:srgbClr val="FCE500"/>
                </a:solidFill>
                <a:latin typeface="Arial"/>
              </a:rPr>
              <a:t> BJ · MAC6 · </a:t>
            </a:r>
            <a:r>
              <a:rPr sz="1050" b="0" i="0" dirty="0" err="1">
                <a:solidFill>
                  <a:srgbClr val="FCE500"/>
                </a:solidFill>
                <a:latin typeface="Arial"/>
              </a:rPr>
              <a:t>puesto</a:t>
            </a:r>
            <a:r>
              <a:rPr sz="1050" b="0" i="0" dirty="0">
                <a:solidFill>
                  <a:srgbClr val="FCE500"/>
                </a:solidFill>
                <a:latin typeface="Arial"/>
              </a:rPr>
              <a:t> P17</a:t>
            </a:r>
          </a:p>
        </p:txBody>
      </p:sp>
      <p:sp>
        <p:nvSpPr>
          <p:cNvPr id="5" name="Oval 4"/>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dirty="0">
                <a:solidFill>
                  <a:srgbClr val="9FB3D6"/>
                </a:solidFill>
                <a:latin typeface="Michelin"/>
              </a:rPr>
              <a:t>VER</a:t>
            </a:r>
          </a:p>
        </p:txBody>
      </p:sp>
      <p:sp>
        <p:nvSpPr>
          <p:cNvPr id="7" name="Oval 6"/>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ENTENDER</a:t>
            </a:r>
          </a:p>
        </p:txBody>
      </p:sp>
      <p:sp>
        <p:nvSpPr>
          <p:cNvPr id="9" name="Oval 8"/>
          <p:cNvSpPr/>
          <p:nvPr/>
        </p:nvSpPr>
        <p:spPr>
          <a:xfrm>
            <a:off x="687628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dirty="0">
                <a:solidFill>
                  <a:srgbClr val="FCE500"/>
                </a:solidFill>
                <a:latin typeface="Michelin"/>
              </a:rPr>
              <a:t>DECIDIR</a:t>
            </a:r>
          </a:p>
        </p:txBody>
      </p:sp>
      <p:sp>
        <p:nvSpPr>
          <p:cNvPr id="11" name="Oval 10"/>
          <p:cNvSpPr/>
          <p:nvPr/>
        </p:nvSpPr>
        <p:spPr>
          <a:xfrm>
            <a:off x="792784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9FB3D6"/>
                </a:solidFill>
                <a:latin typeface="Michelin"/>
              </a:rPr>
              <a:t>ANTICIPAR</a:t>
            </a:r>
          </a:p>
        </p:txBody>
      </p:sp>
      <p:pic>
        <p:nvPicPr>
          <p:cNvPr id="13" name="Picture 12" descr="reg.png"/>
          <p:cNvPicPr>
            <a:picLocks noChangeAspect="1"/>
          </p:cNvPicPr>
          <p:nvPr/>
        </p:nvPicPr>
        <p:blipFill>
          <a:blip r:embed="rId3"/>
          <a:stretch>
            <a:fillRect/>
          </a:stretch>
        </p:blipFill>
        <p:spPr>
          <a:xfrm>
            <a:off x="457200" y="1005840"/>
            <a:ext cx="5656082" cy="2743200"/>
          </a:xfrm>
          <a:prstGeom prst="rect">
            <a:avLst/>
          </a:prstGeom>
        </p:spPr>
      </p:pic>
      <p:sp>
        <p:nvSpPr>
          <p:cNvPr id="14" name="Oval 13"/>
          <p:cNvSpPr/>
          <p:nvPr/>
        </p:nvSpPr>
        <p:spPr>
          <a:xfrm>
            <a:off x="574563" y="177393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4563" y="177393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16" name="Oval 15"/>
          <p:cNvSpPr/>
          <p:nvPr/>
        </p:nvSpPr>
        <p:spPr>
          <a:xfrm>
            <a:off x="693341" y="26243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3341" y="26243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18" name="Oval 17"/>
          <p:cNvSpPr/>
          <p:nvPr/>
        </p:nvSpPr>
        <p:spPr>
          <a:xfrm>
            <a:off x="1281573" y="147218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1573" y="147218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20" name="Oval 19"/>
          <p:cNvSpPr/>
          <p:nvPr/>
        </p:nvSpPr>
        <p:spPr>
          <a:xfrm>
            <a:off x="2186547" y="177393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186547" y="177393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22" name="Oval 21"/>
          <p:cNvSpPr/>
          <p:nvPr/>
        </p:nvSpPr>
        <p:spPr>
          <a:xfrm>
            <a:off x="6355080" y="102412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1024128"/>
            <a:ext cx="274320" cy="274320"/>
          </a:xfrm>
          <a:prstGeom prst="rect">
            <a:avLst/>
          </a:prstGeom>
          <a:noFill/>
        </p:spPr>
        <p:txBody>
          <a:bodyPr wrap="square" lIns="0" tIns="0" rIns="0" bIns="0" anchor="ctr">
            <a:spAutoFit/>
          </a:bodyPr>
          <a:lstStyle/>
          <a:p>
            <a:pPr algn="ctr"/>
            <a:r>
              <a:rPr sz="1100" b="1" i="0">
                <a:solidFill>
                  <a:srgbClr val="00205B"/>
                </a:solidFill>
                <a:latin typeface="Michelin"/>
              </a:rPr>
              <a:t>1</a:t>
            </a:r>
          </a:p>
        </p:txBody>
      </p:sp>
      <p:sp>
        <p:nvSpPr>
          <p:cNvPr id="24" name="TextBox 23"/>
          <p:cNvSpPr txBox="1"/>
          <p:nvPr/>
        </p:nvSpPr>
        <p:spPr>
          <a:xfrm>
            <a:off x="6739128" y="1005840"/>
            <a:ext cx="1993392" cy="658368"/>
          </a:xfrm>
          <a:prstGeom prst="rect">
            <a:avLst/>
          </a:prstGeom>
          <a:noFill/>
        </p:spPr>
        <p:txBody>
          <a:bodyPr wrap="square" lIns="0" tIns="0" rIns="0" bIns="0" anchor="t">
            <a:spAutoFit/>
          </a:bodyPr>
          <a:lstStyle/>
          <a:p>
            <a:pPr algn="l"/>
            <a:r>
              <a:rPr sz="1100" b="1" i="0">
                <a:solidFill>
                  <a:srgbClr val="FFFFFF"/>
                </a:solidFill>
                <a:latin typeface="Arial"/>
              </a:rPr>
              <a:t>Límite inferior</a:t>
            </a:r>
          </a:p>
          <a:p>
            <a:pPr algn="l"/>
            <a:r>
              <a:rPr sz="950" b="0" i="0">
                <a:solidFill>
                  <a:srgbClr val="D6E0F0"/>
                </a:solidFill>
                <a:latin typeface="Arial"/>
              </a:rPr>
              <a:t>el trusquín llega al límite</a:t>
            </a:r>
          </a:p>
        </p:txBody>
      </p:sp>
      <p:sp>
        <p:nvSpPr>
          <p:cNvPr id="25" name="Oval 24"/>
          <p:cNvSpPr/>
          <p:nvPr/>
        </p:nvSpPr>
        <p:spPr>
          <a:xfrm>
            <a:off x="6355080" y="168249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1682496"/>
            <a:ext cx="274320" cy="274320"/>
          </a:xfrm>
          <a:prstGeom prst="rect">
            <a:avLst/>
          </a:prstGeom>
          <a:noFill/>
        </p:spPr>
        <p:txBody>
          <a:bodyPr wrap="square" lIns="0" tIns="0" rIns="0" bIns="0" anchor="ctr">
            <a:spAutoFit/>
          </a:bodyPr>
          <a:lstStyle/>
          <a:p>
            <a:pPr algn="ctr"/>
            <a:r>
              <a:rPr sz="1100" b="1" i="0">
                <a:solidFill>
                  <a:srgbClr val="00205B"/>
                </a:solidFill>
                <a:latin typeface="Michelin"/>
              </a:rPr>
              <a:t>2</a:t>
            </a:r>
          </a:p>
        </p:txBody>
      </p:sp>
      <p:sp>
        <p:nvSpPr>
          <p:cNvPr id="27" name="TextBox 26"/>
          <p:cNvSpPr txBox="1"/>
          <p:nvPr/>
        </p:nvSpPr>
        <p:spPr>
          <a:xfrm>
            <a:off x="6739128" y="1664208"/>
            <a:ext cx="1993392" cy="658368"/>
          </a:xfrm>
          <a:prstGeom prst="rect">
            <a:avLst/>
          </a:prstGeom>
          <a:noFill/>
        </p:spPr>
        <p:txBody>
          <a:bodyPr wrap="square" lIns="0" tIns="0" rIns="0" bIns="0" anchor="t">
            <a:spAutoFit/>
          </a:bodyPr>
          <a:lstStyle/>
          <a:p>
            <a:pPr algn="l"/>
            <a:r>
              <a:rPr sz="1100" b="1" i="0">
                <a:solidFill>
                  <a:srgbClr val="FFFFFF"/>
                </a:solidFill>
                <a:latin typeface="Arial"/>
              </a:rPr>
              <a:t>R4P actúa</a:t>
            </a:r>
          </a:p>
          <a:p>
            <a:pPr algn="l"/>
            <a:r>
              <a:rPr sz="950" b="0" i="0">
                <a:solidFill>
                  <a:srgbClr val="D6E0F0"/>
                </a:solidFill>
                <a:latin typeface="Arial"/>
              </a:rPr>
              <a:t>activa la corrección ODM</a:t>
            </a:r>
          </a:p>
        </p:txBody>
      </p:sp>
      <p:sp>
        <p:nvSpPr>
          <p:cNvPr id="28" name="Oval 27"/>
          <p:cNvSpPr/>
          <p:nvPr/>
        </p:nvSpPr>
        <p:spPr>
          <a:xfrm>
            <a:off x="6355080" y="234086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5080" y="2340864"/>
            <a:ext cx="274320" cy="274320"/>
          </a:xfrm>
          <a:prstGeom prst="rect">
            <a:avLst/>
          </a:prstGeom>
          <a:noFill/>
        </p:spPr>
        <p:txBody>
          <a:bodyPr wrap="square" lIns="0" tIns="0" rIns="0" bIns="0" anchor="ctr">
            <a:spAutoFit/>
          </a:bodyPr>
          <a:lstStyle/>
          <a:p>
            <a:pPr algn="ctr"/>
            <a:r>
              <a:rPr sz="1100" b="1" i="0">
                <a:solidFill>
                  <a:srgbClr val="00205B"/>
                </a:solidFill>
                <a:latin typeface="Michelin"/>
              </a:rPr>
              <a:t>3</a:t>
            </a:r>
          </a:p>
        </p:txBody>
      </p:sp>
      <p:sp>
        <p:nvSpPr>
          <p:cNvPr id="30" name="TextBox 29"/>
          <p:cNvSpPr txBox="1"/>
          <p:nvPr/>
        </p:nvSpPr>
        <p:spPr>
          <a:xfrm>
            <a:off x="6739128" y="2322576"/>
            <a:ext cx="1993392" cy="658368"/>
          </a:xfrm>
          <a:prstGeom prst="rect">
            <a:avLst/>
          </a:prstGeom>
          <a:noFill/>
        </p:spPr>
        <p:txBody>
          <a:bodyPr wrap="square" lIns="0" tIns="0" rIns="0" bIns="0" anchor="t">
            <a:spAutoFit/>
          </a:bodyPr>
          <a:lstStyle/>
          <a:p>
            <a:pPr algn="l"/>
            <a:r>
              <a:rPr sz="1100" b="1" i="0">
                <a:solidFill>
                  <a:srgbClr val="FFFFFF"/>
                </a:solidFill>
                <a:latin typeface="Arial"/>
              </a:rPr>
              <a:t>Objetivo</a:t>
            </a:r>
          </a:p>
          <a:p>
            <a:pPr algn="l"/>
            <a:r>
              <a:rPr sz="950" b="0" i="0">
                <a:solidFill>
                  <a:srgbClr val="D6E0F0"/>
                </a:solidFill>
                <a:latin typeface="Arial"/>
              </a:rPr>
              <a:t>vuelve al valor teórico</a:t>
            </a:r>
          </a:p>
        </p:txBody>
      </p:sp>
      <p:sp>
        <p:nvSpPr>
          <p:cNvPr id="31" name="Oval 30"/>
          <p:cNvSpPr/>
          <p:nvPr/>
        </p:nvSpPr>
        <p:spPr>
          <a:xfrm>
            <a:off x="6355080" y="299923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2999232"/>
            <a:ext cx="274320" cy="274320"/>
          </a:xfrm>
          <a:prstGeom prst="rect">
            <a:avLst/>
          </a:prstGeom>
          <a:noFill/>
        </p:spPr>
        <p:txBody>
          <a:bodyPr wrap="square" lIns="0" tIns="0" rIns="0" bIns="0" anchor="ctr">
            <a:spAutoFit/>
          </a:bodyPr>
          <a:lstStyle/>
          <a:p>
            <a:pPr algn="ctr"/>
            <a:r>
              <a:rPr sz="1100" b="1" i="0">
                <a:solidFill>
                  <a:srgbClr val="00205B"/>
                </a:solidFill>
                <a:latin typeface="Michelin"/>
              </a:rPr>
              <a:t>4</a:t>
            </a:r>
          </a:p>
        </p:txBody>
      </p:sp>
      <p:sp>
        <p:nvSpPr>
          <p:cNvPr id="33" name="TextBox 32"/>
          <p:cNvSpPr txBox="1"/>
          <p:nvPr/>
        </p:nvSpPr>
        <p:spPr>
          <a:xfrm>
            <a:off x="6739128" y="2980944"/>
            <a:ext cx="1993392" cy="658368"/>
          </a:xfrm>
          <a:prstGeom prst="rect">
            <a:avLst/>
          </a:prstGeom>
          <a:noFill/>
        </p:spPr>
        <p:txBody>
          <a:bodyPr wrap="square" lIns="0" tIns="0" rIns="0" bIns="0" anchor="t">
            <a:spAutoFit/>
          </a:bodyPr>
          <a:lstStyle/>
          <a:p>
            <a:pPr algn="l"/>
            <a:r>
              <a:rPr sz="1100" b="1" i="0">
                <a:solidFill>
                  <a:srgbClr val="FFFFFF"/>
                </a:solidFill>
                <a:latin typeface="Arial"/>
              </a:rPr>
              <a:t>Sin corrección</a:t>
            </a:r>
          </a:p>
          <a:p>
            <a:pPr algn="l"/>
            <a:r>
              <a:rPr sz="950" b="0" i="0">
                <a:solidFill>
                  <a:srgbClr val="D6E0F0"/>
                </a:solidFill>
                <a:latin typeface="Arial"/>
              </a:rPr>
              <a:t>vuelve a derivar: la prueba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Por qué R4P marca la diferencia</a:t>
            </a:r>
          </a:p>
        </p:txBody>
      </p:sp>
      <p:sp>
        <p:nvSpPr>
          <p:cNvPr id="4" name="TextBox 3"/>
          <p:cNvSpPr txBox="1"/>
          <p:nvPr/>
        </p:nvSpPr>
        <p:spPr>
          <a:xfrm>
            <a:off x="585216" y="696293"/>
            <a:ext cx="4500879" cy="274320"/>
          </a:xfrm>
          <a:prstGeom prst="rect">
            <a:avLst/>
          </a:prstGeom>
          <a:noFill/>
        </p:spPr>
        <p:txBody>
          <a:bodyPr wrap="square" lIns="0" tIns="0" rIns="0" bIns="0" anchor="t">
            <a:spAutoFit/>
          </a:bodyPr>
          <a:lstStyle/>
          <a:p>
            <a:pPr algn="l"/>
            <a:r>
              <a:rPr sz="1050" b="0" i="0" dirty="0" err="1">
                <a:solidFill>
                  <a:srgbClr val="27509B"/>
                </a:solidFill>
                <a:latin typeface="Arial"/>
              </a:rPr>
              <a:t>Qué</a:t>
            </a:r>
            <a:r>
              <a:rPr sz="1050" b="0" i="0" dirty="0">
                <a:solidFill>
                  <a:srgbClr val="27509B"/>
                </a:solidFill>
                <a:latin typeface="Arial"/>
              </a:rPr>
              <a:t> </a:t>
            </a:r>
            <a:r>
              <a:rPr sz="1050" b="0" i="0" dirty="0" err="1">
                <a:solidFill>
                  <a:srgbClr val="27509B"/>
                </a:solidFill>
                <a:latin typeface="Arial"/>
              </a:rPr>
              <a:t>pasa</a:t>
            </a:r>
            <a:r>
              <a:rPr sz="1050" b="0" i="0" dirty="0">
                <a:solidFill>
                  <a:srgbClr val="27509B"/>
                </a:solidFill>
                <a:latin typeface="Arial"/>
              </a:rPr>
              <a:t> </a:t>
            </a:r>
            <a:r>
              <a:rPr sz="1050" b="0" i="0" dirty="0" err="1">
                <a:solidFill>
                  <a:srgbClr val="27509B"/>
                </a:solidFill>
                <a:latin typeface="Arial"/>
              </a:rPr>
              <a:t>cuando</a:t>
            </a:r>
            <a:r>
              <a:rPr sz="1050" b="0" i="0" dirty="0">
                <a:solidFill>
                  <a:srgbClr val="27509B"/>
                </a:solidFill>
                <a:latin typeface="Arial"/>
              </a:rPr>
              <a:t> </a:t>
            </a:r>
            <a:r>
              <a:rPr sz="1050" b="0" i="0" dirty="0" err="1">
                <a:solidFill>
                  <a:srgbClr val="27509B"/>
                </a:solidFill>
                <a:latin typeface="Arial"/>
              </a:rPr>
              <a:t>una</a:t>
            </a:r>
            <a:r>
              <a:rPr sz="1050" b="0" i="0" dirty="0">
                <a:solidFill>
                  <a:srgbClr val="27509B"/>
                </a:solidFill>
                <a:latin typeface="Arial"/>
              </a:rPr>
              <a:t> </a:t>
            </a:r>
            <a:r>
              <a:rPr sz="1050" b="0" i="0" dirty="0" err="1">
                <a:solidFill>
                  <a:srgbClr val="27509B"/>
                </a:solidFill>
                <a:latin typeface="Arial"/>
              </a:rPr>
              <a:t>medida</a:t>
            </a:r>
            <a:r>
              <a:rPr sz="1050" b="0" i="0" dirty="0">
                <a:solidFill>
                  <a:srgbClr val="27509B"/>
                </a:solidFill>
                <a:latin typeface="Arial"/>
              </a:rPr>
              <a:t> </a:t>
            </a:r>
            <a:r>
              <a:rPr sz="1050" b="0" i="0" dirty="0" err="1">
                <a:solidFill>
                  <a:srgbClr val="27509B"/>
                </a:solidFill>
                <a:latin typeface="Arial"/>
              </a:rPr>
              <a:t>empieza</a:t>
            </a:r>
            <a:r>
              <a:rPr sz="1050" b="0" i="0" dirty="0">
                <a:solidFill>
                  <a:srgbClr val="27509B"/>
                </a:solidFill>
                <a:latin typeface="Arial"/>
              </a:rPr>
              <a:t> a </a:t>
            </a:r>
            <a:r>
              <a:rPr sz="1050" b="0" i="0" dirty="0" err="1">
                <a:solidFill>
                  <a:srgbClr val="27509B"/>
                </a:solidFill>
                <a:latin typeface="Arial"/>
              </a:rPr>
              <a:t>derivar</a:t>
            </a:r>
            <a:endParaRPr sz="1050" b="0" i="0" dirty="0">
              <a:solidFill>
                <a:srgbClr val="27509B"/>
              </a:solidFill>
              <a:latin typeface="Arial"/>
            </a:endParaRP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VER</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ENTENDER</a:t>
            </a:r>
          </a:p>
        </p:txBody>
      </p:sp>
      <p:sp>
        <p:nvSpPr>
          <p:cNvPr id="9" name="Oval 8"/>
          <p:cNvSpPr/>
          <p:nvPr/>
        </p:nvSpPr>
        <p:spPr>
          <a:xfrm>
            <a:off x="687628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DECIDIR</a:t>
            </a:r>
          </a:p>
        </p:txBody>
      </p:sp>
      <p:sp>
        <p:nvSpPr>
          <p:cNvPr id="11" name="Oval 10"/>
          <p:cNvSpPr/>
          <p:nvPr/>
        </p:nvSpPr>
        <p:spPr>
          <a:xfrm>
            <a:off x="792784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ANTICIPAR</a:t>
            </a:r>
          </a:p>
        </p:txBody>
      </p:sp>
      <p:sp>
        <p:nvSpPr>
          <p:cNvPr id="13" name="Rectangle 12"/>
          <p:cNvSpPr/>
          <p:nvPr/>
        </p:nvSpPr>
        <p:spPr>
          <a:xfrm>
            <a:off x="585216" y="1005840"/>
            <a:ext cx="8101583" cy="118872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0242" y="1234440"/>
            <a:ext cx="1440281" cy="365760"/>
          </a:xfrm>
          <a:prstGeom prst="rect">
            <a:avLst/>
          </a:prstGeom>
          <a:noFill/>
        </p:spPr>
        <p:txBody>
          <a:bodyPr wrap="square" lIns="0" tIns="0" rIns="0" bIns="0" anchor="t">
            <a:spAutoFit/>
          </a:bodyPr>
          <a:lstStyle/>
          <a:p>
            <a:pPr algn="l"/>
            <a:r>
              <a:rPr sz="1600" b="1" i="0" cap="all">
                <a:solidFill>
                  <a:srgbClr val="6E6E6E"/>
                </a:solidFill>
                <a:latin typeface="Michelin"/>
              </a:rPr>
              <a:t>Sin R4P</a:t>
            </a:r>
          </a:p>
        </p:txBody>
      </p:sp>
      <p:sp>
        <p:nvSpPr>
          <p:cNvPr id="15" name="TextBox 14"/>
          <p:cNvSpPr txBox="1"/>
          <p:nvPr/>
        </p:nvSpPr>
        <p:spPr>
          <a:xfrm>
            <a:off x="720242" y="1645920"/>
            <a:ext cx="1440281" cy="365760"/>
          </a:xfrm>
          <a:prstGeom prst="rect">
            <a:avLst/>
          </a:prstGeom>
          <a:noFill/>
        </p:spPr>
        <p:txBody>
          <a:bodyPr wrap="square" lIns="0" tIns="0" rIns="0" bIns="0" anchor="t">
            <a:spAutoFit/>
          </a:bodyPr>
          <a:lstStyle/>
          <a:p>
            <a:pPr algn="l"/>
            <a:r>
              <a:rPr sz="950" b="0" i="0" dirty="0" err="1">
                <a:solidFill>
                  <a:srgbClr val="6E6E6E"/>
                </a:solidFill>
                <a:latin typeface="Arial"/>
              </a:rPr>
              <a:t>Corrección</a:t>
            </a:r>
            <a:r>
              <a:rPr sz="950" b="0" i="0" dirty="0">
                <a:solidFill>
                  <a:srgbClr val="6E6E6E"/>
                </a:solidFill>
                <a:latin typeface="Arial"/>
              </a:rPr>
              <a:t> manual</a:t>
            </a:r>
          </a:p>
        </p:txBody>
      </p:sp>
      <p:cxnSp>
        <p:nvCxnSpPr>
          <p:cNvPr id="16" name="Connector 15"/>
          <p:cNvCxnSpPr/>
          <p:nvPr/>
        </p:nvCxnSpPr>
        <p:spPr>
          <a:xfrm>
            <a:off x="2250541" y="1417320"/>
            <a:ext cx="495997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17" name="Donut 16"/>
          <p:cNvSpPr/>
          <p:nvPr/>
        </p:nvSpPr>
        <p:spPr>
          <a:xfrm>
            <a:off x="2250541"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Donut 17"/>
          <p:cNvSpPr/>
          <p:nvPr/>
        </p:nvSpPr>
        <p:spPr>
          <a:xfrm>
            <a:off x="2673624"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onut 18"/>
          <p:cNvSpPr/>
          <p:nvPr/>
        </p:nvSpPr>
        <p:spPr>
          <a:xfrm>
            <a:off x="3096707"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onut 19"/>
          <p:cNvSpPr/>
          <p:nvPr/>
        </p:nvSpPr>
        <p:spPr>
          <a:xfrm>
            <a:off x="3519789" y="12618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onut 20"/>
          <p:cNvSpPr/>
          <p:nvPr/>
        </p:nvSpPr>
        <p:spPr>
          <a:xfrm>
            <a:off x="3942872" y="12618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onut 21"/>
          <p:cNvSpPr/>
          <p:nvPr/>
        </p:nvSpPr>
        <p:spPr>
          <a:xfrm>
            <a:off x="4365955"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Donut 22"/>
          <p:cNvSpPr/>
          <p:nvPr/>
        </p:nvSpPr>
        <p:spPr>
          <a:xfrm>
            <a:off x="4789037"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nut 23"/>
          <p:cNvSpPr/>
          <p:nvPr/>
        </p:nvSpPr>
        <p:spPr>
          <a:xfrm>
            <a:off x="5212120"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nut 24"/>
          <p:cNvSpPr/>
          <p:nvPr/>
        </p:nvSpPr>
        <p:spPr>
          <a:xfrm>
            <a:off x="5635203" y="1261872"/>
            <a:ext cx="306059" cy="310896"/>
          </a:xfrm>
          <a:prstGeom prst="donut">
            <a:avLst>
              <a:gd name="adj" fmla="val 28000"/>
            </a:avLst>
          </a:prstGeom>
          <a:solidFill>
            <a:srgbClr val="E300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nut 25"/>
          <p:cNvSpPr/>
          <p:nvPr/>
        </p:nvSpPr>
        <p:spPr>
          <a:xfrm>
            <a:off x="6058286" y="12618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nut 26"/>
          <p:cNvSpPr/>
          <p:nvPr/>
        </p:nvSpPr>
        <p:spPr>
          <a:xfrm>
            <a:off x="6481368"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nut 27"/>
          <p:cNvSpPr/>
          <p:nvPr/>
        </p:nvSpPr>
        <p:spPr>
          <a:xfrm>
            <a:off x="6904451" y="12618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177722"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Empieza la deriva</a:t>
            </a:r>
          </a:p>
        </p:txBody>
      </p:sp>
      <p:sp>
        <p:nvSpPr>
          <p:cNvPr id="30" name="TextBox 29"/>
          <p:cNvSpPr txBox="1"/>
          <p:nvPr/>
        </p:nvSpPr>
        <p:spPr>
          <a:xfrm>
            <a:off x="4023888"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Salta la alerta</a:t>
            </a:r>
          </a:p>
        </p:txBody>
      </p:sp>
      <p:sp>
        <p:nvSpPr>
          <p:cNvPr id="31" name="TextBox 30"/>
          <p:cNvSpPr txBox="1"/>
          <p:nvPr/>
        </p:nvSpPr>
        <p:spPr>
          <a:xfrm>
            <a:off x="4870053"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El técnico llega</a:t>
            </a:r>
          </a:p>
        </p:txBody>
      </p:sp>
      <p:sp>
        <p:nvSpPr>
          <p:cNvPr id="32" name="TextBox 31"/>
          <p:cNvSpPr txBox="1"/>
          <p:nvPr/>
        </p:nvSpPr>
        <p:spPr>
          <a:xfrm>
            <a:off x="5716219" y="1664208"/>
            <a:ext cx="990193" cy="457200"/>
          </a:xfrm>
          <a:prstGeom prst="rect">
            <a:avLst/>
          </a:prstGeom>
          <a:noFill/>
        </p:spPr>
        <p:txBody>
          <a:bodyPr wrap="square" lIns="0" tIns="0" rIns="0" bIns="0" anchor="t">
            <a:spAutoFit/>
          </a:bodyPr>
          <a:lstStyle/>
          <a:p>
            <a:pPr algn="ctr"/>
            <a:r>
              <a:rPr sz="800" b="0" i="0">
                <a:solidFill>
                  <a:srgbClr val="262626"/>
                </a:solidFill>
                <a:latin typeface="Arial"/>
              </a:rPr>
              <a:t>Ajuste manual</a:t>
            </a:r>
          </a:p>
        </p:txBody>
      </p:sp>
      <p:sp>
        <p:nvSpPr>
          <p:cNvPr id="33" name="TextBox 32"/>
          <p:cNvSpPr txBox="1"/>
          <p:nvPr/>
        </p:nvSpPr>
        <p:spPr>
          <a:xfrm>
            <a:off x="7470750" y="1165860"/>
            <a:ext cx="1170228" cy="868680"/>
          </a:xfrm>
          <a:prstGeom prst="rect">
            <a:avLst/>
          </a:prstGeom>
          <a:noFill/>
        </p:spPr>
        <p:txBody>
          <a:bodyPr wrap="square" lIns="0" tIns="0" rIns="0" bIns="0" anchor="ctr">
            <a:spAutoFit/>
          </a:bodyPr>
          <a:lstStyle/>
          <a:p>
            <a:pPr algn="l"/>
            <a:r>
              <a:rPr sz="1000" b="1" i="0" dirty="0" err="1">
                <a:solidFill>
                  <a:srgbClr val="E30013"/>
                </a:solidFill>
                <a:latin typeface="Arial"/>
              </a:rPr>
              <a:t>Neumáticos</a:t>
            </a:r>
            <a:r>
              <a:rPr sz="1000" b="1" i="0" dirty="0">
                <a:solidFill>
                  <a:srgbClr val="E30013"/>
                </a:solidFill>
                <a:latin typeface="Arial"/>
              </a:rPr>
              <a:t> fuera de </a:t>
            </a:r>
            <a:r>
              <a:rPr sz="1000" b="1" i="0" dirty="0" err="1">
                <a:solidFill>
                  <a:srgbClr val="E30013"/>
                </a:solidFill>
                <a:latin typeface="Arial"/>
              </a:rPr>
              <a:t>objetivo</a:t>
            </a:r>
            <a:r>
              <a:rPr sz="1000" b="1" i="0" dirty="0">
                <a:solidFill>
                  <a:srgbClr val="E30013"/>
                </a:solidFill>
                <a:latin typeface="Arial"/>
              </a:rPr>
              <a:t> hasta </a:t>
            </a:r>
            <a:r>
              <a:rPr sz="1000" b="1" i="0" dirty="0" err="1">
                <a:solidFill>
                  <a:srgbClr val="E30013"/>
                </a:solidFill>
                <a:latin typeface="Arial"/>
              </a:rPr>
              <a:t>que</a:t>
            </a:r>
            <a:r>
              <a:rPr sz="1000" b="1" i="0" dirty="0">
                <a:solidFill>
                  <a:srgbClr val="E30013"/>
                </a:solidFill>
                <a:latin typeface="Arial"/>
              </a:rPr>
              <a:t> </a:t>
            </a:r>
            <a:r>
              <a:rPr sz="1000" b="1" i="0" dirty="0" err="1">
                <a:solidFill>
                  <a:srgbClr val="E30013"/>
                </a:solidFill>
                <a:latin typeface="Arial"/>
              </a:rPr>
              <a:t>alguien</a:t>
            </a:r>
            <a:r>
              <a:rPr sz="1000" b="1" i="0" dirty="0">
                <a:solidFill>
                  <a:srgbClr val="E30013"/>
                </a:solidFill>
                <a:latin typeface="Arial"/>
              </a:rPr>
              <a:t> </a:t>
            </a:r>
            <a:r>
              <a:rPr sz="1000" b="1" i="0" dirty="0" err="1">
                <a:solidFill>
                  <a:srgbClr val="E30013"/>
                </a:solidFill>
                <a:latin typeface="Arial"/>
              </a:rPr>
              <a:t>actúa</a:t>
            </a:r>
            <a:endParaRPr sz="1000" b="1" i="0" dirty="0">
              <a:solidFill>
                <a:srgbClr val="E30013"/>
              </a:solidFill>
              <a:latin typeface="Arial"/>
            </a:endParaRPr>
          </a:p>
        </p:txBody>
      </p:sp>
      <p:sp>
        <p:nvSpPr>
          <p:cNvPr id="34" name="Rectangle 33"/>
          <p:cNvSpPr/>
          <p:nvPr/>
        </p:nvSpPr>
        <p:spPr>
          <a:xfrm>
            <a:off x="585216" y="2377440"/>
            <a:ext cx="8101583" cy="1188720"/>
          </a:xfrm>
          <a:prstGeom prst="rect">
            <a:avLst/>
          </a:prstGeom>
          <a:solidFill>
            <a:srgbClr val="E4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0242" y="2606040"/>
            <a:ext cx="1440281" cy="365760"/>
          </a:xfrm>
          <a:prstGeom prst="rect">
            <a:avLst/>
          </a:prstGeom>
          <a:noFill/>
        </p:spPr>
        <p:txBody>
          <a:bodyPr wrap="square" lIns="0" tIns="0" rIns="0" bIns="0" anchor="t">
            <a:spAutoFit/>
          </a:bodyPr>
          <a:lstStyle/>
          <a:p>
            <a:pPr algn="l"/>
            <a:r>
              <a:rPr sz="1600" b="1" i="0" cap="all">
                <a:solidFill>
                  <a:srgbClr val="00205B"/>
                </a:solidFill>
                <a:latin typeface="Michelin"/>
              </a:rPr>
              <a:t>Con R4P</a:t>
            </a:r>
          </a:p>
        </p:txBody>
      </p:sp>
      <p:sp>
        <p:nvSpPr>
          <p:cNvPr id="36" name="TextBox 35"/>
          <p:cNvSpPr txBox="1"/>
          <p:nvPr/>
        </p:nvSpPr>
        <p:spPr>
          <a:xfrm>
            <a:off x="720242" y="3017520"/>
            <a:ext cx="1440281" cy="365760"/>
          </a:xfrm>
          <a:prstGeom prst="rect">
            <a:avLst/>
          </a:prstGeom>
          <a:noFill/>
        </p:spPr>
        <p:txBody>
          <a:bodyPr wrap="square" lIns="0" tIns="0" rIns="0" bIns="0" anchor="t">
            <a:spAutoFit/>
          </a:bodyPr>
          <a:lstStyle/>
          <a:p>
            <a:pPr algn="l"/>
            <a:r>
              <a:rPr sz="950" b="0" i="0">
                <a:solidFill>
                  <a:srgbClr val="27509B"/>
                </a:solidFill>
                <a:latin typeface="Arial"/>
              </a:rPr>
              <a:t>Corrección automática</a:t>
            </a:r>
          </a:p>
        </p:txBody>
      </p:sp>
      <p:cxnSp>
        <p:nvCxnSpPr>
          <p:cNvPr id="37" name="Connector 36"/>
          <p:cNvCxnSpPr/>
          <p:nvPr/>
        </p:nvCxnSpPr>
        <p:spPr>
          <a:xfrm>
            <a:off x="2250541" y="2788920"/>
            <a:ext cx="4959970" cy="0"/>
          </a:xfrm>
          <a:prstGeom prst="line">
            <a:avLst/>
          </a:prstGeom>
          <a:ln w="12700">
            <a:solidFill>
              <a:srgbClr val="BFBFBF"/>
            </a:solidFill>
          </a:ln>
        </p:spPr>
        <p:style>
          <a:lnRef idx="2">
            <a:schemeClr val="accent1"/>
          </a:lnRef>
          <a:fillRef idx="0">
            <a:schemeClr val="accent1"/>
          </a:fillRef>
          <a:effectRef idx="1">
            <a:schemeClr val="accent1"/>
          </a:effectRef>
          <a:fontRef idx="minor">
            <a:schemeClr val="tx1"/>
          </a:fontRef>
        </p:style>
      </p:cxnSp>
      <p:sp>
        <p:nvSpPr>
          <p:cNvPr id="38" name="Donut 37"/>
          <p:cNvSpPr/>
          <p:nvPr/>
        </p:nvSpPr>
        <p:spPr>
          <a:xfrm>
            <a:off x="2250541"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Donut 38"/>
          <p:cNvSpPr/>
          <p:nvPr/>
        </p:nvSpPr>
        <p:spPr>
          <a:xfrm>
            <a:off x="2673624"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Donut 39"/>
          <p:cNvSpPr/>
          <p:nvPr/>
        </p:nvSpPr>
        <p:spPr>
          <a:xfrm>
            <a:off x="3096707"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Donut 40"/>
          <p:cNvSpPr/>
          <p:nvPr/>
        </p:nvSpPr>
        <p:spPr>
          <a:xfrm>
            <a:off x="3519789" y="2633472"/>
            <a:ext cx="306059" cy="310896"/>
          </a:xfrm>
          <a:prstGeom prst="donut">
            <a:avLst>
              <a:gd name="adj" fmla="val 28000"/>
            </a:avLst>
          </a:prstGeom>
          <a:solidFill>
            <a:srgbClr val="F5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Donut 41"/>
          <p:cNvSpPr/>
          <p:nvPr/>
        </p:nvSpPr>
        <p:spPr>
          <a:xfrm>
            <a:off x="3942872"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Donut 42"/>
          <p:cNvSpPr/>
          <p:nvPr/>
        </p:nvSpPr>
        <p:spPr>
          <a:xfrm>
            <a:off x="4365955"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Donut 43"/>
          <p:cNvSpPr/>
          <p:nvPr/>
        </p:nvSpPr>
        <p:spPr>
          <a:xfrm>
            <a:off x="4789037"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onut 44"/>
          <p:cNvSpPr/>
          <p:nvPr/>
        </p:nvSpPr>
        <p:spPr>
          <a:xfrm>
            <a:off x="5212120"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Donut 45"/>
          <p:cNvSpPr/>
          <p:nvPr/>
        </p:nvSpPr>
        <p:spPr>
          <a:xfrm>
            <a:off x="5635203"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onut 46"/>
          <p:cNvSpPr/>
          <p:nvPr/>
        </p:nvSpPr>
        <p:spPr>
          <a:xfrm>
            <a:off x="6058286"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Donut 47"/>
          <p:cNvSpPr/>
          <p:nvPr/>
        </p:nvSpPr>
        <p:spPr>
          <a:xfrm>
            <a:off x="6481368"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Donut 48"/>
          <p:cNvSpPr/>
          <p:nvPr/>
        </p:nvSpPr>
        <p:spPr>
          <a:xfrm>
            <a:off x="6904451" y="2633472"/>
            <a:ext cx="306059" cy="310896"/>
          </a:xfrm>
          <a:prstGeom prst="donut">
            <a:avLst>
              <a:gd name="adj" fmla="val 28000"/>
            </a:avLst>
          </a:prstGeom>
          <a:solidFill>
            <a:srgbClr val="009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177722" y="3035808"/>
            <a:ext cx="990193" cy="457200"/>
          </a:xfrm>
          <a:prstGeom prst="rect">
            <a:avLst/>
          </a:prstGeom>
          <a:noFill/>
        </p:spPr>
        <p:txBody>
          <a:bodyPr wrap="square" lIns="0" tIns="0" rIns="0" bIns="0" anchor="t">
            <a:spAutoFit/>
          </a:bodyPr>
          <a:lstStyle/>
          <a:p>
            <a:pPr algn="ctr"/>
            <a:r>
              <a:rPr sz="800" b="0" i="0">
                <a:solidFill>
                  <a:srgbClr val="00205B"/>
                </a:solidFill>
                <a:latin typeface="Arial"/>
              </a:rPr>
              <a:t>Empieza la deriva</a:t>
            </a:r>
          </a:p>
        </p:txBody>
      </p:sp>
      <p:sp>
        <p:nvSpPr>
          <p:cNvPr id="51" name="Down Arrow 50"/>
          <p:cNvSpPr/>
          <p:nvPr/>
        </p:nvSpPr>
        <p:spPr>
          <a:xfrm>
            <a:off x="3924868" y="2404872"/>
            <a:ext cx="342066" cy="201168"/>
          </a:xfrm>
          <a:prstGeom prst="downArrow">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320946" y="2395728"/>
            <a:ext cx="1980387" cy="228600"/>
          </a:xfrm>
          <a:prstGeom prst="rect">
            <a:avLst/>
          </a:prstGeom>
          <a:noFill/>
        </p:spPr>
        <p:txBody>
          <a:bodyPr wrap="square" lIns="0" tIns="0" rIns="0" bIns="0" anchor="t">
            <a:spAutoFit/>
          </a:bodyPr>
          <a:lstStyle/>
          <a:p>
            <a:pPr algn="l"/>
            <a:r>
              <a:rPr sz="900" b="1" i="0">
                <a:solidFill>
                  <a:srgbClr val="00205B"/>
                </a:solidFill>
                <a:latin typeface="Arial"/>
              </a:rPr>
              <a:t>R4P corrige al instante</a:t>
            </a:r>
          </a:p>
        </p:txBody>
      </p:sp>
      <p:sp>
        <p:nvSpPr>
          <p:cNvPr id="53" name="TextBox 52"/>
          <p:cNvSpPr txBox="1"/>
          <p:nvPr/>
        </p:nvSpPr>
        <p:spPr>
          <a:xfrm>
            <a:off x="7471562" y="2560320"/>
            <a:ext cx="1170228" cy="868680"/>
          </a:xfrm>
          <a:prstGeom prst="rect">
            <a:avLst/>
          </a:prstGeom>
          <a:noFill/>
        </p:spPr>
        <p:txBody>
          <a:bodyPr wrap="square" lIns="0" tIns="0" rIns="0" bIns="0" anchor="ctr">
            <a:spAutoFit/>
          </a:bodyPr>
          <a:lstStyle/>
          <a:p>
            <a:pPr algn="l"/>
            <a:r>
              <a:rPr sz="1000" b="1" i="0">
                <a:solidFill>
                  <a:srgbClr val="00963F"/>
                </a:solidFill>
                <a:latin typeface="Arial"/>
              </a:rPr>
              <a:t>La producción vuelve al objetivo de inmediato</a:t>
            </a:r>
          </a:p>
        </p:txBody>
      </p:sp>
      <p:sp>
        <p:nvSpPr>
          <p:cNvPr id="54" name="Rectangle 53"/>
          <p:cNvSpPr/>
          <p:nvPr/>
        </p:nvSpPr>
        <p:spPr>
          <a:xfrm>
            <a:off x="3465779" y="1207008"/>
            <a:ext cx="2961579" cy="457200"/>
          </a:xfrm>
          <a:prstGeom prst="rect">
            <a:avLst/>
          </a:prstGeom>
          <a:noFill/>
          <a:ln w="19050">
            <a:solidFill>
              <a:srgbClr val="E3001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85216" y="3840480"/>
            <a:ext cx="2610510" cy="73152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7265" y="4081231"/>
            <a:ext cx="2340457" cy="161583"/>
          </a:xfrm>
          <a:prstGeom prst="rect">
            <a:avLst/>
          </a:prstGeom>
          <a:noFill/>
        </p:spPr>
        <p:txBody>
          <a:bodyPr wrap="square" lIns="0" tIns="0" rIns="0" bIns="0" anchor="t">
            <a:spAutoFit/>
          </a:bodyPr>
          <a:lstStyle/>
          <a:p>
            <a:pPr algn="l"/>
            <a:r>
              <a:rPr sz="1050" b="1" i="0" dirty="0">
                <a:solidFill>
                  <a:srgbClr val="FCE500"/>
                </a:solidFill>
                <a:latin typeface="Michelin"/>
              </a:rPr>
              <a:t>Mismas </a:t>
            </a:r>
            <a:r>
              <a:rPr sz="1050" b="1" i="0" dirty="0" err="1">
                <a:solidFill>
                  <a:srgbClr val="FCE500"/>
                </a:solidFill>
                <a:latin typeface="Michelin"/>
              </a:rPr>
              <a:t>reglas</a:t>
            </a:r>
            <a:r>
              <a:rPr sz="1050" b="1" i="0" dirty="0">
                <a:solidFill>
                  <a:srgbClr val="FCE500"/>
                </a:solidFill>
                <a:latin typeface="Michelin"/>
              </a:rPr>
              <a:t> 24/7</a:t>
            </a:r>
          </a:p>
        </p:txBody>
      </p:sp>
      <p:sp>
        <p:nvSpPr>
          <p:cNvPr id="57" name="Rectangle 56"/>
          <p:cNvSpPr/>
          <p:nvPr/>
        </p:nvSpPr>
        <p:spPr>
          <a:xfrm>
            <a:off x="3330752" y="3840480"/>
            <a:ext cx="2610510" cy="73152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492784" y="3904487"/>
            <a:ext cx="2340457" cy="640080"/>
          </a:xfrm>
          <a:prstGeom prst="rect">
            <a:avLst/>
          </a:prstGeom>
          <a:noFill/>
        </p:spPr>
        <p:txBody>
          <a:bodyPr wrap="square" lIns="0" tIns="0" rIns="0" bIns="0" anchor="t">
            <a:spAutoFit/>
          </a:bodyPr>
          <a:lstStyle/>
          <a:p>
            <a:pPr algn="l"/>
            <a:r>
              <a:rPr sz="1050" b="1" i="0">
                <a:solidFill>
                  <a:srgbClr val="FCE500"/>
                </a:solidFill>
                <a:latin typeface="Michelin"/>
              </a:rPr>
              <a:t>Experiencia convertida en reglas</a:t>
            </a:r>
          </a:p>
          <a:p>
            <a:pPr algn="l"/>
            <a:r>
              <a:rPr sz="950" b="0" i="0">
                <a:solidFill>
                  <a:srgbClr val="FFFFFF"/>
                </a:solidFill>
                <a:latin typeface="Arial"/>
              </a:rPr>
              <a:t>Lo que sabe el mejor técnico, aplicado siempre.</a:t>
            </a:r>
          </a:p>
        </p:txBody>
      </p:sp>
      <p:sp>
        <p:nvSpPr>
          <p:cNvPr id="59" name="Rectangle 58"/>
          <p:cNvSpPr/>
          <p:nvPr/>
        </p:nvSpPr>
        <p:spPr>
          <a:xfrm>
            <a:off x="6076289" y="3840480"/>
            <a:ext cx="2610510" cy="73152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238321" y="3904487"/>
            <a:ext cx="2340457" cy="640080"/>
          </a:xfrm>
          <a:prstGeom prst="rect">
            <a:avLst/>
          </a:prstGeom>
          <a:noFill/>
        </p:spPr>
        <p:txBody>
          <a:bodyPr wrap="square" lIns="0" tIns="0" rIns="0" bIns="0" anchor="t">
            <a:spAutoFit/>
          </a:bodyPr>
          <a:lstStyle/>
          <a:p>
            <a:pPr algn="l"/>
            <a:r>
              <a:rPr sz="1050" b="1" i="0">
                <a:solidFill>
                  <a:srgbClr val="FCE500"/>
                </a:solidFill>
                <a:latin typeface="Michelin"/>
              </a:rPr>
              <a:t>Cada decisión, registrada</a:t>
            </a:r>
          </a:p>
          <a:p>
            <a:pPr algn="l"/>
            <a:r>
              <a:rPr sz="950" b="0" i="0">
                <a:solidFill>
                  <a:srgbClr val="FFFFFF"/>
                </a:solidFill>
                <a:latin typeface="Arial"/>
              </a:rPr>
              <a:t>Trazabilidad completa en PI System.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CE500"/>
                </a:solidFill>
              </a:rPr>
              <a:t>04</a:t>
            </a:r>
          </a:p>
          <a:p>
            <a:r>
              <a:t>Anticipar</a:t>
            </a:r>
          </a:p>
        </p:txBody>
      </p:sp>
      <p:sp>
        <p:nvSpPr>
          <p:cNvPr id="3" name="TextBox 2"/>
          <p:cNvSpPr txBox="1"/>
          <p:nvPr/>
        </p:nvSpPr>
        <p:spPr>
          <a:xfrm>
            <a:off x="530352" y="3840480"/>
            <a:ext cx="5486400" cy="365760"/>
          </a:xfrm>
          <a:prstGeom prst="rect">
            <a:avLst/>
          </a:prstGeom>
          <a:noFill/>
        </p:spPr>
        <p:txBody>
          <a:bodyPr wrap="square" lIns="0" tIns="0" rIns="0" bIns="0" anchor="t">
            <a:spAutoFit/>
          </a:bodyPr>
          <a:lstStyle/>
          <a:p>
            <a:pPr algn="l"/>
            <a:r>
              <a:rPr sz="1200" b="0" i="0">
                <a:solidFill>
                  <a:srgbClr val="FFFFFF"/>
                </a:solidFill>
                <a:latin typeface="Arial"/>
              </a:rPr>
              <a:t>Analítica avanzada e inteligencia artificial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Dataiku: de millones de datos a patrones</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Analítica avanzada para entender cada problema de calidad</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VER</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ENTENDER</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DECIDIR</a:t>
            </a:r>
          </a:p>
        </p:txBody>
      </p:sp>
      <p:sp>
        <p:nvSpPr>
          <p:cNvPr id="11" name="Oval 10"/>
          <p:cNvSpPr/>
          <p:nvPr/>
        </p:nvSpPr>
        <p:spPr>
          <a:xfrm>
            <a:off x="792784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ANTICIPAR</a:t>
            </a:r>
          </a:p>
        </p:txBody>
      </p:sp>
      <p:sp>
        <p:nvSpPr>
          <p:cNvPr id="13" name="Pentagon 12"/>
          <p:cNvSpPr/>
          <p:nvPr/>
        </p:nvSpPr>
        <p:spPr>
          <a:xfrm>
            <a:off x="585216" y="960120"/>
            <a:ext cx="2043399" cy="566928"/>
          </a:xfrm>
          <a:prstGeom prst="homePlate">
            <a:avLst>
              <a:gd name="adj" fmla="val 28000"/>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0242"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01  Unir</a:t>
            </a:r>
          </a:p>
        </p:txBody>
      </p:sp>
      <p:sp>
        <p:nvSpPr>
          <p:cNvPr id="15" name="TextBox 14"/>
          <p:cNvSpPr txBox="1"/>
          <p:nvPr/>
        </p:nvSpPr>
        <p:spPr>
          <a:xfrm>
            <a:off x="720242"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Medidas PI, imágenes y resultados de calidad (IQF)</a:t>
            </a:r>
          </a:p>
        </p:txBody>
      </p:sp>
      <p:sp>
        <p:nvSpPr>
          <p:cNvPr id="16" name="Chevron 15"/>
          <p:cNvSpPr/>
          <p:nvPr/>
        </p:nvSpPr>
        <p:spPr>
          <a:xfrm>
            <a:off x="2637617" y="960120"/>
            <a:ext cx="2043399" cy="566928"/>
          </a:xfrm>
          <a:prstGeom prst="chevron">
            <a:avLst>
              <a:gd name="adj" fmla="val 28000"/>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79684"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02  Explorar</a:t>
            </a:r>
          </a:p>
        </p:txBody>
      </p:sp>
      <p:sp>
        <p:nvSpPr>
          <p:cNvPr id="18" name="TextBox 17"/>
          <p:cNvSpPr txBox="1"/>
          <p:nvPr/>
        </p:nvSpPr>
        <p:spPr>
          <a:xfrm>
            <a:off x="2772643"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Correlaciones entre parámetros, puestos y turnos</a:t>
            </a:r>
          </a:p>
        </p:txBody>
      </p:sp>
      <p:sp>
        <p:nvSpPr>
          <p:cNvPr id="19" name="Chevron 18"/>
          <p:cNvSpPr/>
          <p:nvPr/>
        </p:nvSpPr>
        <p:spPr>
          <a:xfrm>
            <a:off x="4690018" y="960120"/>
            <a:ext cx="2043399" cy="566928"/>
          </a:xfrm>
          <a:prstGeom prst="chevron">
            <a:avLst>
              <a:gd name="adj" fmla="val 28000"/>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32085"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03  Descubrir</a:t>
            </a:r>
          </a:p>
        </p:txBody>
      </p:sp>
      <p:sp>
        <p:nvSpPr>
          <p:cNvPr id="21" name="TextBox 20"/>
          <p:cNvSpPr txBox="1"/>
          <p:nvPr/>
        </p:nvSpPr>
        <p:spPr>
          <a:xfrm>
            <a:off x="4825044"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Patrones que se repiten antes de una deriva</a:t>
            </a:r>
          </a:p>
        </p:txBody>
      </p:sp>
      <p:sp>
        <p:nvSpPr>
          <p:cNvPr id="22" name="Chevron 21"/>
          <p:cNvSpPr/>
          <p:nvPr/>
        </p:nvSpPr>
        <p:spPr>
          <a:xfrm>
            <a:off x="6742419" y="960120"/>
            <a:ext cx="2043399" cy="566928"/>
          </a:xfrm>
          <a:prstGeom prst="chevron">
            <a:avLst>
              <a:gd name="adj" fmla="val 28000"/>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84486" y="960120"/>
            <a:ext cx="1485290" cy="566928"/>
          </a:xfrm>
          <a:prstGeom prst="rect">
            <a:avLst/>
          </a:prstGeom>
          <a:noFill/>
        </p:spPr>
        <p:txBody>
          <a:bodyPr wrap="square" lIns="0" tIns="0" rIns="0" bIns="0" anchor="ctr">
            <a:spAutoFit/>
          </a:bodyPr>
          <a:lstStyle/>
          <a:p>
            <a:pPr algn="l"/>
            <a:r>
              <a:rPr sz="1100" b="1" i="0" cap="all">
                <a:solidFill>
                  <a:srgbClr val="FFFFFF"/>
                </a:solidFill>
                <a:latin typeface="Michelin"/>
              </a:rPr>
              <a:t>04  Actuar</a:t>
            </a:r>
          </a:p>
        </p:txBody>
      </p:sp>
      <p:sp>
        <p:nvSpPr>
          <p:cNvPr id="24" name="TextBox 23"/>
          <p:cNvSpPr txBox="1"/>
          <p:nvPr/>
        </p:nvSpPr>
        <p:spPr>
          <a:xfrm>
            <a:off x="6877446" y="1645920"/>
            <a:ext cx="1665325" cy="685800"/>
          </a:xfrm>
          <a:prstGeom prst="rect">
            <a:avLst/>
          </a:prstGeom>
          <a:noFill/>
        </p:spPr>
        <p:txBody>
          <a:bodyPr wrap="square" lIns="0" tIns="0" rIns="0" bIns="0" anchor="t">
            <a:spAutoFit/>
          </a:bodyPr>
          <a:lstStyle/>
          <a:p>
            <a:pPr algn="l"/>
            <a:r>
              <a:rPr sz="1050" b="0" i="0">
                <a:solidFill>
                  <a:srgbClr val="262626"/>
                </a:solidFill>
                <a:latin typeface="Arial"/>
              </a:rPr>
              <a:t>Nuevas reglas, alertas y mejoras de proceso</a:t>
            </a:r>
          </a:p>
        </p:txBody>
      </p:sp>
      <p:sp>
        <p:nvSpPr>
          <p:cNvPr id="25" name="Rectangle 24"/>
          <p:cNvSpPr/>
          <p:nvPr/>
        </p:nvSpPr>
        <p:spPr>
          <a:xfrm>
            <a:off x="585216" y="2560320"/>
            <a:ext cx="8101583" cy="196596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5268" y="2724912"/>
            <a:ext cx="2700528" cy="274320"/>
          </a:xfrm>
          <a:prstGeom prst="rect">
            <a:avLst/>
          </a:prstGeom>
          <a:noFill/>
        </p:spPr>
        <p:txBody>
          <a:bodyPr wrap="square" lIns="0" tIns="0" rIns="0" bIns="0" anchor="t">
            <a:spAutoFit/>
          </a:bodyPr>
          <a:lstStyle/>
          <a:p>
            <a:pPr algn="l"/>
            <a:r>
              <a:rPr sz="1000" b="1" i="0" cap="all">
                <a:solidFill>
                  <a:srgbClr val="27509B"/>
                </a:solidFill>
                <a:latin typeface="Michelin"/>
              </a:rPr>
              <a:t>Una pregunta típica</a:t>
            </a:r>
          </a:p>
        </p:txBody>
      </p:sp>
      <p:sp>
        <p:nvSpPr>
          <p:cNvPr id="27" name="TextBox 26"/>
          <p:cNvSpPr txBox="1"/>
          <p:nvPr/>
        </p:nvSpPr>
        <p:spPr>
          <a:xfrm>
            <a:off x="855268" y="3035808"/>
            <a:ext cx="3600703" cy="1280160"/>
          </a:xfrm>
          <a:prstGeom prst="rect">
            <a:avLst/>
          </a:prstGeom>
          <a:noFill/>
        </p:spPr>
        <p:txBody>
          <a:bodyPr wrap="square" lIns="0" tIns="0" rIns="0" bIns="0" anchor="t">
            <a:spAutoFit/>
          </a:bodyPr>
          <a:lstStyle/>
          <a:p>
            <a:pPr algn="l"/>
            <a:r>
              <a:rPr sz="1500" b="1" i="0">
                <a:solidFill>
                  <a:srgbClr val="00205B"/>
                </a:solidFill>
                <a:latin typeface="Michelin"/>
              </a:rPr>
              <a:t>«¿Qué tienen en común los neumáticos en los que la soldadura empezó a derivar?»</a:t>
            </a:r>
          </a:p>
        </p:txBody>
      </p:sp>
      <p:sp>
        <p:nvSpPr>
          <p:cNvPr id="28" name="TextBox 27"/>
          <p:cNvSpPr txBox="1"/>
          <p:nvPr/>
        </p:nvSpPr>
        <p:spPr>
          <a:xfrm>
            <a:off x="4816043" y="2724912"/>
            <a:ext cx="3600703" cy="274320"/>
          </a:xfrm>
          <a:prstGeom prst="rect">
            <a:avLst/>
          </a:prstGeom>
          <a:noFill/>
        </p:spPr>
        <p:txBody>
          <a:bodyPr wrap="square" lIns="0" tIns="0" rIns="0" bIns="0" anchor="t">
            <a:spAutoFit/>
          </a:bodyPr>
          <a:lstStyle/>
          <a:p>
            <a:pPr algn="l"/>
            <a:r>
              <a:rPr sz="1000" b="1" i="0" cap="all">
                <a:solidFill>
                  <a:srgbClr val="27509B"/>
                </a:solidFill>
                <a:latin typeface="Michelin"/>
              </a:rPr>
              <a:t>Lo que responde Dataiku</a:t>
            </a:r>
          </a:p>
        </p:txBody>
      </p:sp>
      <p:sp>
        <p:nvSpPr>
          <p:cNvPr id="29" name="TextBox 28"/>
          <p:cNvSpPr txBox="1"/>
          <p:nvPr/>
        </p:nvSpPr>
        <p:spPr>
          <a:xfrm>
            <a:off x="4816043" y="3035808"/>
            <a:ext cx="3690721" cy="1371600"/>
          </a:xfrm>
          <a:prstGeom prst="rect">
            <a:avLst/>
          </a:prstGeom>
          <a:noFill/>
        </p:spPr>
        <p:txBody>
          <a:bodyPr wrap="square" lIns="0" tIns="0" rIns="0" bIns="0" anchor="t">
            <a:spAutoFit/>
          </a:bodyPr>
          <a:lstStyle/>
          <a:p>
            <a:pPr marL="182880" indent="-182880" algn="l">
              <a:spcAft>
                <a:spcPts val="400"/>
              </a:spcAft>
              <a:buClr>
                <a:srgbClr val="FCE500"/>
              </a:buClr>
              <a:buSzPct val="100000"/>
              <a:buFont typeface="Wingdings"/>
              <a:buChar char="§"/>
            </a:pPr>
            <a:r>
              <a:rPr sz="1100" b="0" i="0">
                <a:solidFill>
                  <a:srgbClr val="262626"/>
                </a:solidFill>
                <a:latin typeface="Arial"/>
              </a:rPr>
              <a:t>Qué parámetros se movieron antes</a:t>
            </a:r>
          </a:p>
          <a:p>
            <a:pPr marL="182880" indent="-182880" algn="l">
              <a:spcAft>
                <a:spcPts val="400"/>
              </a:spcAft>
              <a:buClr>
                <a:srgbClr val="FCE500"/>
              </a:buClr>
              <a:buSzPct val="100000"/>
              <a:buFont typeface="Wingdings"/>
              <a:buChar char="§"/>
            </a:pPr>
            <a:r>
              <a:rPr sz="1100" b="0" i="0">
                <a:solidFill>
                  <a:srgbClr val="262626"/>
                </a:solidFill>
                <a:latin typeface="Arial"/>
              </a:rPr>
              <a:t>En qué puestos, turnos o lotes se concentra</a:t>
            </a:r>
          </a:p>
          <a:p>
            <a:pPr marL="182880" indent="-182880" algn="l">
              <a:spcAft>
                <a:spcPts val="400"/>
              </a:spcAft>
              <a:buClr>
                <a:srgbClr val="FCE500"/>
              </a:buClr>
              <a:buSzPct val="100000"/>
              <a:buFont typeface="Wingdings"/>
              <a:buChar char="§"/>
            </a:pPr>
            <a:r>
              <a:rPr sz="1100" b="0" i="0">
                <a:solidFill>
                  <a:srgbClr val="262626"/>
                </a:solidFill>
                <a:latin typeface="Arial"/>
              </a:rPr>
              <a:t>Qué regla nueva lo habría evitado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6949440" cy="411480"/>
          </a:xfrm>
        </p:spPr>
        <p:txBody>
          <a:bodyPr anchor="ctr"/>
          <a:lstStyle/>
          <a:p>
            <a:r>
              <a:rPr sz="1800"/>
              <a:t>IA sobre nuestras imágenes láser</a:t>
            </a:r>
          </a:p>
        </p:txBody>
      </p:sp>
      <p:sp>
        <p:nvSpPr>
          <p:cNvPr id="3" name="TextBox 2"/>
          <p:cNvSpPr txBox="1"/>
          <p:nvPr/>
        </p:nvSpPr>
        <p:spPr>
          <a:xfrm>
            <a:off x="457200" y="621792"/>
            <a:ext cx="4572000" cy="256032"/>
          </a:xfrm>
          <a:prstGeom prst="rect">
            <a:avLst/>
          </a:prstGeom>
          <a:noFill/>
        </p:spPr>
        <p:txBody>
          <a:bodyPr wrap="square" lIns="0" rIns="0" tIns="0" bIns="0" anchor="t">
            <a:spAutoFit/>
          </a:bodyPr>
          <a:lstStyle/>
          <a:p>
            <a:pPr algn="l"/>
            <a:r>
              <a:rPr sz="1050" b="0" i="0">
                <a:solidFill>
                  <a:srgbClr val="FCE500"/>
                </a:solidFill>
                <a:latin typeface="Arial"/>
              </a:rPr>
              <a:t>El láser mide; la IA reconoce lo que no se puede medir con una cota</a:t>
            </a:r>
          </a:p>
        </p:txBody>
      </p:sp>
      <p:sp>
        <p:nvSpPr>
          <p:cNvPr id="4" name="Oval 3"/>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2936" y="621792"/>
            <a:ext cx="566928" cy="201168"/>
          </a:xfrm>
          <a:prstGeom prst="rect">
            <a:avLst/>
          </a:prstGeom>
          <a:noFill/>
        </p:spPr>
        <p:txBody>
          <a:bodyPr wrap="square" lIns="0" rIns="0" tIns="0" bIns="0" anchor="t">
            <a:spAutoFit/>
          </a:bodyPr>
          <a:lstStyle/>
          <a:p>
            <a:pPr algn="l"/>
            <a:r>
              <a:rPr sz="750" b="0" i="0">
                <a:solidFill>
                  <a:srgbClr val="9FB3D6"/>
                </a:solidFill>
                <a:latin typeface="Michelin"/>
              </a:rPr>
              <a:t>VER</a:t>
            </a:r>
          </a:p>
        </p:txBody>
      </p:sp>
      <p:sp>
        <p:nvSpPr>
          <p:cNvPr id="6" name="Oval 5"/>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52744"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ENTENDER</a:t>
            </a:r>
          </a:p>
        </p:txBody>
      </p:sp>
      <p:sp>
        <p:nvSpPr>
          <p:cNvPr id="8" name="Oval 7"/>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3"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DECIDIR</a:t>
            </a:r>
          </a:p>
        </p:txBody>
      </p:sp>
      <p:sp>
        <p:nvSpPr>
          <p:cNvPr id="10" name="Oval 9"/>
          <p:cNvSpPr/>
          <p:nvPr/>
        </p:nvSpPr>
        <p:spPr>
          <a:xfrm>
            <a:off x="792784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55864" y="621792"/>
            <a:ext cx="868680" cy="201168"/>
          </a:xfrm>
          <a:prstGeom prst="rect">
            <a:avLst/>
          </a:prstGeom>
          <a:noFill/>
        </p:spPr>
        <p:txBody>
          <a:bodyPr wrap="square" lIns="0" rIns="0" tIns="0" bIns="0" anchor="t">
            <a:spAutoFit/>
          </a:bodyPr>
          <a:lstStyle/>
          <a:p>
            <a:pPr algn="l"/>
            <a:r>
              <a:rPr sz="750" b="1" i="0">
                <a:solidFill>
                  <a:srgbClr val="FCE500"/>
                </a:solidFill>
                <a:latin typeface="Michelin"/>
              </a:rPr>
              <a:t>ANTICIPAR</a:t>
            </a:r>
          </a:p>
        </p:txBody>
      </p:sp>
      <p:sp>
        <p:nvSpPr>
          <p:cNvPr id="12" name="Rectangle 11"/>
          <p:cNvSpPr/>
          <p:nvPr/>
        </p:nvSpPr>
        <p:spPr>
          <a:xfrm>
            <a:off x="457200" y="1005840"/>
            <a:ext cx="3291840" cy="3063240"/>
          </a:xfrm>
          <a:prstGeom prst="rect">
            <a:avLst/>
          </a:prstGeom>
          <a:solidFill>
            <a:srgbClr val="0020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1097280"/>
            <a:ext cx="3017520" cy="274320"/>
          </a:xfrm>
          <a:prstGeom prst="rect">
            <a:avLst/>
          </a:prstGeom>
          <a:noFill/>
        </p:spPr>
        <p:txBody>
          <a:bodyPr wrap="square" lIns="0" rIns="0" tIns="0" bIns="0" anchor="t">
            <a:spAutoFit/>
          </a:bodyPr>
          <a:lstStyle/>
          <a:p>
            <a:pPr algn="l"/>
            <a:r>
              <a:rPr sz="1100" b="1" i="0">
                <a:solidFill>
                  <a:srgbClr val="FCE500"/>
                </a:solidFill>
                <a:latin typeface="Michelin"/>
              </a:rPr>
              <a:t>MEDIR · LÁSER Y COTAS</a:t>
            </a:r>
          </a:p>
        </p:txBody>
      </p:sp>
      <p:sp>
        <p:nvSpPr>
          <p:cNvPr id="14" name="Rectangle 13"/>
          <p:cNvSpPr/>
          <p:nvPr/>
        </p:nvSpPr>
        <p:spPr>
          <a:xfrm>
            <a:off x="621792" y="1417320"/>
            <a:ext cx="2962656" cy="173736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jpg"/>
          <p:cNvPicPr>
            <a:picLocks noChangeAspect="1"/>
          </p:cNvPicPr>
          <p:nvPr/>
        </p:nvPicPr>
        <p:blipFill>
          <a:blip r:embed="rId3"/>
          <a:stretch>
            <a:fillRect/>
          </a:stretch>
        </p:blipFill>
        <p:spPr>
          <a:xfrm>
            <a:off x="775817" y="1444752"/>
            <a:ext cx="2654604" cy="1682496"/>
          </a:xfrm>
          <a:prstGeom prst="rect">
            <a:avLst/>
          </a:prstGeom>
        </p:spPr>
      </p:pic>
      <p:sp>
        <p:nvSpPr>
          <p:cNvPr id="16" name="TextBox 15"/>
          <p:cNvSpPr txBox="1"/>
          <p:nvPr/>
        </p:nvSpPr>
        <p:spPr>
          <a:xfrm>
            <a:off x="621792" y="3246120"/>
            <a:ext cx="2962656" cy="777240"/>
          </a:xfrm>
          <a:prstGeom prst="rect">
            <a:avLst/>
          </a:prstGeom>
          <a:noFill/>
        </p:spPr>
        <p:txBody>
          <a:bodyPr wrap="square" lIns="0" rIns="0" tIns="0" bIns="0" anchor="t">
            <a:spAutoFit/>
          </a:bodyPr>
          <a:lstStyle/>
          <a:p>
            <a:pPr algn="l"/>
            <a:r>
              <a:rPr sz="1000" b="1" i="0">
                <a:solidFill>
                  <a:srgbClr val="FFFFFF"/>
                </a:solidFill>
                <a:latin typeface="Arial"/>
              </a:rPr>
              <a:t>Hoy y siempre. </a:t>
            </a:r>
          </a:p>
          <a:p>
            <a:pPr algn="l"/>
            <a:r>
              <a:rPr sz="1000" b="0" i="0">
                <a:solidFill>
                  <a:srgbClr val="D6E0F0"/>
                </a:solidFill>
                <a:latin typeface="Arial"/>
              </a:rPr>
              <a:t>Anchura, trusquín, centrado y soldadura, con sus tolerancias.</a:t>
            </a:r>
          </a:p>
        </p:txBody>
      </p:sp>
      <p:sp>
        <p:nvSpPr>
          <p:cNvPr id="17" name="TextBox 16"/>
          <p:cNvSpPr txBox="1"/>
          <p:nvPr/>
        </p:nvSpPr>
        <p:spPr>
          <a:xfrm>
            <a:off x="3794759" y="2240280"/>
            <a:ext cx="365760" cy="457200"/>
          </a:xfrm>
          <a:prstGeom prst="rect">
            <a:avLst/>
          </a:prstGeom>
          <a:noFill/>
        </p:spPr>
        <p:txBody>
          <a:bodyPr wrap="square" lIns="0" rIns="0" tIns="0" bIns="0" anchor="ctr">
            <a:spAutoFit/>
          </a:bodyPr>
          <a:lstStyle/>
          <a:p>
            <a:pPr algn="ctr"/>
            <a:r>
              <a:rPr sz="3000" b="1" i="0">
                <a:solidFill>
                  <a:srgbClr val="FCE500"/>
                </a:solidFill>
                <a:latin typeface="Michelin"/>
              </a:rPr>
              <a:t>+</a:t>
            </a:r>
          </a:p>
        </p:txBody>
      </p:sp>
      <p:sp>
        <p:nvSpPr>
          <p:cNvPr id="18" name="Rectangle 17"/>
          <p:cNvSpPr/>
          <p:nvPr/>
        </p:nvSpPr>
        <p:spPr>
          <a:xfrm>
            <a:off x="4206240" y="1005840"/>
            <a:ext cx="3154680" cy="3063240"/>
          </a:xfrm>
          <a:prstGeom prst="rect">
            <a:avLst/>
          </a:prstGeom>
          <a:solidFill>
            <a:srgbClr val="00205B"/>
          </a:solidFill>
          <a:ln w="9525">
            <a:solidFill>
              <a:srgbClr val="FCE5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0831" y="1097280"/>
            <a:ext cx="2880360" cy="274320"/>
          </a:xfrm>
          <a:prstGeom prst="rect">
            <a:avLst/>
          </a:prstGeom>
          <a:noFill/>
        </p:spPr>
        <p:txBody>
          <a:bodyPr wrap="square" lIns="0" rIns="0" tIns="0" bIns="0" anchor="t">
            <a:spAutoFit/>
          </a:bodyPr>
          <a:lstStyle/>
          <a:p>
            <a:pPr algn="l"/>
            <a:r>
              <a:rPr sz="1100" b="1" i="0">
                <a:solidFill>
                  <a:srgbClr val="FCE500"/>
                </a:solidFill>
                <a:latin typeface="Michelin"/>
              </a:rPr>
              <a:t>RECONOCER · IA</a:t>
            </a:r>
          </a:p>
        </p:txBody>
      </p:sp>
      <p:pic>
        <p:nvPicPr>
          <p:cNvPr id="20" name="Picture 19" descr="ai_strip.jpg"/>
          <p:cNvPicPr>
            <a:picLocks noChangeAspect="1"/>
          </p:cNvPicPr>
          <p:nvPr/>
        </p:nvPicPr>
        <p:blipFill>
          <a:blip r:embed="rId4"/>
          <a:stretch>
            <a:fillRect/>
          </a:stretch>
        </p:blipFill>
        <p:spPr>
          <a:xfrm>
            <a:off x="4370831" y="1468744"/>
            <a:ext cx="2825496" cy="400070"/>
          </a:xfrm>
          <a:prstGeom prst="rect">
            <a:avLst/>
          </a:prstGeom>
        </p:spPr>
      </p:pic>
      <p:sp>
        <p:nvSpPr>
          <p:cNvPr id="21" name="TextBox 20"/>
          <p:cNvSpPr txBox="1"/>
          <p:nvPr/>
        </p:nvSpPr>
        <p:spPr>
          <a:xfrm>
            <a:off x="4370831" y="2011680"/>
            <a:ext cx="2825496" cy="274320"/>
          </a:xfrm>
          <a:prstGeom prst="rect">
            <a:avLst/>
          </a:prstGeom>
          <a:noFill/>
        </p:spPr>
        <p:txBody>
          <a:bodyPr wrap="square" lIns="0" rIns="0" tIns="0" bIns="0" anchor="t">
            <a:spAutoFit/>
          </a:bodyPr>
          <a:lstStyle/>
          <a:p>
            <a:pPr algn="l"/>
            <a:r>
              <a:rPr sz="1000" b="1" i="0">
                <a:solidFill>
                  <a:srgbClr val="FFFFFF"/>
                </a:solidFill>
                <a:latin typeface="Arial"/>
              </a:rPr>
              <a:t>Lo que no tiene cota:</a:t>
            </a:r>
          </a:p>
        </p:txBody>
      </p:sp>
      <p:sp>
        <p:nvSpPr>
          <p:cNvPr id="22" name="TextBox 21"/>
          <p:cNvSpPr txBox="1"/>
          <p:nvPr/>
        </p:nvSpPr>
        <p:spPr>
          <a:xfrm>
            <a:off x="4370831" y="2304288"/>
            <a:ext cx="2825496" cy="1371600"/>
          </a:xfrm>
          <a:prstGeom prst="rect">
            <a:avLst/>
          </a:prstGeom>
          <a:noFill/>
        </p:spPr>
        <p:txBody>
          <a:bodyPr wrap="square" lIns="0" rIns="0" tIns="0" bIns="0" anchor="t">
            <a:spAutoFit/>
          </a:bodyPr>
          <a:lstStyle/>
          <a:p>
            <a:pPr algn="l" marL="182880" indent="-182880">
              <a:spcAft>
                <a:spcPts val="400"/>
              </a:spcAft>
              <a:buClr>
                <a:srgbClr val="FCE500"/>
              </a:buClr>
              <a:buSzPct val="100000"/>
              <a:buFont typeface="Wingdings"/>
              <a:buChar char="§"/>
            </a:pPr>
            <a:r>
              <a:rPr sz="1050" b="0" i="0">
                <a:solidFill>
                  <a:srgbClr val="FFFFFF"/>
                </a:solidFill>
                <a:latin typeface="Arial"/>
              </a:rPr>
              <a:t>Rugosidades y textura de la superficie</a:t>
            </a:r>
          </a:p>
          <a:p>
            <a:pPr algn="l" marL="182880" indent="-182880">
              <a:spcAft>
                <a:spcPts val="400"/>
              </a:spcAft>
              <a:buClr>
                <a:srgbClr val="FCE500"/>
              </a:buClr>
              <a:buSzPct val="100000"/>
              <a:buFont typeface="Wingdings"/>
              <a:buChar char="§"/>
            </a:pPr>
            <a:r>
              <a:rPr sz="1050" b="0" i="0">
                <a:solidFill>
                  <a:srgbClr val="FFFFFF"/>
                </a:solidFill>
                <a:latin typeface="Arial"/>
              </a:rPr>
              <a:t>Posibles materias extrañas</a:t>
            </a:r>
          </a:p>
          <a:p>
            <a:pPr algn="l" marL="182880" indent="-182880">
              <a:spcAft>
                <a:spcPts val="400"/>
              </a:spcAft>
              <a:buClr>
                <a:srgbClr val="FCE500"/>
              </a:buClr>
              <a:buSzPct val="100000"/>
              <a:buFont typeface="Wingdings"/>
              <a:buChar char="§"/>
            </a:pPr>
            <a:r>
              <a:rPr sz="1050" b="0" i="0">
                <a:solidFill>
                  <a:srgbClr val="FFFFFF"/>
                </a:solidFill>
                <a:latin typeface="Arial"/>
              </a:rPr>
              <a:t>Goma mal dispersa</a:t>
            </a:r>
          </a:p>
          <a:p>
            <a:pPr algn="l" marL="182880" indent="-182880">
              <a:spcAft>
                <a:spcPts val="400"/>
              </a:spcAft>
              <a:buClr>
                <a:srgbClr val="FCE500"/>
              </a:buClr>
              <a:buSzPct val="100000"/>
              <a:buFont typeface="Wingdings"/>
              <a:buChar char="§"/>
            </a:pPr>
            <a:r>
              <a:rPr sz="1050" b="0" i="0">
                <a:solidFill>
                  <a:srgbClr val="FFFFFF"/>
                </a:solidFill>
                <a:latin typeface="Arial"/>
              </a:rPr>
              <a:t>Otras características del producto</a:t>
            </a:r>
          </a:p>
        </p:txBody>
      </p:sp>
      <p:sp>
        <p:nvSpPr>
          <p:cNvPr id="23" name="TextBox 22"/>
          <p:cNvSpPr txBox="1"/>
          <p:nvPr/>
        </p:nvSpPr>
        <p:spPr>
          <a:xfrm>
            <a:off x="4370831" y="3611880"/>
            <a:ext cx="2825496" cy="411480"/>
          </a:xfrm>
          <a:prstGeom prst="rect">
            <a:avLst/>
          </a:prstGeom>
          <a:noFill/>
        </p:spPr>
        <p:txBody>
          <a:bodyPr wrap="square" lIns="0" rIns="0" tIns="0" bIns="0" anchor="t">
            <a:spAutoFit/>
          </a:bodyPr>
          <a:lstStyle/>
          <a:p>
            <a:pPr algn="l"/>
            <a:r>
              <a:rPr sz="900" b="0" i="0">
                <a:solidFill>
                  <a:srgbClr val="D6E0F0"/>
                </a:solidFill>
                <a:latin typeface="Arial"/>
              </a:rPr>
              <a:t>Aprende cómo es un producto correcto y señala lo que se sale de lo normal.</a:t>
            </a:r>
          </a:p>
        </p:txBody>
      </p:sp>
      <p:sp>
        <p:nvSpPr>
          <p:cNvPr id="24" name="Rectangle 23"/>
          <p:cNvSpPr/>
          <p:nvPr/>
        </p:nvSpPr>
        <p:spPr>
          <a:xfrm>
            <a:off x="457200" y="4206240"/>
            <a:ext cx="6903720" cy="365760"/>
          </a:xfrm>
          <a:prstGeom prst="rect">
            <a:avLst/>
          </a:prstGeom>
          <a:solidFill>
            <a:srgbClr val="001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206240"/>
            <a:ext cx="6675120" cy="365760"/>
          </a:xfrm>
          <a:prstGeom prst="rect">
            <a:avLst/>
          </a:prstGeom>
          <a:noFill/>
        </p:spPr>
        <p:txBody>
          <a:bodyPr wrap="square" lIns="0" rIns="0" tIns="0" bIns="0" anchor="ctr">
            <a:spAutoFit/>
          </a:bodyPr>
          <a:lstStyle/>
          <a:p>
            <a:pPr algn="l"/>
            <a:r>
              <a:rPr sz="1000" b="1" i="0">
                <a:solidFill>
                  <a:srgbClr val="FCE500"/>
                </a:solidFill>
                <a:latin typeface="Arial"/>
              </a:rPr>
              <a:t>La base ya existe: </a:t>
            </a:r>
            <a:r>
              <a:rPr sz="1000" b="0" i="0">
                <a:solidFill>
                  <a:srgbClr val="FFFFFF"/>
                </a:solidFill>
                <a:latin typeface="Arial"/>
              </a:rPr>
              <a:t>miles de imágenes reales archivadas en PI, asociadas a sus medidas y alertas.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Dominio del proceso y mejora continua</a:t>
            </a:r>
          </a:p>
        </p:txBody>
      </p:sp>
      <p:sp>
        <p:nvSpPr>
          <p:cNvPr id="4" name="TextBox 3"/>
          <p:cNvSpPr txBox="1"/>
          <p:nvPr/>
        </p:nvSpPr>
        <p:spPr>
          <a:xfrm>
            <a:off x="585216" y="585216"/>
            <a:ext cx="4500879" cy="274320"/>
          </a:xfrm>
          <a:prstGeom prst="rect">
            <a:avLst/>
          </a:prstGeom>
          <a:noFill/>
        </p:spPr>
        <p:txBody>
          <a:bodyPr wrap="square" lIns="0" tIns="0" rIns="0" bIns="0" anchor="t">
            <a:spAutoFit/>
          </a:bodyPr>
          <a:lstStyle/>
          <a:p>
            <a:pPr algn="l"/>
            <a:r>
              <a:rPr sz="1050" b="0" i="0">
                <a:solidFill>
                  <a:srgbClr val="27509B"/>
                </a:solidFill>
                <a:latin typeface="Arial"/>
              </a:rPr>
              <a:t>Cada vuelta del ciclo nos hace un poco mejores</a:t>
            </a:r>
          </a:p>
        </p:txBody>
      </p:sp>
      <p:sp>
        <p:nvSpPr>
          <p:cNvPr id="5" name="Oval 4"/>
          <p:cNvSpPr/>
          <p:nvPr/>
        </p:nvSpPr>
        <p:spPr>
          <a:xfrm>
            <a:off x="5074920"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02936" y="621792"/>
            <a:ext cx="566928" cy="201168"/>
          </a:xfrm>
          <a:prstGeom prst="rect">
            <a:avLst/>
          </a:prstGeom>
          <a:noFill/>
        </p:spPr>
        <p:txBody>
          <a:bodyPr wrap="square" lIns="0" tIns="0" rIns="0" bIns="0" anchor="t">
            <a:spAutoFit/>
          </a:bodyPr>
          <a:lstStyle/>
          <a:p>
            <a:pPr algn="l"/>
            <a:r>
              <a:rPr sz="750" b="0" i="0">
                <a:solidFill>
                  <a:srgbClr val="A6A6A6"/>
                </a:solidFill>
                <a:latin typeface="Michelin"/>
              </a:rPr>
              <a:t>VER</a:t>
            </a:r>
          </a:p>
        </p:txBody>
      </p:sp>
      <p:sp>
        <p:nvSpPr>
          <p:cNvPr id="7" name="Oval 6"/>
          <p:cNvSpPr/>
          <p:nvPr/>
        </p:nvSpPr>
        <p:spPr>
          <a:xfrm>
            <a:off x="582472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52744"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ENTENDER</a:t>
            </a:r>
          </a:p>
        </p:txBody>
      </p:sp>
      <p:sp>
        <p:nvSpPr>
          <p:cNvPr id="9" name="Oval 8"/>
          <p:cNvSpPr/>
          <p:nvPr/>
        </p:nvSpPr>
        <p:spPr>
          <a:xfrm>
            <a:off x="6876288" y="681228"/>
            <a:ext cx="82296" cy="8229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04303" y="621792"/>
            <a:ext cx="868680" cy="201168"/>
          </a:xfrm>
          <a:prstGeom prst="rect">
            <a:avLst/>
          </a:prstGeom>
          <a:noFill/>
        </p:spPr>
        <p:txBody>
          <a:bodyPr wrap="square" lIns="0" tIns="0" rIns="0" bIns="0" anchor="t">
            <a:spAutoFit/>
          </a:bodyPr>
          <a:lstStyle/>
          <a:p>
            <a:pPr algn="l"/>
            <a:r>
              <a:rPr sz="750" b="0" i="0">
                <a:solidFill>
                  <a:srgbClr val="A6A6A6"/>
                </a:solidFill>
                <a:latin typeface="Michelin"/>
              </a:rPr>
              <a:t>DECIDIR</a:t>
            </a:r>
          </a:p>
        </p:txBody>
      </p:sp>
      <p:sp>
        <p:nvSpPr>
          <p:cNvPr id="11" name="Oval 10"/>
          <p:cNvSpPr/>
          <p:nvPr/>
        </p:nvSpPr>
        <p:spPr>
          <a:xfrm>
            <a:off x="7927848" y="681228"/>
            <a:ext cx="82296" cy="82296"/>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55864" y="621792"/>
            <a:ext cx="868680" cy="201168"/>
          </a:xfrm>
          <a:prstGeom prst="rect">
            <a:avLst/>
          </a:prstGeom>
          <a:noFill/>
        </p:spPr>
        <p:txBody>
          <a:bodyPr wrap="square" lIns="0" tIns="0" rIns="0" bIns="0" anchor="t">
            <a:spAutoFit/>
          </a:bodyPr>
          <a:lstStyle/>
          <a:p>
            <a:pPr algn="l"/>
            <a:r>
              <a:rPr sz="750" b="1" i="0">
                <a:solidFill>
                  <a:srgbClr val="27509B"/>
                </a:solidFill>
                <a:latin typeface="Michelin"/>
              </a:rPr>
              <a:t>ANTICIPAR</a:t>
            </a:r>
          </a:p>
        </p:txBody>
      </p:sp>
      <p:sp>
        <p:nvSpPr>
          <p:cNvPr id="13" name="Oval 12"/>
          <p:cNvSpPr/>
          <p:nvPr/>
        </p:nvSpPr>
        <p:spPr>
          <a:xfrm>
            <a:off x="1325880" y="1371600"/>
            <a:ext cx="2651760" cy="2651760"/>
          </a:xfrm>
          <a:prstGeom prst="ellipse">
            <a:avLst/>
          </a:prstGeom>
          <a:noFill/>
          <a:ln w="28575">
            <a:solidFill>
              <a:srgbClr val="C9D6EC"/>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187529" y="2130552"/>
            <a:ext cx="1116218" cy="113385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187529" y="2130552"/>
            <a:ext cx="1116218" cy="1133856"/>
          </a:xfrm>
          <a:prstGeom prst="rect">
            <a:avLst/>
          </a:prstGeom>
          <a:noFill/>
        </p:spPr>
        <p:txBody>
          <a:bodyPr wrap="square" lIns="0" tIns="0" rIns="0" bIns="0" anchor="ctr">
            <a:spAutoFit/>
          </a:bodyPr>
          <a:lstStyle/>
          <a:p>
            <a:pPr algn="ctr"/>
            <a:r>
              <a:rPr sz="1100" b="1" i="0">
                <a:solidFill>
                  <a:srgbClr val="00205B"/>
                </a:solidFill>
                <a:latin typeface="Michelin"/>
              </a:rPr>
              <a:t>IQF</a:t>
            </a:r>
          </a:p>
        </p:txBody>
      </p:sp>
      <p:sp>
        <p:nvSpPr>
          <p:cNvPr id="16" name="Oval 15"/>
          <p:cNvSpPr/>
          <p:nvPr/>
        </p:nvSpPr>
        <p:spPr>
          <a:xfrm>
            <a:off x="2295550" y="91440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95550" y="1060704"/>
            <a:ext cx="900175" cy="365760"/>
          </a:xfrm>
          <a:prstGeom prst="rect">
            <a:avLst/>
          </a:prstGeom>
          <a:noFill/>
        </p:spPr>
        <p:txBody>
          <a:bodyPr wrap="square" lIns="0" tIns="0" rIns="0" bIns="0" anchor="t">
            <a:spAutoFit/>
          </a:bodyPr>
          <a:lstStyle/>
          <a:p>
            <a:pPr algn="ctr"/>
            <a:r>
              <a:rPr sz="1300" b="1" i="0">
                <a:solidFill>
                  <a:srgbClr val="FFFFFF"/>
                </a:solidFill>
                <a:latin typeface="Michelin"/>
              </a:rPr>
              <a:t>01</a:t>
            </a:r>
          </a:p>
        </p:txBody>
      </p:sp>
      <p:sp>
        <p:nvSpPr>
          <p:cNvPr id="18" name="TextBox 17"/>
          <p:cNvSpPr txBox="1"/>
          <p:nvPr/>
        </p:nvSpPr>
        <p:spPr>
          <a:xfrm>
            <a:off x="2295550" y="1325880"/>
            <a:ext cx="900175" cy="274320"/>
          </a:xfrm>
          <a:prstGeom prst="rect">
            <a:avLst/>
          </a:prstGeom>
          <a:noFill/>
        </p:spPr>
        <p:txBody>
          <a:bodyPr wrap="square" lIns="0" tIns="0" rIns="0" bIns="0" anchor="t">
            <a:spAutoFit/>
          </a:bodyPr>
          <a:lstStyle/>
          <a:p>
            <a:pPr algn="ctr"/>
            <a:r>
              <a:rPr sz="850" b="1" i="0">
                <a:solidFill>
                  <a:srgbClr val="FFFFFF"/>
                </a:solidFill>
                <a:latin typeface="Michelin"/>
              </a:rPr>
              <a:t>VER</a:t>
            </a:r>
          </a:p>
        </p:txBody>
      </p:sp>
      <p:sp>
        <p:nvSpPr>
          <p:cNvPr id="19" name="Oval 18"/>
          <p:cNvSpPr/>
          <p:nvPr/>
        </p:nvSpPr>
        <p:spPr>
          <a:xfrm>
            <a:off x="3600805" y="224028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00805" y="2386584"/>
            <a:ext cx="900175" cy="365760"/>
          </a:xfrm>
          <a:prstGeom prst="rect">
            <a:avLst/>
          </a:prstGeom>
          <a:noFill/>
        </p:spPr>
        <p:txBody>
          <a:bodyPr wrap="square" lIns="0" tIns="0" rIns="0" bIns="0" anchor="t">
            <a:spAutoFit/>
          </a:bodyPr>
          <a:lstStyle/>
          <a:p>
            <a:pPr algn="ctr"/>
            <a:r>
              <a:rPr sz="1300" b="1" i="0">
                <a:solidFill>
                  <a:srgbClr val="FFFFFF"/>
                </a:solidFill>
                <a:latin typeface="Michelin"/>
              </a:rPr>
              <a:t>02</a:t>
            </a:r>
          </a:p>
        </p:txBody>
      </p:sp>
      <p:sp>
        <p:nvSpPr>
          <p:cNvPr id="21" name="TextBox 20"/>
          <p:cNvSpPr txBox="1"/>
          <p:nvPr/>
        </p:nvSpPr>
        <p:spPr>
          <a:xfrm>
            <a:off x="3600805" y="2651760"/>
            <a:ext cx="900175" cy="274320"/>
          </a:xfrm>
          <a:prstGeom prst="rect">
            <a:avLst/>
          </a:prstGeom>
          <a:noFill/>
        </p:spPr>
        <p:txBody>
          <a:bodyPr wrap="square" lIns="0" tIns="0" rIns="0" bIns="0" anchor="t">
            <a:spAutoFit/>
          </a:bodyPr>
          <a:lstStyle/>
          <a:p>
            <a:pPr algn="ctr"/>
            <a:r>
              <a:rPr sz="850" b="1" i="0">
                <a:solidFill>
                  <a:srgbClr val="FFFFFF"/>
                </a:solidFill>
                <a:latin typeface="Michelin"/>
              </a:rPr>
              <a:t>ENTENDER</a:t>
            </a:r>
          </a:p>
        </p:txBody>
      </p:sp>
      <p:sp>
        <p:nvSpPr>
          <p:cNvPr id="22" name="Oval 21"/>
          <p:cNvSpPr/>
          <p:nvPr/>
        </p:nvSpPr>
        <p:spPr>
          <a:xfrm>
            <a:off x="2295550" y="356616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295550" y="3712464"/>
            <a:ext cx="900175" cy="365760"/>
          </a:xfrm>
          <a:prstGeom prst="rect">
            <a:avLst/>
          </a:prstGeom>
          <a:noFill/>
        </p:spPr>
        <p:txBody>
          <a:bodyPr wrap="square" lIns="0" tIns="0" rIns="0" bIns="0" anchor="t">
            <a:spAutoFit/>
          </a:bodyPr>
          <a:lstStyle/>
          <a:p>
            <a:pPr algn="ctr"/>
            <a:r>
              <a:rPr sz="1300" b="1" i="0">
                <a:solidFill>
                  <a:srgbClr val="FFFFFF"/>
                </a:solidFill>
                <a:latin typeface="Michelin"/>
              </a:rPr>
              <a:t>03</a:t>
            </a:r>
          </a:p>
        </p:txBody>
      </p:sp>
      <p:sp>
        <p:nvSpPr>
          <p:cNvPr id="24" name="TextBox 23"/>
          <p:cNvSpPr txBox="1"/>
          <p:nvPr/>
        </p:nvSpPr>
        <p:spPr>
          <a:xfrm>
            <a:off x="2295550" y="3977640"/>
            <a:ext cx="900175" cy="274320"/>
          </a:xfrm>
          <a:prstGeom prst="rect">
            <a:avLst/>
          </a:prstGeom>
          <a:noFill/>
        </p:spPr>
        <p:txBody>
          <a:bodyPr wrap="square" lIns="0" tIns="0" rIns="0" bIns="0" anchor="t">
            <a:spAutoFit/>
          </a:bodyPr>
          <a:lstStyle/>
          <a:p>
            <a:pPr algn="ctr"/>
            <a:r>
              <a:rPr sz="850" b="1" i="0">
                <a:solidFill>
                  <a:srgbClr val="FFFFFF"/>
                </a:solidFill>
                <a:latin typeface="Michelin"/>
              </a:rPr>
              <a:t>DECIDIR</a:t>
            </a:r>
          </a:p>
        </p:txBody>
      </p:sp>
      <p:sp>
        <p:nvSpPr>
          <p:cNvPr id="25" name="Oval 24"/>
          <p:cNvSpPr/>
          <p:nvPr/>
        </p:nvSpPr>
        <p:spPr>
          <a:xfrm>
            <a:off x="990295" y="2240280"/>
            <a:ext cx="900175" cy="914400"/>
          </a:xfrm>
          <a:prstGeom prst="ellipse">
            <a:avLst/>
          </a:prstGeom>
          <a:solidFill>
            <a:srgbClr val="2750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90295" y="2386584"/>
            <a:ext cx="900175" cy="365760"/>
          </a:xfrm>
          <a:prstGeom prst="rect">
            <a:avLst/>
          </a:prstGeom>
          <a:noFill/>
        </p:spPr>
        <p:txBody>
          <a:bodyPr wrap="square" lIns="0" tIns="0" rIns="0" bIns="0" anchor="t">
            <a:spAutoFit/>
          </a:bodyPr>
          <a:lstStyle/>
          <a:p>
            <a:pPr algn="ctr"/>
            <a:r>
              <a:rPr sz="1300" b="1" i="0">
                <a:solidFill>
                  <a:srgbClr val="FFFFFF"/>
                </a:solidFill>
                <a:latin typeface="Michelin"/>
              </a:rPr>
              <a:t>04</a:t>
            </a:r>
          </a:p>
        </p:txBody>
      </p:sp>
      <p:sp>
        <p:nvSpPr>
          <p:cNvPr id="27" name="TextBox 26"/>
          <p:cNvSpPr txBox="1"/>
          <p:nvPr/>
        </p:nvSpPr>
        <p:spPr>
          <a:xfrm>
            <a:off x="990295" y="2651760"/>
            <a:ext cx="900175" cy="274320"/>
          </a:xfrm>
          <a:prstGeom prst="rect">
            <a:avLst/>
          </a:prstGeom>
          <a:noFill/>
        </p:spPr>
        <p:txBody>
          <a:bodyPr wrap="square" lIns="0" tIns="0" rIns="0" bIns="0" anchor="t">
            <a:spAutoFit/>
          </a:bodyPr>
          <a:lstStyle/>
          <a:p>
            <a:pPr algn="ctr"/>
            <a:r>
              <a:rPr sz="850" b="1" i="0">
                <a:solidFill>
                  <a:srgbClr val="FFFFFF"/>
                </a:solidFill>
                <a:latin typeface="Michelin"/>
              </a:rPr>
              <a:t>ANTICIPAR</a:t>
            </a:r>
          </a:p>
        </p:txBody>
      </p:sp>
      <p:sp>
        <p:nvSpPr>
          <p:cNvPr id="28" name="TextBox 27"/>
          <p:cNvSpPr txBox="1"/>
          <p:nvPr/>
        </p:nvSpPr>
        <p:spPr>
          <a:xfrm>
            <a:off x="4906060" y="960120"/>
            <a:ext cx="3780739" cy="777240"/>
          </a:xfrm>
          <a:prstGeom prst="rect">
            <a:avLst/>
          </a:prstGeom>
          <a:noFill/>
        </p:spPr>
        <p:txBody>
          <a:bodyPr wrap="square" lIns="0" tIns="0" rIns="0" bIns="0" anchor="t">
            <a:spAutoFit/>
          </a:bodyPr>
          <a:lstStyle/>
          <a:p>
            <a:pPr algn="l"/>
            <a:r>
              <a:rPr sz="1400" b="1" i="0">
                <a:solidFill>
                  <a:srgbClr val="00205B"/>
                </a:solidFill>
                <a:latin typeface="Michelin"/>
              </a:rPr>
              <a:t>Medimos</a:t>
            </a:r>
          </a:p>
          <a:p>
            <a:pPr algn="l"/>
            <a:r>
              <a:rPr sz="1100" b="0" i="0">
                <a:solidFill>
                  <a:srgbClr val="262626"/>
                </a:solidFill>
                <a:latin typeface="Arial"/>
              </a:rPr>
              <a:t>cada neumático con láser 3D</a:t>
            </a:r>
          </a:p>
        </p:txBody>
      </p:sp>
      <p:sp>
        <p:nvSpPr>
          <p:cNvPr id="29" name="TextBox 28"/>
          <p:cNvSpPr txBox="1"/>
          <p:nvPr/>
        </p:nvSpPr>
        <p:spPr>
          <a:xfrm>
            <a:off x="4906060" y="1828800"/>
            <a:ext cx="3780739" cy="777240"/>
          </a:xfrm>
          <a:prstGeom prst="rect">
            <a:avLst/>
          </a:prstGeom>
          <a:noFill/>
        </p:spPr>
        <p:txBody>
          <a:bodyPr wrap="square" lIns="0" tIns="0" rIns="0" bIns="0" anchor="t">
            <a:spAutoFit/>
          </a:bodyPr>
          <a:lstStyle/>
          <a:p>
            <a:pPr algn="l"/>
            <a:r>
              <a:rPr sz="1400" b="1" i="0">
                <a:solidFill>
                  <a:srgbClr val="00205B"/>
                </a:solidFill>
                <a:latin typeface="Michelin"/>
              </a:rPr>
              <a:t>Comprendemos</a:t>
            </a:r>
          </a:p>
          <a:p>
            <a:pPr algn="l"/>
            <a:r>
              <a:rPr sz="1100" b="0" i="0">
                <a:solidFill>
                  <a:srgbClr val="262626"/>
                </a:solidFill>
                <a:latin typeface="Arial"/>
              </a:rPr>
              <a:t>tendencias y alertas en tiempo real</a:t>
            </a:r>
          </a:p>
        </p:txBody>
      </p:sp>
      <p:sp>
        <p:nvSpPr>
          <p:cNvPr id="30" name="TextBox 29"/>
          <p:cNvSpPr txBox="1"/>
          <p:nvPr/>
        </p:nvSpPr>
        <p:spPr>
          <a:xfrm>
            <a:off x="4906060" y="2697480"/>
            <a:ext cx="3780739" cy="777240"/>
          </a:xfrm>
          <a:prstGeom prst="rect">
            <a:avLst/>
          </a:prstGeom>
          <a:noFill/>
        </p:spPr>
        <p:txBody>
          <a:bodyPr wrap="square" lIns="0" tIns="0" rIns="0" bIns="0" anchor="t">
            <a:spAutoFit/>
          </a:bodyPr>
          <a:lstStyle/>
          <a:p>
            <a:pPr algn="l"/>
            <a:r>
              <a:rPr sz="1400" b="1" i="0">
                <a:solidFill>
                  <a:srgbClr val="00205B"/>
                </a:solidFill>
                <a:latin typeface="Michelin"/>
              </a:rPr>
              <a:t>Corregimos</a:t>
            </a:r>
          </a:p>
          <a:p>
            <a:pPr algn="l"/>
            <a:r>
              <a:rPr sz="1100" b="0" i="0">
                <a:solidFill>
                  <a:srgbClr val="262626"/>
                </a:solidFill>
                <a:latin typeface="Arial"/>
              </a:rPr>
              <a:t>automáticamente con R4P</a:t>
            </a:r>
          </a:p>
        </p:txBody>
      </p:sp>
      <p:sp>
        <p:nvSpPr>
          <p:cNvPr id="31" name="TextBox 30"/>
          <p:cNvSpPr txBox="1"/>
          <p:nvPr/>
        </p:nvSpPr>
        <p:spPr>
          <a:xfrm>
            <a:off x="4906060" y="3566159"/>
            <a:ext cx="3780739" cy="777240"/>
          </a:xfrm>
          <a:prstGeom prst="rect">
            <a:avLst/>
          </a:prstGeom>
          <a:noFill/>
        </p:spPr>
        <p:txBody>
          <a:bodyPr wrap="square" lIns="0" tIns="0" rIns="0" bIns="0" anchor="t">
            <a:spAutoFit/>
          </a:bodyPr>
          <a:lstStyle/>
          <a:p>
            <a:pPr algn="l"/>
            <a:r>
              <a:rPr sz="1400" b="1" i="0">
                <a:solidFill>
                  <a:srgbClr val="00205B"/>
                </a:solidFill>
                <a:latin typeface="Michelin"/>
              </a:rPr>
              <a:t>Aprendemos</a:t>
            </a:r>
          </a:p>
          <a:p>
            <a:pPr algn="l"/>
            <a:r>
              <a:rPr sz="1100" b="0" i="0">
                <a:solidFill>
                  <a:srgbClr val="262626"/>
                </a:solidFill>
                <a:latin typeface="Arial"/>
              </a:rPr>
              <a:t>patrones con Dataiku e IA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La </a:t>
            </a:r>
            <a:r>
              <a:rPr dirty="0" err="1"/>
              <a:t>información</a:t>
            </a:r>
            <a:r>
              <a:rPr dirty="0"/>
              <a:t> </a:t>
            </a:r>
            <a:r>
              <a:rPr dirty="0" err="1"/>
              <a:t>adecuada</a:t>
            </a:r>
            <a:r>
              <a:rPr dirty="0"/>
              <a:t> para </a:t>
            </a:r>
            <a:r>
              <a:rPr dirty="0" err="1"/>
              <a:t>cada</a:t>
            </a:r>
            <a:r>
              <a:rPr dirty="0"/>
              <a:t> </a:t>
            </a:r>
            <a:r>
              <a:rPr sz="1400" dirty="0"/>
              <a:t>persona</a:t>
            </a:r>
            <a:endParaRPr dirty="0"/>
          </a:p>
        </p:txBody>
      </p:sp>
      <p:sp>
        <p:nvSpPr>
          <p:cNvPr id="4" name="TextBox 3"/>
          <p:cNvSpPr txBox="1"/>
          <p:nvPr/>
        </p:nvSpPr>
        <p:spPr>
          <a:xfrm>
            <a:off x="585216" y="642091"/>
            <a:ext cx="4500879" cy="274320"/>
          </a:xfrm>
          <a:prstGeom prst="rect">
            <a:avLst/>
          </a:prstGeom>
          <a:noFill/>
        </p:spPr>
        <p:txBody>
          <a:bodyPr wrap="square" lIns="0" tIns="0" rIns="0" bIns="0" anchor="t">
            <a:spAutoFit/>
          </a:bodyPr>
          <a:lstStyle/>
          <a:p>
            <a:pPr algn="l"/>
            <a:r>
              <a:rPr sz="1050" b="0" i="0" dirty="0">
                <a:solidFill>
                  <a:srgbClr val="27509B"/>
                </a:solidFill>
                <a:latin typeface="Arial"/>
              </a:rPr>
              <a:t>El </a:t>
            </a:r>
            <a:r>
              <a:rPr sz="1050" b="0" i="0" dirty="0" err="1">
                <a:solidFill>
                  <a:srgbClr val="27509B"/>
                </a:solidFill>
                <a:latin typeface="Arial"/>
              </a:rPr>
              <a:t>mismo</a:t>
            </a:r>
            <a:r>
              <a:rPr sz="1050" b="0" i="0" dirty="0">
                <a:solidFill>
                  <a:srgbClr val="27509B"/>
                </a:solidFill>
                <a:latin typeface="Arial"/>
              </a:rPr>
              <a:t> </a:t>
            </a:r>
            <a:r>
              <a:rPr sz="1050" b="0" i="0" dirty="0" err="1">
                <a:solidFill>
                  <a:srgbClr val="27509B"/>
                </a:solidFill>
                <a:latin typeface="Arial"/>
              </a:rPr>
              <a:t>dato</a:t>
            </a:r>
            <a:r>
              <a:rPr sz="1050" b="0" i="0" dirty="0">
                <a:solidFill>
                  <a:srgbClr val="27509B"/>
                </a:solidFill>
                <a:latin typeface="Arial"/>
              </a:rPr>
              <a:t>, </a:t>
            </a:r>
            <a:r>
              <a:rPr sz="1050" b="0" i="0" dirty="0" err="1">
                <a:solidFill>
                  <a:srgbClr val="27509B"/>
                </a:solidFill>
                <a:latin typeface="Arial"/>
              </a:rPr>
              <a:t>convertido</a:t>
            </a:r>
            <a:r>
              <a:rPr sz="1050" b="0" i="0" dirty="0">
                <a:solidFill>
                  <a:srgbClr val="27509B"/>
                </a:solidFill>
                <a:latin typeface="Arial"/>
              </a:rPr>
              <a:t> </a:t>
            </a:r>
            <a:r>
              <a:rPr sz="1050" b="0" i="0" dirty="0" err="1">
                <a:solidFill>
                  <a:srgbClr val="27509B"/>
                </a:solidFill>
                <a:latin typeface="Arial"/>
              </a:rPr>
              <a:t>en</a:t>
            </a:r>
            <a:r>
              <a:rPr sz="1050" b="0" i="0" dirty="0">
                <a:solidFill>
                  <a:srgbClr val="27509B"/>
                </a:solidFill>
                <a:latin typeface="Arial"/>
              </a:rPr>
              <a:t> </a:t>
            </a:r>
            <a:r>
              <a:rPr sz="1050" b="0" i="0" dirty="0" err="1">
                <a:solidFill>
                  <a:srgbClr val="27509B"/>
                </a:solidFill>
                <a:latin typeface="Arial"/>
              </a:rPr>
              <a:t>acción</a:t>
            </a:r>
            <a:r>
              <a:rPr sz="1050" b="0" i="0" dirty="0">
                <a:solidFill>
                  <a:srgbClr val="27509B"/>
                </a:solidFill>
                <a:latin typeface="Arial"/>
              </a:rPr>
              <a:t> </a:t>
            </a:r>
            <a:r>
              <a:rPr sz="1050" b="0" i="0" dirty="0" err="1">
                <a:solidFill>
                  <a:srgbClr val="27509B"/>
                </a:solidFill>
                <a:latin typeface="Arial"/>
              </a:rPr>
              <a:t>en</a:t>
            </a:r>
            <a:r>
              <a:rPr sz="1050" b="0" i="0" dirty="0">
                <a:solidFill>
                  <a:srgbClr val="27509B"/>
                </a:solidFill>
                <a:latin typeface="Arial"/>
              </a:rPr>
              <a:t> </a:t>
            </a:r>
            <a:r>
              <a:rPr sz="1050" b="0" i="0" dirty="0" err="1">
                <a:solidFill>
                  <a:srgbClr val="27509B"/>
                </a:solidFill>
                <a:latin typeface="Arial"/>
              </a:rPr>
              <a:t>cada</a:t>
            </a:r>
            <a:r>
              <a:rPr sz="1050" b="0" i="0" dirty="0">
                <a:solidFill>
                  <a:srgbClr val="27509B"/>
                </a:solidFill>
                <a:latin typeface="Arial"/>
              </a:rPr>
              <a:t> </a:t>
            </a:r>
            <a:r>
              <a:rPr sz="1050" b="0" i="0" dirty="0" err="1">
                <a:solidFill>
                  <a:srgbClr val="27509B"/>
                </a:solidFill>
                <a:latin typeface="Arial"/>
              </a:rPr>
              <a:t>nivel</a:t>
            </a:r>
            <a:endParaRPr sz="1050" b="0" i="0" dirty="0">
              <a:solidFill>
                <a:srgbClr val="27509B"/>
              </a:solidFill>
              <a:latin typeface="Arial"/>
            </a:endParaRPr>
          </a:p>
        </p:txBody>
      </p:sp>
      <p:sp>
        <p:nvSpPr>
          <p:cNvPr id="5" name="Rectangle 4"/>
          <p:cNvSpPr/>
          <p:nvPr/>
        </p:nvSpPr>
        <p:spPr>
          <a:xfrm>
            <a:off x="585216" y="960120"/>
            <a:ext cx="2565501" cy="25146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hmi.jpg"/>
          <p:cNvPicPr>
            <a:picLocks noChangeAspect="1"/>
          </p:cNvPicPr>
          <p:nvPr/>
        </p:nvPicPr>
        <p:blipFill>
          <a:blip r:embed="rId3"/>
          <a:stretch>
            <a:fillRect/>
          </a:stretch>
        </p:blipFill>
        <p:spPr>
          <a:xfrm>
            <a:off x="675233" y="1598753"/>
            <a:ext cx="2385466" cy="1228189"/>
          </a:xfrm>
          <a:prstGeom prst="rect">
            <a:avLst/>
          </a:prstGeom>
        </p:spPr>
      </p:pic>
      <p:sp>
        <p:nvSpPr>
          <p:cNvPr id="7" name="TextBox 6"/>
          <p:cNvSpPr txBox="1"/>
          <p:nvPr/>
        </p:nvSpPr>
        <p:spPr>
          <a:xfrm>
            <a:off x="585216" y="3611880"/>
            <a:ext cx="2565501" cy="457200"/>
          </a:xfrm>
          <a:prstGeom prst="rect">
            <a:avLst/>
          </a:prstGeom>
          <a:noFill/>
        </p:spPr>
        <p:txBody>
          <a:bodyPr wrap="square" lIns="0" tIns="0" rIns="0" bIns="0" anchor="t">
            <a:spAutoFit/>
          </a:bodyPr>
          <a:lstStyle/>
          <a:p>
            <a:pPr algn="l"/>
            <a:r>
              <a:rPr sz="1200" b="1" i="0" cap="all">
                <a:solidFill>
                  <a:srgbClr val="00205B"/>
                </a:solidFill>
                <a:latin typeface="Michelin"/>
              </a:rPr>
              <a:t>Operario</a:t>
            </a:r>
          </a:p>
        </p:txBody>
      </p:sp>
      <p:sp>
        <p:nvSpPr>
          <p:cNvPr id="8" name="TextBox 7"/>
          <p:cNvSpPr txBox="1"/>
          <p:nvPr/>
        </p:nvSpPr>
        <p:spPr>
          <a:xfrm>
            <a:off x="585216" y="4069080"/>
            <a:ext cx="2565501" cy="502920"/>
          </a:xfrm>
          <a:prstGeom prst="rect">
            <a:avLst/>
          </a:prstGeom>
          <a:noFill/>
        </p:spPr>
        <p:txBody>
          <a:bodyPr wrap="square" lIns="0" tIns="0" rIns="0" bIns="0" anchor="t">
            <a:spAutoFit/>
          </a:bodyPr>
          <a:lstStyle/>
          <a:p>
            <a:pPr algn="l"/>
            <a:r>
              <a:rPr sz="1050" b="0" i="0">
                <a:solidFill>
                  <a:srgbClr val="262626"/>
                </a:solidFill>
                <a:latin typeface="Arial"/>
              </a:rPr>
              <a:t>Ve el estado de su puesto en tiempo real.</a:t>
            </a:r>
          </a:p>
        </p:txBody>
      </p:sp>
      <p:sp>
        <p:nvSpPr>
          <p:cNvPr id="9" name="Rectangle 8"/>
          <p:cNvSpPr/>
          <p:nvPr/>
        </p:nvSpPr>
        <p:spPr>
          <a:xfrm>
            <a:off x="3353257" y="960120"/>
            <a:ext cx="2565501" cy="25146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alertmob.png"/>
          <p:cNvPicPr>
            <a:picLocks noChangeAspect="1"/>
          </p:cNvPicPr>
          <p:nvPr/>
        </p:nvPicPr>
        <p:blipFill>
          <a:blip r:embed="rId4"/>
          <a:stretch>
            <a:fillRect/>
          </a:stretch>
        </p:blipFill>
        <p:spPr>
          <a:xfrm>
            <a:off x="3443274" y="1325990"/>
            <a:ext cx="2385466" cy="1773715"/>
          </a:xfrm>
          <a:prstGeom prst="rect">
            <a:avLst/>
          </a:prstGeom>
        </p:spPr>
      </p:pic>
      <p:sp>
        <p:nvSpPr>
          <p:cNvPr id="11" name="TextBox 10"/>
          <p:cNvSpPr txBox="1"/>
          <p:nvPr/>
        </p:nvSpPr>
        <p:spPr>
          <a:xfrm>
            <a:off x="3353257" y="3611880"/>
            <a:ext cx="2565501" cy="457200"/>
          </a:xfrm>
          <a:prstGeom prst="rect">
            <a:avLst/>
          </a:prstGeom>
          <a:noFill/>
        </p:spPr>
        <p:txBody>
          <a:bodyPr wrap="square" lIns="0" tIns="0" rIns="0" bIns="0" anchor="t">
            <a:spAutoFit/>
          </a:bodyPr>
          <a:lstStyle/>
          <a:p>
            <a:pPr algn="l"/>
            <a:r>
              <a:rPr sz="1200" b="1" i="0" cap="all">
                <a:solidFill>
                  <a:srgbClr val="00205B"/>
                </a:solidFill>
                <a:latin typeface="Michelin"/>
              </a:rPr>
              <a:t>Proceso y mantenimiento</a:t>
            </a:r>
          </a:p>
        </p:txBody>
      </p:sp>
      <p:sp>
        <p:nvSpPr>
          <p:cNvPr id="12" name="TextBox 11"/>
          <p:cNvSpPr txBox="1"/>
          <p:nvPr/>
        </p:nvSpPr>
        <p:spPr>
          <a:xfrm>
            <a:off x="3353257" y="4069080"/>
            <a:ext cx="2565501" cy="502920"/>
          </a:xfrm>
          <a:prstGeom prst="rect">
            <a:avLst/>
          </a:prstGeom>
          <a:noFill/>
        </p:spPr>
        <p:txBody>
          <a:bodyPr wrap="square" lIns="0" tIns="0" rIns="0" bIns="0" anchor="t">
            <a:spAutoFit/>
          </a:bodyPr>
          <a:lstStyle/>
          <a:p>
            <a:pPr algn="l"/>
            <a:r>
              <a:rPr sz="1050" b="0" i="0">
                <a:solidFill>
                  <a:srgbClr val="262626"/>
                </a:solidFill>
                <a:latin typeface="Arial"/>
              </a:rPr>
              <a:t>Reciben la alerta y actúan sobre la máquina.</a:t>
            </a:r>
          </a:p>
        </p:txBody>
      </p:sp>
      <p:sp>
        <p:nvSpPr>
          <p:cNvPr id="13" name="Rectangle 12"/>
          <p:cNvSpPr/>
          <p:nvPr/>
        </p:nvSpPr>
        <p:spPr>
          <a:xfrm>
            <a:off x="6121298" y="960120"/>
            <a:ext cx="2565501" cy="25146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xpl.jpg"/>
          <p:cNvPicPr>
            <a:picLocks noChangeAspect="1"/>
          </p:cNvPicPr>
          <p:nvPr/>
        </p:nvPicPr>
        <p:blipFill>
          <a:blip r:embed="rId5"/>
          <a:stretch>
            <a:fillRect/>
          </a:stretch>
        </p:blipFill>
        <p:spPr>
          <a:xfrm>
            <a:off x="6211315" y="1628385"/>
            <a:ext cx="2385466" cy="1168924"/>
          </a:xfrm>
          <a:prstGeom prst="rect">
            <a:avLst/>
          </a:prstGeom>
        </p:spPr>
      </p:pic>
      <p:sp>
        <p:nvSpPr>
          <p:cNvPr id="15" name="TextBox 14"/>
          <p:cNvSpPr txBox="1"/>
          <p:nvPr/>
        </p:nvSpPr>
        <p:spPr>
          <a:xfrm>
            <a:off x="6121298" y="3611880"/>
            <a:ext cx="2565501" cy="457200"/>
          </a:xfrm>
          <a:prstGeom prst="rect">
            <a:avLst/>
          </a:prstGeom>
          <a:noFill/>
        </p:spPr>
        <p:txBody>
          <a:bodyPr wrap="square" lIns="0" tIns="0" rIns="0" bIns="0" anchor="t">
            <a:spAutoFit/>
          </a:bodyPr>
          <a:lstStyle/>
          <a:p>
            <a:pPr algn="l"/>
            <a:r>
              <a:rPr sz="1200" b="1" i="0" cap="all">
                <a:solidFill>
                  <a:srgbClr val="00205B"/>
                </a:solidFill>
                <a:latin typeface="Michelin"/>
              </a:rPr>
              <a:t>Ingeniería y calidad</a:t>
            </a:r>
          </a:p>
        </p:txBody>
      </p:sp>
      <p:sp>
        <p:nvSpPr>
          <p:cNvPr id="16" name="TextBox 15"/>
          <p:cNvSpPr txBox="1"/>
          <p:nvPr/>
        </p:nvSpPr>
        <p:spPr>
          <a:xfrm>
            <a:off x="6121298" y="4069080"/>
            <a:ext cx="2565501" cy="502920"/>
          </a:xfrm>
          <a:prstGeom prst="rect">
            <a:avLst/>
          </a:prstGeom>
          <a:noFill/>
        </p:spPr>
        <p:txBody>
          <a:bodyPr wrap="square" lIns="0" tIns="0" rIns="0" bIns="0" anchor="t">
            <a:spAutoFit/>
          </a:bodyPr>
          <a:lstStyle/>
          <a:p>
            <a:pPr algn="l"/>
            <a:r>
              <a:rPr sz="1050" b="0" i="0">
                <a:solidFill>
                  <a:srgbClr val="262626"/>
                </a:solidFill>
                <a:latin typeface="Arial"/>
              </a:rPr>
              <a:t>Analizan tendencias y mejoran reglas e IQF.</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a:t>Cada neumático: visto, entendido, decidido y cada día mejor</a:t>
            </a:r>
          </a:p>
        </p:txBody>
      </p:sp>
      <p:sp>
        <p:nvSpPr>
          <p:cNvPr id="3" name="TextBox 2"/>
          <p:cNvSpPr txBox="1"/>
          <p:nvPr/>
        </p:nvSpPr>
        <p:spPr>
          <a:xfrm>
            <a:off x="530352" y="3840480"/>
            <a:ext cx="6400800" cy="365760"/>
          </a:xfrm>
          <a:prstGeom prst="rect">
            <a:avLst/>
          </a:prstGeom>
          <a:noFill/>
        </p:spPr>
        <p:txBody>
          <a:bodyPr wrap="square" lIns="0" tIns="0" rIns="0" bIns="0" anchor="t">
            <a:spAutoFit/>
          </a:bodyPr>
          <a:lstStyle/>
          <a:p>
            <a:pPr algn="l"/>
            <a:r>
              <a:rPr sz="1600" b="1" i="0">
                <a:solidFill>
                  <a:srgbClr val="FCE500"/>
                </a:solidFill>
                <a:latin typeface="Michelin"/>
              </a:rPr>
              <a:t>Ver  ·  Entender  ·  Decidir  ·  Anticipar</a:t>
            </a:r>
          </a:p>
        </p:txBody>
      </p:sp>
      <p:pic>
        <p:nvPicPr>
          <p:cNvPr id="4" name="Picture 3" descr="tire.png"/>
          <p:cNvPicPr>
            <a:picLocks noChangeAspect="1"/>
          </p:cNvPicPr>
          <p:nvPr/>
        </p:nvPicPr>
        <p:blipFill>
          <a:blip r:embed="rId3"/>
          <a:stretch>
            <a:fillRect/>
          </a:stretch>
        </p:blipFill>
        <p:spPr>
          <a:xfrm>
            <a:off x="6400800" y="914400"/>
            <a:ext cx="2194560" cy="2194560"/>
          </a:xfrm>
          <a:prstGeom prst="rect">
            <a:avLst/>
          </a:prstGeom>
        </p:spPr>
      </p:pic>
      <p:pic>
        <p:nvPicPr>
          <p:cNvPr id="5" name="Picture 4" descr="hy_white.png"/>
          <p:cNvPicPr>
            <a:picLocks noChangeAspect="1"/>
          </p:cNvPicPr>
          <p:nvPr/>
        </p:nvPicPr>
        <p:blipFill>
          <a:blip r:embed="rId4"/>
          <a:stretch>
            <a:fillRect/>
          </a:stretch>
        </p:blipFill>
        <p:spPr>
          <a:xfrm>
            <a:off x="530352" y="4224528"/>
            <a:ext cx="533696" cy="274320"/>
          </a:xfrm>
          <a:prstGeom prst="rect">
            <a:avLst/>
          </a:prstGeom>
        </p:spPr>
      </p:pic>
      <p:sp>
        <p:nvSpPr>
          <p:cNvPr id="6" name="TextBox 5"/>
          <p:cNvSpPr txBox="1"/>
          <p:nvPr/>
        </p:nvSpPr>
        <p:spPr>
          <a:xfrm>
            <a:off x="1173776" y="4224528"/>
            <a:ext cx="2011680" cy="274320"/>
          </a:xfrm>
          <a:prstGeom prst="rect">
            <a:avLst/>
          </a:prstGeom>
          <a:noFill/>
        </p:spPr>
        <p:txBody>
          <a:bodyPr wrap="square" lIns="0" rIns="0" tIns="0" bIns="0" anchor="ctr">
            <a:spAutoFit/>
          </a:bodyPr>
          <a:lstStyle/>
          <a:p>
            <a:pPr algn="l"/>
            <a:r>
              <a:rPr sz="1200" b="1" i="0">
                <a:solidFill>
                  <a:srgbClr val="FFFFFF"/>
                </a:solidFill>
                <a:latin typeface="Arial"/>
              </a:rPr>
              <a:t>HYUNDAI</a:t>
            </a:r>
          </a:p>
        </p:txBody>
      </p:sp>
      <p:sp>
        <p:nvSpPr>
          <p:cNvPr id="7" name="TextBox 6"/>
          <p:cNvSpPr txBox="1"/>
          <p:nvPr/>
        </p:nvSpPr>
        <p:spPr>
          <a:xfrm>
            <a:off x="1920240" y="4224528"/>
            <a:ext cx="4389120" cy="274320"/>
          </a:xfrm>
          <a:prstGeom prst="rect">
            <a:avLst/>
          </a:prstGeom>
          <a:noFill/>
        </p:spPr>
        <p:txBody>
          <a:bodyPr wrap="square" lIns="0" rIns="0" tIns="0" bIns="0" anchor="ctr">
            <a:spAutoFit/>
          </a:bodyPr>
          <a:lstStyle/>
          <a:p>
            <a:pPr algn="l"/>
            <a:r>
              <a:rPr sz="1050" b="1" i="0">
                <a:solidFill>
                  <a:srgbClr val="FFFFFF"/>
                </a:solidFill>
                <a:latin typeface="Michelin"/>
              </a:rPr>
              <a:t>&amp;  MICHELIN · Socios de confianza para nuevas tecnologías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01168"/>
            <a:ext cx="6949440" cy="411480"/>
          </a:xfrm>
        </p:spPr>
        <p:txBody>
          <a:bodyPr/>
          <a:lstStyle/>
          <a:p>
            <a:r>
              <a:rPr sz="1800"/>
              <a:t>Dataiku: un flujo real de datos</a:t>
            </a:r>
          </a:p>
        </p:txBody>
      </p:sp>
      <p:sp>
        <p:nvSpPr>
          <p:cNvPr id="3" name="TextBox 2"/>
          <p:cNvSpPr txBox="1"/>
          <p:nvPr/>
        </p:nvSpPr>
        <p:spPr>
          <a:xfrm>
            <a:off x="457200" y="621792"/>
            <a:ext cx="4572000" cy="256032"/>
          </a:xfrm>
          <a:prstGeom prst="rect">
            <a:avLst/>
          </a:prstGeom>
          <a:noFill/>
        </p:spPr>
        <p:txBody>
          <a:bodyPr wrap="square" lIns="0" rIns="0" tIns="0" bIns="0" anchor="t">
            <a:spAutoFit/>
          </a:bodyPr>
          <a:lstStyle/>
          <a:p>
            <a:pPr algn="l"/>
            <a:r>
              <a:rPr sz="1050" b="0" i="0">
                <a:solidFill>
                  <a:srgbClr val="FCE500"/>
                </a:solidFill>
                <a:latin typeface="Arial"/>
              </a:rPr>
              <a:t>De la confección a la cocción, cada neumático en una sola tabla</a:t>
            </a:r>
          </a:p>
        </p:txBody>
      </p:sp>
      <p:sp>
        <p:nvSpPr>
          <p:cNvPr id="4" name="Oval 3"/>
          <p:cNvSpPr/>
          <p:nvPr/>
        </p:nvSpPr>
        <p:spPr>
          <a:xfrm>
            <a:off x="5074920"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202936" y="621792"/>
            <a:ext cx="566928" cy="201168"/>
          </a:xfrm>
          <a:prstGeom prst="rect">
            <a:avLst/>
          </a:prstGeom>
          <a:noFill/>
        </p:spPr>
        <p:txBody>
          <a:bodyPr wrap="square" lIns="0" rIns="0" tIns="0" bIns="0" anchor="t">
            <a:spAutoFit/>
          </a:bodyPr>
          <a:lstStyle/>
          <a:p>
            <a:pPr algn="l"/>
            <a:r>
              <a:rPr sz="750" b="0" i="0">
                <a:solidFill>
                  <a:srgbClr val="9FB3D6"/>
                </a:solidFill>
                <a:latin typeface="Michelin"/>
              </a:rPr>
              <a:t>VER</a:t>
            </a:r>
          </a:p>
        </p:txBody>
      </p:sp>
      <p:sp>
        <p:nvSpPr>
          <p:cNvPr id="6" name="Oval 5"/>
          <p:cNvSpPr/>
          <p:nvPr/>
        </p:nvSpPr>
        <p:spPr>
          <a:xfrm>
            <a:off x="582472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52744"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ENTENDER</a:t>
            </a:r>
          </a:p>
        </p:txBody>
      </p:sp>
      <p:sp>
        <p:nvSpPr>
          <p:cNvPr id="8" name="Oval 7"/>
          <p:cNvSpPr/>
          <p:nvPr/>
        </p:nvSpPr>
        <p:spPr>
          <a:xfrm>
            <a:off x="6876288" y="681228"/>
            <a:ext cx="82296" cy="82296"/>
          </a:xfrm>
          <a:prstGeom prst="ellipse">
            <a:avLst/>
          </a:prstGeom>
          <a:solidFill>
            <a:srgbClr val="9FB3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04303" y="621792"/>
            <a:ext cx="868680" cy="201168"/>
          </a:xfrm>
          <a:prstGeom prst="rect">
            <a:avLst/>
          </a:prstGeom>
          <a:noFill/>
        </p:spPr>
        <p:txBody>
          <a:bodyPr wrap="square" lIns="0" rIns="0" tIns="0" bIns="0" anchor="t">
            <a:spAutoFit/>
          </a:bodyPr>
          <a:lstStyle/>
          <a:p>
            <a:pPr algn="l"/>
            <a:r>
              <a:rPr sz="750" b="0" i="0">
                <a:solidFill>
                  <a:srgbClr val="9FB3D6"/>
                </a:solidFill>
                <a:latin typeface="Michelin"/>
              </a:rPr>
              <a:t>DECIDIR</a:t>
            </a:r>
          </a:p>
        </p:txBody>
      </p:sp>
      <p:sp>
        <p:nvSpPr>
          <p:cNvPr id="10" name="Oval 9"/>
          <p:cNvSpPr/>
          <p:nvPr/>
        </p:nvSpPr>
        <p:spPr>
          <a:xfrm>
            <a:off x="7927848" y="681228"/>
            <a:ext cx="82296" cy="82296"/>
          </a:xfrm>
          <a:prstGeom prst="ellipse">
            <a:avLst/>
          </a:prstGeom>
          <a:solidFill>
            <a:srgbClr val="FCE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55864" y="621792"/>
            <a:ext cx="868680" cy="201168"/>
          </a:xfrm>
          <a:prstGeom prst="rect">
            <a:avLst/>
          </a:prstGeom>
          <a:noFill/>
        </p:spPr>
        <p:txBody>
          <a:bodyPr wrap="square" lIns="0" rIns="0" tIns="0" bIns="0" anchor="t">
            <a:spAutoFit/>
          </a:bodyPr>
          <a:lstStyle/>
          <a:p>
            <a:pPr algn="l"/>
            <a:r>
              <a:rPr sz="750" b="1" i="0">
                <a:solidFill>
                  <a:srgbClr val="FCE500"/>
                </a:solidFill>
                <a:latin typeface="Michelin"/>
              </a:rPr>
              <a:t>ANTICIPAR</a:t>
            </a:r>
          </a:p>
        </p:txBody>
      </p:sp>
      <p:sp>
        <p:nvSpPr>
          <p:cNvPr id="12" name="Rectangle 11"/>
          <p:cNvSpPr/>
          <p:nvPr/>
        </p:nvSpPr>
        <p:spPr>
          <a:xfrm>
            <a:off x="457200" y="960120"/>
            <a:ext cx="8229600" cy="2971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dku_flow.png"/>
          <p:cNvPicPr>
            <a:picLocks noChangeAspect="1"/>
          </p:cNvPicPr>
          <p:nvPr/>
        </p:nvPicPr>
        <p:blipFill>
          <a:blip r:embed="rId2"/>
          <a:stretch>
            <a:fillRect/>
          </a:stretch>
        </p:blipFill>
        <p:spPr>
          <a:xfrm>
            <a:off x="475488" y="981394"/>
            <a:ext cx="8193024" cy="2929250"/>
          </a:xfrm>
          <a:prstGeom prst="rect">
            <a:avLst/>
          </a:prstGeom>
        </p:spPr>
      </p:pic>
      <p:sp>
        <p:nvSpPr>
          <p:cNvPr id="14" name="Oval 13"/>
          <p:cNvSpPr/>
          <p:nvPr/>
        </p:nvSpPr>
        <p:spPr>
          <a:xfrm>
            <a:off x="575925" y="213310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5925" y="2133104"/>
            <a:ext cx="274320" cy="274320"/>
          </a:xfrm>
          <a:prstGeom prst="rect">
            <a:avLst/>
          </a:prstGeom>
          <a:noFill/>
        </p:spPr>
        <p:txBody>
          <a:bodyPr wrap="square" lIns="0" rIns="0" tIns="0" bIns="0" anchor="ctr">
            <a:spAutoFit/>
          </a:bodyPr>
          <a:lstStyle/>
          <a:p>
            <a:pPr algn="ctr"/>
            <a:r>
              <a:rPr sz="1100" b="1" i="0">
                <a:solidFill>
                  <a:srgbClr val="00205B"/>
                </a:solidFill>
                <a:latin typeface="Michelin"/>
              </a:rPr>
              <a:t>1</a:t>
            </a:r>
          </a:p>
        </p:txBody>
      </p:sp>
      <p:sp>
        <p:nvSpPr>
          <p:cNvPr id="16" name="Oval 15"/>
          <p:cNvSpPr/>
          <p:nvPr/>
        </p:nvSpPr>
        <p:spPr>
          <a:xfrm>
            <a:off x="2001511" y="2133104"/>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01511" y="2133104"/>
            <a:ext cx="274320" cy="274320"/>
          </a:xfrm>
          <a:prstGeom prst="rect">
            <a:avLst/>
          </a:prstGeom>
          <a:noFill/>
        </p:spPr>
        <p:txBody>
          <a:bodyPr wrap="square" lIns="0" rIns="0" tIns="0" bIns="0" anchor="ctr">
            <a:spAutoFit/>
          </a:bodyPr>
          <a:lstStyle/>
          <a:p>
            <a:pPr algn="ctr"/>
            <a:r>
              <a:rPr sz="1100" b="1" i="0">
                <a:solidFill>
                  <a:srgbClr val="00205B"/>
                </a:solidFill>
                <a:latin typeface="Michelin"/>
              </a:rPr>
              <a:t>2</a:t>
            </a:r>
          </a:p>
        </p:txBody>
      </p:sp>
      <p:sp>
        <p:nvSpPr>
          <p:cNvPr id="18" name="Oval 17"/>
          <p:cNvSpPr/>
          <p:nvPr/>
        </p:nvSpPr>
        <p:spPr>
          <a:xfrm>
            <a:off x="2861779" y="227956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61779" y="2279566"/>
            <a:ext cx="274320" cy="274320"/>
          </a:xfrm>
          <a:prstGeom prst="rect">
            <a:avLst/>
          </a:prstGeom>
          <a:noFill/>
        </p:spPr>
        <p:txBody>
          <a:bodyPr wrap="square" lIns="0" rIns="0" tIns="0" bIns="0" anchor="ctr">
            <a:spAutoFit/>
          </a:bodyPr>
          <a:lstStyle/>
          <a:p>
            <a:pPr algn="ctr"/>
            <a:r>
              <a:rPr sz="1100" b="1" i="0">
                <a:solidFill>
                  <a:srgbClr val="00205B"/>
                </a:solidFill>
                <a:latin typeface="Michelin"/>
              </a:rPr>
              <a:t>3</a:t>
            </a:r>
          </a:p>
        </p:txBody>
      </p:sp>
      <p:sp>
        <p:nvSpPr>
          <p:cNvPr id="20" name="Oval 19"/>
          <p:cNvSpPr/>
          <p:nvPr/>
        </p:nvSpPr>
        <p:spPr>
          <a:xfrm>
            <a:off x="1681983" y="1942702"/>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81983" y="1942702"/>
            <a:ext cx="274320" cy="274320"/>
          </a:xfrm>
          <a:prstGeom prst="rect">
            <a:avLst/>
          </a:prstGeom>
          <a:noFill/>
        </p:spPr>
        <p:txBody>
          <a:bodyPr wrap="square" lIns="0" rIns="0" tIns="0" bIns="0" anchor="ctr">
            <a:spAutoFit/>
          </a:bodyPr>
          <a:lstStyle/>
          <a:p>
            <a:pPr algn="ctr"/>
            <a:r>
              <a:rPr sz="1100" b="1" i="0">
                <a:solidFill>
                  <a:srgbClr val="00205B"/>
                </a:solidFill>
                <a:latin typeface="Michelin"/>
              </a:rPr>
              <a:t>4</a:t>
            </a:r>
          </a:p>
        </p:txBody>
      </p:sp>
      <p:sp>
        <p:nvSpPr>
          <p:cNvPr id="22" name="Oval 21"/>
          <p:cNvSpPr/>
          <p:nvPr/>
        </p:nvSpPr>
        <p:spPr>
          <a:xfrm>
            <a:off x="5164019" y="1810886"/>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4019" y="1810886"/>
            <a:ext cx="274320" cy="274320"/>
          </a:xfrm>
          <a:prstGeom prst="rect">
            <a:avLst/>
          </a:prstGeom>
          <a:noFill/>
        </p:spPr>
        <p:txBody>
          <a:bodyPr wrap="square" lIns="0" rIns="0" tIns="0" bIns="0" anchor="ctr">
            <a:spAutoFit/>
          </a:bodyPr>
          <a:lstStyle/>
          <a:p>
            <a:pPr algn="ctr"/>
            <a:r>
              <a:rPr sz="1100" b="1" i="0">
                <a:solidFill>
                  <a:srgbClr val="00205B"/>
                </a:solidFill>
                <a:latin typeface="Michelin"/>
              </a:rPr>
              <a:t>5</a:t>
            </a:r>
          </a:p>
        </p:txBody>
      </p:sp>
      <p:sp>
        <p:nvSpPr>
          <p:cNvPr id="24" name="Oval 23"/>
          <p:cNvSpPr/>
          <p:nvPr/>
        </p:nvSpPr>
        <p:spPr>
          <a:xfrm>
            <a:off x="45720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1</a:t>
            </a:r>
          </a:p>
        </p:txBody>
      </p:sp>
      <p:sp>
        <p:nvSpPr>
          <p:cNvPr id="26" name="TextBox 25"/>
          <p:cNvSpPr txBox="1"/>
          <p:nvPr/>
        </p:nvSpPr>
        <p:spPr>
          <a:xfrm>
            <a:off x="841247"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Datos de PI</a:t>
            </a:r>
          </a:p>
          <a:p>
            <a:pPr algn="l"/>
            <a:r>
              <a:rPr sz="850" b="0" i="0">
                <a:solidFill>
                  <a:srgbClr val="D6E0F0"/>
                </a:solidFill>
                <a:latin typeface="Arial"/>
              </a:rPr>
              <a:t>medidas de cada puesto</a:t>
            </a:r>
          </a:p>
        </p:txBody>
      </p:sp>
      <p:sp>
        <p:nvSpPr>
          <p:cNvPr id="27" name="Oval 26"/>
          <p:cNvSpPr/>
          <p:nvPr/>
        </p:nvSpPr>
        <p:spPr>
          <a:xfrm>
            <a:off x="1874519"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74519"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2</a:t>
            </a:r>
          </a:p>
        </p:txBody>
      </p:sp>
      <p:sp>
        <p:nvSpPr>
          <p:cNvPr id="29" name="TextBox 28"/>
          <p:cNvSpPr txBox="1"/>
          <p:nvPr/>
        </p:nvSpPr>
        <p:spPr>
          <a:xfrm>
            <a:off x="225856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Preparación</a:t>
            </a:r>
          </a:p>
          <a:p>
            <a:pPr algn="l"/>
            <a:r>
              <a:rPr sz="850" b="0" i="0">
                <a:solidFill>
                  <a:srgbClr val="D6E0F0"/>
                </a:solidFill>
                <a:latin typeface="Arial"/>
              </a:rPr>
              <a:t>limpieza automática</a:t>
            </a:r>
          </a:p>
        </p:txBody>
      </p:sp>
      <p:sp>
        <p:nvSpPr>
          <p:cNvPr id="30" name="Oval 29"/>
          <p:cNvSpPr/>
          <p:nvPr/>
        </p:nvSpPr>
        <p:spPr>
          <a:xfrm>
            <a:off x="329184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9184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3</a:t>
            </a:r>
          </a:p>
        </p:txBody>
      </p:sp>
      <p:sp>
        <p:nvSpPr>
          <p:cNvPr id="32" name="TextBox 31"/>
          <p:cNvSpPr txBox="1"/>
          <p:nvPr/>
        </p:nvSpPr>
        <p:spPr>
          <a:xfrm>
            <a:off x="367588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Unión</a:t>
            </a:r>
          </a:p>
          <a:p>
            <a:pPr algn="l"/>
            <a:r>
              <a:rPr sz="850" b="0" i="0">
                <a:solidFill>
                  <a:srgbClr val="D6E0F0"/>
                </a:solidFill>
                <a:latin typeface="Arial"/>
              </a:rPr>
              <a:t>series temporales entre puestos</a:t>
            </a:r>
          </a:p>
        </p:txBody>
      </p:sp>
      <p:sp>
        <p:nvSpPr>
          <p:cNvPr id="33" name="Oval 32"/>
          <p:cNvSpPr/>
          <p:nvPr/>
        </p:nvSpPr>
        <p:spPr>
          <a:xfrm>
            <a:off x="470916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0916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4</a:t>
            </a:r>
          </a:p>
        </p:txBody>
      </p:sp>
      <p:sp>
        <p:nvSpPr>
          <p:cNvPr id="35" name="TextBox 34"/>
          <p:cNvSpPr txBox="1"/>
          <p:nvPr/>
        </p:nvSpPr>
        <p:spPr>
          <a:xfrm>
            <a:off x="509320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Matrícula</a:t>
            </a:r>
          </a:p>
          <a:p>
            <a:pPr algn="l"/>
            <a:r>
              <a:rPr sz="850" b="0" i="0">
                <a:solidFill>
                  <a:srgbClr val="D6E0F0"/>
                </a:solidFill>
                <a:latin typeface="Arial"/>
              </a:rPr>
              <a:t>la identidad del neumático</a:t>
            </a:r>
          </a:p>
        </p:txBody>
      </p:sp>
      <p:sp>
        <p:nvSpPr>
          <p:cNvPr id="36" name="Oval 35"/>
          <p:cNvSpPr/>
          <p:nvPr/>
        </p:nvSpPr>
        <p:spPr>
          <a:xfrm>
            <a:off x="6126480" y="4087368"/>
            <a:ext cx="274320" cy="274320"/>
          </a:xfrm>
          <a:prstGeom prst="ellipse">
            <a:avLst/>
          </a:prstGeom>
          <a:solidFill>
            <a:srgbClr val="FCE500"/>
          </a:solidFill>
          <a:ln w="9525">
            <a:solidFill>
              <a:srgbClr val="0020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80" y="4087368"/>
            <a:ext cx="274320" cy="274320"/>
          </a:xfrm>
          <a:prstGeom prst="rect">
            <a:avLst/>
          </a:prstGeom>
          <a:noFill/>
        </p:spPr>
        <p:txBody>
          <a:bodyPr wrap="square" lIns="0" rIns="0" tIns="0" bIns="0" anchor="ctr">
            <a:spAutoFit/>
          </a:bodyPr>
          <a:lstStyle/>
          <a:p>
            <a:pPr algn="ctr"/>
            <a:r>
              <a:rPr sz="1100" b="1" i="0">
                <a:solidFill>
                  <a:srgbClr val="00205B"/>
                </a:solidFill>
                <a:latin typeface="Michelin"/>
              </a:rPr>
              <a:t>5</a:t>
            </a:r>
          </a:p>
        </p:txBody>
      </p:sp>
      <p:sp>
        <p:nvSpPr>
          <p:cNvPr id="38" name="TextBox 37"/>
          <p:cNvSpPr txBox="1"/>
          <p:nvPr/>
        </p:nvSpPr>
        <p:spPr>
          <a:xfrm>
            <a:off x="6510528" y="4069080"/>
            <a:ext cx="987552" cy="566928"/>
          </a:xfrm>
          <a:prstGeom prst="rect">
            <a:avLst/>
          </a:prstGeom>
          <a:noFill/>
        </p:spPr>
        <p:txBody>
          <a:bodyPr wrap="square" lIns="0" rIns="0" tIns="0" bIns="0" anchor="t">
            <a:spAutoFit/>
          </a:bodyPr>
          <a:lstStyle/>
          <a:p>
            <a:pPr algn="l"/>
            <a:r>
              <a:rPr sz="1000" b="1" i="0">
                <a:solidFill>
                  <a:srgbClr val="FFFFFF"/>
                </a:solidFill>
                <a:latin typeface="Arial"/>
              </a:rPr>
              <a:t>Cocción C11</a:t>
            </a:r>
          </a:p>
          <a:p>
            <a:pPr algn="l"/>
            <a:r>
              <a:rPr sz="850" b="0" i="0">
                <a:solidFill>
                  <a:srgbClr val="D6E0F0"/>
                </a:solidFill>
                <a:latin typeface="Arial"/>
              </a:rPr>
              <a:t>se completa su historia</a:t>
            </a:r>
          </a:p>
        </p:txBody>
      </p:sp>
    </p:spTree>
  </p:cSld>
  <p:clrMapOvr>
    <a:masterClrMapping/>
  </p:clrMapOvr>
</p:sld>
</file>

<file path=ppt/theme/theme1.xml><?xml version="1.0" encoding="utf-8"?>
<a:theme xmlns:a="http://schemas.openxmlformats.org/drawingml/2006/main" name="2_Thème Office">
  <a:themeElements>
    <a:clrScheme name="MICHELIN 2017">
      <a:dk1>
        <a:sysClr val="windowText" lastClr="000000"/>
      </a:dk1>
      <a:lt1>
        <a:sysClr val="window" lastClr="FFFFFF"/>
      </a:lt1>
      <a:dk2>
        <a:srgbClr val="44546A"/>
      </a:dk2>
      <a:lt2>
        <a:srgbClr val="E7E6E6"/>
      </a:lt2>
      <a:accent1>
        <a:srgbClr val="00205B"/>
      </a:accent1>
      <a:accent2>
        <a:srgbClr val="27509B"/>
      </a:accent2>
      <a:accent3>
        <a:srgbClr val="FCE500"/>
      </a:accent3>
      <a:accent4>
        <a:srgbClr val="FFFFFF"/>
      </a:accent4>
      <a:accent5>
        <a:srgbClr val="000000"/>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1066b9f-1ae1-4daf-812e-a93b4cdbd37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7ADC7F99D42724899C9CB331C8C455E" ma:contentTypeVersion="8" ma:contentTypeDescription="Crear nuevo documento." ma:contentTypeScope="" ma:versionID="e2e3a7fee48f7dcfb2a6486720dab61e">
  <xsd:schema xmlns:xsd="http://www.w3.org/2001/XMLSchema" xmlns:xs="http://www.w3.org/2001/XMLSchema" xmlns:p="http://schemas.microsoft.com/office/2006/metadata/properties" xmlns:ns2="91066b9f-1ae1-4daf-812e-a93b4cdbd378" targetNamespace="http://schemas.microsoft.com/office/2006/metadata/properties" ma:root="true" ma:fieldsID="be9ed0b7e1fef527f924c0e414a0025b" ns2:_="">
    <xsd:import namespace="91066b9f-1ae1-4daf-812e-a93b4cdbd37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066b9f-1ae1-4daf-812e-a93b4cdbd3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baec4aeb-d159-410d-8e29-7b8081bc29fc"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844D33-97FA-4CA1-9F2B-EE692D7A49B5}">
  <ds:schemaRefs>
    <ds:schemaRef ds:uri="91066b9f-1ae1-4daf-812e-a93b4cdbd37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FCFC560-8A98-40BC-A366-A8873A2D12F7}">
  <ds:schemaRefs>
    <ds:schemaRef ds:uri="91066b9f-1ae1-4daf-812e-a93b4cdbd3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094B55E-88C1-4C38-974C-5A1CAEEDB1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TotalTime>
  <Words>2676</Words>
  <Application>Microsoft Office PowerPoint</Application>
  <PresentationFormat>Personalizado</PresentationFormat>
  <Paragraphs>362</Paragraphs>
  <Slides>25</Slides>
  <Notes>24</Notes>
  <HiddenSlides>0</HiddenSlides>
  <MMClips>0</MMClips>
  <ScaleCrop>false</ScaleCrop>
  <HeadingPairs>
    <vt:vector size="6" baseType="variant">
      <vt:variant>
        <vt:lpstr>Fuentes usadas</vt:lpstr>
      </vt:variant>
      <vt:variant>
        <vt:i4>10</vt:i4>
      </vt:variant>
      <vt:variant>
        <vt:lpstr>Tema</vt:lpstr>
      </vt:variant>
      <vt:variant>
        <vt:i4>3</vt:i4>
      </vt:variant>
      <vt:variant>
        <vt:lpstr>Títulos de diapositiva</vt:lpstr>
      </vt:variant>
      <vt:variant>
        <vt:i4>25</vt:i4>
      </vt:variant>
    </vt:vector>
  </HeadingPairs>
  <TitlesOfParts>
    <vt:vector size="38" baseType="lpstr">
      <vt:lpstr>Aptos</vt:lpstr>
      <vt:lpstr>Arial</vt:lpstr>
      <vt:lpstr>Arial Black</vt:lpstr>
      <vt:lpstr>Calibri</vt:lpstr>
      <vt:lpstr>Lucida Grande</vt:lpstr>
      <vt:lpstr>Michelin</vt:lpstr>
      <vt:lpstr>Michelin Light</vt:lpstr>
      <vt:lpstr>Michelin SemiBold</vt:lpstr>
      <vt:lpstr>Wingdings</vt:lpstr>
      <vt:lpstr>Wingdings 3</vt:lpstr>
      <vt:lpstr>2_Thème Office</vt:lpstr>
      <vt:lpstr>1_Thème Office</vt:lpstr>
      <vt:lpstr>3_Thème Office</vt:lpstr>
      <vt:lpstr>Calidad que se decide en tiempo real</vt:lpstr>
      <vt:lpstr>¿Y si cada neumático pudiera contarnos cómo se fabricó?</vt:lpstr>
      <vt:lpstr>Dos formas de controlar la calidad</vt:lpstr>
      <vt:lpstr>Nuestro sistema en un solo ciclo</vt:lpstr>
      <vt:lpstr>01  Ver</vt:lpstr>
      <vt:lpstr>Medimos cada producto.</vt:lpstr>
      <vt:lpstr>Así medimos una soldadura NST en BNS</vt:lpstr>
      <vt:lpstr>Cada puesto, cada medida, en directo</vt:lpstr>
      <vt:lpstr>Toda la línea, de un vistazo</vt:lpstr>
      <vt:lpstr>02 Entender</vt:lpstr>
      <vt:lpstr>Vemos la deriva antes que el defecto</vt:lpstr>
      <vt:lpstr>Alerta antes de que exista el defecto</vt:lpstr>
      <vt:lpstr>Cada imagen y cada alerta, guardadas</vt:lpstr>
      <vt:lpstr>03 Decidir: R4P</vt:lpstr>
      <vt:lpstr>R4P: el experto en cada neumático</vt:lpstr>
      <vt:lpstr>Cuatro respuestas automáticas</vt:lpstr>
      <vt:lpstr>R4P en acción: la deriva se corrige sola</vt:lpstr>
      <vt:lpstr>Por qué R4P marca la diferencia</vt:lpstr>
      <vt:lpstr>04 Anticipar</vt:lpstr>
      <vt:lpstr>Dataiku: de millones de datos a patrones</vt:lpstr>
      <vt:lpstr>IA sobre nuestras imágenes láser</vt:lpstr>
      <vt:lpstr>Dominio del proceso y mejora continua</vt:lpstr>
      <vt:lpstr>La información adecuada para cada persona</vt:lpstr>
      <vt:lpstr>Cada neumático: visto, entendido, decidido y cada día mejor</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Christelle Garot</dc:creator>
  <cp:lastModifiedBy>Asier Del Pozo Perez</cp:lastModifiedBy>
  <cp:revision>36</cp:revision>
  <dcterms:modified xsi:type="dcterms:W3CDTF">2026-10-21T06:18:05Z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0x010100F9DAA8DF8E9A9D49B91E4B58ACE65DF7</vt:lpwstr>
  </property>
  <property fmtid="{D5CDD505-2E9C-101B-9397-08002B2CF9AE}" pid="3" name="MSIP_Label_09e9a456-2778-4ca9-be06-1190b1e1118a_Enabled">
    <vt:lpwstr>true</vt:lpwstr>
  </property>
  <property fmtid="{D5CDD505-2E9C-101B-9397-08002B2CF9AE}" pid="4" name="MSIP_Label_09e9a456-2778-4ca9-be06-1190b1e1118a_SetDate">
    <vt:lpwstr>2021-10-14T09:36:28Z</vt:lpwstr>
  </property>
  <property fmtid="{D5CDD505-2E9C-101B-9397-08002B2CF9AE}" pid="5" name="MSIP_Label_09e9a456-2778-4ca9-be06-1190b1e1118a_Method">
    <vt:lpwstr>Standard</vt:lpwstr>
  </property>
  <property fmtid="{D5CDD505-2E9C-101B-9397-08002B2CF9AE}" pid="6" name="MSIP_Label_09e9a456-2778-4ca9-be06-1190b1e1118a_Name">
    <vt:lpwstr>D3</vt:lpwstr>
  </property>
  <property fmtid="{D5CDD505-2E9C-101B-9397-08002B2CF9AE}" pid="7" name="MSIP_Label_09e9a456-2778-4ca9-be06-1190b1e1118a_SiteId">
    <vt:lpwstr>658ba197-6c73-4fea-91bd-1c7d8de6bf2c</vt:lpwstr>
  </property>
  <property fmtid="{D5CDD505-2E9C-101B-9397-08002B2CF9AE}" pid="8" name="MSIP_Label_09e9a456-2778-4ca9-be06-1190b1e1118a_ActionId">
    <vt:lpwstr>91fc227d-695e-433b-a37f-b199f7393e55</vt:lpwstr>
  </property>
  <property fmtid="{D5CDD505-2E9C-101B-9397-08002B2CF9AE}" pid="9" name="MSIP_Label_09e9a456-2778-4ca9-be06-1190b1e1118a_ContentBits">
    <vt:lpwstr>0</vt:lpwstr>
  </property>
</Properties>
</file>